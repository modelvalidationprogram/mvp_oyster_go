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1fabdcd2385cd2a1e827c8a97b03318d9da04cf.png"/>
<Relationship Id="rId3" Type="http://schemas.openxmlformats.org/officeDocument/2006/relationships/image" Target="../media/d77c401f8231d9f984d8d26fa8b55d1c2b9fe22f.png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22e7eb3b7a6097f1e72c404c00f46e1526bfd2b.png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5e8acd4ba7ba11022f95afd307782cb1e07a0ce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226298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878142" y="1894809"/>
              <a:ext cx="7739068" cy="122968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pic>
          <p:nvPicPr>
            <p:cNvPr id="6" name="pic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78142" y="1894809"/>
              <a:ext cx="7739068" cy="1229686"/>
            </a:xfrm>
            <a:prstGeom prst="rect">
              <a:avLst/>
            </a:prstGeom>
          </p:spPr>
        </p:pic>
        <p:sp>
          <p:nvSpPr>
            <p:cNvPr id="7" name="pl7"/>
            <p:cNvSpPr/>
            <p:nvPr/>
          </p:nvSpPr>
          <p:spPr>
            <a:xfrm>
              <a:off x="878142" y="1894809"/>
              <a:ext cx="0" cy="1229686"/>
            </a:xfrm>
            <a:custGeom>
              <a:avLst/>
              <a:pathLst>
                <a:path w="0" h="1229686">
                  <a:moveTo>
                    <a:pt x="0" y="1229686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753333" y="302855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691154" y="274907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691154" y="246960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691154" y="219012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691154" y="1910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3" name="pl13"/>
            <p:cNvSpPr/>
            <p:nvPr/>
          </p:nvSpPr>
          <p:spPr>
            <a:xfrm>
              <a:off x="843348" y="306860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43348" y="278912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43348" y="250965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3348" y="223017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43348" y="195070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8142" y="3124496"/>
              <a:ext cx="7739068" cy="0"/>
            </a:xfrm>
            <a:custGeom>
              <a:avLst/>
              <a:pathLst>
                <a:path w="7739068" h="0">
                  <a:moveTo>
                    <a:pt x="0" y="0"/>
                  </a:moveTo>
                  <a:lnTo>
                    <a:pt x="7739068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33382" y="3124496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092114" y="3124496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850846" y="3124496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609578" y="3124496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68310" y="3124496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127042" y="3124496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5885775" y="3124496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644507" y="3124496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7403239" y="3124496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161971" y="3124496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 rot="-2700000">
              <a:off x="1065038" y="3298278"/>
              <a:ext cx="34756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W1-TX</a:t>
              </a:r>
            </a:p>
          </p:txBody>
        </p:sp>
        <p:sp>
          <p:nvSpPr>
            <p:cNvPr id="30" name="tx30"/>
            <p:cNvSpPr/>
            <p:nvPr/>
          </p:nvSpPr>
          <p:spPr>
            <a:xfrm rot="-2700000">
              <a:off x="1828921" y="3296144"/>
              <a:ext cx="3415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W2-LA</a:t>
              </a:r>
            </a:p>
          </p:txBody>
        </p:sp>
        <p:sp>
          <p:nvSpPr>
            <p:cNvPr id="31" name="tx31"/>
            <p:cNvSpPr/>
            <p:nvPr/>
          </p:nvSpPr>
          <p:spPr>
            <a:xfrm rot="-2700000">
              <a:off x="2593039" y="3293914"/>
              <a:ext cx="33521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W3-FL</a:t>
              </a:r>
            </a:p>
          </p:txBody>
        </p:sp>
        <p:sp>
          <p:nvSpPr>
            <p:cNvPr id="32" name="tx32"/>
            <p:cNvSpPr/>
            <p:nvPr/>
          </p:nvSpPr>
          <p:spPr>
            <a:xfrm rot="-2700000">
              <a:off x="3335849" y="3300509"/>
              <a:ext cx="3538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W4-VA</a:t>
              </a:r>
            </a:p>
          </p:txBody>
        </p:sp>
        <p:sp>
          <p:nvSpPr>
            <p:cNvPr id="33" name="tx33"/>
            <p:cNvSpPr/>
            <p:nvPr/>
          </p:nvSpPr>
          <p:spPr>
            <a:xfrm rot="-2700000">
              <a:off x="4004279" y="3337913"/>
              <a:ext cx="45966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S1-LOLA</a:t>
              </a:r>
            </a:p>
          </p:txBody>
        </p:sp>
        <p:sp>
          <p:nvSpPr>
            <p:cNvPr id="34" name="tx34"/>
            <p:cNvSpPr/>
            <p:nvPr/>
          </p:nvSpPr>
          <p:spPr>
            <a:xfrm rot="-2700000">
              <a:off x="4747245" y="3344444"/>
              <a:ext cx="47813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S2-DEBY</a:t>
              </a:r>
            </a:p>
          </p:txBody>
        </p:sp>
        <p:sp>
          <p:nvSpPr>
            <p:cNvPr id="35" name="tx35"/>
            <p:cNvSpPr/>
            <p:nvPr/>
          </p:nvSpPr>
          <p:spPr>
            <a:xfrm rot="-2700000">
              <a:off x="5601587" y="3304841"/>
              <a:ext cx="36612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W5-NH</a:t>
              </a:r>
            </a:p>
          </p:txBody>
        </p:sp>
        <p:sp>
          <p:nvSpPr>
            <p:cNvPr id="36" name="tx36"/>
            <p:cNvSpPr/>
            <p:nvPr/>
          </p:nvSpPr>
          <p:spPr>
            <a:xfrm rot="-2700000">
              <a:off x="6354934" y="3307071"/>
              <a:ext cx="3724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W6-ME</a:t>
              </a:r>
            </a:p>
          </p:txBody>
        </p:sp>
        <p:sp>
          <p:nvSpPr>
            <p:cNvPr id="37" name="tx37"/>
            <p:cNvSpPr/>
            <p:nvPr/>
          </p:nvSpPr>
          <p:spPr>
            <a:xfrm rot="-2700000">
              <a:off x="7028671" y="3342278"/>
              <a:ext cx="47201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38" name="tx38"/>
            <p:cNvSpPr/>
            <p:nvPr/>
          </p:nvSpPr>
          <p:spPr>
            <a:xfrm rot="-2700000">
              <a:off x="7745178" y="3359768"/>
              <a:ext cx="52148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 River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4627341" y="3663974"/>
              <a:ext cx="24067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Site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8735" y="2459544"/>
              <a:ext cx="77632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Salinity (ppt)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78142" y="1669789"/>
              <a:ext cx="11079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Salinity Trends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457200" y="3863181"/>
              <a:ext cx="8229600" cy="226298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878142" y="4157791"/>
              <a:ext cx="7739068" cy="122968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pic>
          <p:nvPicPr>
            <p:cNvPr id="44" name="pic4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78142" y="4157791"/>
              <a:ext cx="7739068" cy="1229686"/>
            </a:xfrm>
            <a:prstGeom prst="rect">
              <a:avLst/>
            </a:prstGeom>
          </p:spPr>
        </p:pic>
        <p:sp>
          <p:nvSpPr>
            <p:cNvPr id="45" name="pl45"/>
            <p:cNvSpPr/>
            <p:nvPr/>
          </p:nvSpPr>
          <p:spPr>
            <a:xfrm>
              <a:off x="878142" y="4157791"/>
              <a:ext cx="0" cy="1229686"/>
            </a:xfrm>
            <a:custGeom>
              <a:avLst/>
              <a:pathLst>
                <a:path w="0" h="1229686">
                  <a:moveTo>
                    <a:pt x="0" y="1229686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tx46"/>
            <p:cNvSpPr/>
            <p:nvPr/>
          </p:nvSpPr>
          <p:spPr>
            <a:xfrm>
              <a:off x="753333" y="529153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1154" y="496656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1154" y="464159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1154" y="431662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pl50"/>
            <p:cNvSpPr/>
            <p:nvPr/>
          </p:nvSpPr>
          <p:spPr>
            <a:xfrm>
              <a:off x="843348" y="533158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843348" y="500661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843348" y="468164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843348" y="435667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878142" y="5387478"/>
              <a:ext cx="7739068" cy="0"/>
            </a:xfrm>
            <a:custGeom>
              <a:avLst/>
              <a:pathLst>
                <a:path w="7739068" h="0">
                  <a:moveTo>
                    <a:pt x="0" y="0"/>
                  </a:moveTo>
                  <a:lnTo>
                    <a:pt x="7739068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1333382" y="538747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2092114" y="538747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2850846" y="538747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3609578" y="538747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4368310" y="538747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5127042" y="538747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5885775" y="538747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6644507" y="538747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7403239" y="538747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8161971" y="538747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tx65"/>
            <p:cNvSpPr/>
            <p:nvPr/>
          </p:nvSpPr>
          <p:spPr>
            <a:xfrm rot="-2700000">
              <a:off x="1065038" y="5561259"/>
              <a:ext cx="34756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W1-TX</a:t>
              </a:r>
            </a:p>
          </p:txBody>
        </p:sp>
        <p:sp>
          <p:nvSpPr>
            <p:cNvPr id="66" name="tx66"/>
            <p:cNvSpPr/>
            <p:nvPr/>
          </p:nvSpPr>
          <p:spPr>
            <a:xfrm rot="-2700000">
              <a:off x="1828921" y="5559126"/>
              <a:ext cx="3415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W2-LA</a:t>
              </a:r>
            </a:p>
          </p:txBody>
        </p:sp>
        <p:sp>
          <p:nvSpPr>
            <p:cNvPr id="67" name="tx67"/>
            <p:cNvSpPr/>
            <p:nvPr/>
          </p:nvSpPr>
          <p:spPr>
            <a:xfrm rot="-2700000">
              <a:off x="2593039" y="5556895"/>
              <a:ext cx="33521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W3-FL</a:t>
              </a:r>
            </a:p>
          </p:txBody>
        </p:sp>
        <p:sp>
          <p:nvSpPr>
            <p:cNvPr id="68" name="tx68"/>
            <p:cNvSpPr/>
            <p:nvPr/>
          </p:nvSpPr>
          <p:spPr>
            <a:xfrm rot="-2700000">
              <a:off x="3335849" y="5563490"/>
              <a:ext cx="3538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W4-VA</a:t>
              </a:r>
            </a:p>
          </p:txBody>
        </p:sp>
        <p:sp>
          <p:nvSpPr>
            <p:cNvPr id="69" name="tx69"/>
            <p:cNvSpPr/>
            <p:nvPr/>
          </p:nvSpPr>
          <p:spPr>
            <a:xfrm rot="-2700000">
              <a:off x="4004279" y="5600895"/>
              <a:ext cx="45966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S1-LOLA</a:t>
              </a:r>
            </a:p>
          </p:txBody>
        </p:sp>
        <p:sp>
          <p:nvSpPr>
            <p:cNvPr id="70" name="tx70"/>
            <p:cNvSpPr/>
            <p:nvPr/>
          </p:nvSpPr>
          <p:spPr>
            <a:xfrm rot="-2700000">
              <a:off x="4747245" y="5607425"/>
              <a:ext cx="47813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S2-DEBY</a:t>
              </a:r>
            </a:p>
          </p:txBody>
        </p:sp>
        <p:sp>
          <p:nvSpPr>
            <p:cNvPr id="71" name="tx71"/>
            <p:cNvSpPr/>
            <p:nvPr/>
          </p:nvSpPr>
          <p:spPr>
            <a:xfrm rot="-2700000">
              <a:off x="5601587" y="5567822"/>
              <a:ext cx="36612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W5-NH</a:t>
              </a:r>
            </a:p>
          </p:txBody>
        </p:sp>
        <p:sp>
          <p:nvSpPr>
            <p:cNvPr id="72" name="tx72"/>
            <p:cNvSpPr/>
            <p:nvPr/>
          </p:nvSpPr>
          <p:spPr>
            <a:xfrm rot="-2700000">
              <a:off x="6354934" y="5570053"/>
              <a:ext cx="3724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W6-ME</a:t>
              </a:r>
            </a:p>
          </p:txBody>
        </p:sp>
        <p:sp>
          <p:nvSpPr>
            <p:cNvPr id="73" name="tx73"/>
            <p:cNvSpPr/>
            <p:nvPr/>
          </p:nvSpPr>
          <p:spPr>
            <a:xfrm rot="-2700000">
              <a:off x="7028671" y="5605259"/>
              <a:ext cx="47201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74" name="tx74"/>
            <p:cNvSpPr/>
            <p:nvPr/>
          </p:nvSpPr>
          <p:spPr>
            <a:xfrm rot="-2700000">
              <a:off x="7745178" y="5622749"/>
              <a:ext cx="52148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 River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4627341" y="5926955"/>
              <a:ext cx="24067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Site</a:t>
              </a:r>
            </a:p>
          </p:txBody>
        </p:sp>
        <p:sp>
          <p:nvSpPr>
            <p:cNvPr id="76" name="tx76"/>
            <p:cNvSpPr/>
            <p:nvPr/>
          </p:nvSpPr>
          <p:spPr>
            <a:xfrm rot="-5400000">
              <a:off x="256446" y="4722525"/>
              <a:ext cx="64090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Temp (ºC)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878142" y="3932770"/>
              <a:ext cx="15269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Temperature Trends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2324530"/>
              <a:ext cx="8229600" cy="307730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1026729" y="2620894"/>
              <a:ext cx="6613066" cy="207468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278282" y="3982407"/>
              <a:ext cx="648339" cy="648339"/>
            </a:xfrm>
            <a:prstGeom prst="rect">
              <a:avLst/>
            </a:prstGeom>
            <a:solidFill>
              <a:srgbClr val="EC596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6278282" y="3334068"/>
              <a:ext cx="648339" cy="648339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rc8"/>
            <p:cNvSpPr/>
            <p:nvPr/>
          </p:nvSpPr>
          <p:spPr>
            <a:xfrm>
              <a:off x="6278282" y="2685728"/>
              <a:ext cx="648339" cy="648339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rc9"/>
            <p:cNvSpPr/>
            <p:nvPr/>
          </p:nvSpPr>
          <p:spPr>
            <a:xfrm>
              <a:off x="3684922" y="3982407"/>
              <a:ext cx="648339" cy="648339"/>
            </a:xfrm>
            <a:prstGeom prst="rect">
              <a:avLst/>
            </a:prstGeom>
            <a:solidFill>
              <a:srgbClr val="EC596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3684922" y="3334068"/>
              <a:ext cx="648339" cy="648339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3684922" y="2685728"/>
              <a:ext cx="648339" cy="648339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" name="rc12"/>
            <p:cNvSpPr/>
            <p:nvPr/>
          </p:nvSpPr>
          <p:spPr>
            <a:xfrm>
              <a:off x="4333262" y="3982407"/>
              <a:ext cx="648339" cy="648339"/>
            </a:xfrm>
            <a:prstGeom prst="rect">
              <a:avLst/>
            </a:prstGeom>
            <a:solidFill>
              <a:srgbClr val="772281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4333262" y="3334068"/>
              <a:ext cx="648339" cy="648339"/>
            </a:xfrm>
            <a:prstGeom prst="rect">
              <a:avLst/>
            </a:prstGeom>
            <a:solidFill>
              <a:srgbClr val="FEBC81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" name="rc14"/>
            <p:cNvSpPr/>
            <p:nvPr/>
          </p:nvSpPr>
          <p:spPr>
            <a:xfrm>
              <a:off x="4333262" y="2685728"/>
              <a:ext cx="648339" cy="648339"/>
            </a:xfrm>
            <a:prstGeom prst="rect">
              <a:avLst/>
            </a:prstGeom>
            <a:solidFill>
              <a:srgbClr val="BB3978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1091563" y="3982407"/>
              <a:ext cx="648339" cy="648339"/>
            </a:xfrm>
            <a:prstGeom prst="rect">
              <a:avLst/>
            </a:prstGeom>
            <a:solidFill>
              <a:srgbClr val="8C2981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" name="rc16"/>
            <p:cNvSpPr/>
            <p:nvPr/>
          </p:nvSpPr>
          <p:spPr>
            <a:xfrm>
              <a:off x="1091563" y="3334068"/>
              <a:ext cx="648339" cy="648339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1091563" y="2685728"/>
              <a:ext cx="648339" cy="648339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1739903" y="3982407"/>
              <a:ext cx="648339" cy="648339"/>
            </a:xfrm>
            <a:prstGeom prst="rect">
              <a:avLst/>
            </a:prstGeom>
            <a:solidFill>
              <a:srgbClr val="F9795D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1739903" y="3334068"/>
              <a:ext cx="648339" cy="648339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739903" y="2685728"/>
              <a:ext cx="648339" cy="648339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2388243" y="3982407"/>
              <a:ext cx="648339" cy="648339"/>
            </a:xfrm>
            <a:prstGeom prst="rect">
              <a:avLst/>
            </a:prstGeom>
            <a:solidFill>
              <a:srgbClr val="160F3B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388243" y="3334068"/>
              <a:ext cx="648339" cy="648339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388243" y="2685728"/>
              <a:ext cx="648339" cy="648339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036582" y="3982407"/>
              <a:ext cx="648339" cy="648339"/>
            </a:xfrm>
            <a:prstGeom prst="rect">
              <a:avLst/>
            </a:prstGeom>
            <a:solidFill>
              <a:srgbClr val="FEB67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3036582" y="3334068"/>
              <a:ext cx="648339" cy="648339"/>
            </a:xfrm>
            <a:prstGeom prst="rect">
              <a:avLst/>
            </a:prstGeom>
            <a:solidFill>
              <a:srgbClr val="FDE3A5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3036582" y="2685728"/>
              <a:ext cx="648339" cy="648339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4981602" y="3982407"/>
              <a:ext cx="648339" cy="648339"/>
            </a:xfrm>
            <a:prstGeom prst="rect">
              <a:avLst/>
            </a:prstGeom>
            <a:solidFill>
              <a:srgbClr val="0A082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4981602" y="3334068"/>
              <a:ext cx="648339" cy="648339"/>
            </a:xfrm>
            <a:prstGeom prst="rect">
              <a:avLst/>
            </a:prstGeom>
            <a:solidFill>
              <a:srgbClr val="F1605D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4981602" y="2685728"/>
              <a:ext cx="648339" cy="648339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5629942" y="3982407"/>
              <a:ext cx="648339" cy="648339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5629942" y="3334068"/>
              <a:ext cx="648339" cy="648339"/>
            </a:xfrm>
            <a:prstGeom prst="rect">
              <a:avLst/>
            </a:prstGeom>
            <a:solidFill>
              <a:srgbClr val="FEBA8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629942" y="2685728"/>
              <a:ext cx="648339" cy="648339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6926622" y="3982407"/>
              <a:ext cx="648339" cy="648339"/>
            </a:xfrm>
            <a:prstGeom prst="rect">
              <a:avLst/>
            </a:prstGeom>
            <a:solidFill>
              <a:srgbClr val="772281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6926622" y="3334068"/>
              <a:ext cx="648339" cy="648339"/>
            </a:xfrm>
            <a:prstGeom prst="rect">
              <a:avLst/>
            </a:prstGeom>
            <a:solidFill>
              <a:srgbClr val="FA805E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926622" y="2685728"/>
              <a:ext cx="648339" cy="648339"/>
            </a:xfrm>
            <a:prstGeom prst="rect">
              <a:avLst/>
            </a:prstGeom>
            <a:solidFill>
              <a:srgbClr val="BB3978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466480" y="4256468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0.35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563590" y="3608128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563590" y="295978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73121" y="4256468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970230" y="3608128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970230" y="295978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4521461" y="4256468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FFFFFF">
                      <a:alpha val="100000"/>
                    </a:srgbClr>
                  </a:solidFill>
                  <a:latin typeface="Helvetica"/>
                  <a:cs typeface="Helvetica"/>
                </a:rPr>
                <a:t>0.65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4521461" y="3608128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0.14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521461" y="2959789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0.49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1318624" y="4256468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FFFFFF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376871" y="3608128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376871" y="295978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928101" y="4256468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0.28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025211" y="3608128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025211" y="295978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576441" y="4256468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FFFFFF">
                      <a:alpha val="100000"/>
                    </a:srgbClr>
                  </a:solidFill>
                  <a:latin typeface="Helvetica"/>
                  <a:cs typeface="Helvetica"/>
                </a:rPr>
                <a:t>0.89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2673551" y="3608128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2673551" y="295978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3224781" y="4256468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224781" y="3608128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3321890" y="295978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5169801" y="4256468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FFFFFF">
                      <a:alpha val="100000"/>
                    </a:srgbClr>
                  </a:solidFill>
                  <a:latin typeface="Helvetica"/>
                  <a:cs typeface="Helvetica"/>
                </a:rPr>
                <a:t>0.94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5169801" y="3608128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0.33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5266910" y="295978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5915250" y="4256468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5818141" y="3608128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0.14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5915250" y="295978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114820" y="4256468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FFFFFF">
                      <a:alpha val="100000"/>
                    </a:srgbClr>
                  </a:solidFill>
                  <a:latin typeface="Helvetica"/>
                  <a:cs typeface="Helvetica"/>
                </a:rPr>
                <a:t>0.65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114820" y="3608128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0.27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114820" y="2959789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0.49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663583" y="4266527"/>
              <a:ext cx="33531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Dermo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756760" y="3618187"/>
              <a:ext cx="24213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MSX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526789" y="2969847"/>
              <a:ext cx="47210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Pea Crab</a:t>
              </a:r>
            </a:p>
          </p:txBody>
        </p:sp>
        <p:sp>
          <p:nvSpPr>
            <p:cNvPr id="69" name="tx69"/>
            <p:cNvSpPr/>
            <p:nvPr/>
          </p:nvSpPr>
          <p:spPr>
            <a:xfrm rot="-2700000">
              <a:off x="1147389" y="4834569"/>
              <a:ext cx="34756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W1-TX</a:t>
              </a:r>
            </a:p>
          </p:txBody>
        </p:sp>
        <p:sp>
          <p:nvSpPr>
            <p:cNvPr id="70" name="tx70"/>
            <p:cNvSpPr/>
            <p:nvPr/>
          </p:nvSpPr>
          <p:spPr>
            <a:xfrm rot="-2700000">
              <a:off x="1800880" y="4832435"/>
              <a:ext cx="3415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W2-LA</a:t>
              </a:r>
            </a:p>
          </p:txBody>
        </p:sp>
        <p:sp>
          <p:nvSpPr>
            <p:cNvPr id="71" name="tx71"/>
            <p:cNvSpPr/>
            <p:nvPr/>
          </p:nvSpPr>
          <p:spPr>
            <a:xfrm rot="-2700000">
              <a:off x="2454605" y="4830204"/>
              <a:ext cx="33521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W3-FL</a:t>
              </a:r>
            </a:p>
          </p:txBody>
        </p:sp>
        <p:sp>
          <p:nvSpPr>
            <p:cNvPr id="72" name="tx72"/>
            <p:cNvSpPr/>
            <p:nvPr/>
          </p:nvSpPr>
          <p:spPr>
            <a:xfrm rot="-2700000">
              <a:off x="3087023" y="4836799"/>
              <a:ext cx="3538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W4-VA</a:t>
              </a:r>
            </a:p>
          </p:txBody>
        </p:sp>
        <p:sp>
          <p:nvSpPr>
            <p:cNvPr id="73" name="tx73"/>
            <p:cNvSpPr/>
            <p:nvPr/>
          </p:nvSpPr>
          <p:spPr>
            <a:xfrm rot="-2700000">
              <a:off x="3645060" y="4874204"/>
              <a:ext cx="45966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S1-LOLA</a:t>
              </a:r>
            </a:p>
          </p:txBody>
        </p:sp>
        <p:sp>
          <p:nvSpPr>
            <p:cNvPr id="74" name="tx74"/>
            <p:cNvSpPr/>
            <p:nvPr/>
          </p:nvSpPr>
          <p:spPr>
            <a:xfrm rot="-2700000">
              <a:off x="4277634" y="4880734"/>
              <a:ext cx="47813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S2-DEBY</a:t>
              </a:r>
            </a:p>
          </p:txBody>
        </p:sp>
        <p:sp>
          <p:nvSpPr>
            <p:cNvPr id="75" name="tx75"/>
            <p:cNvSpPr/>
            <p:nvPr/>
          </p:nvSpPr>
          <p:spPr>
            <a:xfrm rot="-2700000">
              <a:off x="5021584" y="4841131"/>
              <a:ext cx="36612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W5-NH</a:t>
              </a:r>
            </a:p>
          </p:txBody>
        </p:sp>
        <p:sp>
          <p:nvSpPr>
            <p:cNvPr id="76" name="tx76"/>
            <p:cNvSpPr/>
            <p:nvPr/>
          </p:nvSpPr>
          <p:spPr>
            <a:xfrm rot="-2700000">
              <a:off x="5664539" y="4843362"/>
              <a:ext cx="3724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W6-ME</a:t>
              </a:r>
            </a:p>
          </p:txBody>
        </p:sp>
        <p:sp>
          <p:nvSpPr>
            <p:cNvPr id="77" name="tx77"/>
            <p:cNvSpPr/>
            <p:nvPr/>
          </p:nvSpPr>
          <p:spPr>
            <a:xfrm rot="-2700000">
              <a:off x="6227883" y="4878568"/>
              <a:ext cx="47201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78" name="tx78"/>
            <p:cNvSpPr/>
            <p:nvPr/>
          </p:nvSpPr>
          <p:spPr>
            <a:xfrm rot="-2700000">
              <a:off x="6833999" y="4896058"/>
              <a:ext cx="52148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 River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4212927" y="5201118"/>
              <a:ext cx="24067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Site</a:t>
              </a:r>
            </a:p>
          </p:txBody>
        </p:sp>
        <p:sp>
          <p:nvSpPr>
            <p:cNvPr id="80" name="rc80"/>
            <p:cNvSpPr/>
            <p:nvPr/>
          </p:nvSpPr>
          <p:spPr>
            <a:xfrm>
              <a:off x="7778974" y="2939651"/>
              <a:ext cx="838236" cy="14371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848563" y="3024694"/>
              <a:ext cx="69905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Prevalence</a:t>
              </a:r>
            </a:p>
          </p:txBody>
        </p:sp>
        <p:pic>
          <p:nvPicPr>
            <p:cNvPr id="82" name="pic82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848563" y="3209955"/>
              <a:ext cx="219455" cy="1097280"/>
            </a:xfrm>
            <a:prstGeom prst="rect">
              <a:avLst/>
            </a:prstGeom>
          </p:spPr>
        </p:pic>
        <p:sp>
          <p:nvSpPr>
            <p:cNvPr id="83" name="pl83"/>
            <p:cNvSpPr/>
            <p:nvPr/>
          </p:nvSpPr>
          <p:spPr>
            <a:xfrm>
              <a:off x="8024127" y="4305406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l84"/>
            <p:cNvSpPr/>
            <p:nvPr/>
          </p:nvSpPr>
          <p:spPr>
            <a:xfrm>
              <a:off x="8024127" y="4032000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l85"/>
            <p:cNvSpPr/>
            <p:nvPr/>
          </p:nvSpPr>
          <p:spPr>
            <a:xfrm>
              <a:off x="8024127" y="3758595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6"/>
            <p:cNvSpPr/>
            <p:nvPr/>
          </p:nvSpPr>
          <p:spPr>
            <a:xfrm>
              <a:off x="8024127" y="3485189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8024127" y="3211783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7848563" y="4305406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7848563" y="4032000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90"/>
            <p:cNvSpPr/>
            <p:nvPr/>
          </p:nvSpPr>
          <p:spPr>
            <a:xfrm>
              <a:off x="7848563" y="3758595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l91"/>
            <p:cNvSpPr/>
            <p:nvPr/>
          </p:nvSpPr>
          <p:spPr>
            <a:xfrm>
              <a:off x="7848563" y="3485189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l92"/>
            <p:cNvSpPr/>
            <p:nvPr/>
          </p:nvSpPr>
          <p:spPr>
            <a:xfrm>
              <a:off x="7848563" y="3211783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tx93"/>
            <p:cNvSpPr/>
            <p:nvPr/>
          </p:nvSpPr>
          <p:spPr>
            <a:xfrm>
              <a:off x="8137608" y="426535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94" name="tx94"/>
            <p:cNvSpPr/>
            <p:nvPr/>
          </p:nvSpPr>
          <p:spPr>
            <a:xfrm>
              <a:off x="8137608" y="399194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95" name="tx95"/>
            <p:cNvSpPr/>
            <p:nvPr/>
          </p:nvSpPr>
          <p:spPr>
            <a:xfrm>
              <a:off x="8137608" y="371854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96" name="tx96"/>
            <p:cNvSpPr/>
            <p:nvPr/>
          </p:nvSpPr>
          <p:spPr>
            <a:xfrm>
              <a:off x="8137608" y="344513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97" name="tx97"/>
            <p:cNvSpPr/>
            <p:nvPr/>
          </p:nvSpPr>
          <p:spPr>
            <a:xfrm>
              <a:off x="8137608" y="317173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98" name="tx98"/>
            <p:cNvSpPr/>
            <p:nvPr/>
          </p:nvSpPr>
          <p:spPr>
            <a:xfrm>
              <a:off x="1026729" y="2394119"/>
              <a:ext cx="148992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Disease Prevalence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3164734" y="1600200"/>
              <a:ext cx="281453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3941013" y="2200784"/>
              <a:ext cx="860214" cy="320625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3980114" y="2630891"/>
              <a:ext cx="391006" cy="391006"/>
            </a:xfrm>
            <a:prstGeom prst="rect">
              <a:avLst/>
            </a:prstGeom>
            <a:solidFill>
              <a:srgbClr val="3A74A1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3980114" y="3803910"/>
              <a:ext cx="391006" cy="391006"/>
            </a:xfrm>
            <a:prstGeom prst="rect">
              <a:avLst/>
            </a:prstGeom>
            <a:solidFill>
              <a:srgbClr val="94DDC1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rc8"/>
            <p:cNvSpPr/>
            <p:nvPr/>
          </p:nvSpPr>
          <p:spPr>
            <a:xfrm>
              <a:off x="3980114" y="2239884"/>
              <a:ext cx="391006" cy="391006"/>
            </a:xfrm>
            <a:prstGeom prst="rect">
              <a:avLst/>
            </a:prstGeom>
            <a:solidFill>
              <a:srgbClr val="3B528D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rc9"/>
            <p:cNvSpPr/>
            <p:nvPr/>
          </p:nvSpPr>
          <p:spPr>
            <a:xfrm>
              <a:off x="3980114" y="3021897"/>
              <a:ext cx="391006" cy="391006"/>
            </a:xfrm>
            <a:prstGeom prst="rect">
              <a:avLst/>
            </a:prstGeom>
            <a:solidFill>
              <a:srgbClr val="3B5590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3980114" y="4194917"/>
              <a:ext cx="391006" cy="391006"/>
            </a:xfrm>
            <a:prstGeom prst="rect">
              <a:avLst/>
            </a:prstGeom>
            <a:solidFill>
              <a:srgbClr val="3B5590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3980114" y="4585923"/>
              <a:ext cx="391006" cy="391006"/>
            </a:xfrm>
            <a:prstGeom prst="rect">
              <a:avLst/>
            </a:prstGeom>
            <a:solidFill>
              <a:srgbClr val="45A8AA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" name="rc12"/>
            <p:cNvSpPr/>
            <p:nvPr/>
          </p:nvSpPr>
          <p:spPr>
            <a:xfrm>
              <a:off x="3980114" y="4976930"/>
              <a:ext cx="391006" cy="391006"/>
            </a:xfrm>
            <a:prstGeom prst="rect">
              <a:avLst/>
            </a:prstGeom>
            <a:solidFill>
              <a:srgbClr val="3B72A1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3980114" y="3412904"/>
              <a:ext cx="391006" cy="391006"/>
            </a:xfrm>
            <a:prstGeom prst="rect">
              <a:avLst/>
            </a:prstGeom>
            <a:solidFill>
              <a:srgbClr val="C8EEDA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" name="rc14"/>
            <p:cNvSpPr/>
            <p:nvPr/>
          </p:nvSpPr>
          <p:spPr>
            <a:xfrm>
              <a:off x="4371120" y="4194917"/>
              <a:ext cx="391006" cy="391006"/>
            </a:xfrm>
            <a:prstGeom prst="rect">
              <a:avLst/>
            </a:prstGeom>
            <a:solidFill>
              <a:srgbClr val="392E5A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4371120" y="3021897"/>
              <a:ext cx="391006" cy="391006"/>
            </a:xfrm>
            <a:prstGeom prst="rect">
              <a:avLst/>
            </a:prstGeom>
            <a:solidFill>
              <a:srgbClr val="8FDBBF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" name="rc16"/>
            <p:cNvSpPr/>
            <p:nvPr/>
          </p:nvSpPr>
          <p:spPr>
            <a:xfrm>
              <a:off x="4371120" y="3412904"/>
              <a:ext cx="391006" cy="391006"/>
            </a:xfrm>
            <a:prstGeom prst="rect">
              <a:avLst/>
            </a:prstGeom>
            <a:solidFill>
              <a:srgbClr val="3C487E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4371120" y="4976930"/>
              <a:ext cx="391006" cy="391006"/>
            </a:xfrm>
            <a:prstGeom prst="rect">
              <a:avLst/>
            </a:prstGeom>
            <a:solidFill>
              <a:srgbClr val="3A315E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4371120" y="3803910"/>
              <a:ext cx="391006" cy="391006"/>
            </a:xfrm>
            <a:prstGeom prst="rect">
              <a:avLst/>
            </a:prstGeom>
            <a:solidFill>
              <a:srgbClr val="3C4C84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4371120" y="4585923"/>
              <a:ext cx="391006" cy="391006"/>
            </a:xfrm>
            <a:prstGeom prst="rect">
              <a:avLst/>
            </a:prstGeom>
            <a:solidFill>
              <a:srgbClr val="3A366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4371120" y="2239884"/>
              <a:ext cx="391006" cy="391006"/>
            </a:xfrm>
            <a:prstGeom prst="rect">
              <a:avLst/>
            </a:prstGeom>
            <a:solidFill>
              <a:srgbClr val="382A5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4371120" y="2630891"/>
              <a:ext cx="391006" cy="391006"/>
            </a:xfrm>
            <a:prstGeom prst="rect">
              <a:avLst/>
            </a:prstGeom>
            <a:solidFill>
              <a:srgbClr val="3B538E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941013" y="2200784"/>
              <a:ext cx="0" cy="3206252"/>
            </a:xfrm>
            <a:custGeom>
              <a:avLst/>
              <a:pathLst>
                <a:path w="0" h="3206252">
                  <a:moveTo>
                    <a:pt x="0" y="3206252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3530819" y="5132382"/>
              <a:ext cx="34756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W1-TX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3536854" y="4741376"/>
              <a:ext cx="3415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W2-LA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3543164" y="4350369"/>
              <a:ext cx="33521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W3-FL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3524510" y="3959363"/>
              <a:ext cx="3538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W4-VA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3418714" y="3568356"/>
              <a:ext cx="45966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S1-LOLA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3400243" y="3177350"/>
              <a:ext cx="47813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S2-DEBY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3512257" y="2786343"/>
              <a:ext cx="36612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W5-NH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3505948" y="2395337"/>
              <a:ext cx="3724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W6-ME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906218" y="517243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3906218" y="478142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906218" y="439042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3906218" y="399941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3906218" y="360840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906218" y="321740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3906218" y="282639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906218" y="243538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3941013" y="5407037"/>
              <a:ext cx="860214" cy="0"/>
            </a:xfrm>
            <a:custGeom>
              <a:avLst/>
              <a:pathLst>
                <a:path w="860214" h="0">
                  <a:moveTo>
                    <a:pt x="0" y="0"/>
                  </a:moveTo>
                  <a:lnTo>
                    <a:pt x="860214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4175617" y="5407037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4566623" y="5407037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tx42"/>
            <p:cNvSpPr/>
            <p:nvPr/>
          </p:nvSpPr>
          <p:spPr>
            <a:xfrm rot="-2700000">
              <a:off x="3801048" y="5624818"/>
              <a:ext cx="47201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43" name="tx43"/>
            <p:cNvSpPr/>
            <p:nvPr/>
          </p:nvSpPr>
          <p:spPr>
            <a:xfrm rot="-2700000">
              <a:off x="4176289" y="5631349"/>
              <a:ext cx="49048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YorkRiver</a:t>
              </a:r>
            </a:p>
          </p:txBody>
        </p:sp>
        <p:sp>
          <p:nvSpPr>
            <p:cNvPr id="44" name="rc44"/>
            <p:cNvSpPr/>
            <p:nvPr/>
          </p:nvSpPr>
          <p:spPr>
            <a:xfrm>
              <a:off x="4940405" y="2200784"/>
              <a:ext cx="969270" cy="166494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5009994" y="2290032"/>
              <a:ext cx="830092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Euclidean 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009994" y="2482056"/>
              <a:ext cx="69156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Distance</a:t>
              </a:r>
            </a:p>
          </p:txBody>
        </p:sp>
        <p:pic>
          <p:nvPicPr>
            <p:cNvPr id="47" name="pic4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009994" y="2698864"/>
              <a:ext cx="219455" cy="1097280"/>
            </a:xfrm>
            <a:prstGeom prst="rect">
              <a:avLst/>
            </a:prstGeom>
          </p:spPr>
        </p:pic>
        <p:sp>
          <p:nvSpPr>
            <p:cNvPr id="48" name="pl48"/>
            <p:cNvSpPr/>
            <p:nvPr/>
          </p:nvSpPr>
          <p:spPr>
            <a:xfrm>
              <a:off x="5185559" y="3794315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5185559" y="3481852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5185559" y="3169388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5185559" y="2856924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5009994" y="3794315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5009994" y="3481852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5009994" y="3169388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5009994" y="2856924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5299039" y="375426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5299039" y="344180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5299039" y="3129337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5299039" y="281687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3941013" y="1669789"/>
              <a:ext cx="2477383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Environmental Distance 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3941013" y="1916677"/>
              <a:ext cx="1435790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between Sites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camillerumberger</cp:lastModifiedBy>
  <cp:revision>3</cp:revision>
  <dcterms:created xsi:type="dcterms:W3CDTF">2017-02-13T16:18:36Z</dcterms:created>
  <dcterms:modified xsi:type="dcterms:W3CDTF">2026-01-29T10:06:48Z</dcterms:modified>
  <cp:category/>
</cp:coreProperties>
</file>