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fabdcd2385cd2a1e827c8a97b03318d9da04cf.png"/>
<Relationship Id="rId3" Type="http://schemas.openxmlformats.org/officeDocument/2006/relationships/image" Target="../media/d77c401f8231d9f984d8d26fa8b55d1c2b9fe22f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22e7eb3b7a6097f1e72c404c00f46e1526bfd2b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8142" y="1894809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6" name="pic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8142" y="1894809"/>
              <a:ext cx="7739068" cy="1229686"/>
            </a:xfrm>
            <a:prstGeom prst="rect">
              <a:avLst/>
            </a:prstGeom>
          </p:spPr>
        </p:pic>
        <p:sp>
          <p:nvSpPr>
            <p:cNvPr id="7" name="pl7"/>
            <p:cNvSpPr/>
            <p:nvPr/>
          </p:nvSpPr>
          <p:spPr>
            <a:xfrm>
              <a:off x="878142" y="1894809"/>
              <a:ext cx="0" cy="1229686"/>
            </a:xfrm>
            <a:custGeom>
              <a:avLst/>
              <a:pathLst>
                <a:path w="0"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753333" y="302855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691154" y="274907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691154" y="24696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691154" y="21901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691154" y="1910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843348" y="3068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43348" y="27891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43348" y="25096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3348" y="22301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43348" y="19507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8142" y="3124496"/>
              <a:ext cx="7739068" cy="0"/>
            </a:xfrm>
            <a:custGeom>
              <a:avLst/>
              <a:pathLst>
                <a:path w="7739068" h="0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33382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092114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50846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09578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68310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127042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885775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44507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7403239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61971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 rot="-2700000">
              <a:off x="1065038" y="3298278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0" name="tx30"/>
            <p:cNvSpPr/>
            <p:nvPr/>
          </p:nvSpPr>
          <p:spPr>
            <a:xfrm rot="-2700000">
              <a:off x="1828921" y="3296144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" name="tx31"/>
            <p:cNvSpPr/>
            <p:nvPr/>
          </p:nvSpPr>
          <p:spPr>
            <a:xfrm rot="-2700000">
              <a:off x="2593039" y="3293914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2" name="tx32"/>
            <p:cNvSpPr/>
            <p:nvPr/>
          </p:nvSpPr>
          <p:spPr>
            <a:xfrm rot="-2700000">
              <a:off x="3335849" y="3300509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3" name="tx33"/>
            <p:cNvSpPr/>
            <p:nvPr/>
          </p:nvSpPr>
          <p:spPr>
            <a:xfrm rot="-2700000">
              <a:off x="4004279" y="3337913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4" name="tx34"/>
            <p:cNvSpPr/>
            <p:nvPr/>
          </p:nvSpPr>
          <p:spPr>
            <a:xfrm rot="-2700000">
              <a:off x="4747245" y="3344444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5" name="tx35"/>
            <p:cNvSpPr/>
            <p:nvPr/>
          </p:nvSpPr>
          <p:spPr>
            <a:xfrm rot="-2700000">
              <a:off x="5601587" y="3304841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6" name="tx36"/>
            <p:cNvSpPr/>
            <p:nvPr/>
          </p:nvSpPr>
          <p:spPr>
            <a:xfrm rot="-2700000">
              <a:off x="6354934" y="3307071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7" name="tx37"/>
            <p:cNvSpPr/>
            <p:nvPr/>
          </p:nvSpPr>
          <p:spPr>
            <a:xfrm rot="-2700000">
              <a:off x="7028671" y="3342278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8" name="tx38"/>
            <p:cNvSpPr/>
            <p:nvPr/>
          </p:nvSpPr>
          <p:spPr>
            <a:xfrm rot="-2700000">
              <a:off x="7745178" y="3359768"/>
              <a:ext cx="5214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627341" y="3663974"/>
              <a:ext cx="24067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8735" y="2459544"/>
              <a:ext cx="77632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78142" y="1669789"/>
              <a:ext cx="11079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Trends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457200" y="3863181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78142" y="4157791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44" name="pic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8142" y="4157791"/>
              <a:ext cx="7739068" cy="1229686"/>
            </a:xfrm>
            <a:prstGeom prst="rect">
              <a:avLst/>
            </a:prstGeom>
          </p:spPr>
        </p:pic>
        <p:sp>
          <p:nvSpPr>
            <p:cNvPr id="45" name="pl45"/>
            <p:cNvSpPr/>
            <p:nvPr/>
          </p:nvSpPr>
          <p:spPr>
            <a:xfrm>
              <a:off x="878142" y="4157791"/>
              <a:ext cx="0" cy="1229686"/>
            </a:xfrm>
            <a:custGeom>
              <a:avLst/>
              <a:pathLst>
                <a:path w="0"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753333" y="5291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1154" y="496656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1154" y="46415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1154" y="431662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pl50"/>
            <p:cNvSpPr/>
            <p:nvPr/>
          </p:nvSpPr>
          <p:spPr>
            <a:xfrm>
              <a:off x="843348" y="53315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43348" y="50066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43348" y="46816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43348" y="43566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78142" y="5387478"/>
              <a:ext cx="7739068" cy="0"/>
            </a:xfrm>
            <a:custGeom>
              <a:avLst/>
              <a:pathLst>
                <a:path w="7739068" h="0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1333382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2092114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850846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609578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368310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127042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885775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6644507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403239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161971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tx65"/>
            <p:cNvSpPr/>
            <p:nvPr/>
          </p:nvSpPr>
          <p:spPr>
            <a:xfrm rot="-2700000">
              <a:off x="1065038" y="5561259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66" name="tx66"/>
            <p:cNvSpPr/>
            <p:nvPr/>
          </p:nvSpPr>
          <p:spPr>
            <a:xfrm rot="-2700000">
              <a:off x="1828921" y="5559126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67" name="tx67"/>
            <p:cNvSpPr/>
            <p:nvPr/>
          </p:nvSpPr>
          <p:spPr>
            <a:xfrm rot="-2700000">
              <a:off x="2593039" y="5556895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68" name="tx68"/>
            <p:cNvSpPr/>
            <p:nvPr/>
          </p:nvSpPr>
          <p:spPr>
            <a:xfrm rot="-2700000">
              <a:off x="3335849" y="5563490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4004279" y="5600895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4747245" y="5607425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5601587" y="5567822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6354934" y="5570053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7028671" y="5605259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7745178" y="5622749"/>
              <a:ext cx="5214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627341" y="5926955"/>
              <a:ext cx="24067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76" name="tx76"/>
            <p:cNvSpPr/>
            <p:nvPr/>
          </p:nvSpPr>
          <p:spPr>
            <a:xfrm rot="-5400000">
              <a:off x="256446" y="4722525"/>
              <a:ext cx="64090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78142" y="3932770"/>
              <a:ext cx="15269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Temperature Trends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2324530"/>
              <a:ext cx="8229600" cy="30773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026729" y="2620894"/>
              <a:ext cx="6613066" cy="20746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278282" y="3982407"/>
              <a:ext cx="648339" cy="64833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278282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627828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684922" y="3982407"/>
              <a:ext cx="648339" cy="64833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684922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68492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333262" y="3982407"/>
              <a:ext cx="648339" cy="64833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333262" y="3334068"/>
              <a:ext cx="648339" cy="648339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333262" y="2685728"/>
              <a:ext cx="648339" cy="648339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091563" y="3982407"/>
              <a:ext cx="648339" cy="648339"/>
            </a:xfrm>
            <a:prstGeom prst="rect">
              <a:avLst/>
            </a:prstGeom>
            <a:solidFill>
              <a:srgbClr val="FEBF8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091563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09156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39903" y="3982407"/>
              <a:ext cx="648339" cy="648339"/>
            </a:xfrm>
            <a:prstGeom prst="rect">
              <a:avLst/>
            </a:prstGeom>
            <a:solidFill>
              <a:srgbClr val="FDE3A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739903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3990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388243" y="3982407"/>
              <a:ext cx="648339" cy="648339"/>
            </a:xfrm>
            <a:prstGeom prst="rect">
              <a:avLst/>
            </a:prstGeom>
            <a:solidFill>
              <a:srgbClr val="F4685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388243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8824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036582" y="3982407"/>
              <a:ext cx="648339" cy="648339"/>
            </a:xfrm>
            <a:prstGeom prst="rect">
              <a:avLst/>
            </a:prstGeom>
            <a:solidFill>
              <a:srgbClr val="FED99B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036582" y="3334068"/>
              <a:ext cx="648339" cy="648339"/>
            </a:xfrm>
            <a:prstGeom prst="rect">
              <a:avLst/>
            </a:prstGeom>
            <a:solidFill>
              <a:srgbClr val="FDE3A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03658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981602" y="3982407"/>
              <a:ext cx="648339" cy="648339"/>
            </a:xfrm>
            <a:prstGeom prst="rect">
              <a:avLst/>
            </a:prstGeom>
            <a:solidFill>
              <a:srgbClr val="CF407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981602" y="3334068"/>
              <a:ext cx="648339" cy="648339"/>
            </a:xfrm>
            <a:prstGeom prst="rect">
              <a:avLst/>
            </a:prstGeom>
            <a:solidFill>
              <a:srgbClr val="F1605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98160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29942" y="3982407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629942" y="3334068"/>
              <a:ext cx="648339" cy="648339"/>
            </a:xfrm>
            <a:prstGeom prst="rect">
              <a:avLst/>
            </a:prstGeom>
            <a:solidFill>
              <a:srgbClr val="FEBA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2994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926622" y="3982407"/>
              <a:ext cx="648339" cy="64833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926622" y="3334068"/>
              <a:ext cx="648339" cy="648339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926622" y="2685728"/>
              <a:ext cx="648339" cy="648339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466480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563590" y="360812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563590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73121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970230" y="360812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70230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521461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21461" y="360812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21461" y="295978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79762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376871" y="360812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376871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28101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025211" y="360812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025211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6441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73551" y="360812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673551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224781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224781" y="360812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321890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169801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169801" y="360812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0.33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66910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915250" y="425646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818141" y="360812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5915250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114820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114820" y="360812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114820" y="295978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663583" y="4266527"/>
              <a:ext cx="33531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6760" y="3618187"/>
              <a:ext cx="24213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526789" y="2969847"/>
              <a:ext cx="47210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Pea Crab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1147389" y="4834569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1800880" y="4832435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2454605" y="4830204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3087023" y="4836799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3645060" y="4874204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4277634" y="4880734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5" name="tx75"/>
            <p:cNvSpPr/>
            <p:nvPr/>
          </p:nvSpPr>
          <p:spPr>
            <a:xfrm rot="-2700000">
              <a:off x="5021584" y="4841131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6" name="tx76"/>
            <p:cNvSpPr/>
            <p:nvPr/>
          </p:nvSpPr>
          <p:spPr>
            <a:xfrm rot="-2700000">
              <a:off x="5664539" y="4843362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7" name="tx77"/>
            <p:cNvSpPr/>
            <p:nvPr/>
          </p:nvSpPr>
          <p:spPr>
            <a:xfrm rot="-2700000">
              <a:off x="6227883" y="4878568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8" name="tx78"/>
            <p:cNvSpPr/>
            <p:nvPr/>
          </p:nvSpPr>
          <p:spPr>
            <a:xfrm rot="-2700000">
              <a:off x="6833999" y="4896058"/>
              <a:ext cx="5214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212927" y="5201118"/>
              <a:ext cx="24067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778974" y="2939651"/>
              <a:ext cx="838236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848563" y="3024694"/>
              <a:ext cx="6990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pic>
          <p:nvPicPr>
            <p:cNvPr id="82" name="pic8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48563" y="3209955"/>
              <a:ext cx="219455" cy="1097280"/>
            </a:xfrm>
            <a:prstGeom prst="rect">
              <a:avLst/>
            </a:prstGeom>
          </p:spPr>
        </p:pic>
        <p:sp>
          <p:nvSpPr>
            <p:cNvPr id="83" name="pl83"/>
            <p:cNvSpPr/>
            <p:nvPr/>
          </p:nvSpPr>
          <p:spPr>
            <a:xfrm>
              <a:off x="8024127" y="430540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024127" y="403200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024127" y="375859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024127" y="348518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024127" y="321178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7848563" y="430540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7848563" y="403200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7848563" y="375859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7848563" y="348518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7848563" y="321178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8137608" y="4265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137608" y="399194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137608" y="37185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137608" y="344513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8137608" y="317173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026729" y="2394119"/>
              <a:ext cx="148992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3164734" y="1600200"/>
              <a:ext cx="281453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941013" y="2200784"/>
              <a:ext cx="860214" cy="32062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980114" y="3021897"/>
              <a:ext cx="391006" cy="391006"/>
            </a:xfrm>
            <a:prstGeom prst="rect">
              <a:avLst/>
            </a:prstGeom>
            <a:solidFill>
              <a:srgbClr val="3C467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80114" y="2630891"/>
              <a:ext cx="391006" cy="391006"/>
            </a:xfrm>
            <a:prstGeom prst="rect">
              <a:avLst/>
            </a:prstGeom>
            <a:solidFill>
              <a:srgbClr val="3985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3980114" y="4976930"/>
              <a:ext cx="391006" cy="391006"/>
            </a:xfrm>
            <a:prstGeom prst="rect">
              <a:avLst/>
            </a:prstGeom>
            <a:solidFill>
              <a:srgbClr val="3B70A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980114" y="3412904"/>
              <a:ext cx="391006" cy="391006"/>
            </a:xfrm>
            <a:prstGeom prst="rect">
              <a:avLst/>
            </a:prstGeom>
            <a:solidFill>
              <a:srgbClr val="C9EED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980114" y="4194917"/>
              <a:ext cx="391006" cy="391006"/>
            </a:xfrm>
            <a:prstGeom prst="rect">
              <a:avLst/>
            </a:prstGeom>
            <a:solidFill>
              <a:srgbClr val="3A619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980114" y="2239884"/>
              <a:ext cx="391006" cy="391006"/>
            </a:xfrm>
            <a:prstGeom prst="rect">
              <a:avLst/>
            </a:prstGeom>
            <a:solidFill>
              <a:srgbClr val="3B50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980114" y="4585923"/>
              <a:ext cx="391006" cy="391006"/>
            </a:xfrm>
            <a:prstGeom prst="rect">
              <a:avLst/>
            </a:prstGeom>
            <a:solidFill>
              <a:srgbClr val="389AA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980114" y="3803910"/>
              <a:ext cx="391006" cy="391006"/>
            </a:xfrm>
            <a:prstGeom prst="rect">
              <a:avLst/>
            </a:prstGeom>
            <a:solidFill>
              <a:srgbClr val="5FCDA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371120" y="3021897"/>
              <a:ext cx="391006" cy="391006"/>
            </a:xfrm>
            <a:prstGeom prst="rect">
              <a:avLst/>
            </a:prstGeom>
            <a:solidFill>
              <a:srgbClr val="8DDBB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371120" y="2239884"/>
              <a:ext cx="391006" cy="391006"/>
            </a:xfrm>
            <a:prstGeom prst="rect">
              <a:avLst/>
            </a:prstGeom>
            <a:solidFill>
              <a:srgbClr val="261C3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371120" y="2630891"/>
              <a:ext cx="391006" cy="391006"/>
            </a:xfrm>
            <a:prstGeom prst="rect">
              <a:avLst/>
            </a:prstGeom>
            <a:solidFill>
              <a:srgbClr val="3C487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371120" y="4976930"/>
              <a:ext cx="391006" cy="391006"/>
            </a:xfrm>
            <a:prstGeom prst="rect">
              <a:avLst/>
            </a:prstGeom>
            <a:solidFill>
              <a:srgbClr val="281E3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371120" y="4585923"/>
              <a:ext cx="391006" cy="391006"/>
            </a:xfrm>
            <a:prstGeom prst="rect">
              <a:avLst/>
            </a:prstGeom>
            <a:solidFill>
              <a:srgbClr val="2B203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371120" y="3803910"/>
              <a:ext cx="391006" cy="391006"/>
            </a:xfrm>
            <a:prstGeom prst="rect">
              <a:avLst/>
            </a:prstGeom>
            <a:solidFill>
              <a:srgbClr val="3A315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371120" y="4194917"/>
              <a:ext cx="391006" cy="391006"/>
            </a:xfrm>
            <a:prstGeom prst="rect">
              <a:avLst/>
            </a:prstGeom>
            <a:solidFill>
              <a:srgbClr val="30244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4371120" y="3412904"/>
              <a:ext cx="391006" cy="391006"/>
            </a:xfrm>
            <a:prstGeom prst="rect">
              <a:avLst/>
            </a:prstGeom>
            <a:solidFill>
              <a:srgbClr val="3B3A6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41013" y="2200784"/>
              <a:ext cx="0" cy="3206252"/>
            </a:xfrm>
            <a:custGeom>
              <a:avLst/>
              <a:pathLst>
                <a:path w="0" h="3206252">
                  <a:moveTo>
                    <a:pt x="0" y="320625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3530819" y="5132382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3536854" y="4741376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3543164" y="4350369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524510" y="3959363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418714" y="3568356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400243" y="3177350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512257" y="2786343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505948" y="2395337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906218" y="51724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906218" y="47814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06218" y="43904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06218" y="39994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906218" y="36084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906218" y="32174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906218" y="28263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906218" y="24353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941013" y="5407037"/>
              <a:ext cx="860214" cy="0"/>
            </a:xfrm>
            <a:custGeom>
              <a:avLst/>
              <a:pathLst>
                <a:path w="860214" h="0">
                  <a:moveTo>
                    <a:pt x="0" y="0"/>
                  </a:moveTo>
                  <a:lnTo>
                    <a:pt x="86021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175617" y="540703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566623" y="540703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 rot="-2700000">
              <a:off x="3801048" y="5624818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43" name="tx43"/>
            <p:cNvSpPr/>
            <p:nvPr/>
          </p:nvSpPr>
          <p:spPr>
            <a:xfrm rot="-2700000">
              <a:off x="4176289" y="5631349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44" name="rc44"/>
            <p:cNvSpPr/>
            <p:nvPr/>
          </p:nvSpPr>
          <p:spPr>
            <a:xfrm>
              <a:off x="4940405" y="2200784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5009994" y="2290032"/>
              <a:ext cx="83009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009994" y="2482056"/>
              <a:ext cx="69156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7" name="pic4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09994" y="2698864"/>
              <a:ext cx="219455" cy="1097280"/>
            </a:xfrm>
            <a:prstGeom prst="rect">
              <a:avLst/>
            </a:prstGeom>
          </p:spPr>
        </p:pic>
        <p:sp>
          <p:nvSpPr>
            <p:cNvPr id="48" name="pl48"/>
            <p:cNvSpPr/>
            <p:nvPr/>
          </p:nvSpPr>
          <p:spPr>
            <a:xfrm>
              <a:off x="5185559" y="379431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185559" y="348185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5185559" y="316938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5185559" y="285692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009994" y="379431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009994" y="348185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009994" y="316938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009994" y="285692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5299039" y="375426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99039" y="344180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299039" y="312933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99039" y="28168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941013" y="1669789"/>
              <a:ext cx="247738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941013" y="1916677"/>
              <a:ext cx="1435790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between Sites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2026-01-27T10:23:26Z</dcterms:modified>
  <cp:category/>
</cp:coreProperties>
</file>