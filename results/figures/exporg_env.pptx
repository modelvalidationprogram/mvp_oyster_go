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b1fabdcd2385cd2a1e827c8a97b03318d9da04cf.png"/>
<Relationship Id="rId3" Type="http://schemas.openxmlformats.org/officeDocument/2006/relationships/image" Target="../media/d77c401f8231d9f984d8d26fa8b55d1c2b9fe22f.png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222e7eb3b7a6097f1e72c404c00f46e1526bfd2b.png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25e8acd4ba7ba11022f95afd307782cb1e07a0ce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22629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878142" y="1894809"/>
              <a:ext cx="7739068" cy="122968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pic>
          <p:nvPicPr>
            <p:cNvPr id="6" name="pic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8142" y="1894809"/>
              <a:ext cx="7739068" cy="1229686"/>
            </a:xfrm>
            <a:prstGeom prst="rect">
              <a:avLst/>
            </a:prstGeom>
          </p:spPr>
        </p:pic>
        <p:sp>
          <p:nvSpPr>
            <p:cNvPr id="7" name="pl7"/>
            <p:cNvSpPr/>
            <p:nvPr/>
          </p:nvSpPr>
          <p:spPr>
            <a:xfrm>
              <a:off x="878142" y="1894809"/>
              <a:ext cx="0" cy="1229686"/>
            </a:xfrm>
            <a:custGeom>
              <a:avLst/>
              <a:pathLst>
                <a:path w="0" h="1229686">
                  <a:moveTo>
                    <a:pt x="0" y="122968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753333" y="3028551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691154" y="274907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691154" y="246960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691154" y="219012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691154" y="1910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843348" y="306860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43348" y="27891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43348" y="250965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3348" y="22301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43348" y="19507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78142" y="3124496"/>
              <a:ext cx="7739068" cy="0"/>
            </a:xfrm>
            <a:custGeom>
              <a:avLst/>
              <a:pathLst>
                <a:path w="7739068" h="0">
                  <a:moveTo>
                    <a:pt x="0" y="0"/>
                  </a:moveTo>
                  <a:lnTo>
                    <a:pt x="7739068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33382" y="312449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092114" y="312449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850846" y="312449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609578" y="312449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68310" y="312449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27042" y="312449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885775" y="312449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644507" y="312449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7403239" y="312449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8161971" y="312449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 rot="-2700000">
              <a:off x="1065038" y="3298278"/>
              <a:ext cx="34756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W1-TX</a:t>
              </a:r>
            </a:p>
          </p:txBody>
        </p:sp>
        <p:sp>
          <p:nvSpPr>
            <p:cNvPr id="30" name="tx30"/>
            <p:cNvSpPr/>
            <p:nvPr/>
          </p:nvSpPr>
          <p:spPr>
            <a:xfrm rot="-2700000">
              <a:off x="1828921" y="3296144"/>
              <a:ext cx="34152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W2-LA</a:t>
              </a:r>
            </a:p>
          </p:txBody>
        </p:sp>
        <p:sp>
          <p:nvSpPr>
            <p:cNvPr id="31" name="tx31"/>
            <p:cNvSpPr/>
            <p:nvPr/>
          </p:nvSpPr>
          <p:spPr>
            <a:xfrm rot="-2700000">
              <a:off x="2593039" y="3293914"/>
              <a:ext cx="33521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W3-FL</a:t>
              </a:r>
            </a:p>
          </p:txBody>
        </p:sp>
        <p:sp>
          <p:nvSpPr>
            <p:cNvPr id="32" name="tx32"/>
            <p:cNvSpPr/>
            <p:nvPr/>
          </p:nvSpPr>
          <p:spPr>
            <a:xfrm rot="-2700000">
              <a:off x="3335849" y="3300509"/>
              <a:ext cx="35387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W4-VA</a:t>
              </a:r>
            </a:p>
          </p:txBody>
        </p:sp>
        <p:sp>
          <p:nvSpPr>
            <p:cNvPr id="33" name="tx33"/>
            <p:cNvSpPr/>
            <p:nvPr/>
          </p:nvSpPr>
          <p:spPr>
            <a:xfrm rot="-2700000">
              <a:off x="4004279" y="3337913"/>
              <a:ext cx="45966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S1-LOLA</a:t>
              </a:r>
            </a:p>
          </p:txBody>
        </p:sp>
        <p:sp>
          <p:nvSpPr>
            <p:cNvPr id="34" name="tx34"/>
            <p:cNvSpPr/>
            <p:nvPr/>
          </p:nvSpPr>
          <p:spPr>
            <a:xfrm rot="-2700000">
              <a:off x="4747245" y="3344444"/>
              <a:ext cx="47813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S2-DEBY</a:t>
              </a:r>
            </a:p>
          </p:txBody>
        </p:sp>
        <p:sp>
          <p:nvSpPr>
            <p:cNvPr id="35" name="tx35"/>
            <p:cNvSpPr/>
            <p:nvPr/>
          </p:nvSpPr>
          <p:spPr>
            <a:xfrm rot="-2700000">
              <a:off x="5601587" y="3304841"/>
              <a:ext cx="36612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W5-NH</a:t>
              </a:r>
            </a:p>
          </p:txBody>
        </p:sp>
        <p:sp>
          <p:nvSpPr>
            <p:cNvPr id="36" name="tx36"/>
            <p:cNvSpPr/>
            <p:nvPr/>
          </p:nvSpPr>
          <p:spPr>
            <a:xfrm rot="-2700000">
              <a:off x="6354934" y="3307071"/>
              <a:ext cx="3724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W6-ME</a:t>
              </a:r>
            </a:p>
          </p:txBody>
        </p:sp>
        <p:sp>
          <p:nvSpPr>
            <p:cNvPr id="37" name="tx37"/>
            <p:cNvSpPr/>
            <p:nvPr/>
          </p:nvSpPr>
          <p:spPr>
            <a:xfrm rot="-2700000">
              <a:off x="7028671" y="3342278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38" name="tx38"/>
            <p:cNvSpPr/>
            <p:nvPr/>
          </p:nvSpPr>
          <p:spPr>
            <a:xfrm rot="-2700000">
              <a:off x="7745178" y="3359768"/>
              <a:ext cx="52148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 River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4627341" y="3663974"/>
              <a:ext cx="24067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Site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188735" y="2459544"/>
              <a:ext cx="77632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Salinity (ppt)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78142" y="1669789"/>
              <a:ext cx="110797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Salinity Trends</a:t>
              </a:r>
            </a:p>
          </p:txBody>
        </p:sp>
        <p:sp>
          <p:nvSpPr>
            <p:cNvPr id="42" name="rc42"/>
            <p:cNvSpPr/>
            <p:nvPr/>
          </p:nvSpPr>
          <p:spPr>
            <a:xfrm>
              <a:off x="457200" y="3863181"/>
              <a:ext cx="8229600" cy="22629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878142" y="4157791"/>
              <a:ext cx="7739068" cy="122968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pic>
          <p:nvPicPr>
            <p:cNvPr id="44" name="pic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8142" y="4157791"/>
              <a:ext cx="7739068" cy="1229686"/>
            </a:xfrm>
            <a:prstGeom prst="rect">
              <a:avLst/>
            </a:prstGeom>
          </p:spPr>
        </p:pic>
        <p:sp>
          <p:nvSpPr>
            <p:cNvPr id="45" name="pl45"/>
            <p:cNvSpPr/>
            <p:nvPr/>
          </p:nvSpPr>
          <p:spPr>
            <a:xfrm>
              <a:off x="878142" y="4157791"/>
              <a:ext cx="0" cy="1229686"/>
            </a:xfrm>
            <a:custGeom>
              <a:avLst/>
              <a:pathLst>
                <a:path w="0" h="1229686">
                  <a:moveTo>
                    <a:pt x="0" y="122968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753333" y="529153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91154" y="496656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91154" y="46415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1154" y="431662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pl50"/>
            <p:cNvSpPr/>
            <p:nvPr/>
          </p:nvSpPr>
          <p:spPr>
            <a:xfrm>
              <a:off x="843348" y="53315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843348" y="500661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843348" y="46816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843348" y="43566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78142" y="5387478"/>
              <a:ext cx="7739068" cy="0"/>
            </a:xfrm>
            <a:custGeom>
              <a:avLst/>
              <a:pathLst>
                <a:path w="7739068" h="0">
                  <a:moveTo>
                    <a:pt x="0" y="0"/>
                  </a:moveTo>
                  <a:lnTo>
                    <a:pt x="7739068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333382" y="538747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092114" y="538747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850846" y="538747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609578" y="538747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368310" y="538747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127042" y="538747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885775" y="538747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6644507" y="538747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7403239" y="538747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8161971" y="538747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tx65"/>
            <p:cNvSpPr/>
            <p:nvPr/>
          </p:nvSpPr>
          <p:spPr>
            <a:xfrm rot="-2700000">
              <a:off x="1065038" y="5561259"/>
              <a:ext cx="34756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W1-TX</a:t>
              </a:r>
            </a:p>
          </p:txBody>
        </p:sp>
        <p:sp>
          <p:nvSpPr>
            <p:cNvPr id="66" name="tx66"/>
            <p:cNvSpPr/>
            <p:nvPr/>
          </p:nvSpPr>
          <p:spPr>
            <a:xfrm rot="-2700000">
              <a:off x="1828921" y="5559126"/>
              <a:ext cx="34152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W2-LA</a:t>
              </a:r>
            </a:p>
          </p:txBody>
        </p:sp>
        <p:sp>
          <p:nvSpPr>
            <p:cNvPr id="67" name="tx67"/>
            <p:cNvSpPr/>
            <p:nvPr/>
          </p:nvSpPr>
          <p:spPr>
            <a:xfrm rot="-2700000">
              <a:off x="2593039" y="5556895"/>
              <a:ext cx="33521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W3-FL</a:t>
              </a:r>
            </a:p>
          </p:txBody>
        </p:sp>
        <p:sp>
          <p:nvSpPr>
            <p:cNvPr id="68" name="tx68"/>
            <p:cNvSpPr/>
            <p:nvPr/>
          </p:nvSpPr>
          <p:spPr>
            <a:xfrm rot="-2700000">
              <a:off x="3335849" y="5563490"/>
              <a:ext cx="35387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W4-VA</a:t>
              </a:r>
            </a:p>
          </p:txBody>
        </p:sp>
        <p:sp>
          <p:nvSpPr>
            <p:cNvPr id="69" name="tx69"/>
            <p:cNvSpPr/>
            <p:nvPr/>
          </p:nvSpPr>
          <p:spPr>
            <a:xfrm rot="-2700000">
              <a:off x="4004279" y="5600895"/>
              <a:ext cx="45966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S1-LOLA</a:t>
              </a:r>
            </a:p>
          </p:txBody>
        </p:sp>
        <p:sp>
          <p:nvSpPr>
            <p:cNvPr id="70" name="tx70"/>
            <p:cNvSpPr/>
            <p:nvPr/>
          </p:nvSpPr>
          <p:spPr>
            <a:xfrm rot="-2700000">
              <a:off x="4747245" y="5607425"/>
              <a:ext cx="47813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S2-DEBY</a:t>
              </a:r>
            </a:p>
          </p:txBody>
        </p:sp>
        <p:sp>
          <p:nvSpPr>
            <p:cNvPr id="71" name="tx71"/>
            <p:cNvSpPr/>
            <p:nvPr/>
          </p:nvSpPr>
          <p:spPr>
            <a:xfrm rot="-2700000">
              <a:off x="5601587" y="5567822"/>
              <a:ext cx="36612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W5-NH</a:t>
              </a:r>
            </a:p>
          </p:txBody>
        </p:sp>
        <p:sp>
          <p:nvSpPr>
            <p:cNvPr id="72" name="tx72"/>
            <p:cNvSpPr/>
            <p:nvPr/>
          </p:nvSpPr>
          <p:spPr>
            <a:xfrm rot="-2700000">
              <a:off x="6354934" y="5570053"/>
              <a:ext cx="3724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W6-ME</a:t>
              </a:r>
            </a:p>
          </p:txBody>
        </p:sp>
        <p:sp>
          <p:nvSpPr>
            <p:cNvPr id="73" name="tx73"/>
            <p:cNvSpPr/>
            <p:nvPr/>
          </p:nvSpPr>
          <p:spPr>
            <a:xfrm rot="-2700000">
              <a:off x="7028671" y="5605259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74" name="tx74"/>
            <p:cNvSpPr/>
            <p:nvPr/>
          </p:nvSpPr>
          <p:spPr>
            <a:xfrm rot="-2700000">
              <a:off x="7745178" y="5622749"/>
              <a:ext cx="52148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 River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627341" y="5926955"/>
              <a:ext cx="24067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Site</a:t>
              </a:r>
            </a:p>
          </p:txBody>
        </p:sp>
        <p:sp>
          <p:nvSpPr>
            <p:cNvPr id="76" name="tx76"/>
            <p:cNvSpPr/>
            <p:nvPr/>
          </p:nvSpPr>
          <p:spPr>
            <a:xfrm rot="-5400000">
              <a:off x="256446" y="4722525"/>
              <a:ext cx="64090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Temp (ºC)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878142" y="3932770"/>
              <a:ext cx="152695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Temperature Trends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2324530"/>
              <a:ext cx="8229600" cy="30773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026729" y="2620894"/>
              <a:ext cx="6613066" cy="20746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278282" y="3982407"/>
              <a:ext cx="648339" cy="648339"/>
            </a:xfrm>
            <a:prstGeom prst="rect">
              <a:avLst/>
            </a:prstGeom>
            <a:solidFill>
              <a:srgbClr val="EC596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278282" y="3334068"/>
              <a:ext cx="648339" cy="648339"/>
            </a:xfrm>
            <a:prstGeom prst="rect">
              <a:avLst/>
            </a:prstGeom>
            <a:solidFill>
              <a:srgbClr val="FCFDB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6278282" y="2685728"/>
              <a:ext cx="648339" cy="648339"/>
            </a:xfrm>
            <a:prstGeom prst="rect">
              <a:avLst/>
            </a:prstGeom>
            <a:solidFill>
              <a:srgbClr val="FCFDB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3684922" y="3982407"/>
              <a:ext cx="648339" cy="648339"/>
            </a:xfrm>
            <a:prstGeom prst="rect">
              <a:avLst/>
            </a:prstGeom>
            <a:solidFill>
              <a:srgbClr val="EC596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684922" y="3334068"/>
              <a:ext cx="648339" cy="648339"/>
            </a:xfrm>
            <a:prstGeom prst="rect">
              <a:avLst/>
            </a:prstGeom>
            <a:solidFill>
              <a:srgbClr val="FCFDB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684922" y="2685728"/>
              <a:ext cx="648339" cy="648339"/>
            </a:xfrm>
            <a:prstGeom prst="rect">
              <a:avLst/>
            </a:prstGeom>
            <a:solidFill>
              <a:srgbClr val="FCFDB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33262" y="3982407"/>
              <a:ext cx="648339" cy="648339"/>
            </a:xfrm>
            <a:prstGeom prst="rect">
              <a:avLst/>
            </a:prstGeom>
            <a:solidFill>
              <a:srgbClr val="77228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333262" y="3334068"/>
              <a:ext cx="648339" cy="648339"/>
            </a:xfrm>
            <a:prstGeom prst="rect">
              <a:avLst/>
            </a:prstGeom>
            <a:solidFill>
              <a:srgbClr val="FEBC8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333262" y="2685728"/>
              <a:ext cx="648339" cy="648339"/>
            </a:xfrm>
            <a:prstGeom prst="rect">
              <a:avLst/>
            </a:prstGeom>
            <a:solidFill>
              <a:srgbClr val="BB397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091563" y="3982407"/>
              <a:ext cx="648339" cy="648339"/>
            </a:xfrm>
            <a:prstGeom prst="rect">
              <a:avLst/>
            </a:prstGeom>
            <a:solidFill>
              <a:srgbClr val="721F8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091563" y="3334068"/>
              <a:ext cx="648339" cy="648339"/>
            </a:xfrm>
            <a:prstGeom prst="rect">
              <a:avLst/>
            </a:prstGeom>
            <a:solidFill>
              <a:srgbClr val="FEAA7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091563" y="2685728"/>
              <a:ext cx="648339" cy="648339"/>
            </a:xfrm>
            <a:prstGeom prst="rect">
              <a:avLst/>
            </a:prstGeom>
            <a:solidFill>
              <a:srgbClr val="FCFDB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739903" y="3982407"/>
              <a:ext cx="648339" cy="648339"/>
            </a:xfrm>
            <a:prstGeom prst="rect">
              <a:avLst/>
            </a:prstGeom>
            <a:solidFill>
              <a:srgbClr val="E24D66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739903" y="3334068"/>
              <a:ext cx="648339" cy="648339"/>
            </a:xfrm>
            <a:prstGeom prst="rect">
              <a:avLst/>
            </a:prstGeom>
            <a:solidFill>
              <a:srgbClr val="FD956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739903" y="2685728"/>
              <a:ext cx="648339" cy="648339"/>
            </a:xfrm>
            <a:prstGeom prst="rect">
              <a:avLst/>
            </a:prstGeom>
            <a:solidFill>
              <a:srgbClr val="FCFDB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2388243" y="3982407"/>
              <a:ext cx="648339" cy="648339"/>
            </a:xfrm>
            <a:prstGeom prst="rect">
              <a:avLst/>
            </a:prstGeom>
            <a:solidFill>
              <a:srgbClr val="07061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388243" y="3334068"/>
              <a:ext cx="648339" cy="648339"/>
            </a:xfrm>
            <a:prstGeom prst="rect">
              <a:avLst/>
            </a:prstGeom>
            <a:solidFill>
              <a:srgbClr val="9F2F7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388243" y="2685728"/>
              <a:ext cx="648339" cy="648339"/>
            </a:xfrm>
            <a:prstGeom prst="rect">
              <a:avLst/>
            </a:prstGeom>
            <a:solidFill>
              <a:srgbClr val="FCFDB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036582" y="3982407"/>
              <a:ext cx="648339" cy="648339"/>
            </a:xfrm>
            <a:prstGeom prst="rect">
              <a:avLst/>
            </a:prstGeom>
            <a:solidFill>
              <a:srgbClr val="00000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036582" y="3334068"/>
              <a:ext cx="648339" cy="648339"/>
            </a:xfrm>
            <a:prstGeom prst="rect">
              <a:avLst/>
            </a:prstGeom>
            <a:solidFill>
              <a:srgbClr val="FDE0A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036582" y="2685728"/>
              <a:ext cx="648339" cy="648339"/>
            </a:xfrm>
            <a:prstGeom prst="rect">
              <a:avLst/>
            </a:prstGeom>
            <a:solidFill>
              <a:srgbClr val="5C167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4981602" y="3982407"/>
              <a:ext cx="648339" cy="648339"/>
            </a:xfrm>
            <a:prstGeom prst="rect">
              <a:avLst/>
            </a:prstGeom>
            <a:solidFill>
              <a:srgbClr val="0A082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981602" y="3334068"/>
              <a:ext cx="648339" cy="648339"/>
            </a:xfrm>
            <a:prstGeom prst="rect">
              <a:avLst/>
            </a:prstGeom>
            <a:solidFill>
              <a:srgbClr val="721F8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981602" y="2685728"/>
              <a:ext cx="648339" cy="648339"/>
            </a:xfrm>
            <a:prstGeom prst="rect">
              <a:avLst/>
            </a:prstGeom>
            <a:solidFill>
              <a:srgbClr val="FCFDB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5629942" y="3982407"/>
              <a:ext cx="648339" cy="648339"/>
            </a:xfrm>
            <a:prstGeom prst="rect">
              <a:avLst/>
            </a:prstGeom>
            <a:solidFill>
              <a:srgbClr val="FEC28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5629942" y="3334068"/>
              <a:ext cx="648339" cy="648339"/>
            </a:xfrm>
            <a:prstGeom prst="rect">
              <a:avLst/>
            </a:prstGeom>
            <a:solidFill>
              <a:srgbClr val="982D8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629942" y="2685728"/>
              <a:ext cx="648339" cy="648339"/>
            </a:xfrm>
            <a:prstGeom prst="rect">
              <a:avLst/>
            </a:prstGeom>
            <a:solidFill>
              <a:srgbClr val="FCFDB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6926622" y="3982407"/>
              <a:ext cx="648339" cy="648339"/>
            </a:xfrm>
            <a:prstGeom prst="rect">
              <a:avLst/>
            </a:prstGeom>
            <a:solidFill>
              <a:srgbClr val="77228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926622" y="3334068"/>
              <a:ext cx="648339" cy="648339"/>
            </a:xfrm>
            <a:prstGeom prst="rect">
              <a:avLst/>
            </a:prstGeom>
            <a:solidFill>
              <a:srgbClr val="FA805E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926622" y="2685728"/>
              <a:ext cx="648339" cy="648339"/>
            </a:xfrm>
            <a:prstGeom prst="rect">
              <a:avLst/>
            </a:prstGeom>
            <a:solidFill>
              <a:srgbClr val="BB397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466480" y="4256468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0.35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563590" y="3608128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563590" y="295978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73121" y="4256468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0.35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970230" y="3608128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970230" y="295978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521461" y="4256468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0.65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21461" y="3608128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0.14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521461" y="295978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0.49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279762" y="4256468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0.67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279762" y="3608128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0.18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376871" y="295978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928101" y="4256468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0.39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928101" y="3608128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0.22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025211" y="295978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576441" y="4256468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0.95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576441" y="3608128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0.56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2673551" y="295978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321890" y="4256468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24781" y="3608128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24781" y="295978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0.72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5169801" y="4256468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0.94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5169801" y="3608128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0.67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5266910" y="295978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5818141" y="4256468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0.12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818141" y="3608128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0.57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5915250" y="295978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114820" y="4256468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0.65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114820" y="3608128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0.27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114820" y="295978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0.49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663583" y="4266527"/>
              <a:ext cx="33531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Dermo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756760" y="3618187"/>
              <a:ext cx="24213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MSX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526789" y="2969847"/>
              <a:ext cx="47210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Pea Crab</a:t>
              </a:r>
            </a:p>
          </p:txBody>
        </p:sp>
        <p:sp>
          <p:nvSpPr>
            <p:cNvPr id="69" name="tx69"/>
            <p:cNvSpPr/>
            <p:nvPr/>
          </p:nvSpPr>
          <p:spPr>
            <a:xfrm rot="-2700000">
              <a:off x="1147389" y="4834569"/>
              <a:ext cx="34756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W1-TX</a:t>
              </a:r>
            </a:p>
          </p:txBody>
        </p:sp>
        <p:sp>
          <p:nvSpPr>
            <p:cNvPr id="70" name="tx70"/>
            <p:cNvSpPr/>
            <p:nvPr/>
          </p:nvSpPr>
          <p:spPr>
            <a:xfrm rot="-2700000">
              <a:off x="1800880" y="4832435"/>
              <a:ext cx="34152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W2-LA</a:t>
              </a:r>
            </a:p>
          </p:txBody>
        </p:sp>
        <p:sp>
          <p:nvSpPr>
            <p:cNvPr id="71" name="tx71"/>
            <p:cNvSpPr/>
            <p:nvPr/>
          </p:nvSpPr>
          <p:spPr>
            <a:xfrm rot="-2700000">
              <a:off x="2454605" y="4830204"/>
              <a:ext cx="33521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W3-FL</a:t>
              </a:r>
            </a:p>
          </p:txBody>
        </p:sp>
        <p:sp>
          <p:nvSpPr>
            <p:cNvPr id="72" name="tx72"/>
            <p:cNvSpPr/>
            <p:nvPr/>
          </p:nvSpPr>
          <p:spPr>
            <a:xfrm rot="-2700000">
              <a:off x="3087023" y="4836799"/>
              <a:ext cx="35387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W4-VA</a:t>
              </a:r>
            </a:p>
          </p:txBody>
        </p:sp>
        <p:sp>
          <p:nvSpPr>
            <p:cNvPr id="73" name="tx73"/>
            <p:cNvSpPr/>
            <p:nvPr/>
          </p:nvSpPr>
          <p:spPr>
            <a:xfrm rot="-2700000">
              <a:off x="3645060" y="4874204"/>
              <a:ext cx="45966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S1-LOLA</a:t>
              </a:r>
            </a:p>
          </p:txBody>
        </p:sp>
        <p:sp>
          <p:nvSpPr>
            <p:cNvPr id="74" name="tx74"/>
            <p:cNvSpPr/>
            <p:nvPr/>
          </p:nvSpPr>
          <p:spPr>
            <a:xfrm rot="-2700000">
              <a:off x="4277634" y="4880734"/>
              <a:ext cx="47813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S2-DEBY</a:t>
              </a:r>
            </a:p>
          </p:txBody>
        </p:sp>
        <p:sp>
          <p:nvSpPr>
            <p:cNvPr id="75" name="tx75"/>
            <p:cNvSpPr/>
            <p:nvPr/>
          </p:nvSpPr>
          <p:spPr>
            <a:xfrm rot="-2700000">
              <a:off x="5021584" y="4841131"/>
              <a:ext cx="36612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W5-NH</a:t>
              </a:r>
            </a:p>
          </p:txBody>
        </p:sp>
        <p:sp>
          <p:nvSpPr>
            <p:cNvPr id="76" name="tx76"/>
            <p:cNvSpPr/>
            <p:nvPr/>
          </p:nvSpPr>
          <p:spPr>
            <a:xfrm rot="-2700000">
              <a:off x="5664539" y="4843362"/>
              <a:ext cx="3724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W6-ME</a:t>
              </a:r>
            </a:p>
          </p:txBody>
        </p:sp>
        <p:sp>
          <p:nvSpPr>
            <p:cNvPr id="77" name="tx77"/>
            <p:cNvSpPr/>
            <p:nvPr/>
          </p:nvSpPr>
          <p:spPr>
            <a:xfrm rot="-2700000">
              <a:off x="6227883" y="4878568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78" name="tx78"/>
            <p:cNvSpPr/>
            <p:nvPr/>
          </p:nvSpPr>
          <p:spPr>
            <a:xfrm rot="-2700000">
              <a:off x="6833999" y="4896058"/>
              <a:ext cx="52148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 River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212927" y="5201118"/>
              <a:ext cx="24067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Site</a:t>
              </a:r>
            </a:p>
          </p:txBody>
        </p:sp>
        <p:sp>
          <p:nvSpPr>
            <p:cNvPr id="80" name="rc80"/>
            <p:cNvSpPr/>
            <p:nvPr/>
          </p:nvSpPr>
          <p:spPr>
            <a:xfrm>
              <a:off x="7778974" y="2939651"/>
              <a:ext cx="838236" cy="14371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848563" y="3024694"/>
              <a:ext cx="69905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Prevalence</a:t>
              </a:r>
            </a:p>
          </p:txBody>
        </p:sp>
        <p:pic>
          <p:nvPicPr>
            <p:cNvPr id="82" name="pic8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48563" y="3209955"/>
              <a:ext cx="219455" cy="1097280"/>
            </a:xfrm>
            <a:prstGeom prst="rect">
              <a:avLst/>
            </a:prstGeom>
          </p:spPr>
        </p:pic>
        <p:sp>
          <p:nvSpPr>
            <p:cNvPr id="83" name="pl83"/>
            <p:cNvSpPr/>
            <p:nvPr/>
          </p:nvSpPr>
          <p:spPr>
            <a:xfrm>
              <a:off x="8024127" y="430540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8024127" y="403200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8024127" y="375859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8024127" y="348518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8024127" y="321178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7848563" y="430540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7848563" y="403200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7848563" y="375859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7848563" y="348518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7848563" y="321178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tx93"/>
            <p:cNvSpPr/>
            <p:nvPr/>
          </p:nvSpPr>
          <p:spPr>
            <a:xfrm>
              <a:off x="8137608" y="4265355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8137608" y="3991949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8137608" y="3718544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8137608" y="3445138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8137608" y="3171733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1026729" y="2394119"/>
              <a:ext cx="148992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Disease Prevalence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164734" y="1600200"/>
              <a:ext cx="281453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941013" y="2200784"/>
              <a:ext cx="860214" cy="320625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980114" y="2630891"/>
              <a:ext cx="391006" cy="391006"/>
            </a:xfrm>
            <a:prstGeom prst="rect">
              <a:avLst/>
            </a:prstGeom>
            <a:solidFill>
              <a:srgbClr val="3B548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80114" y="4194917"/>
              <a:ext cx="391006" cy="391006"/>
            </a:xfrm>
            <a:prstGeom prst="rect">
              <a:avLst/>
            </a:prstGeom>
            <a:solidFill>
              <a:srgbClr val="30244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80114" y="2239884"/>
              <a:ext cx="391006" cy="391006"/>
            </a:xfrm>
            <a:prstGeom prst="rect">
              <a:avLst/>
            </a:prstGeom>
            <a:solidFill>
              <a:srgbClr val="382B5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3980114" y="3803910"/>
              <a:ext cx="391006" cy="391006"/>
            </a:xfrm>
            <a:prstGeom prst="rect">
              <a:avLst/>
            </a:prstGeom>
            <a:solidFill>
              <a:srgbClr val="31244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980114" y="4976930"/>
              <a:ext cx="391006" cy="391006"/>
            </a:xfrm>
            <a:prstGeom prst="rect">
              <a:avLst/>
            </a:prstGeom>
            <a:solidFill>
              <a:srgbClr val="3B538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980114" y="3412904"/>
              <a:ext cx="391006" cy="391006"/>
            </a:xfrm>
            <a:prstGeom prst="rect">
              <a:avLst/>
            </a:prstGeom>
            <a:solidFill>
              <a:srgbClr val="C5ED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980114" y="3021897"/>
              <a:ext cx="391006" cy="391006"/>
            </a:xfrm>
            <a:prstGeom prst="rect">
              <a:avLst/>
            </a:prstGeom>
            <a:solidFill>
              <a:srgbClr val="3A679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980114" y="4585923"/>
              <a:ext cx="391006" cy="391006"/>
            </a:xfrm>
            <a:prstGeom prst="rect">
              <a:avLst/>
            </a:prstGeom>
            <a:solidFill>
              <a:srgbClr val="3593A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371120" y="4585923"/>
              <a:ext cx="391006" cy="391006"/>
            </a:xfrm>
            <a:prstGeom prst="rect">
              <a:avLst/>
            </a:prstGeom>
            <a:solidFill>
              <a:srgbClr val="3C4C8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371120" y="3412904"/>
              <a:ext cx="391006" cy="391006"/>
            </a:xfrm>
            <a:prstGeom prst="rect">
              <a:avLst/>
            </a:prstGeom>
            <a:solidFill>
              <a:srgbClr val="395F9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371120" y="4976930"/>
              <a:ext cx="391006" cy="391006"/>
            </a:xfrm>
            <a:prstGeom prst="rect">
              <a:avLst/>
            </a:prstGeom>
            <a:solidFill>
              <a:srgbClr val="3C427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371120" y="4194917"/>
              <a:ext cx="391006" cy="391006"/>
            </a:xfrm>
            <a:prstGeom prst="rect">
              <a:avLst/>
            </a:prstGeom>
            <a:solidFill>
              <a:srgbClr val="3A366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371120" y="3021897"/>
              <a:ext cx="391006" cy="391006"/>
            </a:xfrm>
            <a:prstGeom prst="rect">
              <a:avLst/>
            </a:prstGeom>
            <a:solidFill>
              <a:srgbClr val="ADE5C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4371120" y="3803910"/>
              <a:ext cx="391006" cy="391006"/>
            </a:xfrm>
            <a:prstGeom prst="rect">
              <a:avLst/>
            </a:prstGeom>
            <a:solidFill>
              <a:srgbClr val="3FA2A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4371120" y="2239884"/>
              <a:ext cx="391006" cy="391006"/>
            </a:xfrm>
            <a:prstGeom prst="rect">
              <a:avLst/>
            </a:prstGeom>
            <a:solidFill>
              <a:srgbClr val="35284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371120" y="2630891"/>
              <a:ext cx="391006" cy="391006"/>
            </a:xfrm>
            <a:prstGeom prst="rect">
              <a:avLst/>
            </a:prstGeom>
            <a:solidFill>
              <a:srgbClr val="3B549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941013" y="2200784"/>
              <a:ext cx="0" cy="3206252"/>
            </a:xfrm>
            <a:custGeom>
              <a:avLst/>
              <a:pathLst>
                <a:path w="0" h="3206252">
                  <a:moveTo>
                    <a:pt x="0" y="320625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tx23"/>
            <p:cNvSpPr/>
            <p:nvPr/>
          </p:nvSpPr>
          <p:spPr>
            <a:xfrm>
              <a:off x="3530819" y="5132382"/>
              <a:ext cx="34756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W1-TX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3536854" y="4741376"/>
              <a:ext cx="34152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W2-LA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3543164" y="4350369"/>
              <a:ext cx="33521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W3-FL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3524510" y="3959363"/>
              <a:ext cx="35387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W4-VA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3418714" y="3568356"/>
              <a:ext cx="45966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S1-LOLA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400243" y="3177350"/>
              <a:ext cx="47813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S2-DEBY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3512257" y="2786343"/>
              <a:ext cx="36612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W5-NH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505948" y="2395337"/>
              <a:ext cx="3724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W6-ME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3906218" y="51724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906218" y="478142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906218" y="439042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906218" y="399941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906218" y="360840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906218" y="321740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906218" y="28263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906218" y="243538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941013" y="5407037"/>
              <a:ext cx="860214" cy="0"/>
            </a:xfrm>
            <a:custGeom>
              <a:avLst/>
              <a:pathLst>
                <a:path w="860214" h="0">
                  <a:moveTo>
                    <a:pt x="0" y="0"/>
                  </a:moveTo>
                  <a:lnTo>
                    <a:pt x="860214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175617" y="54070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566623" y="540703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 rot="-2700000">
              <a:off x="3801048" y="5624818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43" name="tx43"/>
            <p:cNvSpPr/>
            <p:nvPr/>
          </p:nvSpPr>
          <p:spPr>
            <a:xfrm rot="-2700000">
              <a:off x="4176289" y="5631349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44" name="rc44"/>
            <p:cNvSpPr/>
            <p:nvPr/>
          </p:nvSpPr>
          <p:spPr>
            <a:xfrm>
              <a:off x="4940405" y="2200784"/>
              <a:ext cx="969270" cy="16649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5009994" y="2290032"/>
              <a:ext cx="830092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Euclidean 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009994" y="2482056"/>
              <a:ext cx="69156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Distance</a:t>
              </a:r>
            </a:p>
          </p:txBody>
        </p:sp>
        <p:pic>
          <p:nvPicPr>
            <p:cNvPr id="47" name="pic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09994" y="2698864"/>
              <a:ext cx="219455" cy="1097280"/>
            </a:xfrm>
            <a:prstGeom prst="rect">
              <a:avLst/>
            </a:prstGeom>
          </p:spPr>
        </p:pic>
        <p:sp>
          <p:nvSpPr>
            <p:cNvPr id="48" name="pl48"/>
            <p:cNvSpPr/>
            <p:nvPr/>
          </p:nvSpPr>
          <p:spPr>
            <a:xfrm>
              <a:off x="5185559" y="379431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5185559" y="361204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185559" y="342977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185559" y="324750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185559" y="306523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185559" y="288296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185559" y="270069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009994" y="379431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009994" y="361204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009994" y="342977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009994" y="324750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009994" y="306523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009994" y="288296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009994" y="270069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5299039" y="375426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5299039" y="3571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299039" y="338972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299039" y="320745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299039" y="302518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5299039" y="284291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5299039" y="266064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941013" y="1669789"/>
              <a:ext cx="2477383" cy="163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Environmental Distance 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3941013" y="1916677"/>
              <a:ext cx="1435790" cy="163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between Sites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camillerumberger</cp:lastModifiedBy>
  <cp:revision>3</cp:revision>
  <dcterms:created xsi:type="dcterms:W3CDTF">2017-02-13T16:18:36Z</dcterms:created>
  <dcterms:modified xsi:type="dcterms:W3CDTF">2026-01-18T14:50:03Z</dcterms:modified>
  <cp:category/>
</cp:coreProperties>
</file>