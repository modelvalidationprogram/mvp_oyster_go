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1f1dcc3e75ca926de5ef032634325f92a7c5f4.png"/>
<Relationship Id="rId3" Type="http://schemas.openxmlformats.org/officeDocument/2006/relationships/image" Target="../media/4ce9a5afe69b82373254e37ffe196b87d26a75f9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22e7eb3b7a6097f1e72c404c00f46e1526bfd2b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22629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78142" y="1894809"/>
              <a:ext cx="7739068" cy="12296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6" name="pic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8142" y="1894809"/>
              <a:ext cx="7739068" cy="1229686"/>
            </a:xfrm>
            <a:prstGeom prst="rect">
              <a:avLst/>
            </a:prstGeom>
          </p:spPr>
        </p:pic>
        <p:sp>
          <p:nvSpPr>
            <p:cNvPr id="7" name="pl7"/>
            <p:cNvSpPr/>
            <p:nvPr/>
          </p:nvSpPr>
          <p:spPr>
            <a:xfrm>
              <a:off x="878142" y="1894809"/>
              <a:ext cx="0" cy="1229686"/>
            </a:xfrm>
            <a:custGeom>
              <a:avLst/>
              <a:pathLst>
                <a:path w="0"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753333" y="302855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691154" y="274907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691154" y="24696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691154" y="219012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691154" y="1910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843348" y="30686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43348" y="27891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43348" y="25096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3348" y="22301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43348" y="195070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8142" y="3124496"/>
              <a:ext cx="7739068" cy="0"/>
            </a:xfrm>
            <a:custGeom>
              <a:avLst/>
              <a:pathLst>
                <a:path w="7739068" h="0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33382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092114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850846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09578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68310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127042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885775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44507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7403239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61971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 rot="-2700000">
              <a:off x="1065038" y="3298278"/>
              <a:ext cx="34756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0" name="tx30"/>
            <p:cNvSpPr/>
            <p:nvPr/>
          </p:nvSpPr>
          <p:spPr>
            <a:xfrm rot="-2700000">
              <a:off x="1828921" y="3296144"/>
              <a:ext cx="3415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1" name="tx31"/>
            <p:cNvSpPr/>
            <p:nvPr/>
          </p:nvSpPr>
          <p:spPr>
            <a:xfrm rot="-2700000">
              <a:off x="2593039" y="3293914"/>
              <a:ext cx="33521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2" name="tx32"/>
            <p:cNvSpPr/>
            <p:nvPr/>
          </p:nvSpPr>
          <p:spPr>
            <a:xfrm rot="-2700000">
              <a:off x="3335849" y="3300509"/>
              <a:ext cx="3538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33" name="tx33"/>
            <p:cNvSpPr/>
            <p:nvPr/>
          </p:nvSpPr>
          <p:spPr>
            <a:xfrm rot="-2700000">
              <a:off x="4004279" y="3337913"/>
              <a:ext cx="45966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34" name="tx34"/>
            <p:cNvSpPr/>
            <p:nvPr/>
          </p:nvSpPr>
          <p:spPr>
            <a:xfrm rot="-2700000">
              <a:off x="4747245" y="3344444"/>
              <a:ext cx="47813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35" name="tx35"/>
            <p:cNvSpPr/>
            <p:nvPr/>
          </p:nvSpPr>
          <p:spPr>
            <a:xfrm rot="-2700000">
              <a:off x="5601587" y="3304841"/>
              <a:ext cx="36612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6" name="tx36"/>
            <p:cNvSpPr/>
            <p:nvPr/>
          </p:nvSpPr>
          <p:spPr>
            <a:xfrm rot="-2700000">
              <a:off x="6354934" y="3307071"/>
              <a:ext cx="3724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7" name="tx37"/>
            <p:cNvSpPr/>
            <p:nvPr/>
          </p:nvSpPr>
          <p:spPr>
            <a:xfrm rot="-2700000">
              <a:off x="7028671" y="3342278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38" name="tx38"/>
            <p:cNvSpPr/>
            <p:nvPr/>
          </p:nvSpPr>
          <p:spPr>
            <a:xfrm rot="-2700000">
              <a:off x="7745178" y="3359768"/>
              <a:ext cx="52148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4627341" y="3663974"/>
              <a:ext cx="24067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8735" y="2459544"/>
              <a:ext cx="77632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Salinity (ppt)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78142" y="1669789"/>
              <a:ext cx="11079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Salinity Trends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457200" y="3863181"/>
              <a:ext cx="8229600" cy="22629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878142" y="4157791"/>
              <a:ext cx="7739068" cy="12296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44" name="pic4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78142" y="4157791"/>
              <a:ext cx="7739068" cy="1229686"/>
            </a:xfrm>
            <a:prstGeom prst="rect">
              <a:avLst/>
            </a:prstGeom>
          </p:spPr>
        </p:pic>
        <p:sp>
          <p:nvSpPr>
            <p:cNvPr id="45" name="pl45"/>
            <p:cNvSpPr/>
            <p:nvPr/>
          </p:nvSpPr>
          <p:spPr>
            <a:xfrm>
              <a:off x="878142" y="4157791"/>
              <a:ext cx="0" cy="1229686"/>
            </a:xfrm>
            <a:custGeom>
              <a:avLst/>
              <a:pathLst>
                <a:path w="0"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753333" y="5291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1154" y="496656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1154" y="46415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1154" y="431662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pl50"/>
            <p:cNvSpPr/>
            <p:nvPr/>
          </p:nvSpPr>
          <p:spPr>
            <a:xfrm>
              <a:off x="843348" y="533158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43348" y="500661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43348" y="46816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43348" y="435667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78142" y="5387478"/>
              <a:ext cx="7739068" cy="0"/>
            </a:xfrm>
            <a:custGeom>
              <a:avLst/>
              <a:pathLst>
                <a:path w="7739068" h="0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1333382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2092114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2850846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3609578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368310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5127042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5885775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6644507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7403239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161971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tx65"/>
            <p:cNvSpPr/>
            <p:nvPr/>
          </p:nvSpPr>
          <p:spPr>
            <a:xfrm rot="-2700000">
              <a:off x="1065038" y="5561259"/>
              <a:ext cx="34756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66" name="tx66"/>
            <p:cNvSpPr/>
            <p:nvPr/>
          </p:nvSpPr>
          <p:spPr>
            <a:xfrm rot="-2700000">
              <a:off x="1828921" y="5559126"/>
              <a:ext cx="3415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67" name="tx67"/>
            <p:cNvSpPr/>
            <p:nvPr/>
          </p:nvSpPr>
          <p:spPr>
            <a:xfrm rot="-2700000">
              <a:off x="2593039" y="5556895"/>
              <a:ext cx="33521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68" name="tx68"/>
            <p:cNvSpPr/>
            <p:nvPr/>
          </p:nvSpPr>
          <p:spPr>
            <a:xfrm rot="-2700000">
              <a:off x="3335849" y="5563490"/>
              <a:ext cx="3538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69" name="tx69"/>
            <p:cNvSpPr/>
            <p:nvPr/>
          </p:nvSpPr>
          <p:spPr>
            <a:xfrm rot="-2700000">
              <a:off x="4004279" y="5600895"/>
              <a:ext cx="45966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70" name="tx70"/>
            <p:cNvSpPr/>
            <p:nvPr/>
          </p:nvSpPr>
          <p:spPr>
            <a:xfrm rot="-2700000">
              <a:off x="4747245" y="5607425"/>
              <a:ext cx="47813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71" name="tx71"/>
            <p:cNvSpPr/>
            <p:nvPr/>
          </p:nvSpPr>
          <p:spPr>
            <a:xfrm rot="-2700000">
              <a:off x="5601587" y="5567822"/>
              <a:ext cx="36612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72" name="tx72"/>
            <p:cNvSpPr/>
            <p:nvPr/>
          </p:nvSpPr>
          <p:spPr>
            <a:xfrm rot="-2700000">
              <a:off x="6354934" y="5570053"/>
              <a:ext cx="3724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73" name="tx73"/>
            <p:cNvSpPr/>
            <p:nvPr/>
          </p:nvSpPr>
          <p:spPr>
            <a:xfrm rot="-2700000">
              <a:off x="7028671" y="5605259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74" name="tx74"/>
            <p:cNvSpPr/>
            <p:nvPr/>
          </p:nvSpPr>
          <p:spPr>
            <a:xfrm rot="-2700000">
              <a:off x="7745178" y="5622749"/>
              <a:ext cx="52148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4627341" y="5926955"/>
              <a:ext cx="24067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76" name="tx76"/>
            <p:cNvSpPr/>
            <p:nvPr/>
          </p:nvSpPr>
          <p:spPr>
            <a:xfrm rot="-5400000">
              <a:off x="256446" y="4722525"/>
              <a:ext cx="64090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Temp (ºC)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78142" y="3932770"/>
              <a:ext cx="15269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Temperature Trends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2633948"/>
              <a:ext cx="8229600" cy="24584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89935" y="2930311"/>
              <a:ext cx="6749860" cy="145585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250118" y="3658238"/>
              <a:ext cx="661751" cy="661751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6250118" y="2996486"/>
              <a:ext cx="661751" cy="6617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3603114" y="3658238"/>
              <a:ext cx="661751" cy="661751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603114" y="2996486"/>
              <a:ext cx="661751" cy="6617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4264865" y="3658238"/>
              <a:ext cx="661751" cy="661751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264865" y="2996486"/>
              <a:ext cx="661751" cy="661751"/>
            </a:xfrm>
            <a:prstGeom prst="rect">
              <a:avLst/>
            </a:prstGeom>
            <a:solidFill>
              <a:srgbClr val="FEBC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956110" y="3658238"/>
              <a:ext cx="661751" cy="661751"/>
            </a:xfrm>
            <a:prstGeom prst="rect">
              <a:avLst/>
            </a:prstGeom>
            <a:solidFill>
              <a:srgbClr val="721F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956110" y="2996486"/>
              <a:ext cx="661751" cy="6617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617861" y="3658238"/>
              <a:ext cx="661751" cy="661751"/>
            </a:xfrm>
            <a:prstGeom prst="rect">
              <a:avLst/>
            </a:prstGeom>
            <a:solidFill>
              <a:srgbClr val="E24D66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617861" y="2996486"/>
              <a:ext cx="661751" cy="6617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2279612" y="3658238"/>
              <a:ext cx="661751" cy="661751"/>
            </a:xfrm>
            <a:prstGeom prst="rect">
              <a:avLst/>
            </a:prstGeom>
            <a:solidFill>
              <a:srgbClr val="07061D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2279612" y="2996486"/>
              <a:ext cx="661751" cy="6617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941363" y="3658238"/>
              <a:ext cx="661751" cy="661751"/>
            </a:xfrm>
            <a:prstGeom prst="rect">
              <a:avLst/>
            </a:prstGeom>
            <a:solidFill>
              <a:srgbClr val="C63C74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941363" y="2996486"/>
              <a:ext cx="661751" cy="661751"/>
            </a:xfrm>
            <a:prstGeom prst="rect">
              <a:avLst/>
            </a:prstGeom>
            <a:solidFill>
              <a:srgbClr val="FDE3A5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4926616" y="3658238"/>
              <a:ext cx="661751" cy="661751"/>
            </a:xfrm>
            <a:prstGeom prst="rect">
              <a:avLst/>
            </a:prstGeom>
            <a:solidFill>
              <a:srgbClr val="0A082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4926616" y="2996486"/>
              <a:ext cx="661751" cy="661751"/>
            </a:xfrm>
            <a:prstGeom prst="rect">
              <a:avLst/>
            </a:prstGeom>
            <a:solidFill>
              <a:srgbClr val="F1605D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5588367" y="3658238"/>
              <a:ext cx="661751" cy="661751"/>
            </a:xfrm>
            <a:prstGeom prst="rect">
              <a:avLst/>
            </a:prstGeom>
            <a:solidFill>
              <a:srgbClr val="FEC287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5588367" y="2996486"/>
              <a:ext cx="661751" cy="661751"/>
            </a:xfrm>
            <a:prstGeom prst="rect">
              <a:avLst/>
            </a:prstGeom>
            <a:solidFill>
              <a:srgbClr val="FEBA8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6911869" y="3658238"/>
              <a:ext cx="661751" cy="661751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6911869" y="2996486"/>
              <a:ext cx="661751" cy="661751"/>
            </a:xfrm>
            <a:prstGeom prst="rect">
              <a:avLst/>
            </a:prstGeom>
            <a:solidFill>
              <a:srgbClr val="FA805E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445023" y="3939004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542132" y="327725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3798018" y="3939004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895128" y="327725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459769" y="3939004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459769" y="3277253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151014" y="3939004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0.67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248123" y="327725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812765" y="3939004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0.39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09874" y="327725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74516" y="3939004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571625" y="327725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136267" y="3939004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0.46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136267" y="3277253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21520" y="3939004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121520" y="3277253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5783271" y="3939004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783271" y="3277253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106774" y="3939004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106774" y="3277253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0.27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6789" y="3949062"/>
              <a:ext cx="33531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Dermo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19966" y="3287311"/>
              <a:ext cx="24213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MSX</a:t>
              </a:r>
            </a:p>
          </p:txBody>
        </p:sp>
        <p:sp>
          <p:nvSpPr>
            <p:cNvPr id="48" name="tx48"/>
            <p:cNvSpPr/>
            <p:nvPr/>
          </p:nvSpPr>
          <p:spPr>
            <a:xfrm rot="-2700000">
              <a:off x="1018641" y="4525151"/>
              <a:ext cx="34756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49" name="tx49"/>
            <p:cNvSpPr/>
            <p:nvPr/>
          </p:nvSpPr>
          <p:spPr>
            <a:xfrm rot="-2700000">
              <a:off x="1685544" y="4523017"/>
              <a:ext cx="3415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50" name="tx50"/>
            <p:cNvSpPr/>
            <p:nvPr/>
          </p:nvSpPr>
          <p:spPr>
            <a:xfrm rot="-2700000">
              <a:off x="2352680" y="4520787"/>
              <a:ext cx="33521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51" name="tx51"/>
            <p:cNvSpPr/>
            <p:nvPr/>
          </p:nvSpPr>
          <p:spPr>
            <a:xfrm rot="-2700000">
              <a:off x="2998509" y="4527382"/>
              <a:ext cx="3538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52" name="tx52"/>
            <p:cNvSpPr/>
            <p:nvPr/>
          </p:nvSpPr>
          <p:spPr>
            <a:xfrm rot="-2700000">
              <a:off x="3569958" y="4564786"/>
              <a:ext cx="45966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53" name="tx53"/>
            <p:cNvSpPr/>
            <p:nvPr/>
          </p:nvSpPr>
          <p:spPr>
            <a:xfrm rot="-2700000">
              <a:off x="4215943" y="4571317"/>
              <a:ext cx="47813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54" name="tx54"/>
            <p:cNvSpPr/>
            <p:nvPr/>
          </p:nvSpPr>
          <p:spPr>
            <a:xfrm rot="-2700000">
              <a:off x="4973304" y="4531714"/>
              <a:ext cx="36612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55" name="tx55"/>
            <p:cNvSpPr/>
            <p:nvPr/>
          </p:nvSpPr>
          <p:spPr>
            <a:xfrm rot="-2700000">
              <a:off x="5629670" y="4533944"/>
              <a:ext cx="3724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56" name="tx56"/>
            <p:cNvSpPr/>
            <p:nvPr/>
          </p:nvSpPr>
          <p:spPr>
            <a:xfrm rot="-2700000">
              <a:off x="6206425" y="4569151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57" name="tx57"/>
            <p:cNvSpPr/>
            <p:nvPr/>
          </p:nvSpPr>
          <p:spPr>
            <a:xfrm rot="-2700000">
              <a:off x="6825952" y="4586641"/>
              <a:ext cx="52148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44530" y="4891700"/>
              <a:ext cx="24067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59" name="rc59"/>
            <p:cNvSpPr/>
            <p:nvPr/>
          </p:nvSpPr>
          <p:spPr>
            <a:xfrm>
              <a:off x="7778974" y="2939651"/>
              <a:ext cx="838236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848563" y="3024694"/>
              <a:ext cx="69905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Prevalence</a:t>
              </a:r>
            </a:p>
          </p:txBody>
        </p:sp>
        <p:pic>
          <p:nvPicPr>
            <p:cNvPr id="61" name="pic6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48563" y="3209955"/>
              <a:ext cx="219455" cy="1097280"/>
            </a:xfrm>
            <a:prstGeom prst="rect">
              <a:avLst/>
            </a:prstGeom>
          </p:spPr>
        </p:pic>
        <p:sp>
          <p:nvSpPr>
            <p:cNvPr id="62" name="pl62"/>
            <p:cNvSpPr/>
            <p:nvPr/>
          </p:nvSpPr>
          <p:spPr>
            <a:xfrm>
              <a:off x="8024127" y="430540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8024127" y="403200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024127" y="375859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024127" y="348518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024127" y="321178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7848563" y="430540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7848563" y="403200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7848563" y="375859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7848563" y="348518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7848563" y="321178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8137608" y="42653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8137608" y="399194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8137608" y="37185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8137608" y="344513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8137608" y="317173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89935" y="2703537"/>
              <a:ext cx="148992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Disease Prevalence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3164734" y="1600200"/>
              <a:ext cx="281453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941013" y="2200784"/>
              <a:ext cx="860214" cy="320625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3980114" y="2630891"/>
              <a:ext cx="391006" cy="391006"/>
            </a:xfrm>
            <a:prstGeom prst="rect">
              <a:avLst/>
            </a:prstGeom>
            <a:solidFill>
              <a:srgbClr val="3B53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80114" y="3803910"/>
              <a:ext cx="391006" cy="391006"/>
            </a:xfrm>
            <a:prstGeom prst="rect">
              <a:avLst/>
            </a:prstGeom>
            <a:solidFill>
              <a:srgbClr val="94DDC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3980114" y="2239884"/>
              <a:ext cx="391006" cy="391006"/>
            </a:xfrm>
            <a:prstGeom prst="rect">
              <a:avLst/>
            </a:prstGeom>
            <a:solidFill>
              <a:srgbClr val="3B396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980114" y="3021897"/>
              <a:ext cx="391006" cy="391006"/>
            </a:xfrm>
            <a:prstGeom prst="rect">
              <a:avLst/>
            </a:prstGeom>
            <a:solidFill>
              <a:srgbClr val="4BB0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980114" y="4194917"/>
              <a:ext cx="391006" cy="391006"/>
            </a:xfrm>
            <a:prstGeom prst="rect">
              <a:avLst/>
            </a:prstGeom>
            <a:solidFill>
              <a:srgbClr val="3A315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980114" y="4585923"/>
              <a:ext cx="391006" cy="391006"/>
            </a:xfrm>
            <a:prstGeom prst="rect">
              <a:avLst/>
            </a:prstGeom>
            <a:solidFill>
              <a:srgbClr val="379AA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980114" y="4976930"/>
              <a:ext cx="391006" cy="391006"/>
            </a:xfrm>
            <a:prstGeom prst="rect">
              <a:avLst/>
            </a:prstGeom>
            <a:solidFill>
              <a:srgbClr val="3B559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980114" y="3412904"/>
              <a:ext cx="391006" cy="391006"/>
            </a:xfrm>
            <a:prstGeom prst="rect">
              <a:avLst/>
            </a:prstGeom>
            <a:solidFill>
              <a:srgbClr val="C5EDD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4371120" y="4194917"/>
              <a:ext cx="391006" cy="391006"/>
            </a:xfrm>
            <a:prstGeom prst="rect">
              <a:avLst/>
            </a:prstGeom>
            <a:solidFill>
              <a:srgbClr val="3A579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4371120" y="3021897"/>
              <a:ext cx="391006" cy="391006"/>
            </a:xfrm>
            <a:prstGeom prst="rect">
              <a:avLst/>
            </a:prstGeom>
            <a:solidFill>
              <a:srgbClr val="80D7B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4371120" y="3412904"/>
              <a:ext cx="391006" cy="391006"/>
            </a:xfrm>
            <a:prstGeom prst="rect">
              <a:avLst/>
            </a:prstGeom>
            <a:solidFill>
              <a:srgbClr val="368FA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4371120" y="4976930"/>
              <a:ext cx="391006" cy="391006"/>
            </a:xfrm>
            <a:prstGeom prst="rect">
              <a:avLst/>
            </a:prstGeom>
            <a:solidFill>
              <a:srgbClr val="39609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4371120" y="3803910"/>
              <a:ext cx="391006" cy="391006"/>
            </a:xfrm>
            <a:prstGeom prst="rect">
              <a:avLst/>
            </a:prstGeom>
            <a:solidFill>
              <a:srgbClr val="4CB1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4371120" y="4585923"/>
              <a:ext cx="391006" cy="391006"/>
            </a:xfrm>
            <a:prstGeom prst="rect">
              <a:avLst/>
            </a:prstGeom>
            <a:solidFill>
              <a:srgbClr val="3A6DA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4371120" y="2239884"/>
              <a:ext cx="391006" cy="391006"/>
            </a:xfrm>
            <a:prstGeom prst="rect">
              <a:avLst/>
            </a:prstGeom>
            <a:solidFill>
              <a:srgbClr val="3B548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4371120" y="2630891"/>
              <a:ext cx="391006" cy="391006"/>
            </a:xfrm>
            <a:prstGeom prst="rect">
              <a:avLst/>
            </a:prstGeom>
            <a:solidFill>
              <a:srgbClr val="48ACA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941013" y="2200784"/>
              <a:ext cx="0" cy="3206252"/>
            </a:xfrm>
            <a:custGeom>
              <a:avLst/>
              <a:pathLst>
                <a:path w="0" h="3206252">
                  <a:moveTo>
                    <a:pt x="0" y="320625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3530819" y="5132382"/>
              <a:ext cx="34756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3536854" y="4741376"/>
              <a:ext cx="3415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3543164" y="4350369"/>
              <a:ext cx="33521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524510" y="3959363"/>
              <a:ext cx="3538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418714" y="3568356"/>
              <a:ext cx="45966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3400243" y="3177350"/>
              <a:ext cx="47813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512257" y="2786343"/>
              <a:ext cx="36612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505948" y="2395337"/>
              <a:ext cx="3724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906218" y="517243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906218" y="47814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06218" y="43904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906218" y="399941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906218" y="360840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906218" y="32174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906218" y="28263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906218" y="243538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3941013" y="5407037"/>
              <a:ext cx="860214" cy="0"/>
            </a:xfrm>
            <a:custGeom>
              <a:avLst/>
              <a:pathLst>
                <a:path w="860214" h="0">
                  <a:moveTo>
                    <a:pt x="0" y="0"/>
                  </a:moveTo>
                  <a:lnTo>
                    <a:pt x="86021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4175617" y="540703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566623" y="540703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 rot="-2700000">
              <a:off x="3801048" y="5624818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43" name="tx43"/>
            <p:cNvSpPr/>
            <p:nvPr/>
          </p:nvSpPr>
          <p:spPr>
            <a:xfrm rot="-2700000">
              <a:off x="4176289" y="5631349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44" name="rc44"/>
            <p:cNvSpPr/>
            <p:nvPr/>
          </p:nvSpPr>
          <p:spPr>
            <a:xfrm>
              <a:off x="4940405" y="2200784"/>
              <a:ext cx="969270" cy="16649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5009994" y="2290032"/>
              <a:ext cx="83009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Euclidean 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009994" y="2482056"/>
              <a:ext cx="69156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47" name="pic4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09994" y="2698864"/>
              <a:ext cx="219455" cy="1097280"/>
            </a:xfrm>
            <a:prstGeom prst="rect">
              <a:avLst/>
            </a:prstGeom>
          </p:spPr>
        </p:pic>
        <p:sp>
          <p:nvSpPr>
            <p:cNvPr id="48" name="pl48"/>
            <p:cNvSpPr/>
            <p:nvPr/>
          </p:nvSpPr>
          <p:spPr>
            <a:xfrm>
              <a:off x="5185559" y="379431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185559" y="361204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5185559" y="342977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5185559" y="324750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5185559" y="306523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185559" y="288296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185559" y="270069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009994" y="379431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009994" y="361204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009994" y="342977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5009994" y="324750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5009994" y="306523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5009994" y="288296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5009994" y="270069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5299039" y="375426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5299039" y="357199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299039" y="338972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5299039" y="320745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299039" y="3025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5299039" y="284291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5299039" y="26606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941013" y="1669789"/>
              <a:ext cx="247738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3941013" y="1916677"/>
              <a:ext cx="1435790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between Sites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camillerumberger</cp:lastModifiedBy>
  <cp:revision>3</cp:revision>
  <dcterms:created xsi:type="dcterms:W3CDTF">2017-02-13T16:18:36Z</dcterms:created>
  <dcterms:modified xsi:type="dcterms:W3CDTF">2026-01-30T07:16:19Z</dcterms:modified>
  <cp:category/>
</cp:coreProperties>
</file>