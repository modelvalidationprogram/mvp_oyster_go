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2" r:id="rId5"/>
    <p:sldId id="259" r:id="rId6"/>
    <p:sldId id="260" r:id="rId7"/>
    <p:sldId id="261" r:id="rId8"/>
    <p:sldId id="264" r:id="rId9"/>
  </p:sldIdLst>
  <p:sldSz cx="29260800" cy="43891200"/>
  <p:notesSz cx="6858000" cy="9144000"/>
  <p:custDataLst>
    <p:tags r:id="rId10"/>
  </p:custDataLst>
  <p:defaultTextStyle>
    <a:defPPr>
      <a:defRPr lang="en-US"/>
    </a:defPPr>
    <a:lvl1pPr marL="0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1pPr>
    <a:lvl2pPr marL="1755492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2pPr>
    <a:lvl3pPr marL="3510981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3pPr>
    <a:lvl4pPr marL="5266469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4pPr>
    <a:lvl5pPr marL="7021960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5pPr>
    <a:lvl6pPr marL="8777450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6pPr>
    <a:lvl7pPr marL="10532941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7pPr>
    <a:lvl8pPr marL="12288431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8pPr>
    <a:lvl9pPr marL="14043919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824" userDrawn="1">
          <p15:clr>
            <a:srgbClr val="A4A3A4"/>
          </p15:clr>
        </p15:guide>
        <p15:guide id="2" pos="92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90FF"/>
    <a:srgbClr val="00FA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188"/>
    <p:restoredTop sz="94553"/>
  </p:normalViewPr>
  <p:slideViewPr>
    <p:cSldViewPr>
      <p:cViewPr>
        <p:scale>
          <a:sx n="34" d="100"/>
          <a:sy n="34" d="100"/>
        </p:scale>
        <p:origin x="976" y="-936"/>
      </p:cViewPr>
      <p:guideLst>
        <p:guide orient="horz" pos="13824"/>
        <p:guide pos="92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94560" y="13634730"/>
            <a:ext cx="24871680" cy="940816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89120" y="24871680"/>
            <a:ext cx="20482560" cy="112166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857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0573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4289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1146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80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4862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11403" y="28204168"/>
            <a:ext cx="24871680" cy="8717280"/>
          </a:xfrm>
        </p:spPr>
        <p:txBody>
          <a:bodyPr anchor="t"/>
          <a:lstStyle>
            <a:lvl1pPr algn="l">
              <a:defRPr sz="6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11403" y="18602977"/>
            <a:ext cx="24871680" cy="9601198"/>
          </a:xfrm>
        </p:spPr>
        <p:txBody>
          <a:bodyPr anchor="b"/>
          <a:lstStyle>
            <a:lvl1pPr marL="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1pPr>
            <a:lvl2pPr marL="685783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566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348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132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891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69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48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263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63040" y="10241293"/>
            <a:ext cx="12923520" cy="28966166"/>
          </a:xfrm>
        </p:spPr>
        <p:txBody>
          <a:bodyPr/>
          <a:lstStyle>
            <a:lvl1pPr>
              <a:defRPr sz="4200"/>
            </a:lvl1pPr>
            <a:lvl2pPr>
              <a:defRPr sz="3600"/>
            </a:lvl2pPr>
            <a:lvl3pPr>
              <a:defRPr sz="3000"/>
            </a:lvl3pPr>
            <a:lvl4pPr>
              <a:defRPr sz="2700"/>
            </a:lvl4pPr>
            <a:lvl5pPr>
              <a:defRPr sz="2700"/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4240" y="10241293"/>
            <a:ext cx="12923520" cy="28966166"/>
          </a:xfrm>
        </p:spPr>
        <p:txBody>
          <a:bodyPr/>
          <a:lstStyle>
            <a:lvl1pPr>
              <a:defRPr sz="4200"/>
            </a:lvl1pPr>
            <a:lvl2pPr>
              <a:defRPr sz="3600"/>
            </a:lvl2pPr>
            <a:lvl3pPr>
              <a:defRPr sz="3000"/>
            </a:lvl3pPr>
            <a:lvl4pPr>
              <a:defRPr sz="2700"/>
            </a:lvl4pPr>
            <a:lvl5pPr>
              <a:defRPr sz="2700"/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63042" y="9824731"/>
            <a:ext cx="12928601" cy="409447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783" indent="0">
              <a:buNone/>
              <a:defRPr sz="3000" b="1"/>
            </a:lvl2pPr>
            <a:lvl3pPr marL="1371566" indent="0">
              <a:buNone/>
              <a:defRPr sz="2700" b="1"/>
            </a:lvl3pPr>
            <a:lvl4pPr marL="2057348" indent="0">
              <a:buNone/>
              <a:defRPr sz="2400" b="1"/>
            </a:lvl4pPr>
            <a:lvl5pPr marL="2743132" indent="0">
              <a:buNone/>
              <a:defRPr sz="2400" b="1"/>
            </a:lvl5pPr>
            <a:lvl6pPr marL="3428915" indent="0">
              <a:buNone/>
              <a:defRPr sz="2400" b="1"/>
            </a:lvl6pPr>
            <a:lvl7pPr marL="4114697" indent="0">
              <a:buNone/>
              <a:defRPr sz="2400" b="1"/>
            </a:lvl7pPr>
            <a:lvl8pPr marL="4800480" indent="0">
              <a:buNone/>
              <a:defRPr sz="2400" b="1"/>
            </a:lvl8pPr>
            <a:lvl9pPr marL="5486263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63042" y="13919205"/>
            <a:ext cx="12928601" cy="25288246"/>
          </a:xfrm>
        </p:spPr>
        <p:txBody>
          <a:bodyPr/>
          <a:lstStyle>
            <a:lvl1pPr>
              <a:defRPr sz="3600"/>
            </a:lvl1pPr>
            <a:lvl2pPr>
              <a:defRPr sz="30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864084" y="9824731"/>
            <a:ext cx="12933680" cy="409447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783" indent="0">
              <a:buNone/>
              <a:defRPr sz="3000" b="1"/>
            </a:lvl2pPr>
            <a:lvl3pPr marL="1371566" indent="0">
              <a:buNone/>
              <a:defRPr sz="2700" b="1"/>
            </a:lvl3pPr>
            <a:lvl4pPr marL="2057348" indent="0">
              <a:buNone/>
              <a:defRPr sz="2400" b="1"/>
            </a:lvl4pPr>
            <a:lvl5pPr marL="2743132" indent="0">
              <a:buNone/>
              <a:defRPr sz="2400" b="1"/>
            </a:lvl5pPr>
            <a:lvl6pPr marL="3428915" indent="0">
              <a:buNone/>
              <a:defRPr sz="2400" b="1"/>
            </a:lvl6pPr>
            <a:lvl7pPr marL="4114697" indent="0">
              <a:buNone/>
              <a:defRPr sz="2400" b="1"/>
            </a:lvl7pPr>
            <a:lvl8pPr marL="4800480" indent="0">
              <a:buNone/>
              <a:defRPr sz="2400" b="1"/>
            </a:lvl8pPr>
            <a:lvl9pPr marL="5486263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864084" y="13919205"/>
            <a:ext cx="12933680" cy="25288246"/>
          </a:xfrm>
        </p:spPr>
        <p:txBody>
          <a:bodyPr/>
          <a:lstStyle>
            <a:lvl1pPr>
              <a:defRPr sz="3600"/>
            </a:lvl1pPr>
            <a:lvl2pPr>
              <a:defRPr sz="30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63040" y="1757682"/>
            <a:ext cx="26334720" cy="7315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63040" y="10241293"/>
            <a:ext cx="26334720" cy="289661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63040" y="40680650"/>
            <a:ext cx="682752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997440" y="40680650"/>
            <a:ext cx="926592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970240" y="40680650"/>
            <a:ext cx="682752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1371566" rtl="0" eaLnBrk="1" latinLnBrk="0" hangingPunct="1"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14337" indent="-514337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1pPr>
      <a:lvl2pPr marL="1114397" indent="-428615" algn="l" defTabSz="1371566" rtl="0" eaLnBrk="1" latinLnBrk="0" hangingPunct="1">
        <a:spcBef>
          <a:spcPct val="20000"/>
        </a:spcBef>
        <a:buFont typeface="Arial" panose="020B0604020202020204" pitchFamily="34" charset="0"/>
        <a:buChar char="–"/>
        <a:defRPr sz="4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457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240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023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»"/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806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588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372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155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566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348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2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8915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697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480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263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24" name="Content Placeholder 2">
            <a:extLst>
              <a:ext uri="{FF2B5EF4-FFF2-40B4-BE49-F238E27FC236}">
                <a16:creationId xmlns:a16="http://schemas.microsoft.com/office/drawing/2014/main" id="{D0A5DD79-3761-3493-5E04-D98025DF12B1}"/>
              </a:ext>
            </a:extLst>
          </p:cNvPr>
          <p:cNvGrpSpPr/>
          <p:nvPr/>
        </p:nvGrpSpPr>
        <p:grpSpPr>
          <a:xfrm>
            <a:off x="8458200" y="18551133"/>
            <a:ext cx="12344400" cy="6788945"/>
            <a:chOff x="457200" y="1600200"/>
            <a:chExt cx="8229600" cy="4525963"/>
          </a:xfrm>
        </p:grpSpPr>
        <p:sp>
          <p:nvSpPr>
            <p:cNvPr id="1625" name="rc3">
              <a:extLst>
                <a:ext uri="{FF2B5EF4-FFF2-40B4-BE49-F238E27FC236}">
                  <a16:creationId xmlns:a16="http://schemas.microsoft.com/office/drawing/2014/main" id="{1FBAD41E-6045-FC2E-D12A-27B69C0E6DDB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6" name="rc4">
              <a:extLst>
                <a:ext uri="{FF2B5EF4-FFF2-40B4-BE49-F238E27FC236}">
                  <a16:creationId xmlns:a16="http://schemas.microsoft.com/office/drawing/2014/main" id="{F69AF329-83E6-D497-9D2F-667B503EFA15}"/>
                </a:ext>
              </a:extLst>
            </p:cNvPr>
            <p:cNvSpPr/>
            <p:nvPr/>
          </p:nvSpPr>
          <p:spPr>
            <a:xfrm>
              <a:off x="2025047" y="1600200"/>
              <a:ext cx="5093904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7" name="rc5">
              <a:extLst>
                <a:ext uri="{FF2B5EF4-FFF2-40B4-BE49-F238E27FC236}">
                  <a16:creationId xmlns:a16="http://schemas.microsoft.com/office/drawing/2014/main" id="{F4B10E12-94E8-4BA5-EFD8-E4F520C1F389}"/>
                </a:ext>
              </a:extLst>
            </p:cNvPr>
            <p:cNvSpPr/>
            <p:nvPr/>
          </p:nvSpPr>
          <p:spPr>
            <a:xfrm>
              <a:off x="2572908" y="2077614"/>
              <a:ext cx="4476454" cy="36433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628" name="pl6">
              <a:extLst>
                <a:ext uri="{FF2B5EF4-FFF2-40B4-BE49-F238E27FC236}">
                  <a16:creationId xmlns:a16="http://schemas.microsoft.com/office/drawing/2014/main" id="{AF9CAF84-31C5-CE07-C807-906C5060A44A}"/>
                </a:ext>
              </a:extLst>
            </p:cNvPr>
            <p:cNvSpPr/>
            <p:nvPr/>
          </p:nvSpPr>
          <p:spPr>
            <a:xfrm>
              <a:off x="4652034" y="5615851"/>
              <a:ext cx="11398" cy="16824"/>
            </a:xfrm>
            <a:custGeom>
              <a:avLst/>
              <a:gdLst/>
              <a:ahLst/>
              <a:cxnLst/>
              <a:rect l="0" t="0" r="0" b="0"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9" name="pl7">
              <a:extLst>
                <a:ext uri="{FF2B5EF4-FFF2-40B4-BE49-F238E27FC236}">
                  <a16:creationId xmlns:a16="http://schemas.microsoft.com/office/drawing/2014/main" id="{3F093BC7-E83C-CD47-782F-3D4383CCC9C3}"/>
                </a:ext>
              </a:extLst>
            </p:cNvPr>
            <p:cNvSpPr/>
            <p:nvPr/>
          </p:nvSpPr>
          <p:spPr>
            <a:xfrm>
              <a:off x="4716197" y="5602359"/>
              <a:ext cx="7065" cy="5973"/>
            </a:xfrm>
            <a:custGeom>
              <a:avLst/>
              <a:gdLst/>
              <a:ahLst/>
              <a:cxnLst/>
              <a:rect l="0" t="0" r="0" b="0"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0" name="pl8">
              <a:extLst>
                <a:ext uri="{FF2B5EF4-FFF2-40B4-BE49-F238E27FC236}">
                  <a16:creationId xmlns:a16="http://schemas.microsoft.com/office/drawing/2014/main" id="{C9E94E43-E09D-5A26-3BF7-543674BCFB24}"/>
                </a:ext>
              </a:extLst>
            </p:cNvPr>
            <p:cNvSpPr/>
            <p:nvPr/>
          </p:nvSpPr>
          <p:spPr>
            <a:xfrm>
              <a:off x="4736699" y="5589071"/>
              <a:ext cx="5655" cy="5980"/>
            </a:xfrm>
            <a:custGeom>
              <a:avLst/>
              <a:gdLst/>
              <a:ahLst/>
              <a:cxnLst/>
              <a:rect l="0" t="0" r="0" b="0"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1" name="pl9">
              <a:extLst>
                <a:ext uri="{FF2B5EF4-FFF2-40B4-BE49-F238E27FC236}">
                  <a16:creationId xmlns:a16="http://schemas.microsoft.com/office/drawing/2014/main" id="{19A0882B-5322-EB17-5A46-02028035588C}"/>
                </a:ext>
              </a:extLst>
            </p:cNvPr>
            <p:cNvSpPr/>
            <p:nvPr/>
          </p:nvSpPr>
          <p:spPr>
            <a:xfrm>
              <a:off x="6547417" y="2085407"/>
              <a:ext cx="312127" cy="121250"/>
            </a:xfrm>
            <a:custGeom>
              <a:avLst/>
              <a:gdLst/>
              <a:ahLst/>
              <a:cxnLst/>
              <a:rect l="0" t="0" r="0" b="0"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2" name="pl10">
              <a:extLst>
                <a:ext uri="{FF2B5EF4-FFF2-40B4-BE49-F238E27FC236}">
                  <a16:creationId xmlns:a16="http://schemas.microsoft.com/office/drawing/2014/main" id="{04772DF0-A481-32A0-3DF2-5E9E72CCC013}"/>
                </a:ext>
              </a:extLst>
            </p:cNvPr>
            <p:cNvSpPr/>
            <p:nvPr/>
          </p:nvSpPr>
          <p:spPr>
            <a:xfrm>
              <a:off x="6882020" y="2496637"/>
              <a:ext cx="167342" cy="201393"/>
            </a:xfrm>
            <a:custGeom>
              <a:avLst/>
              <a:gdLst/>
              <a:ahLst/>
              <a:cxnLst/>
              <a:rect l="0" t="0" r="0" b="0"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3" name="pl11">
              <a:extLst>
                <a:ext uri="{FF2B5EF4-FFF2-40B4-BE49-F238E27FC236}">
                  <a16:creationId xmlns:a16="http://schemas.microsoft.com/office/drawing/2014/main" id="{D08F3987-73D1-EB2F-1F7F-AD7C4E2DB8A8}"/>
                </a:ext>
              </a:extLst>
            </p:cNvPr>
            <p:cNvSpPr/>
            <p:nvPr/>
          </p:nvSpPr>
          <p:spPr>
            <a:xfrm>
              <a:off x="6556603" y="2489371"/>
              <a:ext cx="266281" cy="153395"/>
            </a:xfrm>
            <a:custGeom>
              <a:avLst/>
              <a:gdLst/>
              <a:ahLst/>
              <a:cxnLst/>
              <a:rect l="0" t="0" r="0" b="0"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4" name="pl12">
              <a:extLst>
                <a:ext uri="{FF2B5EF4-FFF2-40B4-BE49-F238E27FC236}">
                  <a16:creationId xmlns:a16="http://schemas.microsoft.com/office/drawing/2014/main" id="{7E6D7F5B-E2EB-7AFE-B306-37E659ADF054}"/>
                </a:ext>
              </a:extLst>
            </p:cNvPr>
            <p:cNvSpPr/>
            <p:nvPr/>
          </p:nvSpPr>
          <p:spPr>
            <a:xfrm>
              <a:off x="5479019" y="3317325"/>
              <a:ext cx="238237" cy="81627"/>
            </a:xfrm>
            <a:custGeom>
              <a:avLst/>
              <a:gdLst/>
              <a:ahLst/>
              <a:cxnLst/>
              <a:rect l="0" t="0" r="0" b="0"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5" name="pl13">
              <a:extLst>
                <a:ext uri="{FF2B5EF4-FFF2-40B4-BE49-F238E27FC236}">
                  <a16:creationId xmlns:a16="http://schemas.microsoft.com/office/drawing/2014/main" id="{D02162B9-314A-808D-7F34-B1E9A4F2AB57}"/>
                </a:ext>
              </a:extLst>
            </p:cNvPr>
            <p:cNvSpPr/>
            <p:nvPr/>
          </p:nvSpPr>
          <p:spPr>
            <a:xfrm>
              <a:off x="7036216" y="2924918"/>
              <a:ext cx="13147" cy="6673"/>
            </a:xfrm>
            <a:custGeom>
              <a:avLst/>
              <a:gdLst/>
              <a:ahLst/>
              <a:cxnLst/>
              <a:rect l="0" t="0" r="0" b="0"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6" name="pl14">
              <a:extLst>
                <a:ext uri="{FF2B5EF4-FFF2-40B4-BE49-F238E27FC236}">
                  <a16:creationId xmlns:a16="http://schemas.microsoft.com/office/drawing/2014/main" id="{26F685B0-FAD0-70DA-788C-EC5F76D4D21A}"/>
                </a:ext>
              </a:extLst>
            </p:cNvPr>
            <p:cNvSpPr/>
            <p:nvPr/>
          </p:nvSpPr>
          <p:spPr>
            <a:xfrm>
              <a:off x="2904610" y="5141810"/>
              <a:ext cx="21966" cy="32753"/>
            </a:xfrm>
            <a:custGeom>
              <a:avLst/>
              <a:gdLst/>
              <a:ahLst/>
              <a:cxnLst/>
              <a:rect l="0" t="0" r="0" b="0"/>
              <a:pathLst>
                <a:path w="21966" h="32753">
                  <a:moveTo>
                    <a:pt x="21966" y="6178"/>
                  </a:moveTo>
                  <a:lnTo>
                    <a:pt x="19988" y="0"/>
                  </a:lnTo>
                  <a:lnTo>
                    <a:pt x="15300" y="2162"/>
                  </a:lnTo>
                  <a:lnTo>
                    <a:pt x="6420" y="16681"/>
                  </a:lnTo>
                  <a:lnTo>
                    <a:pt x="5415" y="21279"/>
                  </a:lnTo>
                  <a:lnTo>
                    <a:pt x="0" y="32753"/>
                  </a:lnTo>
                  <a:lnTo>
                    <a:pt x="2426" y="32411"/>
                  </a:lnTo>
                  <a:lnTo>
                    <a:pt x="12835" y="16380"/>
                  </a:lnTo>
                  <a:lnTo>
                    <a:pt x="21966" y="617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7" name="pl15">
              <a:extLst>
                <a:ext uri="{FF2B5EF4-FFF2-40B4-BE49-F238E27FC236}">
                  <a16:creationId xmlns:a16="http://schemas.microsoft.com/office/drawing/2014/main" id="{4599613B-73B0-4FB9-252B-F09DF6D20BF5}"/>
                </a:ext>
              </a:extLst>
            </p:cNvPr>
            <p:cNvSpPr/>
            <p:nvPr/>
          </p:nvSpPr>
          <p:spPr>
            <a:xfrm>
              <a:off x="3810245" y="4914793"/>
              <a:ext cx="7939" cy="12993"/>
            </a:xfrm>
            <a:custGeom>
              <a:avLst/>
              <a:gdLst/>
              <a:ahLst/>
              <a:cxnLst/>
              <a:rect l="0" t="0" r="0" b="0"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8" name="pl16">
              <a:extLst>
                <a:ext uri="{FF2B5EF4-FFF2-40B4-BE49-F238E27FC236}">
                  <a16:creationId xmlns:a16="http://schemas.microsoft.com/office/drawing/2014/main" id="{F5444015-15D5-B055-110E-3D3ADA6FFA1C}"/>
                </a:ext>
              </a:extLst>
            </p:cNvPr>
            <p:cNvSpPr/>
            <p:nvPr/>
          </p:nvSpPr>
          <p:spPr>
            <a:xfrm>
              <a:off x="3834949" y="4843148"/>
              <a:ext cx="18436" cy="8333"/>
            </a:xfrm>
            <a:custGeom>
              <a:avLst/>
              <a:gdLst/>
              <a:ahLst/>
              <a:cxnLst/>
              <a:rect l="0" t="0" r="0" b="0"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9" name="pl17">
              <a:extLst>
                <a:ext uri="{FF2B5EF4-FFF2-40B4-BE49-F238E27FC236}">
                  <a16:creationId xmlns:a16="http://schemas.microsoft.com/office/drawing/2014/main" id="{E35BD85C-3DE6-821A-B6DF-73A0CA189E48}"/>
                </a:ext>
              </a:extLst>
            </p:cNvPr>
            <p:cNvSpPr/>
            <p:nvPr/>
          </p:nvSpPr>
          <p:spPr>
            <a:xfrm>
              <a:off x="3880452" y="4841821"/>
              <a:ext cx="27409" cy="6000"/>
            </a:xfrm>
            <a:custGeom>
              <a:avLst/>
              <a:gdLst/>
              <a:ahLst/>
              <a:cxnLst/>
              <a:rect l="0" t="0" r="0" b="0"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0" name="pl18">
              <a:extLst>
                <a:ext uri="{FF2B5EF4-FFF2-40B4-BE49-F238E27FC236}">
                  <a16:creationId xmlns:a16="http://schemas.microsoft.com/office/drawing/2014/main" id="{0B57FDEA-A871-E62A-2AC8-AA9D49B14F4F}"/>
                </a:ext>
              </a:extLst>
            </p:cNvPr>
            <p:cNvSpPr/>
            <p:nvPr/>
          </p:nvSpPr>
          <p:spPr>
            <a:xfrm>
              <a:off x="5083985" y="5569188"/>
              <a:ext cx="32764" cy="12596"/>
            </a:xfrm>
            <a:custGeom>
              <a:avLst/>
              <a:gdLst/>
              <a:ahLst/>
              <a:cxnLst/>
              <a:rect l="0" t="0" r="0" b="0"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1" name="pl19">
              <a:extLst>
                <a:ext uri="{FF2B5EF4-FFF2-40B4-BE49-F238E27FC236}">
                  <a16:creationId xmlns:a16="http://schemas.microsoft.com/office/drawing/2014/main" id="{543355BD-3EAD-C600-0039-1DE7141C9811}"/>
                </a:ext>
              </a:extLst>
            </p:cNvPr>
            <p:cNvSpPr/>
            <p:nvPr/>
          </p:nvSpPr>
          <p:spPr>
            <a:xfrm>
              <a:off x="4683853" y="5614524"/>
              <a:ext cx="23152" cy="9298"/>
            </a:xfrm>
            <a:custGeom>
              <a:avLst/>
              <a:gdLst/>
              <a:ahLst/>
              <a:cxnLst/>
              <a:rect l="0" t="0" r="0" b="0"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2" name="pl20">
              <a:extLst>
                <a:ext uri="{FF2B5EF4-FFF2-40B4-BE49-F238E27FC236}">
                  <a16:creationId xmlns:a16="http://schemas.microsoft.com/office/drawing/2014/main" id="{2D5647C0-7699-9993-4730-E5F9EC5016D4}"/>
                </a:ext>
              </a:extLst>
            </p:cNvPr>
            <p:cNvSpPr/>
            <p:nvPr/>
          </p:nvSpPr>
          <p:spPr>
            <a:xfrm>
              <a:off x="5183361" y="4221555"/>
              <a:ext cx="14289" cy="6671"/>
            </a:xfrm>
            <a:custGeom>
              <a:avLst/>
              <a:gdLst/>
              <a:ahLst/>
              <a:cxnLst/>
              <a:rect l="0" t="0" r="0" b="0"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3" name="pl21">
              <a:extLst>
                <a:ext uri="{FF2B5EF4-FFF2-40B4-BE49-F238E27FC236}">
                  <a16:creationId xmlns:a16="http://schemas.microsoft.com/office/drawing/2014/main" id="{E45256E7-FDFA-FB24-BAD4-44A37211CAFD}"/>
                </a:ext>
              </a:extLst>
            </p:cNvPr>
            <p:cNvSpPr/>
            <p:nvPr/>
          </p:nvSpPr>
          <p:spPr>
            <a:xfrm>
              <a:off x="5487019" y="2679502"/>
              <a:ext cx="54217" cy="36899"/>
            </a:xfrm>
            <a:custGeom>
              <a:avLst/>
              <a:gdLst/>
              <a:ahLst/>
              <a:cxnLst/>
              <a:rect l="0" t="0" r="0" b="0"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4" name="pl22">
              <a:extLst>
                <a:ext uri="{FF2B5EF4-FFF2-40B4-BE49-F238E27FC236}">
                  <a16:creationId xmlns:a16="http://schemas.microsoft.com/office/drawing/2014/main" id="{44AAC6F4-8D81-4684-3B1F-AF57F976BBBC}"/>
                </a:ext>
              </a:extLst>
            </p:cNvPr>
            <p:cNvSpPr/>
            <p:nvPr/>
          </p:nvSpPr>
          <p:spPr>
            <a:xfrm>
              <a:off x="5498527" y="2680939"/>
              <a:ext cx="31934" cy="18159"/>
            </a:xfrm>
            <a:custGeom>
              <a:avLst/>
              <a:gdLst/>
              <a:ahLst/>
              <a:cxnLst/>
              <a:rect l="0" t="0" r="0" b="0"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5" name="pl23">
              <a:extLst>
                <a:ext uri="{FF2B5EF4-FFF2-40B4-BE49-F238E27FC236}">
                  <a16:creationId xmlns:a16="http://schemas.microsoft.com/office/drawing/2014/main" id="{3776EE30-44F3-5E96-4576-C7803D362BAD}"/>
                </a:ext>
              </a:extLst>
            </p:cNvPr>
            <p:cNvSpPr/>
            <p:nvPr/>
          </p:nvSpPr>
          <p:spPr>
            <a:xfrm>
              <a:off x="6928304" y="2697353"/>
              <a:ext cx="18945" cy="13397"/>
            </a:xfrm>
            <a:custGeom>
              <a:avLst/>
              <a:gdLst/>
              <a:ahLst/>
              <a:cxnLst/>
              <a:rect l="0" t="0" r="0" b="0"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6" name="pl24">
              <a:extLst>
                <a:ext uri="{FF2B5EF4-FFF2-40B4-BE49-F238E27FC236}">
                  <a16:creationId xmlns:a16="http://schemas.microsoft.com/office/drawing/2014/main" id="{61F8E6FB-BD70-5F6B-977E-AC873D234FF8}"/>
                </a:ext>
              </a:extLst>
            </p:cNvPr>
            <p:cNvSpPr/>
            <p:nvPr/>
          </p:nvSpPr>
          <p:spPr>
            <a:xfrm>
              <a:off x="6824611" y="2407367"/>
              <a:ext cx="68578" cy="59944"/>
            </a:xfrm>
            <a:custGeom>
              <a:avLst/>
              <a:gdLst/>
              <a:ahLst/>
              <a:cxnLst/>
              <a:rect l="0" t="0" r="0" b="0"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7" name="pl25">
              <a:extLst>
                <a:ext uri="{FF2B5EF4-FFF2-40B4-BE49-F238E27FC236}">
                  <a16:creationId xmlns:a16="http://schemas.microsoft.com/office/drawing/2014/main" id="{63F22A04-6981-CEAA-95D4-E1AEABFE54DF}"/>
                </a:ext>
              </a:extLst>
            </p:cNvPr>
            <p:cNvSpPr/>
            <p:nvPr/>
          </p:nvSpPr>
          <p:spPr>
            <a:xfrm>
              <a:off x="6525106" y="2373744"/>
              <a:ext cx="19693" cy="19493"/>
            </a:xfrm>
            <a:custGeom>
              <a:avLst/>
              <a:gdLst/>
              <a:ahLst/>
              <a:cxnLst/>
              <a:rect l="0" t="0" r="0" b="0"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8" name="pl26">
              <a:extLst>
                <a:ext uri="{FF2B5EF4-FFF2-40B4-BE49-F238E27FC236}">
                  <a16:creationId xmlns:a16="http://schemas.microsoft.com/office/drawing/2014/main" id="{87FA6B31-EE81-E77D-A2C8-55B9EDD7A155}"/>
                </a:ext>
              </a:extLst>
            </p:cNvPr>
            <p:cNvSpPr/>
            <p:nvPr/>
          </p:nvSpPr>
          <p:spPr>
            <a:xfrm>
              <a:off x="6535543" y="2355941"/>
              <a:ext cx="12896" cy="14929"/>
            </a:xfrm>
            <a:custGeom>
              <a:avLst/>
              <a:gdLst/>
              <a:ahLst/>
              <a:cxnLst/>
              <a:rect l="0" t="0" r="0" b="0"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9" name="pl27">
              <a:extLst>
                <a:ext uri="{FF2B5EF4-FFF2-40B4-BE49-F238E27FC236}">
                  <a16:creationId xmlns:a16="http://schemas.microsoft.com/office/drawing/2014/main" id="{9E87053A-181B-898E-DF7A-F710C2887728}"/>
                </a:ext>
              </a:extLst>
            </p:cNvPr>
            <p:cNvSpPr/>
            <p:nvPr/>
          </p:nvSpPr>
          <p:spPr>
            <a:xfrm>
              <a:off x="5805283" y="2498546"/>
              <a:ext cx="32551" cy="18391"/>
            </a:xfrm>
            <a:custGeom>
              <a:avLst/>
              <a:gdLst/>
              <a:ahLst/>
              <a:cxnLst/>
              <a:rect l="0" t="0" r="0" b="0"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0" name="pl28">
              <a:extLst>
                <a:ext uri="{FF2B5EF4-FFF2-40B4-BE49-F238E27FC236}">
                  <a16:creationId xmlns:a16="http://schemas.microsoft.com/office/drawing/2014/main" id="{DC1B8A5A-F249-1A50-546F-E8D45A098E18}"/>
                </a:ext>
              </a:extLst>
            </p:cNvPr>
            <p:cNvSpPr/>
            <p:nvPr/>
          </p:nvSpPr>
          <p:spPr>
            <a:xfrm>
              <a:off x="6341622" y="2863447"/>
              <a:ext cx="12732" cy="18877"/>
            </a:xfrm>
            <a:custGeom>
              <a:avLst/>
              <a:gdLst/>
              <a:ahLst/>
              <a:cxnLst/>
              <a:rect l="0" t="0" r="0" b="0"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1" name="pl29">
              <a:extLst>
                <a:ext uri="{FF2B5EF4-FFF2-40B4-BE49-F238E27FC236}">
                  <a16:creationId xmlns:a16="http://schemas.microsoft.com/office/drawing/2014/main" id="{DAFDEAED-1138-0994-24C4-8212F4CB433D}"/>
                </a:ext>
              </a:extLst>
            </p:cNvPr>
            <p:cNvSpPr/>
            <p:nvPr/>
          </p:nvSpPr>
          <p:spPr>
            <a:xfrm>
              <a:off x="6075395" y="2882482"/>
              <a:ext cx="8934" cy="11200"/>
            </a:xfrm>
            <a:custGeom>
              <a:avLst/>
              <a:gdLst/>
              <a:ahLst/>
              <a:cxnLst/>
              <a:rect l="0" t="0" r="0" b="0"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2" name="pl30">
              <a:extLst>
                <a:ext uri="{FF2B5EF4-FFF2-40B4-BE49-F238E27FC236}">
                  <a16:creationId xmlns:a16="http://schemas.microsoft.com/office/drawing/2014/main" id="{5C6B7FD8-B8E4-4569-5143-F9E77FCDEE31}"/>
                </a:ext>
              </a:extLst>
            </p:cNvPr>
            <p:cNvSpPr/>
            <p:nvPr/>
          </p:nvSpPr>
          <p:spPr>
            <a:xfrm>
              <a:off x="6277502" y="2805528"/>
              <a:ext cx="16972" cy="24727"/>
            </a:xfrm>
            <a:custGeom>
              <a:avLst/>
              <a:gdLst/>
              <a:ahLst/>
              <a:cxnLst/>
              <a:rect l="0" t="0" r="0" b="0"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3" name="pl31">
              <a:extLst>
                <a:ext uri="{FF2B5EF4-FFF2-40B4-BE49-F238E27FC236}">
                  <a16:creationId xmlns:a16="http://schemas.microsoft.com/office/drawing/2014/main" id="{08EA3C3B-ABD3-5104-F029-717235A686B9}"/>
                </a:ext>
              </a:extLst>
            </p:cNvPr>
            <p:cNvSpPr/>
            <p:nvPr/>
          </p:nvSpPr>
          <p:spPr>
            <a:xfrm>
              <a:off x="6107996" y="2854416"/>
              <a:ext cx="25119" cy="28976"/>
            </a:xfrm>
            <a:custGeom>
              <a:avLst/>
              <a:gdLst/>
              <a:ahLst/>
              <a:cxnLst/>
              <a:rect l="0" t="0" r="0" b="0"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4" name="pl32">
              <a:extLst>
                <a:ext uri="{FF2B5EF4-FFF2-40B4-BE49-F238E27FC236}">
                  <a16:creationId xmlns:a16="http://schemas.microsoft.com/office/drawing/2014/main" id="{803BEA88-0879-4EAF-50B0-5C13EE8833ED}"/>
                </a:ext>
              </a:extLst>
            </p:cNvPr>
            <p:cNvSpPr/>
            <p:nvPr/>
          </p:nvSpPr>
          <p:spPr>
            <a:xfrm>
              <a:off x="5773191" y="3258639"/>
              <a:ext cx="5475" cy="14724"/>
            </a:xfrm>
            <a:custGeom>
              <a:avLst/>
              <a:gdLst/>
              <a:ahLst/>
              <a:cxnLst/>
              <a:rect l="0" t="0" r="0" b="0"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5" name="pl33">
              <a:extLst>
                <a:ext uri="{FF2B5EF4-FFF2-40B4-BE49-F238E27FC236}">
                  <a16:creationId xmlns:a16="http://schemas.microsoft.com/office/drawing/2014/main" id="{311D617E-33AB-F4D2-E846-CF95A2F42CA5}"/>
                </a:ext>
              </a:extLst>
            </p:cNvPr>
            <p:cNvSpPr/>
            <p:nvPr/>
          </p:nvSpPr>
          <p:spPr>
            <a:xfrm>
              <a:off x="5454271" y="3514428"/>
              <a:ext cx="16387" cy="30413"/>
            </a:xfrm>
            <a:custGeom>
              <a:avLst/>
              <a:gdLst/>
              <a:ahLst/>
              <a:cxnLst/>
              <a:rect l="0" t="0" r="0" b="0"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6" name="pl34">
              <a:extLst>
                <a:ext uri="{FF2B5EF4-FFF2-40B4-BE49-F238E27FC236}">
                  <a16:creationId xmlns:a16="http://schemas.microsoft.com/office/drawing/2014/main" id="{B9BC6503-D64A-1A2D-9E06-CFCD05FC289E}"/>
                </a:ext>
              </a:extLst>
            </p:cNvPr>
            <p:cNvSpPr/>
            <p:nvPr/>
          </p:nvSpPr>
          <p:spPr>
            <a:xfrm>
              <a:off x="5456205" y="3386629"/>
              <a:ext cx="18857" cy="19582"/>
            </a:xfrm>
            <a:custGeom>
              <a:avLst/>
              <a:gdLst/>
              <a:ahLst/>
              <a:cxnLst/>
              <a:rect l="0" t="0" r="0" b="0"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7" name="pl35">
              <a:extLst>
                <a:ext uri="{FF2B5EF4-FFF2-40B4-BE49-F238E27FC236}">
                  <a16:creationId xmlns:a16="http://schemas.microsoft.com/office/drawing/2014/main" id="{DC6624E7-1F86-5D9F-F089-AFDC24F3A0A4}"/>
                </a:ext>
              </a:extLst>
            </p:cNvPr>
            <p:cNvSpPr/>
            <p:nvPr/>
          </p:nvSpPr>
          <p:spPr>
            <a:xfrm>
              <a:off x="6505156" y="4545704"/>
              <a:ext cx="21770" cy="17837"/>
            </a:xfrm>
            <a:custGeom>
              <a:avLst/>
              <a:gdLst/>
              <a:ahLst/>
              <a:cxnLst/>
              <a:rect l="0" t="0" r="0" b="0"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8" name="pl36">
              <a:extLst>
                <a:ext uri="{FF2B5EF4-FFF2-40B4-BE49-F238E27FC236}">
                  <a16:creationId xmlns:a16="http://schemas.microsoft.com/office/drawing/2014/main" id="{FAC99D9B-2C92-529D-C3BE-3542255D272A}"/>
                </a:ext>
              </a:extLst>
            </p:cNvPr>
            <p:cNvSpPr/>
            <p:nvPr/>
          </p:nvSpPr>
          <p:spPr>
            <a:xfrm>
              <a:off x="5837452" y="3274698"/>
              <a:ext cx="35731" cy="18186"/>
            </a:xfrm>
            <a:custGeom>
              <a:avLst/>
              <a:gdLst/>
              <a:ahLst/>
              <a:cxnLst/>
              <a:rect l="0" t="0" r="0" b="0"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9" name="pl37">
              <a:extLst>
                <a:ext uri="{FF2B5EF4-FFF2-40B4-BE49-F238E27FC236}">
                  <a16:creationId xmlns:a16="http://schemas.microsoft.com/office/drawing/2014/main" id="{40A15962-BC07-DF3E-CEA6-A9047451FEFF}"/>
                </a:ext>
              </a:extLst>
            </p:cNvPr>
            <p:cNvSpPr/>
            <p:nvPr/>
          </p:nvSpPr>
          <p:spPr>
            <a:xfrm>
              <a:off x="5779590" y="3247083"/>
              <a:ext cx="12781" cy="26581"/>
            </a:xfrm>
            <a:custGeom>
              <a:avLst/>
              <a:gdLst/>
              <a:ahLst/>
              <a:cxnLst/>
              <a:rect l="0" t="0" r="0" b="0"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0" name="pl38">
              <a:extLst>
                <a:ext uri="{FF2B5EF4-FFF2-40B4-BE49-F238E27FC236}">
                  <a16:creationId xmlns:a16="http://schemas.microsoft.com/office/drawing/2014/main" id="{CEC0419E-9322-5930-E324-483DB459C8A5}"/>
                </a:ext>
              </a:extLst>
            </p:cNvPr>
            <p:cNvSpPr/>
            <p:nvPr/>
          </p:nvSpPr>
          <p:spPr>
            <a:xfrm>
              <a:off x="5904168" y="3283073"/>
              <a:ext cx="28551" cy="20738"/>
            </a:xfrm>
            <a:custGeom>
              <a:avLst/>
              <a:gdLst/>
              <a:ahLst/>
              <a:cxnLst/>
              <a:rect l="0" t="0" r="0" b="0"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1" name="pl39">
              <a:extLst>
                <a:ext uri="{FF2B5EF4-FFF2-40B4-BE49-F238E27FC236}">
                  <a16:creationId xmlns:a16="http://schemas.microsoft.com/office/drawing/2014/main" id="{976F76C1-833B-A401-121E-6F20B12B9ED0}"/>
                </a:ext>
              </a:extLst>
            </p:cNvPr>
            <p:cNvSpPr/>
            <p:nvPr/>
          </p:nvSpPr>
          <p:spPr>
            <a:xfrm>
              <a:off x="5260552" y="4152887"/>
              <a:ext cx="22633" cy="9996"/>
            </a:xfrm>
            <a:custGeom>
              <a:avLst/>
              <a:gdLst/>
              <a:ahLst/>
              <a:cxnLst/>
              <a:rect l="0" t="0" r="0" b="0"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2" name="pl40">
              <a:extLst>
                <a:ext uri="{FF2B5EF4-FFF2-40B4-BE49-F238E27FC236}">
                  <a16:creationId xmlns:a16="http://schemas.microsoft.com/office/drawing/2014/main" id="{B6EC62B8-B0CC-C78C-327F-D1A096A43463}"/>
                </a:ext>
              </a:extLst>
            </p:cNvPr>
            <p:cNvSpPr/>
            <p:nvPr/>
          </p:nvSpPr>
          <p:spPr>
            <a:xfrm>
              <a:off x="5290431" y="4046956"/>
              <a:ext cx="9120" cy="15490"/>
            </a:xfrm>
            <a:custGeom>
              <a:avLst/>
              <a:gdLst/>
              <a:ahLst/>
              <a:cxnLst/>
              <a:rect l="0" t="0" r="0" b="0"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3" name="pl41">
              <a:extLst>
                <a:ext uri="{FF2B5EF4-FFF2-40B4-BE49-F238E27FC236}">
                  <a16:creationId xmlns:a16="http://schemas.microsoft.com/office/drawing/2014/main" id="{4D50E182-62BA-C26D-3DDD-F1AC46168803}"/>
                </a:ext>
              </a:extLst>
            </p:cNvPr>
            <p:cNvSpPr/>
            <p:nvPr/>
          </p:nvSpPr>
          <p:spPr>
            <a:xfrm>
              <a:off x="5328332" y="3717381"/>
              <a:ext cx="31404" cy="59698"/>
            </a:xfrm>
            <a:custGeom>
              <a:avLst/>
              <a:gdLst/>
              <a:ahLst/>
              <a:cxnLst/>
              <a:rect l="0" t="0" r="0" b="0"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4" name="pl42">
              <a:extLst>
                <a:ext uri="{FF2B5EF4-FFF2-40B4-BE49-F238E27FC236}">
                  <a16:creationId xmlns:a16="http://schemas.microsoft.com/office/drawing/2014/main" id="{6196368C-6AA6-DCAC-F19D-72904E585D77}"/>
                </a:ext>
              </a:extLst>
            </p:cNvPr>
            <p:cNvSpPr/>
            <p:nvPr/>
          </p:nvSpPr>
          <p:spPr>
            <a:xfrm>
              <a:off x="5293464" y="4071759"/>
              <a:ext cx="26147" cy="77953"/>
            </a:xfrm>
            <a:custGeom>
              <a:avLst/>
              <a:gdLst/>
              <a:ahLst/>
              <a:cxnLst/>
              <a:rect l="0" t="0" r="0" b="0"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5" name="pl43">
              <a:extLst>
                <a:ext uri="{FF2B5EF4-FFF2-40B4-BE49-F238E27FC236}">
                  <a16:creationId xmlns:a16="http://schemas.microsoft.com/office/drawing/2014/main" id="{371AB60D-1C24-D0F3-6FE5-E0F281522009}"/>
                </a:ext>
              </a:extLst>
            </p:cNvPr>
            <p:cNvSpPr/>
            <p:nvPr/>
          </p:nvSpPr>
          <p:spPr>
            <a:xfrm>
              <a:off x="5199629" y="4188097"/>
              <a:ext cx="35944" cy="43078"/>
            </a:xfrm>
            <a:custGeom>
              <a:avLst/>
              <a:gdLst/>
              <a:ahLst/>
              <a:cxnLst/>
              <a:rect l="0" t="0" r="0" b="0"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6" name="pl44">
              <a:extLst>
                <a:ext uri="{FF2B5EF4-FFF2-40B4-BE49-F238E27FC236}">
                  <a16:creationId xmlns:a16="http://schemas.microsoft.com/office/drawing/2014/main" id="{EC661565-7B4B-A03B-4928-69169A992DBB}"/>
                </a:ext>
              </a:extLst>
            </p:cNvPr>
            <p:cNvSpPr/>
            <p:nvPr/>
          </p:nvSpPr>
          <p:spPr>
            <a:xfrm>
              <a:off x="2930899" y="5106963"/>
              <a:ext cx="44491" cy="32671"/>
            </a:xfrm>
            <a:custGeom>
              <a:avLst/>
              <a:gdLst/>
              <a:ahLst/>
              <a:cxnLst/>
              <a:rect l="0" t="0" r="0" b="0"/>
              <a:pathLst>
                <a:path w="44491" h="32671">
                  <a:moveTo>
                    <a:pt x="31535" y="6746"/>
                  </a:moveTo>
                  <a:lnTo>
                    <a:pt x="13371" y="21286"/>
                  </a:lnTo>
                  <a:lnTo>
                    <a:pt x="5092" y="25104"/>
                  </a:lnTo>
                  <a:lnTo>
                    <a:pt x="0" y="32671"/>
                  </a:lnTo>
                  <a:lnTo>
                    <a:pt x="4109" y="32089"/>
                  </a:lnTo>
                  <a:lnTo>
                    <a:pt x="28786" y="14854"/>
                  </a:lnTo>
                  <a:lnTo>
                    <a:pt x="43398" y="6137"/>
                  </a:lnTo>
                  <a:lnTo>
                    <a:pt x="44491" y="0"/>
                  </a:lnTo>
                  <a:lnTo>
                    <a:pt x="42802" y="738"/>
                  </a:lnTo>
                  <a:lnTo>
                    <a:pt x="38944" y="5747"/>
                  </a:lnTo>
                  <a:lnTo>
                    <a:pt x="31535" y="67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7" name="pl45">
              <a:extLst>
                <a:ext uri="{FF2B5EF4-FFF2-40B4-BE49-F238E27FC236}">
                  <a16:creationId xmlns:a16="http://schemas.microsoft.com/office/drawing/2014/main" id="{E46362AE-4846-D41E-D51C-2C50EBC511DE}"/>
                </a:ext>
              </a:extLst>
            </p:cNvPr>
            <p:cNvSpPr/>
            <p:nvPr/>
          </p:nvSpPr>
          <p:spPr>
            <a:xfrm>
              <a:off x="2865577" y="5185375"/>
              <a:ext cx="36289" cy="81203"/>
            </a:xfrm>
            <a:custGeom>
              <a:avLst/>
              <a:gdLst/>
              <a:ahLst/>
              <a:cxnLst/>
              <a:rect l="0" t="0" r="0" b="0"/>
              <a:pathLst>
                <a:path w="36289" h="81203">
                  <a:moveTo>
                    <a:pt x="10049" y="41887"/>
                  </a:moveTo>
                  <a:lnTo>
                    <a:pt x="961" y="69188"/>
                  </a:lnTo>
                  <a:lnTo>
                    <a:pt x="0" y="81203"/>
                  </a:lnTo>
                  <a:lnTo>
                    <a:pt x="3491" y="73143"/>
                  </a:lnTo>
                  <a:lnTo>
                    <a:pt x="14988" y="39349"/>
                  </a:lnTo>
                  <a:lnTo>
                    <a:pt x="36289" y="0"/>
                  </a:lnTo>
                  <a:lnTo>
                    <a:pt x="28513" y="6007"/>
                  </a:lnTo>
                  <a:lnTo>
                    <a:pt x="10049" y="4188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8" name="pl46">
              <a:extLst>
                <a:ext uri="{FF2B5EF4-FFF2-40B4-BE49-F238E27FC236}">
                  <a16:creationId xmlns:a16="http://schemas.microsoft.com/office/drawing/2014/main" id="{2B9E8452-6FEA-E32E-7E3F-F25D6D8D62D5}"/>
                </a:ext>
              </a:extLst>
            </p:cNvPr>
            <p:cNvSpPr/>
            <p:nvPr/>
          </p:nvSpPr>
          <p:spPr>
            <a:xfrm>
              <a:off x="3122432" y="4972480"/>
              <a:ext cx="36037" cy="28723"/>
            </a:xfrm>
            <a:custGeom>
              <a:avLst/>
              <a:gdLst/>
              <a:ahLst/>
              <a:cxnLst/>
              <a:rect l="0" t="0" r="0" b="0"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9" name="pl47">
              <a:extLst>
                <a:ext uri="{FF2B5EF4-FFF2-40B4-BE49-F238E27FC236}">
                  <a16:creationId xmlns:a16="http://schemas.microsoft.com/office/drawing/2014/main" id="{C7BA3BC9-8BA7-03CD-FA05-B6A7057A4AA3}"/>
                </a:ext>
              </a:extLst>
            </p:cNvPr>
            <p:cNvSpPr/>
            <p:nvPr/>
          </p:nvSpPr>
          <p:spPr>
            <a:xfrm>
              <a:off x="2863075" y="5273030"/>
              <a:ext cx="26464" cy="151835"/>
            </a:xfrm>
            <a:custGeom>
              <a:avLst/>
              <a:gdLst/>
              <a:ahLst/>
              <a:cxnLst/>
              <a:rect l="0" t="0" r="0" b="0"/>
              <a:pathLst>
                <a:path w="26464" h="151835">
                  <a:moveTo>
                    <a:pt x="2371" y="0"/>
                  </a:moveTo>
                  <a:lnTo>
                    <a:pt x="0" y="13492"/>
                  </a:lnTo>
                  <a:lnTo>
                    <a:pt x="568" y="52684"/>
                  </a:lnTo>
                  <a:lnTo>
                    <a:pt x="15650" y="121449"/>
                  </a:lnTo>
                  <a:lnTo>
                    <a:pt x="24917" y="151835"/>
                  </a:lnTo>
                  <a:lnTo>
                    <a:pt x="26464" y="145328"/>
                  </a:lnTo>
                  <a:lnTo>
                    <a:pt x="22934" y="125650"/>
                  </a:lnTo>
                  <a:lnTo>
                    <a:pt x="6262" y="55353"/>
                  </a:lnTo>
                  <a:lnTo>
                    <a:pt x="23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0" name="pl48">
              <a:extLst>
                <a:ext uri="{FF2B5EF4-FFF2-40B4-BE49-F238E27FC236}">
                  <a16:creationId xmlns:a16="http://schemas.microsoft.com/office/drawing/2014/main" id="{AF3E5DCF-93A3-6D45-E0EA-594C5A67199A}"/>
                </a:ext>
              </a:extLst>
            </p:cNvPr>
            <p:cNvSpPr/>
            <p:nvPr/>
          </p:nvSpPr>
          <p:spPr>
            <a:xfrm>
              <a:off x="4238513" y="4917674"/>
              <a:ext cx="42480" cy="17625"/>
            </a:xfrm>
            <a:custGeom>
              <a:avLst/>
              <a:gdLst/>
              <a:ahLst/>
              <a:cxnLst/>
              <a:rect l="0" t="0" r="0" b="0"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1" name="pl49">
              <a:extLst>
                <a:ext uri="{FF2B5EF4-FFF2-40B4-BE49-F238E27FC236}">
                  <a16:creationId xmlns:a16="http://schemas.microsoft.com/office/drawing/2014/main" id="{D54D47C5-4639-985F-E6A9-651D7D639182}"/>
                </a:ext>
              </a:extLst>
            </p:cNvPr>
            <p:cNvSpPr/>
            <p:nvPr/>
          </p:nvSpPr>
          <p:spPr>
            <a:xfrm>
              <a:off x="4644990" y="4744053"/>
              <a:ext cx="7344" cy="34142"/>
            </a:xfrm>
            <a:custGeom>
              <a:avLst/>
              <a:gdLst/>
              <a:ahLst/>
              <a:cxnLst/>
              <a:rect l="0" t="0" r="0" b="0"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2" name="pl50">
              <a:extLst>
                <a:ext uri="{FF2B5EF4-FFF2-40B4-BE49-F238E27FC236}">
                  <a16:creationId xmlns:a16="http://schemas.microsoft.com/office/drawing/2014/main" id="{E2A04A84-D7DA-EE23-4062-F27037CAB8AD}"/>
                </a:ext>
              </a:extLst>
            </p:cNvPr>
            <p:cNvSpPr/>
            <p:nvPr/>
          </p:nvSpPr>
          <p:spPr>
            <a:xfrm>
              <a:off x="3765661" y="4856545"/>
              <a:ext cx="17606" cy="18364"/>
            </a:xfrm>
            <a:custGeom>
              <a:avLst/>
              <a:gdLst/>
              <a:ahLst/>
              <a:cxnLst/>
              <a:rect l="0" t="0" r="0" b="0"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3" name="pl51">
              <a:extLst>
                <a:ext uri="{FF2B5EF4-FFF2-40B4-BE49-F238E27FC236}">
                  <a16:creationId xmlns:a16="http://schemas.microsoft.com/office/drawing/2014/main" id="{342A4B54-EB09-F89D-7F92-7106EB401AC8}"/>
                </a:ext>
              </a:extLst>
            </p:cNvPr>
            <p:cNvSpPr/>
            <p:nvPr/>
          </p:nvSpPr>
          <p:spPr>
            <a:xfrm>
              <a:off x="3467456" y="4930072"/>
              <a:ext cx="28240" cy="22066"/>
            </a:xfrm>
            <a:custGeom>
              <a:avLst/>
              <a:gdLst/>
              <a:ahLst/>
              <a:cxnLst/>
              <a:rect l="0" t="0" r="0" b="0"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4" name="pl52">
              <a:extLst>
                <a:ext uri="{FF2B5EF4-FFF2-40B4-BE49-F238E27FC236}">
                  <a16:creationId xmlns:a16="http://schemas.microsoft.com/office/drawing/2014/main" id="{CB727A21-3D12-2C28-7D6B-CF73B693E1C6}"/>
                </a:ext>
              </a:extLst>
            </p:cNvPr>
            <p:cNvSpPr/>
            <p:nvPr/>
          </p:nvSpPr>
          <p:spPr>
            <a:xfrm>
              <a:off x="3818829" y="4872228"/>
              <a:ext cx="6076" cy="39356"/>
            </a:xfrm>
            <a:custGeom>
              <a:avLst/>
              <a:gdLst/>
              <a:ahLst/>
              <a:cxnLst/>
              <a:rect l="0" t="0" r="0" b="0"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5" name="pl53">
              <a:extLst>
                <a:ext uri="{FF2B5EF4-FFF2-40B4-BE49-F238E27FC236}">
                  <a16:creationId xmlns:a16="http://schemas.microsoft.com/office/drawing/2014/main" id="{1E8F2AAC-D3B1-4499-F64E-19450FFB4E50}"/>
                </a:ext>
              </a:extLst>
            </p:cNvPr>
            <p:cNvSpPr/>
            <p:nvPr/>
          </p:nvSpPr>
          <p:spPr>
            <a:xfrm>
              <a:off x="5034969" y="5680654"/>
              <a:ext cx="52086" cy="40293"/>
            </a:xfrm>
            <a:custGeom>
              <a:avLst/>
              <a:gdLst/>
              <a:ahLst/>
              <a:cxnLst/>
              <a:rect l="0" t="0" r="0" b="0"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6" name="pl54">
              <a:extLst>
                <a:ext uri="{FF2B5EF4-FFF2-40B4-BE49-F238E27FC236}">
                  <a16:creationId xmlns:a16="http://schemas.microsoft.com/office/drawing/2014/main" id="{C3A2ED6B-39EA-B509-1C01-9B8B8CA9FA32}"/>
                </a:ext>
              </a:extLst>
            </p:cNvPr>
            <p:cNvSpPr/>
            <p:nvPr/>
          </p:nvSpPr>
          <p:spPr>
            <a:xfrm>
              <a:off x="5041253" y="5308958"/>
              <a:ext cx="101332" cy="146381"/>
            </a:xfrm>
            <a:custGeom>
              <a:avLst/>
              <a:gdLst/>
              <a:ahLst/>
              <a:cxnLst/>
              <a:rect l="0" t="0" r="0" b="0"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7" name="pl55">
              <a:extLst>
                <a:ext uri="{FF2B5EF4-FFF2-40B4-BE49-F238E27FC236}">
                  <a16:creationId xmlns:a16="http://schemas.microsoft.com/office/drawing/2014/main" id="{010AAA4F-7DE7-D2E4-BDD7-1D4FAA73ABEC}"/>
                </a:ext>
              </a:extLst>
            </p:cNvPr>
            <p:cNvSpPr/>
            <p:nvPr/>
          </p:nvSpPr>
          <p:spPr>
            <a:xfrm>
              <a:off x="5421562" y="5703199"/>
              <a:ext cx="12982" cy="17748"/>
            </a:xfrm>
            <a:custGeom>
              <a:avLst/>
              <a:gdLst/>
              <a:ahLst/>
              <a:cxnLst/>
              <a:rect l="0" t="0" r="0" b="0"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8" name="pl56">
              <a:extLst>
                <a:ext uri="{FF2B5EF4-FFF2-40B4-BE49-F238E27FC236}">
                  <a16:creationId xmlns:a16="http://schemas.microsoft.com/office/drawing/2014/main" id="{0B57C052-2DEF-5D8B-4A12-7931AE610DC8}"/>
                </a:ext>
              </a:extLst>
            </p:cNvPr>
            <p:cNvSpPr/>
            <p:nvPr/>
          </p:nvSpPr>
          <p:spPr>
            <a:xfrm>
              <a:off x="5428973" y="5711410"/>
              <a:ext cx="5571" cy="9538"/>
            </a:xfrm>
            <a:custGeom>
              <a:avLst/>
              <a:gdLst/>
              <a:ahLst/>
              <a:cxnLst/>
              <a:rect l="0" t="0" r="0" b="0"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9" name="pl57">
              <a:extLst>
                <a:ext uri="{FF2B5EF4-FFF2-40B4-BE49-F238E27FC236}">
                  <a16:creationId xmlns:a16="http://schemas.microsoft.com/office/drawing/2014/main" id="{0D706A49-BCCA-A653-9AC9-A7AE98E62F9E}"/>
                </a:ext>
              </a:extLst>
            </p:cNvPr>
            <p:cNvSpPr/>
            <p:nvPr/>
          </p:nvSpPr>
          <p:spPr>
            <a:xfrm>
              <a:off x="5171416" y="5501662"/>
              <a:ext cx="74501" cy="128284"/>
            </a:xfrm>
            <a:custGeom>
              <a:avLst/>
              <a:gdLst/>
              <a:ahLst/>
              <a:cxnLst/>
              <a:rect l="0" t="0" r="0" b="0"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0" name="pl58">
              <a:extLst>
                <a:ext uri="{FF2B5EF4-FFF2-40B4-BE49-F238E27FC236}">
                  <a16:creationId xmlns:a16="http://schemas.microsoft.com/office/drawing/2014/main" id="{A67C336F-DF73-3F6F-8E44-D8DB78F84CA6}"/>
                </a:ext>
              </a:extLst>
            </p:cNvPr>
            <p:cNvSpPr/>
            <p:nvPr/>
          </p:nvSpPr>
          <p:spPr>
            <a:xfrm>
              <a:off x="5287431" y="5623207"/>
              <a:ext cx="49491" cy="78254"/>
            </a:xfrm>
            <a:custGeom>
              <a:avLst/>
              <a:gdLst/>
              <a:ahLst/>
              <a:cxnLst/>
              <a:rect l="0" t="0" r="0" b="0"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1" name="pl59">
              <a:extLst>
                <a:ext uri="{FF2B5EF4-FFF2-40B4-BE49-F238E27FC236}">
                  <a16:creationId xmlns:a16="http://schemas.microsoft.com/office/drawing/2014/main" id="{8DC26B02-9701-338A-89EA-1D3BF5E1BD7E}"/>
                </a:ext>
              </a:extLst>
            </p:cNvPr>
            <p:cNvSpPr/>
            <p:nvPr/>
          </p:nvSpPr>
          <p:spPr>
            <a:xfrm>
              <a:off x="4564778" y="5363894"/>
              <a:ext cx="18371" cy="16886"/>
            </a:xfrm>
            <a:custGeom>
              <a:avLst/>
              <a:gdLst/>
              <a:ahLst/>
              <a:cxnLst/>
              <a:rect l="0" t="0" r="0" b="0"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2" name="pl60">
              <a:extLst>
                <a:ext uri="{FF2B5EF4-FFF2-40B4-BE49-F238E27FC236}">
                  <a16:creationId xmlns:a16="http://schemas.microsoft.com/office/drawing/2014/main" id="{31D8100F-5C30-E700-DFCC-C684B6074A75}"/>
                </a:ext>
              </a:extLst>
            </p:cNvPr>
            <p:cNvSpPr/>
            <p:nvPr/>
          </p:nvSpPr>
          <p:spPr>
            <a:xfrm>
              <a:off x="4986243" y="5552465"/>
              <a:ext cx="78359" cy="128202"/>
            </a:xfrm>
            <a:custGeom>
              <a:avLst/>
              <a:gdLst/>
              <a:ahLst/>
              <a:cxnLst/>
              <a:rect l="0" t="0" r="0" b="0"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3" name="pl61">
              <a:extLst>
                <a:ext uri="{FF2B5EF4-FFF2-40B4-BE49-F238E27FC236}">
                  <a16:creationId xmlns:a16="http://schemas.microsoft.com/office/drawing/2014/main" id="{7502BBB2-C879-2151-3E4C-582B37772B18}"/>
                </a:ext>
              </a:extLst>
            </p:cNvPr>
            <p:cNvSpPr/>
            <p:nvPr/>
          </p:nvSpPr>
          <p:spPr>
            <a:xfrm>
              <a:off x="4628553" y="5624377"/>
              <a:ext cx="11174" cy="13889"/>
            </a:xfrm>
            <a:custGeom>
              <a:avLst/>
              <a:gdLst/>
              <a:ahLst/>
              <a:cxnLst/>
              <a:rect l="0" t="0" r="0" b="0"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4" name="pl62">
              <a:extLst>
                <a:ext uri="{FF2B5EF4-FFF2-40B4-BE49-F238E27FC236}">
                  <a16:creationId xmlns:a16="http://schemas.microsoft.com/office/drawing/2014/main" id="{4E43585A-2632-09B1-E1B9-609D11E5AB46}"/>
                </a:ext>
              </a:extLst>
            </p:cNvPr>
            <p:cNvSpPr/>
            <p:nvPr/>
          </p:nvSpPr>
          <p:spPr>
            <a:xfrm>
              <a:off x="4762240" y="5181379"/>
              <a:ext cx="29813" cy="90488"/>
            </a:xfrm>
            <a:custGeom>
              <a:avLst/>
              <a:gdLst/>
              <a:ahLst/>
              <a:cxnLst/>
              <a:rect l="0" t="0" r="0" b="0"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5" name="pl63">
              <a:extLst>
                <a:ext uri="{FF2B5EF4-FFF2-40B4-BE49-F238E27FC236}">
                  <a16:creationId xmlns:a16="http://schemas.microsoft.com/office/drawing/2014/main" id="{F27EE29B-7117-DD46-08D9-08B45564C34F}"/>
                </a:ext>
              </a:extLst>
            </p:cNvPr>
            <p:cNvSpPr/>
            <p:nvPr/>
          </p:nvSpPr>
          <p:spPr>
            <a:xfrm>
              <a:off x="4568384" y="5342499"/>
              <a:ext cx="9551" cy="29024"/>
            </a:xfrm>
            <a:custGeom>
              <a:avLst/>
              <a:gdLst/>
              <a:ahLst/>
              <a:cxnLst/>
              <a:rect l="0" t="0" r="0" b="0"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6" name="pl64">
              <a:extLst>
                <a:ext uri="{FF2B5EF4-FFF2-40B4-BE49-F238E27FC236}">
                  <a16:creationId xmlns:a16="http://schemas.microsoft.com/office/drawing/2014/main" id="{5786829D-D931-BAB2-8111-EBA461985789}"/>
                </a:ext>
              </a:extLst>
            </p:cNvPr>
            <p:cNvSpPr/>
            <p:nvPr/>
          </p:nvSpPr>
          <p:spPr>
            <a:xfrm>
              <a:off x="4924654" y="5328876"/>
              <a:ext cx="118982" cy="41655"/>
            </a:xfrm>
            <a:custGeom>
              <a:avLst/>
              <a:gdLst/>
              <a:ahLst/>
              <a:cxnLst/>
              <a:rect l="0" t="0" r="0" b="0"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7" name="pl65">
              <a:extLst>
                <a:ext uri="{FF2B5EF4-FFF2-40B4-BE49-F238E27FC236}">
                  <a16:creationId xmlns:a16="http://schemas.microsoft.com/office/drawing/2014/main" id="{90EAAA1C-6B09-E8B7-AC19-748626DCA1EB}"/>
                </a:ext>
              </a:extLst>
            </p:cNvPr>
            <p:cNvSpPr/>
            <p:nvPr/>
          </p:nvSpPr>
          <p:spPr>
            <a:xfrm>
              <a:off x="4746164" y="5532110"/>
              <a:ext cx="36201" cy="55120"/>
            </a:xfrm>
            <a:custGeom>
              <a:avLst/>
              <a:gdLst/>
              <a:ahLst/>
              <a:cxnLst/>
              <a:rect l="0" t="0" r="0" b="0"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8" name="pl66">
              <a:extLst>
                <a:ext uri="{FF2B5EF4-FFF2-40B4-BE49-F238E27FC236}">
                  <a16:creationId xmlns:a16="http://schemas.microsoft.com/office/drawing/2014/main" id="{8B3AF61F-4DE5-9794-FEDE-85E56A04199D}"/>
                </a:ext>
              </a:extLst>
            </p:cNvPr>
            <p:cNvSpPr/>
            <p:nvPr/>
          </p:nvSpPr>
          <p:spPr>
            <a:xfrm>
              <a:off x="2822643" y="2077614"/>
              <a:ext cx="4111278" cy="3643333"/>
            </a:xfrm>
            <a:custGeom>
              <a:avLst/>
              <a:gdLst/>
              <a:ahLst/>
              <a:cxnLst/>
              <a:rect l="0" t="0" r="0" b="0"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9" name="pl67">
              <a:extLst>
                <a:ext uri="{FF2B5EF4-FFF2-40B4-BE49-F238E27FC236}">
                  <a16:creationId xmlns:a16="http://schemas.microsoft.com/office/drawing/2014/main" id="{39011CDC-A578-1912-9F70-5916D8139BDB}"/>
                </a:ext>
              </a:extLst>
            </p:cNvPr>
            <p:cNvSpPr/>
            <p:nvPr/>
          </p:nvSpPr>
          <p:spPr>
            <a:xfrm>
              <a:off x="4608416" y="5640134"/>
              <a:ext cx="8141" cy="4816"/>
            </a:xfrm>
            <a:custGeom>
              <a:avLst/>
              <a:gdLst/>
              <a:ahLst/>
              <a:cxnLst/>
              <a:rect l="0" t="0" r="0" b="0"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0" name="rc68">
              <a:extLst>
                <a:ext uri="{FF2B5EF4-FFF2-40B4-BE49-F238E27FC236}">
                  <a16:creationId xmlns:a16="http://schemas.microsoft.com/office/drawing/2014/main" id="{E6D9EC88-50D4-C2BB-C2D1-1F3E574174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1" name="rc69">
              <a:extLst>
                <a:ext uri="{FF2B5EF4-FFF2-40B4-BE49-F238E27FC236}">
                  <a16:creationId xmlns:a16="http://schemas.microsoft.com/office/drawing/2014/main" id="{6B78D634-2D62-59CD-0013-DCBA66A8D0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2" name="rc70">
              <a:extLst>
                <a:ext uri="{FF2B5EF4-FFF2-40B4-BE49-F238E27FC236}">
                  <a16:creationId xmlns:a16="http://schemas.microsoft.com/office/drawing/2014/main" id="{95425107-6E74-CADE-1320-082BF74EAD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3" name="rc71">
              <a:extLst>
                <a:ext uri="{FF2B5EF4-FFF2-40B4-BE49-F238E27FC236}">
                  <a16:creationId xmlns:a16="http://schemas.microsoft.com/office/drawing/2014/main" id="{A53E3CCB-4D21-4609-9B14-ACBAF844DE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4" name="rc72">
              <a:extLst>
                <a:ext uri="{FF2B5EF4-FFF2-40B4-BE49-F238E27FC236}">
                  <a16:creationId xmlns:a16="http://schemas.microsoft.com/office/drawing/2014/main" id="{D18B23EC-0F50-C4BD-9C15-3FBF4D9E86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5" name="rc73">
              <a:extLst>
                <a:ext uri="{FF2B5EF4-FFF2-40B4-BE49-F238E27FC236}">
                  <a16:creationId xmlns:a16="http://schemas.microsoft.com/office/drawing/2014/main" id="{BF02DC73-3D9F-BFAA-5CF2-F52AA9F995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6" name="rc74">
              <a:extLst>
                <a:ext uri="{FF2B5EF4-FFF2-40B4-BE49-F238E27FC236}">
                  <a16:creationId xmlns:a16="http://schemas.microsoft.com/office/drawing/2014/main" id="{C87D80A6-5B2B-8EA1-B3BF-D0B7731ADA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7" name="rc75">
              <a:extLst>
                <a:ext uri="{FF2B5EF4-FFF2-40B4-BE49-F238E27FC236}">
                  <a16:creationId xmlns:a16="http://schemas.microsoft.com/office/drawing/2014/main" id="{2768CCBC-9C9E-B48E-6D8F-CCF091266D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8" name="rc76">
              <a:extLst>
                <a:ext uri="{FF2B5EF4-FFF2-40B4-BE49-F238E27FC236}">
                  <a16:creationId xmlns:a16="http://schemas.microsoft.com/office/drawing/2014/main" id="{438CB37D-39D3-0B91-F638-265C5A4A41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9" name="rc77">
              <a:extLst>
                <a:ext uri="{FF2B5EF4-FFF2-40B4-BE49-F238E27FC236}">
                  <a16:creationId xmlns:a16="http://schemas.microsoft.com/office/drawing/2014/main" id="{1CF91A50-8F73-42FD-04D2-092E24C150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0" name="rc78">
              <a:extLst>
                <a:ext uri="{FF2B5EF4-FFF2-40B4-BE49-F238E27FC236}">
                  <a16:creationId xmlns:a16="http://schemas.microsoft.com/office/drawing/2014/main" id="{820D82BB-ECB5-4A97-8618-5E0A7AFC22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1" name="rc79">
              <a:extLst>
                <a:ext uri="{FF2B5EF4-FFF2-40B4-BE49-F238E27FC236}">
                  <a16:creationId xmlns:a16="http://schemas.microsoft.com/office/drawing/2014/main" id="{3F885F75-260B-3952-3D2A-20079B4565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2" name="rc80">
              <a:extLst>
                <a:ext uri="{FF2B5EF4-FFF2-40B4-BE49-F238E27FC236}">
                  <a16:creationId xmlns:a16="http://schemas.microsoft.com/office/drawing/2014/main" id="{3AE0C9E9-8DAD-475A-7D73-AFC97C29AF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3" name="rc81">
              <a:extLst>
                <a:ext uri="{FF2B5EF4-FFF2-40B4-BE49-F238E27FC236}">
                  <a16:creationId xmlns:a16="http://schemas.microsoft.com/office/drawing/2014/main" id="{E3492E4C-DA6F-30AB-3298-EC517CFBD0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4" name="rc82">
              <a:extLst>
                <a:ext uri="{FF2B5EF4-FFF2-40B4-BE49-F238E27FC236}">
                  <a16:creationId xmlns:a16="http://schemas.microsoft.com/office/drawing/2014/main" id="{57C198FE-5DCA-71B5-5EB6-603F33521A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5" name="rc83">
              <a:extLst>
                <a:ext uri="{FF2B5EF4-FFF2-40B4-BE49-F238E27FC236}">
                  <a16:creationId xmlns:a16="http://schemas.microsoft.com/office/drawing/2014/main" id="{5A4E8BA4-D491-5487-2830-A2BBBA7666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6" name="rc84">
              <a:extLst>
                <a:ext uri="{FF2B5EF4-FFF2-40B4-BE49-F238E27FC236}">
                  <a16:creationId xmlns:a16="http://schemas.microsoft.com/office/drawing/2014/main" id="{6B53878E-43E1-D3BA-F242-18C8317932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7" name="rc85">
              <a:extLst>
                <a:ext uri="{FF2B5EF4-FFF2-40B4-BE49-F238E27FC236}">
                  <a16:creationId xmlns:a16="http://schemas.microsoft.com/office/drawing/2014/main" id="{A4B09934-FCF0-CA85-0EBC-1DCE28D050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8" name="rc86">
              <a:extLst>
                <a:ext uri="{FF2B5EF4-FFF2-40B4-BE49-F238E27FC236}">
                  <a16:creationId xmlns:a16="http://schemas.microsoft.com/office/drawing/2014/main" id="{171571DB-10ED-4069-1D5E-FC403A98D7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9" name="rc87">
              <a:extLst>
                <a:ext uri="{FF2B5EF4-FFF2-40B4-BE49-F238E27FC236}">
                  <a16:creationId xmlns:a16="http://schemas.microsoft.com/office/drawing/2014/main" id="{B3F1131A-9730-4FCB-29C0-ED57F2D144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0" name="rc88">
              <a:extLst>
                <a:ext uri="{FF2B5EF4-FFF2-40B4-BE49-F238E27FC236}">
                  <a16:creationId xmlns:a16="http://schemas.microsoft.com/office/drawing/2014/main" id="{7939D123-7425-87F7-449F-1124D8D6B7D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1" name="rc89">
              <a:extLst>
                <a:ext uri="{FF2B5EF4-FFF2-40B4-BE49-F238E27FC236}">
                  <a16:creationId xmlns:a16="http://schemas.microsoft.com/office/drawing/2014/main" id="{E2C44F95-8CDF-C0F2-4475-308124C8D8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2" name="rc90">
              <a:extLst>
                <a:ext uri="{FF2B5EF4-FFF2-40B4-BE49-F238E27FC236}">
                  <a16:creationId xmlns:a16="http://schemas.microsoft.com/office/drawing/2014/main" id="{673CE92A-B244-D3E4-A0AB-854A4460B6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3" name="rc91">
              <a:extLst>
                <a:ext uri="{FF2B5EF4-FFF2-40B4-BE49-F238E27FC236}">
                  <a16:creationId xmlns:a16="http://schemas.microsoft.com/office/drawing/2014/main" id="{84FE52EF-8E01-2DE1-6225-4EE82659A6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4" name="rc92">
              <a:extLst>
                <a:ext uri="{FF2B5EF4-FFF2-40B4-BE49-F238E27FC236}">
                  <a16:creationId xmlns:a16="http://schemas.microsoft.com/office/drawing/2014/main" id="{E3865F31-8236-786D-5570-C0CE3E9AB7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5" name="rc93">
              <a:extLst>
                <a:ext uri="{FF2B5EF4-FFF2-40B4-BE49-F238E27FC236}">
                  <a16:creationId xmlns:a16="http://schemas.microsoft.com/office/drawing/2014/main" id="{700B187B-24C3-4DD6-7824-3DB6A462DB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6" name="rc94">
              <a:extLst>
                <a:ext uri="{FF2B5EF4-FFF2-40B4-BE49-F238E27FC236}">
                  <a16:creationId xmlns:a16="http://schemas.microsoft.com/office/drawing/2014/main" id="{DFF6032B-BD09-5B3B-91A7-974F167F86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7" name="rc95">
              <a:extLst>
                <a:ext uri="{FF2B5EF4-FFF2-40B4-BE49-F238E27FC236}">
                  <a16:creationId xmlns:a16="http://schemas.microsoft.com/office/drawing/2014/main" id="{3DBDCB2A-F558-6959-852A-DC75C75462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8" name="rc96">
              <a:extLst>
                <a:ext uri="{FF2B5EF4-FFF2-40B4-BE49-F238E27FC236}">
                  <a16:creationId xmlns:a16="http://schemas.microsoft.com/office/drawing/2014/main" id="{7E5C5394-F1D6-0FB5-A5EE-DFEE1A981F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9" name="rc97">
              <a:extLst>
                <a:ext uri="{FF2B5EF4-FFF2-40B4-BE49-F238E27FC236}">
                  <a16:creationId xmlns:a16="http://schemas.microsoft.com/office/drawing/2014/main" id="{5C07A481-8A5C-61C3-D62C-05234FF212A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0" name="rc98">
              <a:extLst>
                <a:ext uri="{FF2B5EF4-FFF2-40B4-BE49-F238E27FC236}">
                  <a16:creationId xmlns:a16="http://schemas.microsoft.com/office/drawing/2014/main" id="{A1995373-CA10-8243-89BB-B8D5D3506A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1" name="rc99">
              <a:extLst>
                <a:ext uri="{FF2B5EF4-FFF2-40B4-BE49-F238E27FC236}">
                  <a16:creationId xmlns:a16="http://schemas.microsoft.com/office/drawing/2014/main" id="{4F17631B-421B-F53C-792A-AFC549F36F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2" name="rc100">
              <a:extLst>
                <a:ext uri="{FF2B5EF4-FFF2-40B4-BE49-F238E27FC236}">
                  <a16:creationId xmlns:a16="http://schemas.microsoft.com/office/drawing/2014/main" id="{B427718F-CAA5-4F3B-028D-AD8CDF846E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3" name="rc101">
              <a:extLst>
                <a:ext uri="{FF2B5EF4-FFF2-40B4-BE49-F238E27FC236}">
                  <a16:creationId xmlns:a16="http://schemas.microsoft.com/office/drawing/2014/main" id="{0B1F9AD2-49F5-2BEE-9130-5E7D416D50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4" name="rc102">
              <a:extLst>
                <a:ext uri="{FF2B5EF4-FFF2-40B4-BE49-F238E27FC236}">
                  <a16:creationId xmlns:a16="http://schemas.microsoft.com/office/drawing/2014/main" id="{F783F372-4923-7AF7-0FDB-D67758776A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5" name="rc103">
              <a:extLst>
                <a:ext uri="{FF2B5EF4-FFF2-40B4-BE49-F238E27FC236}">
                  <a16:creationId xmlns:a16="http://schemas.microsoft.com/office/drawing/2014/main" id="{F16F6077-D3F1-04DE-34EF-D3C455A1E2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6" name="rc104">
              <a:extLst>
                <a:ext uri="{FF2B5EF4-FFF2-40B4-BE49-F238E27FC236}">
                  <a16:creationId xmlns:a16="http://schemas.microsoft.com/office/drawing/2014/main" id="{B196074B-D459-9027-738E-67F54C16FB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7" name="rc105">
              <a:extLst>
                <a:ext uri="{FF2B5EF4-FFF2-40B4-BE49-F238E27FC236}">
                  <a16:creationId xmlns:a16="http://schemas.microsoft.com/office/drawing/2014/main" id="{E38C264E-289B-5333-C6EB-29A930D905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8" name="rc106">
              <a:extLst>
                <a:ext uri="{FF2B5EF4-FFF2-40B4-BE49-F238E27FC236}">
                  <a16:creationId xmlns:a16="http://schemas.microsoft.com/office/drawing/2014/main" id="{449BD772-9C60-D92A-4C16-9BEEBE0C738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9" name="rc107">
              <a:extLst>
                <a:ext uri="{FF2B5EF4-FFF2-40B4-BE49-F238E27FC236}">
                  <a16:creationId xmlns:a16="http://schemas.microsoft.com/office/drawing/2014/main" id="{8CB11366-DF42-367D-F6C1-935F337021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0" name="rc108">
              <a:extLst>
                <a:ext uri="{FF2B5EF4-FFF2-40B4-BE49-F238E27FC236}">
                  <a16:creationId xmlns:a16="http://schemas.microsoft.com/office/drawing/2014/main" id="{387BBDCF-57BD-C2D3-2674-182016B643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1" name="rc109">
              <a:extLst>
                <a:ext uri="{FF2B5EF4-FFF2-40B4-BE49-F238E27FC236}">
                  <a16:creationId xmlns:a16="http://schemas.microsoft.com/office/drawing/2014/main" id="{460C38C6-20A1-637A-4DED-D41F571837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2" name="rc110">
              <a:extLst>
                <a:ext uri="{FF2B5EF4-FFF2-40B4-BE49-F238E27FC236}">
                  <a16:creationId xmlns:a16="http://schemas.microsoft.com/office/drawing/2014/main" id="{C97A9613-71FB-2CB6-86FF-A38186C304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3" name="rc111">
              <a:extLst>
                <a:ext uri="{FF2B5EF4-FFF2-40B4-BE49-F238E27FC236}">
                  <a16:creationId xmlns:a16="http://schemas.microsoft.com/office/drawing/2014/main" id="{9EB790F9-53FA-61FB-2B96-D1E1F8BB5C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4" name="rc112">
              <a:extLst>
                <a:ext uri="{FF2B5EF4-FFF2-40B4-BE49-F238E27FC236}">
                  <a16:creationId xmlns:a16="http://schemas.microsoft.com/office/drawing/2014/main" id="{40F63FBE-DEF6-6012-E9C3-508638B324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5" name="rc113">
              <a:extLst>
                <a:ext uri="{FF2B5EF4-FFF2-40B4-BE49-F238E27FC236}">
                  <a16:creationId xmlns:a16="http://schemas.microsoft.com/office/drawing/2014/main" id="{793B7171-E08C-B2DE-265E-72024BC0D3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6" name="rc114">
              <a:extLst>
                <a:ext uri="{FF2B5EF4-FFF2-40B4-BE49-F238E27FC236}">
                  <a16:creationId xmlns:a16="http://schemas.microsoft.com/office/drawing/2014/main" id="{5211CE6D-DDFE-2237-1A4B-9FFC37A1C0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7" name="rc115">
              <a:extLst>
                <a:ext uri="{FF2B5EF4-FFF2-40B4-BE49-F238E27FC236}">
                  <a16:creationId xmlns:a16="http://schemas.microsoft.com/office/drawing/2014/main" id="{0E75C8C8-0CC4-507A-4783-895E3900E4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8" name="rc116">
              <a:extLst>
                <a:ext uri="{FF2B5EF4-FFF2-40B4-BE49-F238E27FC236}">
                  <a16:creationId xmlns:a16="http://schemas.microsoft.com/office/drawing/2014/main" id="{8C72D708-5453-93D9-F805-30A5133CEA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9" name="rc117">
              <a:extLst>
                <a:ext uri="{FF2B5EF4-FFF2-40B4-BE49-F238E27FC236}">
                  <a16:creationId xmlns:a16="http://schemas.microsoft.com/office/drawing/2014/main" id="{C692C949-3A23-32FA-183C-09DAA5BF4F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0" name="rc118">
              <a:extLst>
                <a:ext uri="{FF2B5EF4-FFF2-40B4-BE49-F238E27FC236}">
                  <a16:creationId xmlns:a16="http://schemas.microsoft.com/office/drawing/2014/main" id="{4C113446-9D49-0227-49A6-D6F7028BBB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1" name="rc119">
              <a:extLst>
                <a:ext uri="{FF2B5EF4-FFF2-40B4-BE49-F238E27FC236}">
                  <a16:creationId xmlns:a16="http://schemas.microsoft.com/office/drawing/2014/main" id="{284B7E82-A29B-191A-F13D-404AB9D546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2" name="rc120">
              <a:extLst>
                <a:ext uri="{FF2B5EF4-FFF2-40B4-BE49-F238E27FC236}">
                  <a16:creationId xmlns:a16="http://schemas.microsoft.com/office/drawing/2014/main" id="{CF5FC750-94F4-20F9-C894-8887BE1E4D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3" name="rc121">
              <a:extLst>
                <a:ext uri="{FF2B5EF4-FFF2-40B4-BE49-F238E27FC236}">
                  <a16:creationId xmlns:a16="http://schemas.microsoft.com/office/drawing/2014/main" id="{B356C02F-E283-F71F-550A-5C4059ABE2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4" name="rc122">
              <a:extLst>
                <a:ext uri="{FF2B5EF4-FFF2-40B4-BE49-F238E27FC236}">
                  <a16:creationId xmlns:a16="http://schemas.microsoft.com/office/drawing/2014/main" id="{F88C9DB3-4561-ABEF-4D5D-8C3663B60E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5" name="rc123">
              <a:extLst>
                <a:ext uri="{FF2B5EF4-FFF2-40B4-BE49-F238E27FC236}">
                  <a16:creationId xmlns:a16="http://schemas.microsoft.com/office/drawing/2014/main" id="{D6D41185-A544-D5DB-6B75-A63DE37D14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6" name="rc124">
              <a:extLst>
                <a:ext uri="{FF2B5EF4-FFF2-40B4-BE49-F238E27FC236}">
                  <a16:creationId xmlns:a16="http://schemas.microsoft.com/office/drawing/2014/main" id="{5A488996-EC37-D714-DD71-451792F272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7" name="rc125">
              <a:extLst>
                <a:ext uri="{FF2B5EF4-FFF2-40B4-BE49-F238E27FC236}">
                  <a16:creationId xmlns:a16="http://schemas.microsoft.com/office/drawing/2014/main" id="{FDA2BFE2-E804-5DFE-3891-E777E2C018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8" name="rc126">
              <a:extLst>
                <a:ext uri="{FF2B5EF4-FFF2-40B4-BE49-F238E27FC236}">
                  <a16:creationId xmlns:a16="http://schemas.microsoft.com/office/drawing/2014/main" id="{90A62446-71C6-52F9-C049-262673E7E6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9" name="rc127">
              <a:extLst>
                <a:ext uri="{FF2B5EF4-FFF2-40B4-BE49-F238E27FC236}">
                  <a16:creationId xmlns:a16="http://schemas.microsoft.com/office/drawing/2014/main" id="{0443327F-58B8-766E-8FFB-503C25AF25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0" name="rc128">
              <a:extLst>
                <a:ext uri="{FF2B5EF4-FFF2-40B4-BE49-F238E27FC236}">
                  <a16:creationId xmlns:a16="http://schemas.microsoft.com/office/drawing/2014/main" id="{21460A6F-84DF-8F49-0565-D074E2D2D3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1" name="rc129">
              <a:extLst>
                <a:ext uri="{FF2B5EF4-FFF2-40B4-BE49-F238E27FC236}">
                  <a16:creationId xmlns:a16="http://schemas.microsoft.com/office/drawing/2014/main" id="{A85976B8-704E-72AD-10B3-2E12C9B8F6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2" name="rc130">
              <a:extLst>
                <a:ext uri="{FF2B5EF4-FFF2-40B4-BE49-F238E27FC236}">
                  <a16:creationId xmlns:a16="http://schemas.microsoft.com/office/drawing/2014/main" id="{DF9EFBAF-1DB5-9456-7453-DDA6DF762B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3" name="rc131">
              <a:extLst>
                <a:ext uri="{FF2B5EF4-FFF2-40B4-BE49-F238E27FC236}">
                  <a16:creationId xmlns:a16="http://schemas.microsoft.com/office/drawing/2014/main" id="{0BC644CA-DD91-CC48-D909-3C3F4315F9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4" name="rc132">
              <a:extLst>
                <a:ext uri="{FF2B5EF4-FFF2-40B4-BE49-F238E27FC236}">
                  <a16:creationId xmlns:a16="http://schemas.microsoft.com/office/drawing/2014/main" id="{0181BD69-E1C4-688C-FC8F-5771586E16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5" name="rc133">
              <a:extLst>
                <a:ext uri="{FF2B5EF4-FFF2-40B4-BE49-F238E27FC236}">
                  <a16:creationId xmlns:a16="http://schemas.microsoft.com/office/drawing/2014/main" id="{90B407CC-B6FA-CEE5-2E1C-E77686C89D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6" name="rc134">
              <a:extLst>
                <a:ext uri="{FF2B5EF4-FFF2-40B4-BE49-F238E27FC236}">
                  <a16:creationId xmlns:a16="http://schemas.microsoft.com/office/drawing/2014/main" id="{5CDFA980-EFAE-F41D-FB0B-9D31333CB0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7" name="rc135">
              <a:extLst>
                <a:ext uri="{FF2B5EF4-FFF2-40B4-BE49-F238E27FC236}">
                  <a16:creationId xmlns:a16="http://schemas.microsoft.com/office/drawing/2014/main" id="{C5094216-D7A2-32D4-558F-AA2F781401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8" name="rc136">
              <a:extLst>
                <a:ext uri="{FF2B5EF4-FFF2-40B4-BE49-F238E27FC236}">
                  <a16:creationId xmlns:a16="http://schemas.microsoft.com/office/drawing/2014/main" id="{A15261AA-7B3C-B43A-2758-B41477A89D8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9" name="rc137">
              <a:extLst>
                <a:ext uri="{FF2B5EF4-FFF2-40B4-BE49-F238E27FC236}">
                  <a16:creationId xmlns:a16="http://schemas.microsoft.com/office/drawing/2014/main" id="{D8FA1381-F3FE-ED27-447F-FC28C5B999A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0" name="rc138">
              <a:extLst>
                <a:ext uri="{FF2B5EF4-FFF2-40B4-BE49-F238E27FC236}">
                  <a16:creationId xmlns:a16="http://schemas.microsoft.com/office/drawing/2014/main" id="{044BD89A-14DB-2912-6AB6-E01304FD98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1" name="rc139">
              <a:extLst>
                <a:ext uri="{FF2B5EF4-FFF2-40B4-BE49-F238E27FC236}">
                  <a16:creationId xmlns:a16="http://schemas.microsoft.com/office/drawing/2014/main" id="{C6D9613A-659A-85A2-131D-924620347D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2" name="rc140">
              <a:extLst>
                <a:ext uri="{FF2B5EF4-FFF2-40B4-BE49-F238E27FC236}">
                  <a16:creationId xmlns:a16="http://schemas.microsoft.com/office/drawing/2014/main" id="{06DA9257-8B63-1766-6600-855C33771F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3" name="rc141">
              <a:extLst>
                <a:ext uri="{FF2B5EF4-FFF2-40B4-BE49-F238E27FC236}">
                  <a16:creationId xmlns:a16="http://schemas.microsoft.com/office/drawing/2014/main" id="{4F4F0DF6-E569-6E4A-79A2-7D24D6E478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4" name="rc142">
              <a:extLst>
                <a:ext uri="{FF2B5EF4-FFF2-40B4-BE49-F238E27FC236}">
                  <a16:creationId xmlns:a16="http://schemas.microsoft.com/office/drawing/2014/main" id="{C5BF484C-4923-4E21-D195-76291C12B7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5" name="rc143">
              <a:extLst>
                <a:ext uri="{FF2B5EF4-FFF2-40B4-BE49-F238E27FC236}">
                  <a16:creationId xmlns:a16="http://schemas.microsoft.com/office/drawing/2014/main" id="{8F15E946-EFF3-7DD5-C549-BF1E2D571C3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6" name="rc144">
              <a:extLst>
                <a:ext uri="{FF2B5EF4-FFF2-40B4-BE49-F238E27FC236}">
                  <a16:creationId xmlns:a16="http://schemas.microsoft.com/office/drawing/2014/main" id="{0B711E98-AA9E-8F09-12C2-AD8FAC3D76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7" name="rc145">
              <a:extLst>
                <a:ext uri="{FF2B5EF4-FFF2-40B4-BE49-F238E27FC236}">
                  <a16:creationId xmlns:a16="http://schemas.microsoft.com/office/drawing/2014/main" id="{BF2B4852-E9D3-DA6F-AEB7-E274F9FAF5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8" name="rc146">
              <a:extLst>
                <a:ext uri="{FF2B5EF4-FFF2-40B4-BE49-F238E27FC236}">
                  <a16:creationId xmlns:a16="http://schemas.microsoft.com/office/drawing/2014/main" id="{241960B0-0E0A-0CFE-D335-E85A35E07F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9" name="rc147">
              <a:extLst>
                <a:ext uri="{FF2B5EF4-FFF2-40B4-BE49-F238E27FC236}">
                  <a16:creationId xmlns:a16="http://schemas.microsoft.com/office/drawing/2014/main" id="{FD7EE9AC-06E7-D74D-B07D-BCFBD53645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0" name="rc148">
              <a:extLst>
                <a:ext uri="{FF2B5EF4-FFF2-40B4-BE49-F238E27FC236}">
                  <a16:creationId xmlns:a16="http://schemas.microsoft.com/office/drawing/2014/main" id="{4B53F626-F611-7F9A-F0F4-D436F83D76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1" name="rc149">
              <a:extLst>
                <a:ext uri="{FF2B5EF4-FFF2-40B4-BE49-F238E27FC236}">
                  <a16:creationId xmlns:a16="http://schemas.microsoft.com/office/drawing/2014/main" id="{43AAB6AB-522B-4514-40D6-A68FC3F68C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2" name="rc150">
              <a:extLst>
                <a:ext uri="{FF2B5EF4-FFF2-40B4-BE49-F238E27FC236}">
                  <a16:creationId xmlns:a16="http://schemas.microsoft.com/office/drawing/2014/main" id="{D6127B0E-CEB4-1690-0045-C01C25F844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3" name="rc151">
              <a:extLst>
                <a:ext uri="{FF2B5EF4-FFF2-40B4-BE49-F238E27FC236}">
                  <a16:creationId xmlns:a16="http://schemas.microsoft.com/office/drawing/2014/main" id="{0C65CE18-3DE7-F80E-7FB4-6273693118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4" name="rc152">
              <a:extLst>
                <a:ext uri="{FF2B5EF4-FFF2-40B4-BE49-F238E27FC236}">
                  <a16:creationId xmlns:a16="http://schemas.microsoft.com/office/drawing/2014/main" id="{EC7F2ADB-80DB-F25D-14A9-4F7424CF9B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5" name="rc153">
              <a:extLst>
                <a:ext uri="{FF2B5EF4-FFF2-40B4-BE49-F238E27FC236}">
                  <a16:creationId xmlns:a16="http://schemas.microsoft.com/office/drawing/2014/main" id="{C81E8DB3-8D6C-C8D9-8F28-3AB81BFE64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6" name="rc154">
              <a:extLst>
                <a:ext uri="{FF2B5EF4-FFF2-40B4-BE49-F238E27FC236}">
                  <a16:creationId xmlns:a16="http://schemas.microsoft.com/office/drawing/2014/main" id="{BBD33C1F-2622-E228-8D27-A117E52281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7" name="rc155">
              <a:extLst>
                <a:ext uri="{FF2B5EF4-FFF2-40B4-BE49-F238E27FC236}">
                  <a16:creationId xmlns:a16="http://schemas.microsoft.com/office/drawing/2014/main" id="{EAB7114F-3034-2EBC-E54D-44CC555220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8" name="rc156">
              <a:extLst>
                <a:ext uri="{FF2B5EF4-FFF2-40B4-BE49-F238E27FC236}">
                  <a16:creationId xmlns:a16="http://schemas.microsoft.com/office/drawing/2014/main" id="{BB8B1936-FF88-A84A-58D0-1A73AAD2F1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9" name="rc157">
              <a:extLst>
                <a:ext uri="{FF2B5EF4-FFF2-40B4-BE49-F238E27FC236}">
                  <a16:creationId xmlns:a16="http://schemas.microsoft.com/office/drawing/2014/main" id="{73F68E52-5393-5D7D-E3B3-7EB877379C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0" name="rc158">
              <a:extLst>
                <a:ext uri="{FF2B5EF4-FFF2-40B4-BE49-F238E27FC236}">
                  <a16:creationId xmlns:a16="http://schemas.microsoft.com/office/drawing/2014/main" id="{AAC7B81D-0991-0F20-2113-8258BE7B0CA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1" name="rc159">
              <a:extLst>
                <a:ext uri="{FF2B5EF4-FFF2-40B4-BE49-F238E27FC236}">
                  <a16:creationId xmlns:a16="http://schemas.microsoft.com/office/drawing/2014/main" id="{40B61D71-B2C9-55A4-2FBD-81419E86D1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2" name="rc160">
              <a:extLst>
                <a:ext uri="{FF2B5EF4-FFF2-40B4-BE49-F238E27FC236}">
                  <a16:creationId xmlns:a16="http://schemas.microsoft.com/office/drawing/2014/main" id="{72CA97BB-E18C-6E5A-1164-2D955B72BD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3" name="rc161">
              <a:extLst>
                <a:ext uri="{FF2B5EF4-FFF2-40B4-BE49-F238E27FC236}">
                  <a16:creationId xmlns:a16="http://schemas.microsoft.com/office/drawing/2014/main" id="{17E78FF7-D4D6-2C2F-6C72-989B5AB944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4" name="rc162">
              <a:extLst>
                <a:ext uri="{FF2B5EF4-FFF2-40B4-BE49-F238E27FC236}">
                  <a16:creationId xmlns:a16="http://schemas.microsoft.com/office/drawing/2014/main" id="{07428366-506F-31ED-CC06-8113349B0C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5" name="rc163">
              <a:extLst>
                <a:ext uri="{FF2B5EF4-FFF2-40B4-BE49-F238E27FC236}">
                  <a16:creationId xmlns:a16="http://schemas.microsoft.com/office/drawing/2014/main" id="{BAF43ECC-FF5A-8730-4186-7B2A8CA422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6" name="rc164">
              <a:extLst>
                <a:ext uri="{FF2B5EF4-FFF2-40B4-BE49-F238E27FC236}">
                  <a16:creationId xmlns:a16="http://schemas.microsoft.com/office/drawing/2014/main" id="{3DF3ED0E-7310-D2F6-22AE-095DFA581F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7" name="rc165">
              <a:extLst>
                <a:ext uri="{FF2B5EF4-FFF2-40B4-BE49-F238E27FC236}">
                  <a16:creationId xmlns:a16="http://schemas.microsoft.com/office/drawing/2014/main" id="{3B8ED093-8833-C4B2-2B3C-3D053DDF00C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8" name="rc166">
              <a:extLst>
                <a:ext uri="{FF2B5EF4-FFF2-40B4-BE49-F238E27FC236}">
                  <a16:creationId xmlns:a16="http://schemas.microsoft.com/office/drawing/2014/main" id="{ED54F932-D092-F498-4690-1056B74386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9" name="rc167">
              <a:extLst>
                <a:ext uri="{FF2B5EF4-FFF2-40B4-BE49-F238E27FC236}">
                  <a16:creationId xmlns:a16="http://schemas.microsoft.com/office/drawing/2014/main" id="{2EE14C77-8032-1E7B-8B8B-231A430FCD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0" name="rc168">
              <a:extLst>
                <a:ext uri="{FF2B5EF4-FFF2-40B4-BE49-F238E27FC236}">
                  <a16:creationId xmlns:a16="http://schemas.microsoft.com/office/drawing/2014/main" id="{A55E5AD0-183B-9592-9A9B-1C4E64A6BC8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1" name="rc169">
              <a:extLst>
                <a:ext uri="{FF2B5EF4-FFF2-40B4-BE49-F238E27FC236}">
                  <a16:creationId xmlns:a16="http://schemas.microsoft.com/office/drawing/2014/main" id="{6090A09E-EA24-B936-C254-3E1F198719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2" name="rc170">
              <a:extLst>
                <a:ext uri="{FF2B5EF4-FFF2-40B4-BE49-F238E27FC236}">
                  <a16:creationId xmlns:a16="http://schemas.microsoft.com/office/drawing/2014/main" id="{F0EFFE02-8098-F5DF-CF6A-BB92E0EDC6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3" name="rc171">
              <a:extLst>
                <a:ext uri="{FF2B5EF4-FFF2-40B4-BE49-F238E27FC236}">
                  <a16:creationId xmlns:a16="http://schemas.microsoft.com/office/drawing/2014/main" id="{D14EF12A-B304-B998-8BBF-BE368CF18B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4" name="rc172">
              <a:extLst>
                <a:ext uri="{FF2B5EF4-FFF2-40B4-BE49-F238E27FC236}">
                  <a16:creationId xmlns:a16="http://schemas.microsoft.com/office/drawing/2014/main" id="{C9FEAE73-7C5E-3DF7-6A18-C8ACF64200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5" name="rc173">
              <a:extLst>
                <a:ext uri="{FF2B5EF4-FFF2-40B4-BE49-F238E27FC236}">
                  <a16:creationId xmlns:a16="http://schemas.microsoft.com/office/drawing/2014/main" id="{846B7E6C-C767-E9AA-1056-F94A640633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6" name="rc174">
              <a:extLst>
                <a:ext uri="{FF2B5EF4-FFF2-40B4-BE49-F238E27FC236}">
                  <a16:creationId xmlns:a16="http://schemas.microsoft.com/office/drawing/2014/main" id="{D5EA3E2E-65A6-DC0E-6119-5BA338C9E7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7" name="rc175">
              <a:extLst>
                <a:ext uri="{FF2B5EF4-FFF2-40B4-BE49-F238E27FC236}">
                  <a16:creationId xmlns:a16="http://schemas.microsoft.com/office/drawing/2014/main" id="{B379C832-4F51-70A8-81C7-451A599779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8" name="rc176">
              <a:extLst>
                <a:ext uri="{FF2B5EF4-FFF2-40B4-BE49-F238E27FC236}">
                  <a16:creationId xmlns:a16="http://schemas.microsoft.com/office/drawing/2014/main" id="{E9635BEE-32C7-466A-2341-24EEC3CF23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9" name="rc177">
              <a:extLst>
                <a:ext uri="{FF2B5EF4-FFF2-40B4-BE49-F238E27FC236}">
                  <a16:creationId xmlns:a16="http://schemas.microsoft.com/office/drawing/2014/main" id="{AA26E8D5-0754-2272-F163-F751C5E8E5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0" name="rc178">
              <a:extLst>
                <a:ext uri="{FF2B5EF4-FFF2-40B4-BE49-F238E27FC236}">
                  <a16:creationId xmlns:a16="http://schemas.microsoft.com/office/drawing/2014/main" id="{AF34A164-6838-85EC-DCCB-876CC33780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1" name="rc179">
              <a:extLst>
                <a:ext uri="{FF2B5EF4-FFF2-40B4-BE49-F238E27FC236}">
                  <a16:creationId xmlns:a16="http://schemas.microsoft.com/office/drawing/2014/main" id="{CEB437B9-DA96-F14C-CB09-E5CBEF7867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2" name="rc180">
              <a:extLst>
                <a:ext uri="{FF2B5EF4-FFF2-40B4-BE49-F238E27FC236}">
                  <a16:creationId xmlns:a16="http://schemas.microsoft.com/office/drawing/2014/main" id="{DF02C17A-3B74-6075-C7F2-71CF02C946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3" name="rc181">
              <a:extLst>
                <a:ext uri="{FF2B5EF4-FFF2-40B4-BE49-F238E27FC236}">
                  <a16:creationId xmlns:a16="http://schemas.microsoft.com/office/drawing/2014/main" id="{15E8AF4A-68CE-C0F5-2255-FCCF14C6D4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4" name="rc182">
              <a:extLst>
                <a:ext uri="{FF2B5EF4-FFF2-40B4-BE49-F238E27FC236}">
                  <a16:creationId xmlns:a16="http://schemas.microsoft.com/office/drawing/2014/main" id="{7323B3EB-8B08-4F40-B6C6-BE18DBD65D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5" name="rc183">
              <a:extLst>
                <a:ext uri="{FF2B5EF4-FFF2-40B4-BE49-F238E27FC236}">
                  <a16:creationId xmlns:a16="http://schemas.microsoft.com/office/drawing/2014/main" id="{FC0D6CF0-A6A3-7F3A-DFE9-FD0BE2600A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6" name="rc184">
              <a:extLst>
                <a:ext uri="{FF2B5EF4-FFF2-40B4-BE49-F238E27FC236}">
                  <a16:creationId xmlns:a16="http://schemas.microsoft.com/office/drawing/2014/main" id="{0272FF96-5990-7E2C-F041-D0A5A284BD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7" name="rc185">
              <a:extLst>
                <a:ext uri="{FF2B5EF4-FFF2-40B4-BE49-F238E27FC236}">
                  <a16:creationId xmlns:a16="http://schemas.microsoft.com/office/drawing/2014/main" id="{9878AFBF-30F3-AC82-44DB-BD725D0EFC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8" name="rc186">
              <a:extLst>
                <a:ext uri="{FF2B5EF4-FFF2-40B4-BE49-F238E27FC236}">
                  <a16:creationId xmlns:a16="http://schemas.microsoft.com/office/drawing/2014/main" id="{68B2D3F5-5393-4ECC-57CD-7737955976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9" name="rc187">
              <a:extLst>
                <a:ext uri="{FF2B5EF4-FFF2-40B4-BE49-F238E27FC236}">
                  <a16:creationId xmlns:a16="http://schemas.microsoft.com/office/drawing/2014/main" id="{C72D37C8-2C43-53C1-3D27-CCC6FD5983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0" name="rc188">
              <a:extLst>
                <a:ext uri="{FF2B5EF4-FFF2-40B4-BE49-F238E27FC236}">
                  <a16:creationId xmlns:a16="http://schemas.microsoft.com/office/drawing/2014/main" id="{4005FCF4-6A2C-FF35-12CF-FA70A8A0FC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1" name="rc189">
              <a:extLst>
                <a:ext uri="{FF2B5EF4-FFF2-40B4-BE49-F238E27FC236}">
                  <a16:creationId xmlns:a16="http://schemas.microsoft.com/office/drawing/2014/main" id="{A8D1BC50-60D4-D62D-5F11-DEFD788055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2" name="rc190">
              <a:extLst>
                <a:ext uri="{FF2B5EF4-FFF2-40B4-BE49-F238E27FC236}">
                  <a16:creationId xmlns:a16="http://schemas.microsoft.com/office/drawing/2014/main" id="{D5A3CDF4-95CC-1B85-17E4-E85445EE1E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3" name="rc191">
              <a:extLst>
                <a:ext uri="{FF2B5EF4-FFF2-40B4-BE49-F238E27FC236}">
                  <a16:creationId xmlns:a16="http://schemas.microsoft.com/office/drawing/2014/main" id="{E069CCF2-E4C2-3DE2-E4D9-75A04CA65D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4" name="rc192">
              <a:extLst>
                <a:ext uri="{FF2B5EF4-FFF2-40B4-BE49-F238E27FC236}">
                  <a16:creationId xmlns:a16="http://schemas.microsoft.com/office/drawing/2014/main" id="{C100FDD1-2D17-5F43-06F9-FDE0D06F7E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5" name="rc193">
              <a:extLst>
                <a:ext uri="{FF2B5EF4-FFF2-40B4-BE49-F238E27FC236}">
                  <a16:creationId xmlns:a16="http://schemas.microsoft.com/office/drawing/2014/main" id="{0ECCCD96-949D-CD14-7FFE-AFB9C1EE9D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6" name="rc194">
              <a:extLst>
                <a:ext uri="{FF2B5EF4-FFF2-40B4-BE49-F238E27FC236}">
                  <a16:creationId xmlns:a16="http://schemas.microsoft.com/office/drawing/2014/main" id="{46259330-1883-BA9C-D545-85F25621A4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7" name="rc195">
              <a:extLst>
                <a:ext uri="{FF2B5EF4-FFF2-40B4-BE49-F238E27FC236}">
                  <a16:creationId xmlns:a16="http://schemas.microsoft.com/office/drawing/2014/main" id="{DD32DC24-34EC-3F60-E472-F99172D085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8" name="rc196">
              <a:extLst>
                <a:ext uri="{FF2B5EF4-FFF2-40B4-BE49-F238E27FC236}">
                  <a16:creationId xmlns:a16="http://schemas.microsoft.com/office/drawing/2014/main" id="{7330418D-9AEB-0607-1C1E-AC88074EF3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9" name="rc197">
              <a:extLst>
                <a:ext uri="{FF2B5EF4-FFF2-40B4-BE49-F238E27FC236}">
                  <a16:creationId xmlns:a16="http://schemas.microsoft.com/office/drawing/2014/main" id="{1C636E6D-5E6F-126B-F7D2-7FD280D5A2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0" name="rc198">
              <a:extLst>
                <a:ext uri="{FF2B5EF4-FFF2-40B4-BE49-F238E27FC236}">
                  <a16:creationId xmlns:a16="http://schemas.microsoft.com/office/drawing/2014/main" id="{A0829147-6731-D226-9611-691AE310CB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1" name="rc199">
              <a:extLst>
                <a:ext uri="{FF2B5EF4-FFF2-40B4-BE49-F238E27FC236}">
                  <a16:creationId xmlns:a16="http://schemas.microsoft.com/office/drawing/2014/main" id="{31EC3DC2-0C45-2BFC-24EE-699B497868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2" name="rc200">
              <a:extLst>
                <a:ext uri="{FF2B5EF4-FFF2-40B4-BE49-F238E27FC236}">
                  <a16:creationId xmlns:a16="http://schemas.microsoft.com/office/drawing/2014/main" id="{F7DEFEF8-2184-19D8-E751-BAC853A061F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3" name="rc201">
              <a:extLst>
                <a:ext uri="{FF2B5EF4-FFF2-40B4-BE49-F238E27FC236}">
                  <a16:creationId xmlns:a16="http://schemas.microsoft.com/office/drawing/2014/main" id="{2F2416F3-1027-00D3-B2CF-A8FAED2C53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4" name="rc202">
              <a:extLst>
                <a:ext uri="{FF2B5EF4-FFF2-40B4-BE49-F238E27FC236}">
                  <a16:creationId xmlns:a16="http://schemas.microsoft.com/office/drawing/2014/main" id="{A6103542-8557-487D-8F42-ED811CA163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5" name="rc203">
              <a:extLst>
                <a:ext uri="{FF2B5EF4-FFF2-40B4-BE49-F238E27FC236}">
                  <a16:creationId xmlns:a16="http://schemas.microsoft.com/office/drawing/2014/main" id="{27B35270-FE20-1242-1574-CE5806463D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6" name="rc204">
              <a:extLst>
                <a:ext uri="{FF2B5EF4-FFF2-40B4-BE49-F238E27FC236}">
                  <a16:creationId xmlns:a16="http://schemas.microsoft.com/office/drawing/2014/main" id="{E9ECE36C-D415-1E0E-CCCB-945225CF70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7" name="rc205">
              <a:extLst>
                <a:ext uri="{FF2B5EF4-FFF2-40B4-BE49-F238E27FC236}">
                  <a16:creationId xmlns:a16="http://schemas.microsoft.com/office/drawing/2014/main" id="{8F00BDAD-AAD5-1A39-8CC7-B9A074359A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8" name="rc206">
              <a:extLst>
                <a:ext uri="{FF2B5EF4-FFF2-40B4-BE49-F238E27FC236}">
                  <a16:creationId xmlns:a16="http://schemas.microsoft.com/office/drawing/2014/main" id="{5FA51204-790E-6962-C27D-D517B73011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9" name="rc207">
              <a:extLst>
                <a:ext uri="{FF2B5EF4-FFF2-40B4-BE49-F238E27FC236}">
                  <a16:creationId xmlns:a16="http://schemas.microsoft.com/office/drawing/2014/main" id="{3CA036C4-1440-F816-9347-56C032078A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0" name="rc208">
              <a:extLst>
                <a:ext uri="{FF2B5EF4-FFF2-40B4-BE49-F238E27FC236}">
                  <a16:creationId xmlns:a16="http://schemas.microsoft.com/office/drawing/2014/main" id="{C47E9212-75FC-DB40-F37C-DB89DEBB13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1" name="rc209">
              <a:extLst>
                <a:ext uri="{FF2B5EF4-FFF2-40B4-BE49-F238E27FC236}">
                  <a16:creationId xmlns:a16="http://schemas.microsoft.com/office/drawing/2014/main" id="{3BBFC456-58A1-336D-0921-567E151502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2" name="rc210">
              <a:extLst>
                <a:ext uri="{FF2B5EF4-FFF2-40B4-BE49-F238E27FC236}">
                  <a16:creationId xmlns:a16="http://schemas.microsoft.com/office/drawing/2014/main" id="{38A5E63B-9711-06B7-F916-86C95E7882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3" name="rc211">
              <a:extLst>
                <a:ext uri="{FF2B5EF4-FFF2-40B4-BE49-F238E27FC236}">
                  <a16:creationId xmlns:a16="http://schemas.microsoft.com/office/drawing/2014/main" id="{2AEF39D3-BB32-2DD3-8FFE-E937D5E6B4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4" name="rc212">
              <a:extLst>
                <a:ext uri="{FF2B5EF4-FFF2-40B4-BE49-F238E27FC236}">
                  <a16:creationId xmlns:a16="http://schemas.microsoft.com/office/drawing/2014/main" id="{70B9E770-4EA8-BF14-911D-1210FA4448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5" name="rc213">
              <a:extLst>
                <a:ext uri="{FF2B5EF4-FFF2-40B4-BE49-F238E27FC236}">
                  <a16:creationId xmlns:a16="http://schemas.microsoft.com/office/drawing/2014/main" id="{B2E9F9F1-1BB3-17AD-BC48-CED5F254C10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6" name="rc214">
              <a:extLst>
                <a:ext uri="{FF2B5EF4-FFF2-40B4-BE49-F238E27FC236}">
                  <a16:creationId xmlns:a16="http://schemas.microsoft.com/office/drawing/2014/main" id="{0656E017-6CCE-26F8-C6A8-76139C82FC1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7" name="rc215">
              <a:extLst>
                <a:ext uri="{FF2B5EF4-FFF2-40B4-BE49-F238E27FC236}">
                  <a16:creationId xmlns:a16="http://schemas.microsoft.com/office/drawing/2014/main" id="{365C2171-C1E3-BF3F-FDC9-490F2043F4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8" name="rc216">
              <a:extLst>
                <a:ext uri="{FF2B5EF4-FFF2-40B4-BE49-F238E27FC236}">
                  <a16:creationId xmlns:a16="http://schemas.microsoft.com/office/drawing/2014/main" id="{D88B17F6-0A77-14A4-A756-6C2B98F920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9" name="rc217">
              <a:extLst>
                <a:ext uri="{FF2B5EF4-FFF2-40B4-BE49-F238E27FC236}">
                  <a16:creationId xmlns:a16="http://schemas.microsoft.com/office/drawing/2014/main" id="{8EBD282F-DA8E-4D12-AE1F-8DFC44248D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0" name="rc218">
              <a:extLst>
                <a:ext uri="{FF2B5EF4-FFF2-40B4-BE49-F238E27FC236}">
                  <a16:creationId xmlns:a16="http://schemas.microsoft.com/office/drawing/2014/main" id="{64DC4FA3-317D-E24A-F254-D61A2A8318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1" name="rc219">
              <a:extLst>
                <a:ext uri="{FF2B5EF4-FFF2-40B4-BE49-F238E27FC236}">
                  <a16:creationId xmlns:a16="http://schemas.microsoft.com/office/drawing/2014/main" id="{BFF028FD-B33E-0A97-A57E-1851ED23AA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2" name="rc220">
              <a:extLst>
                <a:ext uri="{FF2B5EF4-FFF2-40B4-BE49-F238E27FC236}">
                  <a16:creationId xmlns:a16="http://schemas.microsoft.com/office/drawing/2014/main" id="{63278028-3A7C-E92F-CC88-E9ABE85E21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3" name="rc221">
              <a:extLst>
                <a:ext uri="{FF2B5EF4-FFF2-40B4-BE49-F238E27FC236}">
                  <a16:creationId xmlns:a16="http://schemas.microsoft.com/office/drawing/2014/main" id="{31AC8EA1-8A87-B197-CA68-60357696F6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4" name="rc222">
              <a:extLst>
                <a:ext uri="{FF2B5EF4-FFF2-40B4-BE49-F238E27FC236}">
                  <a16:creationId xmlns:a16="http://schemas.microsoft.com/office/drawing/2014/main" id="{6033E4DC-48CB-BB83-0E23-BE4CA1BDCB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5" name="rc223">
              <a:extLst>
                <a:ext uri="{FF2B5EF4-FFF2-40B4-BE49-F238E27FC236}">
                  <a16:creationId xmlns:a16="http://schemas.microsoft.com/office/drawing/2014/main" id="{FC368E5F-DB2B-A9DD-EA3C-3AE980E8CC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6" name="rc224">
              <a:extLst>
                <a:ext uri="{FF2B5EF4-FFF2-40B4-BE49-F238E27FC236}">
                  <a16:creationId xmlns:a16="http://schemas.microsoft.com/office/drawing/2014/main" id="{FC4303F4-BD15-336D-A407-BB1BBFE60E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7" name="rc225">
              <a:extLst>
                <a:ext uri="{FF2B5EF4-FFF2-40B4-BE49-F238E27FC236}">
                  <a16:creationId xmlns:a16="http://schemas.microsoft.com/office/drawing/2014/main" id="{B878A531-E0C2-2E77-65EE-9A697145F0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8" name="rc226">
              <a:extLst>
                <a:ext uri="{FF2B5EF4-FFF2-40B4-BE49-F238E27FC236}">
                  <a16:creationId xmlns:a16="http://schemas.microsoft.com/office/drawing/2014/main" id="{0795B061-9299-C186-432D-A5547F1AA1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9" name="rc227">
              <a:extLst>
                <a:ext uri="{FF2B5EF4-FFF2-40B4-BE49-F238E27FC236}">
                  <a16:creationId xmlns:a16="http://schemas.microsoft.com/office/drawing/2014/main" id="{F52957A7-1D76-611E-884F-72911AB545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0" name="rc228">
              <a:extLst>
                <a:ext uri="{FF2B5EF4-FFF2-40B4-BE49-F238E27FC236}">
                  <a16:creationId xmlns:a16="http://schemas.microsoft.com/office/drawing/2014/main" id="{66F963C4-1BA1-8517-5BFB-0BDC571CEC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1" name="rc229">
              <a:extLst>
                <a:ext uri="{FF2B5EF4-FFF2-40B4-BE49-F238E27FC236}">
                  <a16:creationId xmlns:a16="http://schemas.microsoft.com/office/drawing/2014/main" id="{F1605E31-6DB1-B3BD-051C-4DBBFB77F0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2" name="rc230">
              <a:extLst>
                <a:ext uri="{FF2B5EF4-FFF2-40B4-BE49-F238E27FC236}">
                  <a16:creationId xmlns:a16="http://schemas.microsoft.com/office/drawing/2014/main" id="{B3DE1D0D-CE1C-F106-575B-B567355041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3" name="rc231">
              <a:extLst>
                <a:ext uri="{FF2B5EF4-FFF2-40B4-BE49-F238E27FC236}">
                  <a16:creationId xmlns:a16="http://schemas.microsoft.com/office/drawing/2014/main" id="{8A75A555-9DFA-B138-4811-6712716C68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4" name="rc232">
              <a:extLst>
                <a:ext uri="{FF2B5EF4-FFF2-40B4-BE49-F238E27FC236}">
                  <a16:creationId xmlns:a16="http://schemas.microsoft.com/office/drawing/2014/main" id="{D875F4AF-6255-3CB5-EB62-2B46B4BEF1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5" name="rc233">
              <a:extLst>
                <a:ext uri="{FF2B5EF4-FFF2-40B4-BE49-F238E27FC236}">
                  <a16:creationId xmlns:a16="http://schemas.microsoft.com/office/drawing/2014/main" id="{CEC78938-FADE-2E35-C202-8ED467F37A4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6" name="rc234">
              <a:extLst>
                <a:ext uri="{FF2B5EF4-FFF2-40B4-BE49-F238E27FC236}">
                  <a16:creationId xmlns:a16="http://schemas.microsoft.com/office/drawing/2014/main" id="{ECE26E11-C55C-3D1D-7C14-19A42413B6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7" name="rc235">
              <a:extLst>
                <a:ext uri="{FF2B5EF4-FFF2-40B4-BE49-F238E27FC236}">
                  <a16:creationId xmlns:a16="http://schemas.microsoft.com/office/drawing/2014/main" id="{447DE495-7DB4-E21A-8C6C-44A194E0CC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8" name="rc236">
              <a:extLst>
                <a:ext uri="{FF2B5EF4-FFF2-40B4-BE49-F238E27FC236}">
                  <a16:creationId xmlns:a16="http://schemas.microsoft.com/office/drawing/2014/main" id="{0754F4EA-9817-4859-1435-62099D4129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9" name="rc237">
              <a:extLst>
                <a:ext uri="{FF2B5EF4-FFF2-40B4-BE49-F238E27FC236}">
                  <a16:creationId xmlns:a16="http://schemas.microsoft.com/office/drawing/2014/main" id="{75F8F366-6494-03D0-2F5D-6584711B37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0" name="rc238">
              <a:extLst>
                <a:ext uri="{FF2B5EF4-FFF2-40B4-BE49-F238E27FC236}">
                  <a16:creationId xmlns:a16="http://schemas.microsoft.com/office/drawing/2014/main" id="{F86CBDF4-C3EE-65BD-D6BB-C156D31EE3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1" name="rc239">
              <a:extLst>
                <a:ext uri="{FF2B5EF4-FFF2-40B4-BE49-F238E27FC236}">
                  <a16:creationId xmlns:a16="http://schemas.microsoft.com/office/drawing/2014/main" id="{FC32A461-33D4-99C2-F557-4ED1F387F6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2" name="rc240">
              <a:extLst>
                <a:ext uri="{FF2B5EF4-FFF2-40B4-BE49-F238E27FC236}">
                  <a16:creationId xmlns:a16="http://schemas.microsoft.com/office/drawing/2014/main" id="{5E80863F-0489-E1BF-1502-61E5D30A36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3" name="rc241">
              <a:extLst>
                <a:ext uri="{FF2B5EF4-FFF2-40B4-BE49-F238E27FC236}">
                  <a16:creationId xmlns:a16="http://schemas.microsoft.com/office/drawing/2014/main" id="{CC7501A8-80A1-3EAA-BF05-FB54F74CDC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4" name="rc242">
              <a:extLst>
                <a:ext uri="{FF2B5EF4-FFF2-40B4-BE49-F238E27FC236}">
                  <a16:creationId xmlns:a16="http://schemas.microsoft.com/office/drawing/2014/main" id="{CB4C989F-927F-BCDA-956C-E1CAE94BEF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5" name="rc243">
              <a:extLst>
                <a:ext uri="{FF2B5EF4-FFF2-40B4-BE49-F238E27FC236}">
                  <a16:creationId xmlns:a16="http://schemas.microsoft.com/office/drawing/2014/main" id="{09299BBD-0502-5D04-FB07-6DD94373AC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6" name="rc244">
              <a:extLst>
                <a:ext uri="{FF2B5EF4-FFF2-40B4-BE49-F238E27FC236}">
                  <a16:creationId xmlns:a16="http://schemas.microsoft.com/office/drawing/2014/main" id="{4F2D786F-F58F-8E0D-AD10-33525CA5D8E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7" name="rc245">
              <a:extLst>
                <a:ext uri="{FF2B5EF4-FFF2-40B4-BE49-F238E27FC236}">
                  <a16:creationId xmlns:a16="http://schemas.microsoft.com/office/drawing/2014/main" id="{09D58CAB-FCA7-7665-F482-E4F765929D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8" name="rc246">
              <a:extLst>
                <a:ext uri="{FF2B5EF4-FFF2-40B4-BE49-F238E27FC236}">
                  <a16:creationId xmlns:a16="http://schemas.microsoft.com/office/drawing/2014/main" id="{54BCBA14-B4F6-4BC9-0A03-5DAFBA3EB8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9" name="rc247">
              <a:extLst>
                <a:ext uri="{FF2B5EF4-FFF2-40B4-BE49-F238E27FC236}">
                  <a16:creationId xmlns:a16="http://schemas.microsoft.com/office/drawing/2014/main" id="{48F9726B-180E-4253-4435-CC72968BAE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0" name="rc248">
              <a:extLst>
                <a:ext uri="{FF2B5EF4-FFF2-40B4-BE49-F238E27FC236}">
                  <a16:creationId xmlns:a16="http://schemas.microsoft.com/office/drawing/2014/main" id="{6F10CB2C-2E93-473A-968D-90484CFB16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1" name="rc249">
              <a:extLst>
                <a:ext uri="{FF2B5EF4-FFF2-40B4-BE49-F238E27FC236}">
                  <a16:creationId xmlns:a16="http://schemas.microsoft.com/office/drawing/2014/main" id="{96F42E1A-E16F-8F64-4FB2-B09EA0AB94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2" name="rc250">
              <a:extLst>
                <a:ext uri="{FF2B5EF4-FFF2-40B4-BE49-F238E27FC236}">
                  <a16:creationId xmlns:a16="http://schemas.microsoft.com/office/drawing/2014/main" id="{63AD4F3B-6540-FC56-6066-855468C30E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3" name="rc251">
              <a:extLst>
                <a:ext uri="{FF2B5EF4-FFF2-40B4-BE49-F238E27FC236}">
                  <a16:creationId xmlns:a16="http://schemas.microsoft.com/office/drawing/2014/main" id="{34958805-ADAF-CA5C-C088-6DF2C59F1B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4" name="rc252">
              <a:extLst>
                <a:ext uri="{FF2B5EF4-FFF2-40B4-BE49-F238E27FC236}">
                  <a16:creationId xmlns:a16="http://schemas.microsoft.com/office/drawing/2014/main" id="{676722F0-C891-6448-3DC1-91B133EC6A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5" name="rc253">
              <a:extLst>
                <a:ext uri="{FF2B5EF4-FFF2-40B4-BE49-F238E27FC236}">
                  <a16:creationId xmlns:a16="http://schemas.microsoft.com/office/drawing/2014/main" id="{B75DB27A-4C8B-BC0D-37F6-B421CC70A6D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6" name="rc254">
              <a:extLst>
                <a:ext uri="{FF2B5EF4-FFF2-40B4-BE49-F238E27FC236}">
                  <a16:creationId xmlns:a16="http://schemas.microsoft.com/office/drawing/2014/main" id="{6F3D893E-4CAC-2CC4-0BD6-C7062298C6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7" name="rc255">
              <a:extLst>
                <a:ext uri="{FF2B5EF4-FFF2-40B4-BE49-F238E27FC236}">
                  <a16:creationId xmlns:a16="http://schemas.microsoft.com/office/drawing/2014/main" id="{AD7D749B-54A9-166A-F3F8-CFB0087A47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8" name="rc256">
              <a:extLst>
                <a:ext uri="{FF2B5EF4-FFF2-40B4-BE49-F238E27FC236}">
                  <a16:creationId xmlns:a16="http://schemas.microsoft.com/office/drawing/2014/main" id="{9296284A-CFDF-F60B-E288-5B09C136A9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9" name="rc257">
              <a:extLst>
                <a:ext uri="{FF2B5EF4-FFF2-40B4-BE49-F238E27FC236}">
                  <a16:creationId xmlns:a16="http://schemas.microsoft.com/office/drawing/2014/main" id="{A7233FB2-F854-C0DF-17AE-95616AB3AD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0" name="rc258">
              <a:extLst>
                <a:ext uri="{FF2B5EF4-FFF2-40B4-BE49-F238E27FC236}">
                  <a16:creationId xmlns:a16="http://schemas.microsoft.com/office/drawing/2014/main" id="{E33966AC-ECB2-54FA-3728-8414EA12629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1" name="rc259">
              <a:extLst>
                <a:ext uri="{FF2B5EF4-FFF2-40B4-BE49-F238E27FC236}">
                  <a16:creationId xmlns:a16="http://schemas.microsoft.com/office/drawing/2014/main" id="{2840A15F-2F41-0E05-9A5A-DD04169D8A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2" name="rc260">
              <a:extLst>
                <a:ext uri="{FF2B5EF4-FFF2-40B4-BE49-F238E27FC236}">
                  <a16:creationId xmlns:a16="http://schemas.microsoft.com/office/drawing/2014/main" id="{4BBBF082-F4F1-8A41-9256-E4AD7816A1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3" name="rc261">
              <a:extLst>
                <a:ext uri="{FF2B5EF4-FFF2-40B4-BE49-F238E27FC236}">
                  <a16:creationId xmlns:a16="http://schemas.microsoft.com/office/drawing/2014/main" id="{7CE27C3A-8698-CFB6-298B-7475505217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4" name="rc262">
              <a:extLst>
                <a:ext uri="{FF2B5EF4-FFF2-40B4-BE49-F238E27FC236}">
                  <a16:creationId xmlns:a16="http://schemas.microsoft.com/office/drawing/2014/main" id="{6260A923-F543-10F3-F9CD-DE091CD356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5" name="rc263">
              <a:extLst>
                <a:ext uri="{FF2B5EF4-FFF2-40B4-BE49-F238E27FC236}">
                  <a16:creationId xmlns:a16="http://schemas.microsoft.com/office/drawing/2014/main" id="{E78A1E55-0315-2E98-36CD-7C5BF43EFE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6" name="rc264">
              <a:extLst>
                <a:ext uri="{FF2B5EF4-FFF2-40B4-BE49-F238E27FC236}">
                  <a16:creationId xmlns:a16="http://schemas.microsoft.com/office/drawing/2014/main" id="{49EB256A-90E5-19C4-75BC-00E0BC57F4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7" name="rc265">
              <a:extLst>
                <a:ext uri="{FF2B5EF4-FFF2-40B4-BE49-F238E27FC236}">
                  <a16:creationId xmlns:a16="http://schemas.microsoft.com/office/drawing/2014/main" id="{F80E70EC-1C3E-6643-11D7-F689AC4F68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8" name="rc266">
              <a:extLst>
                <a:ext uri="{FF2B5EF4-FFF2-40B4-BE49-F238E27FC236}">
                  <a16:creationId xmlns:a16="http://schemas.microsoft.com/office/drawing/2014/main" id="{B4ECB23C-3F7B-9F90-4EBE-47FAA70292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9" name="rc267">
              <a:extLst>
                <a:ext uri="{FF2B5EF4-FFF2-40B4-BE49-F238E27FC236}">
                  <a16:creationId xmlns:a16="http://schemas.microsoft.com/office/drawing/2014/main" id="{A3A97861-7562-5BEB-9489-A252C4A27D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0" name="rc268">
              <a:extLst>
                <a:ext uri="{FF2B5EF4-FFF2-40B4-BE49-F238E27FC236}">
                  <a16:creationId xmlns:a16="http://schemas.microsoft.com/office/drawing/2014/main" id="{627CA024-BA6F-BC0B-E7FA-5E91849AEE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1" name="rc269">
              <a:extLst>
                <a:ext uri="{FF2B5EF4-FFF2-40B4-BE49-F238E27FC236}">
                  <a16:creationId xmlns:a16="http://schemas.microsoft.com/office/drawing/2014/main" id="{741F2496-ED03-4C07-C353-0DC9BE6AE5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2" name="rc270">
              <a:extLst>
                <a:ext uri="{FF2B5EF4-FFF2-40B4-BE49-F238E27FC236}">
                  <a16:creationId xmlns:a16="http://schemas.microsoft.com/office/drawing/2014/main" id="{72537E6E-9FC8-AE28-68DD-CE0E304E8E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3" name="rc271">
              <a:extLst>
                <a:ext uri="{FF2B5EF4-FFF2-40B4-BE49-F238E27FC236}">
                  <a16:creationId xmlns:a16="http://schemas.microsoft.com/office/drawing/2014/main" id="{3F92E838-AF46-FFD9-0364-AF30DCC005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4" name="rc272">
              <a:extLst>
                <a:ext uri="{FF2B5EF4-FFF2-40B4-BE49-F238E27FC236}">
                  <a16:creationId xmlns:a16="http://schemas.microsoft.com/office/drawing/2014/main" id="{0A49D04F-050B-9798-21A5-54B023ABB3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5" name="rc273">
              <a:extLst>
                <a:ext uri="{FF2B5EF4-FFF2-40B4-BE49-F238E27FC236}">
                  <a16:creationId xmlns:a16="http://schemas.microsoft.com/office/drawing/2014/main" id="{22D5D1C6-6A5F-0E41-4616-E1298DD327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6" name="rc274">
              <a:extLst>
                <a:ext uri="{FF2B5EF4-FFF2-40B4-BE49-F238E27FC236}">
                  <a16:creationId xmlns:a16="http://schemas.microsoft.com/office/drawing/2014/main" id="{FA9638C8-B23B-916E-1ADD-CBD45AB39B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7" name="rc275">
              <a:extLst>
                <a:ext uri="{FF2B5EF4-FFF2-40B4-BE49-F238E27FC236}">
                  <a16:creationId xmlns:a16="http://schemas.microsoft.com/office/drawing/2014/main" id="{E64A0EBD-14E1-AB1B-5CF5-3B475676A4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8" name="rc276">
              <a:extLst>
                <a:ext uri="{FF2B5EF4-FFF2-40B4-BE49-F238E27FC236}">
                  <a16:creationId xmlns:a16="http://schemas.microsoft.com/office/drawing/2014/main" id="{46D3BA57-8F82-13F5-770B-3FD153AC9B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9" name="rc277">
              <a:extLst>
                <a:ext uri="{FF2B5EF4-FFF2-40B4-BE49-F238E27FC236}">
                  <a16:creationId xmlns:a16="http://schemas.microsoft.com/office/drawing/2014/main" id="{CC281191-5EFE-29B6-CA7B-2928C29BA5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0" name="rc278">
              <a:extLst>
                <a:ext uri="{FF2B5EF4-FFF2-40B4-BE49-F238E27FC236}">
                  <a16:creationId xmlns:a16="http://schemas.microsoft.com/office/drawing/2014/main" id="{451F7CD7-41D4-6AB7-E60A-159C12A527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1" name="rc279">
              <a:extLst>
                <a:ext uri="{FF2B5EF4-FFF2-40B4-BE49-F238E27FC236}">
                  <a16:creationId xmlns:a16="http://schemas.microsoft.com/office/drawing/2014/main" id="{3735DD94-2DF4-BB11-8D66-899AB0292D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2" name="rc280">
              <a:extLst>
                <a:ext uri="{FF2B5EF4-FFF2-40B4-BE49-F238E27FC236}">
                  <a16:creationId xmlns:a16="http://schemas.microsoft.com/office/drawing/2014/main" id="{3D99BF52-CB66-C395-18A9-B6F3A06AFC8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3" name="rc281">
              <a:extLst>
                <a:ext uri="{FF2B5EF4-FFF2-40B4-BE49-F238E27FC236}">
                  <a16:creationId xmlns:a16="http://schemas.microsoft.com/office/drawing/2014/main" id="{FC03F1F1-241A-8EB1-8A00-31E244DEA5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4" name="rc282">
              <a:extLst>
                <a:ext uri="{FF2B5EF4-FFF2-40B4-BE49-F238E27FC236}">
                  <a16:creationId xmlns:a16="http://schemas.microsoft.com/office/drawing/2014/main" id="{568AC163-FA33-FDCC-7EF9-0181416957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5" name="rc283">
              <a:extLst>
                <a:ext uri="{FF2B5EF4-FFF2-40B4-BE49-F238E27FC236}">
                  <a16:creationId xmlns:a16="http://schemas.microsoft.com/office/drawing/2014/main" id="{7CA676D0-3701-AE3E-6897-F48AB2A20B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6" name="rc284">
              <a:extLst>
                <a:ext uri="{FF2B5EF4-FFF2-40B4-BE49-F238E27FC236}">
                  <a16:creationId xmlns:a16="http://schemas.microsoft.com/office/drawing/2014/main" id="{52923955-AEAA-1D9E-EE02-233BD6D01B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7" name="rc285">
              <a:extLst>
                <a:ext uri="{FF2B5EF4-FFF2-40B4-BE49-F238E27FC236}">
                  <a16:creationId xmlns:a16="http://schemas.microsoft.com/office/drawing/2014/main" id="{ADF3E4AA-04E0-32B6-9AA8-134382437C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8" name="rc286">
              <a:extLst>
                <a:ext uri="{FF2B5EF4-FFF2-40B4-BE49-F238E27FC236}">
                  <a16:creationId xmlns:a16="http://schemas.microsoft.com/office/drawing/2014/main" id="{22987B40-C37B-2F98-78E5-905B027579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9" name="rc287">
              <a:extLst>
                <a:ext uri="{FF2B5EF4-FFF2-40B4-BE49-F238E27FC236}">
                  <a16:creationId xmlns:a16="http://schemas.microsoft.com/office/drawing/2014/main" id="{FD36F3FD-F6AE-718F-9E5C-FDC021AEFA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0" name="rc288">
              <a:extLst>
                <a:ext uri="{FF2B5EF4-FFF2-40B4-BE49-F238E27FC236}">
                  <a16:creationId xmlns:a16="http://schemas.microsoft.com/office/drawing/2014/main" id="{36FE03FF-165C-A047-75D3-B84966D445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1" name="rc289">
              <a:extLst>
                <a:ext uri="{FF2B5EF4-FFF2-40B4-BE49-F238E27FC236}">
                  <a16:creationId xmlns:a16="http://schemas.microsoft.com/office/drawing/2014/main" id="{8C60E855-30E9-36D7-5249-8AC2698D4E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2" name="rc290">
              <a:extLst>
                <a:ext uri="{FF2B5EF4-FFF2-40B4-BE49-F238E27FC236}">
                  <a16:creationId xmlns:a16="http://schemas.microsoft.com/office/drawing/2014/main" id="{FF695752-D96C-3E3F-DA09-88018D162E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3" name="rc291">
              <a:extLst>
                <a:ext uri="{FF2B5EF4-FFF2-40B4-BE49-F238E27FC236}">
                  <a16:creationId xmlns:a16="http://schemas.microsoft.com/office/drawing/2014/main" id="{BBC9F1E9-B068-DCE4-C4E9-931566CBE0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4" name="rc292">
              <a:extLst>
                <a:ext uri="{FF2B5EF4-FFF2-40B4-BE49-F238E27FC236}">
                  <a16:creationId xmlns:a16="http://schemas.microsoft.com/office/drawing/2014/main" id="{22EF7360-8EC6-8B4F-7E35-584EE7292EB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5" name="rc293">
              <a:extLst>
                <a:ext uri="{FF2B5EF4-FFF2-40B4-BE49-F238E27FC236}">
                  <a16:creationId xmlns:a16="http://schemas.microsoft.com/office/drawing/2014/main" id="{A221075A-05EC-F2BD-0B25-19958D85A0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6" name="rc294">
              <a:extLst>
                <a:ext uri="{FF2B5EF4-FFF2-40B4-BE49-F238E27FC236}">
                  <a16:creationId xmlns:a16="http://schemas.microsoft.com/office/drawing/2014/main" id="{5C75B71D-52F5-6B3B-BA7B-66A64E245C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7" name="rc295">
              <a:extLst>
                <a:ext uri="{FF2B5EF4-FFF2-40B4-BE49-F238E27FC236}">
                  <a16:creationId xmlns:a16="http://schemas.microsoft.com/office/drawing/2014/main" id="{281F5C4F-687B-0466-4D43-2ED02DD9EA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8" name="rc296">
              <a:extLst>
                <a:ext uri="{FF2B5EF4-FFF2-40B4-BE49-F238E27FC236}">
                  <a16:creationId xmlns:a16="http://schemas.microsoft.com/office/drawing/2014/main" id="{4B9E5567-E849-4651-FCEC-D7847AE479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9" name="rc297">
              <a:extLst>
                <a:ext uri="{FF2B5EF4-FFF2-40B4-BE49-F238E27FC236}">
                  <a16:creationId xmlns:a16="http://schemas.microsoft.com/office/drawing/2014/main" id="{B4AE20B4-42E3-F2D7-B9D7-49E578A736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0" name="rc298">
              <a:extLst>
                <a:ext uri="{FF2B5EF4-FFF2-40B4-BE49-F238E27FC236}">
                  <a16:creationId xmlns:a16="http://schemas.microsoft.com/office/drawing/2014/main" id="{6A4E4E4B-0550-8894-61F3-5CB7EFB31C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1" name="rc299">
              <a:extLst>
                <a:ext uri="{FF2B5EF4-FFF2-40B4-BE49-F238E27FC236}">
                  <a16:creationId xmlns:a16="http://schemas.microsoft.com/office/drawing/2014/main" id="{9FA90C75-30E4-F61D-2188-8BD8A3A103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2" name="rc300">
              <a:extLst>
                <a:ext uri="{FF2B5EF4-FFF2-40B4-BE49-F238E27FC236}">
                  <a16:creationId xmlns:a16="http://schemas.microsoft.com/office/drawing/2014/main" id="{A97FCC28-114C-50C5-BF19-0AF0DDA346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3" name="rc301">
              <a:extLst>
                <a:ext uri="{FF2B5EF4-FFF2-40B4-BE49-F238E27FC236}">
                  <a16:creationId xmlns:a16="http://schemas.microsoft.com/office/drawing/2014/main" id="{A36B9811-B87E-B4A6-CBD7-421C620190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4" name="rc302">
              <a:extLst>
                <a:ext uri="{FF2B5EF4-FFF2-40B4-BE49-F238E27FC236}">
                  <a16:creationId xmlns:a16="http://schemas.microsoft.com/office/drawing/2014/main" id="{61417F7B-C48F-583F-58B9-89FF9E8477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5" name="rc303">
              <a:extLst>
                <a:ext uri="{FF2B5EF4-FFF2-40B4-BE49-F238E27FC236}">
                  <a16:creationId xmlns:a16="http://schemas.microsoft.com/office/drawing/2014/main" id="{55C06AF1-109C-D270-664C-6347A7AB06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6" name="rc304">
              <a:extLst>
                <a:ext uri="{FF2B5EF4-FFF2-40B4-BE49-F238E27FC236}">
                  <a16:creationId xmlns:a16="http://schemas.microsoft.com/office/drawing/2014/main" id="{38B69A51-3154-B2B8-BE64-6358001872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7" name="rc305">
              <a:extLst>
                <a:ext uri="{FF2B5EF4-FFF2-40B4-BE49-F238E27FC236}">
                  <a16:creationId xmlns:a16="http://schemas.microsoft.com/office/drawing/2014/main" id="{BDF4D100-E6E0-11B5-36EF-342805C748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8" name="rc306">
              <a:extLst>
                <a:ext uri="{FF2B5EF4-FFF2-40B4-BE49-F238E27FC236}">
                  <a16:creationId xmlns:a16="http://schemas.microsoft.com/office/drawing/2014/main" id="{D701BACB-FA1C-EF9C-BAA1-D8DF58B8179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9" name="rc307">
              <a:extLst>
                <a:ext uri="{FF2B5EF4-FFF2-40B4-BE49-F238E27FC236}">
                  <a16:creationId xmlns:a16="http://schemas.microsoft.com/office/drawing/2014/main" id="{DDE61D1F-4889-4F6A-C6C2-DDA3D5EF839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0" name="rc308">
              <a:extLst>
                <a:ext uri="{FF2B5EF4-FFF2-40B4-BE49-F238E27FC236}">
                  <a16:creationId xmlns:a16="http://schemas.microsoft.com/office/drawing/2014/main" id="{926D0A65-ECA0-424B-26B7-FA260029F3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1" name="rc309">
              <a:extLst>
                <a:ext uri="{FF2B5EF4-FFF2-40B4-BE49-F238E27FC236}">
                  <a16:creationId xmlns:a16="http://schemas.microsoft.com/office/drawing/2014/main" id="{620B2ECD-5706-0C34-73C1-E4FAEEEE85E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2" name="rc310">
              <a:extLst>
                <a:ext uri="{FF2B5EF4-FFF2-40B4-BE49-F238E27FC236}">
                  <a16:creationId xmlns:a16="http://schemas.microsoft.com/office/drawing/2014/main" id="{AE67B37F-5940-C72A-DD75-E0A770E147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3" name="rc311">
              <a:extLst>
                <a:ext uri="{FF2B5EF4-FFF2-40B4-BE49-F238E27FC236}">
                  <a16:creationId xmlns:a16="http://schemas.microsoft.com/office/drawing/2014/main" id="{DB2FB29F-1DA6-0B2C-67A2-BE87800AC7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4" name="rc312">
              <a:extLst>
                <a:ext uri="{FF2B5EF4-FFF2-40B4-BE49-F238E27FC236}">
                  <a16:creationId xmlns:a16="http://schemas.microsoft.com/office/drawing/2014/main" id="{53E0524B-F0F9-716F-447D-4388773926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5" name="rc313">
              <a:extLst>
                <a:ext uri="{FF2B5EF4-FFF2-40B4-BE49-F238E27FC236}">
                  <a16:creationId xmlns:a16="http://schemas.microsoft.com/office/drawing/2014/main" id="{AB94DED8-78D7-112F-392A-7147C0D5A4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6" name="rc314">
              <a:extLst>
                <a:ext uri="{FF2B5EF4-FFF2-40B4-BE49-F238E27FC236}">
                  <a16:creationId xmlns:a16="http://schemas.microsoft.com/office/drawing/2014/main" id="{66C53C10-7DA4-B308-FEF4-30E7589E65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7" name="rc315">
              <a:extLst>
                <a:ext uri="{FF2B5EF4-FFF2-40B4-BE49-F238E27FC236}">
                  <a16:creationId xmlns:a16="http://schemas.microsoft.com/office/drawing/2014/main" id="{A60049CF-B5D6-BF94-EEF3-274A876D77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8" name="rc316">
              <a:extLst>
                <a:ext uri="{FF2B5EF4-FFF2-40B4-BE49-F238E27FC236}">
                  <a16:creationId xmlns:a16="http://schemas.microsoft.com/office/drawing/2014/main" id="{49FA7586-8BE4-3A84-2876-C74924B35A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9" name="rc317">
              <a:extLst>
                <a:ext uri="{FF2B5EF4-FFF2-40B4-BE49-F238E27FC236}">
                  <a16:creationId xmlns:a16="http://schemas.microsoft.com/office/drawing/2014/main" id="{FF47E12B-D1A7-57FB-9840-4CEE3A316F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0" name="rc318">
              <a:extLst>
                <a:ext uri="{FF2B5EF4-FFF2-40B4-BE49-F238E27FC236}">
                  <a16:creationId xmlns:a16="http://schemas.microsoft.com/office/drawing/2014/main" id="{01E30CBB-73C0-0931-8163-7F912E921C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1" name="rc319">
              <a:extLst>
                <a:ext uri="{FF2B5EF4-FFF2-40B4-BE49-F238E27FC236}">
                  <a16:creationId xmlns:a16="http://schemas.microsoft.com/office/drawing/2014/main" id="{F7A36739-91ED-6391-AAD1-CD2DBBD349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2" name="rc320">
              <a:extLst>
                <a:ext uri="{FF2B5EF4-FFF2-40B4-BE49-F238E27FC236}">
                  <a16:creationId xmlns:a16="http://schemas.microsoft.com/office/drawing/2014/main" id="{2A51FEFD-36DC-A00D-8A4A-A76D5FDCEB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3" name="rc321">
              <a:extLst>
                <a:ext uri="{FF2B5EF4-FFF2-40B4-BE49-F238E27FC236}">
                  <a16:creationId xmlns:a16="http://schemas.microsoft.com/office/drawing/2014/main" id="{C54F900B-FCAF-86BB-169F-485F6A13A4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4" name="rc322">
              <a:extLst>
                <a:ext uri="{FF2B5EF4-FFF2-40B4-BE49-F238E27FC236}">
                  <a16:creationId xmlns:a16="http://schemas.microsoft.com/office/drawing/2014/main" id="{63EE481E-19BD-D14E-1C3C-D1CB60F048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5" name="rc323">
              <a:extLst>
                <a:ext uri="{FF2B5EF4-FFF2-40B4-BE49-F238E27FC236}">
                  <a16:creationId xmlns:a16="http://schemas.microsoft.com/office/drawing/2014/main" id="{94B47AA8-A3FF-04A9-881C-AACBD3C293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6" name="rc324">
              <a:extLst>
                <a:ext uri="{FF2B5EF4-FFF2-40B4-BE49-F238E27FC236}">
                  <a16:creationId xmlns:a16="http://schemas.microsoft.com/office/drawing/2014/main" id="{57E71B90-26F5-DB8B-FFB9-CA84E78E0B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7" name="rc325">
              <a:extLst>
                <a:ext uri="{FF2B5EF4-FFF2-40B4-BE49-F238E27FC236}">
                  <a16:creationId xmlns:a16="http://schemas.microsoft.com/office/drawing/2014/main" id="{EA2F9E81-F2BC-9EB2-2187-CAF2E50D4C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8" name="rc326">
              <a:extLst>
                <a:ext uri="{FF2B5EF4-FFF2-40B4-BE49-F238E27FC236}">
                  <a16:creationId xmlns:a16="http://schemas.microsoft.com/office/drawing/2014/main" id="{0D54D9C0-5CFA-F11B-40D8-2DF1FE59AA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9" name="rc327">
              <a:extLst>
                <a:ext uri="{FF2B5EF4-FFF2-40B4-BE49-F238E27FC236}">
                  <a16:creationId xmlns:a16="http://schemas.microsoft.com/office/drawing/2014/main" id="{241E66AB-E759-EC10-7FA7-20FFCE9105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0" name="rc328">
              <a:extLst>
                <a:ext uri="{FF2B5EF4-FFF2-40B4-BE49-F238E27FC236}">
                  <a16:creationId xmlns:a16="http://schemas.microsoft.com/office/drawing/2014/main" id="{AABFBDF3-AC4F-6BBA-312C-8A56F4EEAB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1" name="rc329">
              <a:extLst>
                <a:ext uri="{FF2B5EF4-FFF2-40B4-BE49-F238E27FC236}">
                  <a16:creationId xmlns:a16="http://schemas.microsoft.com/office/drawing/2014/main" id="{E87A4D83-4F9D-96E2-1BC4-3C2B54C578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2" name="rc330">
              <a:extLst>
                <a:ext uri="{FF2B5EF4-FFF2-40B4-BE49-F238E27FC236}">
                  <a16:creationId xmlns:a16="http://schemas.microsoft.com/office/drawing/2014/main" id="{7477E517-B2EF-D468-D8E5-595CF2AD57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3" name="rc331">
              <a:extLst>
                <a:ext uri="{FF2B5EF4-FFF2-40B4-BE49-F238E27FC236}">
                  <a16:creationId xmlns:a16="http://schemas.microsoft.com/office/drawing/2014/main" id="{64BFEFC7-B834-45D4-1FBF-5A4E386F21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4" name="rc332">
              <a:extLst>
                <a:ext uri="{FF2B5EF4-FFF2-40B4-BE49-F238E27FC236}">
                  <a16:creationId xmlns:a16="http://schemas.microsoft.com/office/drawing/2014/main" id="{F2923973-D051-3F06-E98D-4875B543F6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5" name="rc333">
              <a:extLst>
                <a:ext uri="{FF2B5EF4-FFF2-40B4-BE49-F238E27FC236}">
                  <a16:creationId xmlns:a16="http://schemas.microsoft.com/office/drawing/2014/main" id="{24699513-60DA-7398-42D6-473AE519D42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6" name="rc334">
              <a:extLst>
                <a:ext uri="{FF2B5EF4-FFF2-40B4-BE49-F238E27FC236}">
                  <a16:creationId xmlns:a16="http://schemas.microsoft.com/office/drawing/2014/main" id="{A9FB4796-4E7A-7283-7439-FECEDAB501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7" name="rc335">
              <a:extLst>
                <a:ext uri="{FF2B5EF4-FFF2-40B4-BE49-F238E27FC236}">
                  <a16:creationId xmlns:a16="http://schemas.microsoft.com/office/drawing/2014/main" id="{5436ED86-B182-6C75-1CB8-A50A8A51DA6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8" name="rc336">
              <a:extLst>
                <a:ext uri="{FF2B5EF4-FFF2-40B4-BE49-F238E27FC236}">
                  <a16:creationId xmlns:a16="http://schemas.microsoft.com/office/drawing/2014/main" id="{A5AC074E-B90F-0B11-BCB3-3EB584EB44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9" name="rc337">
              <a:extLst>
                <a:ext uri="{FF2B5EF4-FFF2-40B4-BE49-F238E27FC236}">
                  <a16:creationId xmlns:a16="http://schemas.microsoft.com/office/drawing/2014/main" id="{52C359B9-E271-AFE9-ED10-7CAE0D6F45D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0" name="rc338">
              <a:extLst>
                <a:ext uri="{FF2B5EF4-FFF2-40B4-BE49-F238E27FC236}">
                  <a16:creationId xmlns:a16="http://schemas.microsoft.com/office/drawing/2014/main" id="{F261AB9F-6DD4-16A7-8949-D8248845EE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1" name="rc339">
              <a:extLst>
                <a:ext uri="{FF2B5EF4-FFF2-40B4-BE49-F238E27FC236}">
                  <a16:creationId xmlns:a16="http://schemas.microsoft.com/office/drawing/2014/main" id="{99C2278A-2C6F-9960-8C05-7B7C912C24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2" name="rc340">
              <a:extLst>
                <a:ext uri="{FF2B5EF4-FFF2-40B4-BE49-F238E27FC236}">
                  <a16:creationId xmlns:a16="http://schemas.microsoft.com/office/drawing/2014/main" id="{527FAEEC-7ED4-2A4A-F727-509BCE401F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3" name="rc341">
              <a:extLst>
                <a:ext uri="{FF2B5EF4-FFF2-40B4-BE49-F238E27FC236}">
                  <a16:creationId xmlns:a16="http://schemas.microsoft.com/office/drawing/2014/main" id="{21A0C462-3B9D-267C-DCC2-415ECAA523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4" name="rc342">
              <a:extLst>
                <a:ext uri="{FF2B5EF4-FFF2-40B4-BE49-F238E27FC236}">
                  <a16:creationId xmlns:a16="http://schemas.microsoft.com/office/drawing/2014/main" id="{722C5CC8-04E6-0477-AAC1-91BF2BCEF6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5" name="rc343">
              <a:extLst>
                <a:ext uri="{FF2B5EF4-FFF2-40B4-BE49-F238E27FC236}">
                  <a16:creationId xmlns:a16="http://schemas.microsoft.com/office/drawing/2014/main" id="{B5FC20C0-9F18-0030-4CF8-285CE8FB99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6" name="rc344">
              <a:extLst>
                <a:ext uri="{FF2B5EF4-FFF2-40B4-BE49-F238E27FC236}">
                  <a16:creationId xmlns:a16="http://schemas.microsoft.com/office/drawing/2014/main" id="{5869FB40-E8FD-36BA-10B4-1C74FC3791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7" name="rc345">
              <a:extLst>
                <a:ext uri="{FF2B5EF4-FFF2-40B4-BE49-F238E27FC236}">
                  <a16:creationId xmlns:a16="http://schemas.microsoft.com/office/drawing/2014/main" id="{A3BFC664-5362-BA8A-8DC1-26FC0E5431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8" name="rc346">
              <a:extLst>
                <a:ext uri="{FF2B5EF4-FFF2-40B4-BE49-F238E27FC236}">
                  <a16:creationId xmlns:a16="http://schemas.microsoft.com/office/drawing/2014/main" id="{71F039F8-DFD8-0386-027E-B6AC8DB64FE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9" name="rc347">
              <a:extLst>
                <a:ext uri="{FF2B5EF4-FFF2-40B4-BE49-F238E27FC236}">
                  <a16:creationId xmlns:a16="http://schemas.microsoft.com/office/drawing/2014/main" id="{48F89E1B-BB98-323A-F7EE-57BC7C0FE2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0" name="rc348">
              <a:extLst>
                <a:ext uri="{FF2B5EF4-FFF2-40B4-BE49-F238E27FC236}">
                  <a16:creationId xmlns:a16="http://schemas.microsoft.com/office/drawing/2014/main" id="{C41191DD-7972-9E64-088A-C51E501630E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1" name="rc349">
              <a:extLst>
                <a:ext uri="{FF2B5EF4-FFF2-40B4-BE49-F238E27FC236}">
                  <a16:creationId xmlns:a16="http://schemas.microsoft.com/office/drawing/2014/main" id="{BD150B80-507A-9794-B4DD-4B9792C832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2" name="rc350">
              <a:extLst>
                <a:ext uri="{FF2B5EF4-FFF2-40B4-BE49-F238E27FC236}">
                  <a16:creationId xmlns:a16="http://schemas.microsoft.com/office/drawing/2014/main" id="{1F662E65-EA6A-A1E2-24A1-E12CE8DF2F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3" name="rc351">
              <a:extLst>
                <a:ext uri="{FF2B5EF4-FFF2-40B4-BE49-F238E27FC236}">
                  <a16:creationId xmlns:a16="http://schemas.microsoft.com/office/drawing/2014/main" id="{FEAC2322-2218-DB08-A19C-6F98F05A83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4" name="rc352">
              <a:extLst>
                <a:ext uri="{FF2B5EF4-FFF2-40B4-BE49-F238E27FC236}">
                  <a16:creationId xmlns:a16="http://schemas.microsoft.com/office/drawing/2014/main" id="{17C98A8F-CB90-DF33-B0AB-565CCA3A6B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5" name="rc353">
              <a:extLst>
                <a:ext uri="{FF2B5EF4-FFF2-40B4-BE49-F238E27FC236}">
                  <a16:creationId xmlns:a16="http://schemas.microsoft.com/office/drawing/2014/main" id="{7360A6F4-4E91-8998-9DDB-8CF3B6E240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6" name="rc354">
              <a:extLst>
                <a:ext uri="{FF2B5EF4-FFF2-40B4-BE49-F238E27FC236}">
                  <a16:creationId xmlns:a16="http://schemas.microsoft.com/office/drawing/2014/main" id="{7EDA6B6F-6D77-DF32-ED90-EA1CB7F082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7" name="rc355">
              <a:extLst>
                <a:ext uri="{FF2B5EF4-FFF2-40B4-BE49-F238E27FC236}">
                  <a16:creationId xmlns:a16="http://schemas.microsoft.com/office/drawing/2014/main" id="{69ED8BFE-3B4B-9E18-E41E-5E817365ED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8" name="rc356">
              <a:extLst>
                <a:ext uri="{FF2B5EF4-FFF2-40B4-BE49-F238E27FC236}">
                  <a16:creationId xmlns:a16="http://schemas.microsoft.com/office/drawing/2014/main" id="{DB6C5F9F-773C-7E66-AB2C-4280EA8A7F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9" name="rc357">
              <a:extLst>
                <a:ext uri="{FF2B5EF4-FFF2-40B4-BE49-F238E27FC236}">
                  <a16:creationId xmlns:a16="http://schemas.microsoft.com/office/drawing/2014/main" id="{F240DAC2-4C6C-C02C-1980-58F669430F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0" name="rc358">
              <a:extLst>
                <a:ext uri="{FF2B5EF4-FFF2-40B4-BE49-F238E27FC236}">
                  <a16:creationId xmlns:a16="http://schemas.microsoft.com/office/drawing/2014/main" id="{BD54B2C1-4920-3EB4-90A3-1323451F0B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1" name="rc359">
              <a:extLst>
                <a:ext uri="{FF2B5EF4-FFF2-40B4-BE49-F238E27FC236}">
                  <a16:creationId xmlns:a16="http://schemas.microsoft.com/office/drawing/2014/main" id="{A65EF51C-A2E1-FE67-C026-6E2B6DF866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2" name="rc360">
              <a:extLst>
                <a:ext uri="{FF2B5EF4-FFF2-40B4-BE49-F238E27FC236}">
                  <a16:creationId xmlns:a16="http://schemas.microsoft.com/office/drawing/2014/main" id="{75DEB919-4C43-B253-8754-8DF94149BA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3" name="rc361">
              <a:extLst>
                <a:ext uri="{FF2B5EF4-FFF2-40B4-BE49-F238E27FC236}">
                  <a16:creationId xmlns:a16="http://schemas.microsoft.com/office/drawing/2014/main" id="{D826AAE2-A88F-DBA9-204A-F300645892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4" name="rc362">
              <a:extLst>
                <a:ext uri="{FF2B5EF4-FFF2-40B4-BE49-F238E27FC236}">
                  <a16:creationId xmlns:a16="http://schemas.microsoft.com/office/drawing/2014/main" id="{55DCB4B5-FBF3-4906-D87E-A7AA908C32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5" name="rc363">
              <a:extLst>
                <a:ext uri="{FF2B5EF4-FFF2-40B4-BE49-F238E27FC236}">
                  <a16:creationId xmlns:a16="http://schemas.microsoft.com/office/drawing/2014/main" id="{5C4796CD-EE20-9B42-7545-58474FD905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6" name="rc364">
              <a:extLst>
                <a:ext uri="{FF2B5EF4-FFF2-40B4-BE49-F238E27FC236}">
                  <a16:creationId xmlns:a16="http://schemas.microsoft.com/office/drawing/2014/main" id="{C330AEE2-623D-7D93-BF6D-6D589398DA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7" name="rc365">
              <a:extLst>
                <a:ext uri="{FF2B5EF4-FFF2-40B4-BE49-F238E27FC236}">
                  <a16:creationId xmlns:a16="http://schemas.microsoft.com/office/drawing/2014/main" id="{12A83C25-7BE1-15FE-E1C2-FB37C73A45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8" name="rc366">
              <a:extLst>
                <a:ext uri="{FF2B5EF4-FFF2-40B4-BE49-F238E27FC236}">
                  <a16:creationId xmlns:a16="http://schemas.microsoft.com/office/drawing/2014/main" id="{635E29F5-4CD1-66AE-B16C-4D184D5743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9" name="rc367">
              <a:extLst>
                <a:ext uri="{FF2B5EF4-FFF2-40B4-BE49-F238E27FC236}">
                  <a16:creationId xmlns:a16="http://schemas.microsoft.com/office/drawing/2014/main" id="{CB9E195F-5E2A-D36D-177F-91BE3DCFB2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0" name="rc368">
              <a:extLst>
                <a:ext uri="{FF2B5EF4-FFF2-40B4-BE49-F238E27FC236}">
                  <a16:creationId xmlns:a16="http://schemas.microsoft.com/office/drawing/2014/main" id="{EB455529-349A-9610-62E2-70A2B1D492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1" name="rc369">
              <a:extLst>
                <a:ext uri="{FF2B5EF4-FFF2-40B4-BE49-F238E27FC236}">
                  <a16:creationId xmlns:a16="http://schemas.microsoft.com/office/drawing/2014/main" id="{F55996D2-69F5-8698-C159-3A9A0FCF35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2" name="rc370">
              <a:extLst>
                <a:ext uri="{FF2B5EF4-FFF2-40B4-BE49-F238E27FC236}">
                  <a16:creationId xmlns:a16="http://schemas.microsoft.com/office/drawing/2014/main" id="{2897266E-116C-8B59-E2C3-A07F652F3B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3" name="rc371">
              <a:extLst>
                <a:ext uri="{FF2B5EF4-FFF2-40B4-BE49-F238E27FC236}">
                  <a16:creationId xmlns:a16="http://schemas.microsoft.com/office/drawing/2014/main" id="{371D44A4-3844-D5AD-585B-B65A6B93BE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4" name="rc372">
              <a:extLst>
                <a:ext uri="{FF2B5EF4-FFF2-40B4-BE49-F238E27FC236}">
                  <a16:creationId xmlns:a16="http://schemas.microsoft.com/office/drawing/2014/main" id="{2AFA00FD-DAED-0153-2BC1-F1B2BB7335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5" name="rc373">
              <a:extLst>
                <a:ext uri="{FF2B5EF4-FFF2-40B4-BE49-F238E27FC236}">
                  <a16:creationId xmlns:a16="http://schemas.microsoft.com/office/drawing/2014/main" id="{767AE5E4-B245-D128-1687-177929797F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6" name="rc374">
              <a:extLst>
                <a:ext uri="{FF2B5EF4-FFF2-40B4-BE49-F238E27FC236}">
                  <a16:creationId xmlns:a16="http://schemas.microsoft.com/office/drawing/2014/main" id="{D454BF51-D325-1E2B-DED1-7598178229C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7" name="rc375">
              <a:extLst>
                <a:ext uri="{FF2B5EF4-FFF2-40B4-BE49-F238E27FC236}">
                  <a16:creationId xmlns:a16="http://schemas.microsoft.com/office/drawing/2014/main" id="{F15D9556-EFEC-D93A-797E-A8CAAF7A413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8" name="rc376">
              <a:extLst>
                <a:ext uri="{FF2B5EF4-FFF2-40B4-BE49-F238E27FC236}">
                  <a16:creationId xmlns:a16="http://schemas.microsoft.com/office/drawing/2014/main" id="{DC1C2312-3C6A-C35D-43C2-211164896E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9" name="rc377">
              <a:extLst>
                <a:ext uri="{FF2B5EF4-FFF2-40B4-BE49-F238E27FC236}">
                  <a16:creationId xmlns:a16="http://schemas.microsoft.com/office/drawing/2014/main" id="{3B0FE94B-EF46-6CB4-44E7-238CA09458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0" name="rc378">
              <a:extLst>
                <a:ext uri="{FF2B5EF4-FFF2-40B4-BE49-F238E27FC236}">
                  <a16:creationId xmlns:a16="http://schemas.microsoft.com/office/drawing/2014/main" id="{C7B1B530-88D7-6595-6A4C-44257CCCBC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1" name="rc379">
              <a:extLst>
                <a:ext uri="{FF2B5EF4-FFF2-40B4-BE49-F238E27FC236}">
                  <a16:creationId xmlns:a16="http://schemas.microsoft.com/office/drawing/2014/main" id="{641F49B4-AC0E-E2BA-C38C-A22F0FB471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2" name="rc380">
              <a:extLst>
                <a:ext uri="{FF2B5EF4-FFF2-40B4-BE49-F238E27FC236}">
                  <a16:creationId xmlns:a16="http://schemas.microsoft.com/office/drawing/2014/main" id="{49C699B6-2FC0-DC74-C0D6-1B76422625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3" name="rc381">
              <a:extLst>
                <a:ext uri="{FF2B5EF4-FFF2-40B4-BE49-F238E27FC236}">
                  <a16:creationId xmlns:a16="http://schemas.microsoft.com/office/drawing/2014/main" id="{6C4B6FC5-F191-3F88-4D83-225AB11C56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4" name="rc382">
              <a:extLst>
                <a:ext uri="{FF2B5EF4-FFF2-40B4-BE49-F238E27FC236}">
                  <a16:creationId xmlns:a16="http://schemas.microsoft.com/office/drawing/2014/main" id="{BC39CC5D-3299-F0DD-C212-BF8517641A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5" name="rc383">
              <a:extLst>
                <a:ext uri="{FF2B5EF4-FFF2-40B4-BE49-F238E27FC236}">
                  <a16:creationId xmlns:a16="http://schemas.microsoft.com/office/drawing/2014/main" id="{0882CEB4-B8CC-9DAC-177F-B46C201788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6" name="rc384">
              <a:extLst>
                <a:ext uri="{FF2B5EF4-FFF2-40B4-BE49-F238E27FC236}">
                  <a16:creationId xmlns:a16="http://schemas.microsoft.com/office/drawing/2014/main" id="{B3331578-494A-AEC4-2ABE-6EC772628E2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7" name="rc385">
              <a:extLst>
                <a:ext uri="{FF2B5EF4-FFF2-40B4-BE49-F238E27FC236}">
                  <a16:creationId xmlns:a16="http://schemas.microsoft.com/office/drawing/2014/main" id="{A9335C1F-ED51-75A5-8916-B38609999B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8" name="rc386">
              <a:extLst>
                <a:ext uri="{FF2B5EF4-FFF2-40B4-BE49-F238E27FC236}">
                  <a16:creationId xmlns:a16="http://schemas.microsoft.com/office/drawing/2014/main" id="{C7BC1F8C-3497-502D-E392-3679B7473E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9" name="rc387">
              <a:extLst>
                <a:ext uri="{FF2B5EF4-FFF2-40B4-BE49-F238E27FC236}">
                  <a16:creationId xmlns:a16="http://schemas.microsoft.com/office/drawing/2014/main" id="{9376112C-EA5C-21C2-D1CE-038877B1E7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0" name="rc388">
              <a:extLst>
                <a:ext uri="{FF2B5EF4-FFF2-40B4-BE49-F238E27FC236}">
                  <a16:creationId xmlns:a16="http://schemas.microsoft.com/office/drawing/2014/main" id="{90B6EAF2-050C-6C36-9329-F9E7C0531BE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1" name="rc389">
              <a:extLst>
                <a:ext uri="{FF2B5EF4-FFF2-40B4-BE49-F238E27FC236}">
                  <a16:creationId xmlns:a16="http://schemas.microsoft.com/office/drawing/2014/main" id="{672F09EE-275F-0F29-6C0F-191A00AFC0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2" name="rc390">
              <a:extLst>
                <a:ext uri="{FF2B5EF4-FFF2-40B4-BE49-F238E27FC236}">
                  <a16:creationId xmlns:a16="http://schemas.microsoft.com/office/drawing/2014/main" id="{A7D5D4C0-7EDE-E2E5-38DB-945EE4B5291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3" name="rc391">
              <a:extLst>
                <a:ext uri="{FF2B5EF4-FFF2-40B4-BE49-F238E27FC236}">
                  <a16:creationId xmlns:a16="http://schemas.microsoft.com/office/drawing/2014/main" id="{24676A75-1953-2341-C0DC-24B08CE814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4" name="rc392">
              <a:extLst>
                <a:ext uri="{FF2B5EF4-FFF2-40B4-BE49-F238E27FC236}">
                  <a16:creationId xmlns:a16="http://schemas.microsoft.com/office/drawing/2014/main" id="{39F54A7E-D0A2-9558-AC9D-0C1BE94EC0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5" name="rc393">
              <a:extLst>
                <a:ext uri="{FF2B5EF4-FFF2-40B4-BE49-F238E27FC236}">
                  <a16:creationId xmlns:a16="http://schemas.microsoft.com/office/drawing/2014/main" id="{8E299970-86F5-61E3-68C6-F57385172EE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6" name="rc394">
              <a:extLst>
                <a:ext uri="{FF2B5EF4-FFF2-40B4-BE49-F238E27FC236}">
                  <a16:creationId xmlns:a16="http://schemas.microsoft.com/office/drawing/2014/main" id="{13831BAC-6888-7A92-1C8F-CAE276F44D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7" name="rc395">
              <a:extLst>
                <a:ext uri="{FF2B5EF4-FFF2-40B4-BE49-F238E27FC236}">
                  <a16:creationId xmlns:a16="http://schemas.microsoft.com/office/drawing/2014/main" id="{AB5728D1-5263-2496-43F8-6B437176A9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8" name="rc396">
              <a:extLst>
                <a:ext uri="{FF2B5EF4-FFF2-40B4-BE49-F238E27FC236}">
                  <a16:creationId xmlns:a16="http://schemas.microsoft.com/office/drawing/2014/main" id="{28A9FC0A-3580-32C0-4A5B-7D9D7EF535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9" name="rc397">
              <a:extLst>
                <a:ext uri="{FF2B5EF4-FFF2-40B4-BE49-F238E27FC236}">
                  <a16:creationId xmlns:a16="http://schemas.microsoft.com/office/drawing/2014/main" id="{2742CA5F-3DE0-F802-05A5-870A7C78DF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0" name="rc398">
              <a:extLst>
                <a:ext uri="{FF2B5EF4-FFF2-40B4-BE49-F238E27FC236}">
                  <a16:creationId xmlns:a16="http://schemas.microsoft.com/office/drawing/2014/main" id="{54C114AF-8CE7-E8AB-D624-7B6A67DAB6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1" name="rc399">
              <a:extLst>
                <a:ext uri="{FF2B5EF4-FFF2-40B4-BE49-F238E27FC236}">
                  <a16:creationId xmlns:a16="http://schemas.microsoft.com/office/drawing/2014/main" id="{7B530E34-A523-EAD1-9227-BB372F2BE1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2" name="rc400">
              <a:extLst>
                <a:ext uri="{FF2B5EF4-FFF2-40B4-BE49-F238E27FC236}">
                  <a16:creationId xmlns:a16="http://schemas.microsoft.com/office/drawing/2014/main" id="{EF01C4BD-5EA4-0456-37AB-B24561A565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3" name="rc401">
              <a:extLst>
                <a:ext uri="{FF2B5EF4-FFF2-40B4-BE49-F238E27FC236}">
                  <a16:creationId xmlns:a16="http://schemas.microsoft.com/office/drawing/2014/main" id="{3A77FC86-CBBB-963E-13A6-F626F57846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4" name="rc402">
              <a:extLst>
                <a:ext uri="{FF2B5EF4-FFF2-40B4-BE49-F238E27FC236}">
                  <a16:creationId xmlns:a16="http://schemas.microsoft.com/office/drawing/2014/main" id="{CC576D1C-4369-6DC1-7170-CB2DD95F91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5" name="rc403">
              <a:extLst>
                <a:ext uri="{FF2B5EF4-FFF2-40B4-BE49-F238E27FC236}">
                  <a16:creationId xmlns:a16="http://schemas.microsoft.com/office/drawing/2014/main" id="{77EC12FC-6001-56A9-1A74-875775232E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6" name="rc404">
              <a:extLst>
                <a:ext uri="{FF2B5EF4-FFF2-40B4-BE49-F238E27FC236}">
                  <a16:creationId xmlns:a16="http://schemas.microsoft.com/office/drawing/2014/main" id="{E0276F30-A6EF-CC18-3087-E943808D8E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7" name="rc405">
              <a:extLst>
                <a:ext uri="{FF2B5EF4-FFF2-40B4-BE49-F238E27FC236}">
                  <a16:creationId xmlns:a16="http://schemas.microsoft.com/office/drawing/2014/main" id="{2FB66F77-1A75-2523-4DD9-98B9E87406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8" name="rc406">
              <a:extLst>
                <a:ext uri="{FF2B5EF4-FFF2-40B4-BE49-F238E27FC236}">
                  <a16:creationId xmlns:a16="http://schemas.microsoft.com/office/drawing/2014/main" id="{C558F99F-02BE-D99C-F16F-BE289A903D7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9" name="rc407">
              <a:extLst>
                <a:ext uri="{FF2B5EF4-FFF2-40B4-BE49-F238E27FC236}">
                  <a16:creationId xmlns:a16="http://schemas.microsoft.com/office/drawing/2014/main" id="{B73F8062-D105-A9FC-1D22-ABE68F774CB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0" name="rc408">
              <a:extLst>
                <a:ext uri="{FF2B5EF4-FFF2-40B4-BE49-F238E27FC236}">
                  <a16:creationId xmlns:a16="http://schemas.microsoft.com/office/drawing/2014/main" id="{E05D20D0-27ED-E954-B140-D9FB6DADD9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1" name="rc409">
              <a:extLst>
                <a:ext uri="{FF2B5EF4-FFF2-40B4-BE49-F238E27FC236}">
                  <a16:creationId xmlns:a16="http://schemas.microsoft.com/office/drawing/2014/main" id="{EF4D1340-A8E7-B57E-EE48-93756C50E4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2" name="rc410">
              <a:extLst>
                <a:ext uri="{FF2B5EF4-FFF2-40B4-BE49-F238E27FC236}">
                  <a16:creationId xmlns:a16="http://schemas.microsoft.com/office/drawing/2014/main" id="{8F35A2E6-EB4C-298D-0B10-CA37E0715F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3" name="rc411">
              <a:extLst>
                <a:ext uri="{FF2B5EF4-FFF2-40B4-BE49-F238E27FC236}">
                  <a16:creationId xmlns:a16="http://schemas.microsoft.com/office/drawing/2014/main" id="{08B1310E-9C44-86D1-045D-8908D4F395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4" name="rc412">
              <a:extLst>
                <a:ext uri="{FF2B5EF4-FFF2-40B4-BE49-F238E27FC236}">
                  <a16:creationId xmlns:a16="http://schemas.microsoft.com/office/drawing/2014/main" id="{76170AEB-4254-E57F-F5B7-743CCECAE1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5" name="rc413">
              <a:extLst>
                <a:ext uri="{FF2B5EF4-FFF2-40B4-BE49-F238E27FC236}">
                  <a16:creationId xmlns:a16="http://schemas.microsoft.com/office/drawing/2014/main" id="{E8A7D982-8C2B-DF26-A315-190425FDD8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6" name="rc414">
              <a:extLst>
                <a:ext uri="{FF2B5EF4-FFF2-40B4-BE49-F238E27FC236}">
                  <a16:creationId xmlns:a16="http://schemas.microsoft.com/office/drawing/2014/main" id="{4B69295F-0735-3378-679A-F53FBFE997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7" name="rc415">
              <a:extLst>
                <a:ext uri="{FF2B5EF4-FFF2-40B4-BE49-F238E27FC236}">
                  <a16:creationId xmlns:a16="http://schemas.microsoft.com/office/drawing/2014/main" id="{EC8D155F-0ED9-F296-3C13-59EB37987D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8" name="rc416">
              <a:extLst>
                <a:ext uri="{FF2B5EF4-FFF2-40B4-BE49-F238E27FC236}">
                  <a16:creationId xmlns:a16="http://schemas.microsoft.com/office/drawing/2014/main" id="{76B7B63C-AAA2-CD5E-AAB8-442F189A0E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9" name="rc417">
              <a:extLst>
                <a:ext uri="{FF2B5EF4-FFF2-40B4-BE49-F238E27FC236}">
                  <a16:creationId xmlns:a16="http://schemas.microsoft.com/office/drawing/2014/main" id="{D90B5296-C3C9-DA91-36C3-6F0522F32E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0" name="rc418">
              <a:extLst>
                <a:ext uri="{FF2B5EF4-FFF2-40B4-BE49-F238E27FC236}">
                  <a16:creationId xmlns:a16="http://schemas.microsoft.com/office/drawing/2014/main" id="{4C1D291C-7CE5-6139-2B78-ED7E7FA929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1" name="rc419">
              <a:extLst>
                <a:ext uri="{FF2B5EF4-FFF2-40B4-BE49-F238E27FC236}">
                  <a16:creationId xmlns:a16="http://schemas.microsoft.com/office/drawing/2014/main" id="{57262959-57B7-6F89-865A-3A92E7C1C7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2" name="rc420">
              <a:extLst>
                <a:ext uri="{FF2B5EF4-FFF2-40B4-BE49-F238E27FC236}">
                  <a16:creationId xmlns:a16="http://schemas.microsoft.com/office/drawing/2014/main" id="{62DB4989-4F8A-6E5E-E5ED-63B0DF06EA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3" name="rc421">
              <a:extLst>
                <a:ext uri="{FF2B5EF4-FFF2-40B4-BE49-F238E27FC236}">
                  <a16:creationId xmlns:a16="http://schemas.microsoft.com/office/drawing/2014/main" id="{F27A9B5E-31E1-50F0-1D56-D878F3156B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4" name="rc422">
              <a:extLst>
                <a:ext uri="{FF2B5EF4-FFF2-40B4-BE49-F238E27FC236}">
                  <a16:creationId xmlns:a16="http://schemas.microsoft.com/office/drawing/2014/main" id="{3915BAD1-0F7D-852C-24B3-C66D356B55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5" name="rc423">
              <a:extLst>
                <a:ext uri="{FF2B5EF4-FFF2-40B4-BE49-F238E27FC236}">
                  <a16:creationId xmlns:a16="http://schemas.microsoft.com/office/drawing/2014/main" id="{7B7C0535-71E1-C1E8-E99C-5AE3008753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6" name="rc424">
              <a:extLst>
                <a:ext uri="{FF2B5EF4-FFF2-40B4-BE49-F238E27FC236}">
                  <a16:creationId xmlns:a16="http://schemas.microsoft.com/office/drawing/2014/main" id="{895F75DE-0BB0-E1BD-2714-9889DC3627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7" name="rc425">
              <a:extLst>
                <a:ext uri="{FF2B5EF4-FFF2-40B4-BE49-F238E27FC236}">
                  <a16:creationId xmlns:a16="http://schemas.microsoft.com/office/drawing/2014/main" id="{C6A2B35D-9038-41EB-8E50-65B33E4480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8" name="rc426">
              <a:extLst>
                <a:ext uri="{FF2B5EF4-FFF2-40B4-BE49-F238E27FC236}">
                  <a16:creationId xmlns:a16="http://schemas.microsoft.com/office/drawing/2014/main" id="{C8356AB0-E97D-1334-13B9-A4D6AE8886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9" name="rc427">
              <a:extLst>
                <a:ext uri="{FF2B5EF4-FFF2-40B4-BE49-F238E27FC236}">
                  <a16:creationId xmlns:a16="http://schemas.microsoft.com/office/drawing/2014/main" id="{42803932-A256-E6DD-D8AB-2F03A74FE5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0" name="rc428">
              <a:extLst>
                <a:ext uri="{FF2B5EF4-FFF2-40B4-BE49-F238E27FC236}">
                  <a16:creationId xmlns:a16="http://schemas.microsoft.com/office/drawing/2014/main" id="{BAE9910E-6469-045F-83BA-997874A28A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1" name="rc429">
              <a:extLst>
                <a:ext uri="{FF2B5EF4-FFF2-40B4-BE49-F238E27FC236}">
                  <a16:creationId xmlns:a16="http://schemas.microsoft.com/office/drawing/2014/main" id="{D6DA0C74-2C05-0FF1-941E-904E414420C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2" name="rc430">
              <a:extLst>
                <a:ext uri="{FF2B5EF4-FFF2-40B4-BE49-F238E27FC236}">
                  <a16:creationId xmlns:a16="http://schemas.microsoft.com/office/drawing/2014/main" id="{2C5CA3E3-CD94-EF66-DAE8-6D9E829D1D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3" name="rc431">
              <a:extLst>
                <a:ext uri="{FF2B5EF4-FFF2-40B4-BE49-F238E27FC236}">
                  <a16:creationId xmlns:a16="http://schemas.microsoft.com/office/drawing/2014/main" id="{47160815-564A-3FB9-7C02-0BBAC4D61A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4" name="rc432">
              <a:extLst>
                <a:ext uri="{FF2B5EF4-FFF2-40B4-BE49-F238E27FC236}">
                  <a16:creationId xmlns:a16="http://schemas.microsoft.com/office/drawing/2014/main" id="{822F92E2-18B4-0497-EA69-A72AA803A5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5" name="rc433">
              <a:extLst>
                <a:ext uri="{FF2B5EF4-FFF2-40B4-BE49-F238E27FC236}">
                  <a16:creationId xmlns:a16="http://schemas.microsoft.com/office/drawing/2014/main" id="{501F67AE-2ADA-A317-C1A7-AF2DA8D927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6" name="rc434">
              <a:extLst>
                <a:ext uri="{FF2B5EF4-FFF2-40B4-BE49-F238E27FC236}">
                  <a16:creationId xmlns:a16="http://schemas.microsoft.com/office/drawing/2014/main" id="{D2FD0860-4FBB-43C5-ED1F-BFCF25A708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7" name="rc435">
              <a:extLst>
                <a:ext uri="{FF2B5EF4-FFF2-40B4-BE49-F238E27FC236}">
                  <a16:creationId xmlns:a16="http://schemas.microsoft.com/office/drawing/2014/main" id="{AA0EC4BA-9279-59C2-C1F5-2DEE4384F2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8" name="rc436">
              <a:extLst>
                <a:ext uri="{FF2B5EF4-FFF2-40B4-BE49-F238E27FC236}">
                  <a16:creationId xmlns:a16="http://schemas.microsoft.com/office/drawing/2014/main" id="{2EA20A70-379D-1A1F-C4F8-D91325A613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9" name="rc437">
              <a:extLst>
                <a:ext uri="{FF2B5EF4-FFF2-40B4-BE49-F238E27FC236}">
                  <a16:creationId xmlns:a16="http://schemas.microsoft.com/office/drawing/2014/main" id="{5694BB9E-D566-34AA-235F-53DD11285A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0" name="rc438">
              <a:extLst>
                <a:ext uri="{FF2B5EF4-FFF2-40B4-BE49-F238E27FC236}">
                  <a16:creationId xmlns:a16="http://schemas.microsoft.com/office/drawing/2014/main" id="{329CF540-18C6-2125-77AC-E9B1AD330E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1" name="rc439">
              <a:extLst>
                <a:ext uri="{FF2B5EF4-FFF2-40B4-BE49-F238E27FC236}">
                  <a16:creationId xmlns:a16="http://schemas.microsoft.com/office/drawing/2014/main" id="{4A46F8B3-2A60-BC89-C8DD-E107F75EDEF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2" name="rc440">
              <a:extLst>
                <a:ext uri="{FF2B5EF4-FFF2-40B4-BE49-F238E27FC236}">
                  <a16:creationId xmlns:a16="http://schemas.microsoft.com/office/drawing/2014/main" id="{4064D53F-EFFF-065B-0D11-0BCA4457F8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3" name="rc441">
              <a:extLst>
                <a:ext uri="{FF2B5EF4-FFF2-40B4-BE49-F238E27FC236}">
                  <a16:creationId xmlns:a16="http://schemas.microsoft.com/office/drawing/2014/main" id="{291323BC-760A-AEE2-AC4A-35597BB35A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4" name="rc442">
              <a:extLst>
                <a:ext uri="{FF2B5EF4-FFF2-40B4-BE49-F238E27FC236}">
                  <a16:creationId xmlns:a16="http://schemas.microsoft.com/office/drawing/2014/main" id="{64341227-0559-79C2-7C82-DCAA8D30EB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5" name="rc443">
              <a:extLst>
                <a:ext uri="{FF2B5EF4-FFF2-40B4-BE49-F238E27FC236}">
                  <a16:creationId xmlns:a16="http://schemas.microsoft.com/office/drawing/2014/main" id="{4E437F24-0BF8-BAA3-96DF-81F7D19A3B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6" name="rc444">
              <a:extLst>
                <a:ext uri="{FF2B5EF4-FFF2-40B4-BE49-F238E27FC236}">
                  <a16:creationId xmlns:a16="http://schemas.microsoft.com/office/drawing/2014/main" id="{4FD85503-EC13-94F6-A8F2-2AD847B68E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7" name="rc445">
              <a:extLst>
                <a:ext uri="{FF2B5EF4-FFF2-40B4-BE49-F238E27FC236}">
                  <a16:creationId xmlns:a16="http://schemas.microsoft.com/office/drawing/2014/main" id="{47C0D689-5658-E706-ACE6-A9FC9C7679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8" name="rc446">
              <a:extLst>
                <a:ext uri="{FF2B5EF4-FFF2-40B4-BE49-F238E27FC236}">
                  <a16:creationId xmlns:a16="http://schemas.microsoft.com/office/drawing/2014/main" id="{12A9ECBC-2050-F5C6-E0F4-3EEE4F74EF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9" name="rc447">
              <a:extLst>
                <a:ext uri="{FF2B5EF4-FFF2-40B4-BE49-F238E27FC236}">
                  <a16:creationId xmlns:a16="http://schemas.microsoft.com/office/drawing/2014/main" id="{CE73456C-2911-78F4-8884-F9F109E758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0" name="rc448">
              <a:extLst>
                <a:ext uri="{FF2B5EF4-FFF2-40B4-BE49-F238E27FC236}">
                  <a16:creationId xmlns:a16="http://schemas.microsoft.com/office/drawing/2014/main" id="{6F56C2CE-F47D-AA12-7F2C-BB6F833D82E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1" name="rc449">
              <a:extLst>
                <a:ext uri="{FF2B5EF4-FFF2-40B4-BE49-F238E27FC236}">
                  <a16:creationId xmlns:a16="http://schemas.microsoft.com/office/drawing/2014/main" id="{71F58504-87EE-B29D-A649-A05B7A543B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2" name="rc450">
              <a:extLst>
                <a:ext uri="{FF2B5EF4-FFF2-40B4-BE49-F238E27FC236}">
                  <a16:creationId xmlns:a16="http://schemas.microsoft.com/office/drawing/2014/main" id="{174DECA2-53BF-BD73-B05B-6791DA3C4A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3" name="rc451">
              <a:extLst>
                <a:ext uri="{FF2B5EF4-FFF2-40B4-BE49-F238E27FC236}">
                  <a16:creationId xmlns:a16="http://schemas.microsoft.com/office/drawing/2014/main" id="{F3A1407F-BD38-6906-79CC-4F7C459139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4" name="rc452">
              <a:extLst>
                <a:ext uri="{FF2B5EF4-FFF2-40B4-BE49-F238E27FC236}">
                  <a16:creationId xmlns:a16="http://schemas.microsoft.com/office/drawing/2014/main" id="{0A5EA2D2-4818-D455-E7AE-8C71F23B49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5" name="rc453">
              <a:extLst>
                <a:ext uri="{FF2B5EF4-FFF2-40B4-BE49-F238E27FC236}">
                  <a16:creationId xmlns:a16="http://schemas.microsoft.com/office/drawing/2014/main" id="{CF483A96-FAD4-7317-42DD-4E5850CDFC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6" name="rc454">
              <a:extLst>
                <a:ext uri="{FF2B5EF4-FFF2-40B4-BE49-F238E27FC236}">
                  <a16:creationId xmlns:a16="http://schemas.microsoft.com/office/drawing/2014/main" id="{A1C31B5E-4C88-F22B-FB0E-68AE1894BB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7" name="rc455">
              <a:extLst>
                <a:ext uri="{FF2B5EF4-FFF2-40B4-BE49-F238E27FC236}">
                  <a16:creationId xmlns:a16="http://schemas.microsoft.com/office/drawing/2014/main" id="{76D2FDF0-DF9E-77BB-AA92-F33246C926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8" name="rc456">
              <a:extLst>
                <a:ext uri="{FF2B5EF4-FFF2-40B4-BE49-F238E27FC236}">
                  <a16:creationId xmlns:a16="http://schemas.microsoft.com/office/drawing/2014/main" id="{0EA8FB7E-5819-42F3-A90A-533A0D1564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9" name="rc457">
              <a:extLst>
                <a:ext uri="{FF2B5EF4-FFF2-40B4-BE49-F238E27FC236}">
                  <a16:creationId xmlns:a16="http://schemas.microsoft.com/office/drawing/2014/main" id="{9F6CDF08-A796-9453-B631-0E24355B15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0" name="rc458">
              <a:extLst>
                <a:ext uri="{FF2B5EF4-FFF2-40B4-BE49-F238E27FC236}">
                  <a16:creationId xmlns:a16="http://schemas.microsoft.com/office/drawing/2014/main" id="{AC256A32-F86E-035B-F026-54EDCC7EE6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1" name="rc459">
              <a:extLst>
                <a:ext uri="{FF2B5EF4-FFF2-40B4-BE49-F238E27FC236}">
                  <a16:creationId xmlns:a16="http://schemas.microsoft.com/office/drawing/2014/main" id="{E6F352A0-B0FD-ED05-00D7-EB0C96A39C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2" name="rc460">
              <a:extLst>
                <a:ext uri="{FF2B5EF4-FFF2-40B4-BE49-F238E27FC236}">
                  <a16:creationId xmlns:a16="http://schemas.microsoft.com/office/drawing/2014/main" id="{A118DA67-B34C-7E28-DE69-365C0C06E5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3" name="rc461">
              <a:extLst>
                <a:ext uri="{FF2B5EF4-FFF2-40B4-BE49-F238E27FC236}">
                  <a16:creationId xmlns:a16="http://schemas.microsoft.com/office/drawing/2014/main" id="{20C58EA1-F5E3-5AB5-12A9-A0981E979B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4" name="rc462">
              <a:extLst>
                <a:ext uri="{FF2B5EF4-FFF2-40B4-BE49-F238E27FC236}">
                  <a16:creationId xmlns:a16="http://schemas.microsoft.com/office/drawing/2014/main" id="{7817A4AC-88B2-EEB2-E727-B93FDA0ABDF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5" name="rc463">
              <a:extLst>
                <a:ext uri="{FF2B5EF4-FFF2-40B4-BE49-F238E27FC236}">
                  <a16:creationId xmlns:a16="http://schemas.microsoft.com/office/drawing/2014/main" id="{D83CB6AC-96E9-9C42-C842-78738A6C528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6" name="rc464">
              <a:extLst>
                <a:ext uri="{FF2B5EF4-FFF2-40B4-BE49-F238E27FC236}">
                  <a16:creationId xmlns:a16="http://schemas.microsoft.com/office/drawing/2014/main" id="{164511F1-FC3A-CD04-DD23-E1AF33B746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7" name="rc465">
              <a:extLst>
                <a:ext uri="{FF2B5EF4-FFF2-40B4-BE49-F238E27FC236}">
                  <a16:creationId xmlns:a16="http://schemas.microsoft.com/office/drawing/2014/main" id="{805C250C-7B12-E87A-33FB-834484E014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8" name="rc466">
              <a:extLst>
                <a:ext uri="{FF2B5EF4-FFF2-40B4-BE49-F238E27FC236}">
                  <a16:creationId xmlns:a16="http://schemas.microsoft.com/office/drawing/2014/main" id="{08239592-03DA-800D-773A-9713B08217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9" name="rc467">
              <a:extLst>
                <a:ext uri="{FF2B5EF4-FFF2-40B4-BE49-F238E27FC236}">
                  <a16:creationId xmlns:a16="http://schemas.microsoft.com/office/drawing/2014/main" id="{4B095759-458A-5B7B-CE7B-CCF4D7C6EC1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0" name="rc468">
              <a:extLst>
                <a:ext uri="{FF2B5EF4-FFF2-40B4-BE49-F238E27FC236}">
                  <a16:creationId xmlns:a16="http://schemas.microsoft.com/office/drawing/2014/main" id="{6770B5F7-7B2F-29F4-E013-B22B786E35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1" name="rc469">
              <a:extLst>
                <a:ext uri="{FF2B5EF4-FFF2-40B4-BE49-F238E27FC236}">
                  <a16:creationId xmlns:a16="http://schemas.microsoft.com/office/drawing/2014/main" id="{C29B4BFB-906B-D541-AFA9-E9CE1BD367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2" name="rc470">
              <a:extLst>
                <a:ext uri="{FF2B5EF4-FFF2-40B4-BE49-F238E27FC236}">
                  <a16:creationId xmlns:a16="http://schemas.microsoft.com/office/drawing/2014/main" id="{15BA63FC-C3F9-0209-0924-1D70493613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3" name="rc471">
              <a:extLst>
                <a:ext uri="{FF2B5EF4-FFF2-40B4-BE49-F238E27FC236}">
                  <a16:creationId xmlns:a16="http://schemas.microsoft.com/office/drawing/2014/main" id="{9562398F-098A-7E4B-6208-7B1712CFF2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4" name="rc472">
              <a:extLst>
                <a:ext uri="{FF2B5EF4-FFF2-40B4-BE49-F238E27FC236}">
                  <a16:creationId xmlns:a16="http://schemas.microsoft.com/office/drawing/2014/main" id="{35E7FCC7-DE79-F846-09E0-2903FEBBFB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5" name="rc473">
              <a:extLst>
                <a:ext uri="{FF2B5EF4-FFF2-40B4-BE49-F238E27FC236}">
                  <a16:creationId xmlns:a16="http://schemas.microsoft.com/office/drawing/2014/main" id="{E4919D12-DF79-81ED-657D-A807F6FD71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6" name="rc474">
              <a:extLst>
                <a:ext uri="{FF2B5EF4-FFF2-40B4-BE49-F238E27FC236}">
                  <a16:creationId xmlns:a16="http://schemas.microsoft.com/office/drawing/2014/main" id="{5705B073-033E-1007-481F-0D88EB9C9A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7" name="rc475">
              <a:extLst>
                <a:ext uri="{FF2B5EF4-FFF2-40B4-BE49-F238E27FC236}">
                  <a16:creationId xmlns:a16="http://schemas.microsoft.com/office/drawing/2014/main" id="{9F233CCE-5A7D-405E-FFC1-EE876DDAA7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8" name="rc476">
              <a:extLst>
                <a:ext uri="{FF2B5EF4-FFF2-40B4-BE49-F238E27FC236}">
                  <a16:creationId xmlns:a16="http://schemas.microsoft.com/office/drawing/2014/main" id="{7B265C64-3B73-5A86-8E40-E967F7EE7A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9" name="rc477">
              <a:extLst>
                <a:ext uri="{FF2B5EF4-FFF2-40B4-BE49-F238E27FC236}">
                  <a16:creationId xmlns:a16="http://schemas.microsoft.com/office/drawing/2014/main" id="{BFE4EDB7-5A1E-5142-277E-074BE649F8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0" name="rc478">
              <a:extLst>
                <a:ext uri="{FF2B5EF4-FFF2-40B4-BE49-F238E27FC236}">
                  <a16:creationId xmlns:a16="http://schemas.microsoft.com/office/drawing/2014/main" id="{44AAE648-DCA9-26FB-A8DF-6B949CD840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1" name="rc479">
              <a:extLst>
                <a:ext uri="{FF2B5EF4-FFF2-40B4-BE49-F238E27FC236}">
                  <a16:creationId xmlns:a16="http://schemas.microsoft.com/office/drawing/2014/main" id="{13523DFB-535C-C3BD-F17B-281C23948A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2" name="rc480">
              <a:extLst>
                <a:ext uri="{FF2B5EF4-FFF2-40B4-BE49-F238E27FC236}">
                  <a16:creationId xmlns:a16="http://schemas.microsoft.com/office/drawing/2014/main" id="{9884224F-F1D6-E51E-61B3-66F50394FE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3" name="rc481">
              <a:extLst>
                <a:ext uri="{FF2B5EF4-FFF2-40B4-BE49-F238E27FC236}">
                  <a16:creationId xmlns:a16="http://schemas.microsoft.com/office/drawing/2014/main" id="{7E49AA32-6EFA-FC69-AF68-1AA83408D6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4" name="rc482">
              <a:extLst>
                <a:ext uri="{FF2B5EF4-FFF2-40B4-BE49-F238E27FC236}">
                  <a16:creationId xmlns:a16="http://schemas.microsoft.com/office/drawing/2014/main" id="{7B63B7EC-E935-5063-2B6D-734D906627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5" name="rc483">
              <a:extLst>
                <a:ext uri="{FF2B5EF4-FFF2-40B4-BE49-F238E27FC236}">
                  <a16:creationId xmlns:a16="http://schemas.microsoft.com/office/drawing/2014/main" id="{439C51BA-DEF1-DCD7-6297-6F9C3064F7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6" name="rc484">
              <a:extLst>
                <a:ext uri="{FF2B5EF4-FFF2-40B4-BE49-F238E27FC236}">
                  <a16:creationId xmlns:a16="http://schemas.microsoft.com/office/drawing/2014/main" id="{CF30A2E3-6A01-F6CC-ADF1-E77AFFEA46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7" name="rc485">
              <a:extLst>
                <a:ext uri="{FF2B5EF4-FFF2-40B4-BE49-F238E27FC236}">
                  <a16:creationId xmlns:a16="http://schemas.microsoft.com/office/drawing/2014/main" id="{D7A7279D-9292-2E99-6E27-CC9BE2C1F5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8" name="rc486">
              <a:extLst>
                <a:ext uri="{FF2B5EF4-FFF2-40B4-BE49-F238E27FC236}">
                  <a16:creationId xmlns:a16="http://schemas.microsoft.com/office/drawing/2014/main" id="{65C8DE11-9F59-FB42-107B-0E95D59328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9" name="rc487">
              <a:extLst>
                <a:ext uri="{FF2B5EF4-FFF2-40B4-BE49-F238E27FC236}">
                  <a16:creationId xmlns:a16="http://schemas.microsoft.com/office/drawing/2014/main" id="{6C3DA0B6-3C64-225C-0A5E-E410EC3D70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0" name="rc488">
              <a:extLst>
                <a:ext uri="{FF2B5EF4-FFF2-40B4-BE49-F238E27FC236}">
                  <a16:creationId xmlns:a16="http://schemas.microsoft.com/office/drawing/2014/main" id="{CCA7BBB0-7189-DF05-87C0-411F1E53E4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1" name="rc489">
              <a:extLst>
                <a:ext uri="{FF2B5EF4-FFF2-40B4-BE49-F238E27FC236}">
                  <a16:creationId xmlns:a16="http://schemas.microsoft.com/office/drawing/2014/main" id="{66F1E0F5-2FFE-E36D-3062-3C50D2B40D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2" name="rc490">
              <a:extLst>
                <a:ext uri="{FF2B5EF4-FFF2-40B4-BE49-F238E27FC236}">
                  <a16:creationId xmlns:a16="http://schemas.microsoft.com/office/drawing/2014/main" id="{40651E3D-C9F6-6893-5584-A6E9F63FF2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3" name="rc491">
              <a:extLst>
                <a:ext uri="{FF2B5EF4-FFF2-40B4-BE49-F238E27FC236}">
                  <a16:creationId xmlns:a16="http://schemas.microsoft.com/office/drawing/2014/main" id="{94C84584-72CD-CF46-E695-B006BF46AE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4" name="rc492">
              <a:extLst>
                <a:ext uri="{FF2B5EF4-FFF2-40B4-BE49-F238E27FC236}">
                  <a16:creationId xmlns:a16="http://schemas.microsoft.com/office/drawing/2014/main" id="{BBFC91E3-98B6-9FC8-13A8-9F57471348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5" name="rc493">
              <a:extLst>
                <a:ext uri="{FF2B5EF4-FFF2-40B4-BE49-F238E27FC236}">
                  <a16:creationId xmlns:a16="http://schemas.microsoft.com/office/drawing/2014/main" id="{6954F585-76B7-F4EA-0DC5-5FE259D0A6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6" name="rc494">
              <a:extLst>
                <a:ext uri="{FF2B5EF4-FFF2-40B4-BE49-F238E27FC236}">
                  <a16:creationId xmlns:a16="http://schemas.microsoft.com/office/drawing/2014/main" id="{6C908622-5883-F16F-5246-27BEDA947F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7" name="rc495">
              <a:extLst>
                <a:ext uri="{FF2B5EF4-FFF2-40B4-BE49-F238E27FC236}">
                  <a16:creationId xmlns:a16="http://schemas.microsoft.com/office/drawing/2014/main" id="{E622F684-12E9-6276-B94A-2C655BAFAC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8" name="rc496">
              <a:extLst>
                <a:ext uri="{FF2B5EF4-FFF2-40B4-BE49-F238E27FC236}">
                  <a16:creationId xmlns:a16="http://schemas.microsoft.com/office/drawing/2014/main" id="{9B485BDD-3C33-249E-2489-2FC7F6E596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9" name="rc497">
              <a:extLst>
                <a:ext uri="{FF2B5EF4-FFF2-40B4-BE49-F238E27FC236}">
                  <a16:creationId xmlns:a16="http://schemas.microsoft.com/office/drawing/2014/main" id="{094C2673-82F8-9E08-1FA3-508A15B2BA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0" name="rc498">
              <a:extLst>
                <a:ext uri="{FF2B5EF4-FFF2-40B4-BE49-F238E27FC236}">
                  <a16:creationId xmlns:a16="http://schemas.microsoft.com/office/drawing/2014/main" id="{6221EB39-A53D-81E1-679C-672B4AE351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1" name="rc499">
              <a:extLst>
                <a:ext uri="{FF2B5EF4-FFF2-40B4-BE49-F238E27FC236}">
                  <a16:creationId xmlns:a16="http://schemas.microsoft.com/office/drawing/2014/main" id="{4AE1D191-A6AC-8E71-DA52-3297DD9A70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2" name="rc500">
              <a:extLst>
                <a:ext uri="{FF2B5EF4-FFF2-40B4-BE49-F238E27FC236}">
                  <a16:creationId xmlns:a16="http://schemas.microsoft.com/office/drawing/2014/main" id="{08651325-7A81-690D-CDE1-F1E053FB7C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3" name="rc501">
              <a:extLst>
                <a:ext uri="{FF2B5EF4-FFF2-40B4-BE49-F238E27FC236}">
                  <a16:creationId xmlns:a16="http://schemas.microsoft.com/office/drawing/2014/main" id="{B7BBCC58-9C63-905C-F496-1C6699530D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4" name="rc502">
              <a:extLst>
                <a:ext uri="{FF2B5EF4-FFF2-40B4-BE49-F238E27FC236}">
                  <a16:creationId xmlns:a16="http://schemas.microsoft.com/office/drawing/2014/main" id="{1020DB32-755A-29A5-076B-8BCBD08F1E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5" name="rc503">
              <a:extLst>
                <a:ext uri="{FF2B5EF4-FFF2-40B4-BE49-F238E27FC236}">
                  <a16:creationId xmlns:a16="http://schemas.microsoft.com/office/drawing/2014/main" id="{F3748B00-3592-93FA-33B1-0E60A5B28F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6" name="rc504">
              <a:extLst>
                <a:ext uri="{FF2B5EF4-FFF2-40B4-BE49-F238E27FC236}">
                  <a16:creationId xmlns:a16="http://schemas.microsoft.com/office/drawing/2014/main" id="{11DE84BF-0577-E645-C1F8-4C0808DC3B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7" name="rc505">
              <a:extLst>
                <a:ext uri="{FF2B5EF4-FFF2-40B4-BE49-F238E27FC236}">
                  <a16:creationId xmlns:a16="http://schemas.microsoft.com/office/drawing/2014/main" id="{9B2F09C3-C107-B901-F844-05B572A73B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8" name="rc506">
              <a:extLst>
                <a:ext uri="{FF2B5EF4-FFF2-40B4-BE49-F238E27FC236}">
                  <a16:creationId xmlns:a16="http://schemas.microsoft.com/office/drawing/2014/main" id="{B5136036-2E5E-F761-6B42-0AB42A1ABA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9" name="rc507">
              <a:extLst>
                <a:ext uri="{FF2B5EF4-FFF2-40B4-BE49-F238E27FC236}">
                  <a16:creationId xmlns:a16="http://schemas.microsoft.com/office/drawing/2014/main" id="{C27BA955-7C5D-BB1E-3C5D-DAC4D09E33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0" name="rc508">
              <a:extLst>
                <a:ext uri="{FF2B5EF4-FFF2-40B4-BE49-F238E27FC236}">
                  <a16:creationId xmlns:a16="http://schemas.microsoft.com/office/drawing/2014/main" id="{4F6E3EA8-B88E-8529-63B9-FC0283BE81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1" name="rc509">
              <a:extLst>
                <a:ext uri="{FF2B5EF4-FFF2-40B4-BE49-F238E27FC236}">
                  <a16:creationId xmlns:a16="http://schemas.microsoft.com/office/drawing/2014/main" id="{CAA17271-7F33-7AD1-56D7-69220EDD34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2" name="rc510">
              <a:extLst>
                <a:ext uri="{FF2B5EF4-FFF2-40B4-BE49-F238E27FC236}">
                  <a16:creationId xmlns:a16="http://schemas.microsoft.com/office/drawing/2014/main" id="{8923766C-E318-D26A-5684-9FEDC43C86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3" name="rc511">
              <a:extLst>
                <a:ext uri="{FF2B5EF4-FFF2-40B4-BE49-F238E27FC236}">
                  <a16:creationId xmlns:a16="http://schemas.microsoft.com/office/drawing/2014/main" id="{C3EC0925-3465-9684-389C-5433C69E41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4" name="rc512">
              <a:extLst>
                <a:ext uri="{FF2B5EF4-FFF2-40B4-BE49-F238E27FC236}">
                  <a16:creationId xmlns:a16="http://schemas.microsoft.com/office/drawing/2014/main" id="{883947D5-5E5F-CE80-3B01-32A39E3ADF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5" name="rc513">
              <a:extLst>
                <a:ext uri="{FF2B5EF4-FFF2-40B4-BE49-F238E27FC236}">
                  <a16:creationId xmlns:a16="http://schemas.microsoft.com/office/drawing/2014/main" id="{33087D73-5EFA-6897-CB33-54F0BFAA32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6" name="rc514">
              <a:extLst>
                <a:ext uri="{FF2B5EF4-FFF2-40B4-BE49-F238E27FC236}">
                  <a16:creationId xmlns:a16="http://schemas.microsoft.com/office/drawing/2014/main" id="{A2DD6B65-270C-7DCA-B318-CBC54297B4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7" name="rc515">
              <a:extLst>
                <a:ext uri="{FF2B5EF4-FFF2-40B4-BE49-F238E27FC236}">
                  <a16:creationId xmlns:a16="http://schemas.microsoft.com/office/drawing/2014/main" id="{343E61B6-5FFA-F26D-F71B-B75FC2184F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8" name="rc516">
              <a:extLst>
                <a:ext uri="{FF2B5EF4-FFF2-40B4-BE49-F238E27FC236}">
                  <a16:creationId xmlns:a16="http://schemas.microsoft.com/office/drawing/2014/main" id="{10E9061D-B96E-ABA9-0574-BEC194CCA4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9" name="rc517">
              <a:extLst>
                <a:ext uri="{FF2B5EF4-FFF2-40B4-BE49-F238E27FC236}">
                  <a16:creationId xmlns:a16="http://schemas.microsoft.com/office/drawing/2014/main" id="{0484BDF6-D3AB-7AFC-2478-15F5075B60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0" name="rc518">
              <a:extLst>
                <a:ext uri="{FF2B5EF4-FFF2-40B4-BE49-F238E27FC236}">
                  <a16:creationId xmlns:a16="http://schemas.microsoft.com/office/drawing/2014/main" id="{0E3EBF3D-83DB-E834-E6A7-B72FDCD6F9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1" name="rc519">
              <a:extLst>
                <a:ext uri="{FF2B5EF4-FFF2-40B4-BE49-F238E27FC236}">
                  <a16:creationId xmlns:a16="http://schemas.microsoft.com/office/drawing/2014/main" id="{081B2AF1-C973-373E-A62D-7A97FCBFE4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2" name="rc520">
              <a:extLst>
                <a:ext uri="{FF2B5EF4-FFF2-40B4-BE49-F238E27FC236}">
                  <a16:creationId xmlns:a16="http://schemas.microsoft.com/office/drawing/2014/main" id="{C189CE12-EA4B-7A27-AC85-246E42CF1A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3" name="rc521">
              <a:extLst>
                <a:ext uri="{FF2B5EF4-FFF2-40B4-BE49-F238E27FC236}">
                  <a16:creationId xmlns:a16="http://schemas.microsoft.com/office/drawing/2014/main" id="{48516E62-9013-A566-EF07-7F84EA797A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4" name="rc522">
              <a:extLst>
                <a:ext uri="{FF2B5EF4-FFF2-40B4-BE49-F238E27FC236}">
                  <a16:creationId xmlns:a16="http://schemas.microsoft.com/office/drawing/2014/main" id="{D3DDB4C3-0F7A-E1EB-94C9-05A205456D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5" name="rc523">
              <a:extLst>
                <a:ext uri="{FF2B5EF4-FFF2-40B4-BE49-F238E27FC236}">
                  <a16:creationId xmlns:a16="http://schemas.microsoft.com/office/drawing/2014/main" id="{CE09009E-D32A-4876-71B3-BA1051969BD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6" name="rc524">
              <a:extLst>
                <a:ext uri="{FF2B5EF4-FFF2-40B4-BE49-F238E27FC236}">
                  <a16:creationId xmlns:a16="http://schemas.microsoft.com/office/drawing/2014/main" id="{10656142-7B7A-F0A6-D3DD-C91DE721B1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7" name="rc525">
              <a:extLst>
                <a:ext uri="{FF2B5EF4-FFF2-40B4-BE49-F238E27FC236}">
                  <a16:creationId xmlns:a16="http://schemas.microsoft.com/office/drawing/2014/main" id="{EFBD828B-9443-8A2C-9B4F-AB42DFB02F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8" name="rc526">
              <a:extLst>
                <a:ext uri="{FF2B5EF4-FFF2-40B4-BE49-F238E27FC236}">
                  <a16:creationId xmlns:a16="http://schemas.microsoft.com/office/drawing/2014/main" id="{D04F0F80-0506-05FE-0DDA-BF4F04A588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9" name="rc527">
              <a:extLst>
                <a:ext uri="{FF2B5EF4-FFF2-40B4-BE49-F238E27FC236}">
                  <a16:creationId xmlns:a16="http://schemas.microsoft.com/office/drawing/2014/main" id="{12869A7F-8D0B-5407-BF43-42FC93A5EB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0" name="rc528">
              <a:extLst>
                <a:ext uri="{FF2B5EF4-FFF2-40B4-BE49-F238E27FC236}">
                  <a16:creationId xmlns:a16="http://schemas.microsoft.com/office/drawing/2014/main" id="{73C158E6-6CCD-230C-581A-E55A484A97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1" name="rc529">
              <a:extLst>
                <a:ext uri="{FF2B5EF4-FFF2-40B4-BE49-F238E27FC236}">
                  <a16:creationId xmlns:a16="http://schemas.microsoft.com/office/drawing/2014/main" id="{A013CE3C-04F2-23C2-6929-4EFD422093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2" name="rc530">
              <a:extLst>
                <a:ext uri="{FF2B5EF4-FFF2-40B4-BE49-F238E27FC236}">
                  <a16:creationId xmlns:a16="http://schemas.microsoft.com/office/drawing/2014/main" id="{F1AAC7E7-0099-2AFC-F7F6-46693F344A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3" name="rc531">
              <a:extLst>
                <a:ext uri="{FF2B5EF4-FFF2-40B4-BE49-F238E27FC236}">
                  <a16:creationId xmlns:a16="http://schemas.microsoft.com/office/drawing/2014/main" id="{BB0E4250-AFF7-C823-F3FE-824E19AA34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4" name="rc532">
              <a:extLst>
                <a:ext uri="{FF2B5EF4-FFF2-40B4-BE49-F238E27FC236}">
                  <a16:creationId xmlns:a16="http://schemas.microsoft.com/office/drawing/2014/main" id="{452C5BEA-8AB4-6671-01DA-8672F66038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5" name="rc533">
              <a:extLst>
                <a:ext uri="{FF2B5EF4-FFF2-40B4-BE49-F238E27FC236}">
                  <a16:creationId xmlns:a16="http://schemas.microsoft.com/office/drawing/2014/main" id="{EB294B6E-1547-8855-7967-A20F782293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6" name="rc534">
              <a:extLst>
                <a:ext uri="{FF2B5EF4-FFF2-40B4-BE49-F238E27FC236}">
                  <a16:creationId xmlns:a16="http://schemas.microsoft.com/office/drawing/2014/main" id="{DC3400A6-1C5F-25AD-526A-48DC84E17A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7" name="rc535">
              <a:extLst>
                <a:ext uri="{FF2B5EF4-FFF2-40B4-BE49-F238E27FC236}">
                  <a16:creationId xmlns:a16="http://schemas.microsoft.com/office/drawing/2014/main" id="{27127419-5F52-B4AA-72DB-92CE4255B53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8" name="rc536">
              <a:extLst>
                <a:ext uri="{FF2B5EF4-FFF2-40B4-BE49-F238E27FC236}">
                  <a16:creationId xmlns:a16="http://schemas.microsoft.com/office/drawing/2014/main" id="{14179C38-B3CA-C5D9-0D30-A1DAEB2096C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9" name="rc537">
              <a:extLst>
                <a:ext uri="{FF2B5EF4-FFF2-40B4-BE49-F238E27FC236}">
                  <a16:creationId xmlns:a16="http://schemas.microsoft.com/office/drawing/2014/main" id="{7530E7F7-E214-F5F1-EC84-C52988F0A0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0" name="rc538">
              <a:extLst>
                <a:ext uri="{FF2B5EF4-FFF2-40B4-BE49-F238E27FC236}">
                  <a16:creationId xmlns:a16="http://schemas.microsoft.com/office/drawing/2014/main" id="{7A5516B2-6FCD-288D-8361-7850093C30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1" name="rc539">
              <a:extLst>
                <a:ext uri="{FF2B5EF4-FFF2-40B4-BE49-F238E27FC236}">
                  <a16:creationId xmlns:a16="http://schemas.microsoft.com/office/drawing/2014/main" id="{CDD81334-5E76-9991-1CAD-8F48B88A47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2" name="rc540">
              <a:extLst>
                <a:ext uri="{FF2B5EF4-FFF2-40B4-BE49-F238E27FC236}">
                  <a16:creationId xmlns:a16="http://schemas.microsoft.com/office/drawing/2014/main" id="{60607123-9BBB-B5DF-5AB3-8530135E6C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3" name="rc541">
              <a:extLst>
                <a:ext uri="{FF2B5EF4-FFF2-40B4-BE49-F238E27FC236}">
                  <a16:creationId xmlns:a16="http://schemas.microsoft.com/office/drawing/2014/main" id="{AF50BEF5-22F6-0D8D-68A8-2E7A925470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4" name="rc542">
              <a:extLst>
                <a:ext uri="{FF2B5EF4-FFF2-40B4-BE49-F238E27FC236}">
                  <a16:creationId xmlns:a16="http://schemas.microsoft.com/office/drawing/2014/main" id="{B2FFD795-B799-FA2F-E84D-3E3152CF11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5" name="rc543">
              <a:extLst>
                <a:ext uri="{FF2B5EF4-FFF2-40B4-BE49-F238E27FC236}">
                  <a16:creationId xmlns:a16="http://schemas.microsoft.com/office/drawing/2014/main" id="{D7AB619E-CE2F-2A15-8F22-F229B39138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6" name="rc544">
              <a:extLst>
                <a:ext uri="{FF2B5EF4-FFF2-40B4-BE49-F238E27FC236}">
                  <a16:creationId xmlns:a16="http://schemas.microsoft.com/office/drawing/2014/main" id="{EE092F6A-612B-4F46-719C-85330630AC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7" name="rc545">
              <a:extLst>
                <a:ext uri="{FF2B5EF4-FFF2-40B4-BE49-F238E27FC236}">
                  <a16:creationId xmlns:a16="http://schemas.microsoft.com/office/drawing/2014/main" id="{D992EF6B-B112-7BC2-5369-8D66E19B79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8" name="rc546">
              <a:extLst>
                <a:ext uri="{FF2B5EF4-FFF2-40B4-BE49-F238E27FC236}">
                  <a16:creationId xmlns:a16="http://schemas.microsoft.com/office/drawing/2014/main" id="{CEE27C64-FF59-7739-03E9-356A06DAF7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9" name="rc547">
              <a:extLst>
                <a:ext uri="{FF2B5EF4-FFF2-40B4-BE49-F238E27FC236}">
                  <a16:creationId xmlns:a16="http://schemas.microsoft.com/office/drawing/2014/main" id="{0EDFD590-0CF1-6862-F5F6-817E8F1F39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0" name="rc548">
              <a:extLst>
                <a:ext uri="{FF2B5EF4-FFF2-40B4-BE49-F238E27FC236}">
                  <a16:creationId xmlns:a16="http://schemas.microsoft.com/office/drawing/2014/main" id="{F45DE073-2694-36D9-2A7A-89E61AAF69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1" name="rc549">
              <a:extLst>
                <a:ext uri="{FF2B5EF4-FFF2-40B4-BE49-F238E27FC236}">
                  <a16:creationId xmlns:a16="http://schemas.microsoft.com/office/drawing/2014/main" id="{E583C510-E3EE-EAD1-840B-9307A2ED14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2" name="rc550">
              <a:extLst>
                <a:ext uri="{FF2B5EF4-FFF2-40B4-BE49-F238E27FC236}">
                  <a16:creationId xmlns:a16="http://schemas.microsoft.com/office/drawing/2014/main" id="{82C1D021-CCC2-9B0A-31ED-2237165CBE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3" name="rc551">
              <a:extLst>
                <a:ext uri="{FF2B5EF4-FFF2-40B4-BE49-F238E27FC236}">
                  <a16:creationId xmlns:a16="http://schemas.microsoft.com/office/drawing/2014/main" id="{1C9C03F9-9159-D3F7-4FAA-DDF4A5BEFE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4" name="rc552">
              <a:extLst>
                <a:ext uri="{FF2B5EF4-FFF2-40B4-BE49-F238E27FC236}">
                  <a16:creationId xmlns:a16="http://schemas.microsoft.com/office/drawing/2014/main" id="{212E0DEA-9B09-9964-39D4-E410870685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5" name="rc553">
              <a:extLst>
                <a:ext uri="{FF2B5EF4-FFF2-40B4-BE49-F238E27FC236}">
                  <a16:creationId xmlns:a16="http://schemas.microsoft.com/office/drawing/2014/main" id="{D411EC32-FFCA-1700-1D7B-7138F6B3F0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6" name="rc554">
              <a:extLst>
                <a:ext uri="{FF2B5EF4-FFF2-40B4-BE49-F238E27FC236}">
                  <a16:creationId xmlns:a16="http://schemas.microsoft.com/office/drawing/2014/main" id="{F25B1058-2A05-FDC6-BEBE-D1F1A45BD6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7" name="rc555">
              <a:extLst>
                <a:ext uri="{FF2B5EF4-FFF2-40B4-BE49-F238E27FC236}">
                  <a16:creationId xmlns:a16="http://schemas.microsoft.com/office/drawing/2014/main" id="{983F3A5D-3FCD-143A-8E29-A33425A7B1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8" name="rc556">
              <a:extLst>
                <a:ext uri="{FF2B5EF4-FFF2-40B4-BE49-F238E27FC236}">
                  <a16:creationId xmlns:a16="http://schemas.microsoft.com/office/drawing/2014/main" id="{441ABBE6-A790-D833-A535-4D3CB77F6D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9" name="rc557">
              <a:extLst>
                <a:ext uri="{FF2B5EF4-FFF2-40B4-BE49-F238E27FC236}">
                  <a16:creationId xmlns:a16="http://schemas.microsoft.com/office/drawing/2014/main" id="{050125F8-7F30-31AA-F68F-FC71C09B0B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0" name="rc558">
              <a:extLst>
                <a:ext uri="{FF2B5EF4-FFF2-40B4-BE49-F238E27FC236}">
                  <a16:creationId xmlns:a16="http://schemas.microsoft.com/office/drawing/2014/main" id="{D95AEDB8-9704-9E64-B3C2-348F1D0949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1" name="rc559">
              <a:extLst>
                <a:ext uri="{FF2B5EF4-FFF2-40B4-BE49-F238E27FC236}">
                  <a16:creationId xmlns:a16="http://schemas.microsoft.com/office/drawing/2014/main" id="{B8CE2C8D-5798-FF39-2A27-FE249E4819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2" name="rc560">
              <a:extLst>
                <a:ext uri="{FF2B5EF4-FFF2-40B4-BE49-F238E27FC236}">
                  <a16:creationId xmlns:a16="http://schemas.microsoft.com/office/drawing/2014/main" id="{A810A6A6-B855-204D-0D63-B13884709A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3" name="rc561">
              <a:extLst>
                <a:ext uri="{FF2B5EF4-FFF2-40B4-BE49-F238E27FC236}">
                  <a16:creationId xmlns:a16="http://schemas.microsoft.com/office/drawing/2014/main" id="{305A618E-9DCF-0A3B-06F3-5D79480722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4" name="rc562">
              <a:extLst>
                <a:ext uri="{FF2B5EF4-FFF2-40B4-BE49-F238E27FC236}">
                  <a16:creationId xmlns:a16="http://schemas.microsoft.com/office/drawing/2014/main" id="{ED552B62-7CF3-A748-624C-CFBFE5223D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5" name="rc563">
              <a:extLst>
                <a:ext uri="{FF2B5EF4-FFF2-40B4-BE49-F238E27FC236}">
                  <a16:creationId xmlns:a16="http://schemas.microsoft.com/office/drawing/2014/main" id="{DB61C86D-83EA-86FD-B534-49EB731F5B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6" name="rc564">
              <a:extLst>
                <a:ext uri="{FF2B5EF4-FFF2-40B4-BE49-F238E27FC236}">
                  <a16:creationId xmlns:a16="http://schemas.microsoft.com/office/drawing/2014/main" id="{483D8B84-F23C-82EA-CD2F-B174AF928A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7" name="rc565">
              <a:extLst>
                <a:ext uri="{FF2B5EF4-FFF2-40B4-BE49-F238E27FC236}">
                  <a16:creationId xmlns:a16="http://schemas.microsoft.com/office/drawing/2014/main" id="{592DBD2F-B47B-9D6A-73BB-2A935991E9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8" name="rc566">
              <a:extLst>
                <a:ext uri="{FF2B5EF4-FFF2-40B4-BE49-F238E27FC236}">
                  <a16:creationId xmlns:a16="http://schemas.microsoft.com/office/drawing/2014/main" id="{34A18FBD-F9FD-921B-0D78-082A9DEBBB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9" name="rc567">
              <a:extLst>
                <a:ext uri="{FF2B5EF4-FFF2-40B4-BE49-F238E27FC236}">
                  <a16:creationId xmlns:a16="http://schemas.microsoft.com/office/drawing/2014/main" id="{B677E80D-8213-23F0-4489-FA5377A4F08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0" name="rc568">
              <a:extLst>
                <a:ext uri="{FF2B5EF4-FFF2-40B4-BE49-F238E27FC236}">
                  <a16:creationId xmlns:a16="http://schemas.microsoft.com/office/drawing/2014/main" id="{A26BA453-4C7C-06E4-03C6-AFFC621232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1" name="rc569">
              <a:extLst>
                <a:ext uri="{FF2B5EF4-FFF2-40B4-BE49-F238E27FC236}">
                  <a16:creationId xmlns:a16="http://schemas.microsoft.com/office/drawing/2014/main" id="{55FB0396-98C4-9709-1527-0256E4D97C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2" name="rc570">
              <a:extLst>
                <a:ext uri="{FF2B5EF4-FFF2-40B4-BE49-F238E27FC236}">
                  <a16:creationId xmlns:a16="http://schemas.microsoft.com/office/drawing/2014/main" id="{CFE7C2BF-F59D-81B7-2BAF-5488629534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3" name="rc571">
              <a:extLst>
                <a:ext uri="{FF2B5EF4-FFF2-40B4-BE49-F238E27FC236}">
                  <a16:creationId xmlns:a16="http://schemas.microsoft.com/office/drawing/2014/main" id="{33EC9943-D8E8-489B-440F-7A3EC36455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4" name="rc572">
              <a:extLst>
                <a:ext uri="{FF2B5EF4-FFF2-40B4-BE49-F238E27FC236}">
                  <a16:creationId xmlns:a16="http://schemas.microsoft.com/office/drawing/2014/main" id="{9A5C25BE-AEE9-2DFD-9795-EF114BE2FE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5" name="rc573">
              <a:extLst>
                <a:ext uri="{FF2B5EF4-FFF2-40B4-BE49-F238E27FC236}">
                  <a16:creationId xmlns:a16="http://schemas.microsoft.com/office/drawing/2014/main" id="{A7E656C6-7EF7-A238-4F26-459937C636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6" name="rc574">
              <a:extLst>
                <a:ext uri="{FF2B5EF4-FFF2-40B4-BE49-F238E27FC236}">
                  <a16:creationId xmlns:a16="http://schemas.microsoft.com/office/drawing/2014/main" id="{2D51E81C-47C8-FB36-1AE9-AC4D14AD3F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7" name="rc575">
              <a:extLst>
                <a:ext uri="{FF2B5EF4-FFF2-40B4-BE49-F238E27FC236}">
                  <a16:creationId xmlns:a16="http://schemas.microsoft.com/office/drawing/2014/main" id="{4DA704D9-10C4-0816-0EF6-FAB20F6715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8" name="rc576">
              <a:extLst>
                <a:ext uri="{FF2B5EF4-FFF2-40B4-BE49-F238E27FC236}">
                  <a16:creationId xmlns:a16="http://schemas.microsoft.com/office/drawing/2014/main" id="{D1FF5FF3-A6DD-F4BE-FE42-A102103689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9" name="rc577">
              <a:extLst>
                <a:ext uri="{FF2B5EF4-FFF2-40B4-BE49-F238E27FC236}">
                  <a16:creationId xmlns:a16="http://schemas.microsoft.com/office/drawing/2014/main" id="{19ABEE49-AFE1-1D36-751E-53A3290B3B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0" name="rc578">
              <a:extLst>
                <a:ext uri="{FF2B5EF4-FFF2-40B4-BE49-F238E27FC236}">
                  <a16:creationId xmlns:a16="http://schemas.microsoft.com/office/drawing/2014/main" id="{6A27BBD3-59CD-0162-DD62-F0F79F40839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1" name="rc579">
              <a:extLst>
                <a:ext uri="{FF2B5EF4-FFF2-40B4-BE49-F238E27FC236}">
                  <a16:creationId xmlns:a16="http://schemas.microsoft.com/office/drawing/2014/main" id="{A94BC198-851F-F525-83E9-3461D05AC34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2" name="rc580">
              <a:extLst>
                <a:ext uri="{FF2B5EF4-FFF2-40B4-BE49-F238E27FC236}">
                  <a16:creationId xmlns:a16="http://schemas.microsoft.com/office/drawing/2014/main" id="{8C46574A-B098-FD28-EF59-59D174CEDD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3" name="rc581">
              <a:extLst>
                <a:ext uri="{FF2B5EF4-FFF2-40B4-BE49-F238E27FC236}">
                  <a16:creationId xmlns:a16="http://schemas.microsoft.com/office/drawing/2014/main" id="{66065487-43D7-1FC9-E66F-970E70FFD1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4" name="rc582">
              <a:extLst>
                <a:ext uri="{FF2B5EF4-FFF2-40B4-BE49-F238E27FC236}">
                  <a16:creationId xmlns:a16="http://schemas.microsoft.com/office/drawing/2014/main" id="{207636D9-2F4D-40A4-39B4-584A852BF7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5" name="rc583">
              <a:extLst>
                <a:ext uri="{FF2B5EF4-FFF2-40B4-BE49-F238E27FC236}">
                  <a16:creationId xmlns:a16="http://schemas.microsoft.com/office/drawing/2014/main" id="{99EDA7F4-9C1E-2F30-FA2A-B92440E89F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6" name="rc584">
              <a:extLst>
                <a:ext uri="{FF2B5EF4-FFF2-40B4-BE49-F238E27FC236}">
                  <a16:creationId xmlns:a16="http://schemas.microsoft.com/office/drawing/2014/main" id="{6FE1BFBE-FE64-36AC-87E4-CAAB460770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7" name="rc585">
              <a:extLst>
                <a:ext uri="{FF2B5EF4-FFF2-40B4-BE49-F238E27FC236}">
                  <a16:creationId xmlns:a16="http://schemas.microsoft.com/office/drawing/2014/main" id="{BEEB7415-B1E0-7B8D-AB3A-CDDD74977C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8" name="rc586">
              <a:extLst>
                <a:ext uri="{FF2B5EF4-FFF2-40B4-BE49-F238E27FC236}">
                  <a16:creationId xmlns:a16="http://schemas.microsoft.com/office/drawing/2014/main" id="{B1A3932D-24BB-7B38-FD43-E881EB0C9B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9" name="rc587">
              <a:extLst>
                <a:ext uri="{FF2B5EF4-FFF2-40B4-BE49-F238E27FC236}">
                  <a16:creationId xmlns:a16="http://schemas.microsoft.com/office/drawing/2014/main" id="{BB32EB67-8B36-4E2D-30A6-078D74E2AB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0" name="rc588">
              <a:extLst>
                <a:ext uri="{FF2B5EF4-FFF2-40B4-BE49-F238E27FC236}">
                  <a16:creationId xmlns:a16="http://schemas.microsoft.com/office/drawing/2014/main" id="{28A194C0-3C68-226B-0E8F-536748E285A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1" name="rc589">
              <a:extLst>
                <a:ext uri="{FF2B5EF4-FFF2-40B4-BE49-F238E27FC236}">
                  <a16:creationId xmlns:a16="http://schemas.microsoft.com/office/drawing/2014/main" id="{7376C105-D9A9-8845-9075-8D98A886AF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2" name="rc590">
              <a:extLst>
                <a:ext uri="{FF2B5EF4-FFF2-40B4-BE49-F238E27FC236}">
                  <a16:creationId xmlns:a16="http://schemas.microsoft.com/office/drawing/2014/main" id="{AFA144DA-E680-4CC6-072E-7FDECEE2EB7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3" name="rc591">
              <a:extLst>
                <a:ext uri="{FF2B5EF4-FFF2-40B4-BE49-F238E27FC236}">
                  <a16:creationId xmlns:a16="http://schemas.microsoft.com/office/drawing/2014/main" id="{5C885F61-0844-CBE7-3C75-5BB2658194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4" name="rc592">
              <a:extLst>
                <a:ext uri="{FF2B5EF4-FFF2-40B4-BE49-F238E27FC236}">
                  <a16:creationId xmlns:a16="http://schemas.microsoft.com/office/drawing/2014/main" id="{77E64B51-69C1-9EB5-20BE-145FAE89F8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5" name="rc593">
              <a:extLst>
                <a:ext uri="{FF2B5EF4-FFF2-40B4-BE49-F238E27FC236}">
                  <a16:creationId xmlns:a16="http://schemas.microsoft.com/office/drawing/2014/main" id="{DCBDCF07-D890-4047-2EA8-ADA1BC7EFB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6" name="rc594">
              <a:extLst>
                <a:ext uri="{FF2B5EF4-FFF2-40B4-BE49-F238E27FC236}">
                  <a16:creationId xmlns:a16="http://schemas.microsoft.com/office/drawing/2014/main" id="{318E3729-12C2-D69C-9D30-20461B47FC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7" name="rc595">
              <a:extLst>
                <a:ext uri="{FF2B5EF4-FFF2-40B4-BE49-F238E27FC236}">
                  <a16:creationId xmlns:a16="http://schemas.microsoft.com/office/drawing/2014/main" id="{04C2FADF-3DF1-B212-9112-1990E53CAB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8" name="rc596">
              <a:extLst>
                <a:ext uri="{FF2B5EF4-FFF2-40B4-BE49-F238E27FC236}">
                  <a16:creationId xmlns:a16="http://schemas.microsoft.com/office/drawing/2014/main" id="{D3795C8F-F8D8-432A-BF7B-BF11453E89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9" name="rc597">
              <a:extLst>
                <a:ext uri="{FF2B5EF4-FFF2-40B4-BE49-F238E27FC236}">
                  <a16:creationId xmlns:a16="http://schemas.microsoft.com/office/drawing/2014/main" id="{18F11C19-C63D-092B-9E66-E0802F8580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0" name="rc598">
              <a:extLst>
                <a:ext uri="{FF2B5EF4-FFF2-40B4-BE49-F238E27FC236}">
                  <a16:creationId xmlns:a16="http://schemas.microsoft.com/office/drawing/2014/main" id="{37A9C90E-B612-998E-11F6-5337E2174B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1" name="rc599">
              <a:extLst>
                <a:ext uri="{FF2B5EF4-FFF2-40B4-BE49-F238E27FC236}">
                  <a16:creationId xmlns:a16="http://schemas.microsoft.com/office/drawing/2014/main" id="{5BC73D5E-DAEF-49DB-0E91-ECC6B015E6A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2" name="rc600">
              <a:extLst>
                <a:ext uri="{FF2B5EF4-FFF2-40B4-BE49-F238E27FC236}">
                  <a16:creationId xmlns:a16="http://schemas.microsoft.com/office/drawing/2014/main" id="{BD9E0A1D-0C6D-7F9C-3A35-380B3D8AA3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3" name="rc601">
              <a:extLst>
                <a:ext uri="{FF2B5EF4-FFF2-40B4-BE49-F238E27FC236}">
                  <a16:creationId xmlns:a16="http://schemas.microsoft.com/office/drawing/2014/main" id="{1FFDDF2E-9080-0EEB-6DEF-5861A633AA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4" name="rc602">
              <a:extLst>
                <a:ext uri="{FF2B5EF4-FFF2-40B4-BE49-F238E27FC236}">
                  <a16:creationId xmlns:a16="http://schemas.microsoft.com/office/drawing/2014/main" id="{E472B9FA-D382-AAE2-6F51-E034067D7E9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5" name="rc603">
              <a:extLst>
                <a:ext uri="{FF2B5EF4-FFF2-40B4-BE49-F238E27FC236}">
                  <a16:creationId xmlns:a16="http://schemas.microsoft.com/office/drawing/2014/main" id="{8333D96A-D57C-45B7-1176-08D0DCEC9B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6" name="rc604">
              <a:extLst>
                <a:ext uri="{FF2B5EF4-FFF2-40B4-BE49-F238E27FC236}">
                  <a16:creationId xmlns:a16="http://schemas.microsoft.com/office/drawing/2014/main" id="{0B134611-4C2D-5E66-7617-F04997760C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7" name="rc605">
              <a:extLst>
                <a:ext uri="{FF2B5EF4-FFF2-40B4-BE49-F238E27FC236}">
                  <a16:creationId xmlns:a16="http://schemas.microsoft.com/office/drawing/2014/main" id="{C68B91B8-0427-CEFE-271F-030D0468DC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8" name="rc606">
              <a:extLst>
                <a:ext uri="{FF2B5EF4-FFF2-40B4-BE49-F238E27FC236}">
                  <a16:creationId xmlns:a16="http://schemas.microsoft.com/office/drawing/2014/main" id="{1DF4FD7F-E00D-8234-5652-A94D10A702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9" name="rc607">
              <a:extLst>
                <a:ext uri="{FF2B5EF4-FFF2-40B4-BE49-F238E27FC236}">
                  <a16:creationId xmlns:a16="http://schemas.microsoft.com/office/drawing/2014/main" id="{DC491DC6-4764-AB7B-EABA-DCF6D6DD58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0" name="rc608">
              <a:extLst>
                <a:ext uri="{FF2B5EF4-FFF2-40B4-BE49-F238E27FC236}">
                  <a16:creationId xmlns:a16="http://schemas.microsoft.com/office/drawing/2014/main" id="{DA8B660A-32ED-7ED3-5B9B-8D7B5A178B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1" name="rc609">
              <a:extLst>
                <a:ext uri="{FF2B5EF4-FFF2-40B4-BE49-F238E27FC236}">
                  <a16:creationId xmlns:a16="http://schemas.microsoft.com/office/drawing/2014/main" id="{FC69F06C-EDB2-9A8F-5045-ED8CABA4FAA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2" name="rc610">
              <a:extLst>
                <a:ext uri="{FF2B5EF4-FFF2-40B4-BE49-F238E27FC236}">
                  <a16:creationId xmlns:a16="http://schemas.microsoft.com/office/drawing/2014/main" id="{1734AFAB-931E-FC2D-4B63-5B7B57F13C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3" name="rc611">
              <a:extLst>
                <a:ext uri="{FF2B5EF4-FFF2-40B4-BE49-F238E27FC236}">
                  <a16:creationId xmlns:a16="http://schemas.microsoft.com/office/drawing/2014/main" id="{32191775-0394-0A09-F9B8-8A6AED069C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4" name="rc612">
              <a:extLst>
                <a:ext uri="{FF2B5EF4-FFF2-40B4-BE49-F238E27FC236}">
                  <a16:creationId xmlns:a16="http://schemas.microsoft.com/office/drawing/2014/main" id="{64D94A23-EEF6-1021-EE8E-8A66DBA705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5" name="rc613">
              <a:extLst>
                <a:ext uri="{FF2B5EF4-FFF2-40B4-BE49-F238E27FC236}">
                  <a16:creationId xmlns:a16="http://schemas.microsoft.com/office/drawing/2014/main" id="{8CC09EAE-B5B9-D479-0BDA-8639FA80F1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6" name="rc614">
              <a:extLst>
                <a:ext uri="{FF2B5EF4-FFF2-40B4-BE49-F238E27FC236}">
                  <a16:creationId xmlns:a16="http://schemas.microsoft.com/office/drawing/2014/main" id="{BE9FFB94-C94D-5A11-5394-48B4442EBA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7" name="rc615">
              <a:extLst>
                <a:ext uri="{FF2B5EF4-FFF2-40B4-BE49-F238E27FC236}">
                  <a16:creationId xmlns:a16="http://schemas.microsoft.com/office/drawing/2014/main" id="{9D9B03B7-60F0-D142-2966-E1F324ED44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8" name="rc616">
              <a:extLst>
                <a:ext uri="{FF2B5EF4-FFF2-40B4-BE49-F238E27FC236}">
                  <a16:creationId xmlns:a16="http://schemas.microsoft.com/office/drawing/2014/main" id="{2B2AA821-C9E1-FDB5-DFCD-ADD0245F6F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9" name="rc617">
              <a:extLst>
                <a:ext uri="{FF2B5EF4-FFF2-40B4-BE49-F238E27FC236}">
                  <a16:creationId xmlns:a16="http://schemas.microsoft.com/office/drawing/2014/main" id="{0C0EC94F-7ED6-DE12-35A4-26DDD4A64B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0" name="rc618">
              <a:extLst>
                <a:ext uri="{FF2B5EF4-FFF2-40B4-BE49-F238E27FC236}">
                  <a16:creationId xmlns:a16="http://schemas.microsoft.com/office/drawing/2014/main" id="{8C251DAE-780F-D02E-4177-03DE12D673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1" name="rc619">
              <a:extLst>
                <a:ext uri="{FF2B5EF4-FFF2-40B4-BE49-F238E27FC236}">
                  <a16:creationId xmlns:a16="http://schemas.microsoft.com/office/drawing/2014/main" id="{A5FF45C0-016A-F5A3-0E00-2E9238E8CD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2" name="rc620">
              <a:extLst>
                <a:ext uri="{FF2B5EF4-FFF2-40B4-BE49-F238E27FC236}">
                  <a16:creationId xmlns:a16="http://schemas.microsoft.com/office/drawing/2014/main" id="{9926DB28-591A-E584-BF1F-C0A02F57A0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3" name="rc621">
              <a:extLst>
                <a:ext uri="{FF2B5EF4-FFF2-40B4-BE49-F238E27FC236}">
                  <a16:creationId xmlns:a16="http://schemas.microsoft.com/office/drawing/2014/main" id="{47632EEE-72C2-FEFC-8BBC-4FDB53A11F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4" name="rc622">
              <a:extLst>
                <a:ext uri="{FF2B5EF4-FFF2-40B4-BE49-F238E27FC236}">
                  <a16:creationId xmlns:a16="http://schemas.microsoft.com/office/drawing/2014/main" id="{E72AE68B-B19B-C550-C245-C6FCF3447CC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5" name="rc623">
              <a:extLst>
                <a:ext uri="{FF2B5EF4-FFF2-40B4-BE49-F238E27FC236}">
                  <a16:creationId xmlns:a16="http://schemas.microsoft.com/office/drawing/2014/main" id="{058031EA-A195-A7F6-C4F4-96DAA7095D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6" name="rc624">
              <a:extLst>
                <a:ext uri="{FF2B5EF4-FFF2-40B4-BE49-F238E27FC236}">
                  <a16:creationId xmlns:a16="http://schemas.microsoft.com/office/drawing/2014/main" id="{AB6F04CB-A6A9-7B8B-538B-0688C08EBE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7" name="rc625">
              <a:extLst>
                <a:ext uri="{FF2B5EF4-FFF2-40B4-BE49-F238E27FC236}">
                  <a16:creationId xmlns:a16="http://schemas.microsoft.com/office/drawing/2014/main" id="{6C934B0F-9F10-6EAA-EC6B-4BB55C7D1D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8" name="rc626">
              <a:extLst>
                <a:ext uri="{FF2B5EF4-FFF2-40B4-BE49-F238E27FC236}">
                  <a16:creationId xmlns:a16="http://schemas.microsoft.com/office/drawing/2014/main" id="{F027876E-BF72-F5F0-9744-EE26CF4938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9" name="rc627">
              <a:extLst>
                <a:ext uri="{FF2B5EF4-FFF2-40B4-BE49-F238E27FC236}">
                  <a16:creationId xmlns:a16="http://schemas.microsoft.com/office/drawing/2014/main" id="{60EDBDB5-D10B-E905-F5C3-31EA24D95BD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0" name="rc628">
              <a:extLst>
                <a:ext uri="{FF2B5EF4-FFF2-40B4-BE49-F238E27FC236}">
                  <a16:creationId xmlns:a16="http://schemas.microsoft.com/office/drawing/2014/main" id="{76AA1D61-D56A-D93A-6348-A0E5FA83AA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1" name="rc629">
              <a:extLst>
                <a:ext uri="{FF2B5EF4-FFF2-40B4-BE49-F238E27FC236}">
                  <a16:creationId xmlns:a16="http://schemas.microsoft.com/office/drawing/2014/main" id="{F701B40C-D18B-CB4E-282E-6FBB0EF9A6C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2" name="rc630">
              <a:extLst>
                <a:ext uri="{FF2B5EF4-FFF2-40B4-BE49-F238E27FC236}">
                  <a16:creationId xmlns:a16="http://schemas.microsoft.com/office/drawing/2014/main" id="{53CDC787-8E05-7261-F173-F066D90F8C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3" name="rc631">
              <a:extLst>
                <a:ext uri="{FF2B5EF4-FFF2-40B4-BE49-F238E27FC236}">
                  <a16:creationId xmlns:a16="http://schemas.microsoft.com/office/drawing/2014/main" id="{DFDBADCA-3B3D-9B87-39BB-4838BC5098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4" name="rc632">
              <a:extLst>
                <a:ext uri="{FF2B5EF4-FFF2-40B4-BE49-F238E27FC236}">
                  <a16:creationId xmlns:a16="http://schemas.microsoft.com/office/drawing/2014/main" id="{1E55910D-F339-961B-BA41-2626016B7A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5" name="rc633">
              <a:extLst>
                <a:ext uri="{FF2B5EF4-FFF2-40B4-BE49-F238E27FC236}">
                  <a16:creationId xmlns:a16="http://schemas.microsoft.com/office/drawing/2014/main" id="{0CF534BF-BACE-2721-3E24-31CFFBED04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6" name="rc634">
              <a:extLst>
                <a:ext uri="{FF2B5EF4-FFF2-40B4-BE49-F238E27FC236}">
                  <a16:creationId xmlns:a16="http://schemas.microsoft.com/office/drawing/2014/main" id="{8FE34834-ECA3-2564-DE17-046DF28279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7" name="rc635">
              <a:extLst>
                <a:ext uri="{FF2B5EF4-FFF2-40B4-BE49-F238E27FC236}">
                  <a16:creationId xmlns:a16="http://schemas.microsoft.com/office/drawing/2014/main" id="{A2CDD388-9C5C-89A2-2FB1-589D658ABB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8" name="rc636">
              <a:extLst>
                <a:ext uri="{FF2B5EF4-FFF2-40B4-BE49-F238E27FC236}">
                  <a16:creationId xmlns:a16="http://schemas.microsoft.com/office/drawing/2014/main" id="{723FEA88-0F6C-37D1-09B9-42C298D4F2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9" name="rc637">
              <a:extLst>
                <a:ext uri="{FF2B5EF4-FFF2-40B4-BE49-F238E27FC236}">
                  <a16:creationId xmlns:a16="http://schemas.microsoft.com/office/drawing/2014/main" id="{9F21CE32-326B-847C-EE04-036B9CBA59C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0" name="rc638">
              <a:extLst>
                <a:ext uri="{FF2B5EF4-FFF2-40B4-BE49-F238E27FC236}">
                  <a16:creationId xmlns:a16="http://schemas.microsoft.com/office/drawing/2014/main" id="{026F5F62-55A3-00D1-058C-EBF9D9D609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1" name="rc639">
              <a:extLst>
                <a:ext uri="{FF2B5EF4-FFF2-40B4-BE49-F238E27FC236}">
                  <a16:creationId xmlns:a16="http://schemas.microsoft.com/office/drawing/2014/main" id="{76920382-D5F1-9FA6-526A-85AF497BA0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2" name="rc640">
              <a:extLst>
                <a:ext uri="{FF2B5EF4-FFF2-40B4-BE49-F238E27FC236}">
                  <a16:creationId xmlns:a16="http://schemas.microsoft.com/office/drawing/2014/main" id="{FAA6ABA1-C64A-013B-21DA-EE0BA99D19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3" name="rc641">
              <a:extLst>
                <a:ext uri="{FF2B5EF4-FFF2-40B4-BE49-F238E27FC236}">
                  <a16:creationId xmlns:a16="http://schemas.microsoft.com/office/drawing/2014/main" id="{1AE0F0E4-F0EE-DDE2-D2D8-D4C5B1379D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4" name="rc642">
              <a:extLst>
                <a:ext uri="{FF2B5EF4-FFF2-40B4-BE49-F238E27FC236}">
                  <a16:creationId xmlns:a16="http://schemas.microsoft.com/office/drawing/2014/main" id="{DAEB9051-B914-4F74-2CE1-7E27A836EE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5" name="rc643">
              <a:extLst>
                <a:ext uri="{FF2B5EF4-FFF2-40B4-BE49-F238E27FC236}">
                  <a16:creationId xmlns:a16="http://schemas.microsoft.com/office/drawing/2014/main" id="{F0C7E429-7DBF-88F9-8DA6-22099721D9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6" name="rc644">
              <a:extLst>
                <a:ext uri="{FF2B5EF4-FFF2-40B4-BE49-F238E27FC236}">
                  <a16:creationId xmlns:a16="http://schemas.microsoft.com/office/drawing/2014/main" id="{9CB3C229-F752-C26E-D078-3F71BF058F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7" name="rc645">
              <a:extLst>
                <a:ext uri="{FF2B5EF4-FFF2-40B4-BE49-F238E27FC236}">
                  <a16:creationId xmlns:a16="http://schemas.microsoft.com/office/drawing/2014/main" id="{624048C9-89ED-A21A-951E-8ACCF973C9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8" name="rc646">
              <a:extLst>
                <a:ext uri="{FF2B5EF4-FFF2-40B4-BE49-F238E27FC236}">
                  <a16:creationId xmlns:a16="http://schemas.microsoft.com/office/drawing/2014/main" id="{D9693E73-0DB1-CA3E-A574-2CE227EA0C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9" name="rc647">
              <a:extLst>
                <a:ext uri="{FF2B5EF4-FFF2-40B4-BE49-F238E27FC236}">
                  <a16:creationId xmlns:a16="http://schemas.microsoft.com/office/drawing/2014/main" id="{11E4C333-4D05-111F-F5E1-0E1146C222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0" name="rc648">
              <a:extLst>
                <a:ext uri="{FF2B5EF4-FFF2-40B4-BE49-F238E27FC236}">
                  <a16:creationId xmlns:a16="http://schemas.microsoft.com/office/drawing/2014/main" id="{14364A54-83EA-0312-E722-F8E68D32BB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1" name="rc649">
              <a:extLst>
                <a:ext uri="{FF2B5EF4-FFF2-40B4-BE49-F238E27FC236}">
                  <a16:creationId xmlns:a16="http://schemas.microsoft.com/office/drawing/2014/main" id="{74204F7B-F644-DC6D-FD4D-21CA7F202B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2" name="rc650">
              <a:extLst>
                <a:ext uri="{FF2B5EF4-FFF2-40B4-BE49-F238E27FC236}">
                  <a16:creationId xmlns:a16="http://schemas.microsoft.com/office/drawing/2014/main" id="{AFEA4338-D9B0-2AE5-FC1F-582DAC4F25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3" name="rc651">
              <a:extLst>
                <a:ext uri="{FF2B5EF4-FFF2-40B4-BE49-F238E27FC236}">
                  <a16:creationId xmlns:a16="http://schemas.microsoft.com/office/drawing/2014/main" id="{94EA3068-E580-630B-3B1D-0050C3E3D0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4" name="rc652">
              <a:extLst>
                <a:ext uri="{FF2B5EF4-FFF2-40B4-BE49-F238E27FC236}">
                  <a16:creationId xmlns:a16="http://schemas.microsoft.com/office/drawing/2014/main" id="{B7D3E185-9635-A2A2-1897-855638BC75B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5" name="rc653">
              <a:extLst>
                <a:ext uri="{FF2B5EF4-FFF2-40B4-BE49-F238E27FC236}">
                  <a16:creationId xmlns:a16="http://schemas.microsoft.com/office/drawing/2014/main" id="{4B18B849-1E01-1527-96CD-3604CCE69D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6" name="rc654">
              <a:extLst>
                <a:ext uri="{FF2B5EF4-FFF2-40B4-BE49-F238E27FC236}">
                  <a16:creationId xmlns:a16="http://schemas.microsoft.com/office/drawing/2014/main" id="{1D1EB837-3C5A-8570-DABF-B95281D7DA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7" name="rc655">
              <a:extLst>
                <a:ext uri="{FF2B5EF4-FFF2-40B4-BE49-F238E27FC236}">
                  <a16:creationId xmlns:a16="http://schemas.microsoft.com/office/drawing/2014/main" id="{1D0638C0-CEFC-58C5-782C-CDC9510D93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8" name="rc656">
              <a:extLst>
                <a:ext uri="{FF2B5EF4-FFF2-40B4-BE49-F238E27FC236}">
                  <a16:creationId xmlns:a16="http://schemas.microsoft.com/office/drawing/2014/main" id="{BFABA2FB-85C0-4B69-2371-DDB6E378EE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9" name="rc657">
              <a:extLst>
                <a:ext uri="{FF2B5EF4-FFF2-40B4-BE49-F238E27FC236}">
                  <a16:creationId xmlns:a16="http://schemas.microsoft.com/office/drawing/2014/main" id="{0121984E-44C4-4F68-E211-2DD3B7D589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0" name="rc658">
              <a:extLst>
                <a:ext uri="{FF2B5EF4-FFF2-40B4-BE49-F238E27FC236}">
                  <a16:creationId xmlns:a16="http://schemas.microsoft.com/office/drawing/2014/main" id="{4A5B33D2-ACCB-1FAC-28B8-E54FEEE6654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1" name="rc659">
              <a:extLst>
                <a:ext uri="{FF2B5EF4-FFF2-40B4-BE49-F238E27FC236}">
                  <a16:creationId xmlns:a16="http://schemas.microsoft.com/office/drawing/2014/main" id="{03994DF7-C56C-6609-FBA6-618624AED34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2" name="rc660">
              <a:extLst>
                <a:ext uri="{FF2B5EF4-FFF2-40B4-BE49-F238E27FC236}">
                  <a16:creationId xmlns:a16="http://schemas.microsoft.com/office/drawing/2014/main" id="{E87602D1-7970-53D4-D82F-D91EA3B463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3" name="rc661">
              <a:extLst>
                <a:ext uri="{FF2B5EF4-FFF2-40B4-BE49-F238E27FC236}">
                  <a16:creationId xmlns:a16="http://schemas.microsoft.com/office/drawing/2014/main" id="{8C3BAE2D-4672-6E7A-3534-4A6077795B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4" name="rc662">
              <a:extLst>
                <a:ext uri="{FF2B5EF4-FFF2-40B4-BE49-F238E27FC236}">
                  <a16:creationId xmlns:a16="http://schemas.microsoft.com/office/drawing/2014/main" id="{2ED3C8E0-2C1D-AD82-D45D-044F7CB244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5" name="rc663">
              <a:extLst>
                <a:ext uri="{FF2B5EF4-FFF2-40B4-BE49-F238E27FC236}">
                  <a16:creationId xmlns:a16="http://schemas.microsoft.com/office/drawing/2014/main" id="{9F52CE2D-BC6D-6C24-CACE-01AC1583AC9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6" name="rc664">
              <a:extLst>
                <a:ext uri="{FF2B5EF4-FFF2-40B4-BE49-F238E27FC236}">
                  <a16:creationId xmlns:a16="http://schemas.microsoft.com/office/drawing/2014/main" id="{8EB50FD6-AD64-F845-1C88-8AB57B70DE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7" name="rc665">
              <a:extLst>
                <a:ext uri="{FF2B5EF4-FFF2-40B4-BE49-F238E27FC236}">
                  <a16:creationId xmlns:a16="http://schemas.microsoft.com/office/drawing/2014/main" id="{DCE6EA53-291A-32A4-CEBA-A433D34C59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8" name="rc666">
              <a:extLst>
                <a:ext uri="{FF2B5EF4-FFF2-40B4-BE49-F238E27FC236}">
                  <a16:creationId xmlns:a16="http://schemas.microsoft.com/office/drawing/2014/main" id="{456CB154-F95D-F74C-6BA9-45ADE44C72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9" name="rc667">
              <a:extLst>
                <a:ext uri="{FF2B5EF4-FFF2-40B4-BE49-F238E27FC236}">
                  <a16:creationId xmlns:a16="http://schemas.microsoft.com/office/drawing/2014/main" id="{113EA4E8-2F21-B6E0-0D8D-5A40DC4E3E1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0" name="rc668">
              <a:extLst>
                <a:ext uri="{FF2B5EF4-FFF2-40B4-BE49-F238E27FC236}">
                  <a16:creationId xmlns:a16="http://schemas.microsoft.com/office/drawing/2014/main" id="{0A2920B1-E469-A96D-30DE-386B896209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1" name="rc669">
              <a:extLst>
                <a:ext uri="{FF2B5EF4-FFF2-40B4-BE49-F238E27FC236}">
                  <a16:creationId xmlns:a16="http://schemas.microsoft.com/office/drawing/2014/main" id="{94F2847D-3EB3-6FE1-7D87-1934D16BFA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2" name="rc670">
              <a:extLst>
                <a:ext uri="{FF2B5EF4-FFF2-40B4-BE49-F238E27FC236}">
                  <a16:creationId xmlns:a16="http://schemas.microsoft.com/office/drawing/2014/main" id="{63C126B5-E1A9-A25C-7E22-372D760EF1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3" name="rc671">
              <a:extLst>
                <a:ext uri="{FF2B5EF4-FFF2-40B4-BE49-F238E27FC236}">
                  <a16:creationId xmlns:a16="http://schemas.microsoft.com/office/drawing/2014/main" id="{BE22638C-46B1-42EE-9599-1F8C0045B4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4" name="rc672">
              <a:extLst>
                <a:ext uri="{FF2B5EF4-FFF2-40B4-BE49-F238E27FC236}">
                  <a16:creationId xmlns:a16="http://schemas.microsoft.com/office/drawing/2014/main" id="{D7E3B37F-A368-4BD0-1D33-F52A551D34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5" name="rc673">
              <a:extLst>
                <a:ext uri="{FF2B5EF4-FFF2-40B4-BE49-F238E27FC236}">
                  <a16:creationId xmlns:a16="http://schemas.microsoft.com/office/drawing/2014/main" id="{1075DBBF-D8F0-E35E-9D02-482BF45A4C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6" name="rc674">
              <a:extLst>
                <a:ext uri="{FF2B5EF4-FFF2-40B4-BE49-F238E27FC236}">
                  <a16:creationId xmlns:a16="http://schemas.microsoft.com/office/drawing/2014/main" id="{7C09D2FA-09E5-EDFB-AE9B-D88BDDECAA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7" name="rc675">
              <a:extLst>
                <a:ext uri="{FF2B5EF4-FFF2-40B4-BE49-F238E27FC236}">
                  <a16:creationId xmlns:a16="http://schemas.microsoft.com/office/drawing/2014/main" id="{4F7B08D1-F61C-C570-5E36-BCC582268D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8" name="rc676">
              <a:extLst>
                <a:ext uri="{FF2B5EF4-FFF2-40B4-BE49-F238E27FC236}">
                  <a16:creationId xmlns:a16="http://schemas.microsoft.com/office/drawing/2014/main" id="{5AAF44DA-60D2-3624-CB9D-93779BDEA5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9" name="rc677">
              <a:extLst>
                <a:ext uri="{FF2B5EF4-FFF2-40B4-BE49-F238E27FC236}">
                  <a16:creationId xmlns:a16="http://schemas.microsoft.com/office/drawing/2014/main" id="{5BACA4C0-E4AF-2BE9-FB03-09A3FF96EA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0" name="rc678">
              <a:extLst>
                <a:ext uri="{FF2B5EF4-FFF2-40B4-BE49-F238E27FC236}">
                  <a16:creationId xmlns:a16="http://schemas.microsoft.com/office/drawing/2014/main" id="{67D501AE-AAA6-9E43-E00A-3E49A0CF92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1" name="rc679">
              <a:extLst>
                <a:ext uri="{FF2B5EF4-FFF2-40B4-BE49-F238E27FC236}">
                  <a16:creationId xmlns:a16="http://schemas.microsoft.com/office/drawing/2014/main" id="{FAA1EC95-3982-C86F-47EA-B64DF6DDAB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2" name="rc680">
              <a:extLst>
                <a:ext uri="{FF2B5EF4-FFF2-40B4-BE49-F238E27FC236}">
                  <a16:creationId xmlns:a16="http://schemas.microsoft.com/office/drawing/2014/main" id="{A14C6005-00BA-3BA6-A9E9-D0F84859E60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3" name="rc681">
              <a:extLst>
                <a:ext uri="{FF2B5EF4-FFF2-40B4-BE49-F238E27FC236}">
                  <a16:creationId xmlns:a16="http://schemas.microsoft.com/office/drawing/2014/main" id="{90A611A6-6385-31F9-DA51-8FDFC463FB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4" name="rc682">
              <a:extLst>
                <a:ext uri="{FF2B5EF4-FFF2-40B4-BE49-F238E27FC236}">
                  <a16:creationId xmlns:a16="http://schemas.microsoft.com/office/drawing/2014/main" id="{0A6C37C0-7D5A-10EE-00B0-7831F4EAB5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5" name="rc683">
              <a:extLst>
                <a:ext uri="{FF2B5EF4-FFF2-40B4-BE49-F238E27FC236}">
                  <a16:creationId xmlns:a16="http://schemas.microsoft.com/office/drawing/2014/main" id="{6A835D5F-A335-FB87-E02C-5425721328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6" name="rc684">
              <a:extLst>
                <a:ext uri="{FF2B5EF4-FFF2-40B4-BE49-F238E27FC236}">
                  <a16:creationId xmlns:a16="http://schemas.microsoft.com/office/drawing/2014/main" id="{F9425215-DF7C-C789-2113-43B92ACF80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7" name="rc685">
              <a:extLst>
                <a:ext uri="{FF2B5EF4-FFF2-40B4-BE49-F238E27FC236}">
                  <a16:creationId xmlns:a16="http://schemas.microsoft.com/office/drawing/2014/main" id="{84D8FD19-52AB-EDB6-D70E-F406813457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8" name="rc686">
              <a:extLst>
                <a:ext uri="{FF2B5EF4-FFF2-40B4-BE49-F238E27FC236}">
                  <a16:creationId xmlns:a16="http://schemas.microsoft.com/office/drawing/2014/main" id="{986139D3-62D9-CD0D-7E8D-59FBF79CF7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9" name="rc687">
              <a:extLst>
                <a:ext uri="{FF2B5EF4-FFF2-40B4-BE49-F238E27FC236}">
                  <a16:creationId xmlns:a16="http://schemas.microsoft.com/office/drawing/2014/main" id="{2D9EDBC9-DE14-A76C-09BC-2D2C37107F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0" name="rc688">
              <a:extLst>
                <a:ext uri="{FF2B5EF4-FFF2-40B4-BE49-F238E27FC236}">
                  <a16:creationId xmlns:a16="http://schemas.microsoft.com/office/drawing/2014/main" id="{628E4501-71B3-B9DC-8C65-0DE81CB92C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1" name="rc689">
              <a:extLst>
                <a:ext uri="{FF2B5EF4-FFF2-40B4-BE49-F238E27FC236}">
                  <a16:creationId xmlns:a16="http://schemas.microsoft.com/office/drawing/2014/main" id="{0245242D-436B-59E7-2569-10F848839F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2" name="rc690">
              <a:extLst>
                <a:ext uri="{FF2B5EF4-FFF2-40B4-BE49-F238E27FC236}">
                  <a16:creationId xmlns:a16="http://schemas.microsoft.com/office/drawing/2014/main" id="{069F3259-7C5B-F426-04E2-7D50DAEF724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3" name="rc691">
              <a:extLst>
                <a:ext uri="{FF2B5EF4-FFF2-40B4-BE49-F238E27FC236}">
                  <a16:creationId xmlns:a16="http://schemas.microsoft.com/office/drawing/2014/main" id="{BB6D79F2-4CC8-74E4-EC75-93F80F284C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4" name="rc692">
              <a:extLst>
                <a:ext uri="{FF2B5EF4-FFF2-40B4-BE49-F238E27FC236}">
                  <a16:creationId xmlns:a16="http://schemas.microsoft.com/office/drawing/2014/main" id="{ABEFBBCC-086B-2BC3-4640-459669A147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5" name="rc693">
              <a:extLst>
                <a:ext uri="{FF2B5EF4-FFF2-40B4-BE49-F238E27FC236}">
                  <a16:creationId xmlns:a16="http://schemas.microsoft.com/office/drawing/2014/main" id="{EB6F7159-C7D7-B105-FB6B-BF16E36069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6" name="rc694">
              <a:extLst>
                <a:ext uri="{FF2B5EF4-FFF2-40B4-BE49-F238E27FC236}">
                  <a16:creationId xmlns:a16="http://schemas.microsoft.com/office/drawing/2014/main" id="{87E96C6A-DCF9-86E5-5E5B-72B3CCB8CE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7" name="rc695">
              <a:extLst>
                <a:ext uri="{FF2B5EF4-FFF2-40B4-BE49-F238E27FC236}">
                  <a16:creationId xmlns:a16="http://schemas.microsoft.com/office/drawing/2014/main" id="{09242193-F65B-62F4-50A6-8C2229F447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8" name="rc696">
              <a:extLst>
                <a:ext uri="{FF2B5EF4-FFF2-40B4-BE49-F238E27FC236}">
                  <a16:creationId xmlns:a16="http://schemas.microsoft.com/office/drawing/2014/main" id="{A1B3606E-D4DF-8397-23F8-BB9B58E0B54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9" name="rc697">
              <a:extLst>
                <a:ext uri="{FF2B5EF4-FFF2-40B4-BE49-F238E27FC236}">
                  <a16:creationId xmlns:a16="http://schemas.microsoft.com/office/drawing/2014/main" id="{7BC36F3B-AEE8-B518-30DB-F6B1DC35912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0" name="rc698">
              <a:extLst>
                <a:ext uri="{FF2B5EF4-FFF2-40B4-BE49-F238E27FC236}">
                  <a16:creationId xmlns:a16="http://schemas.microsoft.com/office/drawing/2014/main" id="{F535F633-633D-E214-410E-0B3486F2E2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1" name="rc699">
              <a:extLst>
                <a:ext uri="{FF2B5EF4-FFF2-40B4-BE49-F238E27FC236}">
                  <a16:creationId xmlns:a16="http://schemas.microsoft.com/office/drawing/2014/main" id="{952FB0B0-7B9F-FE54-8A90-060D463BAC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2" name="rc700">
              <a:extLst>
                <a:ext uri="{FF2B5EF4-FFF2-40B4-BE49-F238E27FC236}">
                  <a16:creationId xmlns:a16="http://schemas.microsoft.com/office/drawing/2014/main" id="{6D440291-B465-E8A0-5982-6EC7393D2D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3" name="rc701">
              <a:extLst>
                <a:ext uri="{FF2B5EF4-FFF2-40B4-BE49-F238E27FC236}">
                  <a16:creationId xmlns:a16="http://schemas.microsoft.com/office/drawing/2014/main" id="{2BDD23D2-93C7-CDC1-8B9E-0E4861EE06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4" name="rc702">
              <a:extLst>
                <a:ext uri="{FF2B5EF4-FFF2-40B4-BE49-F238E27FC236}">
                  <a16:creationId xmlns:a16="http://schemas.microsoft.com/office/drawing/2014/main" id="{77A760E6-E67A-0DF0-11AD-CBC3806832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5" name="rc703">
              <a:extLst>
                <a:ext uri="{FF2B5EF4-FFF2-40B4-BE49-F238E27FC236}">
                  <a16:creationId xmlns:a16="http://schemas.microsoft.com/office/drawing/2014/main" id="{B35F76F3-C2A5-4AD1-5102-08DD19A965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6" name="rc704">
              <a:extLst>
                <a:ext uri="{FF2B5EF4-FFF2-40B4-BE49-F238E27FC236}">
                  <a16:creationId xmlns:a16="http://schemas.microsoft.com/office/drawing/2014/main" id="{ACEC362D-5B5F-0DCA-A70D-09244C75A6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7" name="rc705">
              <a:extLst>
                <a:ext uri="{FF2B5EF4-FFF2-40B4-BE49-F238E27FC236}">
                  <a16:creationId xmlns:a16="http://schemas.microsoft.com/office/drawing/2014/main" id="{BC119048-9AE7-E8F4-7F8D-19B40A2DC2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8" name="rc706">
              <a:extLst>
                <a:ext uri="{FF2B5EF4-FFF2-40B4-BE49-F238E27FC236}">
                  <a16:creationId xmlns:a16="http://schemas.microsoft.com/office/drawing/2014/main" id="{B3A43C7C-DEBF-D210-FAD7-9FC5F0758C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9" name="rc707">
              <a:extLst>
                <a:ext uri="{FF2B5EF4-FFF2-40B4-BE49-F238E27FC236}">
                  <a16:creationId xmlns:a16="http://schemas.microsoft.com/office/drawing/2014/main" id="{4502B7C5-A31A-5F92-59BA-AC5E5AC1D2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0" name="rc708">
              <a:extLst>
                <a:ext uri="{FF2B5EF4-FFF2-40B4-BE49-F238E27FC236}">
                  <a16:creationId xmlns:a16="http://schemas.microsoft.com/office/drawing/2014/main" id="{35E6F91D-2B25-A3FB-3838-0B60D28824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1" name="rc709">
              <a:extLst>
                <a:ext uri="{FF2B5EF4-FFF2-40B4-BE49-F238E27FC236}">
                  <a16:creationId xmlns:a16="http://schemas.microsoft.com/office/drawing/2014/main" id="{94809D70-90E4-D138-2EC0-83C3C95C30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2" name="rc710">
              <a:extLst>
                <a:ext uri="{FF2B5EF4-FFF2-40B4-BE49-F238E27FC236}">
                  <a16:creationId xmlns:a16="http://schemas.microsoft.com/office/drawing/2014/main" id="{30B81720-71F1-025C-6F1C-9DECECF89D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3" name="rc711">
              <a:extLst>
                <a:ext uri="{FF2B5EF4-FFF2-40B4-BE49-F238E27FC236}">
                  <a16:creationId xmlns:a16="http://schemas.microsoft.com/office/drawing/2014/main" id="{0E8709C2-F00E-5210-F6BE-504CF36EA9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4" name="rc712">
              <a:extLst>
                <a:ext uri="{FF2B5EF4-FFF2-40B4-BE49-F238E27FC236}">
                  <a16:creationId xmlns:a16="http://schemas.microsoft.com/office/drawing/2014/main" id="{6B0C6FC3-6730-FC4D-D7CD-71960C1A5CE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5" name="rc713">
              <a:extLst>
                <a:ext uri="{FF2B5EF4-FFF2-40B4-BE49-F238E27FC236}">
                  <a16:creationId xmlns:a16="http://schemas.microsoft.com/office/drawing/2014/main" id="{556655BF-27DA-BA2C-82A1-07A5D6E96E6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6" name="rc714">
              <a:extLst>
                <a:ext uri="{FF2B5EF4-FFF2-40B4-BE49-F238E27FC236}">
                  <a16:creationId xmlns:a16="http://schemas.microsoft.com/office/drawing/2014/main" id="{EE368EE0-82A6-02DC-A069-5F74850DAC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7" name="rc715">
              <a:extLst>
                <a:ext uri="{FF2B5EF4-FFF2-40B4-BE49-F238E27FC236}">
                  <a16:creationId xmlns:a16="http://schemas.microsoft.com/office/drawing/2014/main" id="{3155A667-6D6C-66F8-BA63-D22528BD48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8" name="rc716">
              <a:extLst>
                <a:ext uri="{FF2B5EF4-FFF2-40B4-BE49-F238E27FC236}">
                  <a16:creationId xmlns:a16="http://schemas.microsoft.com/office/drawing/2014/main" id="{99AAAFEC-5B58-3034-C28A-27C9F4133B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9" name="rc717">
              <a:extLst>
                <a:ext uri="{FF2B5EF4-FFF2-40B4-BE49-F238E27FC236}">
                  <a16:creationId xmlns:a16="http://schemas.microsoft.com/office/drawing/2014/main" id="{BA4AA962-F84C-2D39-1F3E-D9D20E9355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0" name="rc718">
              <a:extLst>
                <a:ext uri="{FF2B5EF4-FFF2-40B4-BE49-F238E27FC236}">
                  <a16:creationId xmlns:a16="http://schemas.microsoft.com/office/drawing/2014/main" id="{7E2BE52F-7479-D8A2-D7F8-2BBB63EB25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1" name="rc719">
              <a:extLst>
                <a:ext uri="{FF2B5EF4-FFF2-40B4-BE49-F238E27FC236}">
                  <a16:creationId xmlns:a16="http://schemas.microsoft.com/office/drawing/2014/main" id="{09730622-12F7-62DD-5025-49C06FCEAD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2" name="rc720">
              <a:extLst>
                <a:ext uri="{FF2B5EF4-FFF2-40B4-BE49-F238E27FC236}">
                  <a16:creationId xmlns:a16="http://schemas.microsoft.com/office/drawing/2014/main" id="{8EBBCCB8-F33F-1552-F43E-1C8D3AC4A0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3" name="rc721">
              <a:extLst>
                <a:ext uri="{FF2B5EF4-FFF2-40B4-BE49-F238E27FC236}">
                  <a16:creationId xmlns:a16="http://schemas.microsoft.com/office/drawing/2014/main" id="{5F53A1D7-A239-70CA-1548-5BA1387433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4" name="rc722">
              <a:extLst>
                <a:ext uri="{FF2B5EF4-FFF2-40B4-BE49-F238E27FC236}">
                  <a16:creationId xmlns:a16="http://schemas.microsoft.com/office/drawing/2014/main" id="{3B91A346-2D2C-443E-7858-8E58616C9F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5" name="rc723">
              <a:extLst>
                <a:ext uri="{FF2B5EF4-FFF2-40B4-BE49-F238E27FC236}">
                  <a16:creationId xmlns:a16="http://schemas.microsoft.com/office/drawing/2014/main" id="{342AAEE4-838F-0B48-615C-C51BB85B99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6" name="rc724">
              <a:extLst>
                <a:ext uri="{FF2B5EF4-FFF2-40B4-BE49-F238E27FC236}">
                  <a16:creationId xmlns:a16="http://schemas.microsoft.com/office/drawing/2014/main" id="{556210F1-6D0C-9E92-93C0-96126563BD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7" name="rc725">
              <a:extLst>
                <a:ext uri="{FF2B5EF4-FFF2-40B4-BE49-F238E27FC236}">
                  <a16:creationId xmlns:a16="http://schemas.microsoft.com/office/drawing/2014/main" id="{3E976E32-D090-2FD5-587A-880CC051F1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8" name="rc726">
              <a:extLst>
                <a:ext uri="{FF2B5EF4-FFF2-40B4-BE49-F238E27FC236}">
                  <a16:creationId xmlns:a16="http://schemas.microsoft.com/office/drawing/2014/main" id="{F103DE17-329A-3C8F-4E9E-4CD42C8D32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9" name="rc727">
              <a:extLst>
                <a:ext uri="{FF2B5EF4-FFF2-40B4-BE49-F238E27FC236}">
                  <a16:creationId xmlns:a16="http://schemas.microsoft.com/office/drawing/2014/main" id="{8159D565-92E9-E1F9-EC2A-9E49F6BDEF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0" name="rc728">
              <a:extLst>
                <a:ext uri="{FF2B5EF4-FFF2-40B4-BE49-F238E27FC236}">
                  <a16:creationId xmlns:a16="http://schemas.microsoft.com/office/drawing/2014/main" id="{7811318F-DDA3-C5C8-5F17-CF05378F1F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1" name="rc729">
              <a:extLst>
                <a:ext uri="{FF2B5EF4-FFF2-40B4-BE49-F238E27FC236}">
                  <a16:creationId xmlns:a16="http://schemas.microsoft.com/office/drawing/2014/main" id="{00BE6AE2-082D-6363-3700-E5006D315B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2" name="rc730">
              <a:extLst>
                <a:ext uri="{FF2B5EF4-FFF2-40B4-BE49-F238E27FC236}">
                  <a16:creationId xmlns:a16="http://schemas.microsoft.com/office/drawing/2014/main" id="{34A56111-393E-023F-D27F-E0FE318104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3" name="rc731">
              <a:extLst>
                <a:ext uri="{FF2B5EF4-FFF2-40B4-BE49-F238E27FC236}">
                  <a16:creationId xmlns:a16="http://schemas.microsoft.com/office/drawing/2014/main" id="{26037CD3-59FB-0F30-C593-0AC5D34F57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4" name="rc732">
              <a:extLst>
                <a:ext uri="{FF2B5EF4-FFF2-40B4-BE49-F238E27FC236}">
                  <a16:creationId xmlns:a16="http://schemas.microsoft.com/office/drawing/2014/main" id="{732BD33C-A73D-F890-2BCE-D207549F75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5" name="rc733">
              <a:extLst>
                <a:ext uri="{FF2B5EF4-FFF2-40B4-BE49-F238E27FC236}">
                  <a16:creationId xmlns:a16="http://schemas.microsoft.com/office/drawing/2014/main" id="{5108D1A2-01DC-A720-3B53-2BAE6E4780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6" name="rc734">
              <a:extLst>
                <a:ext uri="{FF2B5EF4-FFF2-40B4-BE49-F238E27FC236}">
                  <a16:creationId xmlns:a16="http://schemas.microsoft.com/office/drawing/2014/main" id="{C380A96F-8972-BB93-8A06-AE7A137A05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7" name="rc735">
              <a:extLst>
                <a:ext uri="{FF2B5EF4-FFF2-40B4-BE49-F238E27FC236}">
                  <a16:creationId xmlns:a16="http://schemas.microsoft.com/office/drawing/2014/main" id="{6B74EE61-0BD5-96CF-25C4-0D7FD932F6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8" name="rc736">
              <a:extLst>
                <a:ext uri="{FF2B5EF4-FFF2-40B4-BE49-F238E27FC236}">
                  <a16:creationId xmlns:a16="http://schemas.microsoft.com/office/drawing/2014/main" id="{AA4C10F4-6DBF-B394-CE86-A4CC4A125E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9" name="rc737">
              <a:extLst>
                <a:ext uri="{FF2B5EF4-FFF2-40B4-BE49-F238E27FC236}">
                  <a16:creationId xmlns:a16="http://schemas.microsoft.com/office/drawing/2014/main" id="{B852D52D-4E43-7225-9F88-520582D4CA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0" name="rc738">
              <a:extLst>
                <a:ext uri="{FF2B5EF4-FFF2-40B4-BE49-F238E27FC236}">
                  <a16:creationId xmlns:a16="http://schemas.microsoft.com/office/drawing/2014/main" id="{AE8905D0-C52D-D696-56A8-7F58F65616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1" name="rc739">
              <a:extLst>
                <a:ext uri="{FF2B5EF4-FFF2-40B4-BE49-F238E27FC236}">
                  <a16:creationId xmlns:a16="http://schemas.microsoft.com/office/drawing/2014/main" id="{6826E63A-38AD-02B1-ADC0-FE672389CA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2" name="rc740">
              <a:extLst>
                <a:ext uri="{FF2B5EF4-FFF2-40B4-BE49-F238E27FC236}">
                  <a16:creationId xmlns:a16="http://schemas.microsoft.com/office/drawing/2014/main" id="{81361407-96B9-D3BC-7532-78346C0332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3" name="rc741">
              <a:extLst>
                <a:ext uri="{FF2B5EF4-FFF2-40B4-BE49-F238E27FC236}">
                  <a16:creationId xmlns:a16="http://schemas.microsoft.com/office/drawing/2014/main" id="{85ADDF21-32E7-D4DF-927C-4B2F3BC364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4" name="rc742">
              <a:extLst>
                <a:ext uri="{FF2B5EF4-FFF2-40B4-BE49-F238E27FC236}">
                  <a16:creationId xmlns:a16="http://schemas.microsoft.com/office/drawing/2014/main" id="{890F254B-6657-1FEB-BD57-6E723FE17F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5" name="rc743">
              <a:extLst>
                <a:ext uri="{FF2B5EF4-FFF2-40B4-BE49-F238E27FC236}">
                  <a16:creationId xmlns:a16="http://schemas.microsoft.com/office/drawing/2014/main" id="{EFA32CBB-2594-E76E-995D-2EF7FD56D5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6" name="rc744">
              <a:extLst>
                <a:ext uri="{FF2B5EF4-FFF2-40B4-BE49-F238E27FC236}">
                  <a16:creationId xmlns:a16="http://schemas.microsoft.com/office/drawing/2014/main" id="{4046BF76-4096-4775-7F44-4FF7B464346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7" name="rc745">
              <a:extLst>
                <a:ext uri="{FF2B5EF4-FFF2-40B4-BE49-F238E27FC236}">
                  <a16:creationId xmlns:a16="http://schemas.microsoft.com/office/drawing/2014/main" id="{0C72D211-9D25-0CAB-30FF-BA56F6132A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8" name="rc746">
              <a:extLst>
                <a:ext uri="{FF2B5EF4-FFF2-40B4-BE49-F238E27FC236}">
                  <a16:creationId xmlns:a16="http://schemas.microsoft.com/office/drawing/2014/main" id="{3072C62D-F30D-2DF0-806C-074F4CEBC0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9" name="rc747">
              <a:extLst>
                <a:ext uri="{FF2B5EF4-FFF2-40B4-BE49-F238E27FC236}">
                  <a16:creationId xmlns:a16="http://schemas.microsoft.com/office/drawing/2014/main" id="{2A46FD3F-125C-450E-36B4-158CFA42F8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0" name="rc748">
              <a:extLst>
                <a:ext uri="{FF2B5EF4-FFF2-40B4-BE49-F238E27FC236}">
                  <a16:creationId xmlns:a16="http://schemas.microsoft.com/office/drawing/2014/main" id="{2637F78F-493E-D9F3-6DED-7310FECBEC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1" name="rc749">
              <a:extLst>
                <a:ext uri="{FF2B5EF4-FFF2-40B4-BE49-F238E27FC236}">
                  <a16:creationId xmlns:a16="http://schemas.microsoft.com/office/drawing/2014/main" id="{4D05E4BE-7516-F89A-E4AD-6E89996262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2" name="rc750">
              <a:extLst>
                <a:ext uri="{FF2B5EF4-FFF2-40B4-BE49-F238E27FC236}">
                  <a16:creationId xmlns:a16="http://schemas.microsoft.com/office/drawing/2014/main" id="{133A91CD-44A2-F350-CCE6-D2FB2AC10C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3" name="rc751">
              <a:extLst>
                <a:ext uri="{FF2B5EF4-FFF2-40B4-BE49-F238E27FC236}">
                  <a16:creationId xmlns:a16="http://schemas.microsoft.com/office/drawing/2014/main" id="{CBB4F858-0173-E92C-325D-00861FAE32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4" name="rc752">
              <a:extLst>
                <a:ext uri="{FF2B5EF4-FFF2-40B4-BE49-F238E27FC236}">
                  <a16:creationId xmlns:a16="http://schemas.microsoft.com/office/drawing/2014/main" id="{E6E4EBCF-A913-9693-7F13-D2BDF9C0B8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5" name="rc753">
              <a:extLst>
                <a:ext uri="{FF2B5EF4-FFF2-40B4-BE49-F238E27FC236}">
                  <a16:creationId xmlns:a16="http://schemas.microsoft.com/office/drawing/2014/main" id="{CA31B2E6-6164-2C6D-5864-8F9FAA1C17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6" name="rc754">
              <a:extLst>
                <a:ext uri="{FF2B5EF4-FFF2-40B4-BE49-F238E27FC236}">
                  <a16:creationId xmlns:a16="http://schemas.microsoft.com/office/drawing/2014/main" id="{BE4BD92A-84F0-A408-9B24-017F30EFF0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7" name="rc755">
              <a:extLst>
                <a:ext uri="{FF2B5EF4-FFF2-40B4-BE49-F238E27FC236}">
                  <a16:creationId xmlns:a16="http://schemas.microsoft.com/office/drawing/2014/main" id="{714FD5D1-A5E6-6B60-64FC-1C5019D7E7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8" name="rc756">
              <a:extLst>
                <a:ext uri="{FF2B5EF4-FFF2-40B4-BE49-F238E27FC236}">
                  <a16:creationId xmlns:a16="http://schemas.microsoft.com/office/drawing/2014/main" id="{FDA9C5EF-0E31-F5CC-7746-93F5DBB064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9" name="rc757">
              <a:extLst>
                <a:ext uri="{FF2B5EF4-FFF2-40B4-BE49-F238E27FC236}">
                  <a16:creationId xmlns:a16="http://schemas.microsoft.com/office/drawing/2014/main" id="{2A5A5BD2-FC84-458F-1C59-66826C54F5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0" name="rc758">
              <a:extLst>
                <a:ext uri="{FF2B5EF4-FFF2-40B4-BE49-F238E27FC236}">
                  <a16:creationId xmlns:a16="http://schemas.microsoft.com/office/drawing/2014/main" id="{9B11507D-C1EB-DBE8-3FC0-09727A76C1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1" name="rc759">
              <a:extLst>
                <a:ext uri="{FF2B5EF4-FFF2-40B4-BE49-F238E27FC236}">
                  <a16:creationId xmlns:a16="http://schemas.microsoft.com/office/drawing/2014/main" id="{5AA0E505-6B47-9A7D-1842-D39052B6CA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2" name="rc760">
              <a:extLst>
                <a:ext uri="{FF2B5EF4-FFF2-40B4-BE49-F238E27FC236}">
                  <a16:creationId xmlns:a16="http://schemas.microsoft.com/office/drawing/2014/main" id="{A648A851-6204-02D0-279F-1455C2F935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3" name="rc761">
              <a:extLst>
                <a:ext uri="{FF2B5EF4-FFF2-40B4-BE49-F238E27FC236}">
                  <a16:creationId xmlns:a16="http://schemas.microsoft.com/office/drawing/2014/main" id="{5CFCCA18-8090-6BC6-B6C8-C5A5A43F91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4" name="rc762">
              <a:extLst>
                <a:ext uri="{FF2B5EF4-FFF2-40B4-BE49-F238E27FC236}">
                  <a16:creationId xmlns:a16="http://schemas.microsoft.com/office/drawing/2014/main" id="{E86ECD6D-1603-2617-EE95-3241945608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5" name="rc763">
              <a:extLst>
                <a:ext uri="{FF2B5EF4-FFF2-40B4-BE49-F238E27FC236}">
                  <a16:creationId xmlns:a16="http://schemas.microsoft.com/office/drawing/2014/main" id="{6C8C5EC4-5D46-3480-9787-523CFB9DFF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6" name="rc764">
              <a:extLst>
                <a:ext uri="{FF2B5EF4-FFF2-40B4-BE49-F238E27FC236}">
                  <a16:creationId xmlns:a16="http://schemas.microsoft.com/office/drawing/2014/main" id="{A1BF3FAA-4870-DEAB-06C0-9081703DB57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7" name="rc765">
              <a:extLst>
                <a:ext uri="{FF2B5EF4-FFF2-40B4-BE49-F238E27FC236}">
                  <a16:creationId xmlns:a16="http://schemas.microsoft.com/office/drawing/2014/main" id="{6DD87217-0DC4-2C4E-BFE2-63B2551CB2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8" name="rc766">
              <a:extLst>
                <a:ext uri="{FF2B5EF4-FFF2-40B4-BE49-F238E27FC236}">
                  <a16:creationId xmlns:a16="http://schemas.microsoft.com/office/drawing/2014/main" id="{74EEEA8D-5819-62A7-0132-768A44E63F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9" name="rc767">
              <a:extLst>
                <a:ext uri="{FF2B5EF4-FFF2-40B4-BE49-F238E27FC236}">
                  <a16:creationId xmlns:a16="http://schemas.microsoft.com/office/drawing/2014/main" id="{5AB0BFD3-1EA0-B773-4A5E-49514271F1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0" name="rc768">
              <a:extLst>
                <a:ext uri="{FF2B5EF4-FFF2-40B4-BE49-F238E27FC236}">
                  <a16:creationId xmlns:a16="http://schemas.microsoft.com/office/drawing/2014/main" id="{C7AFE774-6385-C71D-E006-3B49199E04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1" name="rc769">
              <a:extLst>
                <a:ext uri="{FF2B5EF4-FFF2-40B4-BE49-F238E27FC236}">
                  <a16:creationId xmlns:a16="http://schemas.microsoft.com/office/drawing/2014/main" id="{AF20ECC7-DB03-DEBC-DA5E-24A3D175B6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2" name="rc770">
              <a:extLst>
                <a:ext uri="{FF2B5EF4-FFF2-40B4-BE49-F238E27FC236}">
                  <a16:creationId xmlns:a16="http://schemas.microsoft.com/office/drawing/2014/main" id="{3F284D46-B21E-51F9-54DD-BBF775AF81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3" name="rc771">
              <a:extLst>
                <a:ext uri="{FF2B5EF4-FFF2-40B4-BE49-F238E27FC236}">
                  <a16:creationId xmlns:a16="http://schemas.microsoft.com/office/drawing/2014/main" id="{EAABC22D-C5AD-18B9-9C22-0041784388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4" name="rc772">
              <a:extLst>
                <a:ext uri="{FF2B5EF4-FFF2-40B4-BE49-F238E27FC236}">
                  <a16:creationId xmlns:a16="http://schemas.microsoft.com/office/drawing/2014/main" id="{C2F37FBC-176F-F241-45E5-B1FD127725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5" name="rc773">
              <a:extLst>
                <a:ext uri="{FF2B5EF4-FFF2-40B4-BE49-F238E27FC236}">
                  <a16:creationId xmlns:a16="http://schemas.microsoft.com/office/drawing/2014/main" id="{27DE34B1-8701-4CAA-4CEA-27F3A576AF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6" name="rc774">
              <a:extLst>
                <a:ext uri="{FF2B5EF4-FFF2-40B4-BE49-F238E27FC236}">
                  <a16:creationId xmlns:a16="http://schemas.microsoft.com/office/drawing/2014/main" id="{91C06BE8-A141-BBEF-B862-1CBBBC4CDD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7" name="rc775">
              <a:extLst>
                <a:ext uri="{FF2B5EF4-FFF2-40B4-BE49-F238E27FC236}">
                  <a16:creationId xmlns:a16="http://schemas.microsoft.com/office/drawing/2014/main" id="{8780F260-26FB-C7E3-213F-9A14EDA2F9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8" name="rc776">
              <a:extLst>
                <a:ext uri="{FF2B5EF4-FFF2-40B4-BE49-F238E27FC236}">
                  <a16:creationId xmlns:a16="http://schemas.microsoft.com/office/drawing/2014/main" id="{C8A5D4EF-1057-E9AD-0EFA-F07B36380C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9" name="rc777">
              <a:extLst>
                <a:ext uri="{FF2B5EF4-FFF2-40B4-BE49-F238E27FC236}">
                  <a16:creationId xmlns:a16="http://schemas.microsoft.com/office/drawing/2014/main" id="{A929A773-655F-5445-9B91-A4C916E3B50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0" name="rc778">
              <a:extLst>
                <a:ext uri="{FF2B5EF4-FFF2-40B4-BE49-F238E27FC236}">
                  <a16:creationId xmlns:a16="http://schemas.microsoft.com/office/drawing/2014/main" id="{05C1AFD5-CD6D-71F4-465F-EC40D074F9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1" name="rc779">
              <a:extLst>
                <a:ext uri="{FF2B5EF4-FFF2-40B4-BE49-F238E27FC236}">
                  <a16:creationId xmlns:a16="http://schemas.microsoft.com/office/drawing/2014/main" id="{647DF1FE-A1A1-558B-D518-56233BD3DE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2" name="rc780">
              <a:extLst>
                <a:ext uri="{FF2B5EF4-FFF2-40B4-BE49-F238E27FC236}">
                  <a16:creationId xmlns:a16="http://schemas.microsoft.com/office/drawing/2014/main" id="{256C821F-5C81-60DE-3BE3-17D50B6292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3" name="rc781">
              <a:extLst>
                <a:ext uri="{FF2B5EF4-FFF2-40B4-BE49-F238E27FC236}">
                  <a16:creationId xmlns:a16="http://schemas.microsoft.com/office/drawing/2014/main" id="{6539E8A4-D74E-72D0-D8B5-10D2EC57ED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4" name="rc782">
              <a:extLst>
                <a:ext uri="{FF2B5EF4-FFF2-40B4-BE49-F238E27FC236}">
                  <a16:creationId xmlns:a16="http://schemas.microsoft.com/office/drawing/2014/main" id="{9766156A-EDFE-AA72-BE90-CB7917F2C9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5" name="rc783">
              <a:extLst>
                <a:ext uri="{FF2B5EF4-FFF2-40B4-BE49-F238E27FC236}">
                  <a16:creationId xmlns:a16="http://schemas.microsoft.com/office/drawing/2014/main" id="{7ED297E3-1872-C7E1-7B7B-6D77EF7943A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6" name="rc784">
              <a:extLst>
                <a:ext uri="{FF2B5EF4-FFF2-40B4-BE49-F238E27FC236}">
                  <a16:creationId xmlns:a16="http://schemas.microsoft.com/office/drawing/2014/main" id="{41CDDEC7-7AD4-B333-87E6-6529C670DA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7" name="rc785">
              <a:extLst>
                <a:ext uri="{FF2B5EF4-FFF2-40B4-BE49-F238E27FC236}">
                  <a16:creationId xmlns:a16="http://schemas.microsoft.com/office/drawing/2014/main" id="{AA48C4D4-3BB2-8B4F-B5D6-438F3F61BD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8" name="rc786">
              <a:extLst>
                <a:ext uri="{FF2B5EF4-FFF2-40B4-BE49-F238E27FC236}">
                  <a16:creationId xmlns:a16="http://schemas.microsoft.com/office/drawing/2014/main" id="{7EBCB673-EF26-D0DE-E167-EF970A61CC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9" name="rc787">
              <a:extLst>
                <a:ext uri="{FF2B5EF4-FFF2-40B4-BE49-F238E27FC236}">
                  <a16:creationId xmlns:a16="http://schemas.microsoft.com/office/drawing/2014/main" id="{7C820AC0-5888-B8E8-5ACE-80A461CD45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0" name="rc788">
              <a:extLst>
                <a:ext uri="{FF2B5EF4-FFF2-40B4-BE49-F238E27FC236}">
                  <a16:creationId xmlns:a16="http://schemas.microsoft.com/office/drawing/2014/main" id="{47D38D2E-4287-EEAC-E911-EE585F7C4A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1" name="rc789">
              <a:extLst>
                <a:ext uri="{FF2B5EF4-FFF2-40B4-BE49-F238E27FC236}">
                  <a16:creationId xmlns:a16="http://schemas.microsoft.com/office/drawing/2014/main" id="{B34C07B4-5B88-E126-1D7F-E689090561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2" name="rc790">
              <a:extLst>
                <a:ext uri="{FF2B5EF4-FFF2-40B4-BE49-F238E27FC236}">
                  <a16:creationId xmlns:a16="http://schemas.microsoft.com/office/drawing/2014/main" id="{43AF8AE2-9FF5-7F39-1139-3CD8A5138A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3" name="rc791">
              <a:extLst>
                <a:ext uri="{FF2B5EF4-FFF2-40B4-BE49-F238E27FC236}">
                  <a16:creationId xmlns:a16="http://schemas.microsoft.com/office/drawing/2014/main" id="{703F2E92-2EA8-3F62-3C53-7C8CDBCEE61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4" name="rc792">
              <a:extLst>
                <a:ext uri="{FF2B5EF4-FFF2-40B4-BE49-F238E27FC236}">
                  <a16:creationId xmlns:a16="http://schemas.microsoft.com/office/drawing/2014/main" id="{288D4F32-8F2E-CE1C-52CC-B0D902D9C7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5" name="rc793">
              <a:extLst>
                <a:ext uri="{FF2B5EF4-FFF2-40B4-BE49-F238E27FC236}">
                  <a16:creationId xmlns:a16="http://schemas.microsoft.com/office/drawing/2014/main" id="{E73872C2-246F-2CD5-3CFD-5D3885E297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6" name="rc794">
              <a:extLst>
                <a:ext uri="{FF2B5EF4-FFF2-40B4-BE49-F238E27FC236}">
                  <a16:creationId xmlns:a16="http://schemas.microsoft.com/office/drawing/2014/main" id="{6BE9E5DA-986C-394F-E423-75AD51F2B4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7" name="rc795">
              <a:extLst>
                <a:ext uri="{FF2B5EF4-FFF2-40B4-BE49-F238E27FC236}">
                  <a16:creationId xmlns:a16="http://schemas.microsoft.com/office/drawing/2014/main" id="{FFDA6114-4712-1D6B-970C-AD2A8EA888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8" name="rc796">
              <a:extLst>
                <a:ext uri="{FF2B5EF4-FFF2-40B4-BE49-F238E27FC236}">
                  <a16:creationId xmlns:a16="http://schemas.microsoft.com/office/drawing/2014/main" id="{61788DC5-A6D7-201E-B986-1DB45D564AA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9" name="rc797">
              <a:extLst>
                <a:ext uri="{FF2B5EF4-FFF2-40B4-BE49-F238E27FC236}">
                  <a16:creationId xmlns:a16="http://schemas.microsoft.com/office/drawing/2014/main" id="{1C47D4A5-FE9D-AF55-E986-91E764AC36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0" name="rc798">
              <a:extLst>
                <a:ext uri="{FF2B5EF4-FFF2-40B4-BE49-F238E27FC236}">
                  <a16:creationId xmlns:a16="http://schemas.microsoft.com/office/drawing/2014/main" id="{24288972-EFFE-0E5A-9944-70C48B31D01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1" name="rc799">
              <a:extLst>
                <a:ext uri="{FF2B5EF4-FFF2-40B4-BE49-F238E27FC236}">
                  <a16:creationId xmlns:a16="http://schemas.microsoft.com/office/drawing/2014/main" id="{9D21679B-D308-6E44-C301-31C1CB799E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2" name="rc800">
              <a:extLst>
                <a:ext uri="{FF2B5EF4-FFF2-40B4-BE49-F238E27FC236}">
                  <a16:creationId xmlns:a16="http://schemas.microsoft.com/office/drawing/2014/main" id="{B011B253-C85A-0F2D-AB36-60F581D72C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3" name="rc801">
              <a:extLst>
                <a:ext uri="{FF2B5EF4-FFF2-40B4-BE49-F238E27FC236}">
                  <a16:creationId xmlns:a16="http://schemas.microsoft.com/office/drawing/2014/main" id="{69DAF648-76B5-F9DB-8C16-9C057DCD36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4" name="rc802">
              <a:extLst>
                <a:ext uri="{FF2B5EF4-FFF2-40B4-BE49-F238E27FC236}">
                  <a16:creationId xmlns:a16="http://schemas.microsoft.com/office/drawing/2014/main" id="{BEE9247C-09CB-7813-5C5E-CDB69E8620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5" name="rc803">
              <a:extLst>
                <a:ext uri="{FF2B5EF4-FFF2-40B4-BE49-F238E27FC236}">
                  <a16:creationId xmlns:a16="http://schemas.microsoft.com/office/drawing/2014/main" id="{D933041F-CDD0-52F0-B385-FCD3A0BF82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6" name="rc804">
              <a:extLst>
                <a:ext uri="{FF2B5EF4-FFF2-40B4-BE49-F238E27FC236}">
                  <a16:creationId xmlns:a16="http://schemas.microsoft.com/office/drawing/2014/main" id="{C3E9D495-151D-E3AF-D481-BE5ED9B282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7" name="rc805">
              <a:extLst>
                <a:ext uri="{FF2B5EF4-FFF2-40B4-BE49-F238E27FC236}">
                  <a16:creationId xmlns:a16="http://schemas.microsoft.com/office/drawing/2014/main" id="{B39B730D-BA68-16F3-4702-CC89DC5CBF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8" name="rc806">
              <a:extLst>
                <a:ext uri="{FF2B5EF4-FFF2-40B4-BE49-F238E27FC236}">
                  <a16:creationId xmlns:a16="http://schemas.microsoft.com/office/drawing/2014/main" id="{B9B8EEE0-4C03-6177-5B6D-088CF82F75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9" name="rc807">
              <a:extLst>
                <a:ext uri="{FF2B5EF4-FFF2-40B4-BE49-F238E27FC236}">
                  <a16:creationId xmlns:a16="http://schemas.microsoft.com/office/drawing/2014/main" id="{C383ED6D-FE82-740F-AB11-B6BA7FE308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0" name="rc808">
              <a:extLst>
                <a:ext uri="{FF2B5EF4-FFF2-40B4-BE49-F238E27FC236}">
                  <a16:creationId xmlns:a16="http://schemas.microsoft.com/office/drawing/2014/main" id="{D34B5CD6-3966-F4DE-7236-FC2D4E17A7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1" name="rc809">
              <a:extLst>
                <a:ext uri="{FF2B5EF4-FFF2-40B4-BE49-F238E27FC236}">
                  <a16:creationId xmlns:a16="http://schemas.microsoft.com/office/drawing/2014/main" id="{BC181ADB-BBDD-0444-E922-FFF471F049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2" name="rc810">
              <a:extLst>
                <a:ext uri="{FF2B5EF4-FFF2-40B4-BE49-F238E27FC236}">
                  <a16:creationId xmlns:a16="http://schemas.microsoft.com/office/drawing/2014/main" id="{CD6F65EF-B898-7FA5-53BA-E76C7450BF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3" name="rc811">
              <a:extLst>
                <a:ext uri="{FF2B5EF4-FFF2-40B4-BE49-F238E27FC236}">
                  <a16:creationId xmlns:a16="http://schemas.microsoft.com/office/drawing/2014/main" id="{8A11C11A-B2DA-8E2C-2550-698AF2A734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4" name="rc812">
              <a:extLst>
                <a:ext uri="{FF2B5EF4-FFF2-40B4-BE49-F238E27FC236}">
                  <a16:creationId xmlns:a16="http://schemas.microsoft.com/office/drawing/2014/main" id="{F4C1663F-8E07-CE2C-276F-E3EE49FE00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5" name="rc813">
              <a:extLst>
                <a:ext uri="{FF2B5EF4-FFF2-40B4-BE49-F238E27FC236}">
                  <a16:creationId xmlns:a16="http://schemas.microsoft.com/office/drawing/2014/main" id="{6BD8D0BB-EAC5-52BE-A0F3-C923D133E6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6" name="rc814">
              <a:extLst>
                <a:ext uri="{FF2B5EF4-FFF2-40B4-BE49-F238E27FC236}">
                  <a16:creationId xmlns:a16="http://schemas.microsoft.com/office/drawing/2014/main" id="{B015DC77-3D71-7587-BE54-0923D45F4B9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7" name="rc815">
              <a:extLst>
                <a:ext uri="{FF2B5EF4-FFF2-40B4-BE49-F238E27FC236}">
                  <a16:creationId xmlns:a16="http://schemas.microsoft.com/office/drawing/2014/main" id="{32773B8F-D375-3EEB-8893-D320C9C195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8" name="rc816">
              <a:extLst>
                <a:ext uri="{FF2B5EF4-FFF2-40B4-BE49-F238E27FC236}">
                  <a16:creationId xmlns:a16="http://schemas.microsoft.com/office/drawing/2014/main" id="{45EDE629-6197-9388-5D2B-0412D24FCE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9" name="rc817">
              <a:extLst>
                <a:ext uri="{FF2B5EF4-FFF2-40B4-BE49-F238E27FC236}">
                  <a16:creationId xmlns:a16="http://schemas.microsoft.com/office/drawing/2014/main" id="{7741CA9C-BE8E-B8E6-A723-9AB0C41370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0" name="rc818">
              <a:extLst>
                <a:ext uri="{FF2B5EF4-FFF2-40B4-BE49-F238E27FC236}">
                  <a16:creationId xmlns:a16="http://schemas.microsoft.com/office/drawing/2014/main" id="{E8A9ED51-A8FC-735B-B877-D564C297D0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1" name="rc819">
              <a:extLst>
                <a:ext uri="{FF2B5EF4-FFF2-40B4-BE49-F238E27FC236}">
                  <a16:creationId xmlns:a16="http://schemas.microsoft.com/office/drawing/2014/main" id="{6CD7A4EA-209F-51AA-5F23-1C80BF3BBD1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2" name="rc820">
              <a:extLst>
                <a:ext uri="{FF2B5EF4-FFF2-40B4-BE49-F238E27FC236}">
                  <a16:creationId xmlns:a16="http://schemas.microsoft.com/office/drawing/2014/main" id="{91BD3A55-E9E1-DD15-9091-5325E91677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3" name="rc821">
              <a:extLst>
                <a:ext uri="{FF2B5EF4-FFF2-40B4-BE49-F238E27FC236}">
                  <a16:creationId xmlns:a16="http://schemas.microsoft.com/office/drawing/2014/main" id="{B5C2C924-CEEB-C323-8FB8-E21B6FCA37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4" name="rc822">
              <a:extLst>
                <a:ext uri="{FF2B5EF4-FFF2-40B4-BE49-F238E27FC236}">
                  <a16:creationId xmlns:a16="http://schemas.microsoft.com/office/drawing/2014/main" id="{1491B47F-0DD3-FF82-A42A-F8627BAAA0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5" name="rc823">
              <a:extLst>
                <a:ext uri="{FF2B5EF4-FFF2-40B4-BE49-F238E27FC236}">
                  <a16:creationId xmlns:a16="http://schemas.microsoft.com/office/drawing/2014/main" id="{5CDC143B-09FE-BE46-3E02-C6CB78FA95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6" name="rc824">
              <a:extLst>
                <a:ext uri="{FF2B5EF4-FFF2-40B4-BE49-F238E27FC236}">
                  <a16:creationId xmlns:a16="http://schemas.microsoft.com/office/drawing/2014/main" id="{354A1816-F63F-F830-0D2B-58D9D607D2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7" name="rc825">
              <a:extLst>
                <a:ext uri="{FF2B5EF4-FFF2-40B4-BE49-F238E27FC236}">
                  <a16:creationId xmlns:a16="http://schemas.microsoft.com/office/drawing/2014/main" id="{0811825B-A920-A12A-8BC9-DC32D68565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8" name="rc826">
              <a:extLst>
                <a:ext uri="{FF2B5EF4-FFF2-40B4-BE49-F238E27FC236}">
                  <a16:creationId xmlns:a16="http://schemas.microsoft.com/office/drawing/2014/main" id="{7C824E81-8680-4A43-44DD-2F9F6E9567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9" name="rc827">
              <a:extLst>
                <a:ext uri="{FF2B5EF4-FFF2-40B4-BE49-F238E27FC236}">
                  <a16:creationId xmlns:a16="http://schemas.microsoft.com/office/drawing/2014/main" id="{DB7058F4-3F47-EE37-612C-95919D6EBD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0" name="rc828">
              <a:extLst>
                <a:ext uri="{FF2B5EF4-FFF2-40B4-BE49-F238E27FC236}">
                  <a16:creationId xmlns:a16="http://schemas.microsoft.com/office/drawing/2014/main" id="{E45AAA40-FF76-99A4-ED89-20162CE942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1" name="rc829">
              <a:extLst>
                <a:ext uri="{FF2B5EF4-FFF2-40B4-BE49-F238E27FC236}">
                  <a16:creationId xmlns:a16="http://schemas.microsoft.com/office/drawing/2014/main" id="{86A1DB4E-17DC-DD26-01BE-8F69DB6760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2" name="rc830">
              <a:extLst>
                <a:ext uri="{FF2B5EF4-FFF2-40B4-BE49-F238E27FC236}">
                  <a16:creationId xmlns:a16="http://schemas.microsoft.com/office/drawing/2014/main" id="{4FA4EBE5-85AD-68EB-B1D1-3C53CF3A76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3" name="rc831">
              <a:extLst>
                <a:ext uri="{FF2B5EF4-FFF2-40B4-BE49-F238E27FC236}">
                  <a16:creationId xmlns:a16="http://schemas.microsoft.com/office/drawing/2014/main" id="{DF2D99C6-8805-3EC5-1263-19E57A04B4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4" name="rc832">
              <a:extLst>
                <a:ext uri="{FF2B5EF4-FFF2-40B4-BE49-F238E27FC236}">
                  <a16:creationId xmlns:a16="http://schemas.microsoft.com/office/drawing/2014/main" id="{4BBA0154-4B87-2B96-8459-7D76377409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5" name="rc833">
              <a:extLst>
                <a:ext uri="{FF2B5EF4-FFF2-40B4-BE49-F238E27FC236}">
                  <a16:creationId xmlns:a16="http://schemas.microsoft.com/office/drawing/2014/main" id="{0F657C55-AEAE-C5AE-50AB-FEBDF20B5A9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6" name="rc834">
              <a:extLst>
                <a:ext uri="{FF2B5EF4-FFF2-40B4-BE49-F238E27FC236}">
                  <a16:creationId xmlns:a16="http://schemas.microsoft.com/office/drawing/2014/main" id="{AE1CBE00-CCAF-AA8B-6B56-E4287B7F19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7" name="rc835">
              <a:extLst>
                <a:ext uri="{FF2B5EF4-FFF2-40B4-BE49-F238E27FC236}">
                  <a16:creationId xmlns:a16="http://schemas.microsoft.com/office/drawing/2014/main" id="{458C6EB2-8431-A3C0-B76D-B05D24B438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8" name="rc836">
              <a:extLst>
                <a:ext uri="{FF2B5EF4-FFF2-40B4-BE49-F238E27FC236}">
                  <a16:creationId xmlns:a16="http://schemas.microsoft.com/office/drawing/2014/main" id="{B95CE794-B90F-E561-F78B-D23477A2F9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9" name="rc837">
              <a:extLst>
                <a:ext uri="{FF2B5EF4-FFF2-40B4-BE49-F238E27FC236}">
                  <a16:creationId xmlns:a16="http://schemas.microsoft.com/office/drawing/2014/main" id="{BDFAC5BA-8ACE-8317-C1F7-AB810FE81C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0" name="rc838">
              <a:extLst>
                <a:ext uri="{FF2B5EF4-FFF2-40B4-BE49-F238E27FC236}">
                  <a16:creationId xmlns:a16="http://schemas.microsoft.com/office/drawing/2014/main" id="{69D2C96A-A76D-B69C-E899-C7F36F8E86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1" name="rc839">
              <a:extLst>
                <a:ext uri="{FF2B5EF4-FFF2-40B4-BE49-F238E27FC236}">
                  <a16:creationId xmlns:a16="http://schemas.microsoft.com/office/drawing/2014/main" id="{3D3828E9-AE77-F699-ABFC-CDB46AFA35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2" name="rc840">
              <a:extLst>
                <a:ext uri="{FF2B5EF4-FFF2-40B4-BE49-F238E27FC236}">
                  <a16:creationId xmlns:a16="http://schemas.microsoft.com/office/drawing/2014/main" id="{8D875074-66B3-B869-D78D-A3CE23E4D8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3" name="rc841">
              <a:extLst>
                <a:ext uri="{FF2B5EF4-FFF2-40B4-BE49-F238E27FC236}">
                  <a16:creationId xmlns:a16="http://schemas.microsoft.com/office/drawing/2014/main" id="{DACD4D6B-70C4-C8EF-1C4E-58A24602547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4" name="rc842">
              <a:extLst>
                <a:ext uri="{FF2B5EF4-FFF2-40B4-BE49-F238E27FC236}">
                  <a16:creationId xmlns:a16="http://schemas.microsoft.com/office/drawing/2014/main" id="{32B67986-8006-7DF9-3B9D-2AB04973ED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5" name="rc843">
              <a:extLst>
                <a:ext uri="{FF2B5EF4-FFF2-40B4-BE49-F238E27FC236}">
                  <a16:creationId xmlns:a16="http://schemas.microsoft.com/office/drawing/2014/main" id="{C487431C-517C-67BB-2927-521115289E8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6" name="rc844">
              <a:extLst>
                <a:ext uri="{FF2B5EF4-FFF2-40B4-BE49-F238E27FC236}">
                  <a16:creationId xmlns:a16="http://schemas.microsoft.com/office/drawing/2014/main" id="{05CF22AE-2F7F-1E1F-1BB0-FC1037B9C8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7" name="rc845">
              <a:extLst>
                <a:ext uri="{FF2B5EF4-FFF2-40B4-BE49-F238E27FC236}">
                  <a16:creationId xmlns:a16="http://schemas.microsoft.com/office/drawing/2014/main" id="{DAB9A4B3-B0BC-A81D-9BC1-DEC8945FD3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8" name="rc846">
              <a:extLst>
                <a:ext uri="{FF2B5EF4-FFF2-40B4-BE49-F238E27FC236}">
                  <a16:creationId xmlns:a16="http://schemas.microsoft.com/office/drawing/2014/main" id="{A1EB5B65-0F23-90E3-60FF-259287A672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9" name="rc847">
              <a:extLst>
                <a:ext uri="{FF2B5EF4-FFF2-40B4-BE49-F238E27FC236}">
                  <a16:creationId xmlns:a16="http://schemas.microsoft.com/office/drawing/2014/main" id="{FA6C1699-46A7-60D1-4289-A9353B7FAE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0" name="rc848">
              <a:extLst>
                <a:ext uri="{FF2B5EF4-FFF2-40B4-BE49-F238E27FC236}">
                  <a16:creationId xmlns:a16="http://schemas.microsoft.com/office/drawing/2014/main" id="{D1E10330-1764-B157-DABE-DFA2069713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1" name="rc849">
              <a:extLst>
                <a:ext uri="{FF2B5EF4-FFF2-40B4-BE49-F238E27FC236}">
                  <a16:creationId xmlns:a16="http://schemas.microsoft.com/office/drawing/2014/main" id="{DF7582B2-5EB0-522D-DE4A-2BE2D387C1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2" name="rc850">
              <a:extLst>
                <a:ext uri="{FF2B5EF4-FFF2-40B4-BE49-F238E27FC236}">
                  <a16:creationId xmlns:a16="http://schemas.microsoft.com/office/drawing/2014/main" id="{A85E1FB5-D01B-17A2-93DB-4B2EE896DF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3" name="rc851">
              <a:extLst>
                <a:ext uri="{FF2B5EF4-FFF2-40B4-BE49-F238E27FC236}">
                  <a16:creationId xmlns:a16="http://schemas.microsoft.com/office/drawing/2014/main" id="{23207E0F-C4DB-C06C-BB9A-FB6386E4E1E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4" name="rc852">
              <a:extLst>
                <a:ext uri="{FF2B5EF4-FFF2-40B4-BE49-F238E27FC236}">
                  <a16:creationId xmlns:a16="http://schemas.microsoft.com/office/drawing/2014/main" id="{A106A9B1-17F2-E217-E19F-071F8C914C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5" name="rc853">
              <a:extLst>
                <a:ext uri="{FF2B5EF4-FFF2-40B4-BE49-F238E27FC236}">
                  <a16:creationId xmlns:a16="http://schemas.microsoft.com/office/drawing/2014/main" id="{11E62A7C-0A83-2469-C721-D9078F4846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6" name="rc854">
              <a:extLst>
                <a:ext uri="{FF2B5EF4-FFF2-40B4-BE49-F238E27FC236}">
                  <a16:creationId xmlns:a16="http://schemas.microsoft.com/office/drawing/2014/main" id="{0AEAA845-8FC0-73BE-CE20-358D13985E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7" name="rc855">
              <a:extLst>
                <a:ext uri="{FF2B5EF4-FFF2-40B4-BE49-F238E27FC236}">
                  <a16:creationId xmlns:a16="http://schemas.microsoft.com/office/drawing/2014/main" id="{EFAB01C1-E176-2076-1FC6-0B9DB08F1B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8" name="rc856">
              <a:extLst>
                <a:ext uri="{FF2B5EF4-FFF2-40B4-BE49-F238E27FC236}">
                  <a16:creationId xmlns:a16="http://schemas.microsoft.com/office/drawing/2014/main" id="{12D30AAE-B370-CB30-BC2F-B83F426515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9" name="rc857">
              <a:extLst>
                <a:ext uri="{FF2B5EF4-FFF2-40B4-BE49-F238E27FC236}">
                  <a16:creationId xmlns:a16="http://schemas.microsoft.com/office/drawing/2014/main" id="{1065CA21-F766-F34E-311E-BC72AEB924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0" name="rc858">
              <a:extLst>
                <a:ext uri="{FF2B5EF4-FFF2-40B4-BE49-F238E27FC236}">
                  <a16:creationId xmlns:a16="http://schemas.microsoft.com/office/drawing/2014/main" id="{9842774A-85DA-5347-B7B4-929EA23E0B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1" name="rc859">
              <a:extLst>
                <a:ext uri="{FF2B5EF4-FFF2-40B4-BE49-F238E27FC236}">
                  <a16:creationId xmlns:a16="http://schemas.microsoft.com/office/drawing/2014/main" id="{336F4979-AE15-C8F6-2173-3B899DF84A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2" name="rc860">
              <a:extLst>
                <a:ext uri="{FF2B5EF4-FFF2-40B4-BE49-F238E27FC236}">
                  <a16:creationId xmlns:a16="http://schemas.microsoft.com/office/drawing/2014/main" id="{16CA26A2-2BD5-16BA-ADF0-8273BAD3AC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3" name="rc861">
              <a:extLst>
                <a:ext uri="{FF2B5EF4-FFF2-40B4-BE49-F238E27FC236}">
                  <a16:creationId xmlns:a16="http://schemas.microsoft.com/office/drawing/2014/main" id="{94725E5A-D3E8-483D-B0E8-9C15283674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4" name="rc862">
              <a:extLst>
                <a:ext uri="{FF2B5EF4-FFF2-40B4-BE49-F238E27FC236}">
                  <a16:creationId xmlns:a16="http://schemas.microsoft.com/office/drawing/2014/main" id="{82FF610D-0B68-559E-CDC1-CE9CB0EE40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5" name="rc863">
              <a:extLst>
                <a:ext uri="{FF2B5EF4-FFF2-40B4-BE49-F238E27FC236}">
                  <a16:creationId xmlns:a16="http://schemas.microsoft.com/office/drawing/2014/main" id="{A22AE1E6-A4D8-BC34-8B10-30B76B52C9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6" name="rc864">
              <a:extLst>
                <a:ext uri="{FF2B5EF4-FFF2-40B4-BE49-F238E27FC236}">
                  <a16:creationId xmlns:a16="http://schemas.microsoft.com/office/drawing/2014/main" id="{6A7D6E2C-4281-BF24-41FD-921B000470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7" name="rc865">
              <a:extLst>
                <a:ext uri="{FF2B5EF4-FFF2-40B4-BE49-F238E27FC236}">
                  <a16:creationId xmlns:a16="http://schemas.microsoft.com/office/drawing/2014/main" id="{90F1A316-76A8-6C6D-E648-08F4A1DAD3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8" name="rc866">
              <a:extLst>
                <a:ext uri="{FF2B5EF4-FFF2-40B4-BE49-F238E27FC236}">
                  <a16:creationId xmlns:a16="http://schemas.microsoft.com/office/drawing/2014/main" id="{5ED7858D-692D-1771-2E31-C50521F951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9" name="rc867">
              <a:extLst>
                <a:ext uri="{FF2B5EF4-FFF2-40B4-BE49-F238E27FC236}">
                  <a16:creationId xmlns:a16="http://schemas.microsoft.com/office/drawing/2014/main" id="{43223DB7-1A03-FDC0-7B08-496F22CF45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0" name="rc868">
              <a:extLst>
                <a:ext uri="{FF2B5EF4-FFF2-40B4-BE49-F238E27FC236}">
                  <a16:creationId xmlns:a16="http://schemas.microsoft.com/office/drawing/2014/main" id="{1078AB6D-5D47-E813-A896-56446D92E7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1" name="rc869">
              <a:extLst>
                <a:ext uri="{FF2B5EF4-FFF2-40B4-BE49-F238E27FC236}">
                  <a16:creationId xmlns:a16="http://schemas.microsoft.com/office/drawing/2014/main" id="{738BCB89-671B-D966-738B-32F51EACA2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2" name="rc870">
              <a:extLst>
                <a:ext uri="{FF2B5EF4-FFF2-40B4-BE49-F238E27FC236}">
                  <a16:creationId xmlns:a16="http://schemas.microsoft.com/office/drawing/2014/main" id="{3041C70A-7169-ED98-9D74-4D11626597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3" name="rc871">
              <a:extLst>
                <a:ext uri="{FF2B5EF4-FFF2-40B4-BE49-F238E27FC236}">
                  <a16:creationId xmlns:a16="http://schemas.microsoft.com/office/drawing/2014/main" id="{9AF1C508-2327-995C-F468-BF8549838A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4" name="rc872">
              <a:extLst>
                <a:ext uri="{FF2B5EF4-FFF2-40B4-BE49-F238E27FC236}">
                  <a16:creationId xmlns:a16="http://schemas.microsoft.com/office/drawing/2014/main" id="{D1C4286C-FE44-1485-3013-95C50373D1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5" name="rc873">
              <a:extLst>
                <a:ext uri="{FF2B5EF4-FFF2-40B4-BE49-F238E27FC236}">
                  <a16:creationId xmlns:a16="http://schemas.microsoft.com/office/drawing/2014/main" id="{AF7D52BA-5F4F-C625-F5EE-4DD8B97EB4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6" name="rc874">
              <a:extLst>
                <a:ext uri="{FF2B5EF4-FFF2-40B4-BE49-F238E27FC236}">
                  <a16:creationId xmlns:a16="http://schemas.microsoft.com/office/drawing/2014/main" id="{3422F322-B7D9-DFB6-EAFB-8974894D74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7" name="rc875">
              <a:extLst>
                <a:ext uri="{FF2B5EF4-FFF2-40B4-BE49-F238E27FC236}">
                  <a16:creationId xmlns:a16="http://schemas.microsoft.com/office/drawing/2014/main" id="{E0E3D4F3-5E0F-5E6F-99D7-184DBCE340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8" name="rc876">
              <a:extLst>
                <a:ext uri="{FF2B5EF4-FFF2-40B4-BE49-F238E27FC236}">
                  <a16:creationId xmlns:a16="http://schemas.microsoft.com/office/drawing/2014/main" id="{7AC8C881-9B76-C3B4-F9AB-D8F8C634EC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9" name="rc877">
              <a:extLst>
                <a:ext uri="{FF2B5EF4-FFF2-40B4-BE49-F238E27FC236}">
                  <a16:creationId xmlns:a16="http://schemas.microsoft.com/office/drawing/2014/main" id="{A35BA12B-85F2-6AA7-9059-79C32E5D20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0" name="rc878">
              <a:extLst>
                <a:ext uri="{FF2B5EF4-FFF2-40B4-BE49-F238E27FC236}">
                  <a16:creationId xmlns:a16="http://schemas.microsoft.com/office/drawing/2014/main" id="{789101C1-F377-7328-2155-C4D2F42618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1" name="rc879">
              <a:extLst>
                <a:ext uri="{FF2B5EF4-FFF2-40B4-BE49-F238E27FC236}">
                  <a16:creationId xmlns:a16="http://schemas.microsoft.com/office/drawing/2014/main" id="{B874979B-D263-92F4-F799-28FE155812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2" name="rc880">
              <a:extLst>
                <a:ext uri="{FF2B5EF4-FFF2-40B4-BE49-F238E27FC236}">
                  <a16:creationId xmlns:a16="http://schemas.microsoft.com/office/drawing/2014/main" id="{006CCD57-F126-9A58-C33D-A697AAEDD5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3" name="rc881">
              <a:extLst>
                <a:ext uri="{FF2B5EF4-FFF2-40B4-BE49-F238E27FC236}">
                  <a16:creationId xmlns:a16="http://schemas.microsoft.com/office/drawing/2014/main" id="{49A14901-1C8A-FD2D-FC73-C59C11A2B5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4" name="rc882">
              <a:extLst>
                <a:ext uri="{FF2B5EF4-FFF2-40B4-BE49-F238E27FC236}">
                  <a16:creationId xmlns:a16="http://schemas.microsoft.com/office/drawing/2014/main" id="{ACB64B76-DC90-AEB7-A6A7-7F6FF215E4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5" name="rc883">
              <a:extLst>
                <a:ext uri="{FF2B5EF4-FFF2-40B4-BE49-F238E27FC236}">
                  <a16:creationId xmlns:a16="http://schemas.microsoft.com/office/drawing/2014/main" id="{3EE81827-2552-D56D-39FC-B108F9CEDF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6" name="rc884">
              <a:extLst>
                <a:ext uri="{FF2B5EF4-FFF2-40B4-BE49-F238E27FC236}">
                  <a16:creationId xmlns:a16="http://schemas.microsoft.com/office/drawing/2014/main" id="{61A8024B-C551-AABA-4091-C39BA8D739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7" name="rc885">
              <a:extLst>
                <a:ext uri="{FF2B5EF4-FFF2-40B4-BE49-F238E27FC236}">
                  <a16:creationId xmlns:a16="http://schemas.microsoft.com/office/drawing/2014/main" id="{F7BBA430-299A-5CF0-5E8B-D1D2696B19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8" name="rc886">
              <a:extLst>
                <a:ext uri="{FF2B5EF4-FFF2-40B4-BE49-F238E27FC236}">
                  <a16:creationId xmlns:a16="http://schemas.microsoft.com/office/drawing/2014/main" id="{2A58DB91-891C-A49A-E758-9868BC2B48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9" name="rc887">
              <a:extLst>
                <a:ext uri="{FF2B5EF4-FFF2-40B4-BE49-F238E27FC236}">
                  <a16:creationId xmlns:a16="http://schemas.microsoft.com/office/drawing/2014/main" id="{2BFBBFCB-DA01-9D8A-4954-328EB41947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0" name="rc888">
              <a:extLst>
                <a:ext uri="{FF2B5EF4-FFF2-40B4-BE49-F238E27FC236}">
                  <a16:creationId xmlns:a16="http://schemas.microsoft.com/office/drawing/2014/main" id="{D57F797C-441A-65B7-65A9-FE17320020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1" name="rc889">
              <a:extLst>
                <a:ext uri="{FF2B5EF4-FFF2-40B4-BE49-F238E27FC236}">
                  <a16:creationId xmlns:a16="http://schemas.microsoft.com/office/drawing/2014/main" id="{8A9EC97E-9AF9-EAA4-9389-ACC36D3BF7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2" name="rc890">
              <a:extLst>
                <a:ext uri="{FF2B5EF4-FFF2-40B4-BE49-F238E27FC236}">
                  <a16:creationId xmlns:a16="http://schemas.microsoft.com/office/drawing/2014/main" id="{2497F71C-EAD0-94BD-BCAB-1C06D0A8C1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3" name="rc891">
              <a:extLst>
                <a:ext uri="{FF2B5EF4-FFF2-40B4-BE49-F238E27FC236}">
                  <a16:creationId xmlns:a16="http://schemas.microsoft.com/office/drawing/2014/main" id="{0B411B5F-A5A8-C8D4-B9DA-63FD0A7701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4" name="rc892">
              <a:extLst>
                <a:ext uri="{FF2B5EF4-FFF2-40B4-BE49-F238E27FC236}">
                  <a16:creationId xmlns:a16="http://schemas.microsoft.com/office/drawing/2014/main" id="{AFDECAE1-E0D2-BD5F-6436-D8A273A44B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5" name="rc893">
              <a:extLst>
                <a:ext uri="{FF2B5EF4-FFF2-40B4-BE49-F238E27FC236}">
                  <a16:creationId xmlns:a16="http://schemas.microsoft.com/office/drawing/2014/main" id="{EFC89A48-8248-6C68-B31F-173F3683AB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6" name="rc894">
              <a:extLst>
                <a:ext uri="{FF2B5EF4-FFF2-40B4-BE49-F238E27FC236}">
                  <a16:creationId xmlns:a16="http://schemas.microsoft.com/office/drawing/2014/main" id="{08900870-3550-9100-303C-A1B0BD59AF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7" name="rc895">
              <a:extLst>
                <a:ext uri="{FF2B5EF4-FFF2-40B4-BE49-F238E27FC236}">
                  <a16:creationId xmlns:a16="http://schemas.microsoft.com/office/drawing/2014/main" id="{02577881-C34A-9A04-7CC0-2D5F8A4E58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8" name="rc896">
              <a:extLst>
                <a:ext uri="{FF2B5EF4-FFF2-40B4-BE49-F238E27FC236}">
                  <a16:creationId xmlns:a16="http://schemas.microsoft.com/office/drawing/2014/main" id="{7EB6E6F3-03DE-465C-D5D9-0A64ACA146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9" name="rc897">
              <a:extLst>
                <a:ext uri="{FF2B5EF4-FFF2-40B4-BE49-F238E27FC236}">
                  <a16:creationId xmlns:a16="http://schemas.microsoft.com/office/drawing/2014/main" id="{856FDDA8-C1CF-BD3F-53D4-8751D7055D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0" name="rc898">
              <a:extLst>
                <a:ext uri="{FF2B5EF4-FFF2-40B4-BE49-F238E27FC236}">
                  <a16:creationId xmlns:a16="http://schemas.microsoft.com/office/drawing/2014/main" id="{184AEB45-B1E4-27E5-1D34-1745A992CC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1" name="rc899">
              <a:extLst>
                <a:ext uri="{FF2B5EF4-FFF2-40B4-BE49-F238E27FC236}">
                  <a16:creationId xmlns:a16="http://schemas.microsoft.com/office/drawing/2014/main" id="{0741FDA7-33B5-DBC7-9EB7-B46CF1CE45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2" name="rc900">
              <a:extLst>
                <a:ext uri="{FF2B5EF4-FFF2-40B4-BE49-F238E27FC236}">
                  <a16:creationId xmlns:a16="http://schemas.microsoft.com/office/drawing/2014/main" id="{75ABBFC7-C230-3D3A-D090-BE2B3A574A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3" name="rc901">
              <a:extLst>
                <a:ext uri="{FF2B5EF4-FFF2-40B4-BE49-F238E27FC236}">
                  <a16:creationId xmlns:a16="http://schemas.microsoft.com/office/drawing/2014/main" id="{E6F0E5E0-C16E-46BF-A649-80F123510C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4" name="rc902">
              <a:extLst>
                <a:ext uri="{FF2B5EF4-FFF2-40B4-BE49-F238E27FC236}">
                  <a16:creationId xmlns:a16="http://schemas.microsoft.com/office/drawing/2014/main" id="{CF6437BB-EF4D-8CF2-559C-CC67EF2DE3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5" name="rc903">
              <a:extLst>
                <a:ext uri="{FF2B5EF4-FFF2-40B4-BE49-F238E27FC236}">
                  <a16:creationId xmlns:a16="http://schemas.microsoft.com/office/drawing/2014/main" id="{BF04CF63-3EF3-7C07-39A0-742E02AA8E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6" name="rc904">
              <a:extLst>
                <a:ext uri="{FF2B5EF4-FFF2-40B4-BE49-F238E27FC236}">
                  <a16:creationId xmlns:a16="http://schemas.microsoft.com/office/drawing/2014/main" id="{B739698A-46F9-2863-FBD1-F4FDA0435D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7" name="rc905">
              <a:extLst>
                <a:ext uri="{FF2B5EF4-FFF2-40B4-BE49-F238E27FC236}">
                  <a16:creationId xmlns:a16="http://schemas.microsoft.com/office/drawing/2014/main" id="{A288940B-59EE-4E5F-CD98-FF74ED26A5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8" name="rc906">
              <a:extLst>
                <a:ext uri="{FF2B5EF4-FFF2-40B4-BE49-F238E27FC236}">
                  <a16:creationId xmlns:a16="http://schemas.microsoft.com/office/drawing/2014/main" id="{8EA2497C-DBB1-4D26-8EC3-45968D07BA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9" name="rc907">
              <a:extLst>
                <a:ext uri="{FF2B5EF4-FFF2-40B4-BE49-F238E27FC236}">
                  <a16:creationId xmlns:a16="http://schemas.microsoft.com/office/drawing/2014/main" id="{5992CBF3-7695-8095-B733-868CD8956A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0" name="rc908">
              <a:extLst>
                <a:ext uri="{FF2B5EF4-FFF2-40B4-BE49-F238E27FC236}">
                  <a16:creationId xmlns:a16="http://schemas.microsoft.com/office/drawing/2014/main" id="{479D82ED-DC1F-3E48-8B58-5C3C226B17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1" name="rc909">
              <a:extLst>
                <a:ext uri="{FF2B5EF4-FFF2-40B4-BE49-F238E27FC236}">
                  <a16:creationId xmlns:a16="http://schemas.microsoft.com/office/drawing/2014/main" id="{39E4DF7E-25F2-7196-E583-587B0D7CD71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2" name="rc910">
              <a:extLst>
                <a:ext uri="{FF2B5EF4-FFF2-40B4-BE49-F238E27FC236}">
                  <a16:creationId xmlns:a16="http://schemas.microsoft.com/office/drawing/2014/main" id="{2C7A01B2-1F16-37CF-8C41-1504B2F103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3" name="rc911">
              <a:extLst>
                <a:ext uri="{FF2B5EF4-FFF2-40B4-BE49-F238E27FC236}">
                  <a16:creationId xmlns:a16="http://schemas.microsoft.com/office/drawing/2014/main" id="{CF8E8902-AA6B-9EDC-0B0A-6C0291BDDC1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4" name="rc912">
              <a:extLst>
                <a:ext uri="{FF2B5EF4-FFF2-40B4-BE49-F238E27FC236}">
                  <a16:creationId xmlns:a16="http://schemas.microsoft.com/office/drawing/2014/main" id="{E5A5434B-8557-BEEC-114C-9AEEA8C5AD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5" name="rc913">
              <a:extLst>
                <a:ext uri="{FF2B5EF4-FFF2-40B4-BE49-F238E27FC236}">
                  <a16:creationId xmlns:a16="http://schemas.microsoft.com/office/drawing/2014/main" id="{59AB8D16-71ED-714A-8C67-40E9D02CA1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6" name="rc914">
              <a:extLst>
                <a:ext uri="{FF2B5EF4-FFF2-40B4-BE49-F238E27FC236}">
                  <a16:creationId xmlns:a16="http://schemas.microsoft.com/office/drawing/2014/main" id="{812BBB1B-7E8F-C038-5260-9342E58A08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7" name="rc915">
              <a:extLst>
                <a:ext uri="{FF2B5EF4-FFF2-40B4-BE49-F238E27FC236}">
                  <a16:creationId xmlns:a16="http://schemas.microsoft.com/office/drawing/2014/main" id="{F3C6B9E5-790D-4DA5-C998-949C4D6B20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8" name="rc916">
              <a:extLst>
                <a:ext uri="{FF2B5EF4-FFF2-40B4-BE49-F238E27FC236}">
                  <a16:creationId xmlns:a16="http://schemas.microsoft.com/office/drawing/2014/main" id="{99726114-BC00-4511-3572-AD6BDB982D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9" name="rc917">
              <a:extLst>
                <a:ext uri="{FF2B5EF4-FFF2-40B4-BE49-F238E27FC236}">
                  <a16:creationId xmlns:a16="http://schemas.microsoft.com/office/drawing/2014/main" id="{CAF9D445-5A35-D713-6654-5F21C9748F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0" name="rc918">
              <a:extLst>
                <a:ext uri="{FF2B5EF4-FFF2-40B4-BE49-F238E27FC236}">
                  <a16:creationId xmlns:a16="http://schemas.microsoft.com/office/drawing/2014/main" id="{783D15AD-D658-E256-5A15-F9FFC6FC0A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1" name="rc919">
              <a:extLst>
                <a:ext uri="{FF2B5EF4-FFF2-40B4-BE49-F238E27FC236}">
                  <a16:creationId xmlns:a16="http://schemas.microsoft.com/office/drawing/2014/main" id="{A4CB6C79-5721-4660-4AF2-A6FD6AE0E7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2" name="rc920">
              <a:extLst>
                <a:ext uri="{FF2B5EF4-FFF2-40B4-BE49-F238E27FC236}">
                  <a16:creationId xmlns:a16="http://schemas.microsoft.com/office/drawing/2014/main" id="{942ED8AF-84B2-B085-63FB-295FBBF888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3" name="rc921">
              <a:extLst>
                <a:ext uri="{FF2B5EF4-FFF2-40B4-BE49-F238E27FC236}">
                  <a16:creationId xmlns:a16="http://schemas.microsoft.com/office/drawing/2014/main" id="{9FD6FDBF-98EE-C6B9-2B1D-7841D0CFD2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4" name="rc922">
              <a:extLst>
                <a:ext uri="{FF2B5EF4-FFF2-40B4-BE49-F238E27FC236}">
                  <a16:creationId xmlns:a16="http://schemas.microsoft.com/office/drawing/2014/main" id="{0C740D29-B482-D3A4-4A01-C5BF2C5C90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5" name="rc923">
              <a:extLst>
                <a:ext uri="{FF2B5EF4-FFF2-40B4-BE49-F238E27FC236}">
                  <a16:creationId xmlns:a16="http://schemas.microsoft.com/office/drawing/2014/main" id="{97A8C3A5-4B6C-3169-DD35-03DB6062BC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6" name="rc924">
              <a:extLst>
                <a:ext uri="{FF2B5EF4-FFF2-40B4-BE49-F238E27FC236}">
                  <a16:creationId xmlns:a16="http://schemas.microsoft.com/office/drawing/2014/main" id="{7634A048-CB98-6BF0-D7FA-772FEE24D9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7" name="rc925">
              <a:extLst>
                <a:ext uri="{FF2B5EF4-FFF2-40B4-BE49-F238E27FC236}">
                  <a16:creationId xmlns:a16="http://schemas.microsoft.com/office/drawing/2014/main" id="{2EDDBDBB-B8A2-0AE5-0E61-EC1AB8829A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8" name="rc926">
              <a:extLst>
                <a:ext uri="{FF2B5EF4-FFF2-40B4-BE49-F238E27FC236}">
                  <a16:creationId xmlns:a16="http://schemas.microsoft.com/office/drawing/2014/main" id="{0FC1657F-7409-3731-4C7F-7D524A4B09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9" name="rc927">
              <a:extLst>
                <a:ext uri="{FF2B5EF4-FFF2-40B4-BE49-F238E27FC236}">
                  <a16:creationId xmlns:a16="http://schemas.microsoft.com/office/drawing/2014/main" id="{E94F6269-9509-BBA4-099B-6D9A215E6C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0" name="rc928">
              <a:extLst>
                <a:ext uri="{FF2B5EF4-FFF2-40B4-BE49-F238E27FC236}">
                  <a16:creationId xmlns:a16="http://schemas.microsoft.com/office/drawing/2014/main" id="{090F1928-D944-75C5-B54D-8A21306661F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1" name="rc929">
              <a:extLst>
                <a:ext uri="{FF2B5EF4-FFF2-40B4-BE49-F238E27FC236}">
                  <a16:creationId xmlns:a16="http://schemas.microsoft.com/office/drawing/2014/main" id="{62DDC256-5D7E-0404-06F6-CD83012953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2" name="rc930">
              <a:extLst>
                <a:ext uri="{FF2B5EF4-FFF2-40B4-BE49-F238E27FC236}">
                  <a16:creationId xmlns:a16="http://schemas.microsoft.com/office/drawing/2014/main" id="{4BB77AD0-5148-867F-1B2D-0C65677A63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3" name="rc931">
              <a:extLst>
                <a:ext uri="{FF2B5EF4-FFF2-40B4-BE49-F238E27FC236}">
                  <a16:creationId xmlns:a16="http://schemas.microsoft.com/office/drawing/2014/main" id="{10886171-70D1-623B-EE07-BE24EAA7CD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4" name="rc932">
              <a:extLst>
                <a:ext uri="{FF2B5EF4-FFF2-40B4-BE49-F238E27FC236}">
                  <a16:creationId xmlns:a16="http://schemas.microsoft.com/office/drawing/2014/main" id="{0719EBEF-F4F0-80F4-92FD-8E30BB661E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5" name="rc933">
              <a:extLst>
                <a:ext uri="{FF2B5EF4-FFF2-40B4-BE49-F238E27FC236}">
                  <a16:creationId xmlns:a16="http://schemas.microsoft.com/office/drawing/2014/main" id="{31285FEC-BFE0-197A-F515-F542400726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6" name="rc934">
              <a:extLst>
                <a:ext uri="{FF2B5EF4-FFF2-40B4-BE49-F238E27FC236}">
                  <a16:creationId xmlns:a16="http://schemas.microsoft.com/office/drawing/2014/main" id="{EBE834D4-7A9C-E997-F1FA-A065D2C49F6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7" name="rc935">
              <a:extLst>
                <a:ext uri="{FF2B5EF4-FFF2-40B4-BE49-F238E27FC236}">
                  <a16:creationId xmlns:a16="http://schemas.microsoft.com/office/drawing/2014/main" id="{8E5B93BA-2895-A1E9-A933-9FACFF6DB5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8" name="rc936">
              <a:extLst>
                <a:ext uri="{FF2B5EF4-FFF2-40B4-BE49-F238E27FC236}">
                  <a16:creationId xmlns:a16="http://schemas.microsoft.com/office/drawing/2014/main" id="{DA5BA89A-1966-DC85-E906-B5D55F760D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9" name="rc937">
              <a:extLst>
                <a:ext uri="{FF2B5EF4-FFF2-40B4-BE49-F238E27FC236}">
                  <a16:creationId xmlns:a16="http://schemas.microsoft.com/office/drawing/2014/main" id="{71699B4B-8FCC-4B23-FCBC-004C3737A3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0" name="rc938">
              <a:extLst>
                <a:ext uri="{FF2B5EF4-FFF2-40B4-BE49-F238E27FC236}">
                  <a16:creationId xmlns:a16="http://schemas.microsoft.com/office/drawing/2014/main" id="{7D425F36-5D91-B656-C940-629EB7F2F8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1" name="rc939">
              <a:extLst>
                <a:ext uri="{FF2B5EF4-FFF2-40B4-BE49-F238E27FC236}">
                  <a16:creationId xmlns:a16="http://schemas.microsoft.com/office/drawing/2014/main" id="{6C00EC3B-EFB3-A55B-18ED-1BBC4BA542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2" name="rc940">
              <a:extLst>
                <a:ext uri="{FF2B5EF4-FFF2-40B4-BE49-F238E27FC236}">
                  <a16:creationId xmlns:a16="http://schemas.microsoft.com/office/drawing/2014/main" id="{15927530-3DCA-2402-1F11-0D12D41801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3" name="rc941">
              <a:extLst>
                <a:ext uri="{FF2B5EF4-FFF2-40B4-BE49-F238E27FC236}">
                  <a16:creationId xmlns:a16="http://schemas.microsoft.com/office/drawing/2014/main" id="{5381F19D-1934-9DD2-A1D5-FC296A6DF7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4" name="rc942">
              <a:extLst>
                <a:ext uri="{FF2B5EF4-FFF2-40B4-BE49-F238E27FC236}">
                  <a16:creationId xmlns:a16="http://schemas.microsoft.com/office/drawing/2014/main" id="{EE3756A4-81DA-17FC-984D-CE3BD119AC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5" name="rc943">
              <a:extLst>
                <a:ext uri="{FF2B5EF4-FFF2-40B4-BE49-F238E27FC236}">
                  <a16:creationId xmlns:a16="http://schemas.microsoft.com/office/drawing/2014/main" id="{96591AB4-9D79-7FA0-9D6D-FCC9C728B3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6" name="rc944">
              <a:extLst>
                <a:ext uri="{FF2B5EF4-FFF2-40B4-BE49-F238E27FC236}">
                  <a16:creationId xmlns:a16="http://schemas.microsoft.com/office/drawing/2014/main" id="{4FB243AF-F92E-F5C5-1292-D213DCCD451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7" name="rc945">
              <a:extLst>
                <a:ext uri="{FF2B5EF4-FFF2-40B4-BE49-F238E27FC236}">
                  <a16:creationId xmlns:a16="http://schemas.microsoft.com/office/drawing/2014/main" id="{2851121B-C9CB-ACD9-6B88-CC3F395077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8" name="rc946">
              <a:extLst>
                <a:ext uri="{FF2B5EF4-FFF2-40B4-BE49-F238E27FC236}">
                  <a16:creationId xmlns:a16="http://schemas.microsoft.com/office/drawing/2014/main" id="{858D0367-6672-F0E0-EB92-0CF7795DF6E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9" name="rc947">
              <a:extLst>
                <a:ext uri="{FF2B5EF4-FFF2-40B4-BE49-F238E27FC236}">
                  <a16:creationId xmlns:a16="http://schemas.microsoft.com/office/drawing/2014/main" id="{323B239A-F6F9-83B5-9D09-4392ACCB3D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0" name="rc948">
              <a:extLst>
                <a:ext uri="{FF2B5EF4-FFF2-40B4-BE49-F238E27FC236}">
                  <a16:creationId xmlns:a16="http://schemas.microsoft.com/office/drawing/2014/main" id="{6E6C17E5-272C-B50C-9EE1-FB91E388E9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1" name="rc949">
              <a:extLst>
                <a:ext uri="{FF2B5EF4-FFF2-40B4-BE49-F238E27FC236}">
                  <a16:creationId xmlns:a16="http://schemas.microsoft.com/office/drawing/2014/main" id="{2FE69C5A-338D-5DFA-7005-6F468584BC2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2" name="rc950">
              <a:extLst>
                <a:ext uri="{FF2B5EF4-FFF2-40B4-BE49-F238E27FC236}">
                  <a16:creationId xmlns:a16="http://schemas.microsoft.com/office/drawing/2014/main" id="{3B2336C2-B08C-06D9-EFB3-1E648B1286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3" name="rc951">
              <a:extLst>
                <a:ext uri="{FF2B5EF4-FFF2-40B4-BE49-F238E27FC236}">
                  <a16:creationId xmlns:a16="http://schemas.microsoft.com/office/drawing/2014/main" id="{6E1D7BD3-863E-2032-AF57-81A8BDB07B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4" name="rc952">
              <a:extLst>
                <a:ext uri="{FF2B5EF4-FFF2-40B4-BE49-F238E27FC236}">
                  <a16:creationId xmlns:a16="http://schemas.microsoft.com/office/drawing/2014/main" id="{49604C23-88CF-D052-516D-4648D461F0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5" name="rc953">
              <a:extLst>
                <a:ext uri="{FF2B5EF4-FFF2-40B4-BE49-F238E27FC236}">
                  <a16:creationId xmlns:a16="http://schemas.microsoft.com/office/drawing/2014/main" id="{86C2E2C1-2F6C-1CA5-903A-DB130F2078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6" name="rc954">
              <a:extLst>
                <a:ext uri="{FF2B5EF4-FFF2-40B4-BE49-F238E27FC236}">
                  <a16:creationId xmlns:a16="http://schemas.microsoft.com/office/drawing/2014/main" id="{35208727-F592-2421-1327-044B11C596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7" name="rc955">
              <a:extLst>
                <a:ext uri="{FF2B5EF4-FFF2-40B4-BE49-F238E27FC236}">
                  <a16:creationId xmlns:a16="http://schemas.microsoft.com/office/drawing/2014/main" id="{575E7C4A-2782-7310-E543-A394A1FFEA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8" name="rc956">
              <a:extLst>
                <a:ext uri="{FF2B5EF4-FFF2-40B4-BE49-F238E27FC236}">
                  <a16:creationId xmlns:a16="http://schemas.microsoft.com/office/drawing/2014/main" id="{00CFF71D-9AB0-1916-E318-4728092700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9" name="rc957">
              <a:extLst>
                <a:ext uri="{FF2B5EF4-FFF2-40B4-BE49-F238E27FC236}">
                  <a16:creationId xmlns:a16="http://schemas.microsoft.com/office/drawing/2014/main" id="{18789E03-392D-3486-314D-01FE86E2ACE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0" name="rc958">
              <a:extLst>
                <a:ext uri="{FF2B5EF4-FFF2-40B4-BE49-F238E27FC236}">
                  <a16:creationId xmlns:a16="http://schemas.microsoft.com/office/drawing/2014/main" id="{39967950-36DA-666B-7976-6FD600CA55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1" name="rc959">
              <a:extLst>
                <a:ext uri="{FF2B5EF4-FFF2-40B4-BE49-F238E27FC236}">
                  <a16:creationId xmlns:a16="http://schemas.microsoft.com/office/drawing/2014/main" id="{07F2A6E5-471B-EFF8-7937-D7186294A0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2" name="rc960">
              <a:extLst>
                <a:ext uri="{FF2B5EF4-FFF2-40B4-BE49-F238E27FC236}">
                  <a16:creationId xmlns:a16="http://schemas.microsoft.com/office/drawing/2014/main" id="{4CC3168B-51F3-D058-5B07-2F084F1B0A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3" name="rc961">
              <a:extLst>
                <a:ext uri="{FF2B5EF4-FFF2-40B4-BE49-F238E27FC236}">
                  <a16:creationId xmlns:a16="http://schemas.microsoft.com/office/drawing/2014/main" id="{29A095CD-030E-6D66-C333-20F36A3E76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4" name="rc962">
              <a:extLst>
                <a:ext uri="{FF2B5EF4-FFF2-40B4-BE49-F238E27FC236}">
                  <a16:creationId xmlns:a16="http://schemas.microsoft.com/office/drawing/2014/main" id="{E6164EDC-8C4C-670F-A651-B48DCB9A4EB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5" name="rc963">
              <a:extLst>
                <a:ext uri="{FF2B5EF4-FFF2-40B4-BE49-F238E27FC236}">
                  <a16:creationId xmlns:a16="http://schemas.microsoft.com/office/drawing/2014/main" id="{16BA09D2-E2F3-42A1-9AC4-D33E217632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6" name="rc964">
              <a:extLst>
                <a:ext uri="{FF2B5EF4-FFF2-40B4-BE49-F238E27FC236}">
                  <a16:creationId xmlns:a16="http://schemas.microsoft.com/office/drawing/2014/main" id="{DE6D2C1B-7264-E8A3-ABD7-C2148845DB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7" name="rc965">
              <a:extLst>
                <a:ext uri="{FF2B5EF4-FFF2-40B4-BE49-F238E27FC236}">
                  <a16:creationId xmlns:a16="http://schemas.microsoft.com/office/drawing/2014/main" id="{CAED8EAD-565C-7A3D-BEE9-B70ADFC6FB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8" name="rc966">
              <a:extLst>
                <a:ext uri="{FF2B5EF4-FFF2-40B4-BE49-F238E27FC236}">
                  <a16:creationId xmlns:a16="http://schemas.microsoft.com/office/drawing/2014/main" id="{A77E813D-267F-405F-49FD-975BA08E1A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9" name="rc967">
              <a:extLst>
                <a:ext uri="{FF2B5EF4-FFF2-40B4-BE49-F238E27FC236}">
                  <a16:creationId xmlns:a16="http://schemas.microsoft.com/office/drawing/2014/main" id="{92534D96-7078-ED41-7A11-50A573A345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0" name="rc968">
              <a:extLst>
                <a:ext uri="{FF2B5EF4-FFF2-40B4-BE49-F238E27FC236}">
                  <a16:creationId xmlns:a16="http://schemas.microsoft.com/office/drawing/2014/main" id="{37645EFD-DB6E-2441-8078-C5A0645FDA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1" name="rc969">
              <a:extLst>
                <a:ext uri="{FF2B5EF4-FFF2-40B4-BE49-F238E27FC236}">
                  <a16:creationId xmlns:a16="http://schemas.microsoft.com/office/drawing/2014/main" id="{251FD22B-646A-FEEA-D45F-D1F32AF5EC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2" name="rc970">
              <a:extLst>
                <a:ext uri="{FF2B5EF4-FFF2-40B4-BE49-F238E27FC236}">
                  <a16:creationId xmlns:a16="http://schemas.microsoft.com/office/drawing/2014/main" id="{2A0D4150-6A7F-8E6E-A474-3F8BA326CF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3" name="rc971">
              <a:extLst>
                <a:ext uri="{FF2B5EF4-FFF2-40B4-BE49-F238E27FC236}">
                  <a16:creationId xmlns:a16="http://schemas.microsoft.com/office/drawing/2014/main" id="{89839541-38EE-B556-525E-F859A7E0B7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4" name="rc972">
              <a:extLst>
                <a:ext uri="{FF2B5EF4-FFF2-40B4-BE49-F238E27FC236}">
                  <a16:creationId xmlns:a16="http://schemas.microsoft.com/office/drawing/2014/main" id="{9A321722-C586-DC85-37DF-D10D7656D7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5" name="rc973">
              <a:extLst>
                <a:ext uri="{FF2B5EF4-FFF2-40B4-BE49-F238E27FC236}">
                  <a16:creationId xmlns:a16="http://schemas.microsoft.com/office/drawing/2014/main" id="{EBAC2180-E864-3A1D-D44F-61F67961BD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6" name="rc974">
              <a:extLst>
                <a:ext uri="{FF2B5EF4-FFF2-40B4-BE49-F238E27FC236}">
                  <a16:creationId xmlns:a16="http://schemas.microsoft.com/office/drawing/2014/main" id="{FB0346E1-4D23-CCCE-16FD-7F2D7513CB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7" name="rc975">
              <a:extLst>
                <a:ext uri="{FF2B5EF4-FFF2-40B4-BE49-F238E27FC236}">
                  <a16:creationId xmlns:a16="http://schemas.microsoft.com/office/drawing/2014/main" id="{8AB6EAD6-F2BD-B3F9-BF41-3ADE71112A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8" name="rc976">
              <a:extLst>
                <a:ext uri="{FF2B5EF4-FFF2-40B4-BE49-F238E27FC236}">
                  <a16:creationId xmlns:a16="http://schemas.microsoft.com/office/drawing/2014/main" id="{5DA9B40E-4057-8DF3-F8B6-126760240C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9" name="rc977">
              <a:extLst>
                <a:ext uri="{FF2B5EF4-FFF2-40B4-BE49-F238E27FC236}">
                  <a16:creationId xmlns:a16="http://schemas.microsoft.com/office/drawing/2014/main" id="{7576B875-E623-9EA1-DE04-D52E41D59A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0" name="rc978">
              <a:extLst>
                <a:ext uri="{FF2B5EF4-FFF2-40B4-BE49-F238E27FC236}">
                  <a16:creationId xmlns:a16="http://schemas.microsoft.com/office/drawing/2014/main" id="{BE3D086F-22C4-7FAF-FB10-AD48125C41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1" name="rc979">
              <a:extLst>
                <a:ext uri="{FF2B5EF4-FFF2-40B4-BE49-F238E27FC236}">
                  <a16:creationId xmlns:a16="http://schemas.microsoft.com/office/drawing/2014/main" id="{9E1B92AC-B3C9-DEEA-CA16-8B4C0740C8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2" name="rc980">
              <a:extLst>
                <a:ext uri="{FF2B5EF4-FFF2-40B4-BE49-F238E27FC236}">
                  <a16:creationId xmlns:a16="http://schemas.microsoft.com/office/drawing/2014/main" id="{C86CB8F6-F2D9-26EA-97C7-BCCBC21AC6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3" name="rc981">
              <a:extLst>
                <a:ext uri="{FF2B5EF4-FFF2-40B4-BE49-F238E27FC236}">
                  <a16:creationId xmlns:a16="http://schemas.microsoft.com/office/drawing/2014/main" id="{E64E02D6-1433-7456-A16B-458C6B3DE0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4" name="rc982">
              <a:extLst>
                <a:ext uri="{FF2B5EF4-FFF2-40B4-BE49-F238E27FC236}">
                  <a16:creationId xmlns:a16="http://schemas.microsoft.com/office/drawing/2014/main" id="{7760164F-A31F-15A3-522F-A933E973246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5" name="rc983">
              <a:extLst>
                <a:ext uri="{FF2B5EF4-FFF2-40B4-BE49-F238E27FC236}">
                  <a16:creationId xmlns:a16="http://schemas.microsoft.com/office/drawing/2014/main" id="{39B71D4F-E46D-C9BD-D040-4E6F4009CC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6" name="rc984">
              <a:extLst>
                <a:ext uri="{FF2B5EF4-FFF2-40B4-BE49-F238E27FC236}">
                  <a16:creationId xmlns:a16="http://schemas.microsoft.com/office/drawing/2014/main" id="{2592EA92-A749-6894-1713-2BE2314AE3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7" name="rc985">
              <a:extLst>
                <a:ext uri="{FF2B5EF4-FFF2-40B4-BE49-F238E27FC236}">
                  <a16:creationId xmlns:a16="http://schemas.microsoft.com/office/drawing/2014/main" id="{27BD84DB-5FD1-FB42-C85F-73185EB76D9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8" name="rc986">
              <a:extLst>
                <a:ext uri="{FF2B5EF4-FFF2-40B4-BE49-F238E27FC236}">
                  <a16:creationId xmlns:a16="http://schemas.microsoft.com/office/drawing/2014/main" id="{2186325F-BFEF-AB32-4C15-64AA6002E1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9" name="rc987">
              <a:extLst>
                <a:ext uri="{FF2B5EF4-FFF2-40B4-BE49-F238E27FC236}">
                  <a16:creationId xmlns:a16="http://schemas.microsoft.com/office/drawing/2014/main" id="{C72768FF-D1AC-1BCC-E414-ECE4F59C33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0" name="rc988">
              <a:extLst>
                <a:ext uri="{FF2B5EF4-FFF2-40B4-BE49-F238E27FC236}">
                  <a16:creationId xmlns:a16="http://schemas.microsoft.com/office/drawing/2014/main" id="{F58064DF-27A2-FBB6-CF83-F24591992B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1" name="rc989">
              <a:extLst>
                <a:ext uri="{FF2B5EF4-FFF2-40B4-BE49-F238E27FC236}">
                  <a16:creationId xmlns:a16="http://schemas.microsoft.com/office/drawing/2014/main" id="{F293DEFA-9D46-5764-CAC4-BB69A14358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2" name="rc990">
              <a:extLst>
                <a:ext uri="{FF2B5EF4-FFF2-40B4-BE49-F238E27FC236}">
                  <a16:creationId xmlns:a16="http://schemas.microsoft.com/office/drawing/2014/main" id="{67DFBDDE-5CCC-71EE-DF0D-18A77B7B38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3" name="rc991">
              <a:extLst>
                <a:ext uri="{FF2B5EF4-FFF2-40B4-BE49-F238E27FC236}">
                  <a16:creationId xmlns:a16="http://schemas.microsoft.com/office/drawing/2014/main" id="{E5A0933F-1EE7-0CCF-DAC5-8E10E301ED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4" name="rc992">
              <a:extLst>
                <a:ext uri="{FF2B5EF4-FFF2-40B4-BE49-F238E27FC236}">
                  <a16:creationId xmlns:a16="http://schemas.microsoft.com/office/drawing/2014/main" id="{2C6E7A10-231B-1DF7-E4F5-297E1E6CB9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5" name="rc993">
              <a:extLst>
                <a:ext uri="{FF2B5EF4-FFF2-40B4-BE49-F238E27FC236}">
                  <a16:creationId xmlns:a16="http://schemas.microsoft.com/office/drawing/2014/main" id="{113F85FA-30AD-07FE-13C2-714096C71E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6" name="rc994">
              <a:extLst>
                <a:ext uri="{FF2B5EF4-FFF2-40B4-BE49-F238E27FC236}">
                  <a16:creationId xmlns:a16="http://schemas.microsoft.com/office/drawing/2014/main" id="{81F363E3-2E4D-8A86-BE5A-E7343AEFED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7" name="rc995">
              <a:extLst>
                <a:ext uri="{FF2B5EF4-FFF2-40B4-BE49-F238E27FC236}">
                  <a16:creationId xmlns:a16="http://schemas.microsoft.com/office/drawing/2014/main" id="{EF62F5D9-61BB-0C33-A285-03742E0E1D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8" name="rc996">
              <a:extLst>
                <a:ext uri="{FF2B5EF4-FFF2-40B4-BE49-F238E27FC236}">
                  <a16:creationId xmlns:a16="http://schemas.microsoft.com/office/drawing/2014/main" id="{680FD977-6C30-EBF5-DD78-A92FDDE9AE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9" name="rc997">
              <a:extLst>
                <a:ext uri="{FF2B5EF4-FFF2-40B4-BE49-F238E27FC236}">
                  <a16:creationId xmlns:a16="http://schemas.microsoft.com/office/drawing/2014/main" id="{73EEF193-B537-F485-896B-964C77EC48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0" name="rc998">
              <a:extLst>
                <a:ext uri="{FF2B5EF4-FFF2-40B4-BE49-F238E27FC236}">
                  <a16:creationId xmlns:a16="http://schemas.microsoft.com/office/drawing/2014/main" id="{91D70851-CD70-8A57-4A11-C59F7207C1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1" name="rc999">
              <a:extLst>
                <a:ext uri="{FF2B5EF4-FFF2-40B4-BE49-F238E27FC236}">
                  <a16:creationId xmlns:a16="http://schemas.microsoft.com/office/drawing/2014/main" id="{4E58D6C7-08F3-C6F4-74F0-AC5A8FEE05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2" name="rc1000">
              <a:extLst>
                <a:ext uri="{FF2B5EF4-FFF2-40B4-BE49-F238E27FC236}">
                  <a16:creationId xmlns:a16="http://schemas.microsoft.com/office/drawing/2014/main" id="{B72B3968-2D32-6309-36AD-CDBC71486B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3" name="rc1001">
              <a:extLst>
                <a:ext uri="{FF2B5EF4-FFF2-40B4-BE49-F238E27FC236}">
                  <a16:creationId xmlns:a16="http://schemas.microsoft.com/office/drawing/2014/main" id="{4ADAC962-0D6C-6708-396C-74C2506940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4" name="rc1002">
              <a:extLst>
                <a:ext uri="{FF2B5EF4-FFF2-40B4-BE49-F238E27FC236}">
                  <a16:creationId xmlns:a16="http://schemas.microsoft.com/office/drawing/2014/main" id="{F246B5BE-CE05-0252-77A4-9C2DFAF2B1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5" name="rc1003">
              <a:extLst>
                <a:ext uri="{FF2B5EF4-FFF2-40B4-BE49-F238E27FC236}">
                  <a16:creationId xmlns:a16="http://schemas.microsoft.com/office/drawing/2014/main" id="{D8058632-F070-592B-00DA-8800AE26D6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6" name="rc1004">
              <a:extLst>
                <a:ext uri="{FF2B5EF4-FFF2-40B4-BE49-F238E27FC236}">
                  <a16:creationId xmlns:a16="http://schemas.microsoft.com/office/drawing/2014/main" id="{38AD4BB4-5DBF-36D0-5F0B-E9A3024A49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7" name="rc1005">
              <a:extLst>
                <a:ext uri="{FF2B5EF4-FFF2-40B4-BE49-F238E27FC236}">
                  <a16:creationId xmlns:a16="http://schemas.microsoft.com/office/drawing/2014/main" id="{22440226-DFBD-B2B5-9B1B-32B88FE55C4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8" name="rc1006">
              <a:extLst>
                <a:ext uri="{FF2B5EF4-FFF2-40B4-BE49-F238E27FC236}">
                  <a16:creationId xmlns:a16="http://schemas.microsoft.com/office/drawing/2014/main" id="{906B07CF-C584-C8A4-DB5F-506E0FDE41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9" name="rc1007">
              <a:extLst>
                <a:ext uri="{FF2B5EF4-FFF2-40B4-BE49-F238E27FC236}">
                  <a16:creationId xmlns:a16="http://schemas.microsoft.com/office/drawing/2014/main" id="{44BAA1D8-7137-03A9-6EAD-9B9E375A20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0" name="rc1008">
              <a:extLst>
                <a:ext uri="{FF2B5EF4-FFF2-40B4-BE49-F238E27FC236}">
                  <a16:creationId xmlns:a16="http://schemas.microsoft.com/office/drawing/2014/main" id="{7A6638C2-2079-02A6-8E52-567F1A4530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1" name="rc1009">
              <a:extLst>
                <a:ext uri="{FF2B5EF4-FFF2-40B4-BE49-F238E27FC236}">
                  <a16:creationId xmlns:a16="http://schemas.microsoft.com/office/drawing/2014/main" id="{436BC1C5-4A86-7EE6-05A5-AB21E73E0A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2" name="rc1010">
              <a:extLst>
                <a:ext uri="{FF2B5EF4-FFF2-40B4-BE49-F238E27FC236}">
                  <a16:creationId xmlns:a16="http://schemas.microsoft.com/office/drawing/2014/main" id="{FCFB7171-FD60-BF3B-A484-A65C7F9F5E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3" name="rc1011">
              <a:extLst>
                <a:ext uri="{FF2B5EF4-FFF2-40B4-BE49-F238E27FC236}">
                  <a16:creationId xmlns:a16="http://schemas.microsoft.com/office/drawing/2014/main" id="{5C379389-DEAD-E654-23C5-AE3B8006DED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4" name="rc1012">
              <a:extLst>
                <a:ext uri="{FF2B5EF4-FFF2-40B4-BE49-F238E27FC236}">
                  <a16:creationId xmlns:a16="http://schemas.microsoft.com/office/drawing/2014/main" id="{8181E557-A91A-3FA1-916A-E40AA0A0B0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5" name="rc1013">
              <a:extLst>
                <a:ext uri="{FF2B5EF4-FFF2-40B4-BE49-F238E27FC236}">
                  <a16:creationId xmlns:a16="http://schemas.microsoft.com/office/drawing/2014/main" id="{C5676B84-F206-F29F-9C11-A87AED611A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6" name="rc1014">
              <a:extLst>
                <a:ext uri="{FF2B5EF4-FFF2-40B4-BE49-F238E27FC236}">
                  <a16:creationId xmlns:a16="http://schemas.microsoft.com/office/drawing/2014/main" id="{47F80D88-F4E4-4664-36DE-9D82498A50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7" name="rc1015">
              <a:extLst>
                <a:ext uri="{FF2B5EF4-FFF2-40B4-BE49-F238E27FC236}">
                  <a16:creationId xmlns:a16="http://schemas.microsoft.com/office/drawing/2014/main" id="{C3C8005C-A418-64B3-77D5-1162C37A87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8" name="rc1016">
              <a:extLst>
                <a:ext uri="{FF2B5EF4-FFF2-40B4-BE49-F238E27FC236}">
                  <a16:creationId xmlns:a16="http://schemas.microsoft.com/office/drawing/2014/main" id="{60C795C8-EF3C-53AA-B596-9194719721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9" name="rc1017">
              <a:extLst>
                <a:ext uri="{FF2B5EF4-FFF2-40B4-BE49-F238E27FC236}">
                  <a16:creationId xmlns:a16="http://schemas.microsoft.com/office/drawing/2014/main" id="{D47E96D5-96EA-3AEE-A6E7-9850E97B9A9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0" name="rc1018">
              <a:extLst>
                <a:ext uri="{FF2B5EF4-FFF2-40B4-BE49-F238E27FC236}">
                  <a16:creationId xmlns:a16="http://schemas.microsoft.com/office/drawing/2014/main" id="{D044576B-1419-94F1-3882-C6B9F366F6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1" name="rc1019">
              <a:extLst>
                <a:ext uri="{FF2B5EF4-FFF2-40B4-BE49-F238E27FC236}">
                  <a16:creationId xmlns:a16="http://schemas.microsoft.com/office/drawing/2014/main" id="{8C890E47-E9A1-C6B7-E049-FFE89C8B7F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2" name="rc1020">
              <a:extLst>
                <a:ext uri="{FF2B5EF4-FFF2-40B4-BE49-F238E27FC236}">
                  <a16:creationId xmlns:a16="http://schemas.microsoft.com/office/drawing/2014/main" id="{9B17BC26-8D15-6649-3342-A466661DA6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3" name="rc1021">
              <a:extLst>
                <a:ext uri="{FF2B5EF4-FFF2-40B4-BE49-F238E27FC236}">
                  <a16:creationId xmlns:a16="http://schemas.microsoft.com/office/drawing/2014/main" id="{0274824D-6ADB-68C9-9647-1ECD9607F2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4" name="rc1022">
              <a:extLst>
                <a:ext uri="{FF2B5EF4-FFF2-40B4-BE49-F238E27FC236}">
                  <a16:creationId xmlns:a16="http://schemas.microsoft.com/office/drawing/2014/main" id="{B78F2D5C-E126-3F64-674E-E5488B1A4C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5" name="rc1023">
              <a:extLst>
                <a:ext uri="{FF2B5EF4-FFF2-40B4-BE49-F238E27FC236}">
                  <a16:creationId xmlns:a16="http://schemas.microsoft.com/office/drawing/2014/main" id="{58FDE969-E6AD-6E81-6D4E-2202891FF5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6" name="rc1024">
              <a:extLst>
                <a:ext uri="{FF2B5EF4-FFF2-40B4-BE49-F238E27FC236}">
                  <a16:creationId xmlns:a16="http://schemas.microsoft.com/office/drawing/2014/main" id="{852FAB9A-1FA7-0DA2-EDF2-FBAD2E38BF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7" name="rc1025">
              <a:extLst>
                <a:ext uri="{FF2B5EF4-FFF2-40B4-BE49-F238E27FC236}">
                  <a16:creationId xmlns:a16="http://schemas.microsoft.com/office/drawing/2014/main" id="{22C10E59-2EDA-E7DA-ECAC-98BAB174A2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8" name="rc1026">
              <a:extLst>
                <a:ext uri="{FF2B5EF4-FFF2-40B4-BE49-F238E27FC236}">
                  <a16:creationId xmlns:a16="http://schemas.microsoft.com/office/drawing/2014/main" id="{73DB4701-8404-D30C-A03E-AE0C958D94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9" name="rc1027">
              <a:extLst>
                <a:ext uri="{FF2B5EF4-FFF2-40B4-BE49-F238E27FC236}">
                  <a16:creationId xmlns:a16="http://schemas.microsoft.com/office/drawing/2014/main" id="{D462ABF0-6E83-309D-55AD-B9AC2E5080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0" name="rc1028">
              <a:extLst>
                <a:ext uri="{FF2B5EF4-FFF2-40B4-BE49-F238E27FC236}">
                  <a16:creationId xmlns:a16="http://schemas.microsoft.com/office/drawing/2014/main" id="{3BDA18EE-AF75-3F0C-A96B-B62EA4603E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1" name="rc1029">
              <a:extLst>
                <a:ext uri="{FF2B5EF4-FFF2-40B4-BE49-F238E27FC236}">
                  <a16:creationId xmlns:a16="http://schemas.microsoft.com/office/drawing/2014/main" id="{EDB8C8DA-1179-1EC2-5340-4FC6569427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2" name="rc1030">
              <a:extLst>
                <a:ext uri="{FF2B5EF4-FFF2-40B4-BE49-F238E27FC236}">
                  <a16:creationId xmlns:a16="http://schemas.microsoft.com/office/drawing/2014/main" id="{56C9C685-AA9D-B97B-408C-4C53713322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3" name="rc1031">
              <a:extLst>
                <a:ext uri="{FF2B5EF4-FFF2-40B4-BE49-F238E27FC236}">
                  <a16:creationId xmlns:a16="http://schemas.microsoft.com/office/drawing/2014/main" id="{60E56CAC-B2DF-F941-4D3C-DF9EA5FE23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4" name="rc1032">
              <a:extLst>
                <a:ext uri="{FF2B5EF4-FFF2-40B4-BE49-F238E27FC236}">
                  <a16:creationId xmlns:a16="http://schemas.microsoft.com/office/drawing/2014/main" id="{48596F34-88E1-2412-DEF9-74DE55475A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5" name="rc1033">
              <a:extLst>
                <a:ext uri="{FF2B5EF4-FFF2-40B4-BE49-F238E27FC236}">
                  <a16:creationId xmlns:a16="http://schemas.microsoft.com/office/drawing/2014/main" id="{429F1AD2-184B-DA7A-E147-76C21286B6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6" name="rc1034">
              <a:extLst>
                <a:ext uri="{FF2B5EF4-FFF2-40B4-BE49-F238E27FC236}">
                  <a16:creationId xmlns:a16="http://schemas.microsoft.com/office/drawing/2014/main" id="{41F65427-2901-A54B-2A29-5177FB54A2A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7" name="rc1035">
              <a:extLst>
                <a:ext uri="{FF2B5EF4-FFF2-40B4-BE49-F238E27FC236}">
                  <a16:creationId xmlns:a16="http://schemas.microsoft.com/office/drawing/2014/main" id="{18FF7B5C-E6AB-53A6-F458-E1D357BFBE1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8" name="rc1036">
              <a:extLst>
                <a:ext uri="{FF2B5EF4-FFF2-40B4-BE49-F238E27FC236}">
                  <a16:creationId xmlns:a16="http://schemas.microsoft.com/office/drawing/2014/main" id="{1964A313-05D5-0A71-F719-56DC6AA91E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9" name="rc1037">
              <a:extLst>
                <a:ext uri="{FF2B5EF4-FFF2-40B4-BE49-F238E27FC236}">
                  <a16:creationId xmlns:a16="http://schemas.microsoft.com/office/drawing/2014/main" id="{330AEE59-131A-68B1-C58F-3CB9D97454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0" name="rc1038">
              <a:extLst>
                <a:ext uri="{FF2B5EF4-FFF2-40B4-BE49-F238E27FC236}">
                  <a16:creationId xmlns:a16="http://schemas.microsoft.com/office/drawing/2014/main" id="{10AD75F8-CC8C-E1A0-C779-FC0802E140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1" name="rc1039">
              <a:extLst>
                <a:ext uri="{FF2B5EF4-FFF2-40B4-BE49-F238E27FC236}">
                  <a16:creationId xmlns:a16="http://schemas.microsoft.com/office/drawing/2014/main" id="{849C7DC5-2314-19CE-01DA-4AFE9C64E2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2" name="rc1040">
              <a:extLst>
                <a:ext uri="{FF2B5EF4-FFF2-40B4-BE49-F238E27FC236}">
                  <a16:creationId xmlns:a16="http://schemas.microsoft.com/office/drawing/2014/main" id="{40838EE4-FD24-4B39-B51F-F6220523AE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3" name="rc1041">
              <a:extLst>
                <a:ext uri="{FF2B5EF4-FFF2-40B4-BE49-F238E27FC236}">
                  <a16:creationId xmlns:a16="http://schemas.microsoft.com/office/drawing/2014/main" id="{9C83418F-4E78-F432-F9A7-F6130F0249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4" name="rc1042">
              <a:extLst>
                <a:ext uri="{FF2B5EF4-FFF2-40B4-BE49-F238E27FC236}">
                  <a16:creationId xmlns:a16="http://schemas.microsoft.com/office/drawing/2014/main" id="{733BB3EB-203C-C144-3BB8-A23FFF1333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5" name="rc1043">
              <a:extLst>
                <a:ext uri="{FF2B5EF4-FFF2-40B4-BE49-F238E27FC236}">
                  <a16:creationId xmlns:a16="http://schemas.microsoft.com/office/drawing/2014/main" id="{542F1C06-7D6B-A7B4-C56F-C10259D0BC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6" name="rc1044">
              <a:extLst>
                <a:ext uri="{FF2B5EF4-FFF2-40B4-BE49-F238E27FC236}">
                  <a16:creationId xmlns:a16="http://schemas.microsoft.com/office/drawing/2014/main" id="{32D0E19D-28E9-4911-416B-3408BA874C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7" name="rc1045">
              <a:extLst>
                <a:ext uri="{FF2B5EF4-FFF2-40B4-BE49-F238E27FC236}">
                  <a16:creationId xmlns:a16="http://schemas.microsoft.com/office/drawing/2014/main" id="{0A5F9AD7-7112-8FC0-8D86-A572661C1F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8" name="rc1046">
              <a:extLst>
                <a:ext uri="{FF2B5EF4-FFF2-40B4-BE49-F238E27FC236}">
                  <a16:creationId xmlns:a16="http://schemas.microsoft.com/office/drawing/2014/main" id="{2F17EF4A-0D7A-DE04-AE12-BFF5274CB3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9" name="rc1047">
              <a:extLst>
                <a:ext uri="{FF2B5EF4-FFF2-40B4-BE49-F238E27FC236}">
                  <a16:creationId xmlns:a16="http://schemas.microsoft.com/office/drawing/2014/main" id="{5678D278-3503-2328-E4B3-ED6691AE96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0" name="rc1048">
              <a:extLst>
                <a:ext uri="{FF2B5EF4-FFF2-40B4-BE49-F238E27FC236}">
                  <a16:creationId xmlns:a16="http://schemas.microsoft.com/office/drawing/2014/main" id="{B3E54B17-88F9-54A3-7A5B-FD30FB53AC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1" name="rc1049">
              <a:extLst>
                <a:ext uri="{FF2B5EF4-FFF2-40B4-BE49-F238E27FC236}">
                  <a16:creationId xmlns:a16="http://schemas.microsoft.com/office/drawing/2014/main" id="{967E2030-3391-6062-0A56-9646609282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2" name="rc1050">
              <a:extLst>
                <a:ext uri="{FF2B5EF4-FFF2-40B4-BE49-F238E27FC236}">
                  <a16:creationId xmlns:a16="http://schemas.microsoft.com/office/drawing/2014/main" id="{541EFBDB-BBFB-821D-26D2-E1EB208277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3" name="rc1051">
              <a:extLst>
                <a:ext uri="{FF2B5EF4-FFF2-40B4-BE49-F238E27FC236}">
                  <a16:creationId xmlns:a16="http://schemas.microsoft.com/office/drawing/2014/main" id="{491ED2A7-90E2-0F2F-0C85-972279B039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4" name="rc1052">
              <a:extLst>
                <a:ext uri="{FF2B5EF4-FFF2-40B4-BE49-F238E27FC236}">
                  <a16:creationId xmlns:a16="http://schemas.microsoft.com/office/drawing/2014/main" id="{71759E2D-3417-FFDA-3F40-1FF8BCF7CE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5" name="rc1053">
              <a:extLst>
                <a:ext uri="{FF2B5EF4-FFF2-40B4-BE49-F238E27FC236}">
                  <a16:creationId xmlns:a16="http://schemas.microsoft.com/office/drawing/2014/main" id="{C1B6BEED-771E-8780-E5E1-54736C0715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6" name="rc1054">
              <a:extLst>
                <a:ext uri="{FF2B5EF4-FFF2-40B4-BE49-F238E27FC236}">
                  <a16:creationId xmlns:a16="http://schemas.microsoft.com/office/drawing/2014/main" id="{FDACB3A8-DA2C-1CFC-56D6-8DA2427159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7" name="rc1055">
              <a:extLst>
                <a:ext uri="{FF2B5EF4-FFF2-40B4-BE49-F238E27FC236}">
                  <a16:creationId xmlns:a16="http://schemas.microsoft.com/office/drawing/2014/main" id="{77A425C3-11C9-62BA-7F2D-0881C0AC25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8" name="rc1056">
              <a:extLst>
                <a:ext uri="{FF2B5EF4-FFF2-40B4-BE49-F238E27FC236}">
                  <a16:creationId xmlns:a16="http://schemas.microsoft.com/office/drawing/2014/main" id="{AC4493F5-E4B5-0F98-CBDA-0708E19B2C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9" name="rc1057">
              <a:extLst>
                <a:ext uri="{FF2B5EF4-FFF2-40B4-BE49-F238E27FC236}">
                  <a16:creationId xmlns:a16="http://schemas.microsoft.com/office/drawing/2014/main" id="{AF848789-D7BC-EF94-1F7F-81238A4767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0" name="rc1058">
              <a:extLst>
                <a:ext uri="{FF2B5EF4-FFF2-40B4-BE49-F238E27FC236}">
                  <a16:creationId xmlns:a16="http://schemas.microsoft.com/office/drawing/2014/main" id="{D5F7EA1A-06E0-973A-E51F-6872F889FF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1" name="rc1059">
              <a:extLst>
                <a:ext uri="{FF2B5EF4-FFF2-40B4-BE49-F238E27FC236}">
                  <a16:creationId xmlns:a16="http://schemas.microsoft.com/office/drawing/2014/main" id="{C037716F-2DA8-E672-7D2F-88CA1C7C5F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2" name="rc1060">
              <a:extLst>
                <a:ext uri="{FF2B5EF4-FFF2-40B4-BE49-F238E27FC236}">
                  <a16:creationId xmlns:a16="http://schemas.microsoft.com/office/drawing/2014/main" id="{1B258FEE-4370-096E-51D9-24391B59F4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3" name="rc1061">
              <a:extLst>
                <a:ext uri="{FF2B5EF4-FFF2-40B4-BE49-F238E27FC236}">
                  <a16:creationId xmlns:a16="http://schemas.microsoft.com/office/drawing/2014/main" id="{9E59548B-A0B6-382E-1758-BF6C61FD18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4" name="rc1062">
              <a:extLst>
                <a:ext uri="{FF2B5EF4-FFF2-40B4-BE49-F238E27FC236}">
                  <a16:creationId xmlns:a16="http://schemas.microsoft.com/office/drawing/2014/main" id="{E0989B5A-2660-BDB9-93C9-32E658AC3D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5" name="rc1063">
              <a:extLst>
                <a:ext uri="{FF2B5EF4-FFF2-40B4-BE49-F238E27FC236}">
                  <a16:creationId xmlns:a16="http://schemas.microsoft.com/office/drawing/2014/main" id="{339DEBFB-A778-D020-9166-9F899BFCF0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6" name="rc1064">
              <a:extLst>
                <a:ext uri="{FF2B5EF4-FFF2-40B4-BE49-F238E27FC236}">
                  <a16:creationId xmlns:a16="http://schemas.microsoft.com/office/drawing/2014/main" id="{6B62D071-D060-28C6-0775-0A8555FAD0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7" name="rc1065">
              <a:extLst>
                <a:ext uri="{FF2B5EF4-FFF2-40B4-BE49-F238E27FC236}">
                  <a16:creationId xmlns:a16="http://schemas.microsoft.com/office/drawing/2014/main" id="{D8FB5002-B832-4E1C-FD90-B55EA88BEE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8" name="rc1066">
              <a:extLst>
                <a:ext uri="{FF2B5EF4-FFF2-40B4-BE49-F238E27FC236}">
                  <a16:creationId xmlns:a16="http://schemas.microsoft.com/office/drawing/2014/main" id="{348E1127-364D-4D39-01F1-66A44CB0D4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9" name="rc1067">
              <a:extLst>
                <a:ext uri="{FF2B5EF4-FFF2-40B4-BE49-F238E27FC236}">
                  <a16:creationId xmlns:a16="http://schemas.microsoft.com/office/drawing/2014/main" id="{E8CE2C04-1DF0-2D54-BF8C-1CE3731199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0" name="rc1068">
              <a:extLst>
                <a:ext uri="{FF2B5EF4-FFF2-40B4-BE49-F238E27FC236}">
                  <a16:creationId xmlns:a16="http://schemas.microsoft.com/office/drawing/2014/main" id="{ACF78353-497E-EF5B-0E00-85BE23A5D2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1" name="rc1069">
              <a:extLst>
                <a:ext uri="{FF2B5EF4-FFF2-40B4-BE49-F238E27FC236}">
                  <a16:creationId xmlns:a16="http://schemas.microsoft.com/office/drawing/2014/main" id="{29B99385-AFB9-163D-8E61-D545752D64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2" name="rc1070">
              <a:extLst>
                <a:ext uri="{FF2B5EF4-FFF2-40B4-BE49-F238E27FC236}">
                  <a16:creationId xmlns:a16="http://schemas.microsoft.com/office/drawing/2014/main" id="{77441AE7-5F86-CFC8-FC73-37686DDE2F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3" name="rc1071">
              <a:extLst>
                <a:ext uri="{FF2B5EF4-FFF2-40B4-BE49-F238E27FC236}">
                  <a16:creationId xmlns:a16="http://schemas.microsoft.com/office/drawing/2014/main" id="{6A00B3BD-BCB6-DED4-C6C5-F9F46F03BA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4" name="rc1072">
              <a:extLst>
                <a:ext uri="{FF2B5EF4-FFF2-40B4-BE49-F238E27FC236}">
                  <a16:creationId xmlns:a16="http://schemas.microsoft.com/office/drawing/2014/main" id="{CBFBF339-9ADC-05D7-9192-367606ADDA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5" name="rc1073">
              <a:extLst>
                <a:ext uri="{FF2B5EF4-FFF2-40B4-BE49-F238E27FC236}">
                  <a16:creationId xmlns:a16="http://schemas.microsoft.com/office/drawing/2014/main" id="{07A25672-0EB4-0E0D-263D-4CBFE86E00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6" name="rc1074">
              <a:extLst>
                <a:ext uri="{FF2B5EF4-FFF2-40B4-BE49-F238E27FC236}">
                  <a16:creationId xmlns:a16="http://schemas.microsoft.com/office/drawing/2014/main" id="{2911BE36-AAE8-C081-697F-CBB316FC31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7" name="rc1075">
              <a:extLst>
                <a:ext uri="{FF2B5EF4-FFF2-40B4-BE49-F238E27FC236}">
                  <a16:creationId xmlns:a16="http://schemas.microsoft.com/office/drawing/2014/main" id="{EACC4506-C757-0BDA-48B5-42DD106557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8" name="rc1076">
              <a:extLst>
                <a:ext uri="{FF2B5EF4-FFF2-40B4-BE49-F238E27FC236}">
                  <a16:creationId xmlns:a16="http://schemas.microsoft.com/office/drawing/2014/main" id="{9F5F3078-FB90-6CBD-BF44-5989EE738FE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9" name="rc1077">
              <a:extLst>
                <a:ext uri="{FF2B5EF4-FFF2-40B4-BE49-F238E27FC236}">
                  <a16:creationId xmlns:a16="http://schemas.microsoft.com/office/drawing/2014/main" id="{C3ADE071-E721-AD1D-3736-748742BD16A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0" name="rc1078">
              <a:extLst>
                <a:ext uri="{FF2B5EF4-FFF2-40B4-BE49-F238E27FC236}">
                  <a16:creationId xmlns:a16="http://schemas.microsoft.com/office/drawing/2014/main" id="{0C05C0F1-C89C-F329-850B-B4E3259274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1" name="rc1079">
              <a:extLst>
                <a:ext uri="{FF2B5EF4-FFF2-40B4-BE49-F238E27FC236}">
                  <a16:creationId xmlns:a16="http://schemas.microsoft.com/office/drawing/2014/main" id="{4CCB945E-978D-BEE0-B18D-B7A38FD023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2" name="rc1080">
              <a:extLst>
                <a:ext uri="{FF2B5EF4-FFF2-40B4-BE49-F238E27FC236}">
                  <a16:creationId xmlns:a16="http://schemas.microsoft.com/office/drawing/2014/main" id="{6650CE19-4173-2FB4-2C8F-C738B662CD6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3" name="rc1081">
              <a:extLst>
                <a:ext uri="{FF2B5EF4-FFF2-40B4-BE49-F238E27FC236}">
                  <a16:creationId xmlns:a16="http://schemas.microsoft.com/office/drawing/2014/main" id="{F290B090-D36C-830C-6C72-4E7620949F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4" name="rc1082">
              <a:extLst>
                <a:ext uri="{FF2B5EF4-FFF2-40B4-BE49-F238E27FC236}">
                  <a16:creationId xmlns:a16="http://schemas.microsoft.com/office/drawing/2014/main" id="{496DA63C-25CA-7A5B-302B-82A949B35F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5" name="rc1083">
              <a:extLst>
                <a:ext uri="{FF2B5EF4-FFF2-40B4-BE49-F238E27FC236}">
                  <a16:creationId xmlns:a16="http://schemas.microsoft.com/office/drawing/2014/main" id="{D3D76914-799F-4ADA-602D-65A0A60B53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6" name="rc1084">
              <a:extLst>
                <a:ext uri="{FF2B5EF4-FFF2-40B4-BE49-F238E27FC236}">
                  <a16:creationId xmlns:a16="http://schemas.microsoft.com/office/drawing/2014/main" id="{FF1C2611-8E06-5D49-4796-73242E8454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7" name="rc1085">
              <a:extLst>
                <a:ext uri="{FF2B5EF4-FFF2-40B4-BE49-F238E27FC236}">
                  <a16:creationId xmlns:a16="http://schemas.microsoft.com/office/drawing/2014/main" id="{5ABDA113-FBAD-B421-23DA-F62CC47429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8" name="rc1086">
              <a:extLst>
                <a:ext uri="{FF2B5EF4-FFF2-40B4-BE49-F238E27FC236}">
                  <a16:creationId xmlns:a16="http://schemas.microsoft.com/office/drawing/2014/main" id="{FDB53A5C-1D2E-7FB0-A3DC-E8808C1478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9" name="rc1087">
              <a:extLst>
                <a:ext uri="{FF2B5EF4-FFF2-40B4-BE49-F238E27FC236}">
                  <a16:creationId xmlns:a16="http://schemas.microsoft.com/office/drawing/2014/main" id="{4CC26FDB-F0D7-8600-4126-942ADAE1D4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0" name="rc1088">
              <a:extLst>
                <a:ext uri="{FF2B5EF4-FFF2-40B4-BE49-F238E27FC236}">
                  <a16:creationId xmlns:a16="http://schemas.microsoft.com/office/drawing/2014/main" id="{000345F0-17AB-9F50-A8DF-71AC52F13F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1" name="rc1089">
              <a:extLst>
                <a:ext uri="{FF2B5EF4-FFF2-40B4-BE49-F238E27FC236}">
                  <a16:creationId xmlns:a16="http://schemas.microsoft.com/office/drawing/2014/main" id="{512C35B1-68B8-A9DF-5994-03C6AD402B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2" name="rc1090">
              <a:extLst>
                <a:ext uri="{FF2B5EF4-FFF2-40B4-BE49-F238E27FC236}">
                  <a16:creationId xmlns:a16="http://schemas.microsoft.com/office/drawing/2014/main" id="{D31E9AE7-86C6-C8C1-FF03-0EC2ADFF66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3" name="rc1091">
              <a:extLst>
                <a:ext uri="{FF2B5EF4-FFF2-40B4-BE49-F238E27FC236}">
                  <a16:creationId xmlns:a16="http://schemas.microsoft.com/office/drawing/2014/main" id="{2FE458E3-F74E-9215-D6D7-F8138BD81B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4" name="rc1092">
              <a:extLst>
                <a:ext uri="{FF2B5EF4-FFF2-40B4-BE49-F238E27FC236}">
                  <a16:creationId xmlns:a16="http://schemas.microsoft.com/office/drawing/2014/main" id="{9AE61936-813C-634E-D5D2-4730F77442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5" name="rc1093">
              <a:extLst>
                <a:ext uri="{FF2B5EF4-FFF2-40B4-BE49-F238E27FC236}">
                  <a16:creationId xmlns:a16="http://schemas.microsoft.com/office/drawing/2014/main" id="{55B569E2-A309-E433-7867-FE78D39528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6" name="rc1094">
              <a:extLst>
                <a:ext uri="{FF2B5EF4-FFF2-40B4-BE49-F238E27FC236}">
                  <a16:creationId xmlns:a16="http://schemas.microsoft.com/office/drawing/2014/main" id="{0ECC90AC-9CEC-547E-013C-8F10E97631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7" name="rc1095">
              <a:extLst>
                <a:ext uri="{FF2B5EF4-FFF2-40B4-BE49-F238E27FC236}">
                  <a16:creationId xmlns:a16="http://schemas.microsoft.com/office/drawing/2014/main" id="{7B8892F4-5083-E7AE-F827-E3D410EB0A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8" name="rc1096">
              <a:extLst>
                <a:ext uri="{FF2B5EF4-FFF2-40B4-BE49-F238E27FC236}">
                  <a16:creationId xmlns:a16="http://schemas.microsoft.com/office/drawing/2014/main" id="{18F8283F-4936-9F81-8905-54DDFDAAC13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9" name="rc1097">
              <a:extLst>
                <a:ext uri="{FF2B5EF4-FFF2-40B4-BE49-F238E27FC236}">
                  <a16:creationId xmlns:a16="http://schemas.microsoft.com/office/drawing/2014/main" id="{DD36AB78-AC94-C9CC-45E4-28C7F6A380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0" name="rc1098">
              <a:extLst>
                <a:ext uri="{FF2B5EF4-FFF2-40B4-BE49-F238E27FC236}">
                  <a16:creationId xmlns:a16="http://schemas.microsoft.com/office/drawing/2014/main" id="{617A602E-305D-FC22-50E8-D7018C9A4B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1" name="rc1099">
              <a:extLst>
                <a:ext uri="{FF2B5EF4-FFF2-40B4-BE49-F238E27FC236}">
                  <a16:creationId xmlns:a16="http://schemas.microsoft.com/office/drawing/2014/main" id="{29D046CF-47A9-1AA8-2F1F-75F7FF63D8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2" name="rc1100">
              <a:extLst>
                <a:ext uri="{FF2B5EF4-FFF2-40B4-BE49-F238E27FC236}">
                  <a16:creationId xmlns:a16="http://schemas.microsoft.com/office/drawing/2014/main" id="{E87DE48D-D39F-17F2-5530-DF0E7358B6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3" name="rc1101">
              <a:extLst>
                <a:ext uri="{FF2B5EF4-FFF2-40B4-BE49-F238E27FC236}">
                  <a16:creationId xmlns:a16="http://schemas.microsoft.com/office/drawing/2014/main" id="{9542039C-FEE2-775C-F166-4136DAB2A9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4" name="rc1102">
              <a:extLst>
                <a:ext uri="{FF2B5EF4-FFF2-40B4-BE49-F238E27FC236}">
                  <a16:creationId xmlns:a16="http://schemas.microsoft.com/office/drawing/2014/main" id="{FBDB4F89-7F9A-1DCD-7145-9DADE91349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5" name="rc1103">
              <a:extLst>
                <a:ext uri="{FF2B5EF4-FFF2-40B4-BE49-F238E27FC236}">
                  <a16:creationId xmlns:a16="http://schemas.microsoft.com/office/drawing/2014/main" id="{DC5D305B-945A-7CA4-F6DB-7FCE731D14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6" name="rc1104">
              <a:extLst>
                <a:ext uri="{FF2B5EF4-FFF2-40B4-BE49-F238E27FC236}">
                  <a16:creationId xmlns:a16="http://schemas.microsoft.com/office/drawing/2014/main" id="{13EE640A-0636-4DED-123D-18FB05373E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7" name="rc1105">
              <a:extLst>
                <a:ext uri="{FF2B5EF4-FFF2-40B4-BE49-F238E27FC236}">
                  <a16:creationId xmlns:a16="http://schemas.microsoft.com/office/drawing/2014/main" id="{21D812D3-6FFC-5774-26A8-FD5941335F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8" name="rc1106">
              <a:extLst>
                <a:ext uri="{FF2B5EF4-FFF2-40B4-BE49-F238E27FC236}">
                  <a16:creationId xmlns:a16="http://schemas.microsoft.com/office/drawing/2014/main" id="{AD236ECB-0C6B-A52B-A594-E77E684493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9" name="rc1107">
              <a:extLst>
                <a:ext uri="{FF2B5EF4-FFF2-40B4-BE49-F238E27FC236}">
                  <a16:creationId xmlns:a16="http://schemas.microsoft.com/office/drawing/2014/main" id="{69E4A002-EFE6-4402-2BD8-D2FDAD2C63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0" name="rc1108">
              <a:extLst>
                <a:ext uri="{FF2B5EF4-FFF2-40B4-BE49-F238E27FC236}">
                  <a16:creationId xmlns:a16="http://schemas.microsoft.com/office/drawing/2014/main" id="{8C88C17D-95A1-842A-9887-56BC179E2E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1" name="rc1109">
              <a:extLst>
                <a:ext uri="{FF2B5EF4-FFF2-40B4-BE49-F238E27FC236}">
                  <a16:creationId xmlns:a16="http://schemas.microsoft.com/office/drawing/2014/main" id="{B0914450-FB11-2F19-EFFB-C80D8490B7A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2" name="rc1110">
              <a:extLst>
                <a:ext uri="{FF2B5EF4-FFF2-40B4-BE49-F238E27FC236}">
                  <a16:creationId xmlns:a16="http://schemas.microsoft.com/office/drawing/2014/main" id="{69EFA50F-1586-6A96-4559-946E2CA262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3" name="rc1111">
              <a:extLst>
                <a:ext uri="{FF2B5EF4-FFF2-40B4-BE49-F238E27FC236}">
                  <a16:creationId xmlns:a16="http://schemas.microsoft.com/office/drawing/2014/main" id="{67AB3369-AF7F-356A-BB97-7099FFA633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4" name="rc1112">
              <a:extLst>
                <a:ext uri="{FF2B5EF4-FFF2-40B4-BE49-F238E27FC236}">
                  <a16:creationId xmlns:a16="http://schemas.microsoft.com/office/drawing/2014/main" id="{20ACE4F1-D815-E1FA-5F3F-FBB8ED4CD26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5" name="rc1113">
              <a:extLst>
                <a:ext uri="{FF2B5EF4-FFF2-40B4-BE49-F238E27FC236}">
                  <a16:creationId xmlns:a16="http://schemas.microsoft.com/office/drawing/2014/main" id="{0BB26B0B-8CA1-11D6-9894-A778759648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6" name="rc1114">
              <a:extLst>
                <a:ext uri="{FF2B5EF4-FFF2-40B4-BE49-F238E27FC236}">
                  <a16:creationId xmlns:a16="http://schemas.microsoft.com/office/drawing/2014/main" id="{01B394BE-6B45-9866-7E84-D459AE4475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7" name="rc1115">
              <a:extLst>
                <a:ext uri="{FF2B5EF4-FFF2-40B4-BE49-F238E27FC236}">
                  <a16:creationId xmlns:a16="http://schemas.microsoft.com/office/drawing/2014/main" id="{2326C8F6-A0F5-DE4A-D442-80C5E74481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8" name="rc1116">
              <a:extLst>
                <a:ext uri="{FF2B5EF4-FFF2-40B4-BE49-F238E27FC236}">
                  <a16:creationId xmlns:a16="http://schemas.microsoft.com/office/drawing/2014/main" id="{D2FB2E31-1C7C-9BB7-624C-4568693CEA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9" name="rc1117">
              <a:extLst>
                <a:ext uri="{FF2B5EF4-FFF2-40B4-BE49-F238E27FC236}">
                  <a16:creationId xmlns:a16="http://schemas.microsoft.com/office/drawing/2014/main" id="{58FD45A0-C120-CA48-6666-3BD8768E24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0" name="rc1118">
              <a:extLst>
                <a:ext uri="{FF2B5EF4-FFF2-40B4-BE49-F238E27FC236}">
                  <a16:creationId xmlns:a16="http://schemas.microsoft.com/office/drawing/2014/main" id="{BA131A9E-42F5-34A9-A980-02C920E4E92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1" name="rc1119">
              <a:extLst>
                <a:ext uri="{FF2B5EF4-FFF2-40B4-BE49-F238E27FC236}">
                  <a16:creationId xmlns:a16="http://schemas.microsoft.com/office/drawing/2014/main" id="{1EDC1AC4-AA1D-C99D-E03D-3780AD9980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2" name="rc1120">
              <a:extLst>
                <a:ext uri="{FF2B5EF4-FFF2-40B4-BE49-F238E27FC236}">
                  <a16:creationId xmlns:a16="http://schemas.microsoft.com/office/drawing/2014/main" id="{BC1BB881-E9D7-4CB8-35F1-3DFE78B8B3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3" name="rc1121">
              <a:extLst>
                <a:ext uri="{FF2B5EF4-FFF2-40B4-BE49-F238E27FC236}">
                  <a16:creationId xmlns:a16="http://schemas.microsoft.com/office/drawing/2014/main" id="{05617954-A567-2E55-101C-D61A19302A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4" name="rc1122">
              <a:extLst>
                <a:ext uri="{FF2B5EF4-FFF2-40B4-BE49-F238E27FC236}">
                  <a16:creationId xmlns:a16="http://schemas.microsoft.com/office/drawing/2014/main" id="{E75DB3B6-3546-A654-89F5-650B405E5B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5" name="rc1123">
              <a:extLst>
                <a:ext uri="{FF2B5EF4-FFF2-40B4-BE49-F238E27FC236}">
                  <a16:creationId xmlns:a16="http://schemas.microsoft.com/office/drawing/2014/main" id="{9613934F-CDC9-B4CF-64F4-23CFFD214E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6" name="rc1124">
              <a:extLst>
                <a:ext uri="{FF2B5EF4-FFF2-40B4-BE49-F238E27FC236}">
                  <a16:creationId xmlns:a16="http://schemas.microsoft.com/office/drawing/2014/main" id="{4935BC60-C00B-294E-9A26-E8FCB56832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7" name="rc1125">
              <a:extLst>
                <a:ext uri="{FF2B5EF4-FFF2-40B4-BE49-F238E27FC236}">
                  <a16:creationId xmlns:a16="http://schemas.microsoft.com/office/drawing/2014/main" id="{6D116777-313F-94AC-9CAB-9995E67354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8" name="rc1126">
              <a:extLst>
                <a:ext uri="{FF2B5EF4-FFF2-40B4-BE49-F238E27FC236}">
                  <a16:creationId xmlns:a16="http://schemas.microsoft.com/office/drawing/2014/main" id="{24332A29-1DD3-4924-2C08-C1EF7D3CA06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9" name="rc1127">
              <a:extLst>
                <a:ext uri="{FF2B5EF4-FFF2-40B4-BE49-F238E27FC236}">
                  <a16:creationId xmlns:a16="http://schemas.microsoft.com/office/drawing/2014/main" id="{2DB63BFB-5844-8319-E960-B44673603E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0" name="rc1128">
              <a:extLst>
                <a:ext uri="{FF2B5EF4-FFF2-40B4-BE49-F238E27FC236}">
                  <a16:creationId xmlns:a16="http://schemas.microsoft.com/office/drawing/2014/main" id="{9E19888D-8703-8460-5557-5B754C2103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1" name="rc1129">
              <a:extLst>
                <a:ext uri="{FF2B5EF4-FFF2-40B4-BE49-F238E27FC236}">
                  <a16:creationId xmlns:a16="http://schemas.microsoft.com/office/drawing/2014/main" id="{46AF614A-4540-3DFC-4998-2D504086E4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2" name="rc1130">
              <a:extLst>
                <a:ext uri="{FF2B5EF4-FFF2-40B4-BE49-F238E27FC236}">
                  <a16:creationId xmlns:a16="http://schemas.microsoft.com/office/drawing/2014/main" id="{41E7DAF3-770F-FF7E-51B3-D672116F4F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3" name="rc1131">
              <a:extLst>
                <a:ext uri="{FF2B5EF4-FFF2-40B4-BE49-F238E27FC236}">
                  <a16:creationId xmlns:a16="http://schemas.microsoft.com/office/drawing/2014/main" id="{148BEA52-3CFF-6B71-C7E1-43A543C555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4" name="rc1132">
              <a:extLst>
                <a:ext uri="{FF2B5EF4-FFF2-40B4-BE49-F238E27FC236}">
                  <a16:creationId xmlns:a16="http://schemas.microsoft.com/office/drawing/2014/main" id="{0FA0F990-B568-C4E6-C3C1-8677D1C983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5" name="rc1133">
              <a:extLst>
                <a:ext uri="{FF2B5EF4-FFF2-40B4-BE49-F238E27FC236}">
                  <a16:creationId xmlns:a16="http://schemas.microsoft.com/office/drawing/2014/main" id="{1C7E6332-3CD6-F5EE-5E1F-9CF98FCB79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6" name="rc1134">
              <a:extLst>
                <a:ext uri="{FF2B5EF4-FFF2-40B4-BE49-F238E27FC236}">
                  <a16:creationId xmlns:a16="http://schemas.microsoft.com/office/drawing/2014/main" id="{2117AFBD-1823-776D-F99D-BD7BB83CA2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7" name="rc1135">
              <a:extLst>
                <a:ext uri="{FF2B5EF4-FFF2-40B4-BE49-F238E27FC236}">
                  <a16:creationId xmlns:a16="http://schemas.microsoft.com/office/drawing/2014/main" id="{2386E50D-BFE3-C95A-A6E4-A444241DA7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8" name="rc1136">
              <a:extLst>
                <a:ext uri="{FF2B5EF4-FFF2-40B4-BE49-F238E27FC236}">
                  <a16:creationId xmlns:a16="http://schemas.microsoft.com/office/drawing/2014/main" id="{91B2D415-1FA7-AE6C-0A10-93F5EBD855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9" name="rc1137">
              <a:extLst>
                <a:ext uri="{FF2B5EF4-FFF2-40B4-BE49-F238E27FC236}">
                  <a16:creationId xmlns:a16="http://schemas.microsoft.com/office/drawing/2014/main" id="{C18936C9-01FF-10D4-B3C5-4C962F5CA3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0" name="rc1138">
              <a:extLst>
                <a:ext uri="{FF2B5EF4-FFF2-40B4-BE49-F238E27FC236}">
                  <a16:creationId xmlns:a16="http://schemas.microsoft.com/office/drawing/2014/main" id="{29F8E729-64E7-A8D3-C3BD-D182547A02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1" name="rc1139">
              <a:extLst>
                <a:ext uri="{FF2B5EF4-FFF2-40B4-BE49-F238E27FC236}">
                  <a16:creationId xmlns:a16="http://schemas.microsoft.com/office/drawing/2014/main" id="{5E7EC6FD-8638-5AF2-72D3-80A04E239F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2" name="rc1140">
              <a:extLst>
                <a:ext uri="{FF2B5EF4-FFF2-40B4-BE49-F238E27FC236}">
                  <a16:creationId xmlns:a16="http://schemas.microsoft.com/office/drawing/2014/main" id="{80862367-22DB-4A36-6361-53E1836AA2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3" name="rc1141">
              <a:extLst>
                <a:ext uri="{FF2B5EF4-FFF2-40B4-BE49-F238E27FC236}">
                  <a16:creationId xmlns:a16="http://schemas.microsoft.com/office/drawing/2014/main" id="{E7D24F7C-8707-DF63-484D-5BFB9EEDE7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4" name="rc1142">
              <a:extLst>
                <a:ext uri="{FF2B5EF4-FFF2-40B4-BE49-F238E27FC236}">
                  <a16:creationId xmlns:a16="http://schemas.microsoft.com/office/drawing/2014/main" id="{97234EED-3D3C-500F-B99C-8B515B72AC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5" name="rc1143">
              <a:extLst>
                <a:ext uri="{FF2B5EF4-FFF2-40B4-BE49-F238E27FC236}">
                  <a16:creationId xmlns:a16="http://schemas.microsoft.com/office/drawing/2014/main" id="{256364DA-4E41-BD3A-19C7-0B881E15EF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6" name="rc1144">
              <a:extLst>
                <a:ext uri="{FF2B5EF4-FFF2-40B4-BE49-F238E27FC236}">
                  <a16:creationId xmlns:a16="http://schemas.microsoft.com/office/drawing/2014/main" id="{5203DC95-51DD-7F5B-5134-31F5118965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7" name="rc1145">
              <a:extLst>
                <a:ext uri="{FF2B5EF4-FFF2-40B4-BE49-F238E27FC236}">
                  <a16:creationId xmlns:a16="http://schemas.microsoft.com/office/drawing/2014/main" id="{2DDB7388-FCE9-B73F-7927-EA17E03936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8" name="rc1146">
              <a:extLst>
                <a:ext uri="{FF2B5EF4-FFF2-40B4-BE49-F238E27FC236}">
                  <a16:creationId xmlns:a16="http://schemas.microsoft.com/office/drawing/2014/main" id="{828EF316-5F7B-8EE6-8CB0-E191BA7826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9" name="rc1147">
              <a:extLst>
                <a:ext uri="{FF2B5EF4-FFF2-40B4-BE49-F238E27FC236}">
                  <a16:creationId xmlns:a16="http://schemas.microsoft.com/office/drawing/2014/main" id="{7F156549-A2A6-8512-DA1C-6892F2EC4A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0" name="rc1148">
              <a:extLst>
                <a:ext uri="{FF2B5EF4-FFF2-40B4-BE49-F238E27FC236}">
                  <a16:creationId xmlns:a16="http://schemas.microsoft.com/office/drawing/2014/main" id="{1A947F2C-1D6A-EDEC-647D-F13B9D6F3B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1" name="rc1149">
              <a:extLst>
                <a:ext uri="{FF2B5EF4-FFF2-40B4-BE49-F238E27FC236}">
                  <a16:creationId xmlns:a16="http://schemas.microsoft.com/office/drawing/2014/main" id="{8DC7AD8D-3451-EBD4-2690-1AE6747246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2" name="rc1150">
              <a:extLst>
                <a:ext uri="{FF2B5EF4-FFF2-40B4-BE49-F238E27FC236}">
                  <a16:creationId xmlns:a16="http://schemas.microsoft.com/office/drawing/2014/main" id="{63E23525-8B22-8912-B85D-E070EF64A8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3" name="rc1151">
              <a:extLst>
                <a:ext uri="{FF2B5EF4-FFF2-40B4-BE49-F238E27FC236}">
                  <a16:creationId xmlns:a16="http://schemas.microsoft.com/office/drawing/2014/main" id="{12DDC8E4-B433-BEB6-BCF7-AC4C9BFE74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4" name="rc1152">
              <a:extLst>
                <a:ext uri="{FF2B5EF4-FFF2-40B4-BE49-F238E27FC236}">
                  <a16:creationId xmlns:a16="http://schemas.microsoft.com/office/drawing/2014/main" id="{9B238258-1981-1B03-D529-1FE89F958D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5" name="rc1153">
              <a:extLst>
                <a:ext uri="{FF2B5EF4-FFF2-40B4-BE49-F238E27FC236}">
                  <a16:creationId xmlns:a16="http://schemas.microsoft.com/office/drawing/2014/main" id="{A5995C99-9C14-F305-B921-42291E6F27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6" name="rc1154">
              <a:extLst>
                <a:ext uri="{FF2B5EF4-FFF2-40B4-BE49-F238E27FC236}">
                  <a16:creationId xmlns:a16="http://schemas.microsoft.com/office/drawing/2014/main" id="{877DCEE4-B3B8-D05F-CDF0-7613E3B6F0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7" name="rc1155">
              <a:extLst>
                <a:ext uri="{FF2B5EF4-FFF2-40B4-BE49-F238E27FC236}">
                  <a16:creationId xmlns:a16="http://schemas.microsoft.com/office/drawing/2014/main" id="{27EEBC94-0276-37E1-0DAE-F4C57327CC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8" name="rc1156">
              <a:extLst>
                <a:ext uri="{FF2B5EF4-FFF2-40B4-BE49-F238E27FC236}">
                  <a16:creationId xmlns:a16="http://schemas.microsoft.com/office/drawing/2014/main" id="{DF4F920C-C2CD-C19A-5EEF-77B3186F56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9" name="rc1157">
              <a:extLst>
                <a:ext uri="{FF2B5EF4-FFF2-40B4-BE49-F238E27FC236}">
                  <a16:creationId xmlns:a16="http://schemas.microsoft.com/office/drawing/2014/main" id="{869D0DF7-FF28-1D49-0893-12A029052C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0" name="rc1158">
              <a:extLst>
                <a:ext uri="{FF2B5EF4-FFF2-40B4-BE49-F238E27FC236}">
                  <a16:creationId xmlns:a16="http://schemas.microsoft.com/office/drawing/2014/main" id="{7244EE3E-C6DE-1295-57BD-F708534B11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1" name="rc1159">
              <a:extLst>
                <a:ext uri="{FF2B5EF4-FFF2-40B4-BE49-F238E27FC236}">
                  <a16:creationId xmlns:a16="http://schemas.microsoft.com/office/drawing/2014/main" id="{76A513E9-50CB-3322-0B41-78815A5D89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2" name="rc1160">
              <a:extLst>
                <a:ext uri="{FF2B5EF4-FFF2-40B4-BE49-F238E27FC236}">
                  <a16:creationId xmlns:a16="http://schemas.microsoft.com/office/drawing/2014/main" id="{8EE80F3E-0FAD-FBA0-38F6-EDC151F121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3" name="rc1161">
              <a:extLst>
                <a:ext uri="{FF2B5EF4-FFF2-40B4-BE49-F238E27FC236}">
                  <a16:creationId xmlns:a16="http://schemas.microsoft.com/office/drawing/2014/main" id="{944CC90D-93F5-7484-7A2D-811466ABA5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4" name="rc1162">
              <a:extLst>
                <a:ext uri="{FF2B5EF4-FFF2-40B4-BE49-F238E27FC236}">
                  <a16:creationId xmlns:a16="http://schemas.microsoft.com/office/drawing/2014/main" id="{B9C725F9-5657-3706-4291-6B2AAEA775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5" name="rc1163">
              <a:extLst>
                <a:ext uri="{FF2B5EF4-FFF2-40B4-BE49-F238E27FC236}">
                  <a16:creationId xmlns:a16="http://schemas.microsoft.com/office/drawing/2014/main" id="{15A6C5AF-79AC-3470-712C-52A792A615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6" name="rc1164">
              <a:extLst>
                <a:ext uri="{FF2B5EF4-FFF2-40B4-BE49-F238E27FC236}">
                  <a16:creationId xmlns:a16="http://schemas.microsoft.com/office/drawing/2014/main" id="{28546D9A-714A-7352-6975-6D1F1D98BD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7" name="rc1165">
              <a:extLst>
                <a:ext uri="{FF2B5EF4-FFF2-40B4-BE49-F238E27FC236}">
                  <a16:creationId xmlns:a16="http://schemas.microsoft.com/office/drawing/2014/main" id="{31AD9837-65D1-D5D9-F0C4-F48FD05D26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8" name="rc1166">
              <a:extLst>
                <a:ext uri="{FF2B5EF4-FFF2-40B4-BE49-F238E27FC236}">
                  <a16:creationId xmlns:a16="http://schemas.microsoft.com/office/drawing/2014/main" id="{19A655C0-D723-1D45-23AC-82224ED451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9" name="rc1167">
              <a:extLst>
                <a:ext uri="{FF2B5EF4-FFF2-40B4-BE49-F238E27FC236}">
                  <a16:creationId xmlns:a16="http://schemas.microsoft.com/office/drawing/2014/main" id="{1BE7714A-FC64-6241-2B3A-CF89340450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0" name="rc1168">
              <a:extLst>
                <a:ext uri="{FF2B5EF4-FFF2-40B4-BE49-F238E27FC236}">
                  <a16:creationId xmlns:a16="http://schemas.microsoft.com/office/drawing/2014/main" id="{EE26E18C-5192-E509-410E-2DE029FE51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1" name="rc1169">
              <a:extLst>
                <a:ext uri="{FF2B5EF4-FFF2-40B4-BE49-F238E27FC236}">
                  <a16:creationId xmlns:a16="http://schemas.microsoft.com/office/drawing/2014/main" id="{A709A7F6-1DD1-8499-6F0B-FAC2C6632B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2" name="rc1170">
              <a:extLst>
                <a:ext uri="{FF2B5EF4-FFF2-40B4-BE49-F238E27FC236}">
                  <a16:creationId xmlns:a16="http://schemas.microsoft.com/office/drawing/2014/main" id="{153EAFA9-D7E8-ABD3-A1AC-616F1AAF33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3" name="rc1171">
              <a:extLst>
                <a:ext uri="{FF2B5EF4-FFF2-40B4-BE49-F238E27FC236}">
                  <a16:creationId xmlns:a16="http://schemas.microsoft.com/office/drawing/2014/main" id="{972A20B7-29A9-1F1B-289E-91B9D350B4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4" name="rc1172">
              <a:extLst>
                <a:ext uri="{FF2B5EF4-FFF2-40B4-BE49-F238E27FC236}">
                  <a16:creationId xmlns:a16="http://schemas.microsoft.com/office/drawing/2014/main" id="{79567B1B-6976-A51F-F3E1-AAED4A106B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5" name="rc1173">
              <a:extLst>
                <a:ext uri="{FF2B5EF4-FFF2-40B4-BE49-F238E27FC236}">
                  <a16:creationId xmlns:a16="http://schemas.microsoft.com/office/drawing/2014/main" id="{5D641CCD-6853-1A42-7402-B7EEBDEF92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6" name="rc1174">
              <a:extLst>
                <a:ext uri="{FF2B5EF4-FFF2-40B4-BE49-F238E27FC236}">
                  <a16:creationId xmlns:a16="http://schemas.microsoft.com/office/drawing/2014/main" id="{4F994F80-D574-E3B3-21D1-14EA70B6BF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7" name="rc1175">
              <a:extLst>
                <a:ext uri="{FF2B5EF4-FFF2-40B4-BE49-F238E27FC236}">
                  <a16:creationId xmlns:a16="http://schemas.microsoft.com/office/drawing/2014/main" id="{488EA45F-78E9-CA5F-7251-9A641F13F6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8" name="rc1176">
              <a:extLst>
                <a:ext uri="{FF2B5EF4-FFF2-40B4-BE49-F238E27FC236}">
                  <a16:creationId xmlns:a16="http://schemas.microsoft.com/office/drawing/2014/main" id="{872E4A40-1287-3675-D947-8A1905A334A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9" name="rc1177">
              <a:extLst>
                <a:ext uri="{FF2B5EF4-FFF2-40B4-BE49-F238E27FC236}">
                  <a16:creationId xmlns:a16="http://schemas.microsoft.com/office/drawing/2014/main" id="{3292E270-9926-7859-2754-80533DDAF7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0" name="rc1178">
              <a:extLst>
                <a:ext uri="{FF2B5EF4-FFF2-40B4-BE49-F238E27FC236}">
                  <a16:creationId xmlns:a16="http://schemas.microsoft.com/office/drawing/2014/main" id="{4A8832BD-ED45-C2C3-60BC-E575CAEE6B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1" name="rc1179">
              <a:extLst>
                <a:ext uri="{FF2B5EF4-FFF2-40B4-BE49-F238E27FC236}">
                  <a16:creationId xmlns:a16="http://schemas.microsoft.com/office/drawing/2014/main" id="{36A1C954-66A6-750A-922A-8578B7F0CE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2" name="rc1180">
              <a:extLst>
                <a:ext uri="{FF2B5EF4-FFF2-40B4-BE49-F238E27FC236}">
                  <a16:creationId xmlns:a16="http://schemas.microsoft.com/office/drawing/2014/main" id="{176D61AF-EE1A-05A4-B967-D8AFF68CE0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3" name="rc1181">
              <a:extLst>
                <a:ext uri="{FF2B5EF4-FFF2-40B4-BE49-F238E27FC236}">
                  <a16:creationId xmlns:a16="http://schemas.microsoft.com/office/drawing/2014/main" id="{8F525025-8657-B3C9-1131-C0F16CD602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4" name="rc1182">
              <a:extLst>
                <a:ext uri="{FF2B5EF4-FFF2-40B4-BE49-F238E27FC236}">
                  <a16:creationId xmlns:a16="http://schemas.microsoft.com/office/drawing/2014/main" id="{4FEA9A18-D9C2-3A4C-F0EC-953E875289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5" name="rc1183">
              <a:extLst>
                <a:ext uri="{FF2B5EF4-FFF2-40B4-BE49-F238E27FC236}">
                  <a16:creationId xmlns:a16="http://schemas.microsoft.com/office/drawing/2014/main" id="{FFE9D599-A96F-6A9B-0A1D-222357C7B6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6" name="rc1184">
              <a:extLst>
                <a:ext uri="{FF2B5EF4-FFF2-40B4-BE49-F238E27FC236}">
                  <a16:creationId xmlns:a16="http://schemas.microsoft.com/office/drawing/2014/main" id="{591001EB-AC8B-4418-5546-7AB3B70BAF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7" name="rc1185">
              <a:extLst>
                <a:ext uri="{FF2B5EF4-FFF2-40B4-BE49-F238E27FC236}">
                  <a16:creationId xmlns:a16="http://schemas.microsoft.com/office/drawing/2014/main" id="{BE313B8F-A197-A0EA-4DFB-C0BD9635FD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8" name="rc1186">
              <a:extLst>
                <a:ext uri="{FF2B5EF4-FFF2-40B4-BE49-F238E27FC236}">
                  <a16:creationId xmlns:a16="http://schemas.microsoft.com/office/drawing/2014/main" id="{EAB53876-DB47-3012-90F2-61E4473175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9" name="rc1187">
              <a:extLst>
                <a:ext uri="{FF2B5EF4-FFF2-40B4-BE49-F238E27FC236}">
                  <a16:creationId xmlns:a16="http://schemas.microsoft.com/office/drawing/2014/main" id="{D116E446-749B-2654-194E-6A9560E10F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0" name="rc1188">
              <a:extLst>
                <a:ext uri="{FF2B5EF4-FFF2-40B4-BE49-F238E27FC236}">
                  <a16:creationId xmlns:a16="http://schemas.microsoft.com/office/drawing/2014/main" id="{25106CB7-5008-028C-3726-169E4E2C4A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1" name="rc1189">
              <a:extLst>
                <a:ext uri="{FF2B5EF4-FFF2-40B4-BE49-F238E27FC236}">
                  <a16:creationId xmlns:a16="http://schemas.microsoft.com/office/drawing/2014/main" id="{40BE229D-9E42-DA94-431D-A95BBFB964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2" name="rc1190">
              <a:extLst>
                <a:ext uri="{FF2B5EF4-FFF2-40B4-BE49-F238E27FC236}">
                  <a16:creationId xmlns:a16="http://schemas.microsoft.com/office/drawing/2014/main" id="{302A7A85-5633-1815-1247-D9CA2F9767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3" name="rc1191">
              <a:extLst>
                <a:ext uri="{FF2B5EF4-FFF2-40B4-BE49-F238E27FC236}">
                  <a16:creationId xmlns:a16="http://schemas.microsoft.com/office/drawing/2014/main" id="{1FE8FD34-D82B-5286-CA3D-323231288E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4" name="rc1192">
              <a:extLst>
                <a:ext uri="{FF2B5EF4-FFF2-40B4-BE49-F238E27FC236}">
                  <a16:creationId xmlns:a16="http://schemas.microsoft.com/office/drawing/2014/main" id="{97B645A5-11EE-22D2-A87F-1CFEF3B295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5" name="rc1193">
              <a:extLst>
                <a:ext uri="{FF2B5EF4-FFF2-40B4-BE49-F238E27FC236}">
                  <a16:creationId xmlns:a16="http://schemas.microsoft.com/office/drawing/2014/main" id="{3670A591-9C78-6CAC-11B3-1F939902DD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6" name="rc1194">
              <a:extLst>
                <a:ext uri="{FF2B5EF4-FFF2-40B4-BE49-F238E27FC236}">
                  <a16:creationId xmlns:a16="http://schemas.microsoft.com/office/drawing/2014/main" id="{AD24E4B0-29EA-8DD7-337C-9FDBB87125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7" name="rc1195">
              <a:extLst>
                <a:ext uri="{FF2B5EF4-FFF2-40B4-BE49-F238E27FC236}">
                  <a16:creationId xmlns:a16="http://schemas.microsoft.com/office/drawing/2014/main" id="{0D5D9C39-BC22-B969-E51F-FB74B2631D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8" name="rc1196">
              <a:extLst>
                <a:ext uri="{FF2B5EF4-FFF2-40B4-BE49-F238E27FC236}">
                  <a16:creationId xmlns:a16="http://schemas.microsoft.com/office/drawing/2014/main" id="{EA7BFEEF-B721-0EA8-AB32-1032AB4A11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9" name="rc1197">
              <a:extLst>
                <a:ext uri="{FF2B5EF4-FFF2-40B4-BE49-F238E27FC236}">
                  <a16:creationId xmlns:a16="http://schemas.microsoft.com/office/drawing/2014/main" id="{21C9EF9A-BF18-B0DD-6BC0-ADC070D07E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0" name="rc1198">
              <a:extLst>
                <a:ext uri="{FF2B5EF4-FFF2-40B4-BE49-F238E27FC236}">
                  <a16:creationId xmlns:a16="http://schemas.microsoft.com/office/drawing/2014/main" id="{55957025-F62A-F53F-AE2B-F5D1DD1646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1" name="rc1199">
              <a:extLst>
                <a:ext uri="{FF2B5EF4-FFF2-40B4-BE49-F238E27FC236}">
                  <a16:creationId xmlns:a16="http://schemas.microsoft.com/office/drawing/2014/main" id="{CF8E1799-8C8D-CB53-DCE2-895D6AF743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2" name="rc1200">
              <a:extLst>
                <a:ext uri="{FF2B5EF4-FFF2-40B4-BE49-F238E27FC236}">
                  <a16:creationId xmlns:a16="http://schemas.microsoft.com/office/drawing/2014/main" id="{393F713D-D515-49E1-2A6C-DE209233CE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3" name="rc1201">
              <a:extLst>
                <a:ext uri="{FF2B5EF4-FFF2-40B4-BE49-F238E27FC236}">
                  <a16:creationId xmlns:a16="http://schemas.microsoft.com/office/drawing/2014/main" id="{D4D979F8-A966-D91D-5AF2-FE891C6706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4" name="rc1202">
              <a:extLst>
                <a:ext uri="{FF2B5EF4-FFF2-40B4-BE49-F238E27FC236}">
                  <a16:creationId xmlns:a16="http://schemas.microsoft.com/office/drawing/2014/main" id="{38E8FDF1-F0D8-8183-4B70-2A5EBC03DF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5" name="rc1203">
              <a:extLst>
                <a:ext uri="{FF2B5EF4-FFF2-40B4-BE49-F238E27FC236}">
                  <a16:creationId xmlns:a16="http://schemas.microsoft.com/office/drawing/2014/main" id="{B9A7AEA4-0BD1-E412-7069-317E6167EE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6" name="rc1204">
              <a:extLst>
                <a:ext uri="{FF2B5EF4-FFF2-40B4-BE49-F238E27FC236}">
                  <a16:creationId xmlns:a16="http://schemas.microsoft.com/office/drawing/2014/main" id="{1664DE2D-4DF2-03E0-8422-B5789C5797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7" name="rc1205">
              <a:extLst>
                <a:ext uri="{FF2B5EF4-FFF2-40B4-BE49-F238E27FC236}">
                  <a16:creationId xmlns:a16="http://schemas.microsoft.com/office/drawing/2014/main" id="{D517ADA6-9BA8-FF47-0C2A-907D9CA0B19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8" name="rc1206">
              <a:extLst>
                <a:ext uri="{FF2B5EF4-FFF2-40B4-BE49-F238E27FC236}">
                  <a16:creationId xmlns:a16="http://schemas.microsoft.com/office/drawing/2014/main" id="{84719B14-C846-B827-8FE9-192C44BF35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9" name="rc1207">
              <a:extLst>
                <a:ext uri="{FF2B5EF4-FFF2-40B4-BE49-F238E27FC236}">
                  <a16:creationId xmlns:a16="http://schemas.microsoft.com/office/drawing/2014/main" id="{175E19B7-14A6-FDF5-F256-B48FD79326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0" name="rc1208">
              <a:extLst>
                <a:ext uri="{FF2B5EF4-FFF2-40B4-BE49-F238E27FC236}">
                  <a16:creationId xmlns:a16="http://schemas.microsoft.com/office/drawing/2014/main" id="{3D385461-8E0F-9D65-9CD6-E1767380B5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1" name="rc1209">
              <a:extLst>
                <a:ext uri="{FF2B5EF4-FFF2-40B4-BE49-F238E27FC236}">
                  <a16:creationId xmlns:a16="http://schemas.microsoft.com/office/drawing/2014/main" id="{DEB87638-64D7-F3AF-9414-4366F81D211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2" name="rc1210">
              <a:extLst>
                <a:ext uri="{FF2B5EF4-FFF2-40B4-BE49-F238E27FC236}">
                  <a16:creationId xmlns:a16="http://schemas.microsoft.com/office/drawing/2014/main" id="{18904537-59B4-6958-D4D0-63CB2C22D0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3" name="rc1211">
              <a:extLst>
                <a:ext uri="{FF2B5EF4-FFF2-40B4-BE49-F238E27FC236}">
                  <a16:creationId xmlns:a16="http://schemas.microsoft.com/office/drawing/2014/main" id="{79CA0F28-33CC-E52D-874E-DA4E2CA79E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4" name="rc1212">
              <a:extLst>
                <a:ext uri="{FF2B5EF4-FFF2-40B4-BE49-F238E27FC236}">
                  <a16:creationId xmlns:a16="http://schemas.microsoft.com/office/drawing/2014/main" id="{5F37C8B9-C131-695C-5F8F-694DB4EAC8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5" name="rc1213">
              <a:extLst>
                <a:ext uri="{FF2B5EF4-FFF2-40B4-BE49-F238E27FC236}">
                  <a16:creationId xmlns:a16="http://schemas.microsoft.com/office/drawing/2014/main" id="{B959683C-0B60-7CC5-56EF-7784FBDB20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6" name="rc1214">
              <a:extLst>
                <a:ext uri="{FF2B5EF4-FFF2-40B4-BE49-F238E27FC236}">
                  <a16:creationId xmlns:a16="http://schemas.microsoft.com/office/drawing/2014/main" id="{BC40D051-3C41-930F-0B9C-B9423EFA67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7" name="rc1215">
              <a:extLst>
                <a:ext uri="{FF2B5EF4-FFF2-40B4-BE49-F238E27FC236}">
                  <a16:creationId xmlns:a16="http://schemas.microsoft.com/office/drawing/2014/main" id="{1A0DEAEF-9D7D-E45E-89F0-96EF65924D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8" name="rc1216">
              <a:extLst>
                <a:ext uri="{FF2B5EF4-FFF2-40B4-BE49-F238E27FC236}">
                  <a16:creationId xmlns:a16="http://schemas.microsoft.com/office/drawing/2014/main" id="{C0958533-0E1A-C6EB-5E03-B9C0F6AD51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9" name="rc1217">
              <a:extLst>
                <a:ext uri="{FF2B5EF4-FFF2-40B4-BE49-F238E27FC236}">
                  <a16:creationId xmlns:a16="http://schemas.microsoft.com/office/drawing/2014/main" id="{FC9C6F02-BAD1-50EC-6B9E-6C436B3B85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0" name="rc1218">
              <a:extLst>
                <a:ext uri="{FF2B5EF4-FFF2-40B4-BE49-F238E27FC236}">
                  <a16:creationId xmlns:a16="http://schemas.microsoft.com/office/drawing/2014/main" id="{44572DC1-A9CA-92B3-BF4A-8E58E36A2A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1" name="rc1219">
              <a:extLst>
                <a:ext uri="{FF2B5EF4-FFF2-40B4-BE49-F238E27FC236}">
                  <a16:creationId xmlns:a16="http://schemas.microsoft.com/office/drawing/2014/main" id="{C79CE582-8C74-E606-CD31-9C6041C8FE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2" name="rc1220">
              <a:extLst>
                <a:ext uri="{FF2B5EF4-FFF2-40B4-BE49-F238E27FC236}">
                  <a16:creationId xmlns:a16="http://schemas.microsoft.com/office/drawing/2014/main" id="{93277AA3-48A1-0B5D-BE99-BA9ECDD847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3" name="rc1221">
              <a:extLst>
                <a:ext uri="{FF2B5EF4-FFF2-40B4-BE49-F238E27FC236}">
                  <a16:creationId xmlns:a16="http://schemas.microsoft.com/office/drawing/2014/main" id="{FB65073E-7EF1-3FF5-7A49-58A594B445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4" name="rc1222">
              <a:extLst>
                <a:ext uri="{FF2B5EF4-FFF2-40B4-BE49-F238E27FC236}">
                  <a16:creationId xmlns:a16="http://schemas.microsoft.com/office/drawing/2014/main" id="{3457F121-CE03-E263-0CEA-5A684E3515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5" name="rc1223">
              <a:extLst>
                <a:ext uri="{FF2B5EF4-FFF2-40B4-BE49-F238E27FC236}">
                  <a16:creationId xmlns:a16="http://schemas.microsoft.com/office/drawing/2014/main" id="{F33B543A-8AAB-0DF3-28F5-921F80FA70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6" name="rc1224">
              <a:extLst>
                <a:ext uri="{FF2B5EF4-FFF2-40B4-BE49-F238E27FC236}">
                  <a16:creationId xmlns:a16="http://schemas.microsoft.com/office/drawing/2014/main" id="{C5AFA8BC-C6C2-4799-DD0A-16231DD8DD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7" name="rc1225">
              <a:extLst>
                <a:ext uri="{FF2B5EF4-FFF2-40B4-BE49-F238E27FC236}">
                  <a16:creationId xmlns:a16="http://schemas.microsoft.com/office/drawing/2014/main" id="{644CE80B-7B26-DE3E-DFE3-FBD8820D9F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8" name="rc1226">
              <a:extLst>
                <a:ext uri="{FF2B5EF4-FFF2-40B4-BE49-F238E27FC236}">
                  <a16:creationId xmlns:a16="http://schemas.microsoft.com/office/drawing/2014/main" id="{415FEECD-A50F-547E-BF81-620F997E21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9" name="rc1227">
              <a:extLst>
                <a:ext uri="{FF2B5EF4-FFF2-40B4-BE49-F238E27FC236}">
                  <a16:creationId xmlns:a16="http://schemas.microsoft.com/office/drawing/2014/main" id="{E0B8696D-8938-64FB-FCB9-16C567216C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0" name="rc1228">
              <a:extLst>
                <a:ext uri="{FF2B5EF4-FFF2-40B4-BE49-F238E27FC236}">
                  <a16:creationId xmlns:a16="http://schemas.microsoft.com/office/drawing/2014/main" id="{C782E9A9-D867-EDFC-C24F-EEDB1ED42E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1" name="rc1229">
              <a:extLst>
                <a:ext uri="{FF2B5EF4-FFF2-40B4-BE49-F238E27FC236}">
                  <a16:creationId xmlns:a16="http://schemas.microsoft.com/office/drawing/2014/main" id="{6BD7526A-0044-0985-B2E5-4F66A79241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2" name="rc1230">
              <a:extLst>
                <a:ext uri="{FF2B5EF4-FFF2-40B4-BE49-F238E27FC236}">
                  <a16:creationId xmlns:a16="http://schemas.microsoft.com/office/drawing/2014/main" id="{D90968FA-63FE-2859-713E-07708BBF8D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3" name="rc1231">
              <a:extLst>
                <a:ext uri="{FF2B5EF4-FFF2-40B4-BE49-F238E27FC236}">
                  <a16:creationId xmlns:a16="http://schemas.microsoft.com/office/drawing/2014/main" id="{BABC3F6F-AFB3-F058-38DC-61AE2D2904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4" name="rc1232">
              <a:extLst>
                <a:ext uri="{FF2B5EF4-FFF2-40B4-BE49-F238E27FC236}">
                  <a16:creationId xmlns:a16="http://schemas.microsoft.com/office/drawing/2014/main" id="{1C9ADC75-95A9-41B7-490C-1D41AB3391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5" name="rc1233">
              <a:extLst>
                <a:ext uri="{FF2B5EF4-FFF2-40B4-BE49-F238E27FC236}">
                  <a16:creationId xmlns:a16="http://schemas.microsoft.com/office/drawing/2014/main" id="{C8E004EA-6A05-554C-38D7-2E8395BAB9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6" name="rc1234">
              <a:extLst>
                <a:ext uri="{FF2B5EF4-FFF2-40B4-BE49-F238E27FC236}">
                  <a16:creationId xmlns:a16="http://schemas.microsoft.com/office/drawing/2014/main" id="{9057F074-EE77-EAB1-92ED-D241AA7CDC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7" name="rc1235">
              <a:extLst>
                <a:ext uri="{FF2B5EF4-FFF2-40B4-BE49-F238E27FC236}">
                  <a16:creationId xmlns:a16="http://schemas.microsoft.com/office/drawing/2014/main" id="{A23A2664-E3C2-A101-78A1-591837AAF6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8" name="rc1236">
              <a:extLst>
                <a:ext uri="{FF2B5EF4-FFF2-40B4-BE49-F238E27FC236}">
                  <a16:creationId xmlns:a16="http://schemas.microsoft.com/office/drawing/2014/main" id="{46DF8D11-F9BB-2341-33CA-067049073B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9" name="rc1237">
              <a:extLst>
                <a:ext uri="{FF2B5EF4-FFF2-40B4-BE49-F238E27FC236}">
                  <a16:creationId xmlns:a16="http://schemas.microsoft.com/office/drawing/2014/main" id="{AAA43613-A65D-A20E-3E3D-9B76678964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0" name="rc1238">
              <a:extLst>
                <a:ext uri="{FF2B5EF4-FFF2-40B4-BE49-F238E27FC236}">
                  <a16:creationId xmlns:a16="http://schemas.microsoft.com/office/drawing/2014/main" id="{08EC63A9-53BE-CAFA-3B2B-16F00D77CA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1" name="rc1239">
              <a:extLst>
                <a:ext uri="{FF2B5EF4-FFF2-40B4-BE49-F238E27FC236}">
                  <a16:creationId xmlns:a16="http://schemas.microsoft.com/office/drawing/2014/main" id="{9E698A06-4027-5A6C-A17E-E2F44A5C21F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2" name="rc1240">
              <a:extLst>
                <a:ext uri="{FF2B5EF4-FFF2-40B4-BE49-F238E27FC236}">
                  <a16:creationId xmlns:a16="http://schemas.microsoft.com/office/drawing/2014/main" id="{D8134425-D790-85B3-91E5-A55D1D265D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3" name="rc1241">
              <a:extLst>
                <a:ext uri="{FF2B5EF4-FFF2-40B4-BE49-F238E27FC236}">
                  <a16:creationId xmlns:a16="http://schemas.microsoft.com/office/drawing/2014/main" id="{E8A1CFED-AFDB-832B-FF6D-A45575305D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4" name="rc1242">
              <a:extLst>
                <a:ext uri="{FF2B5EF4-FFF2-40B4-BE49-F238E27FC236}">
                  <a16:creationId xmlns:a16="http://schemas.microsoft.com/office/drawing/2014/main" id="{ABE68193-6F4E-3259-B03B-F8F9CC3FF20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5" name="rc1243">
              <a:extLst>
                <a:ext uri="{FF2B5EF4-FFF2-40B4-BE49-F238E27FC236}">
                  <a16:creationId xmlns:a16="http://schemas.microsoft.com/office/drawing/2014/main" id="{8DCF430B-2126-A240-E302-6E85CDF2BE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6" name="rc1244">
              <a:extLst>
                <a:ext uri="{FF2B5EF4-FFF2-40B4-BE49-F238E27FC236}">
                  <a16:creationId xmlns:a16="http://schemas.microsoft.com/office/drawing/2014/main" id="{F777D397-C7E7-9FF6-AB1E-960ECE43B3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7" name="rc1245">
              <a:extLst>
                <a:ext uri="{FF2B5EF4-FFF2-40B4-BE49-F238E27FC236}">
                  <a16:creationId xmlns:a16="http://schemas.microsoft.com/office/drawing/2014/main" id="{C68C98AF-3EFC-6EC0-FB6B-503C9588B0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8" name="rc1246">
              <a:extLst>
                <a:ext uri="{FF2B5EF4-FFF2-40B4-BE49-F238E27FC236}">
                  <a16:creationId xmlns:a16="http://schemas.microsoft.com/office/drawing/2014/main" id="{DD667B44-2808-EC49-D23A-A6956B630D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9" name="rc1247">
              <a:extLst>
                <a:ext uri="{FF2B5EF4-FFF2-40B4-BE49-F238E27FC236}">
                  <a16:creationId xmlns:a16="http://schemas.microsoft.com/office/drawing/2014/main" id="{1D07D323-4563-9502-8EA5-F6F1839997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0" name="rc1248">
              <a:extLst>
                <a:ext uri="{FF2B5EF4-FFF2-40B4-BE49-F238E27FC236}">
                  <a16:creationId xmlns:a16="http://schemas.microsoft.com/office/drawing/2014/main" id="{9DC76294-EA67-1AD4-D1B7-A45F0BE0FD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1" name="rc1249">
              <a:extLst>
                <a:ext uri="{FF2B5EF4-FFF2-40B4-BE49-F238E27FC236}">
                  <a16:creationId xmlns:a16="http://schemas.microsoft.com/office/drawing/2014/main" id="{6AAE429C-0236-6B68-FC14-FE717B4872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2" name="rc1250">
              <a:extLst>
                <a:ext uri="{FF2B5EF4-FFF2-40B4-BE49-F238E27FC236}">
                  <a16:creationId xmlns:a16="http://schemas.microsoft.com/office/drawing/2014/main" id="{6837289F-8291-FB5E-33E1-9EFAA5A922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3" name="rc1251">
              <a:extLst>
                <a:ext uri="{FF2B5EF4-FFF2-40B4-BE49-F238E27FC236}">
                  <a16:creationId xmlns:a16="http://schemas.microsoft.com/office/drawing/2014/main" id="{775FC8B0-2EA3-EE9C-6DA1-559BE30317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4" name="rc1252">
              <a:extLst>
                <a:ext uri="{FF2B5EF4-FFF2-40B4-BE49-F238E27FC236}">
                  <a16:creationId xmlns:a16="http://schemas.microsoft.com/office/drawing/2014/main" id="{E8083090-563C-0CAC-7002-07AB7AD2BA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5" name="rc1253">
              <a:extLst>
                <a:ext uri="{FF2B5EF4-FFF2-40B4-BE49-F238E27FC236}">
                  <a16:creationId xmlns:a16="http://schemas.microsoft.com/office/drawing/2014/main" id="{A47600C4-1D0D-46C7-479C-C18292A6BD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6" name="rc1254">
              <a:extLst>
                <a:ext uri="{FF2B5EF4-FFF2-40B4-BE49-F238E27FC236}">
                  <a16:creationId xmlns:a16="http://schemas.microsoft.com/office/drawing/2014/main" id="{EF621A60-A269-067D-A205-D8253447EE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7" name="rc1255">
              <a:extLst>
                <a:ext uri="{FF2B5EF4-FFF2-40B4-BE49-F238E27FC236}">
                  <a16:creationId xmlns:a16="http://schemas.microsoft.com/office/drawing/2014/main" id="{5A601446-2450-6DB9-0BCF-0FBFE8D18A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8" name="rc1256">
              <a:extLst>
                <a:ext uri="{FF2B5EF4-FFF2-40B4-BE49-F238E27FC236}">
                  <a16:creationId xmlns:a16="http://schemas.microsoft.com/office/drawing/2014/main" id="{B71C6B6A-3AB2-1488-ABCD-B3F004A173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9" name="rc1257">
              <a:extLst>
                <a:ext uri="{FF2B5EF4-FFF2-40B4-BE49-F238E27FC236}">
                  <a16:creationId xmlns:a16="http://schemas.microsoft.com/office/drawing/2014/main" id="{976646DD-D9AA-BD86-2BC6-B8D6B4C130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0" name="rc1258">
              <a:extLst>
                <a:ext uri="{FF2B5EF4-FFF2-40B4-BE49-F238E27FC236}">
                  <a16:creationId xmlns:a16="http://schemas.microsoft.com/office/drawing/2014/main" id="{62699170-1090-EBDA-BF73-C842558FE5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1" name="rc1259">
              <a:extLst>
                <a:ext uri="{FF2B5EF4-FFF2-40B4-BE49-F238E27FC236}">
                  <a16:creationId xmlns:a16="http://schemas.microsoft.com/office/drawing/2014/main" id="{D2A235FD-CA86-B966-8ECE-1888D3633F1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2" name="rc1260">
              <a:extLst>
                <a:ext uri="{FF2B5EF4-FFF2-40B4-BE49-F238E27FC236}">
                  <a16:creationId xmlns:a16="http://schemas.microsoft.com/office/drawing/2014/main" id="{6CDC1F46-D841-C3CF-BE0B-573F5AFA1C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3" name="rc1261">
              <a:extLst>
                <a:ext uri="{FF2B5EF4-FFF2-40B4-BE49-F238E27FC236}">
                  <a16:creationId xmlns:a16="http://schemas.microsoft.com/office/drawing/2014/main" id="{7A55DB54-E644-4C38-640C-A79EA8B4A6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4" name="rc1262">
              <a:extLst>
                <a:ext uri="{FF2B5EF4-FFF2-40B4-BE49-F238E27FC236}">
                  <a16:creationId xmlns:a16="http://schemas.microsoft.com/office/drawing/2014/main" id="{DF2B0F02-C127-E6F1-B57E-5D223306899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5" name="rc1263">
              <a:extLst>
                <a:ext uri="{FF2B5EF4-FFF2-40B4-BE49-F238E27FC236}">
                  <a16:creationId xmlns:a16="http://schemas.microsoft.com/office/drawing/2014/main" id="{B60F6707-7D07-CB51-A1DE-6D36386C05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6" name="rc1264">
              <a:extLst>
                <a:ext uri="{FF2B5EF4-FFF2-40B4-BE49-F238E27FC236}">
                  <a16:creationId xmlns:a16="http://schemas.microsoft.com/office/drawing/2014/main" id="{2C7942AE-7AEA-52DC-ECE9-2E00998BFD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7" name="rc1265">
              <a:extLst>
                <a:ext uri="{FF2B5EF4-FFF2-40B4-BE49-F238E27FC236}">
                  <a16:creationId xmlns:a16="http://schemas.microsoft.com/office/drawing/2014/main" id="{991A81C3-470E-546C-FE7D-C9B6B5C54E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8" name="rc1266">
              <a:extLst>
                <a:ext uri="{FF2B5EF4-FFF2-40B4-BE49-F238E27FC236}">
                  <a16:creationId xmlns:a16="http://schemas.microsoft.com/office/drawing/2014/main" id="{DF069091-6D82-FD29-8283-DAF8040442C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9" name="rc1267">
              <a:extLst>
                <a:ext uri="{FF2B5EF4-FFF2-40B4-BE49-F238E27FC236}">
                  <a16:creationId xmlns:a16="http://schemas.microsoft.com/office/drawing/2014/main" id="{3B82EDDE-BBA4-D12F-B2A0-07329BE1EB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0" name="rc1268">
              <a:extLst>
                <a:ext uri="{FF2B5EF4-FFF2-40B4-BE49-F238E27FC236}">
                  <a16:creationId xmlns:a16="http://schemas.microsoft.com/office/drawing/2014/main" id="{4C2EDF89-468A-9B75-0A84-DA3DE422412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1" name="rc1269">
              <a:extLst>
                <a:ext uri="{FF2B5EF4-FFF2-40B4-BE49-F238E27FC236}">
                  <a16:creationId xmlns:a16="http://schemas.microsoft.com/office/drawing/2014/main" id="{42727149-9B3A-D681-7BD1-C098A02292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2" name="rc1270">
              <a:extLst>
                <a:ext uri="{FF2B5EF4-FFF2-40B4-BE49-F238E27FC236}">
                  <a16:creationId xmlns:a16="http://schemas.microsoft.com/office/drawing/2014/main" id="{9F9EB99E-E946-0968-6376-7DB9950E58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3" name="rc1271">
              <a:extLst>
                <a:ext uri="{FF2B5EF4-FFF2-40B4-BE49-F238E27FC236}">
                  <a16:creationId xmlns:a16="http://schemas.microsoft.com/office/drawing/2014/main" id="{C437D9A2-953D-F97D-FE6D-28FA3B5C41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4" name="rc1272">
              <a:extLst>
                <a:ext uri="{FF2B5EF4-FFF2-40B4-BE49-F238E27FC236}">
                  <a16:creationId xmlns:a16="http://schemas.microsoft.com/office/drawing/2014/main" id="{9ADAE654-2433-10E1-3D83-4E08340F4D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5" name="rc1273">
              <a:extLst>
                <a:ext uri="{FF2B5EF4-FFF2-40B4-BE49-F238E27FC236}">
                  <a16:creationId xmlns:a16="http://schemas.microsoft.com/office/drawing/2014/main" id="{1A9CAD45-3AF1-C270-5565-0A5FE0540B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6" name="rc1274">
              <a:extLst>
                <a:ext uri="{FF2B5EF4-FFF2-40B4-BE49-F238E27FC236}">
                  <a16:creationId xmlns:a16="http://schemas.microsoft.com/office/drawing/2014/main" id="{F237022B-F24E-35E6-16BA-AEE720D2618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7" name="rc1275">
              <a:extLst>
                <a:ext uri="{FF2B5EF4-FFF2-40B4-BE49-F238E27FC236}">
                  <a16:creationId xmlns:a16="http://schemas.microsoft.com/office/drawing/2014/main" id="{6F650AD6-3537-5380-B7C3-1777193B7F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8" name="rc1276">
              <a:extLst>
                <a:ext uri="{FF2B5EF4-FFF2-40B4-BE49-F238E27FC236}">
                  <a16:creationId xmlns:a16="http://schemas.microsoft.com/office/drawing/2014/main" id="{13E60CE9-3EC8-901F-EB74-1B868FC701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9" name="rc1277">
              <a:extLst>
                <a:ext uri="{FF2B5EF4-FFF2-40B4-BE49-F238E27FC236}">
                  <a16:creationId xmlns:a16="http://schemas.microsoft.com/office/drawing/2014/main" id="{CEE45C52-9D6E-649A-03BE-5A23415DC6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0" name="rc1278">
              <a:extLst>
                <a:ext uri="{FF2B5EF4-FFF2-40B4-BE49-F238E27FC236}">
                  <a16:creationId xmlns:a16="http://schemas.microsoft.com/office/drawing/2014/main" id="{2DEB851D-CF03-6F55-2FCD-13B7D0CC09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1" name="rc1279">
              <a:extLst>
                <a:ext uri="{FF2B5EF4-FFF2-40B4-BE49-F238E27FC236}">
                  <a16:creationId xmlns:a16="http://schemas.microsoft.com/office/drawing/2014/main" id="{45B0F5C0-7063-FD79-CB8B-E04AE709BC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2" name="rc1280">
              <a:extLst>
                <a:ext uri="{FF2B5EF4-FFF2-40B4-BE49-F238E27FC236}">
                  <a16:creationId xmlns:a16="http://schemas.microsoft.com/office/drawing/2014/main" id="{26CDD5C1-9EA4-A973-0E0D-97ADDC6588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3" name="rc1281">
              <a:extLst>
                <a:ext uri="{FF2B5EF4-FFF2-40B4-BE49-F238E27FC236}">
                  <a16:creationId xmlns:a16="http://schemas.microsoft.com/office/drawing/2014/main" id="{CB751DC1-2C7D-7D23-C7DE-4071EA4200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4" name="rc1282">
              <a:extLst>
                <a:ext uri="{FF2B5EF4-FFF2-40B4-BE49-F238E27FC236}">
                  <a16:creationId xmlns:a16="http://schemas.microsoft.com/office/drawing/2014/main" id="{33028A32-1FB2-0DBE-9499-8048A67D7A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5" name="rc1283">
              <a:extLst>
                <a:ext uri="{FF2B5EF4-FFF2-40B4-BE49-F238E27FC236}">
                  <a16:creationId xmlns:a16="http://schemas.microsoft.com/office/drawing/2014/main" id="{68E28E45-0960-41C0-18C0-5E6B32FD4F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6" name="rc1284">
              <a:extLst>
                <a:ext uri="{FF2B5EF4-FFF2-40B4-BE49-F238E27FC236}">
                  <a16:creationId xmlns:a16="http://schemas.microsoft.com/office/drawing/2014/main" id="{55E7172A-8719-50F0-724F-AFD7AA27A1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7" name="rc1285">
              <a:extLst>
                <a:ext uri="{FF2B5EF4-FFF2-40B4-BE49-F238E27FC236}">
                  <a16:creationId xmlns:a16="http://schemas.microsoft.com/office/drawing/2014/main" id="{F59467AC-477D-95C2-0C42-3DAD898997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8" name="rc1286">
              <a:extLst>
                <a:ext uri="{FF2B5EF4-FFF2-40B4-BE49-F238E27FC236}">
                  <a16:creationId xmlns:a16="http://schemas.microsoft.com/office/drawing/2014/main" id="{DB037BBF-5B14-0630-78A2-A5CACB6A35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9" name="rc1287">
              <a:extLst>
                <a:ext uri="{FF2B5EF4-FFF2-40B4-BE49-F238E27FC236}">
                  <a16:creationId xmlns:a16="http://schemas.microsoft.com/office/drawing/2014/main" id="{006158C0-C964-3AD3-BD0D-6DEAB55AF1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0" name="rc1288">
              <a:extLst>
                <a:ext uri="{FF2B5EF4-FFF2-40B4-BE49-F238E27FC236}">
                  <a16:creationId xmlns:a16="http://schemas.microsoft.com/office/drawing/2014/main" id="{072E1D2D-BE7B-3184-CE42-BD4EBC8139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1" name="rc1289">
              <a:extLst>
                <a:ext uri="{FF2B5EF4-FFF2-40B4-BE49-F238E27FC236}">
                  <a16:creationId xmlns:a16="http://schemas.microsoft.com/office/drawing/2014/main" id="{8D86E6F0-0DA7-B8B1-D7FB-F402DCD892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2" name="rc1290">
              <a:extLst>
                <a:ext uri="{FF2B5EF4-FFF2-40B4-BE49-F238E27FC236}">
                  <a16:creationId xmlns:a16="http://schemas.microsoft.com/office/drawing/2014/main" id="{00219FE9-49BF-645F-C68A-3BD5AEAF9F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3" name="rc1291">
              <a:extLst>
                <a:ext uri="{FF2B5EF4-FFF2-40B4-BE49-F238E27FC236}">
                  <a16:creationId xmlns:a16="http://schemas.microsoft.com/office/drawing/2014/main" id="{24BC4E6F-F0A4-4EE7-0DFD-F9BD1439AA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4" name="rc1292">
              <a:extLst>
                <a:ext uri="{FF2B5EF4-FFF2-40B4-BE49-F238E27FC236}">
                  <a16:creationId xmlns:a16="http://schemas.microsoft.com/office/drawing/2014/main" id="{7AD5DBCD-CE41-8AFC-73D8-95A26726BB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5" name="rc1293">
              <a:extLst>
                <a:ext uri="{FF2B5EF4-FFF2-40B4-BE49-F238E27FC236}">
                  <a16:creationId xmlns:a16="http://schemas.microsoft.com/office/drawing/2014/main" id="{C134FAED-1FA3-3733-D3DE-6B1EF53029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6" name="rc1294">
              <a:extLst>
                <a:ext uri="{FF2B5EF4-FFF2-40B4-BE49-F238E27FC236}">
                  <a16:creationId xmlns:a16="http://schemas.microsoft.com/office/drawing/2014/main" id="{098FBB12-6C73-23A5-B05C-976CCDA2BF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7" name="rc1295">
              <a:extLst>
                <a:ext uri="{FF2B5EF4-FFF2-40B4-BE49-F238E27FC236}">
                  <a16:creationId xmlns:a16="http://schemas.microsoft.com/office/drawing/2014/main" id="{7B4BE4A4-EA36-CCD2-C064-8B308FF1D4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8" name="rc1296">
              <a:extLst>
                <a:ext uri="{FF2B5EF4-FFF2-40B4-BE49-F238E27FC236}">
                  <a16:creationId xmlns:a16="http://schemas.microsoft.com/office/drawing/2014/main" id="{D02743A0-A074-91B7-2180-FD769E2BA4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9" name="rc1297">
              <a:extLst>
                <a:ext uri="{FF2B5EF4-FFF2-40B4-BE49-F238E27FC236}">
                  <a16:creationId xmlns:a16="http://schemas.microsoft.com/office/drawing/2014/main" id="{E98FBEDE-EBAF-642E-B041-2784039997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0" name="rc1298">
              <a:extLst>
                <a:ext uri="{FF2B5EF4-FFF2-40B4-BE49-F238E27FC236}">
                  <a16:creationId xmlns:a16="http://schemas.microsoft.com/office/drawing/2014/main" id="{7552886F-8B9E-7CA1-BAE5-29B922DB6C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1" name="rc1299">
              <a:extLst>
                <a:ext uri="{FF2B5EF4-FFF2-40B4-BE49-F238E27FC236}">
                  <a16:creationId xmlns:a16="http://schemas.microsoft.com/office/drawing/2014/main" id="{92266A60-F69F-1801-8869-C4BB56761F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2" name="rc1300">
              <a:extLst>
                <a:ext uri="{FF2B5EF4-FFF2-40B4-BE49-F238E27FC236}">
                  <a16:creationId xmlns:a16="http://schemas.microsoft.com/office/drawing/2014/main" id="{FB68C653-051C-7EBD-D4CB-4B2431A1C0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3" name="rc1301">
              <a:extLst>
                <a:ext uri="{FF2B5EF4-FFF2-40B4-BE49-F238E27FC236}">
                  <a16:creationId xmlns:a16="http://schemas.microsoft.com/office/drawing/2014/main" id="{E9C6DA3B-9E78-5C51-F9D9-E84D614011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4" name="rc1302">
              <a:extLst>
                <a:ext uri="{FF2B5EF4-FFF2-40B4-BE49-F238E27FC236}">
                  <a16:creationId xmlns:a16="http://schemas.microsoft.com/office/drawing/2014/main" id="{4E391A33-9DFE-A0D8-08E3-E415D000CB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5" name="rc1303">
              <a:extLst>
                <a:ext uri="{FF2B5EF4-FFF2-40B4-BE49-F238E27FC236}">
                  <a16:creationId xmlns:a16="http://schemas.microsoft.com/office/drawing/2014/main" id="{286BADA4-99FF-165B-2279-F97C104E06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6" name="rc1304">
              <a:extLst>
                <a:ext uri="{FF2B5EF4-FFF2-40B4-BE49-F238E27FC236}">
                  <a16:creationId xmlns:a16="http://schemas.microsoft.com/office/drawing/2014/main" id="{FA428F93-18ED-9A7E-9F11-5C3AEFBF29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7" name="rc1305">
              <a:extLst>
                <a:ext uri="{FF2B5EF4-FFF2-40B4-BE49-F238E27FC236}">
                  <a16:creationId xmlns:a16="http://schemas.microsoft.com/office/drawing/2014/main" id="{B31CC270-C372-E8CA-2267-1E6AD77C18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8" name="rc1306">
              <a:extLst>
                <a:ext uri="{FF2B5EF4-FFF2-40B4-BE49-F238E27FC236}">
                  <a16:creationId xmlns:a16="http://schemas.microsoft.com/office/drawing/2014/main" id="{44E9BBF0-EE46-D0B9-9F76-06C17B101F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9" name="rc1307">
              <a:extLst>
                <a:ext uri="{FF2B5EF4-FFF2-40B4-BE49-F238E27FC236}">
                  <a16:creationId xmlns:a16="http://schemas.microsoft.com/office/drawing/2014/main" id="{C317E7C7-9825-D135-B275-60CE530C52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0" name="rc1308">
              <a:extLst>
                <a:ext uri="{FF2B5EF4-FFF2-40B4-BE49-F238E27FC236}">
                  <a16:creationId xmlns:a16="http://schemas.microsoft.com/office/drawing/2014/main" id="{9CAB988E-6966-99D0-C0A2-480251670A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1" name="rc1309">
              <a:extLst>
                <a:ext uri="{FF2B5EF4-FFF2-40B4-BE49-F238E27FC236}">
                  <a16:creationId xmlns:a16="http://schemas.microsoft.com/office/drawing/2014/main" id="{54E0F3E6-AE7C-000E-C2F2-E61EA7B074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2" name="rc1310">
              <a:extLst>
                <a:ext uri="{FF2B5EF4-FFF2-40B4-BE49-F238E27FC236}">
                  <a16:creationId xmlns:a16="http://schemas.microsoft.com/office/drawing/2014/main" id="{FBB43173-9554-0E75-5C71-509D5DCCA7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3" name="rc1311">
              <a:extLst>
                <a:ext uri="{FF2B5EF4-FFF2-40B4-BE49-F238E27FC236}">
                  <a16:creationId xmlns:a16="http://schemas.microsoft.com/office/drawing/2014/main" id="{06ADA3F9-ECE2-02EA-FF76-37CFA4DCD4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4" name="rc1312">
              <a:extLst>
                <a:ext uri="{FF2B5EF4-FFF2-40B4-BE49-F238E27FC236}">
                  <a16:creationId xmlns:a16="http://schemas.microsoft.com/office/drawing/2014/main" id="{6310DBB7-7AA7-4AAA-AE6E-05A72678BA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5" name="rc1313">
              <a:extLst>
                <a:ext uri="{FF2B5EF4-FFF2-40B4-BE49-F238E27FC236}">
                  <a16:creationId xmlns:a16="http://schemas.microsoft.com/office/drawing/2014/main" id="{0D8FC6A9-B6C6-B63A-4A3B-3740EB4305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6" name="rc1314">
              <a:extLst>
                <a:ext uri="{FF2B5EF4-FFF2-40B4-BE49-F238E27FC236}">
                  <a16:creationId xmlns:a16="http://schemas.microsoft.com/office/drawing/2014/main" id="{4066165A-2CA7-C07F-64C5-3A04695AC7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7" name="rc1315">
              <a:extLst>
                <a:ext uri="{FF2B5EF4-FFF2-40B4-BE49-F238E27FC236}">
                  <a16:creationId xmlns:a16="http://schemas.microsoft.com/office/drawing/2014/main" id="{20CDF0FC-3A58-9834-EC82-EFB077C6DC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8" name="rc1316">
              <a:extLst>
                <a:ext uri="{FF2B5EF4-FFF2-40B4-BE49-F238E27FC236}">
                  <a16:creationId xmlns:a16="http://schemas.microsoft.com/office/drawing/2014/main" id="{BB7571D4-4A6D-BC63-6C11-2FABA20148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9" name="rc1317">
              <a:extLst>
                <a:ext uri="{FF2B5EF4-FFF2-40B4-BE49-F238E27FC236}">
                  <a16:creationId xmlns:a16="http://schemas.microsoft.com/office/drawing/2014/main" id="{2273D832-5BD6-E6AA-BB4D-8413C3CC19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0" name="rc1318">
              <a:extLst>
                <a:ext uri="{FF2B5EF4-FFF2-40B4-BE49-F238E27FC236}">
                  <a16:creationId xmlns:a16="http://schemas.microsoft.com/office/drawing/2014/main" id="{B3D68BB6-577B-A9C7-0C00-0896B184DC1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1" name="rc1319">
              <a:extLst>
                <a:ext uri="{FF2B5EF4-FFF2-40B4-BE49-F238E27FC236}">
                  <a16:creationId xmlns:a16="http://schemas.microsoft.com/office/drawing/2014/main" id="{2B9CDA70-7502-3B92-FC5B-F36749AC13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2" name="rc1320">
              <a:extLst>
                <a:ext uri="{FF2B5EF4-FFF2-40B4-BE49-F238E27FC236}">
                  <a16:creationId xmlns:a16="http://schemas.microsoft.com/office/drawing/2014/main" id="{1918E34C-939C-AC5F-770D-0235033DFA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3" name="rc1321">
              <a:extLst>
                <a:ext uri="{FF2B5EF4-FFF2-40B4-BE49-F238E27FC236}">
                  <a16:creationId xmlns:a16="http://schemas.microsoft.com/office/drawing/2014/main" id="{A8D96E37-DFB6-9265-D8F0-4529B0D7D2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4" name="rc1322">
              <a:extLst>
                <a:ext uri="{FF2B5EF4-FFF2-40B4-BE49-F238E27FC236}">
                  <a16:creationId xmlns:a16="http://schemas.microsoft.com/office/drawing/2014/main" id="{A5D93B84-7622-B278-B657-79CF3CF12C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5" name="rc1323">
              <a:extLst>
                <a:ext uri="{FF2B5EF4-FFF2-40B4-BE49-F238E27FC236}">
                  <a16:creationId xmlns:a16="http://schemas.microsoft.com/office/drawing/2014/main" id="{B53D4EB2-0262-CB70-C1F5-6792B5B9ADB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6" name="rc1324">
              <a:extLst>
                <a:ext uri="{FF2B5EF4-FFF2-40B4-BE49-F238E27FC236}">
                  <a16:creationId xmlns:a16="http://schemas.microsoft.com/office/drawing/2014/main" id="{464358ED-5948-D988-3732-5CFC43B1F7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7" name="rc1325">
              <a:extLst>
                <a:ext uri="{FF2B5EF4-FFF2-40B4-BE49-F238E27FC236}">
                  <a16:creationId xmlns:a16="http://schemas.microsoft.com/office/drawing/2014/main" id="{E378AC0E-9B1C-9FED-1C99-53D54C58133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8" name="rc1326">
              <a:extLst>
                <a:ext uri="{FF2B5EF4-FFF2-40B4-BE49-F238E27FC236}">
                  <a16:creationId xmlns:a16="http://schemas.microsoft.com/office/drawing/2014/main" id="{B8DD3D7C-7A8D-F026-409D-A802046278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9" name="rc1327">
              <a:extLst>
                <a:ext uri="{FF2B5EF4-FFF2-40B4-BE49-F238E27FC236}">
                  <a16:creationId xmlns:a16="http://schemas.microsoft.com/office/drawing/2014/main" id="{6ED05EA5-D5B5-72D5-35BE-BFA14D0B88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0" name="rc1328">
              <a:extLst>
                <a:ext uri="{FF2B5EF4-FFF2-40B4-BE49-F238E27FC236}">
                  <a16:creationId xmlns:a16="http://schemas.microsoft.com/office/drawing/2014/main" id="{B3FDC9AD-6315-2C26-0AE1-EE5C9BB025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1" name="rc1329">
              <a:extLst>
                <a:ext uri="{FF2B5EF4-FFF2-40B4-BE49-F238E27FC236}">
                  <a16:creationId xmlns:a16="http://schemas.microsoft.com/office/drawing/2014/main" id="{DCD64396-6A74-319F-BC6E-054582ADB8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2" name="rc1330">
              <a:extLst>
                <a:ext uri="{FF2B5EF4-FFF2-40B4-BE49-F238E27FC236}">
                  <a16:creationId xmlns:a16="http://schemas.microsoft.com/office/drawing/2014/main" id="{F9BEA3E5-C0B8-3CB2-1649-0EE52F98BE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3" name="rc1331">
              <a:extLst>
                <a:ext uri="{FF2B5EF4-FFF2-40B4-BE49-F238E27FC236}">
                  <a16:creationId xmlns:a16="http://schemas.microsoft.com/office/drawing/2014/main" id="{ACE58E6E-5E2D-FC80-2DDC-CB436B8C40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4" name="rc1332">
              <a:extLst>
                <a:ext uri="{FF2B5EF4-FFF2-40B4-BE49-F238E27FC236}">
                  <a16:creationId xmlns:a16="http://schemas.microsoft.com/office/drawing/2014/main" id="{968236BC-D164-9CBC-92CE-85BCE3D8416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5" name="rc1333">
              <a:extLst>
                <a:ext uri="{FF2B5EF4-FFF2-40B4-BE49-F238E27FC236}">
                  <a16:creationId xmlns:a16="http://schemas.microsoft.com/office/drawing/2014/main" id="{54439964-E680-A7E6-B243-603D756F6F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6" name="rc1334">
              <a:extLst>
                <a:ext uri="{FF2B5EF4-FFF2-40B4-BE49-F238E27FC236}">
                  <a16:creationId xmlns:a16="http://schemas.microsoft.com/office/drawing/2014/main" id="{90546392-C731-38BD-BEB8-08EC1C467E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7" name="rc1335">
              <a:extLst>
                <a:ext uri="{FF2B5EF4-FFF2-40B4-BE49-F238E27FC236}">
                  <a16:creationId xmlns:a16="http://schemas.microsoft.com/office/drawing/2014/main" id="{3505272A-F212-D4AC-50FE-3881868489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8" name="rc1336">
              <a:extLst>
                <a:ext uri="{FF2B5EF4-FFF2-40B4-BE49-F238E27FC236}">
                  <a16:creationId xmlns:a16="http://schemas.microsoft.com/office/drawing/2014/main" id="{E101D192-0CF4-4EB5-3F22-86B7428198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9" name="rc1337">
              <a:extLst>
                <a:ext uri="{FF2B5EF4-FFF2-40B4-BE49-F238E27FC236}">
                  <a16:creationId xmlns:a16="http://schemas.microsoft.com/office/drawing/2014/main" id="{0CC4524F-E40D-C494-8517-6FA34707FA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0" name="rc1338">
              <a:extLst>
                <a:ext uri="{FF2B5EF4-FFF2-40B4-BE49-F238E27FC236}">
                  <a16:creationId xmlns:a16="http://schemas.microsoft.com/office/drawing/2014/main" id="{FF98633E-286C-4C7B-CDD8-2770131F25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1" name="rc1339">
              <a:extLst>
                <a:ext uri="{FF2B5EF4-FFF2-40B4-BE49-F238E27FC236}">
                  <a16:creationId xmlns:a16="http://schemas.microsoft.com/office/drawing/2014/main" id="{8D2F3ABC-E9AE-8037-97AF-A2FF3E3D55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2" name="rc1340">
              <a:extLst>
                <a:ext uri="{FF2B5EF4-FFF2-40B4-BE49-F238E27FC236}">
                  <a16:creationId xmlns:a16="http://schemas.microsoft.com/office/drawing/2014/main" id="{3B87B84E-931C-41F4-143F-435B53FE62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3" name="rc1341">
              <a:extLst>
                <a:ext uri="{FF2B5EF4-FFF2-40B4-BE49-F238E27FC236}">
                  <a16:creationId xmlns:a16="http://schemas.microsoft.com/office/drawing/2014/main" id="{D1A6E122-FD4A-F4BB-2347-E3DBD38B93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4" name="rc1342">
              <a:extLst>
                <a:ext uri="{FF2B5EF4-FFF2-40B4-BE49-F238E27FC236}">
                  <a16:creationId xmlns:a16="http://schemas.microsoft.com/office/drawing/2014/main" id="{F56D503B-929F-3E09-2AA5-C6103AE6CB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5" name="rc1343">
              <a:extLst>
                <a:ext uri="{FF2B5EF4-FFF2-40B4-BE49-F238E27FC236}">
                  <a16:creationId xmlns:a16="http://schemas.microsoft.com/office/drawing/2014/main" id="{DEB319BD-3422-30D3-7461-C4A95ED94D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6" name="rc1344">
              <a:extLst>
                <a:ext uri="{FF2B5EF4-FFF2-40B4-BE49-F238E27FC236}">
                  <a16:creationId xmlns:a16="http://schemas.microsoft.com/office/drawing/2014/main" id="{AE1C7AE5-2F52-832C-33C0-942B918E63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7" name="rc1345">
              <a:extLst>
                <a:ext uri="{FF2B5EF4-FFF2-40B4-BE49-F238E27FC236}">
                  <a16:creationId xmlns:a16="http://schemas.microsoft.com/office/drawing/2014/main" id="{6BDD42DE-638C-2E75-2FC9-3BB2F39E1E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8" name="rc1346">
              <a:extLst>
                <a:ext uri="{FF2B5EF4-FFF2-40B4-BE49-F238E27FC236}">
                  <a16:creationId xmlns:a16="http://schemas.microsoft.com/office/drawing/2014/main" id="{262ABF0C-6A71-01D1-556B-B2F67BDE15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9" name="rc1347">
              <a:extLst>
                <a:ext uri="{FF2B5EF4-FFF2-40B4-BE49-F238E27FC236}">
                  <a16:creationId xmlns:a16="http://schemas.microsoft.com/office/drawing/2014/main" id="{78D75829-9A3D-2ECA-6859-DCAFFB4A19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0" name="rc1348">
              <a:extLst>
                <a:ext uri="{FF2B5EF4-FFF2-40B4-BE49-F238E27FC236}">
                  <a16:creationId xmlns:a16="http://schemas.microsoft.com/office/drawing/2014/main" id="{9AE1A7AC-1B29-2C06-754B-362DCFBCD5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1" name="rc1349">
              <a:extLst>
                <a:ext uri="{FF2B5EF4-FFF2-40B4-BE49-F238E27FC236}">
                  <a16:creationId xmlns:a16="http://schemas.microsoft.com/office/drawing/2014/main" id="{E9409330-0167-2894-A967-CCCA39DDAF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2" name="rc1350">
              <a:extLst>
                <a:ext uri="{FF2B5EF4-FFF2-40B4-BE49-F238E27FC236}">
                  <a16:creationId xmlns:a16="http://schemas.microsoft.com/office/drawing/2014/main" id="{9B5215C4-8444-0322-70F4-CE5E3F28A4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3" name="rc1351">
              <a:extLst>
                <a:ext uri="{FF2B5EF4-FFF2-40B4-BE49-F238E27FC236}">
                  <a16:creationId xmlns:a16="http://schemas.microsoft.com/office/drawing/2014/main" id="{87BD5241-6F34-28B4-57D4-84A7CD99A1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4" name="rc1352">
              <a:extLst>
                <a:ext uri="{FF2B5EF4-FFF2-40B4-BE49-F238E27FC236}">
                  <a16:creationId xmlns:a16="http://schemas.microsoft.com/office/drawing/2014/main" id="{A37EB6C1-B8CC-35A1-1E68-0D85DDA572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5" name="rc1353">
              <a:extLst>
                <a:ext uri="{FF2B5EF4-FFF2-40B4-BE49-F238E27FC236}">
                  <a16:creationId xmlns:a16="http://schemas.microsoft.com/office/drawing/2014/main" id="{4AF560B3-3A91-6135-EDDD-2FA2886F94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6" name="rc1354">
              <a:extLst>
                <a:ext uri="{FF2B5EF4-FFF2-40B4-BE49-F238E27FC236}">
                  <a16:creationId xmlns:a16="http://schemas.microsoft.com/office/drawing/2014/main" id="{BF436D0A-57BF-8F89-7A6A-704F400F33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7" name="rc1355">
              <a:extLst>
                <a:ext uri="{FF2B5EF4-FFF2-40B4-BE49-F238E27FC236}">
                  <a16:creationId xmlns:a16="http://schemas.microsoft.com/office/drawing/2014/main" id="{15CE9033-6EAB-6771-44D8-084BCB07A1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8" name="rc1356">
              <a:extLst>
                <a:ext uri="{FF2B5EF4-FFF2-40B4-BE49-F238E27FC236}">
                  <a16:creationId xmlns:a16="http://schemas.microsoft.com/office/drawing/2014/main" id="{DE27B775-7666-3844-EE33-BE5299EC8F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9" name="rc1357">
              <a:extLst>
                <a:ext uri="{FF2B5EF4-FFF2-40B4-BE49-F238E27FC236}">
                  <a16:creationId xmlns:a16="http://schemas.microsoft.com/office/drawing/2014/main" id="{0A848EAB-866F-6F53-8DC8-BFBD6D0BBC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0" name="rc1358">
              <a:extLst>
                <a:ext uri="{FF2B5EF4-FFF2-40B4-BE49-F238E27FC236}">
                  <a16:creationId xmlns:a16="http://schemas.microsoft.com/office/drawing/2014/main" id="{CD5F0A9C-A67D-D8EA-CD0E-10F0CB6634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1" name="rc1359">
              <a:extLst>
                <a:ext uri="{FF2B5EF4-FFF2-40B4-BE49-F238E27FC236}">
                  <a16:creationId xmlns:a16="http://schemas.microsoft.com/office/drawing/2014/main" id="{B33E31BF-8439-2F0B-FE1E-C016F34D1D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2" name="rc1360">
              <a:extLst>
                <a:ext uri="{FF2B5EF4-FFF2-40B4-BE49-F238E27FC236}">
                  <a16:creationId xmlns:a16="http://schemas.microsoft.com/office/drawing/2014/main" id="{94980501-CDAA-F3C8-4FB4-B5D5E51951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3" name="rc1361">
              <a:extLst>
                <a:ext uri="{FF2B5EF4-FFF2-40B4-BE49-F238E27FC236}">
                  <a16:creationId xmlns:a16="http://schemas.microsoft.com/office/drawing/2014/main" id="{B2CDABD7-6E20-976E-2683-5B07F1CAAD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4" name="rc1362">
              <a:extLst>
                <a:ext uri="{FF2B5EF4-FFF2-40B4-BE49-F238E27FC236}">
                  <a16:creationId xmlns:a16="http://schemas.microsoft.com/office/drawing/2014/main" id="{CC56A8B6-8351-BC4E-6BAB-5C1180C6A5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5" name="rc1363">
              <a:extLst>
                <a:ext uri="{FF2B5EF4-FFF2-40B4-BE49-F238E27FC236}">
                  <a16:creationId xmlns:a16="http://schemas.microsoft.com/office/drawing/2014/main" id="{ECA873AF-E16D-29EA-285A-84891185FD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6" name="rc1364">
              <a:extLst>
                <a:ext uri="{FF2B5EF4-FFF2-40B4-BE49-F238E27FC236}">
                  <a16:creationId xmlns:a16="http://schemas.microsoft.com/office/drawing/2014/main" id="{204BA971-46F6-6D90-9689-5D7F4DE590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7" name="rc1365">
              <a:extLst>
                <a:ext uri="{FF2B5EF4-FFF2-40B4-BE49-F238E27FC236}">
                  <a16:creationId xmlns:a16="http://schemas.microsoft.com/office/drawing/2014/main" id="{4031ECED-0ED9-E7A3-D863-5B55CC03F7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8" name="rc1366">
              <a:extLst>
                <a:ext uri="{FF2B5EF4-FFF2-40B4-BE49-F238E27FC236}">
                  <a16:creationId xmlns:a16="http://schemas.microsoft.com/office/drawing/2014/main" id="{1720DD34-E853-4344-4339-8F2FD8F974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9" name="rc1367">
              <a:extLst>
                <a:ext uri="{FF2B5EF4-FFF2-40B4-BE49-F238E27FC236}">
                  <a16:creationId xmlns:a16="http://schemas.microsoft.com/office/drawing/2014/main" id="{EACDEAAD-D6BF-ADB9-D0FF-7AA6A129B9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0" name="rc1368">
              <a:extLst>
                <a:ext uri="{FF2B5EF4-FFF2-40B4-BE49-F238E27FC236}">
                  <a16:creationId xmlns:a16="http://schemas.microsoft.com/office/drawing/2014/main" id="{77D4A10B-0FB4-AADD-C776-D12282A05E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1" name="rc1369">
              <a:extLst>
                <a:ext uri="{FF2B5EF4-FFF2-40B4-BE49-F238E27FC236}">
                  <a16:creationId xmlns:a16="http://schemas.microsoft.com/office/drawing/2014/main" id="{657D57A9-A797-08B4-464D-622B6EE02A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2" name="rc1370">
              <a:extLst>
                <a:ext uri="{FF2B5EF4-FFF2-40B4-BE49-F238E27FC236}">
                  <a16:creationId xmlns:a16="http://schemas.microsoft.com/office/drawing/2014/main" id="{860B5349-0D23-C556-DDB0-97CE8F0A42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3" name="rc1371">
              <a:extLst>
                <a:ext uri="{FF2B5EF4-FFF2-40B4-BE49-F238E27FC236}">
                  <a16:creationId xmlns:a16="http://schemas.microsoft.com/office/drawing/2014/main" id="{F2524C36-0A3A-682F-986E-9C029524EE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4" name="rc1372">
              <a:extLst>
                <a:ext uri="{FF2B5EF4-FFF2-40B4-BE49-F238E27FC236}">
                  <a16:creationId xmlns:a16="http://schemas.microsoft.com/office/drawing/2014/main" id="{5941EA2A-E866-C6C6-7545-A33138591E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5" name="rc1373">
              <a:extLst>
                <a:ext uri="{FF2B5EF4-FFF2-40B4-BE49-F238E27FC236}">
                  <a16:creationId xmlns:a16="http://schemas.microsoft.com/office/drawing/2014/main" id="{81231CF5-3B44-2220-0B14-7B18FBD63D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6" name="rc1374">
              <a:extLst>
                <a:ext uri="{FF2B5EF4-FFF2-40B4-BE49-F238E27FC236}">
                  <a16:creationId xmlns:a16="http://schemas.microsoft.com/office/drawing/2014/main" id="{15EA53E3-A006-CD08-E773-9B24F79A50B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7" name="rc1375">
              <a:extLst>
                <a:ext uri="{FF2B5EF4-FFF2-40B4-BE49-F238E27FC236}">
                  <a16:creationId xmlns:a16="http://schemas.microsoft.com/office/drawing/2014/main" id="{D2059198-13D2-60C0-C42C-F21C54C804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8" name="rc1376">
              <a:extLst>
                <a:ext uri="{FF2B5EF4-FFF2-40B4-BE49-F238E27FC236}">
                  <a16:creationId xmlns:a16="http://schemas.microsoft.com/office/drawing/2014/main" id="{566E0F0D-28C0-8354-4BEC-B37F94DA96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9" name="rc1377">
              <a:extLst>
                <a:ext uri="{FF2B5EF4-FFF2-40B4-BE49-F238E27FC236}">
                  <a16:creationId xmlns:a16="http://schemas.microsoft.com/office/drawing/2014/main" id="{2393DA2D-2D52-70D1-63FA-1C26C632FC6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0" name="rc1378">
              <a:extLst>
                <a:ext uri="{FF2B5EF4-FFF2-40B4-BE49-F238E27FC236}">
                  <a16:creationId xmlns:a16="http://schemas.microsoft.com/office/drawing/2014/main" id="{EEC61824-58E7-B476-952D-4C7A7D0C13A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1" name="rc1379">
              <a:extLst>
                <a:ext uri="{FF2B5EF4-FFF2-40B4-BE49-F238E27FC236}">
                  <a16:creationId xmlns:a16="http://schemas.microsoft.com/office/drawing/2014/main" id="{DFB57AF6-7579-E86C-1F7F-19DA4044E0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2" name="rc1380">
              <a:extLst>
                <a:ext uri="{FF2B5EF4-FFF2-40B4-BE49-F238E27FC236}">
                  <a16:creationId xmlns:a16="http://schemas.microsoft.com/office/drawing/2014/main" id="{04A2E4FE-1C3C-6A48-E457-2D6A978855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3" name="rc1381">
              <a:extLst>
                <a:ext uri="{FF2B5EF4-FFF2-40B4-BE49-F238E27FC236}">
                  <a16:creationId xmlns:a16="http://schemas.microsoft.com/office/drawing/2014/main" id="{0DF87665-CDBD-E5B5-3645-D46236A87C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4" name="rc1382">
              <a:extLst>
                <a:ext uri="{FF2B5EF4-FFF2-40B4-BE49-F238E27FC236}">
                  <a16:creationId xmlns:a16="http://schemas.microsoft.com/office/drawing/2014/main" id="{4D426A54-6DDF-F457-A484-D19A92FD41A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5" name="rc1383">
              <a:extLst>
                <a:ext uri="{FF2B5EF4-FFF2-40B4-BE49-F238E27FC236}">
                  <a16:creationId xmlns:a16="http://schemas.microsoft.com/office/drawing/2014/main" id="{2EA2C246-2F54-3F81-180F-D12C9261E2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6" name="rc1384">
              <a:extLst>
                <a:ext uri="{FF2B5EF4-FFF2-40B4-BE49-F238E27FC236}">
                  <a16:creationId xmlns:a16="http://schemas.microsoft.com/office/drawing/2014/main" id="{320B5D42-0232-DF8B-D463-80AABDDA65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7" name="rc1385">
              <a:extLst>
                <a:ext uri="{FF2B5EF4-FFF2-40B4-BE49-F238E27FC236}">
                  <a16:creationId xmlns:a16="http://schemas.microsoft.com/office/drawing/2014/main" id="{5A42E440-8324-6DDE-0D27-6B4F3D08EC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8" name="rc1386">
              <a:extLst>
                <a:ext uri="{FF2B5EF4-FFF2-40B4-BE49-F238E27FC236}">
                  <a16:creationId xmlns:a16="http://schemas.microsoft.com/office/drawing/2014/main" id="{6A940D9E-4B7F-C430-7D43-C352DC12D7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9" name="rc1387">
              <a:extLst>
                <a:ext uri="{FF2B5EF4-FFF2-40B4-BE49-F238E27FC236}">
                  <a16:creationId xmlns:a16="http://schemas.microsoft.com/office/drawing/2014/main" id="{8490B695-6CD5-1FDF-543D-AD592D6563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0" name="rc1388">
              <a:extLst>
                <a:ext uri="{FF2B5EF4-FFF2-40B4-BE49-F238E27FC236}">
                  <a16:creationId xmlns:a16="http://schemas.microsoft.com/office/drawing/2014/main" id="{8A750AB1-562E-3FA2-FF49-BC71354FEE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1" name="rc1389">
              <a:extLst>
                <a:ext uri="{FF2B5EF4-FFF2-40B4-BE49-F238E27FC236}">
                  <a16:creationId xmlns:a16="http://schemas.microsoft.com/office/drawing/2014/main" id="{56B9D23D-B2EF-3CA5-37D3-AC6A288302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2" name="rc1390">
              <a:extLst>
                <a:ext uri="{FF2B5EF4-FFF2-40B4-BE49-F238E27FC236}">
                  <a16:creationId xmlns:a16="http://schemas.microsoft.com/office/drawing/2014/main" id="{E4DADEB7-1334-E1B5-226C-FB311C941C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3" name="rc1391">
              <a:extLst>
                <a:ext uri="{FF2B5EF4-FFF2-40B4-BE49-F238E27FC236}">
                  <a16:creationId xmlns:a16="http://schemas.microsoft.com/office/drawing/2014/main" id="{6F3B33A2-AFCC-68F8-C5E5-A0DAFE63B0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4" name="rc1392">
              <a:extLst>
                <a:ext uri="{FF2B5EF4-FFF2-40B4-BE49-F238E27FC236}">
                  <a16:creationId xmlns:a16="http://schemas.microsoft.com/office/drawing/2014/main" id="{11BF48BB-04A2-F691-F44E-C919E3E629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5" name="rc1393">
              <a:extLst>
                <a:ext uri="{FF2B5EF4-FFF2-40B4-BE49-F238E27FC236}">
                  <a16:creationId xmlns:a16="http://schemas.microsoft.com/office/drawing/2014/main" id="{3EF7E0BA-9030-C993-A6FE-AC8B57C12A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6" name="rc1394">
              <a:extLst>
                <a:ext uri="{FF2B5EF4-FFF2-40B4-BE49-F238E27FC236}">
                  <a16:creationId xmlns:a16="http://schemas.microsoft.com/office/drawing/2014/main" id="{25A604A8-8C43-0D96-E459-E9C9D034BBB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7" name="rc1395">
              <a:extLst>
                <a:ext uri="{FF2B5EF4-FFF2-40B4-BE49-F238E27FC236}">
                  <a16:creationId xmlns:a16="http://schemas.microsoft.com/office/drawing/2014/main" id="{B336610A-8A8F-8A10-1F15-1C2EC3D65E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8" name="rc1396">
              <a:extLst>
                <a:ext uri="{FF2B5EF4-FFF2-40B4-BE49-F238E27FC236}">
                  <a16:creationId xmlns:a16="http://schemas.microsoft.com/office/drawing/2014/main" id="{FD27920F-B824-D06B-39C3-CC6F357D85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9" name="rc1397">
              <a:extLst>
                <a:ext uri="{FF2B5EF4-FFF2-40B4-BE49-F238E27FC236}">
                  <a16:creationId xmlns:a16="http://schemas.microsoft.com/office/drawing/2014/main" id="{A2D50252-B463-748A-448E-D9D52A3F87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0" name="rc1398">
              <a:extLst>
                <a:ext uri="{FF2B5EF4-FFF2-40B4-BE49-F238E27FC236}">
                  <a16:creationId xmlns:a16="http://schemas.microsoft.com/office/drawing/2014/main" id="{03DFBEE1-C4BB-05EB-CCB6-6EAAF134BA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1" name="rc1399">
              <a:extLst>
                <a:ext uri="{FF2B5EF4-FFF2-40B4-BE49-F238E27FC236}">
                  <a16:creationId xmlns:a16="http://schemas.microsoft.com/office/drawing/2014/main" id="{33759444-37B8-EDFE-6D2A-1ED7DAC024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2" name="rc1400">
              <a:extLst>
                <a:ext uri="{FF2B5EF4-FFF2-40B4-BE49-F238E27FC236}">
                  <a16:creationId xmlns:a16="http://schemas.microsoft.com/office/drawing/2014/main" id="{7B38698D-DDFA-6F2E-E9C8-FD7658D506B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3" name="rc1401">
              <a:extLst>
                <a:ext uri="{FF2B5EF4-FFF2-40B4-BE49-F238E27FC236}">
                  <a16:creationId xmlns:a16="http://schemas.microsoft.com/office/drawing/2014/main" id="{18A294FB-7219-D16F-727F-034ECDBB7F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4" name="rc1402">
              <a:extLst>
                <a:ext uri="{FF2B5EF4-FFF2-40B4-BE49-F238E27FC236}">
                  <a16:creationId xmlns:a16="http://schemas.microsoft.com/office/drawing/2014/main" id="{F374D673-D2A8-CABA-94DD-9AB262D933A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5" name="rc1403">
              <a:extLst>
                <a:ext uri="{FF2B5EF4-FFF2-40B4-BE49-F238E27FC236}">
                  <a16:creationId xmlns:a16="http://schemas.microsoft.com/office/drawing/2014/main" id="{C1C86551-D37F-CA0C-3E42-25C5529C0D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6" name="rc1404">
              <a:extLst>
                <a:ext uri="{FF2B5EF4-FFF2-40B4-BE49-F238E27FC236}">
                  <a16:creationId xmlns:a16="http://schemas.microsoft.com/office/drawing/2014/main" id="{CE930846-3BA7-33DF-F397-5F1BB732B1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7" name="rc1405">
              <a:extLst>
                <a:ext uri="{FF2B5EF4-FFF2-40B4-BE49-F238E27FC236}">
                  <a16:creationId xmlns:a16="http://schemas.microsoft.com/office/drawing/2014/main" id="{3C49B97E-0ECA-0D90-34F4-8F4A519EB0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8" name="rc1406">
              <a:extLst>
                <a:ext uri="{FF2B5EF4-FFF2-40B4-BE49-F238E27FC236}">
                  <a16:creationId xmlns:a16="http://schemas.microsoft.com/office/drawing/2014/main" id="{FABDDFAF-2676-AD11-07F5-81A89817E2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9" name="rc1407">
              <a:extLst>
                <a:ext uri="{FF2B5EF4-FFF2-40B4-BE49-F238E27FC236}">
                  <a16:creationId xmlns:a16="http://schemas.microsoft.com/office/drawing/2014/main" id="{E9FDD86E-B745-453C-14B6-42B909337E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0" name="rc1408">
              <a:extLst>
                <a:ext uri="{FF2B5EF4-FFF2-40B4-BE49-F238E27FC236}">
                  <a16:creationId xmlns:a16="http://schemas.microsoft.com/office/drawing/2014/main" id="{AF14B988-472C-C9A1-171E-60FE42B0EC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1" name="rc1409">
              <a:extLst>
                <a:ext uri="{FF2B5EF4-FFF2-40B4-BE49-F238E27FC236}">
                  <a16:creationId xmlns:a16="http://schemas.microsoft.com/office/drawing/2014/main" id="{51EF4FB4-72F4-941E-3D38-55C50A0925B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2" name="rc1410">
              <a:extLst>
                <a:ext uri="{FF2B5EF4-FFF2-40B4-BE49-F238E27FC236}">
                  <a16:creationId xmlns:a16="http://schemas.microsoft.com/office/drawing/2014/main" id="{4D8D6B6C-01C2-FB72-81A2-F033BBBAA8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3" name="rc1411">
              <a:extLst>
                <a:ext uri="{FF2B5EF4-FFF2-40B4-BE49-F238E27FC236}">
                  <a16:creationId xmlns:a16="http://schemas.microsoft.com/office/drawing/2014/main" id="{B223E4CF-EF6F-FD3E-48E8-A2D9FBE13D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4" name="rc1412">
              <a:extLst>
                <a:ext uri="{FF2B5EF4-FFF2-40B4-BE49-F238E27FC236}">
                  <a16:creationId xmlns:a16="http://schemas.microsoft.com/office/drawing/2014/main" id="{24AAA5D3-18C8-2090-E9E5-FC4A0EF8154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5" name="rc1413">
              <a:extLst>
                <a:ext uri="{FF2B5EF4-FFF2-40B4-BE49-F238E27FC236}">
                  <a16:creationId xmlns:a16="http://schemas.microsoft.com/office/drawing/2014/main" id="{E99BA550-66CF-2A45-8BD5-38EDC335E7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6" name="rc1414">
              <a:extLst>
                <a:ext uri="{FF2B5EF4-FFF2-40B4-BE49-F238E27FC236}">
                  <a16:creationId xmlns:a16="http://schemas.microsoft.com/office/drawing/2014/main" id="{6B2B6C8B-3A4B-0F24-5B8E-CBC5C6CFA4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7" name="rc1415">
              <a:extLst>
                <a:ext uri="{FF2B5EF4-FFF2-40B4-BE49-F238E27FC236}">
                  <a16:creationId xmlns:a16="http://schemas.microsoft.com/office/drawing/2014/main" id="{65E176B5-ED36-D5DC-0949-3CB86978B1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8" name="rc1416">
              <a:extLst>
                <a:ext uri="{FF2B5EF4-FFF2-40B4-BE49-F238E27FC236}">
                  <a16:creationId xmlns:a16="http://schemas.microsoft.com/office/drawing/2014/main" id="{49610F5A-7829-FA75-F28F-E193791758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9" name="rc1417">
              <a:extLst>
                <a:ext uri="{FF2B5EF4-FFF2-40B4-BE49-F238E27FC236}">
                  <a16:creationId xmlns:a16="http://schemas.microsoft.com/office/drawing/2014/main" id="{4E799600-D679-1FC7-9386-B3E56891E5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0" name="rc1418">
              <a:extLst>
                <a:ext uri="{FF2B5EF4-FFF2-40B4-BE49-F238E27FC236}">
                  <a16:creationId xmlns:a16="http://schemas.microsoft.com/office/drawing/2014/main" id="{A5E6E8FA-3EEC-3864-A7A2-A0D1737958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1" name="rc1419">
              <a:extLst>
                <a:ext uri="{FF2B5EF4-FFF2-40B4-BE49-F238E27FC236}">
                  <a16:creationId xmlns:a16="http://schemas.microsoft.com/office/drawing/2014/main" id="{33905662-0448-68A0-777D-2980638A1A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2" name="rc1420">
              <a:extLst>
                <a:ext uri="{FF2B5EF4-FFF2-40B4-BE49-F238E27FC236}">
                  <a16:creationId xmlns:a16="http://schemas.microsoft.com/office/drawing/2014/main" id="{D2842057-6D61-22CD-20F8-AF75702D96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3" name="rc1421">
              <a:extLst>
                <a:ext uri="{FF2B5EF4-FFF2-40B4-BE49-F238E27FC236}">
                  <a16:creationId xmlns:a16="http://schemas.microsoft.com/office/drawing/2014/main" id="{08FA5F7C-840C-8919-5A3E-68C0DB8EBC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4" name="rc1422">
              <a:extLst>
                <a:ext uri="{FF2B5EF4-FFF2-40B4-BE49-F238E27FC236}">
                  <a16:creationId xmlns:a16="http://schemas.microsoft.com/office/drawing/2014/main" id="{5A59FD45-6FB2-251C-E240-3327329FBB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5" name="rc1423">
              <a:extLst>
                <a:ext uri="{FF2B5EF4-FFF2-40B4-BE49-F238E27FC236}">
                  <a16:creationId xmlns:a16="http://schemas.microsoft.com/office/drawing/2014/main" id="{D3F8073B-5FDB-C62E-FDF7-98AD081BF2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6" name="rc1424">
              <a:extLst>
                <a:ext uri="{FF2B5EF4-FFF2-40B4-BE49-F238E27FC236}">
                  <a16:creationId xmlns:a16="http://schemas.microsoft.com/office/drawing/2014/main" id="{E9AB7E40-885A-1D6F-39DF-587EF63E53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7" name="rc1425">
              <a:extLst>
                <a:ext uri="{FF2B5EF4-FFF2-40B4-BE49-F238E27FC236}">
                  <a16:creationId xmlns:a16="http://schemas.microsoft.com/office/drawing/2014/main" id="{77FF63E0-FA19-ABB8-1325-550A8B2EA9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8" name="rc1426">
              <a:extLst>
                <a:ext uri="{FF2B5EF4-FFF2-40B4-BE49-F238E27FC236}">
                  <a16:creationId xmlns:a16="http://schemas.microsoft.com/office/drawing/2014/main" id="{BB6843EE-012D-1285-7C40-458C8F81B7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9" name="rc1427">
              <a:extLst>
                <a:ext uri="{FF2B5EF4-FFF2-40B4-BE49-F238E27FC236}">
                  <a16:creationId xmlns:a16="http://schemas.microsoft.com/office/drawing/2014/main" id="{D5309BC9-4A5A-FBAA-0CC2-4D9E4ADB12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0" name="rc1428">
              <a:extLst>
                <a:ext uri="{FF2B5EF4-FFF2-40B4-BE49-F238E27FC236}">
                  <a16:creationId xmlns:a16="http://schemas.microsoft.com/office/drawing/2014/main" id="{E720A479-8F63-DECE-A3F2-5579EC5DFE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1" name="rc1429">
              <a:extLst>
                <a:ext uri="{FF2B5EF4-FFF2-40B4-BE49-F238E27FC236}">
                  <a16:creationId xmlns:a16="http://schemas.microsoft.com/office/drawing/2014/main" id="{3200749F-1E25-4708-2A73-4A634D4C4C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2" name="rc1430">
              <a:extLst>
                <a:ext uri="{FF2B5EF4-FFF2-40B4-BE49-F238E27FC236}">
                  <a16:creationId xmlns:a16="http://schemas.microsoft.com/office/drawing/2014/main" id="{FB5B95E7-8392-BD96-9D51-34A09E14D36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3" name="rc1431">
              <a:extLst>
                <a:ext uri="{FF2B5EF4-FFF2-40B4-BE49-F238E27FC236}">
                  <a16:creationId xmlns:a16="http://schemas.microsoft.com/office/drawing/2014/main" id="{2B1FA44E-E3F2-329F-0597-74A78AD014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4" name="rc1432">
              <a:extLst>
                <a:ext uri="{FF2B5EF4-FFF2-40B4-BE49-F238E27FC236}">
                  <a16:creationId xmlns:a16="http://schemas.microsoft.com/office/drawing/2014/main" id="{0C681BBD-3152-E10D-162D-A0FF170090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5" name="rc1433">
              <a:extLst>
                <a:ext uri="{FF2B5EF4-FFF2-40B4-BE49-F238E27FC236}">
                  <a16:creationId xmlns:a16="http://schemas.microsoft.com/office/drawing/2014/main" id="{732C74C3-441C-6E58-F53A-16D15E8CA3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6" name="rc1434">
              <a:extLst>
                <a:ext uri="{FF2B5EF4-FFF2-40B4-BE49-F238E27FC236}">
                  <a16:creationId xmlns:a16="http://schemas.microsoft.com/office/drawing/2014/main" id="{9DEB70DF-769C-999B-9ED3-830EAE2956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7" name="rc1435">
              <a:extLst>
                <a:ext uri="{FF2B5EF4-FFF2-40B4-BE49-F238E27FC236}">
                  <a16:creationId xmlns:a16="http://schemas.microsoft.com/office/drawing/2014/main" id="{1C28EE0D-8510-5DCD-81D1-9F87360A9C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8" name="rc1436">
              <a:extLst>
                <a:ext uri="{FF2B5EF4-FFF2-40B4-BE49-F238E27FC236}">
                  <a16:creationId xmlns:a16="http://schemas.microsoft.com/office/drawing/2014/main" id="{B7DFEFD1-7B0C-9B22-25D8-FD27B1D5CA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9" name="rc1437">
              <a:extLst>
                <a:ext uri="{FF2B5EF4-FFF2-40B4-BE49-F238E27FC236}">
                  <a16:creationId xmlns:a16="http://schemas.microsoft.com/office/drawing/2014/main" id="{C2642321-099B-2C55-AA9C-290E6F918B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0" name="rc1438">
              <a:extLst>
                <a:ext uri="{FF2B5EF4-FFF2-40B4-BE49-F238E27FC236}">
                  <a16:creationId xmlns:a16="http://schemas.microsoft.com/office/drawing/2014/main" id="{7BD63A3D-2C55-D6BF-B6D5-9B124A854A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1" name="rc1439">
              <a:extLst>
                <a:ext uri="{FF2B5EF4-FFF2-40B4-BE49-F238E27FC236}">
                  <a16:creationId xmlns:a16="http://schemas.microsoft.com/office/drawing/2014/main" id="{B7F562DA-8CA5-0599-84D9-D20CB6CD57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2" name="rc1440">
              <a:extLst>
                <a:ext uri="{FF2B5EF4-FFF2-40B4-BE49-F238E27FC236}">
                  <a16:creationId xmlns:a16="http://schemas.microsoft.com/office/drawing/2014/main" id="{64D64042-9E9D-21D1-4725-0D567E8FA0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3" name="rc1441">
              <a:extLst>
                <a:ext uri="{FF2B5EF4-FFF2-40B4-BE49-F238E27FC236}">
                  <a16:creationId xmlns:a16="http://schemas.microsoft.com/office/drawing/2014/main" id="{2F3AE42E-F010-9938-69D3-1C37F3CCD8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4" name="rc1442">
              <a:extLst>
                <a:ext uri="{FF2B5EF4-FFF2-40B4-BE49-F238E27FC236}">
                  <a16:creationId xmlns:a16="http://schemas.microsoft.com/office/drawing/2014/main" id="{C8E650B5-A543-B3FA-FA4F-DB28CDFD35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5" name="rc1443">
              <a:extLst>
                <a:ext uri="{FF2B5EF4-FFF2-40B4-BE49-F238E27FC236}">
                  <a16:creationId xmlns:a16="http://schemas.microsoft.com/office/drawing/2014/main" id="{846CFBD3-AC41-502B-E3C5-5B6E60EF8F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6" name="rc1444">
              <a:extLst>
                <a:ext uri="{FF2B5EF4-FFF2-40B4-BE49-F238E27FC236}">
                  <a16:creationId xmlns:a16="http://schemas.microsoft.com/office/drawing/2014/main" id="{6272BB31-A15A-0CEF-33F3-BB8D7C1C5A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7" name="rc1445">
              <a:extLst>
                <a:ext uri="{FF2B5EF4-FFF2-40B4-BE49-F238E27FC236}">
                  <a16:creationId xmlns:a16="http://schemas.microsoft.com/office/drawing/2014/main" id="{6049008A-1902-3701-C910-81C84F1B9A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8" name="rc1446">
              <a:extLst>
                <a:ext uri="{FF2B5EF4-FFF2-40B4-BE49-F238E27FC236}">
                  <a16:creationId xmlns:a16="http://schemas.microsoft.com/office/drawing/2014/main" id="{F6B22BE4-51A0-EA39-BDA3-9118E23B71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9" name="rc1447">
              <a:extLst>
                <a:ext uri="{FF2B5EF4-FFF2-40B4-BE49-F238E27FC236}">
                  <a16:creationId xmlns:a16="http://schemas.microsoft.com/office/drawing/2014/main" id="{05A6A41F-1C47-FF88-F150-D88E389161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0" name="rc1448">
              <a:extLst>
                <a:ext uri="{FF2B5EF4-FFF2-40B4-BE49-F238E27FC236}">
                  <a16:creationId xmlns:a16="http://schemas.microsoft.com/office/drawing/2014/main" id="{838FBFC4-45FD-063C-9217-274301A524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1" name="rc1449">
              <a:extLst>
                <a:ext uri="{FF2B5EF4-FFF2-40B4-BE49-F238E27FC236}">
                  <a16:creationId xmlns:a16="http://schemas.microsoft.com/office/drawing/2014/main" id="{32027FA9-38C5-D595-1B25-2470E9AB63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2" name="rc1450">
              <a:extLst>
                <a:ext uri="{FF2B5EF4-FFF2-40B4-BE49-F238E27FC236}">
                  <a16:creationId xmlns:a16="http://schemas.microsoft.com/office/drawing/2014/main" id="{D043220C-9C87-285C-7005-99164F419F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3" name="rc1451">
              <a:extLst>
                <a:ext uri="{FF2B5EF4-FFF2-40B4-BE49-F238E27FC236}">
                  <a16:creationId xmlns:a16="http://schemas.microsoft.com/office/drawing/2014/main" id="{BC628ADD-A11B-ED4B-D76A-3ACE909DD3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4" name="rc1452">
              <a:extLst>
                <a:ext uri="{FF2B5EF4-FFF2-40B4-BE49-F238E27FC236}">
                  <a16:creationId xmlns:a16="http://schemas.microsoft.com/office/drawing/2014/main" id="{C0EC9CC7-6F14-A6E0-FE99-DCF94D06C1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5" name="rc1453">
              <a:extLst>
                <a:ext uri="{FF2B5EF4-FFF2-40B4-BE49-F238E27FC236}">
                  <a16:creationId xmlns:a16="http://schemas.microsoft.com/office/drawing/2014/main" id="{209B3547-4E37-23CE-5587-03B8B839CB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6" name="rc1454">
              <a:extLst>
                <a:ext uri="{FF2B5EF4-FFF2-40B4-BE49-F238E27FC236}">
                  <a16:creationId xmlns:a16="http://schemas.microsoft.com/office/drawing/2014/main" id="{BB38B431-E49C-5855-66FF-F28150DDC5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7" name="rc1455">
              <a:extLst>
                <a:ext uri="{FF2B5EF4-FFF2-40B4-BE49-F238E27FC236}">
                  <a16:creationId xmlns:a16="http://schemas.microsoft.com/office/drawing/2014/main" id="{2AA3A42D-F8DE-C447-68ED-D99B4ACF47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8" name="rc1456">
              <a:extLst>
                <a:ext uri="{FF2B5EF4-FFF2-40B4-BE49-F238E27FC236}">
                  <a16:creationId xmlns:a16="http://schemas.microsoft.com/office/drawing/2014/main" id="{50366F91-2A2E-B9B1-BB90-B7E5869504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9" name="rc1457">
              <a:extLst>
                <a:ext uri="{FF2B5EF4-FFF2-40B4-BE49-F238E27FC236}">
                  <a16:creationId xmlns:a16="http://schemas.microsoft.com/office/drawing/2014/main" id="{8582E3C2-3233-C645-D98F-ED86308EE4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0" name="rc1458">
              <a:extLst>
                <a:ext uri="{FF2B5EF4-FFF2-40B4-BE49-F238E27FC236}">
                  <a16:creationId xmlns:a16="http://schemas.microsoft.com/office/drawing/2014/main" id="{7386012F-D4D3-0BF4-645F-85EDA9F1FF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1" name="rc1459">
              <a:extLst>
                <a:ext uri="{FF2B5EF4-FFF2-40B4-BE49-F238E27FC236}">
                  <a16:creationId xmlns:a16="http://schemas.microsoft.com/office/drawing/2014/main" id="{5E8C75FC-9125-B9BA-D075-2A84DE03B3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2" name="rc1460">
              <a:extLst>
                <a:ext uri="{FF2B5EF4-FFF2-40B4-BE49-F238E27FC236}">
                  <a16:creationId xmlns:a16="http://schemas.microsoft.com/office/drawing/2014/main" id="{930C1AC2-4633-6B5E-5844-E849CAFE5A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3" name="rc1461">
              <a:extLst>
                <a:ext uri="{FF2B5EF4-FFF2-40B4-BE49-F238E27FC236}">
                  <a16:creationId xmlns:a16="http://schemas.microsoft.com/office/drawing/2014/main" id="{CFF8B1FC-78E6-F48D-42DF-94E2061EB3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4" name="rc1462">
              <a:extLst>
                <a:ext uri="{FF2B5EF4-FFF2-40B4-BE49-F238E27FC236}">
                  <a16:creationId xmlns:a16="http://schemas.microsoft.com/office/drawing/2014/main" id="{C59689FD-072A-345A-02E3-4D93BD2B2E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5" name="rc1463">
              <a:extLst>
                <a:ext uri="{FF2B5EF4-FFF2-40B4-BE49-F238E27FC236}">
                  <a16:creationId xmlns:a16="http://schemas.microsoft.com/office/drawing/2014/main" id="{623A69BB-7D65-49C0-8E25-E12238B450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6" name="rc1464">
              <a:extLst>
                <a:ext uri="{FF2B5EF4-FFF2-40B4-BE49-F238E27FC236}">
                  <a16:creationId xmlns:a16="http://schemas.microsoft.com/office/drawing/2014/main" id="{FA3AE6AC-EF47-E7B9-AFDD-CD6D69AB02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7" name="rc1465">
              <a:extLst>
                <a:ext uri="{FF2B5EF4-FFF2-40B4-BE49-F238E27FC236}">
                  <a16:creationId xmlns:a16="http://schemas.microsoft.com/office/drawing/2014/main" id="{F655FA78-9E54-8504-7F7C-0066E81975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8" name="rc1466">
              <a:extLst>
                <a:ext uri="{FF2B5EF4-FFF2-40B4-BE49-F238E27FC236}">
                  <a16:creationId xmlns:a16="http://schemas.microsoft.com/office/drawing/2014/main" id="{EF631475-CA1D-DF83-C273-8FA093BA59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9" name="rc1467">
              <a:extLst>
                <a:ext uri="{FF2B5EF4-FFF2-40B4-BE49-F238E27FC236}">
                  <a16:creationId xmlns:a16="http://schemas.microsoft.com/office/drawing/2014/main" id="{466CC201-1BAA-D8C8-32E1-0FBEEB5CE8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0" name="rc1468">
              <a:extLst>
                <a:ext uri="{FF2B5EF4-FFF2-40B4-BE49-F238E27FC236}">
                  <a16:creationId xmlns:a16="http://schemas.microsoft.com/office/drawing/2014/main" id="{94EEEE1B-E680-B21D-6413-9AFE8514F5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1" name="rc1469">
              <a:extLst>
                <a:ext uri="{FF2B5EF4-FFF2-40B4-BE49-F238E27FC236}">
                  <a16:creationId xmlns:a16="http://schemas.microsoft.com/office/drawing/2014/main" id="{85A38302-2ACB-E4DB-65E0-B71AAC5BF9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2" name="rc1470">
              <a:extLst>
                <a:ext uri="{FF2B5EF4-FFF2-40B4-BE49-F238E27FC236}">
                  <a16:creationId xmlns:a16="http://schemas.microsoft.com/office/drawing/2014/main" id="{25C08DFB-5816-78FE-FE95-3D3F696B5B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3" name="rc1471">
              <a:extLst>
                <a:ext uri="{FF2B5EF4-FFF2-40B4-BE49-F238E27FC236}">
                  <a16:creationId xmlns:a16="http://schemas.microsoft.com/office/drawing/2014/main" id="{D8E6CFD9-7BBC-6E6E-864D-520633BE68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4" name="rc1472">
              <a:extLst>
                <a:ext uri="{FF2B5EF4-FFF2-40B4-BE49-F238E27FC236}">
                  <a16:creationId xmlns:a16="http://schemas.microsoft.com/office/drawing/2014/main" id="{13E96FC4-9A26-514F-6D4F-A682788668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5" name="rc1473">
              <a:extLst>
                <a:ext uri="{FF2B5EF4-FFF2-40B4-BE49-F238E27FC236}">
                  <a16:creationId xmlns:a16="http://schemas.microsoft.com/office/drawing/2014/main" id="{05134B80-C973-632E-29EF-ED4039CBD8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6" name="rc1474">
              <a:extLst>
                <a:ext uri="{FF2B5EF4-FFF2-40B4-BE49-F238E27FC236}">
                  <a16:creationId xmlns:a16="http://schemas.microsoft.com/office/drawing/2014/main" id="{0837614E-4A58-AE9C-C571-8588EA4FA5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7" name="rc1475">
              <a:extLst>
                <a:ext uri="{FF2B5EF4-FFF2-40B4-BE49-F238E27FC236}">
                  <a16:creationId xmlns:a16="http://schemas.microsoft.com/office/drawing/2014/main" id="{FE4E3C78-13D5-E0C5-99C1-EC3A8462DA8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8" name="rc1476">
              <a:extLst>
                <a:ext uri="{FF2B5EF4-FFF2-40B4-BE49-F238E27FC236}">
                  <a16:creationId xmlns:a16="http://schemas.microsoft.com/office/drawing/2014/main" id="{057B64C4-FD81-1B30-38C1-30F9435A1CB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9" name="rc1477">
              <a:extLst>
                <a:ext uri="{FF2B5EF4-FFF2-40B4-BE49-F238E27FC236}">
                  <a16:creationId xmlns:a16="http://schemas.microsoft.com/office/drawing/2014/main" id="{FD5B1896-C62C-5C87-AEE0-F52674F9CF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0" name="rc1478">
              <a:extLst>
                <a:ext uri="{FF2B5EF4-FFF2-40B4-BE49-F238E27FC236}">
                  <a16:creationId xmlns:a16="http://schemas.microsoft.com/office/drawing/2014/main" id="{ABB94D0D-8A51-7A31-D08B-81FEF51191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1" name="rc1479">
              <a:extLst>
                <a:ext uri="{FF2B5EF4-FFF2-40B4-BE49-F238E27FC236}">
                  <a16:creationId xmlns:a16="http://schemas.microsoft.com/office/drawing/2014/main" id="{1FB82709-B214-3056-F635-EC03A6CA75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2" name="rc1480">
              <a:extLst>
                <a:ext uri="{FF2B5EF4-FFF2-40B4-BE49-F238E27FC236}">
                  <a16:creationId xmlns:a16="http://schemas.microsoft.com/office/drawing/2014/main" id="{C0017B97-045F-D40E-F200-E1172959E0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3" name="rc1481">
              <a:extLst>
                <a:ext uri="{FF2B5EF4-FFF2-40B4-BE49-F238E27FC236}">
                  <a16:creationId xmlns:a16="http://schemas.microsoft.com/office/drawing/2014/main" id="{4935DF01-1356-25D8-3E8B-0F49FADB8A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4" name="rc1482">
              <a:extLst>
                <a:ext uri="{FF2B5EF4-FFF2-40B4-BE49-F238E27FC236}">
                  <a16:creationId xmlns:a16="http://schemas.microsoft.com/office/drawing/2014/main" id="{F0A40907-67E9-D200-0D67-11C760720B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5" name="rc1483">
              <a:extLst>
                <a:ext uri="{FF2B5EF4-FFF2-40B4-BE49-F238E27FC236}">
                  <a16:creationId xmlns:a16="http://schemas.microsoft.com/office/drawing/2014/main" id="{90DD13F8-0A92-7856-F65D-C5F73FAA8B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6" name="rc1484">
              <a:extLst>
                <a:ext uri="{FF2B5EF4-FFF2-40B4-BE49-F238E27FC236}">
                  <a16:creationId xmlns:a16="http://schemas.microsoft.com/office/drawing/2014/main" id="{615C9A7B-FEF2-9137-3158-9DA7CBBA90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7" name="rc1485">
              <a:extLst>
                <a:ext uri="{FF2B5EF4-FFF2-40B4-BE49-F238E27FC236}">
                  <a16:creationId xmlns:a16="http://schemas.microsoft.com/office/drawing/2014/main" id="{C9634EEE-2D67-7F40-9C05-E42E6E9F95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8" name="rc1486">
              <a:extLst>
                <a:ext uri="{FF2B5EF4-FFF2-40B4-BE49-F238E27FC236}">
                  <a16:creationId xmlns:a16="http://schemas.microsoft.com/office/drawing/2014/main" id="{F8A4A8CF-4A7E-FDE6-1DF6-46F37A5488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9" name="rc1487">
              <a:extLst>
                <a:ext uri="{FF2B5EF4-FFF2-40B4-BE49-F238E27FC236}">
                  <a16:creationId xmlns:a16="http://schemas.microsoft.com/office/drawing/2014/main" id="{A4F6CFA8-6D94-5F0F-554B-BA9197CB95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0" name="rc1488">
              <a:extLst>
                <a:ext uri="{FF2B5EF4-FFF2-40B4-BE49-F238E27FC236}">
                  <a16:creationId xmlns:a16="http://schemas.microsoft.com/office/drawing/2014/main" id="{131E7682-E433-DCEA-1F7A-F4EF8E19C3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1" name="rc1489">
              <a:extLst>
                <a:ext uri="{FF2B5EF4-FFF2-40B4-BE49-F238E27FC236}">
                  <a16:creationId xmlns:a16="http://schemas.microsoft.com/office/drawing/2014/main" id="{A9E23F7F-A6CD-B118-EA5B-1CCC363A1D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2" name="rc1490">
              <a:extLst>
                <a:ext uri="{FF2B5EF4-FFF2-40B4-BE49-F238E27FC236}">
                  <a16:creationId xmlns:a16="http://schemas.microsoft.com/office/drawing/2014/main" id="{A66266F1-E9F4-8BDB-CF18-18BCE0A557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3" name="rc1491">
              <a:extLst>
                <a:ext uri="{FF2B5EF4-FFF2-40B4-BE49-F238E27FC236}">
                  <a16:creationId xmlns:a16="http://schemas.microsoft.com/office/drawing/2014/main" id="{7F438E1D-0557-B82B-9BF2-70995753F1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4" name="rc1492">
              <a:extLst>
                <a:ext uri="{FF2B5EF4-FFF2-40B4-BE49-F238E27FC236}">
                  <a16:creationId xmlns:a16="http://schemas.microsoft.com/office/drawing/2014/main" id="{24F43F64-8659-1FC4-E735-2F1F24B137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5" name="rc1493">
              <a:extLst>
                <a:ext uri="{FF2B5EF4-FFF2-40B4-BE49-F238E27FC236}">
                  <a16:creationId xmlns:a16="http://schemas.microsoft.com/office/drawing/2014/main" id="{0B74C324-E3E6-F63F-6180-B54AE0E24AF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6" name="rc1494">
              <a:extLst>
                <a:ext uri="{FF2B5EF4-FFF2-40B4-BE49-F238E27FC236}">
                  <a16:creationId xmlns:a16="http://schemas.microsoft.com/office/drawing/2014/main" id="{23F9C39E-0FCA-9268-37BA-F5CF7AB1084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7" name="rc1495">
              <a:extLst>
                <a:ext uri="{FF2B5EF4-FFF2-40B4-BE49-F238E27FC236}">
                  <a16:creationId xmlns:a16="http://schemas.microsoft.com/office/drawing/2014/main" id="{E559AD37-7F3E-CD10-98AA-5D038D6E36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8" name="pt1496">
              <a:extLst>
                <a:ext uri="{FF2B5EF4-FFF2-40B4-BE49-F238E27FC236}">
                  <a16:creationId xmlns:a16="http://schemas.microsoft.com/office/drawing/2014/main" id="{349411DE-25EF-039E-1882-46B13EEFDA71}"/>
                </a:ext>
              </a:extLst>
            </p:cNvPr>
            <p:cNvSpPr/>
            <p:nvPr/>
          </p:nvSpPr>
          <p:spPr>
            <a:xfrm>
              <a:off x="3675992" y="485784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9" name="pt1497">
              <a:extLst>
                <a:ext uri="{FF2B5EF4-FFF2-40B4-BE49-F238E27FC236}">
                  <a16:creationId xmlns:a16="http://schemas.microsoft.com/office/drawing/2014/main" id="{07B21C9E-EB11-C762-6289-D2EB88CE182D}"/>
                </a:ext>
              </a:extLst>
            </p:cNvPr>
            <p:cNvSpPr/>
            <p:nvPr/>
          </p:nvSpPr>
          <p:spPr>
            <a:xfrm>
              <a:off x="4843873" y="431417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0" name="pt1498">
              <a:extLst>
                <a:ext uri="{FF2B5EF4-FFF2-40B4-BE49-F238E27FC236}">
                  <a16:creationId xmlns:a16="http://schemas.microsoft.com/office/drawing/2014/main" id="{90EE29E6-6887-42BB-B398-47757D3CD502}"/>
                </a:ext>
              </a:extLst>
            </p:cNvPr>
            <p:cNvSpPr/>
            <p:nvPr/>
          </p:nvSpPr>
          <p:spPr>
            <a:xfrm>
              <a:off x="3064844" y="486234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1" name="pt1499">
              <a:extLst>
                <a:ext uri="{FF2B5EF4-FFF2-40B4-BE49-F238E27FC236}">
                  <a16:creationId xmlns:a16="http://schemas.microsoft.com/office/drawing/2014/main" id="{25277E78-37B2-743D-98EC-ADFE484FDD72}"/>
                </a:ext>
              </a:extLst>
            </p:cNvPr>
            <p:cNvSpPr/>
            <p:nvPr/>
          </p:nvSpPr>
          <p:spPr>
            <a:xfrm>
              <a:off x="2816917" y="507472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2" name="pt1500">
              <a:extLst>
                <a:ext uri="{FF2B5EF4-FFF2-40B4-BE49-F238E27FC236}">
                  <a16:creationId xmlns:a16="http://schemas.microsoft.com/office/drawing/2014/main" id="{3521343E-C214-56C6-5E40-DF8679F148DD}"/>
                </a:ext>
              </a:extLst>
            </p:cNvPr>
            <p:cNvSpPr/>
            <p:nvPr/>
          </p:nvSpPr>
          <p:spPr>
            <a:xfrm>
              <a:off x="4635697" y="452525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3" name="pt1501">
              <a:extLst>
                <a:ext uri="{FF2B5EF4-FFF2-40B4-BE49-F238E27FC236}">
                  <a16:creationId xmlns:a16="http://schemas.microsoft.com/office/drawing/2014/main" id="{7918AD9D-34CC-FDE1-BFAA-B9712BEEBBF1}"/>
                </a:ext>
              </a:extLst>
            </p:cNvPr>
            <p:cNvSpPr/>
            <p:nvPr/>
          </p:nvSpPr>
          <p:spPr>
            <a:xfrm>
              <a:off x="4624539" y="452907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4" name="pt1502">
              <a:extLst>
                <a:ext uri="{FF2B5EF4-FFF2-40B4-BE49-F238E27FC236}">
                  <a16:creationId xmlns:a16="http://schemas.microsoft.com/office/drawing/2014/main" id="{4B525EB9-565A-1DEE-1380-6DDEF1CB4E0B}"/>
                </a:ext>
              </a:extLst>
            </p:cNvPr>
            <p:cNvSpPr/>
            <p:nvPr/>
          </p:nvSpPr>
          <p:spPr>
            <a:xfrm>
              <a:off x="3617627" y="488869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5" name="pt1503">
              <a:extLst>
                <a:ext uri="{FF2B5EF4-FFF2-40B4-BE49-F238E27FC236}">
                  <a16:creationId xmlns:a16="http://schemas.microsoft.com/office/drawing/2014/main" id="{411B932E-F411-0A5D-23D1-DE7FEDCCC459}"/>
                </a:ext>
              </a:extLst>
            </p:cNvPr>
            <p:cNvSpPr/>
            <p:nvPr/>
          </p:nvSpPr>
          <p:spPr>
            <a:xfrm>
              <a:off x="2923311" y="499098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6" name="pt1504">
              <a:extLst>
                <a:ext uri="{FF2B5EF4-FFF2-40B4-BE49-F238E27FC236}">
                  <a16:creationId xmlns:a16="http://schemas.microsoft.com/office/drawing/2014/main" id="{B7B92C71-4954-0AEA-8998-C24ADA2E4825}"/>
                </a:ext>
              </a:extLst>
            </p:cNvPr>
            <p:cNvSpPr/>
            <p:nvPr/>
          </p:nvSpPr>
          <p:spPr>
            <a:xfrm>
              <a:off x="5224138" y="374062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7" name="pt1505">
              <a:extLst>
                <a:ext uri="{FF2B5EF4-FFF2-40B4-BE49-F238E27FC236}">
                  <a16:creationId xmlns:a16="http://schemas.microsoft.com/office/drawing/2014/main" id="{F3C8A6D4-D6C0-021C-57CB-0F0A94245D4C}"/>
                </a:ext>
              </a:extLst>
            </p:cNvPr>
            <p:cNvSpPr/>
            <p:nvPr/>
          </p:nvSpPr>
          <p:spPr>
            <a:xfrm>
              <a:off x="4593871" y="460925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8" name="pt1506">
              <a:extLst>
                <a:ext uri="{FF2B5EF4-FFF2-40B4-BE49-F238E27FC236}">
                  <a16:creationId xmlns:a16="http://schemas.microsoft.com/office/drawing/2014/main" id="{190BB71D-1DE9-58EC-3328-99CA2C392E4A}"/>
                </a:ext>
              </a:extLst>
            </p:cNvPr>
            <p:cNvSpPr/>
            <p:nvPr/>
          </p:nvSpPr>
          <p:spPr>
            <a:xfrm>
              <a:off x="4586328" y="460424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9" name="pt1507">
              <a:extLst>
                <a:ext uri="{FF2B5EF4-FFF2-40B4-BE49-F238E27FC236}">
                  <a16:creationId xmlns:a16="http://schemas.microsoft.com/office/drawing/2014/main" id="{D0FBE859-31C6-9F3B-C5D8-3D69EDF07CDB}"/>
                </a:ext>
              </a:extLst>
            </p:cNvPr>
            <p:cNvSpPr/>
            <p:nvPr/>
          </p:nvSpPr>
          <p:spPr>
            <a:xfrm>
              <a:off x="3428718" y="488925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0" name="pt1508">
              <a:extLst>
                <a:ext uri="{FF2B5EF4-FFF2-40B4-BE49-F238E27FC236}">
                  <a16:creationId xmlns:a16="http://schemas.microsoft.com/office/drawing/2014/main" id="{17D6D505-0199-196F-03F4-BA498D4BB5DE}"/>
                </a:ext>
              </a:extLst>
            </p:cNvPr>
            <p:cNvSpPr/>
            <p:nvPr/>
          </p:nvSpPr>
          <p:spPr>
            <a:xfrm>
              <a:off x="3517777" y="491443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1" name="pt1509">
              <a:extLst>
                <a:ext uri="{FF2B5EF4-FFF2-40B4-BE49-F238E27FC236}">
                  <a16:creationId xmlns:a16="http://schemas.microsoft.com/office/drawing/2014/main" id="{3D6B9F5E-15EC-28B4-783F-EA6B148C3A48}"/>
                </a:ext>
              </a:extLst>
            </p:cNvPr>
            <p:cNvSpPr/>
            <p:nvPr/>
          </p:nvSpPr>
          <p:spPr>
            <a:xfrm>
              <a:off x="4750334" y="442224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2" name="pt1510">
              <a:extLst>
                <a:ext uri="{FF2B5EF4-FFF2-40B4-BE49-F238E27FC236}">
                  <a16:creationId xmlns:a16="http://schemas.microsoft.com/office/drawing/2014/main" id="{43E95542-551E-5F37-ED2A-C94FA629B94F}"/>
                </a:ext>
              </a:extLst>
            </p:cNvPr>
            <p:cNvSpPr/>
            <p:nvPr/>
          </p:nvSpPr>
          <p:spPr>
            <a:xfrm>
              <a:off x="3248458" y="482964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3" name="pt1511">
              <a:extLst>
                <a:ext uri="{FF2B5EF4-FFF2-40B4-BE49-F238E27FC236}">
                  <a16:creationId xmlns:a16="http://schemas.microsoft.com/office/drawing/2014/main" id="{E5135417-7B2C-B46C-8926-60AF63E3C919}"/>
                </a:ext>
              </a:extLst>
            </p:cNvPr>
            <p:cNvSpPr/>
            <p:nvPr/>
          </p:nvSpPr>
          <p:spPr>
            <a:xfrm>
              <a:off x="5755984" y="297872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4" name="pt1512">
              <a:extLst>
                <a:ext uri="{FF2B5EF4-FFF2-40B4-BE49-F238E27FC236}">
                  <a16:creationId xmlns:a16="http://schemas.microsoft.com/office/drawing/2014/main" id="{07C2E34B-F7D3-2F0E-F08C-93E8D32CB3DB}"/>
                </a:ext>
              </a:extLst>
            </p:cNvPr>
            <p:cNvSpPr/>
            <p:nvPr/>
          </p:nvSpPr>
          <p:spPr>
            <a:xfrm>
              <a:off x="5695389" y="319575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5" name="pt1513">
              <a:extLst>
                <a:ext uri="{FF2B5EF4-FFF2-40B4-BE49-F238E27FC236}">
                  <a16:creationId xmlns:a16="http://schemas.microsoft.com/office/drawing/2014/main" id="{173ECA85-7941-3662-0808-700C83DDE23C}"/>
                </a:ext>
              </a:extLst>
            </p:cNvPr>
            <p:cNvSpPr/>
            <p:nvPr/>
          </p:nvSpPr>
          <p:spPr>
            <a:xfrm>
              <a:off x="5697081" y="318818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6" name="pt1514">
              <a:extLst>
                <a:ext uri="{FF2B5EF4-FFF2-40B4-BE49-F238E27FC236}">
                  <a16:creationId xmlns:a16="http://schemas.microsoft.com/office/drawing/2014/main" id="{B547A60D-F43C-3A60-9895-BBF6CC97B752}"/>
                </a:ext>
              </a:extLst>
            </p:cNvPr>
            <p:cNvSpPr/>
            <p:nvPr/>
          </p:nvSpPr>
          <p:spPr>
            <a:xfrm>
              <a:off x="4578135" y="474626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7" name="pt1515">
              <a:extLst>
                <a:ext uri="{FF2B5EF4-FFF2-40B4-BE49-F238E27FC236}">
                  <a16:creationId xmlns:a16="http://schemas.microsoft.com/office/drawing/2014/main" id="{067C793F-61E6-1B27-7ECF-D2D843DF532B}"/>
                </a:ext>
              </a:extLst>
            </p:cNvPr>
            <p:cNvSpPr/>
            <p:nvPr/>
          </p:nvSpPr>
          <p:spPr>
            <a:xfrm>
              <a:off x="3807967" y="475568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8" name="pt1516">
              <a:extLst>
                <a:ext uri="{FF2B5EF4-FFF2-40B4-BE49-F238E27FC236}">
                  <a16:creationId xmlns:a16="http://schemas.microsoft.com/office/drawing/2014/main" id="{6EFB5AB6-C535-6CFF-BC7E-65D5B7904714}"/>
                </a:ext>
              </a:extLst>
            </p:cNvPr>
            <p:cNvSpPr/>
            <p:nvPr/>
          </p:nvSpPr>
          <p:spPr>
            <a:xfrm>
              <a:off x="5764374" y="302104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9" name="pt1517">
              <a:extLst>
                <a:ext uri="{FF2B5EF4-FFF2-40B4-BE49-F238E27FC236}">
                  <a16:creationId xmlns:a16="http://schemas.microsoft.com/office/drawing/2014/main" id="{ED763E47-AD2C-A2F5-5A89-14071612D8F6}"/>
                </a:ext>
              </a:extLst>
            </p:cNvPr>
            <p:cNvSpPr/>
            <p:nvPr/>
          </p:nvSpPr>
          <p:spPr>
            <a:xfrm>
              <a:off x="5308174" y="353645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0" name="pt1518">
              <a:extLst>
                <a:ext uri="{FF2B5EF4-FFF2-40B4-BE49-F238E27FC236}">
                  <a16:creationId xmlns:a16="http://schemas.microsoft.com/office/drawing/2014/main" id="{93BB64C7-0734-9DF2-752C-4E8F20B625E8}"/>
                </a:ext>
              </a:extLst>
            </p:cNvPr>
            <p:cNvSpPr/>
            <p:nvPr/>
          </p:nvSpPr>
          <p:spPr>
            <a:xfrm>
              <a:off x="5240587" y="348585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1" name="pt1519">
              <a:extLst>
                <a:ext uri="{FF2B5EF4-FFF2-40B4-BE49-F238E27FC236}">
                  <a16:creationId xmlns:a16="http://schemas.microsoft.com/office/drawing/2014/main" id="{F9172552-2615-2D76-00D8-EAECF3E67C31}"/>
                </a:ext>
              </a:extLst>
            </p:cNvPr>
            <p:cNvSpPr/>
            <p:nvPr/>
          </p:nvSpPr>
          <p:spPr>
            <a:xfrm>
              <a:off x="6315652" y="287240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2" name="pt1520">
              <a:extLst>
                <a:ext uri="{FF2B5EF4-FFF2-40B4-BE49-F238E27FC236}">
                  <a16:creationId xmlns:a16="http://schemas.microsoft.com/office/drawing/2014/main" id="{2A4C3AB6-2837-0B87-2826-B7CE8653EDFE}"/>
                </a:ext>
              </a:extLst>
            </p:cNvPr>
            <p:cNvSpPr/>
            <p:nvPr/>
          </p:nvSpPr>
          <p:spPr>
            <a:xfrm>
              <a:off x="6316748" y="287030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3" name="pt1521">
              <a:extLst>
                <a:ext uri="{FF2B5EF4-FFF2-40B4-BE49-F238E27FC236}">
                  <a16:creationId xmlns:a16="http://schemas.microsoft.com/office/drawing/2014/main" id="{B57E0A21-8133-B914-EFE7-3CF120D5257F}"/>
                </a:ext>
              </a:extLst>
            </p:cNvPr>
            <p:cNvSpPr/>
            <p:nvPr/>
          </p:nvSpPr>
          <p:spPr>
            <a:xfrm>
              <a:off x="3181293" y="483805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4" name="pt1522">
              <a:extLst>
                <a:ext uri="{FF2B5EF4-FFF2-40B4-BE49-F238E27FC236}">
                  <a16:creationId xmlns:a16="http://schemas.microsoft.com/office/drawing/2014/main" id="{CC11C730-C17D-90BD-F19B-7F5A7A08C7F5}"/>
                </a:ext>
              </a:extLst>
            </p:cNvPr>
            <p:cNvSpPr/>
            <p:nvPr/>
          </p:nvSpPr>
          <p:spPr>
            <a:xfrm>
              <a:off x="5123546" y="381808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5" name="pt1523">
              <a:extLst>
                <a:ext uri="{FF2B5EF4-FFF2-40B4-BE49-F238E27FC236}">
                  <a16:creationId xmlns:a16="http://schemas.microsoft.com/office/drawing/2014/main" id="{3844C1CA-589E-ECEA-444B-313C65EFAAA0}"/>
                </a:ext>
              </a:extLst>
            </p:cNvPr>
            <p:cNvSpPr/>
            <p:nvPr/>
          </p:nvSpPr>
          <p:spPr>
            <a:xfrm>
              <a:off x="5115404" y="380616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6" name="pt1524">
              <a:extLst>
                <a:ext uri="{FF2B5EF4-FFF2-40B4-BE49-F238E27FC236}">
                  <a16:creationId xmlns:a16="http://schemas.microsoft.com/office/drawing/2014/main" id="{EE15C69F-0399-2317-CFB3-404814B1E8C7}"/>
                </a:ext>
              </a:extLst>
            </p:cNvPr>
            <p:cNvSpPr/>
            <p:nvPr/>
          </p:nvSpPr>
          <p:spPr>
            <a:xfrm>
              <a:off x="5236913" y="399603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7" name="pt1525">
              <a:extLst>
                <a:ext uri="{FF2B5EF4-FFF2-40B4-BE49-F238E27FC236}">
                  <a16:creationId xmlns:a16="http://schemas.microsoft.com/office/drawing/2014/main" id="{44C31C05-AFE8-4374-BA94-5CB98986C488}"/>
                </a:ext>
              </a:extLst>
            </p:cNvPr>
            <p:cNvSpPr/>
            <p:nvPr/>
          </p:nvSpPr>
          <p:spPr>
            <a:xfrm>
              <a:off x="6653971" y="254542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8" name="pt1526">
              <a:extLst>
                <a:ext uri="{FF2B5EF4-FFF2-40B4-BE49-F238E27FC236}">
                  <a16:creationId xmlns:a16="http://schemas.microsoft.com/office/drawing/2014/main" id="{64CB482C-9DB2-5F2A-EC92-F42DA77548BA}"/>
                </a:ext>
              </a:extLst>
            </p:cNvPr>
            <p:cNvSpPr/>
            <p:nvPr/>
          </p:nvSpPr>
          <p:spPr>
            <a:xfrm>
              <a:off x="5077225" y="363968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9" name="pt1527">
              <a:extLst>
                <a:ext uri="{FF2B5EF4-FFF2-40B4-BE49-F238E27FC236}">
                  <a16:creationId xmlns:a16="http://schemas.microsoft.com/office/drawing/2014/main" id="{5F5CF932-C9BC-7E91-9D24-8300110A7176}"/>
                </a:ext>
              </a:extLst>
            </p:cNvPr>
            <p:cNvSpPr/>
            <p:nvPr/>
          </p:nvSpPr>
          <p:spPr>
            <a:xfrm>
              <a:off x="5910367" y="2842694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0" name="pt1528">
              <a:extLst>
                <a:ext uri="{FF2B5EF4-FFF2-40B4-BE49-F238E27FC236}">
                  <a16:creationId xmlns:a16="http://schemas.microsoft.com/office/drawing/2014/main" id="{682A5995-5918-4DB4-0C47-A6935FE0CDE5}"/>
                </a:ext>
              </a:extLst>
            </p:cNvPr>
            <p:cNvSpPr/>
            <p:nvPr/>
          </p:nvSpPr>
          <p:spPr>
            <a:xfrm>
              <a:off x="5867473" y="286976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1" name="pt1529">
              <a:extLst>
                <a:ext uri="{FF2B5EF4-FFF2-40B4-BE49-F238E27FC236}">
                  <a16:creationId xmlns:a16="http://schemas.microsoft.com/office/drawing/2014/main" id="{D2C3CCB1-1C30-60EF-816A-5DA928397C46}"/>
                </a:ext>
              </a:extLst>
            </p:cNvPr>
            <p:cNvSpPr/>
            <p:nvPr/>
          </p:nvSpPr>
          <p:spPr>
            <a:xfrm>
              <a:off x="4977967" y="422776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2" name="pt1530">
              <a:extLst>
                <a:ext uri="{FF2B5EF4-FFF2-40B4-BE49-F238E27FC236}">
                  <a16:creationId xmlns:a16="http://schemas.microsoft.com/office/drawing/2014/main" id="{DBC5B9A7-F488-2D61-6C88-1C9EEE78C036}"/>
                </a:ext>
              </a:extLst>
            </p:cNvPr>
            <p:cNvSpPr/>
            <p:nvPr/>
          </p:nvSpPr>
          <p:spPr>
            <a:xfrm>
              <a:off x="4969215" y="425320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3" name="pt1531">
              <a:extLst>
                <a:ext uri="{FF2B5EF4-FFF2-40B4-BE49-F238E27FC236}">
                  <a16:creationId xmlns:a16="http://schemas.microsoft.com/office/drawing/2014/main" id="{8B369093-2B43-471D-BB78-A77FABDFE816}"/>
                </a:ext>
              </a:extLst>
            </p:cNvPr>
            <p:cNvSpPr/>
            <p:nvPr/>
          </p:nvSpPr>
          <p:spPr>
            <a:xfrm>
              <a:off x="5495878" y="324599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4" name="pt1532">
              <a:extLst>
                <a:ext uri="{FF2B5EF4-FFF2-40B4-BE49-F238E27FC236}">
                  <a16:creationId xmlns:a16="http://schemas.microsoft.com/office/drawing/2014/main" id="{CE3DF1CF-43FA-D4AF-2F15-3F09776A5076}"/>
                </a:ext>
              </a:extLst>
            </p:cNvPr>
            <p:cNvSpPr/>
            <p:nvPr/>
          </p:nvSpPr>
          <p:spPr>
            <a:xfrm>
              <a:off x="4154622" y="485149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5" name="pt1533">
              <a:extLst>
                <a:ext uri="{FF2B5EF4-FFF2-40B4-BE49-F238E27FC236}">
                  <a16:creationId xmlns:a16="http://schemas.microsoft.com/office/drawing/2014/main" id="{C7173E2E-345D-B8FE-A96E-DE8EDB664E88}"/>
                </a:ext>
              </a:extLst>
            </p:cNvPr>
            <p:cNvSpPr/>
            <p:nvPr/>
          </p:nvSpPr>
          <p:spPr>
            <a:xfrm>
              <a:off x="4202904" y="485056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6" name="pt1534">
              <a:extLst>
                <a:ext uri="{FF2B5EF4-FFF2-40B4-BE49-F238E27FC236}">
                  <a16:creationId xmlns:a16="http://schemas.microsoft.com/office/drawing/2014/main" id="{3D2F963E-5F77-FCFF-5EC3-380FE5A5979A}"/>
                </a:ext>
              </a:extLst>
            </p:cNvPr>
            <p:cNvSpPr/>
            <p:nvPr/>
          </p:nvSpPr>
          <p:spPr>
            <a:xfrm>
              <a:off x="5568579" y="322840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7" name="rc1535">
              <a:extLst>
                <a:ext uri="{FF2B5EF4-FFF2-40B4-BE49-F238E27FC236}">
                  <a16:creationId xmlns:a16="http://schemas.microsoft.com/office/drawing/2014/main" id="{C0808FAE-6DC0-E508-5F92-38280AFA08AB}"/>
                </a:ext>
              </a:extLst>
            </p:cNvPr>
            <p:cNvSpPr/>
            <p:nvPr/>
          </p:nvSpPr>
          <p:spPr>
            <a:xfrm>
              <a:off x="2822127" y="508461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8" name="rc1536">
              <a:extLst>
                <a:ext uri="{FF2B5EF4-FFF2-40B4-BE49-F238E27FC236}">
                  <a16:creationId xmlns:a16="http://schemas.microsoft.com/office/drawing/2014/main" id="{7ADC12B0-B588-F0A4-7684-55086E04F603}"/>
                </a:ext>
              </a:extLst>
            </p:cNvPr>
            <p:cNvSpPr/>
            <p:nvPr/>
          </p:nvSpPr>
          <p:spPr>
            <a:xfrm>
              <a:off x="3524907" y="4921359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9" name="rc1537">
              <a:extLst>
                <a:ext uri="{FF2B5EF4-FFF2-40B4-BE49-F238E27FC236}">
                  <a16:creationId xmlns:a16="http://schemas.microsoft.com/office/drawing/2014/main" id="{A59020D3-99FE-90FF-6183-C835F3B24785}"/>
                </a:ext>
              </a:extLst>
            </p:cNvPr>
            <p:cNvSpPr/>
            <p:nvPr/>
          </p:nvSpPr>
          <p:spPr>
            <a:xfrm>
              <a:off x="4586054" y="475432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0" name="rc1538">
              <a:extLst>
                <a:ext uri="{FF2B5EF4-FFF2-40B4-BE49-F238E27FC236}">
                  <a16:creationId xmlns:a16="http://schemas.microsoft.com/office/drawing/2014/main" id="{D00DC09A-5BE3-CB92-CCA6-A1B9B7886AA7}"/>
                </a:ext>
              </a:extLst>
            </p:cNvPr>
            <p:cNvSpPr/>
            <p:nvPr/>
          </p:nvSpPr>
          <p:spPr>
            <a:xfrm>
              <a:off x="5106674" y="380568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1" name="rc1539">
              <a:extLst>
                <a:ext uri="{FF2B5EF4-FFF2-40B4-BE49-F238E27FC236}">
                  <a16:creationId xmlns:a16="http://schemas.microsoft.com/office/drawing/2014/main" id="{AA42DEB9-4DE8-2481-EFED-0C8D89472FA1}"/>
                </a:ext>
              </a:extLst>
            </p:cNvPr>
            <p:cNvSpPr/>
            <p:nvPr/>
          </p:nvSpPr>
          <p:spPr>
            <a:xfrm>
              <a:off x="5143057" y="369788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2" name="rc1540">
              <a:extLst>
                <a:ext uri="{FF2B5EF4-FFF2-40B4-BE49-F238E27FC236}">
                  <a16:creationId xmlns:a16="http://schemas.microsoft.com/office/drawing/2014/main" id="{0E408087-6083-C383-F70C-ACD8A5F465B5}"/>
                </a:ext>
              </a:extLst>
            </p:cNvPr>
            <p:cNvSpPr/>
            <p:nvPr/>
          </p:nvSpPr>
          <p:spPr>
            <a:xfrm>
              <a:off x="5138863" y="380059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3" name="rc1541">
              <a:extLst>
                <a:ext uri="{FF2B5EF4-FFF2-40B4-BE49-F238E27FC236}">
                  <a16:creationId xmlns:a16="http://schemas.microsoft.com/office/drawing/2014/main" id="{25CE8E6C-8FE1-3AB8-B5BF-A54C7F2C6895}"/>
                </a:ext>
              </a:extLst>
            </p:cNvPr>
            <p:cNvSpPr/>
            <p:nvPr/>
          </p:nvSpPr>
          <p:spPr>
            <a:xfrm>
              <a:off x="5764175" y="2987136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4" name="rc1542">
              <a:extLst>
                <a:ext uri="{FF2B5EF4-FFF2-40B4-BE49-F238E27FC236}">
                  <a16:creationId xmlns:a16="http://schemas.microsoft.com/office/drawing/2014/main" id="{2D7FB16F-8888-3CDF-04FD-E8C20616B56A}"/>
                </a:ext>
              </a:extLst>
            </p:cNvPr>
            <p:cNvSpPr/>
            <p:nvPr/>
          </p:nvSpPr>
          <p:spPr>
            <a:xfrm>
              <a:off x="5916577" y="2856313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5" name="pl1543">
              <a:extLst>
                <a:ext uri="{FF2B5EF4-FFF2-40B4-BE49-F238E27FC236}">
                  <a16:creationId xmlns:a16="http://schemas.microsoft.com/office/drawing/2014/main" id="{D066D246-2B5A-A718-0244-2B0121B205A7}"/>
                </a:ext>
              </a:extLst>
            </p:cNvPr>
            <p:cNvSpPr/>
            <p:nvPr/>
          </p:nvSpPr>
          <p:spPr>
            <a:xfrm>
              <a:off x="2882250" y="4927853"/>
              <a:ext cx="3674" cy="207552"/>
            </a:xfrm>
            <a:custGeom>
              <a:avLst/>
              <a:gdLst/>
              <a:ahLst/>
              <a:cxnLst/>
              <a:rect l="0" t="0" r="0" b="0"/>
              <a:pathLst>
                <a:path w="3674" h="207552">
                  <a:moveTo>
                    <a:pt x="0" y="0"/>
                  </a:moveTo>
                  <a:lnTo>
                    <a:pt x="3674" y="20755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6" name="pl1544">
              <a:extLst>
                <a:ext uri="{FF2B5EF4-FFF2-40B4-BE49-F238E27FC236}">
                  <a16:creationId xmlns:a16="http://schemas.microsoft.com/office/drawing/2014/main" id="{BABECDCA-95FA-5E93-0D6A-DB36A08E8F47}"/>
                </a:ext>
              </a:extLst>
            </p:cNvPr>
            <p:cNvSpPr/>
            <p:nvPr/>
          </p:nvSpPr>
          <p:spPr>
            <a:xfrm>
              <a:off x="3459099" y="4644472"/>
              <a:ext cx="125021" cy="328267"/>
            </a:xfrm>
            <a:custGeom>
              <a:avLst/>
              <a:gdLst/>
              <a:ahLst/>
              <a:cxnLst/>
              <a:rect l="0" t="0" r="0" b="0"/>
              <a:pathLst>
                <a:path w="125021" h="328267">
                  <a:moveTo>
                    <a:pt x="0" y="0"/>
                  </a:moveTo>
                  <a:lnTo>
                    <a:pt x="125021" y="32826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7" name="pl1545">
              <a:extLst>
                <a:ext uri="{FF2B5EF4-FFF2-40B4-BE49-F238E27FC236}">
                  <a16:creationId xmlns:a16="http://schemas.microsoft.com/office/drawing/2014/main" id="{682F707A-8C2D-112E-1112-BA5A4731ED6A}"/>
                </a:ext>
              </a:extLst>
            </p:cNvPr>
            <p:cNvSpPr/>
            <p:nvPr/>
          </p:nvSpPr>
          <p:spPr>
            <a:xfrm>
              <a:off x="4468118" y="4564007"/>
              <a:ext cx="173779" cy="242905"/>
            </a:xfrm>
            <a:custGeom>
              <a:avLst/>
              <a:gdLst/>
              <a:ahLst/>
              <a:cxnLst/>
              <a:rect l="0" t="0" r="0" b="0"/>
              <a:pathLst>
                <a:path w="173779" h="242905">
                  <a:moveTo>
                    <a:pt x="0" y="0"/>
                  </a:moveTo>
                  <a:lnTo>
                    <a:pt x="173779" y="2429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8" name="pl1546">
              <a:extLst>
                <a:ext uri="{FF2B5EF4-FFF2-40B4-BE49-F238E27FC236}">
                  <a16:creationId xmlns:a16="http://schemas.microsoft.com/office/drawing/2014/main" id="{AA694B9C-C645-4713-B6B4-FBA829E53DB0}"/>
                </a:ext>
              </a:extLst>
            </p:cNvPr>
            <p:cNvSpPr/>
            <p:nvPr/>
          </p:nvSpPr>
          <p:spPr>
            <a:xfrm>
              <a:off x="5785191" y="2838477"/>
              <a:ext cx="40372" cy="199621"/>
            </a:xfrm>
            <a:custGeom>
              <a:avLst/>
              <a:gdLst/>
              <a:ahLst/>
              <a:cxnLst/>
              <a:rect l="0" t="0" r="0" b="0"/>
              <a:pathLst>
                <a:path w="40372" h="199621">
                  <a:moveTo>
                    <a:pt x="0" y="0"/>
                  </a:moveTo>
                  <a:lnTo>
                    <a:pt x="40372" y="1996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9" name="pl1547">
              <a:extLst>
                <a:ext uri="{FF2B5EF4-FFF2-40B4-BE49-F238E27FC236}">
                  <a16:creationId xmlns:a16="http://schemas.microsoft.com/office/drawing/2014/main" id="{AA0A9E28-FAB0-7F77-9D45-52F69C3CC571}"/>
                </a:ext>
              </a:extLst>
            </p:cNvPr>
            <p:cNvSpPr/>
            <p:nvPr/>
          </p:nvSpPr>
          <p:spPr>
            <a:xfrm>
              <a:off x="5864123" y="2615021"/>
              <a:ext cx="111659" cy="292673"/>
            </a:xfrm>
            <a:custGeom>
              <a:avLst/>
              <a:gdLst/>
              <a:ahLst/>
              <a:cxnLst/>
              <a:rect l="0" t="0" r="0" b="0"/>
              <a:pathLst>
                <a:path w="111659" h="292673">
                  <a:moveTo>
                    <a:pt x="0" y="0"/>
                  </a:moveTo>
                  <a:lnTo>
                    <a:pt x="111659" y="2926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0" name="pg1548">
              <a:extLst>
                <a:ext uri="{FF2B5EF4-FFF2-40B4-BE49-F238E27FC236}">
                  <a16:creationId xmlns:a16="http://schemas.microsoft.com/office/drawing/2014/main" id="{7375190F-F89C-961F-6224-F3D2EC38C8C8}"/>
                </a:ext>
              </a:extLst>
            </p:cNvPr>
            <p:cNvSpPr/>
            <p:nvPr/>
          </p:nvSpPr>
          <p:spPr>
            <a:xfrm>
              <a:off x="2618628" y="4735921"/>
              <a:ext cx="527243" cy="191932"/>
            </a:xfrm>
            <a:custGeom>
              <a:avLst/>
              <a:gdLst/>
              <a:ahLst/>
              <a:cxnLst/>
              <a:rect l="0" t="0" r="0" b="0"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2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1" name="tx1549">
              <a:extLst>
                <a:ext uri="{FF2B5EF4-FFF2-40B4-BE49-F238E27FC236}">
                  <a16:creationId xmlns:a16="http://schemas.microsoft.com/office/drawing/2014/main" id="{37771609-DC11-EB5A-25ED-DFD4B335AF45}"/>
                </a:ext>
              </a:extLst>
            </p:cNvPr>
            <p:cNvSpPr/>
            <p:nvPr/>
          </p:nvSpPr>
          <p:spPr>
            <a:xfrm>
              <a:off x="2664348" y="4781641"/>
              <a:ext cx="435803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172" name="pg1550">
              <a:extLst>
                <a:ext uri="{FF2B5EF4-FFF2-40B4-BE49-F238E27FC236}">
                  <a16:creationId xmlns:a16="http://schemas.microsoft.com/office/drawing/2014/main" id="{450EF349-A80F-EFDA-9F80-89CF634F6BE0}"/>
                </a:ext>
              </a:extLst>
            </p:cNvPr>
            <p:cNvSpPr/>
            <p:nvPr/>
          </p:nvSpPr>
          <p:spPr>
            <a:xfrm>
              <a:off x="3192592" y="4452539"/>
              <a:ext cx="519562" cy="191932"/>
            </a:xfrm>
            <a:custGeom>
              <a:avLst/>
              <a:gdLst/>
              <a:ahLst/>
              <a:cxnLst/>
              <a:rect l="0" t="0" r="0" b="0"/>
              <a:pathLst>
                <a:path w="519562" h="191932">
                  <a:moveTo>
                    <a:pt x="27431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1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3" name="tx1551">
              <a:extLst>
                <a:ext uri="{FF2B5EF4-FFF2-40B4-BE49-F238E27FC236}">
                  <a16:creationId xmlns:a16="http://schemas.microsoft.com/office/drawing/2014/main" id="{80AE454E-88C9-2A82-3994-2DFF277A0908}"/>
                </a:ext>
              </a:extLst>
            </p:cNvPr>
            <p:cNvSpPr/>
            <p:nvPr/>
          </p:nvSpPr>
          <p:spPr>
            <a:xfrm>
              <a:off x="3238312" y="4498259"/>
              <a:ext cx="428122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74" name="pg1552">
              <a:extLst>
                <a:ext uri="{FF2B5EF4-FFF2-40B4-BE49-F238E27FC236}">
                  <a16:creationId xmlns:a16="http://schemas.microsoft.com/office/drawing/2014/main" id="{7F0D37AF-8451-527A-123C-5B82B4196F65}"/>
                </a:ext>
              </a:extLst>
            </p:cNvPr>
            <p:cNvSpPr/>
            <p:nvPr/>
          </p:nvSpPr>
          <p:spPr>
            <a:xfrm>
              <a:off x="4170412" y="4372075"/>
              <a:ext cx="511698" cy="191932"/>
            </a:xfrm>
            <a:custGeom>
              <a:avLst/>
              <a:gdLst/>
              <a:ahLst/>
              <a:cxnLst/>
              <a:rect l="0" t="0" r="0" b="0"/>
              <a:pathLst>
                <a:path w="511698" h="191932">
                  <a:moveTo>
                    <a:pt x="27432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5" name="tx1553">
              <a:extLst>
                <a:ext uri="{FF2B5EF4-FFF2-40B4-BE49-F238E27FC236}">
                  <a16:creationId xmlns:a16="http://schemas.microsoft.com/office/drawing/2014/main" id="{0BEA6AC0-8F6C-AC9B-126E-32CDC25CEB7F}"/>
                </a:ext>
              </a:extLst>
            </p:cNvPr>
            <p:cNvSpPr/>
            <p:nvPr/>
          </p:nvSpPr>
          <p:spPr>
            <a:xfrm>
              <a:off x="4216132" y="4417795"/>
              <a:ext cx="420258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176" name="pg1554">
              <a:extLst>
                <a:ext uri="{FF2B5EF4-FFF2-40B4-BE49-F238E27FC236}">
                  <a16:creationId xmlns:a16="http://schemas.microsoft.com/office/drawing/2014/main" id="{F8C66409-B29C-A6E5-57D3-8AB2D4514795}"/>
                </a:ext>
              </a:extLst>
            </p:cNvPr>
            <p:cNvSpPr/>
            <p:nvPr/>
          </p:nvSpPr>
          <p:spPr>
            <a:xfrm>
              <a:off x="5234722" y="2706428"/>
              <a:ext cx="550468" cy="191932"/>
            </a:xfrm>
            <a:custGeom>
              <a:avLst/>
              <a:gdLst/>
              <a:ahLst/>
              <a:cxnLst/>
              <a:rect l="0" t="0" r="0" b="0"/>
              <a:pathLst>
                <a:path w="550468" h="191932">
                  <a:moveTo>
                    <a:pt x="27431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7" name="tx1555">
              <a:extLst>
                <a:ext uri="{FF2B5EF4-FFF2-40B4-BE49-F238E27FC236}">
                  <a16:creationId xmlns:a16="http://schemas.microsoft.com/office/drawing/2014/main" id="{7BD8E97B-38C1-463C-F812-CE4EE8BF79BC}"/>
                </a:ext>
              </a:extLst>
            </p:cNvPr>
            <p:cNvSpPr/>
            <p:nvPr/>
          </p:nvSpPr>
          <p:spPr>
            <a:xfrm>
              <a:off x="5280442" y="2752148"/>
              <a:ext cx="459028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178" name="pg1556">
              <a:extLst>
                <a:ext uri="{FF2B5EF4-FFF2-40B4-BE49-F238E27FC236}">
                  <a16:creationId xmlns:a16="http://schemas.microsoft.com/office/drawing/2014/main" id="{169E3035-7F85-0336-0685-98DFFD02FFE1}"/>
                </a:ext>
              </a:extLst>
            </p:cNvPr>
            <p:cNvSpPr/>
            <p:nvPr/>
          </p:nvSpPr>
          <p:spPr>
            <a:xfrm>
              <a:off x="5578899" y="2423089"/>
              <a:ext cx="558332" cy="191932"/>
            </a:xfrm>
            <a:custGeom>
              <a:avLst/>
              <a:gdLst/>
              <a:ahLst/>
              <a:cxnLst/>
              <a:rect l="0" t="0" r="0" b="0"/>
              <a:pathLst>
                <a:path w="558332" h="191932">
                  <a:moveTo>
                    <a:pt x="27432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1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9" name="tx1557">
              <a:extLst>
                <a:ext uri="{FF2B5EF4-FFF2-40B4-BE49-F238E27FC236}">
                  <a16:creationId xmlns:a16="http://schemas.microsoft.com/office/drawing/2014/main" id="{95B563DD-CFAA-D446-6BFE-2C84AFF1FB30}"/>
                </a:ext>
              </a:extLst>
            </p:cNvPr>
            <p:cNvSpPr/>
            <p:nvPr/>
          </p:nvSpPr>
          <p:spPr>
            <a:xfrm>
              <a:off x="5624619" y="2468809"/>
              <a:ext cx="466892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180" name="pl1558">
              <a:extLst>
                <a:ext uri="{FF2B5EF4-FFF2-40B4-BE49-F238E27FC236}">
                  <a16:creationId xmlns:a16="http://schemas.microsoft.com/office/drawing/2014/main" id="{D60A4779-186A-C97C-A5F4-D2E313DD367B}"/>
                </a:ext>
              </a:extLst>
            </p:cNvPr>
            <p:cNvSpPr/>
            <p:nvPr/>
          </p:nvSpPr>
          <p:spPr>
            <a:xfrm>
              <a:off x="2572908" y="2077614"/>
              <a:ext cx="0" cy="3643333"/>
            </a:xfrm>
            <a:custGeom>
              <a:avLst/>
              <a:gdLst/>
              <a:ahLst/>
              <a:cxnLst/>
              <a:rect l="0" t="0" r="0" b="0"/>
              <a:pathLst>
                <a:path h="3643333">
                  <a:moveTo>
                    <a:pt x="0" y="364333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81" name="tx1559">
              <a:extLst>
                <a:ext uri="{FF2B5EF4-FFF2-40B4-BE49-F238E27FC236}">
                  <a16:creationId xmlns:a16="http://schemas.microsoft.com/office/drawing/2014/main" id="{45D0A565-6E51-C60A-276B-F83A6B296288}"/>
                </a:ext>
              </a:extLst>
            </p:cNvPr>
            <p:cNvSpPr/>
            <p:nvPr/>
          </p:nvSpPr>
          <p:spPr>
            <a:xfrm>
              <a:off x="2260556" y="553980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82" name="tx1560">
              <a:extLst>
                <a:ext uri="{FF2B5EF4-FFF2-40B4-BE49-F238E27FC236}">
                  <a16:creationId xmlns:a16="http://schemas.microsoft.com/office/drawing/2014/main" id="{5B3FDD70-5D47-3982-D3D4-74C54C363267}"/>
                </a:ext>
              </a:extLst>
            </p:cNvPr>
            <p:cNvSpPr/>
            <p:nvPr/>
          </p:nvSpPr>
          <p:spPr>
            <a:xfrm>
              <a:off x="2384914" y="55214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3" name="tx1561">
              <a:extLst>
                <a:ext uri="{FF2B5EF4-FFF2-40B4-BE49-F238E27FC236}">
                  <a16:creationId xmlns:a16="http://schemas.microsoft.com/office/drawing/2014/main" id="{B7EEB3E9-6D83-5D74-5F2E-6E89670DA208}"/>
                </a:ext>
              </a:extLst>
            </p:cNvPr>
            <p:cNvSpPr/>
            <p:nvPr/>
          </p:nvSpPr>
          <p:spPr>
            <a:xfrm>
              <a:off x="2429628" y="553980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4" name="tx1562">
              <a:extLst>
                <a:ext uri="{FF2B5EF4-FFF2-40B4-BE49-F238E27FC236}">
                  <a16:creationId xmlns:a16="http://schemas.microsoft.com/office/drawing/2014/main" id="{BE982F73-2A99-64B3-8885-4BD9E8DD4836}"/>
                </a:ext>
              </a:extLst>
            </p:cNvPr>
            <p:cNvSpPr/>
            <p:nvPr/>
          </p:nvSpPr>
          <p:spPr>
            <a:xfrm>
              <a:off x="2260556" y="483907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185" name="tx1563">
              <a:extLst>
                <a:ext uri="{FF2B5EF4-FFF2-40B4-BE49-F238E27FC236}">
                  <a16:creationId xmlns:a16="http://schemas.microsoft.com/office/drawing/2014/main" id="{41F2DE96-1238-C7C0-2DC8-148DB2C025E9}"/>
                </a:ext>
              </a:extLst>
            </p:cNvPr>
            <p:cNvSpPr/>
            <p:nvPr/>
          </p:nvSpPr>
          <p:spPr>
            <a:xfrm>
              <a:off x="2384914" y="4820697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6" name="tx1564">
              <a:extLst>
                <a:ext uri="{FF2B5EF4-FFF2-40B4-BE49-F238E27FC236}">
                  <a16:creationId xmlns:a16="http://schemas.microsoft.com/office/drawing/2014/main" id="{19F2E735-31C2-81E0-45DC-1048EC16D36E}"/>
                </a:ext>
              </a:extLst>
            </p:cNvPr>
            <p:cNvSpPr/>
            <p:nvPr/>
          </p:nvSpPr>
          <p:spPr>
            <a:xfrm>
              <a:off x="2429628" y="4839076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7" name="tx1565">
              <a:extLst>
                <a:ext uri="{FF2B5EF4-FFF2-40B4-BE49-F238E27FC236}">
                  <a16:creationId xmlns:a16="http://schemas.microsoft.com/office/drawing/2014/main" id="{F45A9F20-605F-A5AD-646F-6BCFFEC574D9}"/>
                </a:ext>
              </a:extLst>
            </p:cNvPr>
            <p:cNvSpPr/>
            <p:nvPr/>
          </p:nvSpPr>
          <p:spPr>
            <a:xfrm>
              <a:off x="2260556" y="413843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188" name="tx1566">
              <a:extLst>
                <a:ext uri="{FF2B5EF4-FFF2-40B4-BE49-F238E27FC236}">
                  <a16:creationId xmlns:a16="http://schemas.microsoft.com/office/drawing/2014/main" id="{42852505-11B1-D086-16F7-62E31B1B684C}"/>
                </a:ext>
              </a:extLst>
            </p:cNvPr>
            <p:cNvSpPr/>
            <p:nvPr/>
          </p:nvSpPr>
          <p:spPr>
            <a:xfrm>
              <a:off x="2384914" y="412005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9" name="tx1567">
              <a:extLst>
                <a:ext uri="{FF2B5EF4-FFF2-40B4-BE49-F238E27FC236}">
                  <a16:creationId xmlns:a16="http://schemas.microsoft.com/office/drawing/2014/main" id="{115BE71A-4F3F-D646-4013-29000E5EC46E}"/>
                </a:ext>
              </a:extLst>
            </p:cNvPr>
            <p:cNvSpPr/>
            <p:nvPr/>
          </p:nvSpPr>
          <p:spPr>
            <a:xfrm>
              <a:off x="2429628" y="413843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0" name="tx1568">
              <a:extLst>
                <a:ext uri="{FF2B5EF4-FFF2-40B4-BE49-F238E27FC236}">
                  <a16:creationId xmlns:a16="http://schemas.microsoft.com/office/drawing/2014/main" id="{03714CE4-C67B-624A-59D4-F7311BDFEB59}"/>
                </a:ext>
              </a:extLst>
            </p:cNvPr>
            <p:cNvSpPr/>
            <p:nvPr/>
          </p:nvSpPr>
          <p:spPr>
            <a:xfrm>
              <a:off x="2260556" y="343779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191" name="tx1569">
              <a:extLst>
                <a:ext uri="{FF2B5EF4-FFF2-40B4-BE49-F238E27FC236}">
                  <a16:creationId xmlns:a16="http://schemas.microsoft.com/office/drawing/2014/main" id="{5F222BDD-AAB3-AD80-B575-7A905AF5A9D7}"/>
                </a:ext>
              </a:extLst>
            </p:cNvPr>
            <p:cNvSpPr/>
            <p:nvPr/>
          </p:nvSpPr>
          <p:spPr>
            <a:xfrm>
              <a:off x="2384914" y="341941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2" name="tx1570">
              <a:extLst>
                <a:ext uri="{FF2B5EF4-FFF2-40B4-BE49-F238E27FC236}">
                  <a16:creationId xmlns:a16="http://schemas.microsoft.com/office/drawing/2014/main" id="{470DE553-8189-E54A-8DBD-4BA2436E3092}"/>
                </a:ext>
              </a:extLst>
            </p:cNvPr>
            <p:cNvSpPr/>
            <p:nvPr/>
          </p:nvSpPr>
          <p:spPr>
            <a:xfrm>
              <a:off x="2429628" y="343779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3" name="tx1571">
              <a:extLst>
                <a:ext uri="{FF2B5EF4-FFF2-40B4-BE49-F238E27FC236}">
                  <a16:creationId xmlns:a16="http://schemas.microsoft.com/office/drawing/2014/main" id="{135F5FA0-5E57-1082-86C5-22103F30E739}"/>
                </a:ext>
              </a:extLst>
            </p:cNvPr>
            <p:cNvSpPr/>
            <p:nvPr/>
          </p:nvSpPr>
          <p:spPr>
            <a:xfrm>
              <a:off x="2260556" y="273724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194" name="tx1572">
              <a:extLst>
                <a:ext uri="{FF2B5EF4-FFF2-40B4-BE49-F238E27FC236}">
                  <a16:creationId xmlns:a16="http://schemas.microsoft.com/office/drawing/2014/main" id="{CA83EDAD-B774-75C5-F775-FBEC338150A1}"/>
                </a:ext>
              </a:extLst>
            </p:cNvPr>
            <p:cNvSpPr/>
            <p:nvPr/>
          </p:nvSpPr>
          <p:spPr>
            <a:xfrm>
              <a:off x="2384914" y="271886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5" name="tx1573">
              <a:extLst>
                <a:ext uri="{FF2B5EF4-FFF2-40B4-BE49-F238E27FC236}">
                  <a16:creationId xmlns:a16="http://schemas.microsoft.com/office/drawing/2014/main" id="{24916614-E021-0C7F-5C40-7BDEF7755C4D}"/>
                </a:ext>
              </a:extLst>
            </p:cNvPr>
            <p:cNvSpPr/>
            <p:nvPr/>
          </p:nvSpPr>
          <p:spPr>
            <a:xfrm>
              <a:off x="2429628" y="273724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6" name="tx1574">
              <a:extLst>
                <a:ext uri="{FF2B5EF4-FFF2-40B4-BE49-F238E27FC236}">
                  <a16:creationId xmlns:a16="http://schemas.microsoft.com/office/drawing/2014/main" id="{C990E2A1-185A-A0FB-B53A-5AA79FE3F598}"/>
                </a:ext>
              </a:extLst>
            </p:cNvPr>
            <p:cNvSpPr/>
            <p:nvPr/>
          </p:nvSpPr>
          <p:spPr>
            <a:xfrm>
              <a:off x="2260556" y="203651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97" name="tx1575">
              <a:extLst>
                <a:ext uri="{FF2B5EF4-FFF2-40B4-BE49-F238E27FC236}">
                  <a16:creationId xmlns:a16="http://schemas.microsoft.com/office/drawing/2014/main" id="{45FB7831-1B5C-153D-AE80-BF64541165E8}"/>
                </a:ext>
              </a:extLst>
            </p:cNvPr>
            <p:cNvSpPr/>
            <p:nvPr/>
          </p:nvSpPr>
          <p:spPr>
            <a:xfrm>
              <a:off x="2384914" y="2018132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8" name="tx1576">
              <a:extLst>
                <a:ext uri="{FF2B5EF4-FFF2-40B4-BE49-F238E27FC236}">
                  <a16:creationId xmlns:a16="http://schemas.microsoft.com/office/drawing/2014/main" id="{B861043D-F8F2-DFAE-33D7-8DD3E8806E10}"/>
                </a:ext>
              </a:extLst>
            </p:cNvPr>
            <p:cNvSpPr/>
            <p:nvPr/>
          </p:nvSpPr>
          <p:spPr>
            <a:xfrm>
              <a:off x="2429628" y="2036512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9" name="pl1577">
              <a:extLst>
                <a:ext uri="{FF2B5EF4-FFF2-40B4-BE49-F238E27FC236}">
                  <a16:creationId xmlns:a16="http://schemas.microsoft.com/office/drawing/2014/main" id="{D664D86C-97C0-D407-87B0-564B0088F06A}"/>
                </a:ext>
              </a:extLst>
            </p:cNvPr>
            <p:cNvSpPr/>
            <p:nvPr/>
          </p:nvSpPr>
          <p:spPr>
            <a:xfrm>
              <a:off x="2538114" y="558081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0" name="pl1578">
              <a:extLst>
                <a:ext uri="{FF2B5EF4-FFF2-40B4-BE49-F238E27FC236}">
                  <a16:creationId xmlns:a16="http://schemas.microsoft.com/office/drawing/2014/main" id="{1DF79323-E0B3-B5BE-EC03-4026C472496A}"/>
                </a:ext>
              </a:extLst>
            </p:cNvPr>
            <p:cNvSpPr/>
            <p:nvPr/>
          </p:nvSpPr>
          <p:spPr>
            <a:xfrm>
              <a:off x="2538114" y="488017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1" name="pl1579">
              <a:extLst>
                <a:ext uri="{FF2B5EF4-FFF2-40B4-BE49-F238E27FC236}">
                  <a16:creationId xmlns:a16="http://schemas.microsoft.com/office/drawing/2014/main" id="{13969B76-D3CC-E29F-B940-E02BBE92E85D}"/>
                </a:ext>
              </a:extLst>
            </p:cNvPr>
            <p:cNvSpPr/>
            <p:nvPr/>
          </p:nvSpPr>
          <p:spPr>
            <a:xfrm>
              <a:off x="2538114" y="41795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2" name="pl1580">
              <a:extLst>
                <a:ext uri="{FF2B5EF4-FFF2-40B4-BE49-F238E27FC236}">
                  <a16:creationId xmlns:a16="http://schemas.microsoft.com/office/drawing/2014/main" id="{7EA8A604-DD2D-4039-776C-9FEC2381FEA9}"/>
                </a:ext>
              </a:extLst>
            </p:cNvPr>
            <p:cNvSpPr/>
            <p:nvPr/>
          </p:nvSpPr>
          <p:spPr>
            <a:xfrm>
              <a:off x="2538114" y="347889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3" name="pl1581">
              <a:extLst>
                <a:ext uri="{FF2B5EF4-FFF2-40B4-BE49-F238E27FC236}">
                  <a16:creationId xmlns:a16="http://schemas.microsoft.com/office/drawing/2014/main" id="{D57EAE9E-214A-7ECC-DD6F-CE96954270E4}"/>
                </a:ext>
              </a:extLst>
            </p:cNvPr>
            <p:cNvSpPr/>
            <p:nvPr/>
          </p:nvSpPr>
          <p:spPr>
            <a:xfrm>
              <a:off x="2538114" y="277825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4" name="pl1582">
              <a:extLst>
                <a:ext uri="{FF2B5EF4-FFF2-40B4-BE49-F238E27FC236}">
                  <a16:creationId xmlns:a16="http://schemas.microsoft.com/office/drawing/2014/main" id="{C76F2C5E-308F-BADB-CD65-4B71534D8EF3}"/>
                </a:ext>
              </a:extLst>
            </p:cNvPr>
            <p:cNvSpPr/>
            <p:nvPr/>
          </p:nvSpPr>
          <p:spPr>
            <a:xfrm>
              <a:off x="2538114" y="207761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5" name="pl1583">
              <a:extLst>
                <a:ext uri="{FF2B5EF4-FFF2-40B4-BE49-F238E27FC236}">
                  <a16:creationId xmlns:a16="http://schemas.microsoft.com/office/drawing/2014/main" id="{ED7BAF94-C44B-D8B7-552A-8BC0E6C74A75}"/>
                </a:ext>
              </a:extLst>
            </p:cNvPr>
            <p:cNvSpPr/>
            <p:nvPr/>
          </p:nvSpPr>
          <p:spPr>
            <a:xfrm>
              <a:off x="2572908" y="5720948"/>
              <a:ext cx="4476454" cy="0"/>
            </a:xfrm>
            <a:custGeom>
              <a:avLst/>
              <a:gdLst/>
              <a:ahLst/>
              <a:cxnLst/>
              <a:rect l="0" t="0" r="0" b="0"/>
              <a:pathLst>
                <a:path w="4476454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6" name="pl1584">
              <a:extLst>
                <a:ext uri="{FF2B5EF4-FFF2-40B4-BE49-F238E27FC236}">
                  <a16:creationId xmlns:a16="http://schemas.microsoft.com/office/drawing/2014/main" id="{FCA00C39-0D9D-235A-087F-4ABBBA440BA7}"/>
                </a:ext>
              </a:extLst>
            </p:cNvPr>
            <p:cNvSpPr/>
            <p:nvPr/>
          </p:nvSpPr>
          <p:spPr>
            <a:xfrm>
              <a:off x="2572908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7" name="pl1585">
              <a:extLst>
                <a:ext uri="{FF2B5EF4-FFF2-40B4-BE49-F238E27FC236}">
                  <a16:creationId xmlns:a16="http://schemas.microsoft.com/office/drawing/2014/main" id="{4A1032BC-D7C4-076D-2CEC-1460B733A84B}"/>
                </a:ext>
              </a:extLst>
            </p:cNvPr>
            <p:cNvSpPr/>
            <p:nvPr/>
          </p:nvSpPr>
          <p:spPr>
            <a:xfrm>
              <a:off x="3132465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8" name="pl1586">
              <a:extLst>
                <a:ext uri="{FF2B5EF4-FFF2-40B4-BE49-F238E27FC236}">
                  <a16:creationId xmlns:a16="http://schemas.microsoft.com/office/drawing/2014/main" id="{247971BB-EACD-6ED0-7951-6B238DF5E0CF}"/>
                </a:ext>
              </a:extLst>
            </p:cNvPr>
            <p:cNvSpPr/>
            <p:nvPr/>
          </p:nvSpPr>
          <p:spPr>
            <a:xfrm>
              <a:off x="369202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9" name="pl1587">
              <a:extLst>
                <a:ext uri="{FF2B5EF4-FFF2-40B4-BE49-F238E27FC236}">
                  <a16:creationId xmlns:a16="http://schemas.microsoft.com/office/drawing/2014/main" id="{CE63E103-ED82-C464-DB96-E597E4B9E846}"/>
                </a:ext>
              </a:extLst>
            </p:cNvPr>
            <p:cNvSpPr/>
            <p:nvPr/>
          </p:nvSpPr>
          <p:spPr>
            <a:xfrm>
              <a:off x="4251579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0" name="pl1588">
              <a:extLst>
                <a:ext uri="{FF2B5EF4-FFF2-40B4-BE49-F238E27FC236}">
                  <a16:creationId xmlns:a16="http://schemas.microsoft.com/office/drawing/2014/main" id="{CD4B8807-457F-D208-E222-A32B3C337B86}"/>
                </a:ext>
              </a:extLst>
            </p:cNvPr>
            <p:cNvSpPr/>
            <p:nvPr/>
          </p:nvSpPr>
          <p:spPr>
            <a:xfrm>
              <a:off x="481113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1" name="pl1589">
              <a:extLst>
                <a:ext uri="{FF2B5EF4-FFF2-40B4-BE49-F238E27FC236}">
                  <a16:creationId xmlns:a16="http://schemas.microsoft.com/office/drawing/2014/main" id="{AE3FB067-7E09-DB71-0775-2B067F31DF9A}"/>
                </a:ext>
              </a:extLst>
            </p:cNvPr>
            <p:cNvSpPr/>
            <p:nvPr/>
          </p:nvSpPr>
          <p:spPr>
            <a:xfrm>
              <a:off x="537069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2" name="pl1590">
              <a:extLst>
                <a:ext uri="{FF2B5EF4-FFF2-40B4-BE49-F238E27FC236}">
                  <a16:creationId xmlns:a16="http://schemas.microsoft.com/office/drawing/2014/main" id="{0B5F06FB-DC01-5E49-1206-F8708A4BF230}"/>
                </a:ext>
              </a:extLst>
            </p:cNvPr>
            <p:cNvSpPr/>
            <p:nvPr/>
          </p:nvSpPr>
          <p:spPr>
            <a:xfrm>
              <a:off x="5930249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3" name="pl1591">
              <a:extLst>
                <a:ext uri="{FF2B5EF4-FFF2-40B4-BE49-F238E27FC236}">
                  <a16:creationId xmlns:a16="http://schemas.microsoft.com/office/drawing/2014/main" id="{5D36A3FE-B66C-D02D-27E4-F072F2FDC495}"/>
                </a:ext>
              </a:extLst>
            </p:cNvPr>
            <p:cNvSpPr/>
            <p:nvPr/>
          </p:nvSpPr>
          <p:spPr>
            <a:xfrm>
              <a:off x="648980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4" name="pl1592">
              <a:extLst>
                <a:ext uri="{FF2B5EF4-FFF2-40B4-BE49-F238E27FC236}">
                  <a16:creationId xmlns:a16="http://schemas.microsoft.com/office/drawing/2014/main" id="{43439648-FD2E-89E8-5230-4383484F9A5B}"/>
                </a:ext>
              </a:extLst>
            </p:cNvPr>
            <p:cNvSpPr/>
            <p:nvPr/>
          </p:nvSpPr>
          <p:spPr>
            <a:xfrm>
              <a:off x="7049363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5" name="tx1593">
              <a:extLst>
                <a:ext uri="{FF2B5EF4-FFF2-40B4-BE49-F238E27FC236}">
                  <a16:creationId xmlns:a16="http://schemas.microsoft.com/office/drawing/2014/main" id="{17A226B6-A668-4F39-DABC-D3FA0C66109D}"/>
                </a:ext>
              </a:extLst>
            </p:cNvPr>
            <p:cNvSpPr/>
            <p:nvPr/>
          </p:nvSpPr>
          <p:spPr>
            <a:xfrm>
              <a:off x="2404567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216" name="tx1594">
              <a:extLst>
                <a:ext uri="{FF2B5EF4-FFF2-40B4-BE49-F238E27FC236}">
                  <a16:creationId xmlns:a16="http://schemas.microsoft.com/office/drawing/2014/main" id="{7120F60A-C13E-7E00-D5AB-439520FDEEAF}"/>
                </a:ext>
              </a:extLst>
            </p:cNvPr>
            <p:cNvSpPr/>
            <p:nvPr/>
          </p:nvSpPr>
          <p:spPr>
            <a:xfrm>
              <a:off x="259110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17" name="tx1595">
              <a:extLst>
                <a:ext uri="{FF2B5EF4-FFF2-40B4-BE49-F238E27FC236}">
                  <a16:creationId xmlns:a16="http://schemas.microsoft.com/office/drawing/2014/main" id="{F52D0EE8-11A0-1474-26B0-0D45F39108D5}"/>
                </a:ext>
              </a:extLst>
            </p:cNvPr>
            <p:cNvSpPr/>
            <p:nvPr/>
          </p:nvSpPr>
          <p:spPr>
            <a:xfrm>
              <a:off x="263581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18" name="tx1596">
              <a:extLst>
                <a:ext uri="{FF2B5EF4-FFF2-40B4-BE49-F238E27FC236}">
                  <a16:creationId xmlns:a16="http://schemas.microsoft.com/office/drawing/2014/main" id="{AEC29026-C492-488E-2785-37FE75E4AF20}"/>
                </a:ext>
              </a:extLst>
            </p:cNvPr>
            <p:cNvSpPr/>
            <p:nvPr/>
          </p:nvSpPr>
          <p:spPr>
            <a:xfrm>
              <a:off x="2979715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3219" name="tx1597">
              <a:extLst>
                <a:ext uri="{FF2B5EF4-FFF2-40B4-BE49-F238E27FC236}">
                  <a16:creationId xmlns:a16="http://schemas.microsoft.com/office/drawing/2014/main" id="{FC18391D-465A-C153-442D-37D7C1852E13}"/>
                </a:ext>
              </a:extLst>
            </p:cNvPr>
            <p:cNvSpPr/>
            <p:nvPr/>
          </p:nvSpPr>
          <p:spPr>
            <a:xfrm>
              <a:off x="3135071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0" name="tx1598">
              <a:extLst>
                <a:ext uri="{FF2B5EF4-FFF2-40B4-BE49-F238E27FC236}">
                  <a16:creationId xmlns:a16="http://schemas.microsoft.com/office/drawing/2014/main" id="{4E4D280B-4501-D0DB-0A48-28814369661A}"/>
                </a:ext>
              </a:extLst>
            </p:cNvPr>
            <p:cNvSpPr/>
            <p:nvPr/>
          </p:nvSpPr>
          <p:spPr>
            <a:xfrm>
              <a:off x="3179785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1" name="tx1599">
              <a:extLst>
                <a:ext uri="{FF2B5EF4-FFF2-40B4-BE49-F238E27FC236}">
                  <a16:creationId xmlns:a16="http://schemas.microsoft.com/office/drawing/2014/main" id="{AE7DB611-D8C4-423B-0B6E-1DEACEEC8608}"/>
                </a:ext>
              </a:extLst>
            </p:cNvPr>
            <p:cNvSpPr/>
            <p:nvPr/>
          </p:nvSpPr>
          <p:spPr>
            <a:xfrm>
              <a:off x="353927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3222" name="tx1600">
              <a:extLst>
                <a:ext uri="{FF2B5EF4-FFF2-40B4-BE49-F238E27FC236}">
                  <a16:creationId xmlns:a16="http://schemas.microsoft.com/office/drawing/2014/main" id="{7138AE82-251C-EC6C-5741-520FAE8A26F7}"/>
                </a:ext>
              </a:extLst>
            </p:cNvPr>
            <p:cNvSpPr/>
            <p:nvPr/>
          </p:nvSpPr>
          <p:spPr>
            <a:xfrm>
              <a:off x="369462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3" name="tx1601">
              <a:extLst>
                <a:ext uri="{FF2B5EF4-FFF2-40B4-BE49-F238E27FC236}">
                  <a16:creationId xmlns:a16="http://schemas.microsoft.com/office/drawing/2014/main" id="{15264163-1078-AE9A-29D8-592D4A8505CA}"/>
                </a:ext>
              </a:extLst>
            </p:cNvPr>
            <p:cNvSpPr/>
            <p:nvPr/>
          </p:nvSpPr>
          <p:spPr>
            <a:xfrm>
              <a:off x="373934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4" name="tx1602">
              <a:extLst>
                <a:ext uri="{FF2B5EF4-FFF2-40B4-BE49-F238E27FC236}">
                  <a16:creationId xmlns:a16="http://schemas.microsoft.com/office/drawing/2014/main" id="{E17BDFEE-0A40-A685-126B-D96354D153D2}"/>
                </a:ext>
              </a:extLst>
            </p:cNvPr>
            <p:cNvSpPr/>
            <p:nvPr/>
          </p:nvSpPr>
          <p:spPr>
            <a:xfrm>
              <a:off x="4098828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3225" name="tx1603">
              <a:extLst>
                <a:ext uri="{FF2B5EF4-FFF2-40B4-BE49-F238E27FC236}">
                  <a16:creationId xmlns:a16="http://schemas.microsoft.com/office/drawing/2014/main" id="{9BFAF343-A978-93A3-4623-578C4EF7CAFB}"/>
                </a:ext>
              </a:extLst>
            </p:cNvPr>
            <p:cNvSpPr/>
            <p:nvPr/>
          </p:nvSpPr>
          <p:spPr>
            <a:xfrm>
              <a:off x="425418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6" name="tx1604">
              <a:extLst>
                <a:ext uri="{FF2B5EF4-FFF2-40B4-BE49-F238E27FC236}">
                  <a16:creationId xmlns:a16="http://schemas.microsoft.com/office/drawing/2014/main" id="{0C195BB3-B887-35F4-CF4B-80CDF2DAC85E}"/>
                </a:ext>
              </a:extLst>
            </p:cNvPr>
            <p:cNvSpPr/>
            <p:nvPr/>
          </p:nvSpPr>
          <p:spPr>
            <a:xfrm>
              <a:off x="429889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7" name="tx1605">
              <a:extLst>
                <a:ext uri="{FF2B5EF4-FFF2-40B4-BE49-F238E27FC236}">
                  <a16:creationId xmlns:a16="http://schemas.microsoft.com/office/drawing/2014/main" id="{362F0BFD-3A57-9F73-0795-BD0BE3F8A779}"/>
                </a:ext>
              </a:extLst>
            </p:cNvPr>
            <p:cNvSpPr/>
            <p:nvPr/>
          </p:nvSpPr>
          <p:spPr>
            <a:xfrm>
              <a:off x="4658385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3228" name="tx1606">
              <a:extLst>
                <a:ext uri="{FF2B5EF4-FFF2-40B4-BE49-F238E27FC236}">
                  <a16:creationId xmlns:a16="http://schemas.microsoft.com/office/drawing/2014/main" id="{DA5B9BCB-F0BD-4797-C850-18CBC7D8F200}"/>
                </a:ext>
              </a:extLst>
            </p:cNvPr>
            <p:cNvSpPr/>
            <p:nvPr/>
          </p:nvSpPr>
          <p:spPr>
            <a:xfrm>
              <a:off x="481374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9" name="tx1607">
              <a:extLst>
                <a:ext uri="{FF2B5EF4-FFF2-40B4-BE49-F238E27FC236}">
                  <a16:creationId xmlns:a16="http://schemas.microsoft.com/office/drawing/2014/main" id="{D541EE7E-1C63-14CF-7195-7B974C295550}"/>
                </a:ext>
              </a:extLst>
            </p:cNvPr>
            <p:cNvSpPr/>
            <p:nvPr/>
          </p:nvSpPr>
          <p:spPr>
            <a:xfrm>
              <a:off x="485845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0" name="tx1608">
              <a:extLst>
                <a:ext uri="{FF2B5EF4-FFF2-40B4-BE49-F238E27FC236}">
                  <a16:creationId xmlns:a16="http://schemas.microsoft.com/office/drawing/2014/main" id="{EC332841-C287-8F42-1321-0A40B29B8A36}"/>
                </a:ext>
              </a:extLst>
            </p:cNvPr>
            <p:cNvSpPr/>
            <p:nvPr/>
          </p:nvSpPr>
          <p:spPr>
            <a:xfrm>
              <a:off x="5217942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3231" name="tx1609">
              <a:extLst>
                <a:ext uri="{FF2B5EF4-FFF2-40B4-BE49-F238E27FC236}">
                  <a16:creationId xmlns:a16="http://schemas.microsoft.com/office/drawing/2014/main" id="{EFD6381D-ACE1-96D3-9CF5-B56688FF5ED1}"/>
                </a:ext>
              </a:extLst>
            </p:cNvPr>
            <p:cNvSpPr/>
            <p:nvPr/>
          </p:nvSpPr>
          <p:spPr>
            <a:xfrm>
              <a:off x="537329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2" name="tx1610">
              <a:extLst>
                <a:ext uri="{FF2B5EF4-FFF2-40B4-BE49-F238E27FC236}">
                  <a16:creationId xmlns:a16="http://schemas.microsoft.com/office/drawing/2014/main" id="{935B23F4-A26C-197E-F500-3E57CAA490D4}"/>
                </a:ext>
              </a:extLst>
            </p:cNvPr>
            <p:cNvSpPr/>
            <p:nvPr/>
          </p:nvSpPr>
          <p:spPr>
            <a:xfrm>
              <a:off x="5418013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3" name="tx1611">
              <a:extLst>
                <a:ext uri="{FF2B5EF4-FFF2-40B4-BE49-F238E27FC236}">
                  <a16:creationId xmlns:a16="http://schemas.microsoft.com/office/drawing/2014/main" id="{856E960C-0317-6360-EBEA-5332B385407E}"/>
                </a:ext>
              </a:extLst>
            </p:cNvPr>
            <p:cNvSpPr/>
            <p:nvPr/>
          </p:nvSpPr>
          <p:spPr>
            <a:xfrm>
              <a:off x="5777499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3234" name="tx1612">
              <a:extLst>
                <a:ext uri="{FF2B5EF4-FFF2-40B4-BE49-F238E27FC236}">
                  <a16:creationId xmlns:a16="http://schemas.microsoft.com/office/drawing/2014/main" id="{A575854B-C457-EC2C-64B3-749BFB0A60A9}"/>
                </a:ext>
              </a:extLst>
            </p:cNvPr>
            <p:cNvSpPr/>
            <p:nvPr/>
          </p:nvSpPr>
          <p:spPr>
            <a:xfrm>
              <a:off x="593285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5" name="tx1613">
              <a:extLst>
                <a:ext uri="{FF2B5EF4-FFF2-40B4-BE49-F238E27FC236}">
                  <a16:creationId xmlns:a16="http://schemas.microsoft.com/office/drawing/2014/main" id="{69BE61BB-97B4-5181-36F1-9B808E2A4D77}"/>
                </a:ext>
              </a:extLst>
            </p:cNvPr>
            <p:cNvSpPr/>
            <p:nvPr/>
          </p:nvSpPr>
          <p:spPr>
            <a:xfrm>
              <a:off x="597756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6" name="tx1614">
              <a:extLst>
                <a:ext uri="{FF2B5EF4-FFF2-40B4-BE49-F238E27FC236}">
                  <a16:creationId xmlns:a16="http://schemas.microsoft.com/office/drawing/2014/main" id="{099FEC96-4C34-10B1-F493-6CE25E5D8F9C}"/>
                </a:ext>
              </a:extLst>
            </p:cNvPr>
            <p:cNvSpPr/>
            <p:nvPr/>
          </p:nvSpPr>
          <p:spPr>
            <a:xfrm>
              <a:off x="633705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3237" name="tx1615">
              <a:extLst>
                <a:ext uri="{FF2B5EF4-FFF2-40B4-BE49-F238E27FC236}">
                  <a16:creationId xmlns:a16="http://schemas.microsoft.com/office/drawing/2014/main" id="{98BD74BE-1FCC-DDB9-87DC-87A96AE1C06C}"/>
                </a:ext>
              </a:extLst>
            </p:cNvPr>
            <p:cNvSpPr/>
            <p:nvPr/>
          </p:nvSpPr>
          <p:spPr>
            <a:xfrm>
              <a:off x="649241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8" name="tx1616">
              <a:extLst>
                <a:ext uri="{FF2B5EF4-FFF2-40B4-BE49-F238E27FC236}">
                  <a16:creationId xmlns:a16="http://schemas.microsoft.com/office/drawing/2014/main" id="{52078B83-EDB8-CCAA-2B21-6B1A809BB082}"/>
                </a:ext>
              </a:extLst>
            </p:cNvPr>
            <p:cNvSpPr/>
            <p:nvPr/>
          </p:nvSpPr>
          <p:spPr>
            <a:xfrm>
              <a:off x="653712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9" name="tx1617">
              <a:extLst>
                <a:ext uri="{FF2B5EF4-FFF2-40B4-BE49-F238E27FC236}">
                  <a16:creationId xmlns:a16="http://schemas.microsoft.com/office/drawing/2014/main" id="{242F9923-E830-D8BB-03AB-2AE01CED8EC9}"/>
                </a:ext>
              </a:extLst>
            </p:cNvPr>
            <p:cNvSpPr/>
            <p:nvPr/>
          </p:nvSpPr>
          <p:spPr>
            <a:xfrm>
              <a:off x="6896612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3240" name="tx1618">
              <a:extLst>
                <a:ext uri="{FF2B5EF4-FFF2-40B4-BE49-F238E27FC236}">
                  <a16:creationId xmlns:a16="http://schemas.microsoft.com/office/drawing/2014/main" id="{413208BD-E154-3F7B-57CF-C7DCBBA973EA}"/>
                </a:ext>
              </a:extLst>
            </p:cNvPr>
            <p:cNvSpPr/>
            <p:nvPr/>
          </p:nvSpPr>
          <p:spPr>
            <a:xfrm>
              <a:off x="7051969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41" name="tx1619">
              <a:extLst>
                <a:ext uri="{FF2B5EF4-FFF2-40B4-BE49-F238E27FC236}">
                  <a16:creationId xmlns:a16="http://schemas.microsoft.com/office/drawing/2014/main" id="{40E488FE-711C-A895-7F4C-EC61F63B1E6B}"/>
                </a:ext>
              </a:extLst>
            </p:cNvPr>
            <p:cNvSpPr/>
            <p:nvPr/>
          </p:nvSpPr>
          <p:spPr>
            <a:xfrm>
              <a:off x="7096683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42" name="tx1620">
              <a:extLst>
                <a:ext uri="{FF2B5EF4-FFF2-40B4-BE49-F238E27FC236}">
                  <a16:creationId xmlns:a16="http://schemas.microsoft.com/office/drawing/2014/main" id="{40C9CF37-0AC7-6C60-C7CE-1B78DE5B16F4}"/>
                </a:ext>
              </a:extLst>
            </p:cNvPr>
            <p:cNvSpPr/>
            <p:nvPr/>
          </p:nvSpPr>
          <p:spPr>
            <a:xfrm>
              <a:off x="4504217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3243" name="tx1621">
              <a:extLst>
                <a:ext uri="{FF2B5EF4-FFF2-40B4-BE49-F238E27FC236}">
                  <a16:creationId xmlns:a16="http://schemas.microsoft.com/office/drawing/2014/main" id="{0CA79A00-946C-DA6C-F2FF-D99C927529EE}"/>
                </a:ext>
              </a:extLst>
            </p:cNvPr>
            <p:cNvSpPr/>
            <p:nvPr/>
          </p:nvSpPr>
          <p:spPr>
            <a:xfrm rot="-5400000">
              <a:off x="1896166" y="3849172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3244" name="tx1622">
              <a:extLst>
                <a:ext uri="{FF2B5EF4-FFF2-40B4-BE49-F238E27FC236}">
                  <a16:creationId xmlns:a16="http://schemas.microsoft.com/office/drawing/2014/main" id="{B6BE6245-1E8E-3ABA-0A19-E1AEC1659E11}"/>
                </a:ext>
              </a:extLst>
            </p:cNvPr>
            <p:cNvSpPr/>
            <p:nvPr/>
          </p:nvSpPr>
          <p:spPr>
            <a:xfrm>
              <a:off x="2572908" y="1669789"/>
              <a:ext cx="3724808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19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Map of Seascape Populations &amp; Experimental </a:t>
              </a:r>
            </a:p>
          </p:txBody>
        </p:sp>
        <p:sp>
          <p:nvSpPr>
            <p:cNvPr id="3245" name="tx1623">
              <a:extLst>
                <a:ext uri="{FF2B5EF4-FFF2-40B4-BE49-F238E27FC236}">
                  <a16:creationId xmlns:a16="http://schemas.microsoft.com/office/drawing/2014/main" id="{9A2616ED-D884-89F8-274C-8C2186F44AB9}"/>
                </a:ext>
              </a:extLst>
            </p:cNvPr>
            <p:cNvSpPr/>
            <p:nvPr/>
          </p:nvSpPr>
          <p:spPr>
            <a:xfrm>
              <a:off x="2572908" y="1850840"/>
              <a:ext cx="94978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19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Source Sites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Content Placeholder 2">
            <a:extLst>
              <a:ext uri="{FF2B5EF4-FFF2-40B4-BE49-F238E27FC236}">
                <a16:creationId xmlns:a16="http://schemas.microsoft.com/office/drawing/2014/main" id="{F4CE8624-63F5-ACCF-4A88-A6788F9A37CC}"/>
              </a:ext>
            </a:extLst>
          </p:cNvPr>
          <p:cNvGrpSpPr/>
          <p:nvPr/>
        </p:nvGrpSpPr>
        <p:grpSpPr>
          <a:xfrm>
            <a:off x="8458200" y="18551132"/>
            <a:ext cx="12344400" cy="6788943"/>
            <a:chOff x="457200" y="1600200"/>
            <a:chExt cx="8229600" cy="4525962"/>
          </a:xfrm>
        </p:grpSpPr>
        <p:sp>
          <p:nvSpPr>
            <p:cNvPr id="93" name="rc3">
              <a:extLst>
                <a:ext uri="{FF2B5EF4-FFF2-40B4-BE49-F238E27FC236}">
                  <a16:creationId xmlns:a16="http://schemas.microsoft.com/office/drawing/2014/main" id="{235FF7DA-2E87-4266-9EFF-AC0FDE98D6E7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4" name="rc4">
              <a:extLst>
                <a:ext uri="{FF2B5EF4-FFF2-40B4-BE49-F238E27FC236}">
                  <a16:creationId xmlns:a16="http://schemas.microsoft.com/office/drawing/2014/main" id="{7E447164-9F08-7BBC-770D-281AB283D99F}"/>
                </a:ext>
              </a:extLst>
            </p:cNvPr>
            <p:cNvSpPr/>
            <p:nvPr/>
          </p:nvSpPr>
          <p:spPr>
            <a:xfrm>
              <a:off x="1648127" y="1600200"/>
              <a:ext cx="5847744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5" name="rc5">
              <a:extLst>
                <a:ext uri="{FF2B5EF4-FFF2-40B4-BE49-F238E27FC236}">
                  <a16:creationId xmlns:a16="http://schemas.microsoft.com/office/drawing/2014/main" id="{811D9E1A-B76F-7EDE-DAC9-F2C89AB957D8}"/>
                </a:ext>
              </a:extLst>
            </p:cNvPr>
            <p:cNvSpPr/>
            <p:nvPr/>
          </p:nvSpPr>
          <p:spPr>
            <a:xfrm>
              <a:off x="2289166" y="1896563"/>
              <a:ext cx="3917565" cy="38244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96" name="pl6">
              <a:extLst>
                <a:ext uri="{FF2B5EF4-FFF2-40B4-BE49-F238E27FC236}">
                  <a16:creationId xmlns:a16="http://schemas.microsoft.com/office/drawing/2014/main" id="{2F943A29-C4DE-D627-3B6B-BC0E33B01DEE}"/>
                </a:ext>
              </a:extLst>
            </p:cNvPr>
            <p:cNvSpPr/>
            <p:nvPr/>
          </p:nvSpPr>
          <p:spPr>
            <a:xfrm>
              <a:off x="5060472" y="2084613"/>
              <a:ext cx="112623" cy="211773"/>
            </a:xfrm>
            <a:custGeom>
              <a:avLst/>
              <a:gdLst/>
              <a:ahLst/>
              <a:cxnLst/>
              <a:rect l="0" t="0" r="0" b="0"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7" name="pl7">
              <a:extLst>
                <a:ext uri="{FF2B5EF4-FFF2-40B4-BE49-F238E27FC236}">
                  <a16:creationId xmlns:a16="http://schemas.microsoft.com/office/drawing/2014/main" id="{42CB1EE6-CA34-743E-27AF-FE74E046D032}"/>
                </a:ext>
              </a:extLst>
            </p:cNvPr>
            <p:cNvSpPr/>
            <p:nvPr/>
          </p:nvSpPr>
          <p:spPr>
            <a:xfrm>
              <a:off x="4194970" y="3497801"/>
              <a:ext cx="215821" cy="415685"/>
            </a:xfrm>
            <a:custGeom>
              <a:avLst/>
              <a:gdLst/>
              <a:ahLst/>
              <a:cxnLst/>
              <a:rect l="0" t="0" r="0" b="0"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8" name="pl8">
              <a:extLst>
                <a:ext uri="{FF2B5EF4-FFF2-40B4-BE49-F238E27FC236}">
                  <a16:creationId xmlns:a16="http://schemas.microsoft.com/office/drawing/2014/main" id="{9A1B560F-5C69-0939-694E-D7AB8B9A7918}"/>
                </a:ext>
              </a:extLst>
            </p:cNvPr>
            <p:cNvSpPr/>
            <p:nvPr/>
          </p:nvSpPr>
          <p:spPr>
            <a:xfrm>
              <a:off x="3147820" y="5516533"/>
              <a:ext cx="101935" cy="186280"/>
            </a:xfrm>
            <a:custGeom>
              <a:avLst/>
              <a:gdLst/>
              <a:ahLst/>
              <a:cxnLst/>
              <a:rect l="0" t="0" r="0" b="0"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9" name="pl9">
              <a:extLst>
                <a:ext uri="{FF2B5EF4-FFF2-40B4-BE49-F238E27FC236}">
                  <a16:creationId xmlns:a16="http://schemas.microsoft.com/office/drawing/2014/main" id="{CF8B4BE7-A161-94EF-A6CB-AA0D23706277}"/>
                </a:ext>
              </a:extLst>
            </p:cNvPr>
            <p:cNvSpPr/>
            <p:nvPr/>
          </p:nvSpPr>
          <p:spPr>
            <a:xfrm>
              <a:off x="3362218" y="5097035"/>
              <a:ext cx="592216" cy="603094"/>
            </a:xfrm>
            <a:custGeom>
              <a:avLst/>
              <a:gdLst/>
              <a:ahLst/>
              <a:cxnLst/>
              <a:rect l="0" t="0" r="0" b="0"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0" name="pl10">
              <a:extLst>
                <a:ext uri="{FF2B5EF4-FFF2-40B4-BE49-F238E27FC236}">
                  <a16:creationId xmlns:a16="http://schemas.microsoft.com/office/drawing/2014/main" id="{8576F066-C4BE-2326-966D-70078E92D8A5}"/>
                </a:ext>
              </a:extLst>
            </p:cNvPr>
            <p:cNvSpPr/>
            <p:nvPr/>
          </p:nvSpPr>
          <p:spPr>
            <a:xfrm>
              <a:off x="2706637" y="1896563"/>
              <a:ext cx="1751847" cy="3798672"/>
            </a:xfrm>
            <a:custGeom>
              <a:avLst/>
              <a:gdLst/>
              <a:ahLst/>
              <a:cxnLst/>
              <a:rect l="0" t="0" r="0" b="0"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1" name="pl11">
              <a:extLst>
                <a:ext uri="{FF2B5EF4-FFF2-40B4-BE49-F238E27FC236}">
                  <a16:creationId xmlns:a16="http://schemas.microsoft.com/office/drawing/2014/main" id="{5B4B0FDE-2DB9-B942-44D2-0BF92711A4BB}"/>
                </a:ext>
              </a:extLst>
            </p:cNvPr>
            <p:cNvSpPr/>
            <p:nvPr/>
          </p:nvSpPr>
          <p:spPr>
            <a:xfrm>
              <a:off x="4082909" y="1896563"/>
              <a:ext cx="1082264" cy="973826"/>
            </a:xfrm>
            <a:custGeom>
              <a:avLst/>
              <a:gdLst/>
              <a:ahLst/>
              <a:cxnLst/>
              <a:rect l="0" t="0" r="0" b="0"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2" name="pl12">
              <a:extLst>
                <a:ext uri="{FF2B5EF4-FFF2-40B4-BE49-F238E27FC236}">
                  <a16:creationId xmlns:a16="http://schemas.microsoft.com/office/drawing/2014/main" id="{38269484-D822-11ED-CDAB-8099EBFACE1F}"/>
                </a:ext>
              </a:extLst>
            </p:cNvPr>
            <p:cNvSpPr/>
            <p:nvPr/>
          </p:nvSpPr>
          <p:spPr>
            <a:xfrm>
              <a:off x="5190596" y="1896563"/>
              <a:ext cx="28664" cy="147362"/>
            </a:xfrm>
            <a:custGeom>
              <a:avLst/>
              <a:gdLst/>
              <a:ahLst/>
              <a:cxnLst/>
              <a:rect l="0" t="0" r="0" b="0"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3" name="rc13">
              <a:extLst>
                <a:ext uri="{FF2B5EF4-FFF2-40B4-BE49-F238E27FC236}">
                  <a16:creationId xmlns:a16="http://schemas.microsoft.com/office/drawing/2014/main" id="{E5BB115C-6BEE-1FAD-D5C7-248C2EA5B586}"/>
                </a:ext>
              </a:extLst>
            </p:cNvPr>
            <p:cNvSpPr/>
            <p:nvPr/>
          </p:nvSpPr>
          <p:spPr>
            <a:xfrm>
              <a:off x="3047669" y="4494480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4" name="rc14">
              <a:extLst>
                <a:ext uri="{FF2B5EF4-FFF2-40B4-BE49-F238E27FC236}">
                  <a16:creationId xmlns:a16="http://schemas.microsoft.com/office/drawing/2014/main" id="{F144F04F-6DF2-743C-D53E-00933B661481}"/>
                </a:ext>
              </a:extLst>
            </p:cNvPr>
            <p:cNvSpPr/>
            <p:nvPr/>
          </p:nvSpPr>
          <p:spPr>
            <a:xfrm>
              <a:off x="3297704" y="374385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5" name="rc15">
              <a:extLst>
                <a:ext uri="{FF2B5EF4-FFF2-40B4-BE49-F238E27FC236}">
                  <a16:creationId xmlns:a16="http://schemas.microsoft.com/office/drawing/2014/main" id="{0A16CC93-C19B-C629-EFA9-9DD1137F0B72}"/>
                </a:ext>
              </a:extLst>
            </p:cNvPr>
            <p:cNvSpPr/>
            <p:nvPr/>
          </p:nvSpPr>
          <p:spPr>
            <a:xfrm>
              <a:off x="3268887" y="445907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6" name="pt16">
              <a:extLst>
                <a:ext uri="{FF2B5EF4-FFF2-40B4-BE49-F238E27FC236}">
                  <a16:creationId xmlns:a16="http://schemas.microsoft.com/office/drawing/2014/main" id="{1A6BA56C-4BE8-1105-DE02-2629E27A14A4}"/>
                </a:ext>
              </a:extLst>
            </p:cNvPr>
            <p:cNvSpPr/>
            <p:nvPr/>
          </p:nvSpPr>
          <p:spPr>
            <a:xfrm>
              <a:off x="3903202" y="409048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7" name="pt17">
              <a:extLst>
                <a:ext uri="{FF2B5EF4-FFF2-40B4-BE49-F238E27FC236}">
                  <a16:creationId xmlns:a16="http://schemas.microsoft.com/office/drawing/2014/main" id="{CECE7C27-8A0D-481E-C145-D91FB8F77AFF}"/>
                </a:ext>
              </a:extLst>
            </p:cNvPr>
            <p:cNvSpPr/>
            <p:nvPr/>
          </p:nvSpPr>
          <p:spPr>
            <a:xfrm>
              <a:off x="4480732" y="266887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8" name="pt18">
              <a:extLst>
                <a:ext uri="{FF2B5EF4-FFF2-40B4-BE49-F238E27FC236}">
                  <a16:creationId xmlns:a16="http://schemas.microsoft.com/office/drawing/2014/main" id="{D1930A8E-004B-AF66-98D5-66E48528348B}"/>
                </a:ext>
              </a:extLst>
            </p:cNvPr>
            <p:cNvSpPr/>
            <p:nvPr/>
          </p:nvSpPr>
          <p:spPr>
            <a:xfrm>
              <a:off x="4016251" y="231650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9" name="pt19">
              <a:extLst>
                <a:ext uri="{FF2B5EF4-FFF2-40B4-BE49-F238E27FC236}">
                  <a16:creationId xmlns:a16="http://schemas.microsoft.com/office/drawing/2014/main" id="{D53B1715-DADF-6004-E561-9A03D9A7EB4D}"/>
                </a:ext>
              </a:extLst>
            </p:cNvPr>
            <p:cNvSpPr/>
            <p:nvPr/>
          </p:nvSpPr>
          <p:spPr>
            <a:xfrm>
              <a:off x="3211894" y="462987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0" name="pt20">
              <a:extLst>
                <a:ext uri="{FF2B5EF4-FFF2-40B4-BE49-F238E27FC236}">
                  <a16:creationId xmlns:a16="http://schemas.microsoft.com/office/drawing/2014/main" id="{EEDF48C9-A41B-9704-1ECA-14AA90135AAB}"/>
                </a:ext>
              </a:extLst>
            </p:cNvPr>
            <p:cNvSpPr/>
            <p:nvPr/>
          </p:nvSpPr>
          <p:spPr>
            <a:xfrm>
              <a:off x="3155937" y="454687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1" name="pt21">
              <a:extLst>
                <a:ext uri="{FF2B5EF4-FFF2-40B4-BE49-F238E27FC236}">
                  <a16:creationId xmlns:a16="http://schemas.microsoft.com/office/drawing/2014/main" id="{D4F00A74-299F-D711-6CB5-65FE813C753B}"/>
                </a:ext>
              </a:extLst>
            </p:cNvPr>
            <p:cNvSpPr/>
            <p:nvPr/>
          </p:nvSpPr>
          <p:spPr>
            <a:xfrm>
              <a:off x="2893558" y="338762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2" name="pg22">
              <a:extLst>
                <a:ext uri="{FF2B5EF4-FFF2-40B4-BE49-F238E27FC236}">
                  <a16:creationId xmlns:a16="http://schemas.microsoft.com/office/drawing/2014/main" id="{D68584E0-911A-6715-12E1-9A7469D9D10F}"/>
                </a:ext>
              </a:extLst>
            </p:cNvPr>
            <p:cNvSpPr/>
            <p:nvPr/>
          </p:nvSpPr>
          <p:spPr>
            <a:xfrm>
              <a:off x="3149063" y="3695522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3" name="pg23">
              <a:extLst>
                <a:ext uri="{FF2B5EF4-FFF2-40B4-BE49-F238E27FC236}">
                  <a16:creationId xmlns:a16="http://schemas.microsoft.com/office/drawing/2014/main" id="{F1C8E2F2-4E58-5868-EE82-7983CD744593}"/>
                </a:ext>
              </a:extLst>
            </p:cNvPr>
            <p:cNvSpPr/>
            <p:nvPr/>
          </p:nvSpPr>
          <p:spPr>
            <a:xfrm>
              <a:off x="3120245" y="4410747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4" name="pl24">
              <a:extLst>
                <a:ext uri="{FF2B5EF4-FFF2-40B4-BE49-F238E27FC236}">
                  <a16:creationId xmlns:a16="http://schemas.microsoft.com/office/drawing/2014/main" id="{F95A39ED-2432-0403-5D4A-CA2E46B755CA}"/>
                </a:ext>
              </a:extLst>
            </p:cNvPr>
            <p:cNvSpPr/>
            <p:nvPr/>
          </p:nvSpPr>
          <p:spPr>
            <a:xfrm>
              <a:off x="3376095" y="3807884"/>
              <a:ext cx="420893" cy="2"/>
            </a:xfrm>
            <a:custGeom>
              <a:avLst/>
              <a:gdLst/>
              <a:ahLst/>
              <a:cxnLst/>
              <a:rect l="0" t="0" r="0" b="0"/>
              <a:pathLst>
                <a:path w="420893" h="2">
                  <a:moveTo>
                    <a:pt x="420893" y="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5" name="pl25">
              <a:extLst>
                <a:ext uri="{FF2B5EF4-FFF2-40B4-BE49-F238E27FC236}">
                  <a16:creationId xmlns:a16="http://schemas.microsoft.com/office/drawing/2014/main" id="{83D08DB4-DF10-D762-12F7-9F1F9AB62243}"/>
                </a:ext>
              </a:extLst>
            </p:cNvPr>
            <p:cNvSpPr/>
            <p:nvPr/>
          </p:nvSpPr>
          <p:spPr>
            <a:xfrm>
              <a:off x="3347277" y="4523109"/>
              <a:ext cx="409282" cy="1"/>
            </a:xfrm>
            <a:custGeom>
              <a:avLst/>
              <a:gdLst/>
              <a:ahLst/>
              <a:cxnLst/>
              <a:rect l="0" t="0" r="0" b="0"/>
              <a:pathLst>
                <a:path w="409282" h="1">
                  <a:moveTo>
                    <a:pt x="409282" y="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6" name="pg26">
              <a:extLst>
                <a:ext uri="{FF2B5EF4-FFF2-40B4-BE49-F238E27FC236}">
                  <a16:creationId xmlns:a16="http://schemas.microsoft.com/office/drawing/2014/main" id="{4CFA6DC6-0EF4-FA38-8738-93559536DCBB}"/>
                </a:ext>
              </a:extLst>
            </p:cNvPr>
            <p:cNvSpPr/>
            <p:nvPr/>
          </p:nvSpPr>
          <p:spPr>
            <a:xfrm>
              <a:off x="3796988" y="3711920"/>
              <a:ext cx="667694" cy="191932"/>
            </a:xfrm>
            <a:custGeom>
              <a:avLst/>
              <a:gdLst/>
              <a:ahLst/>
              <a:cxnLst/>
              <a:rect l="0" t="0" r="0" b="0"/>
              <a:pathLst>
                <a:path w="667694" h="191932">
                  <a:moveTo>
                    <a:pt x="27431" y="191932"/>
                  </a:moveTo>
                  <a:lnTo>
                    <a:pt x="640262" y="191932"/>
                  </a:lnTo>
                  <a:lnTo>
                    <a:pt x="639158" y="191910"/>
                  </a:lnTo>
                  <a:lnTo>
                    <a:pt x="643569" y="191732"/>
                  </a:lnTo>
                  <a:lnTo>
                    <a:pt x="647894" y="190849"/>
                  </a:lnTo>
                  <a:lnTo>
                    <a:pt x="652022" y="189284"/>
                  </a:lnTo>
                  <a:lnTo>
                    <a:pt x="655846" y="187076"/>
                  </a:lnTo>
                  <a:lnTo>
                    <a:pt x="659265" y="184284"/>
                  </a:lnTo>
                  <a:lnTo>
                    <a:pt x="662193" y="180980"/>
                  </a:lnTo>
                  <a:lnTo>
                    <a:pt x="664552" y="177248"/>
                  </a:lnTo>
                  <a:lnTo>
                    <a:pt x="666283" y="173187"/>
                  </a:lnTo>
                  <a:lnTo>
                    <a:pt x="667339" y="168900"/>
                  </a:lnTo>
                  <a:lnTo>
                    <a:pt x="667694" y="164500"/>
                  </a:lnTo>
                  <a:lnTo>
                    <a:pt x="667694" y="27432"/>
                  </a:lnTo>
                  <a:lnTo>
                    <a:pt x="667339" y="23031"/>
                  </a:lnTo>
                  <a:lnTo>
                    <a:pt x="666283" y="18745"/>
                  </a:lnTo>
                  <a:lnTo>
                    <a:pt x="664552" y="14683"/>
                  </a:lnTo>
                  <a:lnTo>
                    <a:pt x="662193" y="10952"/>
                  </a:lnTo>
                  <a:lnTo>
                    <a:pt x="659265" y="7647"/>
                  </a:lnTo>
                  <a:lnTo>
                    <a:pt x="655846" y="4855"/>
                  </a:lnTo>
                  <a:lnTo>
                    <a:pt x="652022" y="2648"/>
                  </a:lnTo>
                  <a:lnTo>
                    <a:pt x="647894" y="1083"/>
                  </a:lnTo>
                  <a:lnTo>
                    <a:pt x="643569" y="200"/>
                  </a:lnTo>
                  <a:lnTo>
                    <a:pt x="64026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7" name="tx27">
              <a:extLst>
                <a:ext uri="{FF2B5EF4-FFF2-40B4-BE49-F238E27FC236}">
                  <a16:creationId xmlns:a16="http://schemas.microsoft.com/office/drawing/2014/main" id="{C6982062-10DB-8136-3DDD-C2FAC8F36C3A}"/>
                </a:ext>
              </a:extLst>
            </p:cNvPr>
            <p:cNvSpPr/>
            <p:nvPr/>
          </p:nvSpPr>
          <p:spPr>
            <a:xfrm>
              <a:off x="3842708" y="3757640"/>
              <a:ext cx="57625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118" name="pg28">
              <a:extLst>
                <a:ext uri="{FF2B5EF4-FFF2-40B4-BE49-F238E27FC236}">
                  <a16:creationId xmlns:a16="http://schemas.microsoft.com/office/drawing/2014/main" id="{BF838728-071C-1200-4067-EA3721A2FD9C}"/>
                </a:ext>
              </a:extLst>
            </p:cNvPr>
            <p:cNvSpPr/>
            <p:nvPr/>
          </p:nvSpPr>
          <p:spPr>
            <a:xfrm>
              <a:off x="3756560" y="4427144"/>
              <a:ext cx="690920" cy="191932"/>
            </a:xfrm>
            <a:custGeom>
              <a:avLst/>
              <a:gdLst/>
              <a:ahLst/>
              <a:cxnLst/>
              <a:rect l="0" t="0" r="0" b="0"/>
              <a:pathLst>
                <a:path w="690920" h="191932">
                  <a:moveTo>
                    <a:pt x="27432" y="191932"/>
                  </a:moveTo>
                  <a:lnTo>
                    <a:pt x="663488" y="191932"/>
                  </a:lnTo>
                  <a:lnTo>
                    <a:pt x="662384" y="191910"/>
                  </a:lnTo>
                  <a:lnTo>
                    <a:pt x="666795" y="191732"/>
                  </a:lnTo>
                  <a:lnTo>
                    <a:pt x="671120" y="190849"/>
                  </a:lnTo>
                  <a:lnTo>
                    <a:pt x="675248" y="189284"/>
                  </a:lnTo>
                  <a:lnTo>
                    <a:pt x="679071" y="187076"/>
                  </a:lnTo>
                  <a:lnTo>
                    <a:pt x="682491" y="184284"/>
                  </a:lnTo>
                  <a:lnTo>
                    <a:pt x="685418" y="180980"/>
                  </a:lnTo>
                  <a:lnTo>
                    <a:pt x="687778" y="177248"/>
                  </a:lnTo>
                  <a:lnTo>
                    <a:pt x="689508" y="173187"/>
                  </a:lnTo>
                  <a:lnTo>
                    <a:pt x="690565" y="168900"/>
                  </a:lnTo>
                  <a:lnTo>
                    <a:pt x="690920" y="164500"/>
                  </a:lnTo>
                  <a:lnTo>
                    <a:pt x="690920" y="27432"/>
                  </a:lnTo>
                  <a:lnTo>
                    <a:pt x="690565" y="23031"/>
                  </a:lnTo>
                  <a:lnTo>
                    <a:pt x="689508" y="18745"/>
                  </a:lnTo>
                  <a:lnTo>
                    <a:pt x="687778" y="14683"/>
                  </a:lnTo>
                  <a:lnTo>
                    <a:pt x="685418" y="10952"/>
                  </a:lnTo>
                  <a:lnTo>
                    <a:pt x="682491" y="7647"/>
                  </a:lnTo>
                  <a:lnTo>
                    <a:pt x="679071" y="4855"/>
                  </a:lnTo>
                  <a:lnTo>
                    <a:pt x="675248" y="2648"/>
                  </a:lnTo>
                  <a:lnTo>
                    <a:pt x="671120" y="1083"/>
                  </a:lnTo>
                  <a:lnTo>
                    <a:pt x="666795" y="200"/>
                  </a:lnTo>
                  <a:lnTo>
                    <a:pt x="66348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9" name="tx29">
              <a:extLst>
                <a:ext uri="{FF2B5EF4-FFF2-40B4-BE49-F238E27FC236}">
                  <a16:creationId xmlns:a16="http://schemas.microsoft.com/office/drawing/2014/main" id="{06ACBD5C-E855-FF9A-9E25-C845ADBB30BD}"/>
                </a:ext>
              </a:extLst>
            </p:cNvPr>
            <p:cNvSpPr/>
            <p:nvPr/>
          </p:nvSpPr>
          <p:spPr>
            <a:xfrm>
              <a:off x="3802280" y="4472864"/>
              <a:ext cx="59948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120" name="pl30">
              <a:extLst>
                <a:ext uri="{FF2B5EF4-FFF2-40B4-BE49-F238E27FC236}">
                  <a16:creationId xmlns:a16="http://schemas.microsoft.com/office/drawing/2014/main" id="{E7B1B1BB-22E6-B643-E1A3-81C4171996EA}"/>
                </a:ext>
              </a:extLst>
            </p:cNvPr>
            <p:cNvSpPr/>
            <p:nvPr/>
          </p:nvSpPr>
          <p:spPr>
            <a:xfrm>
              <a:off x="3049624" y="3651543"/>
              <a:ext cx="185611" cy="147492"/>
            </a:xfrm>
            <a:custGeom>
              <a:avLst/>
              <a:gdLst/>
              <a:ahLst/>
              <a:cxnLst/>
              <a:rect l="0" t="0" r="0" b="0"/>
              <a:pathLst>
                <a:path w="185611" h="147492">
                  <a:moveTo>
                    <a:pt x="0" y="0"/>
                  </a:moveTo>
                  <a:lnTo>
                    <a:pt x="185611" y="14749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1" name="pl31">
              <a:extLst>
                <a:ext uri="{FF2B5EF4-FFF2-40B4-BE49-F238E27FC236}">
                  <a16:creationId xmlns:a16="http://schemas.microsoft.com/office/drawing/2014/main" id="{B1E7084F-F9C4-5FD3-97B0-13683928AC40}"/>
                </a:ext>
              </a:extLst>
            </p:cNvPr>
            <p:cNvSpPr/>
            <p:nvPr/>
          </p:nvSpPr>
          <p:spPr>
            <a:xfrm>
              <a:off x="3080122" y="4375697"/>
              <a:ext cx="127767" cy="137046"/>
            </a:xfrm>
            <a:custGeom>
              <a:avLst/>
              <a:gdLst/>
              <a:ahLst/>
              <a:cxnLst/>
              <a:rect l="0" t="0" r="0" b="0"/>
              <a:pathLst>
                <a:path w="127767" h="137046">
                  <a:moveTo>
                    <a:pt x="0" y="0"/>
                  </a:moveTo>
                  <a:lnTo>
                    <a:pt x="127767" y="1370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2" name="pg32">
              <a:extLst>
                <a:ext uri="{FF2B5EF4-FFF2-40B4-BE49-F238E27FC236}">
                  <a16:creationId xmlns:a16="http://schemas.microsoft.com/office/drawing/2014/main" id="{A347A98C-191D-FA9D-85AE-DAB215DEBB83}"/>
                </a:ext>
              </a:extLst>
            </p:cNvPr>
            <p:cNvSpPr/>
            <p:nvPr/>
          </p:nvSpPr>
          <p:spPr>
            <a:xfrm>
              <a:off x="2366385" y="3536282"/>
              <a:ext cx="683239" cy="191932"/>
            </a:xfrm>
            <a:custGeom>
              <a:avLst/>
              <a:gdLst/>
              <a:ahLst/>
              <a:cxnLst/>
              <a:rect l="0" t="0" r="0" b="0"/>
              <a:pathLst>
                <a:path w="683239" h="191932">
                  <a:moveTo>
                    <a:pt x="27431" y="191932"/>
                  </a:moveTo>
                  <a:lnTo>
                    <a:pt x="655807" y="191932"/>
                  </a:lnTo>
                  <a:lnTo>
                    <a:pt x="654703" y="191910"/>
                  </a:lnTo>
                  <a:lnTo>
                    <a:pt x="659114" y="191732"/>
                  </a:lnTo>
                  <a:lnTo>
                    <a:pt x="663439" y="190849"/>
                  </a:lnTo>
                  <a:lnTo>
                    <a:pt x="667567" y="189284"/>
                  </a:lnTo>
                  <a:lnTo>
                    <a:pt x="671390" y="187076"/>
                  </a:lnTo>
                  <a:lnTo>
                    <a:pt x="674810" y="184284"/>
                  </a:lnTo>
                  <a:lnTo>
                    <a:pt x="677737" y="180980"/>
                  </a:lnTo>
                  <a:lnTo>
                    <a:pt x="680097" y="177248"/>
                  </a:lnTo>
                  <a:lnTo>
                    <a:pt x="681827" y="173187"/>
                  </a:lnTo>
                  <a:lnTo>
                    <a:pt x="682884" y="168900"/>
                  </a:lnTo>
                  <a:lnTo>
                    <a:pt x="683239" y="164500"/>
                  </a:lnTo>
                  <a:lnTo>
                    <a:pt x="683239" y="27432"/>
                  </a:lnTo>
                  <a:lnTo>
                    <a:pt x="682884" y="23031"/>
                  </a:lnTo>
                  <a:lnTo>
                    <a:pt x="681827" y="18745"/>
                  </a:lnTo>
                  <a:lnTo>
                    <a:pt x="680097" y="14683"/>
                  </a:lnTo>
                  <a:lnTo>
                    <a:pt x="677737" y="10952"/>
                  </a:lnTo>
                  <a:lnTo>
                    <a:pt x="674810" y="7647"/>
                  </a:lnTo>
                  <a:lnTo>
                    <a:pt x="671390" y="4855"/>
                  </a:lnTo>
                  <a:lnTo>
                    <a:pt x="667567" y="2648"/>
                  </a:lnTo>
                  <a:lnTo>
                    <a:pt x="663439" y="1083"/>
                  </a:lnTo>
                  <a:lnTo>
                    <a:pt x="659114" y="200"/>
                  </a:lnTo>
                  <a:lnTo>
                    <a:pt x="655807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3" name="tx33">
              <a:extLst>
                <a:ext uri="{FF2B5EF4-FFF2-40B4-BE49-F238E27FC236}">
                  <a16:creationId xmlns:a16="http://schemas.microsoft.com/office/drawing/2014/main" id="{FC6B3FC3-0D10-15B2-7F98-AD2D8A522E37}"/>
                </a:ext>
              </a:extLst>
            </p:cNvPr>
            <p:cNvSpPr/>
            <p:nvPr/>
          </p:nvSpPr>
          <p:spPr>
            <a:xfrm>
              <a:off x="2412105" y="3582002"/>
              <a:ext cx="591799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24" name="pg34">
              <a:extLst>
                <a:ext uri="{FF2B5EF4-FFF2-40B4-BE49-F238E27FC236}">
                  <a16:creationId xmlns:a16="http://schemas.microsoft.com/office/drawing/2014/main" id="{4BF2194E-EE79-EBE3-3370-15AC24B1D235}"/>
                </a:ext>
              </a:extLst>
            </p:cNvPr>
            <p:cNvSpPr/>
            <p:nvPr/>
          </p:nvSpPr>
          <p:spPr>
            <a:xfrm>
              <a:off x="2334886" y="4251517"/>
              <a:ext cx="745236" cy="191932"/>
            </a:xfrm>
            <a:custGeom>
              <a:avLst/>
              <a:gdLst/>
              <a:ahLst/>
              <a:cxnLst/>
              <a:rect l="0" t="0" r="0" b="0"/>
              <a:pathLst>
                <a:path w="745236" h="191932">
                  <a:moveTo>
                    <a:pt x="27431" y="191932"/>
                  </a:moveTo>
                  <a:lnTo>
                    <a:pt x="717804" y="191932"/>
                  </a:lnTo>
                  <a:lnTo>
                    <a:pt x="716699" y="191910"/>
                  </a:lnTo>
                  <a:lnTo>
                    <a:pt x="721110" y="191732"/>
                  </a:lnTo>
                  <a:lnTo>
                    <a:pt x="725436" y="190849"/>
                  </a:lnTo>
                  <a:lnTo>
                    <a:pt x="729563" y="189284"/>
                  </a:lnTo>
                  <a:lnTo>
                    <a:pt x="733387" y="187076"/>
                  </a:lnTo>
                  <a:lnTo>
                    <a:pt x="736806" y="184284"/>
                  </a:lnTo>
                  <a:lnTo>
                    <a:pt x="739734" y="180980"/>
                  </a:lnTo>
                  <a:lnTo>
                    <a:pt x="742093" y="177248"/>
                  </a:lnTo>
                  <a:lnTo>
                    <a:pt x="743824" y="173187"/>
                  </a:lnTo>
                  <a:lnTo>
                    <a:pt x="744880" y="168900"/>
                  </a:lnTo>
                  <a:lnTo>
                    <a:pt x="745236" y="164500"/>
                  </a:lnTo>
                  <a:lnTo>
                    <a:pt x="745236" y="27432"/>
                  </a:lnTo>
                  <a:lnTo>
                    <a:pt x="744880" y="23031"/>
                  </a:lnTo>
                  <a:lnTo>
                    <a:pt x="743824" y="18745"/>
                  </a:lnTo>
                  <a:lnTo>
                    <a:pt x="742093" y="14683"/>
                  </a:lnTo>
                  <a:lnTo>
                    <a:pt x="739734" y="10952"/>
                  </a:lnTo>
                  <a:lnTo>
                    <a:pt x="736806" y="7647"/>
                  </a:lnTo>
                  <a:lnTo>
                    <a:pt x="733387" y="4855"/>
                  </a:lnTo>
                  <a:lnTo>
                    <a:pt x="729563" y="2648"/>
                  </a:lnTo>
                  <a:lnTo>
                    <a:pt x="725436" y="1083"/>
                  </a:lnTo>
                  <a:lnTo>
                    <a:pt x="721110" y="200"/>
                  </a:lnTo>
                  <a:lnTo>
                    <a:pt x="71780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5" name="tx35">
              <a:extLst>
                <a:ext uri="{FF2B5EF4-FFF2-40B4-BE49-F238E27FC236}">
                  <a16:creationId xmlns:a16="http://schemas.microsoft.com/office/drawing/2014/main" id="{15C4B9C2-D553-194D-6348-C4BCD761A5E6}"/>
                </a:ext>
              </a:extLst>
            </p:cNvPr>
            <p:cNvSpPr/>
            <p:nvPr/>
          </p:nvSpPr>
          <p:spPr>
            <a:xfrm>
              <a:off x="2380606" y="4297237"/>
              <a:ext cx="653796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126" name="pl36">
              <a:extLst>
                <a:ext uri="{FF2B5EF4-FFF2-40B4-BE49-F238E27FC236}">
                  <a16:creationId xmlns:a16="http://schemas.microsoft.com/office/drawing/2014/main" id="{5F3F4A51-4E69-E48C-3165-544BE2AA2D45}"/>
                </a:ext>
              </a:extLst>
            </p:cNvPr>
            <p:cNvSpPr/>
            <p:nvPr/>
          </p:nvSpPr>
          <p:spPr>
            <a:xfrm>
              <a:off x="3114115" y="4572330"/>
              <a:ext cx="114587" cy="656102"/>
            </a:xfrm>
            <a:custGeom>
              <a:avLst/>
              <a:gdLst/>
              <a:ahLst/>
              <a:cxnLst/>
              <a:rect l="0" t="0" r="0" b="0"/>
              <a:pathLst>
                <a:path w="114587" h="656102">
                  <a:moveTo>
                    <a:pt x="114587" y="65610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7" name="pg37">
              <a:extLst>
                <a:ext uri="{FF2B5EF4-FFF2-40B4-BE49-F238E27FC236}">
                  <a16:creationId xmlns:a16="http://schemas.microsoft.com/office/drawing/2014/main" id="{5C404D95-3B08-A3D4-409C-2949D75390C7}"/>
                </a:ext>
              </a:extLst>
            </p:cNvPr>
            <p:cNvSpPr/>
            <p:nvPr/>
          </p:nvSpPr>
          <p:spPr>
            <a:xfrm>
              <a:off x="3228702" y="5145554"/>
              <a:ext cx="535106" cy="191932"/>
            </a:xfrm>
            <a:custGeom>
              <a:avLst/>
              <a:gdLst/>
              <a:ahLst/>
              <a:cxnLst/>
              <a:rect l="0" t="0" r="0" b="0"/>
              <a:pathLst>
                <a:path w="535106" h="191932">
                  <a:moveTo>
                    <a:pt x="27431" y="191932"/>
                  </a:moveTo>
                  <a:lnTo>
                    <a:pt x="507674" y="191932"/>
                  </a:lnTo>
                  <a:lnTo>
                    <a:pt x="506570" y="191910"/>
                  </a:lnTo>
                  <a:lnTo>
                    <a:pt x="510981" y="191732"/>
                  </a:lnTo>
                  <a:lnTo>
                    <a:pt x="515306" y="190849"/>
                  </a:lnTo>
                  <a:lnTo>
                    <a:pt x="519434" y="189284"/>
                  </a:lnTo>
                  <a:lnTo>
                    <a:pt x="523258" y="187076"/>
                  </a:lnTo>
                  <a:lnTo>
                    <a:pt x="526677" y="184284"/>
                  </a:lnTo>
                  <a:lnTo>
                    <a:pt x="529605" y="180980"/>
                  </a:lnTo>
                  <a:lnTo>
                    <a:pt x="531964" y="177248"/>
                  </a:lnTo>
                  <a:lnTo>
                    <a:pt x="533695" y="173187"/>
                  </a:lnTo>
                  <a:lnTo>
                    <a:pt x="534751" y="168900"/>
                  </a:lnTo>
                  <a:lnTo>
                    <a:pt x="535106" y="164500"/>
                  </a:lnTo>
                  <a:lnTo>
                    <a:pt x="535106" y="27431"/>
                  </a:lnTo>
                  <a:lnTo>
                    <a:pt x="534751" y="23031"/>
                  </a:lnTo>
                  <a:lnTo>
                    <a:pt x="533695" y="18745"/>
                  </a:lnTo>
                  <a:lnTo>
                    <a:pt x="531964" y="14683"/>
                  </a:lnTo>
                  <a:lnTo>
                    <a:pt x="529605" y="10952"/>
                  </a:lnTo>
                  <a:lnTo>
                    <a:pt x="526677" y="7647"/>
                  </a:lnTo>
                  <a:lnTo>
                    <a:pt x="523258" y="4855"/>
                  </a:lnTo>
                  <a:lnTo>
                    <a:pt x="519434" y="2648"/>
                  </a:lnTo>
                  <a:lnTo>
                    <a:pt x="515306" y="1083"/>
                  </a:lnTo>
                  <a:lnTo>
                    <a:pt x="510981" y="200"/>
                  </a:lnTo>
                  <a:lnTo>
                    <a:pt x="50767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8" name="tx38">
              <a:extLst>
                <a:ext uri="{FF2B5EF4-FFF2-40B4-BE49-F238E27FC236}">
                  <a16:creationId xmlns:a16="http://schemas.microsoft.com/office/drawing/2014/main" id="{81785713-82F7-F916-4F7C-BCE3F740EFE8}"/>
                </a:ext>
              </a:extLst>
            </p:cNvPr>
            <p:cNvSpPr/>
            <p:nvPr/>
          </p:nvSpPr>
          <p:spPr>
            <a:xfrm>
              <a:off x="3274422" y="5191274"/>
              <a:ext cx="443666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129" name="pl39">
              <a:extLst>
                <a:ext uri="{FF2B5EF4-FFF2-40B4-BE49-F238E27FC236}">
                  <a16:creationId xmlns:a16="http://schemas.microsoft.com/office/drawing/2014/main" id="{5835496F-0C6C-72B5-18B1-EB8D6CF041EC}"/>
                </a:ext>
              </a:extLst>
            </p:cNvPr>
            <p:cNvSpPr/>
            <p:nvPr/>
          </p:nvSpPr>
          <p:spPr>
            <a:xfrm>
              <a:off x="2289166" y="1896563"/>
              <a:ext cx="0" cy="3824476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30" name="tx40">
              <a:extLst>
                <a:ext uri="{FF2B5EF4-FFF2-40B4-BE49-F238E27FC236}">
                  <a16:creationId xmlns:a16="http://schemas.microsoft.com/office/drawing/2014/main" id="{FDDF0381-6E04-632A-23C1-12A18B5D15AD}"/>
                </a:ext>
              </a:extLst>
            </p:cNvPr>
            <p:cNvSpPr/>
            <p:nvPr/>
          </p:nvSpPr>
          <p:spPr>
            <a:xfrm>
              <a:off x="1883636" y="521115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36.5</a:t>
              </a:r>
            </a:p>
          </p:txBody>
        </p:sp>
        <p:sp>
          <p:nvSpPr>
            <p:cNvPr id="131" name="tx41">
              <a:extLst>
                <a:ext uri="{FF2B5EF4-FFF2-40B4-BE49-F238E27FC236}">
                  <a16:creationId xmlns:a16="http://schemas.microsoft.com/office/drawing/2014/main" id="{D6BD0223-DAD6-6BC2-7F10-CE93563B8E99}"/>
                </a:ext>
              </a:extLst>
            </p:cNvPr>
            <p:cNvSpPr/>
            <p:nvPr/>
          </p:nvSpPr>
          <p:spPr>
            <a:xfrm>
              <a:off x="2101171" y="519277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32" name="tx42">
              <a:extLst>
                <a:ext uri="{FF2B5EF4-FFF2-40B4-BE49-F238E27FC236}">
                  <a16:creationId xmlns:a16="http://schemas.microsoft.com/office/drawing/2014/main" id="{3F6A6200-C624-C28D-7768-92B67B97CF28}"/>
                </a:ext>
              </a:extLst>
            </p:cNvPr>
            <p:cNvSpPr/>
            <p:nvPr/>
          </p:nvSpPr>
          <p:spPr>
            <a:xfrm>
              <a:off x="2145886" y="521115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33" name="tx43">
              <a:extLst>
                <a:ext uri="{FF2B5EF4-FFF2-40B4-BE49-F238E27FC236}">
                  <a16:creationId xmlns:a16="http://schemas.microsoft.com/office/drawing/2014/main" id="{A6A079F6-E2E7-8996-D600-643480BD65F4}"/>
                </a:ext>
              </a:extLst>
            </p:cNvPr>
            <p:cNvSpPr/>
            <p:nvPr/>
          </p:nvSpPr>
          <p:spPr>
            <a:xfrm>
              <a:off x="1883636" y="472328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37.0</a:t>
              </a:r>
            </a:p>
          </p:txBody>
        </p:sp>
        <p:sp>
          <p:nvSpPr>
            <p:cNvPr id="134" name="tx44">
              <a:extLst>
                <a:ext uri="{FF2B5EF4-FFF2-40B4-BE49-F238E27FC236}">
                  <a16:creationId xmlns:a16="http://schemas.microsoft.com/office/drawing/2014/main" id="{7021F260-6CBD-02CE-0C35-8B2CAA49CAAC}"/>
                </a:ext>
              </a:extLst>
            </p:cNvPr>
            <p:cNvSpPr/>
            <p:nvPr/>
          </p:nvSpPr>
          <p:spPr>
            <a:xfrm>
              <a:off x="2101171" y="470491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35" name="tx45">
              <a:extLst>
                <a:ext uri="{FF2B5EF4-FFF2-40B4-BE49-F238E27FC236}">
                  <a16:creationId xmlns:a16="http://schemas.microsoft.com/office/drawing/2014/main" id="{073E174C-C9E4-16E4-5C1B-A81EE4DF0B36}"/>
                </a:ext>
              </a:extLst>
            </p:cNvPr>
            <p:cNvSpPr/>
            <p:nvPr/>
          </p:nvSpPr>
          <p:spPr>
            <a:xfrm>
              <a:off x="2145886" y="472328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36" name="tx46">
              <a:extLst>
                <a:ext uri="{FF2B5EF4-FFF2-40B4-BE49-F238E27FC236}">
                  <a16:creationId xmlns:a16="http://schemas.microsoft.com/office/drawing/2014/main" id="{E42F8F25-55A7-8AAA-977A-4571D82F621A}"/>
                </a:ext>
              </a:extLst>
            </p:cNvPr>
            <p:cNvSpPr/>
            <p:nvPr/>
          </p:nvSpPr>
          <p:spPr>
            <a:xfrm>
              <a:off x="1883636" y="423542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37.5</a:t>
              </a:r>
            </a:p>
          </p:txBody>
        </p:sp>
        <p:sp>
          <p:nvSpPr>
            <p:cNvPr id="137" name="tx47">
              <a:extLst>
                <a:ext uri="{FF2B5EF4-FFF2-40B4-BE49-F238E27FC236}">
                  <a16:creationId xmlns:a16="http://schemas.microsoft.com/office/drawing/2014/main" id="{81EC917D-52BB-36CA-BE74-479F0BA65F15}"/>
                </a:ext>
              </a:extLst>
            </p:cNvPr>
            <p:cNvSpPr/>
            <p:nvPr/>
          </p:nvSpPr>
          <p:spPr>
            <a:xfrm>
              <a:off x="2101171" y="421704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38" name="tx48">
              <a:extLst>
                <a:ext uri="{FF2B5EF4-FFF2-40B4-BE49-F238E27FC236}">
                  <a16:creationId xmlns:a16="http://schemas.microsoft.com/office/drawing/2014/main" id="{2071CA9A-4B43-C2FA-DBB8-1DE5BAFD88FB}"/>
                </a:ext>
              </a:extLst>
            </p:cNvPr>
            <p:cNvSpPr/>
            <p:nvPr/>
          </p:nvSpPr>
          <p:spPr>
            <a:xfrm>
              <a:off x="2145886" y="423542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39" name="tx49">
              <a:extLst>
                <a:ext uri="{FF2B5EF4-FFF2-40B4-BE49-F238E27FC236}">
                  <a16:creationId xmlns:a16="http://schemas.microsoft.com/office/drawing/2014/main" id="{1FAABEFE-CBC5-5203-641C-A559D14AD288}"/>
                </a:ext>
              </a:extLst>
            </p:cNvPr>
            <p:cNvSpPr/>
            <p:nvPr/>
          </p:nvSpPr>
          <p:spPr>
            <a:xfrm>
              <a:off x="1883636" y="374751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38.0</a:t>
              </a:r>
            </a:p>
          </p:txBody>
        </p:sp>
        <p:sp>
          <p:nvSpPr>
            <p:cNvPr id="140" name="tx50">
              <a:extLst>
                <a:ext uri="{FF2B5EF4-FFF2-40B4-BE49-F238E27FC236}">
                  <a16:creationId xmlns:a16="http://schemas.microsoft.com/office/drawing/2014/main" id="{B3F17FE0-A51F-FF87-7A31-B9DA2E178DB5}"/>
                </a:ext>
              </a:extLst>
            </p:cNvPr>
            <p:cNvSpPr/>
            <p:nvPr/>
          </p:nvSpPr>
          <p:spPr>
            <a:xfrm>
              <a:off x="2101171" y="3729134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41" name="tx51">
              <a:extLst>
                <a:ext uri="{FF2B5EF4-FFF2-40B4-BE49-F238E27FC236}">
                  <a16:creationId xmlns:a16="http://schemas.microsoft.com/office/drawing/2014/main" id="{51EA29D1-535B-C1CC-E16B-90249811240D}"/>
                </a:ext>
              </a:extLst>
            </p:cNvPr>
            <p:cNvSpPr/>
            <p:nvPr/>
          </p:nvSpPr>
          <p:spPr>
            <a:xfrm>
              <a:off x="2145886" y="374751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42" name="tx52">
              <a:extLst>
                <a:ext uri="{FF2B5EF4-FFF2-40B4-BE49-F238E27FC236}">
                  <a16:creationId xmlns:a16="http://schemas.microsoft.com/office/drawing/2014/main" id="{2096A53C-8EC7-E51C-FADA-2064EB6C3EBD}"/>
                </a:ext>
              </a:extLst>
            </p:cNvPr>
            <p:cNvSpPr/>
            <p:nvPr/>
          </p:nvSpPr>
          <p:spPr>
            <a:xfrm>
              <a:off x="1883636" y="325964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38.5</a:t>
              </a:r>
            </a:p>
          </p:txBody>
        </p:sp>
        <p:sp>
          <p:nvSpPr>
            <p:cNvPr id="143" name="tx53">
              <a:extLst>
                <a:ext uri="{FF2B5EF4-FFF2-40B4-BE49-F238E27FC236}">
                  <a16:creationId xmlns:a16="http://schemas.microsoft.com/office/drawing/2014/main" id="{E504827C-36B9-8AC6-67CE-602D7458E214}"/>
                </a:ext>
              </a:extLst>
            </p:cNvPr>
            <p:cNvSpPr/>
            <p:nvPr/>
          </p:nvSpPr>
          <p:spPr>
            <a:xfrm>
              <a:off x="2101171" y="324127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44" name="tx54">
              <a:extLst>
                <a:ext uri="{FF2B5EF4-FFF2-40B4-BE49-F238E27FC236}">
                  <a16:creationId xmlns:a16="http://schemas.microsoft.com/office/drawing/2014/main" id="{726132E6-6264-DE7D-E212-6A65AEB977B0}"/>
                </a:ext>
              </a:extLst>
            </p:cNvPr>
            <p:cNvSpPr/>
            <p:nvPr/>
          </p:nvSpPr>
          <p:spPr>
            <a:xfrm>
              <a:off x="2145886" y="325964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45" name="tx55">
              <a:extLst>
                <a:ext uri="{FF2B5EF4-FFF2-40B4-BE49-F238E27FC236}">
                  <a16:creationId xmlns:a16="http://schemas.microsoft.com/office/drawing/2014/main" id="{9971AABE-4E8F-4E16-67B8-19612DADA2D7}"/>
                </a:ext>
              </a:extLst>
            </p:cNvPr>
            <p:cNvSpPr/>
            <p:nvPr/>
          </p:nvSpPr>
          <p:spPr>
            <a:xfrm>
              <a:off x="1883636" y="277183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39.0</a:t>
              </a:r>
            </a:p>
          </p:txBody>
        </p:sp>
        <p:sp>
          <p:nvSpPr>
            <p:cNvPr id="146" name="tx56">
              <a:extLst>
                <a:ext uri="{FF2B5EF4-FFF2-40B4-BE49-F238E27FC236}">
                  <a16:creationId xmlns:a16="http://schemas.microsoft.com/office/drawing/2014/main" id="{CC1D07D8-EBDF-AB0F-E4F3-2B5F3239B6CB}"/>
                </a:ext>
              </a:extLst>
            </p:cNvPr>
            <p:cNvSpPr/>
            <p:nvPr/>
          </p:nvSpPr>
          <p:spPr>
            <a:xfrm>
              <a:off x="2101171" y="275345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47" name="tx57">
              <a:extLst>
                <a:ext uri="{FF2B5EF4-FFF2-40B4-BE49-F238E27FC236}">
                  <a16:creationId xmlns:a16="http://schemas.microsoft.com/office/drawing/2014/main" id="{DDFF30E8-7CDC-B7FB-9763-30A7FF181B22}"/>
                </a:ext>
              </a:extLst>
            </p:cNvPr>
            <p:cNvSpPr/>
            <p:nvPr/>
          </p:nvSpPr>
          <p:spPr>
            <a:xfrm>
              <a:off x="2145886" y="277183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48" name="tx58">
              <a:extLst>
                <a:ext uri="{FF2B5EF4-FFF2-40B4-BE49-F238E27FC236}">
                  <a16:creationId xmlns:a16="http://schemas.microsoft.com/office/drawing/2014/main" id="{5054BD74-F0BE-752F-A105-A70F294CA465}"/>
                </a:ext>
              </a:extLst>
            </p:cNvPr>
            <p:cNvSpPr/>
            <p:nvPr/>
          </p:nvSpPr>
          <p:spPr>
            <a:xfrm>
              <a:off x="1883636" y="228396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39.5</a:t>
              </a:r>
            </a:p>
          </p:txBody>
        </p:sp>
        <p:sp>
          <p:nvSpPr>
            <p:cNvPr id="149" name="tx59">
              <a:extLst>
                <a:ext uri="{FF2B5EF4-FFF2-40B4-BE49-F238E27FC236}">
                  <a16:creationId xmlns:a16="http://schemas.microsoft.com/office/drawing/2014/main" id="{C3FE82BE-355B-D68B-C371-081CEFADB3B3}"/>
                </a:ext>
              </a:extLst>
            </p:cNvPr>
            <p:cNvSpPr/>
            <p:nvPr/>
          </p:nvSpPr>
          <p:spPr>
            <a:xfrm>
              <a:off x="2101171" y="226558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0" name="tx60">
              <a:extLst>
                <a:ext uri="{FF2B5EF4-FFF2-40B4-BE49-F238E27FC236}">
                  <a16:creationId xmlns:a16="http://schemas.microsoft.com/office/drawing/2014/main" id="{57E5D799-5058-3229-BC8E-FA0835B551EF}"/>
                </a:ext>
              </a:extLst>
            </p:cNvPr>
            <p:cNvSpPr/>
            <p:nvPr/>
          </p:nvSpPr>
          <p:spPr>
            <a:xfrm>
              <a:off x="2145886" y="228396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1" name="pl61">
              <a:extLst>
                <a:ext uri="{FF2B5EF4-FFF2-40B4-BE49-F238E27FC236}">
                  <a16:creationId xmlns:a16="http://schemas.microsoft.com/office/drawing/2014/main" id="{661042B9-686C-69F6-8C0E-728D974E9795}"/>
                </a:ext>
              </a:extLst>
            </p:cNvPr>
            <p:cNvSpPr/>
            <p:nvPr/>
          </p:nvSpPr>
          <p:spPr>
            <a:xfrm>
              <a:off x="2254371" y="525225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2" name="pl62">
              <a:extLst>
                <a:ext uri="{FF2B5EF4-FFF2-40B4-BE49-F238E27FC236}">
                  <a16:creationId xmlns:a16="http://schemas.microsoft.com/office/drawing/2014/main" id="{223C51A4-952D-AAD1-D675-BD64F2EA977D}"/>
                </a:ext>
              </a:extLst>
            </p:cNvPr>
            <p:cNvSpPr/>
            <p:nvPr/>
          </p:nvSpPr>
          <p:spPr>
            <a:xfrm>
              <a:off x="2254371" y="476439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3" name="pl63">
              <a:extLst>
                <a:ext uri="{FF2B5EF4-FFF2-40B4-BE49-F238E27FC236}">
                  <a16:creationId xmlns:a16="http://schemas.microsoft.com/office/drawing/2014/main" id="{2060C9F1-AE0A-4DEB-5C11-F08F579A3D23}"/>
                </a:ext>
              </a:extLst>
            </p:cNvPr>
            <p:cNvSpPr/>
            <p:nvPr/>
          </p:nvSpPr>
          <p:spPr>
            <a:xfrm>
              <a:off x="2254371" y="42765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4" name="pl64">
              <a:extLst>
                <a:ext uri="{FF2B5EF4-FFF2-40B4-BE49-F238E27FC236}">
                  <a16:creationId xmlns:a16="http://schemas.microsoft.com/office/drawing/2014/main" id="{87F79584-A980-C80C-0BA9-C27C7D3F2EB6}"/>
                </a:ext>
              </a:extLst>
            </p:cNvPr>
            <p:cNvSpPr/>
            <p:nvPr/>
          </p:nvSpPr>
          <p:spPr>
            <a:xfrm>
              <a:off x="2254371" y="378866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5" name="pl65">
              <a:extLst>
                <a:ext uri="{FF2B5EF4-FFF2-40B4-BE49-F238E27FC236}">
                  <a16:creationId xmlns:a16="http://schemas.microsoft.com/office/drawing/2014/main" id="{0608D954-A3D3-0121-A75F-AED37A80D318}"/>
                </a:ext>
              </a:extLst>
            </p:cNvPr>
            <p:cNvSpPr/>
            <p:nvPr/>
          </p:nvSpPr>
          <p:spPr>
            <a:xfrm>
              <a:off x="2254371" y="330079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6" name="pl66">
              <a:extLst>
                <a:ext uri="{FF2B5EF4-FFF2-40B4-BE49-F238E27FC236}">
                  <a16:creationId xmlns:a16="http://schemas.microsoft.com/office/drawing/2014/main" id="{FC0966EE-8112-C055-ED59-832E71EE1788}"/>
                </a:ext>
              </a:extLst>
            </p:cNvPr>
            <p:cNvSpPr/>
            <p:nvPr/>
          </p:nvSpPr>
          <p:spPr>
            <a:xfrm>
              <a:off x="2254371" y="281293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7" name="pl67">
              <a:extLst>
                <a:ext uri="{FF2B5EF4-FFF2-40B4-BE49-F238E27FC236}">
                  <a16:creationId xmlns:a16="http://schemas.microsoft.com/office/drawing/2014/main" id="{20762114-259B-6610-E95D-1D0C7AABD067}"/>
                </a:ext>
              </a:extLst>
            </p:cNvPr>
            <p:cNvSpPr/>
            <p:nvPr/>
          </p:nvSpPr>
          <p:spPr>
            <a:xfrm>
              <a:off x="2254371" y="232506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8" name="pl68">
              <a:extLst>
                <a:ext uri="{FF2B5EF4-FFF2-40B4-BE49-F238E27FC236}">
                  <a16:creationId xmlns:a16="http://schemas.microsoft.com/office/drawing/2014/main" id="{B616A34C-377E-533C-F958-EFAB2D612C43}"/>
                </a:ext>
              </a:extLst>
            </p:cNvPr>
            <p:cNvSpPr/>
            <p:nvPr/>
          </p:nvSpPr>
          <p:spPr>
            <a:xfrm>
              <a:off x="2289166" y="5721039"/>
              <a:ext cx="3917565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9" name="pl69">
              <a:extLst>
                <a:ext uri="{FF2B5EF4-FFF2-40B4-BE49-F238E27FC236}">
                  <a16:creationId xmlns:a16="http://schemas.microsoft.com/office/drawing/2014/main" id="{60E93734-FA53-7D9A-EDE8-AA59D37FB758}"/>
                </a:ext>
              </a:extLst>
            </p:cNvPr>
            <p:cNvSpPr/>
            <p:nvPr/>
          </p:nvSpPr>
          <p:spPr>
            <a:xfrm>
              <a:off x="2947883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0" name="pl70">
              <a:extLst>
                <a:ext uri="{FF2B5EF4-FFF2-40B4-BE49-F238E27FC236}">
                  <a16:creationId xmlns:a16="http://schemas.microsoft.com/office/drawing/2014/main" id="{B99EA2D0-8A03-8AA4-E111-220CB3996EB1}"/>
                </a:ext>
              </a:extLst>
            </p:cNvPr>
            <p:cNvSpPr/>
            <p:nvPr/>
          </p:nvSpPr>
          <p:spPr>
            <a:xfrm>
              <a:off x="3716985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" name="pl71">
              <a:extLst>
                <a:ext uri="{FF2B5EF4-FFF2-40B4-BE49-F238E27FC236}">
                  <a16:creationId xmlns:a16="http://schemas.microsoft.com/office/drawing/2014/main" id="{E02DA3F0-B7FE-C6A9-1CBA-8C6DFAF81992}"/>
                </a:ext>
              </a:extLst>
            </p:cNvPr>
            <p:cNvSpPr/>
            <p:nvPr/>
          </p:nvSpPr>
          <p:spPr>
            <a:xfrm>
              <a:off x="4486087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" name="pl72">
              <a:extLst>
                <a:ext uri="{FF2B5EF4-FFF2-40B4-BE49-F238E27FC236}">
                  <a16:creationId xmlns:a16="http://schemas.microsoft.com/office/drawing/2014/main" id="{32C552CF-0D53-E866-19E5-9ADBBB9C81FE}"/>
                </a:ext>
              </a:extLst>
            </p:cNvPr>
            <p:cNvSpPr/>
            <p:nvPr/>
          </p:nvSpPr>
          <p:spPr>
            <a:xfrm>
              <a:off x="5255189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" name="pl73">
              <a:extLst>
                <a:ext uri="{FF2B5EF4-FFF2-40B4-BE49-F238E27FC236}">
                  <a16:creationId xmlns:a16="http://schemas.microsoft.com/office/drawing/2014/main" id="{DC119823-5042-FB36-346D-FE8D5F141ED5}"/>
                </a:ext>
              </a:extLst>
            </p:cNvPr>
            <p:cNvSpPr/>
            <p:nvPr/>
          </p:nvSpPr>
          <p:spPr>
            <a:xfrm>
              <a:off x="6024291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" name="tx74">
              <a:extLst>
                <a:ext uri="{FF2B5EF4-FFF2-40B4-BE49-F238E27FC236}">
                  <a16:creationId xmlns:a16="http://schemas.microsoft.com/office/drawing/2014/main" id="{7E68E364-13F4-6B54-4267-90F82B85566D}"/>
                </a:ext>
              </a:extLst>
            </p:cNvPr>
            <p:cNvSpPr/>
            <p:nvPr/>
          </p:nvSpPr>
          <p:spPr>
            <a:xfrm>
              <a:off x="2810632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165" name="tx75">
              <a:extLst>
                <a:ext uri="{FF2B5EF4-FFF2-40B4-BE49-F238E27FC236}">
                  <a16:creationId xmlns:a16="http://schemas.microsoft.com/office/drawing/2014/main" id="{3C639659-6CCB-19BA-1132-003396BFEBAB}"/>
                </a:ext>
              </a:extLst>
            </p:cNvPr>
            <p:cNvSpPr/>
            <p:nvPr/>
          </p:nvSpPr>
          <p:spPr>
            <a:xfrm>
              <a:off x="2934990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6" name="tx76">
              <a:extLst>
                <a:ext uri="{FF2B5EF4-FFF2-40B4-BE49-F238E27FC236}">
                  <a16:creationId xmlns:a16="http://schemas.microsoft.com/office/drawing/2014/main" id="{8C2CE38F-2098-CF18-F41D-EF8FCC201C87}"/>
                </a:ext>
              </a:extLst>
            </p:cNvPr>
            <p:cNvSpPr/>
            <p:nvPr/>
          </p:nvSpPr>
          <p:spPr>
            <a:xfrm>
              <a:off x="2979704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7" name="tx77">
              <a:extLst>
                <a:ext uri="{FF2B5EF4-FFF2-40B4-BE49-F238E27FC236}">
                  <a16:creationId xmlns:a16="http://schemas.microsoft.com/office/drawing/2014/main" id="{F377862C-0928-A79A-9FEA-DB19C0612924}"/>
                </a:ext>
              </a:extLst>
            </p:cNvPr>
            <p:cNvSpPr/>
            <p:nvPr/>
          </p:nvSpPr>
          <p:spPr>
            <a:xfrm>
              <a:off x="3579734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168" name="tx78">
              <a:extLst>
                <a:ext uri="{FF2B5EF4-FFF2-40B4-BE49-F238E27FC236}">
                  <a16:creationId xmlns:a16="http://schemas.microsoft.com/office/drawing/2014/main" id="{A91EB676-D4B4-087B-55EA-8673D8FD847D}"/>
                </a:ext>
              </a:extLst>
            </p:cNvPr>
            <p:cNvSpPr/>
            <p:nvPr/>
          </p:nvSpPr>
          <p:spPr>
            <a:xfrm>
              <a:off x="3704092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9" name="tx79">
              <a:extLst>
                <a:ext uri="{FF2B5EF4-FFF2-40B4-BE49-F238E27FC236}">
                  <a16:creationId xmlns:a16="http://schemas.microsoft.com/office/drawing/2014/main" id="{5022B491-C5BC-49FB-6D8B-FE12270F1901}"/>
                </a:ext>
              </a:extLst>
            </p:cNvPr>
            <p:cNvSpPr/>
            <p:nvPr/>
          </p:nvSpPr>
          <p:spPr>
            <a:xfrm>
              <a:off x="3748806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0" name="tx80">
              <a:extLst>
                <a:ext uri="{FF2B5EF4-FFF2-40B4-BE49-F238E27FC236}">
                  <a16:creationId xmlns:a16="http://schemas.microsoft.com/office/drawing/2014/main" id="{B4E83F51-93A2-3469-297B-2605B974C9E6}"/>
                </a:ext>
              </a:extLst>
            </p:cNvPr>
            <p:cNvSpPr/>
            <p:nvPr/>
          </p:nvSpPr>
          <p:spPr>
            <a:xfrm>
              <a:off x="4348835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171" name="tx81">
              <a:extLst>
                <a:ext uri="{FF2B5EF4-FFF2-40B4-BE49-F238E27FC236}">
                  <a16:creationId xmlns:a16="http://schemas.microsoft.com/office/drawing/2014/main" id="{03274510-98BE-4E02-2141-269D03479E97}"/>
                </a:ext>
              </a:extLst>
            </p:cNvPr>
            <p:cNvSpPr/>
            <p:nvPr/>
          </p:nvSpPr>
          <p:spPr>
            <a:xfrm>
              <a:off x="4473194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2" name="tx82">
              <a:extLst>
                <a:ext uri="{FF2B5EF4-FFF2-40B4-BE49-F238E27FC236}">
                  <a16:creationId xmlns:a16="http://schemas.microsoft.com/office/drawing/2014/main" id="{B3BA12C7-8DC5-1C7E-08A6-7BA82188C7B4}"/>
                </a:ext>
              </a:extLst>
            </p:cNvPr>
            <p:cNvSpPr/>
            <p:nvPr/>
          </p:nvSpPr>
          <p:spPr>
            <a:xfrm>
              <a:off x="4517908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3" name="tx83">
              <a:extLst>
                <a:ext uri="{FF2B5EF4-FFF2-40B4-BE49-F238E27FC236}">
                  <a16:creationId xmlns:a16="http://schemas.microsoft.com/office/drawing/2014/main" id="{0FDEC323-71A0-3012-CCD8-0814A9F62BAB}"/>
                </a:ext>
              </a:extLst>
            </p:cNvPr>
            <p:cNvSpPr/>
            <p:nvPr/>
          </p:nvSpPr>
          <p:spPr>
            <a:xfrm>
              <a:off x="5117937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174" name="tx84">
              <a:extLst>
                <a:ext uri="{FF2B5EF4-FFF2-40B4-BE49-F238E27FC236}">
                  <a16:creationId xmlns:a16="http://schemas.microsoft.com/office/drawing/2014/main" id="{F8F6188D-F00A-8E3C-43E4-74DF2B8B423D}"/>
                </a:ext>
              </a:extLst>
            </p:cNvPr>
            <p:cNvSpPr/>
            <p:nvPr/>
          </p:nvSpPr>
          <p:spPr>
            <a:xfrm>
              <a:off x="5242296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5" name="tx85">
              <a:extLst>
                <a:ext uri="{FF2B5EF4-FFF2-40B4-BE49-F238E27FC236}">
                  <a16:creationId xmlns:a16="http://schemas.microsoft.com/office/drawing/2014/main" id="{7582744E-0E71-3335-01E8-A9E77B8AA0CB}"/>
                </a:ext>
              </a:extLst>
            </p:cNvPr>
            <p:cNvSpPr/>
            <p:nvPr/>
          </p:nvSpPr>
          <p:spPr>
            <a:xfrm>
              <a:off x="5287010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6" name="tx86">
              <a:extLst>
                <a:ext uri="{FF2B5EF4-FFF2-40B4-BE49-F238E27FC236}">
                  <a16:creationId xmlns:a16="http://schemas.microsoft.com/office/drawing/2014/main" id="{AF0FBCE5-A932-4ECC-3399-B0D1E3893753}"/>
                </a:ext>
              </a:extLst>
            </p:cNvPr>
            <p:cNvSpPr/>
            <p:nvPr/>
          </p:nvSpPr>
          <p:spPr>
            <a:xfrm>
              <a:off x="5887039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177" name="tx87">
              <a:extLst>
                <a:ext uri="{FF2B5EF4-FFF2-40B4-BE49-F238E27FC236}">
                  <a16:creationId xmlns:a16="http://schemas.microsoft.com/office/drawing/2014/main" id="{601CDD82-CB71-6CB8-11AB-C233292BD9D3}"/>
                </a:ext>
              </a:extLst>
            </p:cNvPr>
            <p:cNvSpPr/>
            <p:nvPr/>
          </p:nvSpPr>
          <p:spPr>
            <a:xfrm>
              <a:off x="6011398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8" name="tx88">
              <a:extLst>
                <a:ext uri="{FF2B5EF4-FFF2-40B4-BE49-F238E27FC236}">
                  <a16:creationId xmlns:a16="http://schemas.microsoft.com/office/drawing/2014/main" id="{6DE9495F-13C8-E688-D4EF-E99C1B177EAE}"/>
                </a:ext>
              </a:extLst>
            </p:cNvPr>
            <p:cNvSpPr/>
            <p:nvPr/>
          </p:nvSpPr>
          <p:spPr>
            <a:xfrm>
              <a:off x="6056112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9" name="tx89">
              <a:extLst>
                <a:ext uri="{FF2B5EF4-FFF2-40B4-BE49-F238E27FC236}">
                  <a16:creationId xmlns:a16="http://schemas.microsoft.com/office/drawing/2014/main" id="{3966F182-BA59-9664-10B7-44E81D996B97}"/>
                </a:ext>
              </a:extLst>
            </p:cNvPr>
            <p:cNvSpPr/>
            <p:nvPr/>
          </p:nvSpPr>
          <p:spPr>
            <a:xfrm>
              <a:off x="3941030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180" name="tx90">
              <a:extLst>
                <a:ext uri="{FF2B5EF4-FFF2-40B4-BE49-F238E27FC236}">
                  <a16:creationId xmlns:a16="http://schemas.microsoft.com/office/drawing/2014/main" id="{0218BF20-87B1-CDB1-8B92-E4CCC5E24E2A}"/>
                </a:ext>
              </a:extLst>
            </p:cNvPr>
            <p:cNvSpPr/>
            <p:nvPr/>
          </p:nvSpPr>
          <p:spPr>
            <a:xfrm rot="-5400000">
              <a:off x="1519246" y="3758692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181" name="rc91">
              <a:extLst>
                <a:ext uri="{FF2B5EF4-FFF2-40B4-BE49-F238E27FC236}">
                  <a16:creationId xmlns:a16="http://schemas.microsoft.com/office/drawing/2014/main" id="{FCA45925-64E2-D0DC-E5EB-8295EB84A773}"/>
                </a:ext>
              </a:extLst>
            </p:cNvPr>
            <p:cNvSpPr/>
            <p:nvPr/>
          </p:nvSpPr>
          <p:spPr>
            <a:xfrm>
              <a:off x="6345910" y="3199943"/>
              <a:ext cx="1080373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82" name="tx92">
              <a:extLst>
                <a:ext uri="{FF2B5EF4-FFF2-40B4-BE49-F238E27FC236}">
                  <a16:creationId xmlns:a16="http://schemas.microsoft.com/office/drawing/2014/main" id="{DE70ED0F-5926-EC62-F1D3-3DC2783D297B}"/>
                </a:ext>
              </a:extLst>
            </p:cNvPr>
            <p:cNvSpPr/>
            <p:nvPr/>
          </p:nvSpPr>
          <p:spPr>
            <a:xfrm>
              <a:off x="6415499" y="3284985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183" name="rc93">
              <a:extLst>
                <a:ext uri="{FF2B5EF4-FFF2-40B4-BE49-F238E27FC236}">
                  <a16:creationId xmlns:a16="http://schemas.microsoft.com/office/drawing/2014/main" id="{201A34A2-7B53-8954-4E9B-E21E5CD86BCD}"/>
                </a:ext>
              </a:extLst>
            </p:cNvPr>
            <p:cNvSpPr/>
            <p:nvPr/>
          </p:nvSpPr>
          <p:spPr>
            <a:xfrm>
              <a:off x="6415499" y="347024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84" name="pt94">
              <a:extLst>
                <a:ext uri="{FF2B5EF4-FFF2-40B4-BE49-F238E27FC236}">
                  <a16:creationId xmlns:a16="http://schemas.microsoft.com/office/drawing/2014/main" id="{2FCD0751-FC59-C18C-E5EA-0DCF272555D9}"/>
                </a:ext>
              </a:extLst>
            </p:cNvPr>
            <p:cNvSpPr/>
            <p:nvPr/>
          </p:nvSpPr>
          <p:spPr>
            <a:xfrm>
              <a:off x="6452974" y="350772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" name="rc95">
              <a:extLst>
                <a:ext uri="{FF2B5EF4-FFF2-40B4-BE49-F238E27FC236}">
                  <a16:creationId xmlns:a16="http://schemas.microsoft.com/office/drawing/2014/main" id="{7EE8883F-3CB9-28D1-5D02-71449969DFEC}"/>
                </a:ext>
              </a:extLst>
            </p:cNvPr>
            <p:cNvSpPr/>
            <p:nvPr/>
          </p:nvSpPr>
          <p:spPr>
            <a:xfrm>
              <a:off x="6415499" y="368970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86" name="rc96">
              <a:extLst>
                <a:ext uri="{FF2B5EF4-FFF2-40B4-BE49-F238E27FC236}">
                  <a16:creationId xmlns:a16="http://schemas.microsoft.com/office/drawing/2014/main" id="{D1DC8B82-75D5-8E1D-9F10-F4C550A048A4}"/>
                </a:ext>
              </a:extLst>
            </p:cNvPr>
            <p:cNvSpPr/>
            <p:nvPr/>
          </p:nvSpPr>
          <p:spPr>
            <a:xfrm>
              <a:off x="6461194" y="373539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" name="rc97">
              <a:extLst>
                <a:ext uri="{FF2B5EF4-FFF2-40B4-BE49-F238E27FC236}">
                  <a16:creationId xmlns:a16="http://schemas.microsoft.com/office/drawing/2014/main" id="{F96F33EF-A218-1076-2D2B-35C60F316BCC}"/>
                </a:ext>
              </a:extLst>
            </p:cNvPr>
            <p:cNvSpPr/>
            <p:nvPr/>
          </p:nvSpPr>
          <p:spPr>
            <a:xfrm>
              <a:off x="6415499" y="390915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88" name="pg98">
              <a:extLst>
                <a:ext uri="{FF2B5EF4-FFF2-40B4-BE49-F238E27FC236}">
                  <a16:creationId xmlns:a16="http://schemas.microsoft.com/office/drawing/2014/main" id="{6A3EAFC9-5EC1-4BBF-D077-24AB94546D33}"/>
                </a:ext>
              </a:extLst>
            </p:cNvPr>
            <p:cNvSpPr/>
            <p:nvPr/>
          </p:nvSpPr>
          <p:spPr>
            <a:xfrm>
              <a:off x="6427918" y="3906524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" name="rc99">
              <a:extLst>
                <a:ext uri="{FF2B5EF4-FFF2-40B4-BE49-F238E27FC236}">
                  <a16:creationId xmlns:a16="http://schemas.microsoft.com/office/drawing/2014/main" id="{16BC548C-EB4F-ED57-2C3C-20A13787926D}"/>
                </a:ext>
              </a:extLst>
            </p:cNvPr>
            <p:cNvSpPr/>
            <p:nvPr/>
          </p:nvSpPr>
          <p:spPr>
            <a:xfrm>
              <a:off x="6415499" y="412861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90" name="pg100">
              <a:extLst>
                <a:ext uri="{FF2B5EF4-FFF2-40B4-BE49-F238E27FC236}">
                  <a16:creationId xmlns:a16="http://schemas.microsoft.com/office/drawing/2014/main" id="{1E76BD9A-8DF4-91FD-43D4-3F2C96701C7D}"/>
                </a:ext>
              </a:extLst>
            </p:cNvPr>
            <p:cNvSpPr/>
            <p:nvPr/>
          </p:nvSpPr>
          <p:spPr>
            <a:xfrm>
              <a:off x="6427918" y="4125980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" name="tx101">
              <a:extLst>
                <a:ext uri="{FF2B5EF4-FFF2-40B4-BE49-F238E27FC236}">
                  <a16:creationId xmlns:a16="http://schemas.microsoft.com/office/drawing/2014/main" id="{393A5695-01A3-9D2B-C045-073B76246574}"/>
                </a:ext>
              </a:extLst>
            </p:cNvPr>
            <p:cNvSpPr/>
            <p:nvPr/>
          </p:nvSpPr>
          <p:spPr>
            <a:xfrm>
              <a:off x="6704544" y="3539923"/>
              <a:ext cx="49715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Seascape</a:t>
              </a:r>
            </a:p>
          </p:txBody>
        </p:sp>
        <p:sp>
          <p:nvSpPr>
            <p:cNvPr id="192" name="tx102">
              <a:extLst>
                <a:ext uri="{FF2B5EF4-FFF2-40B4-BE49-F238E27FC236}">
                  <a16:creationId xmlns:a16="http://schemas.microsoft.com/office/drawing/2014/main" id="{B6FA2DB1-4BB8-1285-13DF-BB6C1CE35B57}"/>
                </a:ext>
              </a:extLst>
            </p:cNvPr>
            <p:cNvSpPr/>
            <p:nvPr/>
          </p:nvSpPr>
          <p:spPr>
            <a:xfrm>
              <a:off x="6704544" y="3759379"/>
              <a:ext cx="6521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</a:t>
              </a:r>
            </a:p>
          </p:txBody>
        </p:sp>
        <p:sp>
          <p:nvSpPr>
            <p:cNvPr id="193" name="tx103">
              <a:extLst>
                <a:ext uri="{FF2B5EF4-FFF2-40B4-BE49-F238E27FC236}">
                  <a16:creationId xmlns:a16="http://schemas.microsoft.com/office/drawing/2014/main" id="{2CDD3D04-9DD5-5686-8728-092B7C8B38E9}"/>
                </a:ext>
              </a:extLst>
            </p:cNvPr>
            <p:cNvSpPr/>
            <p:nvPr/>
          </p:nvSpPr>
          <p:spPr>
            <a:xfrm>
              <a:off x="6704544" y="3978835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94" name="tx104">
              <a:extLst>
                <a:ext uri="{FF2B5EF4-FFF2-40B4-BE49-F238E27FC236}">
                  <a16:creationId xmlns:a16="http://schemas.microsoft.com/office/drawing/2014/main" id="{94D19CB4-F038-FEC1-4CA2-792F44A0CD20}"/>
                </a:ext>
              </a:extLst>
            </p:cNvPr>
            <p:cNvSpPr/>
            <p:nvPr/>
          </p:nvSpPr>
          <p:spPr>
            <a:xfrm>
              <a:off x="6704544" y="4198291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2D94B-AB2A-2B86-D324-8CE40EA9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2" name="Group 3291">
            <a:extLst>
              <a:ext uri="{FF2B5EF4-FFF2-40B4-BE49-F238E27FC236}">
                <a16:creationId xmlns:a16="http://schemas.microsoft.com/office/drawing/2014/main" id="{8CAEAE83-F84F-B1C6-DEF3-CCAE59566E2E}"/>
              </a:ext>
            </a:extLst>
          </p:cNvPr>
          <p:cNvGrpSpPr/>
          <p:nvPr/>
        </p:nvGrpSpPr>
        <p:grpSpPr>
          <a:xfrm>
            <a:off x="19360994" y="17402353"/>
            <a:ext cx="2422877" cy="2714594"/>
            <a:chOff x="13284038" y="7340367"/>
            <a:chExt cx="2422877" cy="2714594"/>
          </a:xfrm>
        </p:grpSpPr>
        <p:sp>
          <p:nvSpPr>
            <p:cNvPr id="1657" name="pl35">
              <a:extLst>
                <a:ext uri="{FF2B5EF4-FFF2-40B4-BE49-F238E27FC236}">
                  <a16:creationId xmlns:a16="http://schemas.microsoft.com/office/drawing/2014/main" id="{069603D8-1360-F4D9-3570-5DAF98756693}"/>
                </a:ext>
              </a:extLst>
            </p:cNvPr>
            <p:cNvSpPr/>
            <p:nvPr/>
          </p:nvSpPr>
          <p:spPr>
            <a:xfrm>
              <a:off x="13405053" y="7919573"/>
              <a:ext cx="64608" cy="48288"/>
            </a:xfrm>
            <a:custGeom>
              <a:avLst/>
              <a:gdLst/>
              <a:ahLst/>
              <a:cxnLst/>
              <a:rect l="0" t="0" r="0" b="0"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0" name="tx92">
              <a:extLst>
                <a:ext uri="{FF2B5EF4-FFF2-40B4-BE49-F238E27FC236}">
                  <a16:creationId xmlns:a16="http://schemas.microsoft.com/office/drawing/2014/main" id="{00E1180A-6F87-D16F-ADD9-87EB721059F1}"/>
                </a:ext>
              </a:extLst>
            </p:cNvPr>
            <p:cNvSpPr/>
            <p:nvPr/>
          </p:nvSpPr>
          <p:spPr>
            <a:xfrm>
              <a:off x="13284038" y="7340367"/>
              <a:ext cx="673718" cy="2559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1611" name="rc93">
              <a:extLst>
                <a:ext uri="{FF2B5EF4-FFF2-40B4-BE49-F238E27FC236}">
                  <a16:creationId xmlns:a16="http://schemas.microsoft.com/office/drawing/2014/main" id="{B5849C18-420A-A768-B022-1B508B3DE223}"/>
                </a:ext>
              </a:extLst>
            </p:cNvPr>
            <p:cNvSpPr/>
            <p:nvPr/>
          </p:nvSpPr>
          <p:spPr>
            <a:xfrm>
              <a:off x="13284038" y="7813431"/>
              <a:ext cx="614331" cy="5603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612" name="pt94">
              <a:extLst>
                <a:ext uri="{FF2B5EF4-FFF2-40B4-BE49-F238E27FC236}">
                  <a16:creationId xmlns:a16="http://schemas.microsoft.com/office/drawing/2014/main" id="{13C3D5AA-CF35-E748-7D09-58C83CB80DA7}"/>
                </a:ext>
              </a:extLst>
            </p:cNvPr>
            <p:cNvSpPr/>
            <p:nvPr/>
          </p:nvSpPr>
          <p:spPr>
            <a:xfrm>
              <a:off x="13388942" y="7909125"/>
              <a:ext cx="404522" cy="368997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3" name="rc95">
              <a:extLst>
                <a:ext uri="{FF2B5EF4-FFF2-40B4-BE49-F238E27FC236}">
                  <a16:creationId xmlns:a16="http://schemas.microsoft.com/office/drawing/2014/main" id="{593A5290-6C08-BAE2-5B62-D82F947CB4EB}"/>
                </a:ext>
              </a:extLst>
            </p:cNvPr>
            <p:cNvSpPr/>
            <p:nvPr/>
          </p:nvSpPr>
          <p:spPr>
            <a:xfrm>
              <a:off x="13284038" y="8373814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614" name="rc96">
              <a:extLst>
                <a:ext uri="{FF2B5EF4-FFF2-40B4-BE49-F238E27FC236}">
                  <a16:creationId xmlns:a16="http://schemas.microsoft.com/office/drawing/2014/main" id="{F2F5F6BD-1C07-93A6-8074-DD17983F9E2F}"/>
                </a:ext>
              </a:extLst>
            </p:cNvPr>
            <p:cNvSpPr/>
            <p:nvPr/>
          </p:nvSpPr>
          <p:spPr>
            <a:xfrm>
              <a:off x="13411953" y="8490498"/>
              <a:ext cx="358499" cy="327016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5" name="rc97">
              <a:extLst>
                <a:ext uri="{FF2B5EF4-FFF2-40B4-BE49-F238E27FC236}">
                  <a16:creationId xmlns:a16="http://schemas.microsoft.com/office/drawing/2014/main" id="{CD9B2207-E186-3962-0950-29DD2A0EF3C0}"/>
                </a:ext>
              </a:extLst>
            </p:cNvPr>
            <p:cNvSpPr/>
            <p:nvPr/>
          </p:nvSpPr>
          <p:spPr>
            <a:xfrm>
              <a:off x="13284038" y="8934197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616" name="pg98">
              <a:extLst>
                <a:ext uri="{FF2B5EF4-FFF2-40B4-BE49-F238E27FC236}">
                  <a16:creationId xmlns:a16="http://schemas.microsoft.com/office/drawing/2014/main" id="{53C7EC50-A46C-0951-3455-458D7C870458}"/>
                </a:ext>
              </a:extLst>
            </p:cNvPr>
            <p:cNvSpPr/>
            <p:nvPr/>
          </p:nvSpPr>
          <p:spPr>
            <a:xfrm>
              <a:off x="13318802" y="8927471"/>
              <a:ext cx="544801" cy="430377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7" name="rc99">
              <a:extLst>
                <a:ext uri="{FF2B5EF4-FFF2-40B4-BE49-F238E27FC236}">
                  <a16:creationId xmlns:a16="http://schemas.microsoft.com/office/drawing/2014/main" id="{8FED1A50-D3D4-1426-492C-01B52DB80C79}"/>
                </a:ext>
              </a:extLst>
            </p:cNvPr>
            <p:cNvSpPr/>
            <p:nvPr/>
          </p:nvSpPr>
          <p:spPr>
            <a:xfrm>
              <a:off x="13284038" y="9494580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618" name="pg100">
              <a:extLst>
                <a:ext uri="{FF2B5EF4-FFF2-40B4-BE49-F238E27FC236}">
                  <a16:creationId xmlns:a16="http://schemas.microsoft.com/office/drawing/2014/main" id="{B9F83BD1-1083-ABF3-0FD0-BFC7F1F003E3}"/>
                </a:ext>
              </a:extLst>
            </p:cNvPr>
            <p:cNvSpPr/>
            <p:nvPr/>
          </p:nvSpPr>
          <p:spPr>
            <a:xfrm>
              <a:off x="13318802" y="9487854"/>
              <a:ext cx="544801" cy="430377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9" name="tx101">
              <a:extLst>
                <a:ext uri="{FF2B5EF4-FFF2-40B4-BE49-F238E27FC236}">
                  <a16:creationId xmlns:a16="http://schemas.microsoft.com/office/drawing/2014/main" id="{E1E932E1-3FAE-040A-3364-E00F88933BBF}"/>
                </a:ext>
              </a:extLst>
            </p:cNvPr>
            <p:cNvSpPr/>
            <p:nvPr/>
          </p:nvSpPr>
          <p:spPr>
            <a:xfrm>
              <a:off x="13949157" y="8033531"/>
              <a:ext cx="1391720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Seascape</a:t>
              </a:r>
            </a:p>
          </p:txBody>
        </p:sp>
        <p:sp>
          <p:nvSpPr>
            <p:cNvPr id="1620" name="tx102">
              <a:extLst>
                <a:ext uri="{FF2B5EF4-FFF2-40B4-BE49-F238E27FC236}">
                  <a16:creationId xmlns:a16="http://schemas.microsoft.com/office/drawing/2014/main" id="{60DB5E21-D9EC-8350-F2AC-43EBF34A22E4}"/>
                </a:ext>
              </a:extLst>
            </p:cNvPr>
            <p:cNvSpPr/>
            <p:nvPr/>
          </p:nvSpPr>
          <p:spPr>
            <a:xfrm>
              <a:off x="13881323" y="8624691"/>
              <a:ext cx="1825592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</a:t>
              </a:r>
            </a:p>
          </p:txBody>
        </p:sp>
        <p:sp>
          <p:nvSpPr>
            <p:cNvPr id="1621" name="tx103">
              <a:extLst>
                <a:ext uri="{FF2B5EF4-FFF2-40B4-BE49-F238E27FC236}">
                  <a16:creationId xmlns:a16="http://schemas.microsoft.com/office/drawing/2014/main" id="{F805E0EF-3A61-6FDB-B25A-CAD2161439DF}"/>
                </a:ext>
              </a:extLst>
            </p:cNvPr>
            <p:cNvSpPr/>
            <p:nvPr/>
          </p:nvSpPr>
          <p:spPr>
            <a:xfrm>
              <a:off x="13949157" y="9150166"/>
              <a:ext cx="1321327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622" name="tx104">
              <a:extLst>
                <a:ext uri="{FF2B5EF4-FFF2-40B4-BE49-F238E27FC236}">
                  <a16:creationId xmlns:a16="http://schemas.microsoft.com/office/drawing/2014/main" id="{40A25CC9-CAC4-6036-1CE7-8175069ABB54}"/>
                </a:ext>
              </a:extLst>
            </p:cNvPr>
            <p:cNvSpPr/>
            <p:nvPr/>
          </p:nvSpPr>
          <p:spPr>
            <a:xfrm>
              <a:off x="13949157" y="9741325"/>
              <a:ext cx="1459807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</p:grpSp>
      <p:grpSp>
        <p:nvGrpSpPr>
          <p:cNvPr id="3293" name="Group 3292">
            <a:extLst>
              <a:ext uri="{FF2B5EF4-FFF2-40B4-BE49-F238E27FC236}">
                <a16:creationId xmlns:a16="http://schemas.microsoft.com/office/drawing/2014/main" id="{120CD208-75B4-F5B5-DE3D-71AFBD371AC4}"/>
              </a:ext>
            </a:extLst>
          </p:cNvPr>
          <p:cNvGrpSpPr/>
          <p:nvPr/>
        </p:nvGrpSpPr>
        <p:grpSpPr>
          <a:xfrm>
            <a:off x="6781532" y="11504444"/>
            <a:ext cx="15157851" cy="11329301"/>
            <a:chOff x="315616" y="596752"/>
            <a:chExt cx="15157851" cy="11329301"/>
          </a:xfrm>
        </p:grpSpPr>
        <p:sp>
          <p:nvSpPr>
            <p:cNvPr id="1628" name="pl6">
              <a:extLst>
                <a:ext uri="{FF2B5EF4-FFF2-40B4-BE49-F238E27FC236}">
                  <a16:creationId xmlns:a16="http://schemas.microsoft.com/office/drawing/2014/main" id="{1FE5F479-4455-75A4-8578-F577F3362C21}"/>
                </a:ext>
              </a:extLst>
            </p:cNvPr>
            <p:cNvSpPr/>
            <p:nvPr/>
          </p:nvSpPr>
          <p:spPr>
            <a:xfrm>
              <a:off x="7905401" y="10816623"/>
              <a:ext cx="33827" cy="45545"/>
            </a:xfrm>
            <a:custGeom>
              <a:avLst/>
              <a:gdLst/>
              <a:ahLst/>
              <a:cxnLst/>
              <a:rect l="0" t="0" r="0" b="0"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9" name="pl7">
              <a:extLst>
                <a:ext uri="{FF2B5EF4-FFF2-40B4-BE49-F238E27FC236}">
                  <a16:creationId xmlns:a16="http://schemas.microsoft.com/office/drawing/2014/main" id="{D52FC1FF-5856-3732-7BEE-3F27490D1A4B}"/>
                </a:ext>
              </a:extLst>
            </p:cNvPr>
            <p:cNvSpPr/>
            <p:nvPr/>
          </p:nvSpPr>
          <p:spPr>
            <a:xfrm>
              <a:off x="8095824" y="10780098"/>
              <a:ext cx="20968" cy="16171"/>
            </a:xfrm>
            <a:custGeom>
              <a:avLst/>
              <a:gdLst/>
              <a:ahLst/>
              <a:cxnLst/>
              <a:rect l="0" t="0" r="0" b="0"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0" name="pl8">
              <a:extLst>
                <a:ext uri="{FF2B5EF4-FFF2-40B4-BE49-F238E27FC236}">
                  <a16:creationId xmlns:a16="http://schemas.microsoft.com/office/drawing/2014/main" id="{C204F4BC-F445-47FA-98A3-99236AADBE1B}"/>
                </a:ext>
              </a:extLst>
            </p:cNvPr>
            <p:cNvSpPr/>
            <p:nvPr/>
          </p:nvSpPr>
          <p:spPr>
            <a:xfrm>
              <a:off x="8156669" y="10744126"/>
              <a:ext cx="16784" cy="16188"/>
            </a:xfrm>
            <a:custGeom>
              <a:avLst/>
              <a:gdLst/>
              <a:ahLst/>
              <a:cxnLst/>
              <a:rect l="0" t="0" r="0" b="0"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1" name="pl9">
              <a:extLst>
                <a:ext uri="{FF2B5EF4-FFF2-40B4-BE49-F238E27FC236}">
                  <a16:creationId xmlns:a16="http://schemas.microsoft.com/office/drawing/2014/main" id="{2D9DA249-FCA9-24BA-585B-F3767A80E216}"/>
                </a:ext>
              </a:extLst>
            </p:cNvPr>
            <p:cNvSpPr/>
            <p:nvPr/>
          </p:nvSpPr>
          <p:spPr>
            <a:xfrm>
              <a:off x="13530475" y="1259179"/>
              <a:ext cx="926324" cy="328242"/>
            </a:xfrm>
            <a:custGeom>
              <a:avLst/>
              <a:gdLst/>
              <a:ahLst/>
              <a:cxnLst/>
              <a:rect l="0" t="0" r="0" b="0"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2" name="pl10">
              <a:extLst>
                <a:ext uri="{FF2B5EF4-FFF2-40B4-BE49-F238E27FC236}">
                  <a16:creationId xmlns:a16="http://schemas.microsoft.com/office/drawing/2014/main" id="{6F29E871-A733-CC41-C8F8-DB3BF80062D2}"/>
                </a:ext>
              </a:extLst>
            </p:cNvPr>
            <p:cNvSpPr/>
            <p:nvPr/>
          </p:nvSpPr>
          <p:spPr>
            <a:xfrm>
              <a:off x="14523501" y="2372441"/>
              <a:ext cx="496634" cy="545202"/>
            </a:xfrm>
            <a:custGeom>
              <a:avLst/>
              <a:gdLst/>
              <a:ahLst/>
              <a:cxnLst/>
              <a:rect l="0" t="0" r="0" b="0"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3" name="pl11">
              <a:extLst>
                <a:ext uri="{FF2B5EF4-FFF2-40B4-BE49-F238E27FC236}">
                  <a16:creationId xmlns:a16="http://schemas.microsoft.com/office/drawing/2014/main" id="{BA50228F-8F42-0C8C-4E2F-039BF97268F4}"/>
                </a:ext>
              </a:extLst>
            </p:cNvPr>
            <p:cNvSpPr/>
            <p:nvPr/>
          </p:nvSpPr>
          <p:spPr>
            <a:xfrm>
              <a:off x="13557737" y="2352770"/>
              <a:ext cx="790264" cy="415264"/>
            </a:xfrm>
            <a:custGeom>
              <a:avLst/>
              <a:gdLst/>
              <a:ahLst/>
              <a:cxnLst/>
              <a:rect l="0" t="0" r="0" b="0"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4" name="pl12">
              <a:extLst>
                <a:ext uri="{FF2B5EF4-FFF2-40B4-BE49-F238E27FC236}">
                  <a16:creationId xmlns:a16="http://schemas.microsoft.com/office/drawing/2014/main" id="{ED6C020B-9841-82C7-DA1F-A119C4609453}"/>
                </a:ext>
              </a:extLst>
            </p:cNvPr>
            <p:cNvSpPr/>
            <p:nvPr/>
          </p:nvSpPr>
          <p:spPr>
            <a:xfrm>
              <a:off x="10359709" y="4594167"/>
              <a:ext cx="707035" cy="220978"/>
            </a:xfrm>
            <a:custGeom>
              <a:avLst/>
              <a:gdLst/>
              <a:ahLst/>
              <a:cxnLst/>
              <a:rect l="0" t="0" r="0" b="0"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5" name="pl13">
              <a:extLst>
                <a:ext uri="{FF2B5EF4-FFF2-40B4-BE49-F238E27FC236}">
                  <a16:creationId xmlns:a16="http://schemas.microsoft.com/office/drawing/2014/main" id="{96BDB0EE-C589-FBBF-6F86-80F95E4460EC}"/>
                </a:ext>
              </a:extLst>
            </p:cNvPr>
            <p:cNvSpPr/>
            <p:nvPr/>
          </p:nvSpPr>
          <p:spPr>
            <a:xfrm>
              <a:off x="14981121" y="3531861"/>
              <a:ext cx="39018" cy="18066"/>
            </a:xfrm>
            <a:custGeom>
              <a:avLst/>
              <a:gdLst/>
              <a:ahLst/>
              <a:cxnLst/>
              <a:rect l="0" t="0" r="0" b="0"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6" name="pl14">
              <a:extLst>
                <a:ext uri="{FF2B5EF4-FFF2-40B4-BE49-F238E27FC236}">
                  <a16:creationId xmlns:a16="http://schemas.microsoft.com/office/drawing/2014/main" id="{26BCE5CA-66EE-AF9E-0CD5-A23CD4BDABCB}"/>
                </a:ext>
              </a:extLst>
            </p:cNvPr>
            <p:cNvSpPr/>
            <p:nvPr/>
          </p:nvSpPr>
          <p:spPr>
            <a:xfrm>
              <a:off x="2719437" y="9533322"/>
              <a:ext cx="65190" cy="88669"/>
            </a:xfrm>
            <a:custGeom>
              <a:avLst/>
              <a:gdLst/>
              <a:ahLst/>
              <a:cxnLst/>
              <a:rect l="0" t="0" r="0" b="0"/>
              <a:pathLst>
                <a:path w="21966" h="32753">
                  <a:moveTo>
                    <a:pt x="21966" y="6178"/>
                  </a:moveTo>
                  <a:lnTo>
                    <a:pt x="19988" y="0"/>
                  </a:lnTo>
                  <a:lnTo>
                    <a:pt x="15300" y="2162"/>
                  </a:lnTo>
                  <a:lnTo>
                    <a:pt x="6420" y="16681"/>
                  </a:lnTo>
                  <a:lnTo>
                    <a:pt x="5415" y="21279"/>
                  </a:lnTo>
                  <a:lnTo>
                    <a:pt x="0" y="32753"/>
                  </a:lnTo>
                  <a:lnTo>
                    <a:pt x="2426" y="32411"/>
                  </a:lnTo>
                  <a:lnTo>
                    <a:pt x="12835" y="16380"/>
                  </a:lnTo>
                  <a:lnTo>
                    <a:pt x="21966" y="617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7" name="pl15">
              <a:extLst>
                <a:ext uri="{FF2B5EF4-FFF2-40B4-BE49-F238E27FC236}">
                  <a16:creationId xmlns:a16="http://schemas.microsoft.com/office/drawing/2014/main" id="{90CF475F-AFC5-31AC-C367-B24788521BDC}"/>
                </a:ext>
              </a:extLst>
            </p:cNvPr>
            <p:cNvSpPr/>
            <p:nvPr/>
          </p:nvSpPr>
          <p:spPr>
            <a:xfrm>
              <a:off x="5407160" y="8918753"/>
              <a:ext cx="23562" cy="35175"/>
            </a:xfrm>
            <a:custGeom>
              <a:avLst/>
              <a:gdLst/>
              <a:ahLst/>
              <a:cxnLst/>
              <a:rect l="0" t="0" r="0" b="0"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8" name="pl16">
              <a:extLst>
                <a:ext uri="{FF2B5EF4-FFF2-40B4-BE49-F238E27FC236}">
                  <a16:creationId xmlns:a16="http://schemas.microsoft.com/office/drawing/2014/main" id="{8125A9BE-36D8-0C6E-3B5D-EC1EE801646A}"/>
                </a:ext>
              </a:extLst>
            </p:cNvPr>
            <p:cNvSpPr/>
            <p:nvPr/>
          </p:nvSpPr>
          <p:spPr>
            <a:xfrm>
              <a:off x="5480476" y="8724799"/>
              <a:ext cx="54714" cy="22559"/>
            </a:xfrm>
            <a:custGeom>
              <a:avLst/>
              <a:gdLst/>
              <a:ahLst/>
              <a:cxnLst/>
              <a:rect l="0" t="0" r="0" b="0"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9" name="pl17">
              <a:extLst>
                <a:ext uri="{FF2B5EF4-FFF2-40B4-BE49-F238E27FC236}">
                  <a16:creationId xmlns:a16="http://schemas.microsoft.com/office/drawing/2014/main" id="{284C40B1-49D9-2F9F-3F74-A561C5FBF17C}"/>
                </a:ext>
              </a:extLst>
            </p:cNvPr>
            <p:cNvSpPr/>
            <p:nvPr/>
          </p:nvSpPr>
          <p:spPr>
            <a:xfrm>
              <a:off x="5615518" y="8721207"/>
              <a:ext cx="81345" cy="16243"/>
            </a:xfrm>
            <a:custGeom>
              <a:avLst/>
              <a:gdLst/>
              <a:ahLst/>
              <a:cxnLst/>
              <a:rect l="0" t="0" r="0" b="0"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0" name="pl18">
              <a:extLst>
                <a:ext uri="{FF2B5EF4-FFF2-40B4-BE49-F238E27FC236}">
                  <a16:creationId xmlns:a16="http://schemas.microsoft.com/office/drawing/2014/main" id="{D5F1C446-CA48-D83B-7A1F-3291646291E8}"/>
                </a:ext>
              </a:extLst>
            </p:cNvPr>
            <p:cNvSpPr/>
            <p:nvPr/>
          </p:nvSpPr>
          <p:spPr>
            <a:xfrm>
              <a:off x="9187336" y="10690298"/>
              <a:ext cx="97236" cy="34099"/>
            </a:xfrm>
            <a:custGeom>
              <a:avLst/>
              <a:gdLst/>
              <a:ahLst/>
              <a:cxnLst/>
              <a:rect l="0" t="0" r="0" b="0"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1" name="pl19">
              <a:extLst>
                <a:ext uri="{FF2B5EF4-FFF2-40B4-BE49-F238E27FC236}">
                  <a16:creationId xmlns:a16="http://schemas.microsoft.com/office/drawing/2014/main" id="{5F7470A7-808C-B286-7D71-66F18B47CF53}"/>
                </a:ext>
              </a:extLst>
            </p:cNvPr>
            <p:cNvSpPr/>
            <p:nvPr/>
          </p:nvSpPr>
          <p:spPr>
            <a:xfrm>
              <a:off x="7999834" y="10813029"/>
              <a:ext cx="68710" cy="25171"/>
            </a:xfrm>
            <a:custGeom>
              <a:avLst/>
              <a:gdLst/>
              <a:ahLst/>
              <a:cxnLst/>
              <a:rect l="0" t="0" r="0" b="0"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2" name="pl20">
              <a:extLst>
                <a:ext uri="{FF2B5EF4-FFF2-40B4-BE49-F238E27FC236}">
                  <a16:creationId xmlns:a16="http://schemas.microsoft.com/office/drawing/2014/main" id="{78DD7018-2DDF-B258-77D0-CEC99AAE090C}"/>
                </a:ext>
              </a:extLst>
            </p:cNvPr>
            <p:cNvSpPr/>
            <p:nvPr/>
          </p:nvSpPr>
          <p:spPr>
            <a:xfrm>
              <a:off x="9482262" y="7042053"/>
              <a:ext cx="42408" cy="18060"/>
            </a:xfrm>
            <a:custGeom>
              <a:avLst/>
              <a:gdLst/>
              <a:ahLst/>
              <a:cxnLst/>
              <a:rect l="0" t="0" r="0" b="0"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3" name="pl21">
              <a:extLst>
                <a:ext uri="{FF2B5EF4-FFF2-40B4-BE49-F238E27FC236}">
                  <a16:creationId xmlns:a16="http://schemas.microsoft.com/office/drawing/2014/main" id="{FD886848-AC1C-43BC-DD7B-9B743331274F}"/>
                </a:ext>
              </a:extLst>
            </p:cNvPr>
            <p:cNvSpPr/>
            <p:nvPr/>
          </p:nvSpPr>
          <p:spPr>
            <a:xfrm>
              <a:off x="10383451" y="2867483"/>
              <a:ext cx="160905" cy="99892"/>
            </a:xfrm>
            <a:custGeom>
              <a:avLst/>
              <a:gdLst/>
              <a:ahLst/>
              <a:cxnLst/>
              <a:rect l="0" t="0" r="0" b="0"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4" name="pl22">
              <a:extLst>
                <a:ext uri="{FF2B5EF4-FFF2-40B4-BE49-F238E27FC236}">
                  <a16:creationId xmlns:a16="http://schemas.microsoft.com/office/drawing/2014/main" id="{AED786E9-B82B-097F-BE62-40B01BC78637}"/>
                </a:ext>
              </a:extLst>
            </p:cNvPr>
            <p:cNvSpPr/>
            <p:nvPr/>
          </p:nvSpPr>
          <p:spPr>
            <a:xfrm>
              <a:off x="10417604" y="2871374"/>
              <a:ext cx="94773" cy="49160"/>
            </a:xfrm>
            <a:custGeom>
              <a:avLst/>
              <a:gdLst/>
              <a:ahLst/>
              <a:cxnLst/>
              <a:rect l="0" t="0" r="0" b="0"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5" name="pl23">
              <a:extLst>
                <a:ext uri="{FF2B5EF4-FFF2-40B4-BE49-F238E27FC236}">
                  <a16:creationId xmlns:a16="http://schemas.microsoft.com/office/drawing/2014/main" id="{4DAE8D26-96E8-A174-2BA1-86312F6E349F}"/>
                </a:ext>
              </a:extLst>
            </p:cNvPr>
            <p:cNvSpPr/>
            <p:nvPr/>
          </p:nvSpPr>
          <p:spPr>
            <a:xfrm>
              <a:off x="14660862" y="2915809"/>
              <a:ext cx="56226" cy="36268"/>
            </a:xfrm>
            <a:custGeom>
              <a:avLst/>
              <a:gdLst/>
              <a:ahLst/>
              <a:cxnLst/>
              <a:rect l="0" t="0" r="0" b="0"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6" name="pl24">
              <a:extLst>
                <a:ext uri="{FF2B5EF4-FFF2-40B4-BE49-F238E27FC236}">
                  <a16:creationId xmlns:a16="http://schemas.microsoft.com/office/drawing/2014/main" id="{2A47CDA8-FEAD-17B2-1D2A-DC17791AA76C}"/>
                </a:ext>
              </a:extLst>
            </p:cNvPr>
            <p:cNvSpPr/>
            <p:nvPr/>
          </p:nvSpPr>
          <p:spPr>
            <a:xfrm>
              <a:off x="14353125" y="2130773"/>
              <a:ext cx="203524" cy="162277"/>
            </a:xfrm>
            <a:custGeom>
              <a:avLst/>
              <a:gdLst/>
              <a:ahLst/>
              <a:cxnLst/>
              <a:rect l="0" t="0" r="0" b="0"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7" name="pl25">
              <a:extLst>
                <a:ext uri="{FF2B5EF4-FFF2-40B4-BE49-F238E27FC236}">
                  <a16:creationId xmlns:a16="http://schemas.microsoft.com/office/drawing/2014/main" id="{7573620B-9D2C-12AB-D292-A4C035081AF4}"/>
                </a:ext>
              </a:extLst>
            </p:cNvPr>
            <p:cNvSpPr/>
            <p:nvPr/>
          </p:nvSpPr>
          <p:spPr>
            <a:xfrm>
              <a:off x="13464260" y="2039750"/>
              <a:ext cx="58445" cy="52772"/>
            </a:xfrm>
            <a:custGeom>
              <a:avLst/>
              <a:gdLst/>
              <a:ahLst/>
              <a:cxnLst/>
              <a:rect l="0" t="0" r="0" b="0"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8" name="pl26">
              <a:extLst>
                <a:ext uri="{FF2B5EF4-FFF2-40B4-BE49-F238E27FC236}">
                  <a16:creationId xmlns:a16="http://schemas.microsoft.com/office/drawing/2014/main" id="{0891F758-52E4-14C4-49E0-D479D5087C24}"/>
                </a:ext>
              </a:extLst>
            </p:cNvPr>
            <p:cNvSpPr/>
            <p:nvPr/>
          </p:nvSpPr>
          <p:spPr>
            <a:xfrm>
              <a:off x="13495236" y="1991556"/>
              <a:ext cx="38272" cy="40416"/>
            </a:xfrm>
            <a:custGeom>
              <a:avLst/>
              <a:gdLst/>
              <a:ahLst/>
              <a:cxnLst/>
              <a:rect l="0" t="0" r="0" b="0"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9" name="pl27">
              <a:extLst>
                <a:ext uri="{FF2B5EF4-FFF2-40B4-BE49-F238E27FC236}">
                  <a16:creationId xmlns:a16="http://schemas.microsoft.com/office/drawing/2014/main" id="{D49BA7DB-32CC-D30D-CFF7-74DF27AF424F}"/>
                </a:ext>
              </a:extLst>
            </p:cNvPr>
            <p:cNvSpPr/>
            <p:nvPr/>
          </p:nvSpPr>
          <p:spPr>
            <a:xfrm>
              <a:off x="11327988" y="2377607"/>
              <a:ext cx="96605" cy="49788"/>
            </a:xfrm>
            <a:custGeom>
              <a:avLst/>
              <a:gdLst/>
              <a:ahLst/>
              <a:cxnLst/>
              <a:rect l="0" t="0" r="0" b="0"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0" name="pl28">
              <a:extLst>
                <a:ext uri="{FF2B5EF4-FFF2-40B4-BE49-F238E27FC236}">
                  <a16:creationId xmlns:a16="http://schemas.microsoft.com/office/drawing/2014/main" id="{12B59F05-C45F-1453-94DB-038E0E5ED186}"/>
                </a:ext>
              </a:extLst>
            </p:cNvPr>
            <p:cNvSpPr/>
            <p:nvPr/>
          </p:nvSpPr>
          <p:spPr>
            <a:xfrm>
              <a:off x="12919721" y="3365451"/>
              <a:ext cx="37786" cy="51104"/>
            </a:xfrm>
            <a:custGeom>
              <a:avLst/>
              <a:gdLst/>
              <a:ahLst/>
              <a:cxnLst/>
              <a:rect l="0" t="0" r="0" b="0"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1" name="pl29">
              <a:extLst>
                <a:ext uri="{FF2B5EF4-FFF2-40B4-BE49-F238E27FC236}">
                  <a16:creationId xmlns:a16="http://schemas.microsoft.com/office/drawing/2014/main" id="{6F91A01A-ABF1-F635-79BC-E6D1BFD38A8A}"/>
                </a:ext>
              </a:extLst>
            </p:cNvPr>
            <p:cNvSpPr/>
            <p:nvPr/>
          </p:nvSpPr>
          <p:spPr>
            <a:xfrm>
              <a:off x="12129620" y="3416981"/>
              <a:ext cx="26514" cy="30320"/>
            </a:xfrm>
            <a:custGeom>
              <a:avLst/>
              <a:gdLst/>
              <a:ahLst/>
              <a:cxnLst/>
              <a:rect l="0" t="0" r="0" b="0"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2" name="pl30">
              <a:extLst>
                <a:ext uri="{FF2B5EF4-FFF2-40B4-BE49-F238E27FC236}">
                  <a16:creationId xmlns:a16="http://schemas.microsoft.com/office/drawing/2014/main" id="{59ED0CEB-A28C-9C3D-9077-81D14ADADE46}"/>
                </a:ext>
              </a:extLst>
            </p:cNvPr>
            <p:cNvSpPr/>
            <p:nvPr/>
          </p:nvSpPr>
          <p:spPr>
            <a:xfrm>
              <a:off x="12729427" y="3208654"/>
              <a:ext cx="50369" cy="66940"/>
            </a:xfrm>
            <a:custGeom>
              <a:avLst/>
              <a:gdLst/>
              <a:ahLst/>
              <a:cxnLst/>
              <a:rect l="0" t="0" r="0" b="0"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3" name="pl31">
              <a:extLst>
                <a:ext uri="{FF2B5EF4-FFF2-40B4-BE49-F238E27FC236}">
                  <a16:creationId xmlns:a16="http://schemas.microsoft.com/office/drawing/2014/main" id="{18FE2F38-AC86-E221-EA5F-0BE34FF407DE}"/>
                </a:ext>
              </a:extLst>
            </p:cNvPr>
            <p:cNvSpPr/>
            <p:nvPr/>
          </p:nvSpPr>
          <p:spPr>
            <a:xfrm>
              <a:off x="12226371" y="3341001"/>
              <a:ext cx="74549" cy="78442"/>
            </a:xfrm>
            <a:custGeom>
              <a:avLst/>
              <a:gdLst/>
              <a:ahLst/>
              <a:cxnLst/>
              <a:rect l="0" t="0" r="0" b="0"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4" name="pl32">
              <a:extLst>
                <a:ext uri="{FF2B5EF4-FFF2-40B4-BE49-F238E27FC236}">
                  <a16:creationId xmlns:a16="http://schemas.microsoft.com/office/drawing/2014/main" id="{44A58B0C-DD35-FEEE-49B5-00F7485C0DCD}"/>
                </a:ext>
              </a:extLst>
            </p:cNvPr>
            <p:cNvSpPr/>
            <p:nvPr/>
          </p:nvSpPr>
          <p:spPr>
            <a:xfrm>
              <a:off x="11232746" y="4435295"/>
              <a:ext cx="16250" cy="39861"/>
            </a:xfrm>
            <a:custGeom>
              <a:avLst/>
              <a:gdLst/>
              <a:ahLst/>
              <a:cxnLst/>
              <a:rect l="0" t="0" r="0" b="0"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5" name="pl33">
              <a:extLst>
                <a:ext uri="{FF2B5EF4-FFF2-40B4-BE49-F238E27FC236}">
                  <a16:creationId xmlns:a16="http://schemas.microsoft.com/office/drawing/2014/main" id="{86289BBC-86C1-80D9-C878-51AE44DA8717}"/>
                </a:ext>
              </a:extLst>
            </p:cNvPr>
            <p:cNvSpPr/>
            <p:nvPr/>
          </p:nvSpPr>
          <p:spPr>
            <a:xfrm>
              <a:off x="10286262" y="5127753"/>
              <a:ext cx="48634" cy="82333"/>
            </a:xfrm>
            <a:custGeom>
              <a:avLst/>
              <a:gdLst/>
              <a:ahLst/>
              <a:cxnLst/>
              <a:rect l="0" t="0" r="0" b="0"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6" name="pl34">
              <a:extLst>
                <a:ext uri="{FF2B5EF4-FFF2-40B4-BE49-F238E27FC236}">
                  <a16:creationId xmlns:a16="http://schemas.microsoft.com/office/drawing/2014/main" id="{ECA42D86-E3B7-37ED-BB44-BEB43D94D4F4}"/>
                </a:ext>
              </a:extLst>
            </p:cNvPr>
            <p:cNvSpPr/>
            <p:nvPr/>
          </p:nvSpPr>
          <p:spPr>
            <a:xfrm>
              <a:off x="10292002" y="4781783"/>
              <a:ext cx="55964" cy="53011"/>
            </a:xfrm>
            <a:custGeom>
              <a:avLst/>
              <a:gdLst/>
              <a:ahLst/>
              <a:cxnLst/>
              <a:rect l="0" t="0" r="0" b="0"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8" name="pl36">
              <a:extLst>
                <a:ext uri="{FF2B5EF4-FFF2-40B4-BE49-F238E27FC236}">
                  <a16:creationId xmlns:a16="http://schemas.microsoft.com/office/drawing/2014/main" id="{A74B13E4-E34C-7F9A-AC55-922A338CA7B9}"/>
                </a:ext>
              </a:extLst>
            </p:cNvPr>
            <p:cNvSpPr/>
            <p:nvPr/>
          </p:nvSpPr>
          <p:spPr>
            <a:xfrm>
              <a:off x="11423457" y="4478768"/>
              <a:ext cx="106043" cy="49232"/>
            </a:xfrm>
            <a:custGeom>
              <a:avLst/>
              <a:gdLst/>
              <a:ahLst/>
              <a:cxnLst/>
              <a:rect l="0" t="0" r="0" b="0"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9" name="pl37">
              <a:extLst>
                <a:ext uri="{FF2B5EF4-FFF2-40B4-BE49-F238E27FC236}">
                  <a16:creationId xmlns:a16="http://schemas.microsoft.com/office/drawing/2014/main" id="{A9DCF8A5-1316-4B25-9148-8B84817A80B8}"/>
                </a:ext>
              </a:extLst>
            </p:cNvPr>
            <p:cNvSpPr/>
            <p:nvPr/>
          </p:nvSpPr>
          <p:spPr>
            <a:xfrm>
              <a:off x="11251735" y="4404011"/>
              <a:ext cx="37932" cy="71959"/>
            </a:xfrm>
            <a:custGeom>
              <a:avLst/>
              <a:gdLst/>
              <a:ahLst/>
              <a:cxnLst/>
              <a:rect l="0" t="0" r="0" b="0"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0" name="pl38">
              <a:extLst>
                <a:ext uri="{FF2B5EF4-FFF2-40B4-BE49-F238E27FC236}">
                  <a16:creationId xmlns:a16="http://schemas.microsoft.com/office/drawing/2014/main" id="{B56588B7-3E45-CA22-4EC3-519E97CC384E}"/>
                </a:ext>
              </a:extLst>
            </p:cNvPr>
            <p:cNvSpPr/>
            <p:nvPr/>
          </p:nvSpPr>
          <p:spPr>
            <a:xfrm>
              <a:off x="11621455" y="4501441"/>
              <a:ext cx="84734" cy="56141"/>
            </a:xfrm>
            <a:custGeom>
              <a:avLst/>
              <a:gdLst/>
              <a:ahLst/>
              <a:cxnLst/>
              <a:rect l="0" t="0" r="0" b="0"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1" name="pl39">
              <a:extLst>
                <a:ext uri="{FF2B5EF4-FFF2-40B4-BE49-F238E27FC236}">
                  <a16:creationId xmlns:a16="http://schemas.microsoft.com/office/drawing/2014/main" id="{F3C3CB83-D733-FA68-F096-26076FD5716D}"/>
                </a:ext>
              </a:extLst>
            </p:cNvPr>
            <p:cNvSpPr/>
            <p:nvPr/>
          </p:nvSpPr>
          <p:spPr>
            <a:xfrm>
              <a:off x="9711347" y="6856159"/>
              <a:ext cx="67171" cy="27061"/>
            </a:xfrm>
            <a:custGeom>
              <a:avLst/>
              <a:gdLst/>
              <a:ahLst/>
              <a:cxnLst/>
              <a:rect l="0" t="0" r="0" b="0"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2" name="pl40">
              <a:extLst>
                <a:ext uri="{FF2B5EF4-FFF2-40B4-BE49-F238E27FC236}">
                  <a16:creationId xmlns:a16="http://schemas.microsoft.com/office/drawing/2014/main" id="{E1C0307E-2A32-792F-025C-1BB6FD6F6686}"/>
                </a:ext>
              </a:extLst>
            </p:cNvPr>
            <p:cNvSpPr/>
            <p:nvPr/>
          </p:nvSpPr>
          <p:spPr>
            <a:xfrm>
              <a:off x="9800022" y="6569387"/>
              <a:ext cx="27066" cy="41934"/>
            </a:xfrm>
            <a:custGeom>
              <a:avLst/>
              <a:gdLst/>
              <a:ahLst/>
              <a:cxnLst/>
              <a:rect l="0" t="0" r="0" b="0"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3" name="pl41">
              <a:extLst>
                <a:ext uri="{FF2B5EF4-FFF2-40B4-BE49-F238E27FC236}">
                  <a16:creationId xmlns:a16="http://schemas.microsoft.com/office/drawing/2014/main" id="{71361BC8-BDD9-DF1C-EEF8-E02CF2D85B1E}"/>
                </a:ext>
              </a:extLst>
            </p:cNvPr>
            <p:cNvSpPr/>
            <p:nvPr/>
          </p:nvSpPr>
          <p:spPr>
            <a:xfrm>
              <a:off x="9912503" y="5677179"/>
              <a:ext cx="93200" cy="161611"/>
            </a:xfrm>
            <a:custGeom>
              <a:avLst/>
              <a:gdLst/>
              <a:ahLst/>
              <a:cxnLst/>
              <a:rect l="0" t="0" r="0" b="0"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4" name="pl42">
              <a:extLst>
                <a:ext uri="{FF2B5EF4-FFF2-40B4-BE49-F238E27FC236}">
                  <a16:creationId xmlns:a16="http://schemas.microsoft.com/office/drawing/2014/main" id="{1985E537-E830-2C72-1DE5-8C1181EDA882}"/>
                </a:ext>
              </a:extLst>
            </p:cNvPr>
            <p:cNvSpPr/>
            <p:nvPr/>
          </p:nvSpPr>
          <p:spPr>
            <a:xfrm>
              <a:off x="9809022" y="6636533"/>
              <a:ext cx="77599" cy="211031"/>
            </a:xfrm>
            <a:custGeom>
              <a:avLst/>
              <a:gdLst/>
              <a:ahLst/>
              <a:cxnLst/>
              <a:rect l="0" t="0" r="0" b="0"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5" name="pl43">
              <a:extLst>
                <a:ext uri="{FF2B5EF4-FFF2-40B4-BE49-F238E27FC236}">
                  <a16:creationId xmlns:a16="http://schemas.microsoft.com/office/drawing/2014/main" id="{BB00E4FF-295F-7A33-DF74-57A954BDA2B1}"/>
                </a:ext>
              </a:extLst>
            </p:cNvPr>
            <p:cNvSpPr/>
            <p:nvPr/>
          </p:nvSpPr>
          <p:spPr>
            <a:xfrm>
              <a:off x="9530542" y="6951478"/>
              <a:ext cx="106674" cy="116619"/>
            </a:xfrm>
            <a:custGeom>
              <a:avLst/>
              <a:gdLst/>
              <a:ahLst/>
              <a:cxnLst/>
              <a:rect l="0" t="0" r="0" b="0"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6" name="pl44">
              <a:extLst>
                <a:ext uri="{FF2B5EF4-FFF2-40B4-BE49-F238E27FC236}">
                  <a16:creationId xmlns:a16="http://schemas.microsoft.com/office/drawing/2014/main" id="{319EA573-1ACE-8B85-232A-75478755233E}"/>
                </a:ext>
              </a:extLst>
            </p:cNvPr>
            <p:cNvSpPr/>
            <p:nvPr/>
          </p:nvSpPr>
          <p:spPr>
            <a:xfrm>
              <a:off x="2797458" y="9438987"/>
              <a:ext cx="132040" cy="88446"/>
            </a:xfrm>
            <a:custGeom>
              <a:avLst/>
              <a:gdLst/>
              <a:ahLst/>
              <a:cxnLst/>
              <a:rect l="0" t="0" r="0" b="0"/>
              <a:pathLst>
                <a:path w="44491" h="32671">
                  <a:moveTo>
                    <a:pt x="31535" y="6746"/>
                  </a:moveTo>
                  <a:lnTo>
                    <a:pt x="13371" y="21286"/>
                  </a:lnTo>
                  <a:lnTo>
                    <a:pt x="5092" y="25104"/>
                  </a:lnTo>
                  <a:lnTo>
                    <a:pt x="0" y="32671"/>
                  </a:lnTo>
                  <a:lnTo>
                    <a:pt x="4109" y="32089"/>
                  </a:lnTo>
                  <a:lnTo>
                    <a:pt x="28786" y="14854"/>
                  </a:lnTo>
                  <a:lnTo>
                    <a:pt x="43398" y="6137"/>
                  </a:lnTo>
                  <a:lnTo>
                    <a:pt x="44491" y="0"/>
                  </a:lnTo>
                  <a:lnTo>
                    <a:pt x="42802" y="738"/>
                  </a:lnTo>
                  <a:lnTo>
                    <a:pt x="38944" y="5747"/>
                  </a:lnTo>
                  <a:lnTo>
                    <a:pt x="31535" y="67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7" name="pl45">
              <a:extLst>
                <a:ext uri="{FF2B5EF4-FFF2-40B4-BE49-F238E27FC236}">
                  <a16:creationId xmlns:a16="http://schemas.microsoft.com/office/drawing/2014/main" id="{F3FA8945-387A-092E-E807-0B933E666575}"/>
                </a:ext>
              </a:extLst>
            </p:cNvPr>
            <p:cNvSpPr/>
            <p:nvPr/>
          </p:nvSpPr>
          <p:spPr>
            <a:xfrm>
              <a:off x="2603597" y="9651260"/>
              <a:ext cx="107699" cy="219829"/>
            </a:xfrm>
            <a:custGeom>
              <a:avLst/>
              <a:gdLst/>
              <a:ahLst/>
              <a:cxnLst/>
              <a:rect l="0" t="0" r="0" b="0"/>
              <a:pathLst>
                <a:path w="36289" h="81203">
                  <a:moveTo>
                    <a:pt x="10049" y="41887"/>
                  </a:moveTo>
                  <a:lnTo>
                    <a:pt x="961" y="69188"/>
                  </a:lnTo>
                  <a:lnTo>
                    <a:pt x="0" y="81203"/>
                  </a:lnTo>
                  <a:lnTo>
                    <a:pt x="3491" y="73143"/>
                  </a:lnTo>
                  <a:lnTo>
                    <a:pt x="14988" y="39349"/>
                  </a:lnTo>
                  <a:lnTo>
                    <a:pt x="36289" y="0"/>
                  </a:lnTo>
                  <a:lnTo>
                    <a:pt x="28513" y="6007"/>
                  </a:lnTo>
                  <a:lnTo>
                    <a:pt x="10049" y="4188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8" name="pl46">
              <a:extLst>
                <a:ext uri="{FF2B5EF4-FFF2-40B4-BE49-F238E27FC236}">
                  <a16:creationId xmlns:a16="http://schemas.microsoft.com/office/drawing/2014/main" id="{EA031305-776B-C80B-5E6E-B5AEFC3C42E9}"/>
                </a:ext>
              </a:extLst>
            </p:cNvPr>
            <p:cNvSpPr/>
            <p:nvPr/>
          </p:nvSpPr>
          <p:spPr>
            <a:xfrm>
              <a:off x="3365884" y="9074920"/>
              <a:ext cx="106951" cy="77758"/>
            </a:xfrm>
            <a:custGeom>
              <a:avLst/>
              <a:gdLst/>
              <a:ahLst/>
              <a:cxnLst/>
              <a:rect l="0" t="0" r="0" b="0"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9" name="pl47">
              <a:extLst>
                <a:ext uri="{FF2B5EF4-FFF2-40B4-BE49-F238E27FC236}">
                  <a16:creationId xmlns:a16="http://schemas.microsoft.com/office/drawing/2014/main" id="{A1F834DB-5708-218B-6E00-F6B7B9B98462}"/>
                </a:ext>
              </a:extLst>
            </p:cNvPr>
            <p:cNvSpPr/>
            <p:nvPr/>
          </p:nvSpPr>
          <p:spPr>
            <a:xfrm>
              <a:off x="2596171" y="9888554"/>
              <a:ext cx="78539" cy="411041"/>
            </a:xfrm>
            <a:custGeom>
              <a:avLst/>
              <a:gdLst/>
              <a:ahLst/>
              <a:cxnLst/>
              <a:rect l="0" t="0" r="0" b="0"/>
              <a:pathLst>
                <a:path w="26464" h="151835">
                  <a:moveTo>
                    <a:pt x="2371" y="0"/>
                  </a:moveTo>
                  <a:lnTo>
                    <a:pt x="0" y="13492"/>
                  </a:lnTo>
                  <a:lnTo>
                    <a:pt x="568" y="52684"/>
                  </a:lnTo>
                  <a:lnTo>
                    <a:pt x="15650" y="121449"/>
                  </a:lnTo>
                  <a:lnTo>
                    <a:pt x="24917" y="151835"/>
                  </a:lnTo>
                  <a:lnTo>
                    <a:pt x="26464" y="145328"/>
                  </a:lnTo>
                  <a:lnTo>
                    <a:pt x="22934" y="125650"/>
                  </a:lnTo>
                  <a:lnTo>
                    <a:pt x="6262" y="55353"/>
                  </a:lnTo>
                  <a:lnTo>
                    <a:pt x="23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0" name="pl48">
              <a:extLst>
                <a:ext uri="{FF2B5EF4-FFF2-40B4-BE49-F238E27FC236}">
                  <a16:creationId xmlns:a16="http://schemas.microsoft.com/office/drawing/2014/main" id="{ADEDFEC3-3CE8-EA4F-D8C7-4585D227A816}"/>
                </a:ext>
              </a:extLst>
            </p:cNvPr>
            <p:cNvSpPr/>
            <p:nvPr/>
          </p:nvSpPr>
          <p:spPr>
            <a:xfrm>
              <a:off x="6678164" y="8926552"/>
              <a:ext cx="126071" cy="47714"/>
            </a:xfrm>
            <a:custGeom>
              <a:avLst/>
              <a:gdLst/>
              <a:ahLst/>
              <a:cxnLst/>
              <a:rect l="0" t="0" r="0" b="0"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1" name="pl49">
              <a:extLst>
                <a:ext uri="{FF2B5EF4-FFF2-40B4-BE49-F238E27FC236}">
                  <a16:creationId xmlns:a16="http://schemas.microsoft.com/office/drawing/2014/main" id="{AE6FE3C1-80E3-EFBA-603C-00B5A31A065D}"/>
                </a:ext>
              </a:extLst>
            </p:cNvPr>
            <p:cNvSpPr/>
            <p:nvPr/>
          </p:nvSpPr>
          <p:spPr>
            <a:xfrm>
              <a:off x="7884496" y="8456535"/>
              <a:ext cx="21795" cy="92428"/>
            </a:xfrm>
            <a:custGeom>
              <a:avLst/>
              <a:gdLst/>
              <a:ahLst/>
              <a:cxnLst/>
              <a:rect l="0" t="0" r="0" b="0"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2" name="pl50">
              <a:extLst>
                <a:ext uri="{FF2B5EF4-FFF2-40B4-BE49-F238E27FC236}">
                  <a16:creationId xmlns:a16="http://schemas.microsoft.com/office/drawing/2014/main" id="{D5904CD6-F511-FFB3-7BAC-AB10260EFD18}"/>
                </a:ext>
              </a:extLst>
            </p:cNvPr>
            <p:cNvSpPr/>
            <p:nvPr/>
          </p:nvSpPr>
          <p:spPr>
            <a:xfrm>
              <a:off x="5274845" y="8761067"/>
              <a:ext cx="52251" cy="49714"/>
            </a:xfrm>
            <a:custGeom>
              <a:avLst/>
              <a:gdLst/>
              <a:ahLst/>
              <a:cxnLst/>
              <a:rect l="0" t="0" r="0" b="0"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3" name="pl51">
              <a:extLst>
                <a:ext uri="{FF2B5EF4-FFF2-40B4-BE49-F238E27FC236}">
                  <a16:creationId xmlns:a16="http://schemas.microsoft.com/office/drawing/2014/main" id="{99F147B7-E641-DA72-DE44-2DF03AEBE2BC}"/>
                </a:ext>
              </a:extLst>
            </p:cNvPr>
            <p:cNvSpPr/>
            <p:nvPr/>
          </p:nvSpPr>
          <p:spPr>
            <a:xfrm>
              <a:off x="4389838" y="8960115"/>
              <a:ext cx="83810" cy="59736"/>
            </a:xfrm>
            <a:custGeom>
              <a:avLst/>
              <a:gdLst/>
              <a:ahLst/>
              <a:cxnLst/>
              <a:rect l="0" t="0" r="0" b="0"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4" name="pl52">
              <a:extLst>
                <a:ext uri="{FF2B5EF4-FFF2-40B4-BE49-F238E27FC236}">
                  <a16:creationId xmlns:a16="http://schemas.microsoft.com/office/drawing/2014/main" id="{BE8AF031-4629-D6F5-AD54-C81BE7157F80}"/>
                </a:ext>
              </a:extLst>
            </p:cNvPr>
            <p:cNvSpPr/>
            <p:nvPr/>
          </p:nvSpPr>
          <p:spPr>
            <a:xfrm>
              <a:off x="5432636" y="8803523"/>
              <a:ext cx="18032" cy="106543"/>
            </a:xfrm>
            <a:custGeom>
              <a:avLst/>
              <a:gdLst/>
              <a:ahLst/>
              <a:cxnLst/>
              <a:rect l="0" t="0" r="0" b="0"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5" name="pl53">
              <a:extLst>
                <a:ext uri="{FF2B5EF4-FFF2-40B4-BE49-F238E27FC236}">
                  <a16:creationId xmlns:a16="http://schemas.microsoft.com/office/drawing/2014/main" id="{31AFED7D-FAF2-0658-6BBC-993E816CFB3B}"/>
                </a:ext>
              </a:extLst>
            </p:cNvPr>
            <p:cNvSpPr/>
            <p:nvPr/>
          </p:nvSpPr>
          <p:spPr>
            <a:xfrm>
              <a:off x="9041868" y="10992053"/>
              <a:ext cx="154580" cy="109080"/>
            </a:xfrm>
            <a:custGeom>
              <a:avLst/>
              <a:gdLst/>
              <a:ahLst/>
              <a:cxnLst/>
              <a:rect l="0" t="0" r="0" b="0"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6" name="pl54">
              <a:extLst>
                <a:ext uri="{FF2B5EF4-FFF2-40B4-BE49-F238E27FC236}">
                  <a16:creationId xmlns:a16="http://schemas.microsoft.com/office/drawing/2014/main" id="{F5672B9C-1635-0D6A-8DD0-37FF429324AD}"/>
                </a:ext>
              </a:extLst>
            </p:cNvPr>
            <p:cNvSpPr/>
            <p:nvPr/>
          </p:nvSpPr>
          <p:spPr>
            <a:xfrm>
              <a:off x="9060517" y="9985817"/>
              <a:ext cx="300731" cy="396276"/>
            </a:xfrm>
            <a:custGeom>
              <a:avLst/>
              <a:gdLst/>
              <a:ahLst/>
              <a:cxnLst/>
              <a:rect l="0" t="0" r="0" b="0"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7" name="pl55">
              <a:extLst>
                <a:ext uri="{FF2B5EF4-FFF2-40B4-BE49-F238E27FC236}">
                  <a16:creationId xmlns:a16="http://schemas.microsoft.com/office/drawing/2014/main" id="{12FD16D1-E1D4-DA1A-D690-8A4CEEC4ACEF}"/>
                </a:ext>
              </a:extLst>
            </p:cNvPr>
            <p:cNvSpPr/>
            <p:nvPr/>
          </p:nvSpPr>
          <p:spPr>
            <a:xfrm>
              <a:off x="10189188" y="11053087"/>
              <a:ext cx="38528" cy="48046"/>
            </a:xfrm>
            <a:custGeom>
              <a:avLst/>
              <a:gdLst/>
              <a:ahLst/>
              <a:cxnLst/>
              <a:rect l="0" t="0" r="0" b="0"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8" name="pl56">
              <a:extLst>
                <a:ext uri="{FF2B5EF4-FFF2-40B4-BE49-F238E27FC236}">
                  <a16:creationId xmlns:a16="http://schemas.microsoft.com/office/drawing/2014/main" id="{00386299-8D07-2D16-5229-28809DDD60C2}"/>
                </a:ext>
              </a:extLst>
            </p:cNvPr>
            <p:cNvSpPr/>
            <p:nvPr/>
          </p:nvSpPr>
          <p:spPr>
            <a:xfrm>
              <a:off x="10211184" y="11075314"/>
              <a:ext cx="16534" cy="25821"/>
            </a:xfrm>
            <a:custGeom>
              <a:avLst/>
              <a:gdLst/>
              <a:ahLst/>
              <a:cxnLst/>
              <a:rect l="0" t="0" r="0" b="0"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9" name="pl57">
              <a:extLst>
                <a:ext uri="{FF2B5EF4-FFF2-40B4-BE49-F238E27FC236}">
                  <a16:creationId xmlns:a16="http://schemas.microsoft.com/office/drawing/2014/main" id="{C1E96FE6-9F03-F565-301B-2BE3AA174F01}"/>
                </a:ext>
              </a:extLst>
            </p:cNvPr>
            <p:cNvSpPr/>
            <p:nvPr/>
          </p:nvSpPr>
          <p:spPr>
            <a:xfrm>
              <a:off x="9446811" y="10507495"/>
              <a:ext cx="221103" cy="347284"/>
            </a:xfrm>
            <a:custGeom>
              <a:avLst/>
              <a:gdLst/>
              <a:ahLst/>
              <a:cxnLst/>
              <a:rect l="0" t="0" r="0" b="0"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0" name="pl58">
              <a:extLst>
                <a:ext uri="{FF2B5EF4-FFF2-40B4-BE49-F238E27FC236}">
                  <a16:creationId xmlns:a16="http://schemas.microsoft.com/office/drawing/2014/main" id="{66935CF5-E501-EC39-8B94-168095A062C6}"/>
                </a:ext>
              </a:extLst>
            </p:cNvPr>
            <p:cNvSpPr/>
            <p:nvPr/>
          </p:nvSpPr>
          <p:spPr>
            <a:xfrm>
              <a:off x="9791118" y="10836537"/>
              <a:ext cx="146879" cy="211845"/>
            </a:xfrm>
            <a:custGeom>
              <a:avLst/>
              <a:gdLst/>
              <a:ahLst/>
              <a:cxnLst/>
              <a:rect l="0" t="0" r="0" b="0"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1" name="pl59">
              <a:extLst>
                <a:ext uri="{FF2B5EF4-FFF2-40B4-BE49-F238E27FC236}">
                  <a16:creationId xmlns:a16="http://schemas.microsoft.com/office/drawing/2014/main" id="{37B5DA52-2AB4-153D-5F02-DAA6D262B247}"/>
                </a:ext>
              </a:extLst>
            </p:cNvPr>
            <p:cNvSpPr/>
            <p:nvPr/>
          </p:nvSpPr>
          <p:spPr>
            <a:xfrm>
              <a:off x="7646445" y="10134536"/>
              <a:ext cx="54522" cy="45713"/>
            </a:xfrm>
            <a:custGeom>
              <a:avLst/>
              <a:gdLst/>
              <a:ahLst/>
              <a:cxnLst/>
              <a:rect l="0" t="0" r="0" b="0"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2" name="pl60">
              <a:extLst>
                <a:ext uri="{FF2B5EF4-FFF2-40B4-BE49-F238E27FC236}">
                  <a16:creationId xmlns:a16="http://schemas.microsoft.com/office/drawing/2014/main" id="{5294B3CC-5606-4857-50DF-32C47D7E6464}"/>
                </a:ext>
              </a:extLst>
            </p:cNvPr>
            <p:cNvSpPr/>
            <p:nvPr/>
          </p:nvSpPr>
          <p:spPr>
            <a:xfrm>
              <a:off x="8897260" y="10645027"/>
              <a:ext cx="232553" cy="347062"/>
            </a:xfrm>
            <a:custGeom>
              <a:avLst/>
              <a:gdLst/>
              <a:ahLst/>
              <a:cxnLst/>
              <a:rect l="0" t="0" r="0" b="0"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3" name="pl61">
              <a:extLst>
                <a:ext uri="{FF2B5EF4-FFF2-40B4-BE49-F238E27FC236}">
                  <a16:creationId xmlns:a16="http://schemas.microsoft.com/office/drawing/2014/main" id="{0722E541-C055-BC17-4205-6CB73F83D0A9}"/>
                </a:ext>
              </a:extLst>
            </p:cNvPr>
            <p:cNvSpPr/>
            <p:nvPr/>
          </p:nvSpPr>
          <p:spPr>
            <a:xfrm>
              <a:off x="7835716" y="10839704"/>
              <a:ext cx="33162" cy="37600"/>
            </a:xfrm>
            <a:custGeom>
              <a:avLst/>
              <a:gdLst/>
              <a:ahLst/>
              <a:cxnLst/>
              <a:rect l="0" t="0" r="0" b="0"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4" name="pl62">
              <a:extLst>
                <a:ext uri="{FF2B5EF4-FFF2-40B4-BE49-F238E27FC236}">
                  <a16:creationId xmlns:a16="http://schemas.microsoft.com/office/drawing/2014/main" id="{41FDE763-E021-9745-8308-4C68A442D69D}"/>
                </a:ext>
              </a:extLst>
            </p:cNvPr>
            <p:cNvSpPr/>
            <p:nvPr/>
          </p:nvSpPr>
          <p:spPr>
            <a:xfrm>
              <a:off x="8232468" y="9640442"/>
              <a:ext cx="88479" cy="244964"/>
            </a:xfrm>
            <a:custGeom>
              <a:avLst/>
              <a:gdLst/>
              <a:ahLst/>
              <a:cxnLst/>
              <a:rect l="0" t="0" r="0" b="0"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5" name="pl63">
              <a:extLst>
                <a:ext uri="{FF2B5EF4-FFF2-40B4-BE49-F238E27FC236}">
                  <a16:creationId xmlns:a16="http://schemas.microsoft.com/office/drawing/2014/main" id="{51D0A826-6D31-CD33-E2BE-5CB10AF2EBD5}"/>
                </a:ext>
              </a:extLst>
            </p:cNvPr>
            <p:cNvSpPr/>
            <p:nvPr/>
          </p:nvSpPr>
          <p:spPr>
            <a:xfrm>
              <a:off x="7657147" y="10076618"/>
              <a:ext cx="28346" cy="78573"/>
            </a:xfrm>
            <a:custGeom>
              <a:avLst/>
              <a:gdLst/>
              <a:ahLst/>
              <a:cxnLst/>
              <a:rect l="0" t="0" r="0" b="0"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6" name="pl64">
              <a:extLst>
                <a:ext uri="{FF2B5EF4-FFF2-40B4-BE49-F238E27FC236}">
                  <a16:creationId xmlns:a16="http://schemas.microsoft.com/office/drawing/2014/main" id="{81CD1AA4-7E75-D423-A0F6-3D53BD40F965}"/>
                </a:ext>
              </a:extLst>
            </p:cNvPr>
            <p:cNvSpPr/>
            <p:nvPr/>
          </p:nvSpPr>
          <p:spPr>
            <a:xfrm>
              <a:off x="8714476" y="10039738"/>
              <a:ext cx="353112" cy="112768"/>
            </a:xfrm>
            <a:custGeom>
              <a:avLst/>
              <a:gdLst/>
              <a:ahLst/>
              <a:cxnLst/>
              <a:rect l="0" t="0" r="0" b="0"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7" name="pl65">
              <a:extLst>
                <a:ext uri="{FF2B5EF4-FFF2-40B4-BE49-F238E27FC236}">
                  <a16:creationId xmlns:a16="http://schemas.microsoft.com/office/drawing/2014/main" id="{AE762F22-E9AD-3922-2D80-8A35F8CE0A71}"/>
                </a:ext>
              </a:extLst>
            </p:cNvPr>
            <p:cNvSpPr/>
            <p:nvPr/>
          </p:nvSpPr>
          <p:spPr>
            <a:xfrm>
              <a:off x="8184758" y="10589923"/>
              <a:ext cx="107437" cy="149218"/>
            </a:xfrm>
            <a:custGeom>
              <a:avLst/>
              <a:gdLst/>
              <a:ahLst/>
              <a:cxnLst/>
              <a:rect l="0" t="0" r="0" b="0"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8" name="pl66">
              <a:extLst>
                <a:ext uri="{FF2B5EF4-FFF2-40B4-BE49-F238E27FC236}">
                  <a16:creationId xmlns:a16="http://schemas.microsoft.com/office/drawing/2014/main" id="{B1CFFA89-1938-5241-8751-36F29C0898D8}"/>
                </a:ext>
              </a:extLst>
            </p:cNvPr>
            <p:cNvSpPr/>
            <p:nvPr/>
          </p:nvSpPr>
          <p:spPr>
            <a:xfrm>
              <a:off x="2476178" y="1238081"/>
              <a:ext cx="12201355" cy="9863052"/>
            </a:xfrm>
            <a:custGeom>
              <a:avLst/>
              <a:gdLst/>
              <a:ahLst/>
              <a:cxnLst/>
              <a:rect l="0" t="0" r="0" b="0"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9" name="pl67">
              <a:extLst>
                <a:ext uri="{FF2B5EF4-FFF2-40B4-BE49-F238E27FC236}">
                  <a16:creationId xmlns:a16="http://schemas.microsoft.com/office/drawing/2014/main" id="{B6F8B086-D735-2E10-CE3C-E643A2DB52D4}"/>
                </a:ext>
              </a:extLst>
            </p:cNvPr>
            <p:cNvSpPr/>
            <p:nvPr/>
          </p:nvSpPr>
          <p:spPr>
            <a:xfrm>
              <a:off x="7775953" y="10882360"/>
              <a:ext cx="24162" cy="13038"/>
            </a:xfrm>
            <a:custGeom>
              <a:avLst/>
              <a:gdLst/>
              <a:ahLst/>
              <a:cxnLst/>
              <a:rect l="0" t="0" r="0" b="0"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0" name="rc68">
              <a:extLst>
                <a:ext uri="{FF2B5EF4-FFF2-40B4-BE49-F238E27FC236}">
                  <a16:creationId xmlns:a16="http://schemas.microsoft.com/office/drawing/2014/main" id="{088EF14F-169D-7212-35C3-5BD7AC4D0F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1" name="rc69">
              <a:extLst>
                <a:ext uri="{FF2B5EF4-FFF2-40B4-BE49-F238E27FC236}">
                  <a16:creationId xmlns:a16="http://schemas.microsoft.com/office/drawing/2014/main" id="{5AF097AE-1A58-DC80-1F26-C99F1552C4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2" name="rc70">
              <a:extLst>
                <a:ext uri="{FF2B5EF4-FFF2-40B4-BE49-F238E27FC236}">
                  <a16:creationId xmlns:a16="http://schemas.microsoft.com/office/drawing/2014/main" id="{C5FFB44B-14BE-5C89-B97C-705345474A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3" name="rc71">
              <a:extLst>
                <a:ext uri="{FF2B5EF4-FFF2-40B4-BE49-F238E27FC236}">
                  <a16:creationId xmlns:a16="http://schemas.microsoft.com/office/drawing/2014/main" id="{40DB7D7F-83A3-5868-5E12-C6B1497A79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4" name="rc72">
              <a:extLst>
                <a:ext uri="{FF2B5EF4-FFF2-40B4-BE49-F238E27FC236}">
                  <a16:creationId xmlns:a16="http://schemas.microsoft.com/office/drawing/2014/main" id="{A22641FF-1057-8FF3-76D1-316E251341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5" name="rc73">
              <a:extLst>
                <a:ext uri="{FF2B5EF4-FFF2-40B4-BE49-F238E27FC236}">
                  <a16:creationId xmlns:a16="http://schemas.microsoft.com/office/drawing/2014/main" id="{CD7FCDB5-F40D-0411-A6FB-161351127D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6" name="rc74">
              <a:extLst>
                <a:ext uri="{FF2B5EF4-FFF2-40B4-BE49-F238E27FC236}">
                  <a16:creationId xmlns:a16="http://schemas.microsoft.com/office/drawing/2014/main" id="{2455AF0D-29BD-0369-595E-74D9C48135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7" name="rc75">
              <a:extLst>
                <a:ext uri="{FF2B5EF4-FFF2-40B4-BE49-F238E27FC236}">
                  <a16:creationId xmlns:a16="http://schemas.microsoft.com/office/drawing/2014/main" id="{95CB91DD-6D9D-35DB-5777-F3972B9A80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8" name="rc76">
              <a:extLst>
                <a:ext uri="{FF2B5EF4-FFF2-40B4-BE49-F238E27FC236}">
                  <a16:creationId xmlns:a16="http://schemas.microsoft.com/office/drawing/2014/main" id="{162EFF96-2E43-66A4-96C5-BF5905378D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9" name="rc77">
              <a:extLst>
                <a:ext uri="{FF2B5EF4-FFF2-40B4-BE49-F238E27FC236}">
                  <a16:creationId xmlns:a16="http://schemas.microsoft.com/office/drawing/2014/main" id="{863F88B8-BA58-0A72-35C5-81E2CD625A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0" name="rc78">
              <a:extLst>
                <a:ext uri="{FF2B5EF4-FFF2-40B4-BE49-F238E27FC236}">
                  <a16:creationId xmlns:a16="http://schemas.microsoft.com/office/drawing/2014/main" id="{689C85F9-7594-463E-90CB-EF1BBFFFDF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1" name="rc79">
              <a:extLst>
                <a:ext uri="{FF2B5EF4-FFF2-40B4-BE49-F238E27FC236}">
                  <a16:creationId xmlns:a16="http://schemas.microsoft.com/office/drawing/2014/main" id="{EDCB03AF-AB53-02B2-98F1-18B6BD6596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2" name="rc80">
              <a:extLst>
                <a:ext uri="{FF2B5EF4-FFF2-40B4-BE49-F238E27FC236}">
                  <a16:creationId xmlns:a16="http://schemas.microsoft.com/office/drawing/2014/main" id="{E56778EA-6476-19F3-B0C0-A7E661F16E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3" name="rc81">
              <a:extLst>
                <a:ext uri="{FF2B5EF4-FFF2-40B4-BE49-F238E27FC236}">
                  <a16:creationId xmlns:a16="http://schemas.microsoft.com/office/drawing/2014/main" id="{A694489B-5872-D618-36E0-EA80701041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4" name="rc82">
              <a:extLst>
                <a:ext uri="{FF2B5EF4-FFF2-40B4-BE49-F238E27FC236}">
                  <a16:creationId xmlns:a16="http://schemas.microsoft.com/office/drawing/2014/main" id="{2C61F648-9C58-FAC4-C044-7742D1B890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5" name="rc83">
              <a:extLst>
                <a:ext uri="{FF2B5EF4-FFF2-40B4-BE49-F238E27FC236}">
                  <a16:creationId xmlns:a16="http://schemas.microsoft.com/office/drawing/2014/main" id="{E30F7133-82A7-2F0F-06B9-F56FD0BA5E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6" name="rc84">
              <a:extLst>
                <a:ext uri="{FF2B5EF4-FFF2-40B4-BE49-F238E27FC236}">
                  <a16:creationId xmlns:a16="http://schemas.microsoft.com/office/drawing/2014/main" id="{CD61D319-1544-06E4-6D2D-79D20C0ADF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7" name="rc85">
              <a:extLst>
                <a:ext uri="{FF2B5EF4-FFF2-40B4-BE49-F238E27FC236}">
                  <a16:creationId xmlns:a16="http://schemas.microsoft.com/office/drawing/2014/main" id="{3331C39F-2157-6D1A-97E6-982EDF0616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8" name="rc86">
              <a:extLst>
                <a:ext uri="{FF2B5EF4-FFF2-40B4-BE49-F238E27FC236}">
                  <a16:creationId xmlns:a16="http://schemas.microsoft.com/office/drawing/2014/main" id="{04E78E29-A1A7-8DD7-D2AA-320BD4470A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9" name="rc87">
              <a:extLst>
                <a:ext uri="{FF2B5EF4-FFF2-40B4-BE49-F238E27FC236}">
                  <a16:creationId xmlns:a16="http://schemas.microsoft.com/office/drawing/2014/main" id="{2C42A09E-67BA-4318-EE4B-18DAB09BA3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0" name="rc88">
              <a:extLst>
                <a:ext uri="{FF2B5EF4-FFF2-40B4-BE49-F238E27FC236}">
                  <a16:creationId xmlns:a16="http://schemas.microsoft.com/office/drawing/2014/main" id="{B74EC264-6A06-A530-7ECF-9C1B003F70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1" name="rc89">
              <a:extLst>
                <a:ext uri="{FF2B5EF4-FFF2-40B4-BE49-F238E27FC236}">
                  <a16:creationId xmlns:a16="http://schemas.microsoft.com/office/drawing/2014/main" id="{FC964742-4B2B-2AB5-0D90-AA6C167EE9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2" name="rc90">
              <a:extLst>
                <a:ext uri="{FF2B5EF4-FFF2-40B4-BE49-F238E27FC236}">
                  <a16:creationId xmlns:a16="http://schemas.microsoft.com/office/drawing/2014/main" id="{FB270111-9BF0-530D-F7B7-44976849FF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3" name="rc91">
              <a:extLst>
                <a:ext uri="{FF2B5EF4-FFF2-40B4-BE49-F238E27FC236}">
                  <a16:creationId xmlns:a16="http://schemas.microsoft.com/office/drawing/2014/main" id="{39C79C32-C45B-5B40-A319-8849E1DEFF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4" name="rc92">
              <a:extLst>
                <a:ext uri="{FF2B5EF4-FFF2-40B4-BE49-F238E27FC236}">
                  <a16:creationId xmlns:a16="http://schemas.microsoft.com/office/drawing/2014/main" id="{29B2EC4B-46E2-AEA0-7B2A-7EE566DB5D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5" name="rc93">
              <a:extLst>
                <a:ext uri="{FF2B5EF4-FFF2-40B4-BE49-F238E27FC236}">
                  <a16:creationId xmlns:a16="http://schemas.microsoft.com/office/drawing/2014/main" id="{50B122F0-0821-7D68-D70A-E9B02486AA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6" name="rc94">
              <a:extLst>
                <a:ext uri="{FF2B5EF4-FFF2-40B4-BE49-F238E27FC236}">
                  <a16:creationId xmlns:a16="http://schemas.microsoft.com/office/drawing/2014/main" id="{3E20AB5B-FD85-9758-835D-F736189684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7" name="rc95">
              <a:extLst>
                <a:ext uri="{FF2B5EF4-FFF2-40B4-BE49-F238E27FC236}">
                  <a16:creationId xmlns:a16="http://schemas.microsoft.com/office/drawing/2014/main" id="{1AA922CA-165C-5FAA-DE52-9718043F96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8" name="rc96">
              <a:extLst>
                <a:ext uri="{FF2B5EF4-FFF2-40B4-BE49-F238E27FC236}">
                  <a16:creationId xmlns:a16="http://schemas.microsoft.com/office/drawing/2014/main" id="{302654FF-9F4F-A96D-52E1-F0DB77FFE0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9" name="rc97">
              <a:extLst>
                <a:ext uri="{FF2B5EF4-FFF2-40B4-BE49-F238E27FC236}">
                  <a16:creationId xmlns:a16="http://schemas.microsoft.com/office/drawing/2014/main" id="{EC7B26B4-A831-E584-6BF3-8CB62379A5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0" name="rc98">
              <a:extLst>
                <a:ext uri="{FF2B5EF4-FFF2-40B4-BE49-F238E27FC236}">
                  <a16:creationId xmlns:a16="http://schemas.microsoft.com/office/drawing/2014/main" id="{5FA23222-3FA5-7FA6-448F-21ADBE64CF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1" name="rc99">
              <a:extLst>
                <a:ext uri="{FF2B5EF4-FFF2-40B4-BE49-F238E27FC236}">
                  <a16:creationId xmlns:a16="http://schemas.microsoft.com/office/drawing/2014/main" id="{910BF506-3080-6CF8-B384-6FDF8D288B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2" name="rc100">
              <a:extLst>
                <a:ext uri="{FF2B5EF4-FFF2-40B4-BE49-F238E27FC236}">
                  <a16:creationId xmlns:a16="http://schemas.microsoft.com/office/drawing/2014/main" id="{5AE3B24A-E6EA-32D9-324C-2F213E242C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3" name="rc101">
              <a:extLst>
                <a:ext uri="{FF2B5EF4-FFF2-40B4-BE49-F238E27FC236}">
                  <a16:creationId xmlns:a16="http://schemas.microsoft.com/office/drawing/2014/main" id="{54D83B65-2155-00FC-5591-370D2260F2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4" name="rc102">
              <a:extLst>
                <a:ext uri="{FF2B5EF4-FFF2-40B4-BE49-F238E27FC236}">
                  <a16:creationId xmlns:a16="http://schemas.microsoft.com/office/drawing/2014/main" id="{B1F04BB0-6A03-EBBA-574E-E6CC22671D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5" name="rc103">
              <a:extLst>
                <a:ext uri="{FF2B5EF4-FFF2-40B4-BE49-F238E27FC236}">
                  <a16:creationId xmlns:a16="http://schemas.microsoft.com/office/drawing/2014/main" id="{59749A04-09DA-ADEC-05E5-5D0A2AB512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6" name="rc104">
              <a:extLst>
                <a:ext uri="{FF2B5EF4-FFF2-40B4-BE49-F238E27FC236}">
                  <a16:creationId xmlns:a16="http://schemas.microsoft.com/office/drawing/2014/main" id="{80F2F837-649E-E920-63CA-62470B4746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7" name="rc105">
              <a:extLst>
                <a:ext uri="{FF2B5EF4-FFF2-40B4-BE49-F238E27FC236}">
                  <a16:creationId xmlns:a16="http://schemas.microsoft.com/office/drawing/2014/main" id="{65F3EB7C-96E7-1268-7A26-5A76EF87D6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8" name="rc106">
              <a:extLst>
                <a:ext uri="{FF2B5EF4-FFF2-40B4-BE49-F238E27FC236}">
                  <a16:creationId xmlns:a16="http://schemas.microsoft.com/office/drawing/2014/main" id="{30E05A6E-4892-A865-C0A6-CDFF0A450D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9" name="rc107">
              <a:extLst>
                <a:ext uri="{FF2B5EF4-FFF2-40B4-BE49-F238E27FC236}">
                  <a16:creationId xmlns:a16="http://schemas.microsoft.com/office/drawing/2014/main" id="{2FC66AA6-9572-9019-338F-AB834A7A48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0" name="rc108">
              <a:extLst>
                <a:ext uri="{FF2B5EF4-FFF2-40B4-BE49-F238E27FC236}">
                  <a16:creationId xmlns:a16="http://schemas.microsoft.com/office/drawing/2014/main" id="{E9BB01B7-5B03-A597-F4AE-B432636FCB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1" name="rc109">
              <a:extLst>
                <a:ext uri="{FF2B5EF4-FFF2-40B4-BE49-F238E27FC236}">
                  <a16:creationId xmlns:a16="http://schemas.microsoft.com/office/drawing/2014/main" id="{B5A11E88-28EA-493F-0649-BC29A663F2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2" name="rc110">
              <a:extLst>
                <a:ext uri="{FF2B5EF4-FFF2-40B4-BE49-F238E27FC236}">
                  <a16:creationId xmlns:a16="http://schemas.microsoft.com/office/drawing/2014/main" id="{095FC893-8353-9C12-C500-FC931BADBA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3" name="rc111">
              <a:extLst>
                <a:ext uri="{FF2B5EF4-FFF2-40B4-BE49-F238E27FC236}">
                  <a16:creationId xmlns:a16="http://schemas.microsoft.com/office/drawing/2014/main" id="{F26F0437-6A3E-6CC8-F4ED-6F4E054294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4" name="rc112">
              <a:extLst>
                <a:ext uri="{FF2B5EF4-FFF2-40B4-BE49-F238E27FC236}">
                  <a16:creationId xmlns:a16="http://schemas.microsoft.com/office/drawing/2014/main" id="{856EC9D5-CBAD-D1DC-9F6F-E2337990ED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5" name="rc113">
              <a:extLst>
                <a:ext uri="{FF2B5EF4-FFF2-40B4-BE49-F238E27FC236}">
                  <a16:creationId xmlns:a16="http://schemas.microsoft.com/office/drawing/2014/main" id="{803C09AF-9EAD-5734-ED9D-935801DA31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6" name="rc114">
              <a:extLst>
                <a:ext uri="{FF2B5EF4-FFF2-40B4-BE49-F238E27FC236}">
                  <a16:creationId xmlns:a16="http://schemas.microsoft.com/office/drawing/2014/main" id="{96DB9837-7F14-ED18-09F1-25F16F5B6A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7" name="rc115">
              <a:extLst>
                <a:ext uri="{FF2B5EF4-FFF2-40B4-BE49-F238E27FC236}">
                  <a16:creationId xmlns:a16="http://schemas.microsoft.com/office/drawing/2014/main" id="{45B7F90B-4570-74B0-7C6B-849281CEA4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8" name="rc116">
              <a:extLst>
                <a:ext uri="{FF2B5EF4-FFF2-40B4-BE49-F238E27FC236}">
                  <a16:creationId xmlns:a16="http://schemas.microsoft.com/office/drawing/2014/main" id="{E700B5FA-C742-5FF1-FB92-65E69F498A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9" name="rc117">
              <a:extLst>
                <a:ext uri="{FF2B5EF4-FFF2-40B4-BE49-F238E27FC236}">
                  <a16:creationId xmlns:a16="http://schemas.microsoft.com/office/drawing/2014/main" id="{BBA28391-55D5-A841-2290-032FBC46D9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0" name="rc118">
              <a:extLst>
                <a:ext uri="{FF2B5EF4-FFF2-40B4-BE49-F238E27FC236}">
                  <a16:creationId xmlns:a16="http://schemas.microsoft.com/office/drawing/2014/main" id="{087EA389-14C9-1710-0D8B-DC34490056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1" name="rc119">
              <a:extLst>
                <a:ext uri="{FF2B5EF4-FFF2-40B4-BE49-F238E27FC236}">
                  <a16:creationId xmlns:a16="http://schemas.microsoft.com/office/drawing/2014/main" id="{8C3941BA-34DC-C5D3-0ED8-5574A4C0BA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2" name="rc120">
              <a:extLst>
                <a:ext uri="{FF2B5EF4-FFF2-40B4-BE49-F238E27FC236}">
                  <a16:creationId xmlns:a16="http://schemas.microsoft.com/office/drawing/2014/main" id="{CC2F2309-9456-D5B4-0ED3-540E8DAC09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3" name="rc121">
              <a:extLst>
                <a:ext uri="{FF2B5EF4-FFF2-40B4-BE49-F238E27FC236}">
                  <a16:creationId xmlns:a16="http://schemas.microsoft.com/office/drawing/2014/main" id="{DE643A4D-86B4-0FBA-EEBF-3801990C8A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4" name="rc122">
              <a:extLst>
                <a:ext uri="{FF2B5EF4-FFF2-40B4-BE49-F238E27FC236}">
                  <a16:creationId xmlns:a16="http://schemas.microsoft.com/office/drawing/2014/main" id="{150F9CAB-C197-43BD-06FF-F63019AEAD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5" name="rc123">
              <a:extLst>
                <a:ext uri="{FF2B5EF4-FFF2-40B4-BE49-F238E27FC236}">
                  <a16:creationId xmlns:a16="http://schemas.microsoft.com/office/drawing/2014/main" id="{A42ECEA8-BCE3-9C05-BD45-E4C8B3BD10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6" name="rc124">
              <a:extLst>
                <a:ext uri="{FF2B5EF4-FFF2-40B4-BE49-F238E27FC236}">
                  <a16:creationId xmlns:a16="http://schemas.microsoft.com/office/drawing/2014/main" id="{795658FE-E29F-0D18-C690-39819CB741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7" name="rc125">
              <a:extLst>
                <a:ext uri="{FF2B5EF4-FFF2-40B4-BE49-F238E27FC236}">
                  <a16:creationId xmlns:a16="http://schemas.microsoft.com/office/drawing/2014/main" id="{BDD7CC4D-58D3-0AEC-F523-339EE2A040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8" name="rc126">
              <a:extLst>
                <a:ext uri="{FF2B5EF4-FFF2-40B4-BE49-F238E27FC236}">
                  <a16:creationId xmlns:a16="http://schemas.microsoft.com/office/drawing/2014/main" id="{6160C9DC-9DAC-D0A5-1B84-1A720D0F14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9" name="rc127">
              <a:extLst>
                <a:ext uri="{FF2B5EF4-FFF2-40B4-BE49-F238E27FC236}">
                  <a16:creationId xmlns:a16="http://schemas.microsoft.com/office/drawing/2014/main" id="{57BD9AFD-2A5F-A7E5-7572-1CBE71D867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0" name="rc128">
              <a:extLst>
                <a:ext uri="{FF2B5EF4-FFF2-40B4-BE49-F238E27FC236}">
                  <a16:creationId xmlns:a16="http://schemas.microsoft.com/office/drawing/2014/main" id="{CBD5FB6C-9869-219C-441F-65847DFC35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1" name="rc129">
              <a:extLst>
                <a:ext uri="{FF2B5EF4-FFF2-40B4-BE49-F238E27FC236}">
                  <a16:creationId xmlns:a16="http://schemas.microsoft.com/office/drawing/2014/main" id="{F5B7246A-646B-F42C-50FA-041A68B29F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2" name="rc130">
              <a:extLst>
                <a:ext uri="{FF2B5EF4-FFF2-40B4-BE49-F238E27FC236}">
                  <a16:creationId xmlns:a16="http://schemas.microsoft.com/office/drawing/2014/main" id="{2FA017B0-4890-D661-5914-E5C14742B0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3" name="rc131">
              <a:extLst>
                <a:ext uri="{FF2B5EF4-FFF2-40B4-BE49-F238E27FC236}">
                  <a16:creationId xmlns:a16="http://schemas.microsoft.com/office/drawing/2014/main" id="{472E9D36-9965-4ECA-BE9E-C8E4519EA1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4" name="rc132">
              <a:extLst>
                <a:ext uri="{FF2B5EF4-FFF2-40B4-BE49-F238E27FC236}">
                  <a16:creationId xmlns:a16="http://schemas.microsoft.com/office/drawing/2014/main" id="{948A29AA-709C-03BF-1950-8631B227B2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5" name="rc133">
              <a:extLst>
                <a:ext uri="{FF2B5EF4-FFF2-40B4-BE49-F238E27FC236}">
                  <a16:creationId xmlns:a16="http://schemas.microsoft.com/office/drawing/2014/main" id="{ADCD40B4-D1DD-5444-C541-4F826A72E3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6" name="rc134">
              <a:extLst>
                <a:ext uri="{FF2B5EF4-FFF2-40B4-BE49-F238E27FC236}">
                  <a16:creationId xmlns:a16="http://schemas.microsoft.com/office/drawing/2014/main" id="{FCE2CFA0-7C71-6773-B7DE-4F89D7BE01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7" name="rc135">
              <a:extLst>
                <a:ext uri="{FF2B5EF4-FFF2-40B4-BE49-F238E27FC236}">
                  <a16:creationId xmlns:a16="http://schemas.microsoft.com/office/drawing/2014/main" id="{CBAA4DE0-7CC7-656B-C02E-4CD7D779F3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8" name="rc136">
              <a:extLst>
                <a:ext uri="{FF2B5EF4-FFF2-40B4-BE49-F238E27FC236}">
                  <a16:creationId xmlns:a16="http://schemas.microsoft.com/office/drawing/2014/main" id="{61ACD068-3FFF-4AF8-044D-0815EBE99E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9" name="rc137">
              <a:extLst>
                <a:ext uri="{FF2B5EF4-FFF2-40B4-BE49-F238E27FC236}">
                  <a16:creationId xmlns:a16="http://schemas.microsoft.com/office/drawing/2014/main" id="{53DC5EAF-A7AB-C041-F8DC-5A95ED427E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0" name="rc138">
              <a:extLst>
                <a:ext uri="{FF2B5EF4-FFF2-40B4-BE49-F238E27FC236}">
                  <a16:creationId xmlns:a16="http://schemas.microsoft.com/office/drawing/2014/main" id="{F0895AC0-5971-53D0-CF34-6FFEFD2972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1" name="rc139">
              <a:extLst>
                <a:ext uri="{FF2B5EF4-FFF2-40B4-BE49-F238E27FC236}">
                  <a16:creationId xmlns:a16="http://schemas.microsoft.com/office/drawing/2014/main" id="{4B7CD6AF-E875-23D1-C2EA-25588BA2AD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2" name="rc140">
              <a:extLst>
                <a:ext uri="{FF2B5EF4-FFF2-40B4-BE49-F238E27FC236}">
                  <a16:creationId xmlns:a16="http://schemas.microsoft.com/office/drawing/2014/main" id="{7177F75C-D1BA-EEB5-9D93-A7A9F36922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3" name="rc141">
              <a:extLst>
                <a:ext uri="{FF2B5EF4-FFF2-40B4-BE49-F238E27FC236}">
                  <a16:creationId xmlns:a16="http://schemas.microsoft.com/office/drawing/2014/main" id="{D859BDD5-7F19-6ED8-F2C8-2671D37047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4" name="rc142">
              <a:extLst>
                <a:ext uri="{FF2B5EF4-FFF2-40B4-BE49-F238E27FC236}">
                  <a16:creationId xmlns:a16="http://schemas.microsoft.com/office/drawing/2014/main" id="{48892B88-7811-A730-7311-A71999A708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5" name="rc143">
              <a:extLst>
                <a:ext uri="{FF2B5EF4-FFF2-40B4-BE49-F238E27FC236}">
                  <a16:creationId xmlns:a16="http://schemas.microsoft.com/office/drawing/2014/main" id="{9813F45D-9DB9-7247-4C41-5CDD64F3AF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6" name="rc144">
              <a:extLst>
                <a:ext uri="{FF2B5EF4-FFF2-40B4-BE49-F238E27FC236}">
                  <a16:creationId xmlns:a16="http://schemas.microsoft.com/office/drawing/2014/main" id="{CD4C3C45-C018-6759-56A6-7630D0D1DC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7" name="rc145">
              <a:extLst>
                <a:ext uri="{FF2B5EF4-FFF2-40B4-BE49-F238E27FC236}">
                  <a16:creationId xmlns:a16="http://schemas.microsoft.com/office/drawing/2014/main" id="{0853BD8A-0004-1502-AE15-540FE98B72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8" name="rc146">
              <a:extLst>
                <a:ext uri="{FF2B5EF4-FFF2-40B4-BE49-F238E27FC236}">
                  <a16:creationId xmlns:a16="http://schemas.microsoft.com/office/drawing/2014/main" id="{7280BD6A-B1BA-ABD0-B41F-BF1144635B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9" name="rc147">
              <a:extLst>
                <a:ext uri="{FF2B5EF4-FFF2-40B4-BE49-F238E27FC236}">
                  <a16:creationId xmlns:a16="http://schemas.microsoft.com/office/drawing/2014/main" id="{0F180414-6B3F-252C-40C2-B48D2401E2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0" name="rc148">
              <a:extLst>
                <a:ext uri="{FF2B5EF4-FFF2-40B4-BE49-F238E27FC236}">
                  <a16:creationId xmlns:a16="http://schemas.microsoft.com/office/drawing/2014/main" id="{63F0BFE9-0A0C-7AE4-6CCB-2ABD536626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1" name="rc149">
              <a:extLst>
                <a:ext uri="{FF2B5EF4-FFF2-40B4-BE49-F238E27FC236}">
                  <a16:creationId xmlns:a16="http://schemas.microsoft.com/office/drawing/2014/main" id="{1888EF26-AA6D-D5EC-106D-DFC9973200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2" name="rc150">
              <a:extLst>
                <a:ext uri="{FF2B5EF4-FFF2-40B4-BE49-F238E27FC236}">
                  <a16:creationId xmlns:a16="http://schemas.microsoft.com/office/drawing/2014/main" id="{B1B3FBFF-C063-F86B-8B91-1BA8015854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3" name="rc151">
              <a:extLst>
                <a:ext uri="{FF2B5EF4-FFF2-40B4-BE49-F238E27FC236}">
                  <a16:creationId xmlns:a16="http://schemas.microsoft.com/office/drawing/2014/main" id="{CD1AE242-BB25-C2B8-0C5C-3EE2962B9C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4" name="rc152">
              <a:extLst>
                <a:ext uri="{FF2B5EF4-FFF2-40B4-BE49-F238E27FC236}">
                  <a16:creationId xmlns:a16="http://schemas.microsoft.com/office/drawing/2014/main" id="{E1E32EBA-8626-B736-8AD0-C9D77BD0A4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5" name="rc153">
              <a:extLst>
                <a:ext uri="{FF2B5EF4-FFF2-40B4-BE49-F238E27FC236}">
                  <a16:creationId xmlns:a16="http://schemas.microsoft.com/office/drawing/2014/main" id="{DB535141-06D9-3068-10F5-91B3640074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6" name="rc154">
              <a:extLst>
                <a:ext uri="{FF2B5EF4-FFF2-40B4-BE49-F238E27FC236}">
                  <a16:creationId xmlns:a16="http://schemas.microsoft.com/office/drawing/2014/main" id="{5C7FE081-D374-8792-2F70-073B771F76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7" name="rc155">
              <a:extLst>
                <a:ext uri="{FF2B5EF4-FFF2-40B4-BE49-F238E27FC236}">
                  <a16:creationId xmlns:a16="http://schemas.microsoft.com/office/drawing/2014/main" id="{268C34A5-E1FC-344D-FB3B-BA7E7503E0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8" name="rc156">
              <a:extLst>
                <a:ext uri="{FF2B5EF4-FFF2-40B4-BE49-F238E27FC236}">
                  <a16:creationId xmlns:a16="http://schemas.microsoft.com/office/drawing/2014/main" id="{C23B224D-B9A6-7981-BCDE-201DEDE541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9" name="rc157">
              <a:extLst>
                <a:ext uri="{FF2B5EF4-FFF2-40B4-BE49-F238E27FC236}">
                  <a16:creationId xmlns:a16="http://schemas.microsoft.com/office/drawing/2014/main" id="{C9BAB843-248C-2611-C2DF-B9231FA438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0" name="rc158">
              <a:extLst>
                <a:ext uri="{FF2B5EF4-FFF2-40B4-BE49-F238E27FC236}">
                  <a16:creationId xmlns:a16="http://schemas.microsoft.com/office/drawing/2014/main" id="{AD2E2A09-E3B9-9ED1-2005-B2C2975BCA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1" name="rc159">
              <a:extLst>
                <a:ext uri="{FF2B5EF4-FFF2-40B4-BE49-F238E27FC236}">
                  <a16:creationId xmlns:a16="http://schemas.microsoft.com/office/drawing/2014/main" id="{AD08EE5A-A4CF-6B5C-651C-20BDAF9137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2" name="rc160">
              <a:extLst>
                <a:ext uri="{FF2B5EF4-FFF2-40B4-BE49-F238E27FC236}">
                  <a16:creationId xmlns:a16="http://schemas.microsoft.com/office/drawing/2014/main" id="{89943F3B-092A-DECF-8196-822079C49C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3" name="rc161">
              <a:extLst>
                <a:ext uri="{FF2B5EF4-FFF2-40B4-BE49-F238E27FC236}">
                  <a16:creationId xmlns:a16="http://schemas.microsoft.com/office/drawing/2014/main" id="{BE25FDD3-94DD-3B26-5DB9-5794E99EAA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4" name="rc162">
              <a:extLst>
                <a:ext uri="{FF2B5EF4-FFF2-40B4-BE49-F238E27FC236}">
                  <a16:creationId xmlns:a16="http://schemas.microsoft.com/office/drawing/2014/main" id="{604DB006-70F6-BCFE-08FC-BB8D98A568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5" name="rc163">
              <a:extLst>
                <a:ext uri="{FF2B5EF4-FFF2-40B4-BE49-F238E27FC236}">
                  <a16:creationId xmlns:a16="http://schemas.microsoft.com/office/drawing/2014/main" id="{4E666261-C70C-8CF0-BE2A-FF4BF381A6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6" name="rc164">
              <a:extLst>
                <a:ext uri="{FF2B5EF4-FFF2-40B4-BE49-F238E27FC236}">
                  <a16:creationId xmlns:a16="http://schemas.microsoft.com/office/drawing/2014/main" id="{F0EB5F0A-9BF6-A3BB-08A1-87C519879D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7" name="rc165">
              <a:extLst>
                <a:ext uri="{FF2B5EF4-FFF2-40B4-BE49-F238E27FC236}">
                  <a16:creationId xmlns:a16="http://schemas.microsoft.com/office/drawing/2014/main" id="{6628D521-67E1-3B3E-175A-9998AB0097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8" name="rc166">
              <a:extLst>
                <a:ext uri="{FF2B5EF4-FFF2-40B4-BE49-F238E27FC236}">
                  <a16:creationId xmlns:a16="http://schemas.microsoft.com/office/drawing/2014/main" id="{0BCA9FB5-E9B9-D662-C8CC-B6993D2474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9" name="rc167">
              <a:extLst>
                <a:ext uri="{FF2B5EF4-FFF2-40B4-BE49-F238E27FC236}">
                  <a16:creationId xmlns:a16="http://schemas.microsoft.com/office/drawing/2014/main" id="{988FD54C-27EC-3504-892F-B60981A052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0" name="rc168">
              <a:extLst>
                <a:ext uri="{FF2B5EF4-FFF2-40B4-BE49-F238E27FC236}">
                  <a16:creationId xmlns:a16="http://schemas.microsoft.com/office/drawing/2014/main" id="{2ACCA02D-A8C4-3018-4FFC-6E83717758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1" name="rc169">
              <a:extLst>
                <a:ext uri="{FF2B5EF4-FFF2-40B4-BE49-F238E27FC236}">
                  <a16:creationId xmlns:a16="http://schemas.microsoft.com/office/drawing/2014/main" id="{162B2683-6522-BC1D-B7E3-7222D11D14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2" name="rc170">
              <a:extLst>
                <a:ext uri="{FF2B5EF4-FFF2-40B4-BE49-F238E27FC236}">
                  <a16:creationId xmlns:a16="http://schemas.microsoft.com/office/drawing/2014/main" id="{31443DB0-043B-5A11-0951-F1C347A04B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3" name="rc171">
              <a:extLst>
                <a:ext uri="{FF2B5EF4-FFF2-40B4-BE49-F238E27FC236}">
                  <a16:creationId xmlns:a16="http://schemas.microsoft.com/office/drawing/2014/main" id="{91C5893C-9D77-A4AB-5259-5BEEA1AF35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4" name="rc172">
              <a:extLst>
                <a:ext uri="{FF2B5EF4-FFF2-40B4-BE49-F238E27FC236}">
                  <a16:creationId xmlns:a16="http://schemas.microsoft.com/office/drawing/2014/main" id="{D6F15C30-1F4E-2D3F-0F98-847BA7F1AB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5" name="rc173">
              <a:extLst>
                <a:ext uri="{FF2B5EF4-FFF2-40B4-BE49-F238E27FC236}">
                  <a16:creationId xmlns:a16="http://schemas.microsoft.com/office/drawing/2014/main" id="{5B98768C-2E89-2847-21C8-752F3B4FE8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6" name="rc174">
              <a:extLst>
                <a:ext uri="{FF2B5EF4-FFF2-40B4-BE49-F238E27FC236}">
                  <a16:creationId xmlns:a16="http://schemas.microsoft.com/office/drawing/2014/main" id="{62ABA74E-8283-6BD2-3E3F-451179A150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7" name="rc175">
              <a:extLst>
                <a:ext uri="{FF2B5EF4-FFF2-40B4-BE49-F238E27FC236}">
                  <a16:creationId xmlns:a16="http://schemas.microsoft.com/office/drawing/2014/main" id="{F478E997-7350-6FD4-B7B3-2455298DF4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8" name="rc176">
              <a:extLst>
                <a:ext uri="{FF2B5EF4-FFF2-40B4-BE49-F238E27FC236}">
                  <a16:creationId xmlns:a16="http://schemas.microsoft.com/office/drawing/2014/main" id="{BD645BAA-80EE-5478-F5F2-61BADA53A2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9" name="rc177">
              <a:extLst>
                <a:ext uri="{FF2B5EF4-FFF2-40B4-BE49-F238E27FC236}">
                  <a16:creationId xmlns:a16="http://schemas.microsoft.com/office/drawing/2014/main" id="{3187F42A-4796-20D1-5728-657C2743F4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0" name="rc178">
              <a:extLst>
                <a:ext uri="{FF2B5EF4-FFF2-40B4-BE49-F238E27FC236}">
                  <a16:creationId xmlns:a16="http://schemas.microsoft.com/office/drawing/2014/main" id="{730C7E49-7FFA-8D7C-6DA2-AAF2451576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1" name="rc179">
              <a:extLst>
                <a:ext uri="{FF2B5EF4-FFF2-40B4-BE49-F238E27FC236}">
                  <a16:creationId xmlns:a16="http://schemas.microsoft.com/office/drawing/2014/main" id="{1179B154-303C-EA08-DA16-4646687CF0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2" name="rc180">
              <a:extLst>
                <a:ext uri="{FF2B5EF4-FFF2-40B4-BE49-F238E27FC236}">
                  <a16:creationId xmlns:a16="http://schemas.microsoft.com/office/drawing/2014/main" id="{B017B633-2BF3-828D-342B-71A6AEF4A70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3" name="rc181">
              <a:extLst>
                <a:ext uri="{FF2B5EF4-FFF2-40B4-BE49-F238E27FC236}">
                  <a16:creationId xmlns:a16="http://schemas.microsoft.com/office/drawing/2014/main" id="{9DA7DD83-F9F2-9FB7-97D1-7027A1FC4B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4" name="rc182">
              <a:extLst>
                <a:ext uri="{FF2B5EF4-FFF2-40B4-BE49-F238E27FC236}">
                  <a16:creationId xmlns:a16="http://schemas.microsoft.com/office/drawing/2014/main" id="{4530327B-B284-769C-A3C8-BD6B37E9B0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5" name="rc183">
              <a:extLst>
                <a:ext uri="{FF2B5EF4-FFF2-40B4-BE49-F238E27FC236}">
                  <a16:creationId xmlns:a16="http://schemas.microsoft.com/office/drawing/2014/main" id="{8A1F1B34-21B1-369D-FD97-8D459365AA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6" name="rc184">
              <a:extLst>
                <a:ext uri="{FF2B5EF4-FFF2-40B4-BE49-F238E27FC236}">
                  <a16:creationId xmlns:a16="http://schemas.microsoft.com/office/drawing/2014/main" id="{E8B24E4A-9E77-9A07-568F-A558906994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7" name="rc185">
              <a:extLst>
                <a:ext uri="{FF2B5EF4-FFF2-40B4-BE49-F238E27FC236}">
                  <a16:creationId xmlns:a16="http://schemas.microsoft.com/office/drawing/2014/main" id="{9F566F97-B4DF-F6E3-D5E0-86CC9CC7F7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8" name="rc186">
              <a:extLst>
                <a:ext uri="{FF2B5EF4-FFF2-40B4-BE49-F238E27FC236}">
                  <a16:creationId xmlns:a16="http://schemas.microsoft.com/office/drawing/2014/main" id="{C37F5A5E-2E6B-411F-DD84-581DE9382B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9" name="rc187">
              <a:extLst>
                <a:ext uri="{FF2B5EF4-FFF2-40B4-BE49-F238E27FC236}">
                  <a16:creationId xmlns:a16="http://schemas.microsoft.com/office/drawing/2014/main" id="{E5FED9F3-7839-223D-2899-59F563F8F0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0" name="rc188">
              <a:extLst>
                <a:ext uri="{FF2B5EF4-FFF2-40B4-BE49-F238E27FC236}">
                  <a16:creationId xmlns:a16="http://schemas.microsoft.com/office/drawing/2014/main" id="{134748CC-3BE4-0625-82AA-E74FCF65B5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1" name="rc189">
              <a:extLst>
                <a:ext uri="{FF2B5EF4-FFF2-40B4-BE49-F238E27FC236}">
                  <a16:creationId xmlns:a16="http://schemas.microsoft.com/office/drawing/2014/main" id="{39B37971-7C91-CCC5-45AD-CEDE87D792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2" name="rc190">
              <a:extLst>
                <a:ext uri="{FF2B5EF4-FFF2-40B4-BE49-F238E27FC236}">
                  <a16:creationId xmlns:a16="http://schemas.microsoft.com/office/drawing/2014/main" id="{587DF7AA-355D-0AEF-A9D7-7BC51BD6A8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3" name="rc191">
              <a:extLst>
                <a:ext uri="{FF2B5EF4-FFF2-40B4-BE49-F238E27FC236}">
                  <a16:creationId xmlns:a16="http://schemas.microsoft.com/office/drawing/2014/main" id="{E1E0AE84-8796-F79B-0EE0-A282BAA582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4" name="rc192">
              <a:extLst>
                <a:ext uri="{FF2B5EF4-FFF2-40B4-BE49-F238E27FC236}">
                  <a16:creationId xmlns:a16="http://schemas.microsoft.com/office/drawing/2014/main" id="{0995A2C0-7575-DA26-1BE7-78985DF568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5" name="rc193">
              <a:extLst>
                <a:ext uri="{FF2B5EF4-FFF2-40B4-BE49-F238E27FC236}">
                  <a16:creationId xmlns:a16="http://schemas.microsoft.com/office/drawing/2014/main" id="{34E07C77-05A6-5B86-00DE-364072BF1D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6" name="rc194">
              <a:extLst>
                <a:ext uri="{FF2B5EF4-FFF2-40B4-BE49-F238E27FC236}">
                  <a16:creationId xmlns:a16="http://schemas.microsoft.com/office/drawing/2014/main" id="{AA45BCC5-3600-ACFE-E19F-ABF409349C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7" name="rc195">
              <a:extLst>
                <a:ext uri="{FF2B5EF4-FFF2-40B4-BE49-F238E27FC236}">
                  <a16:creationId xmlns:a16="http://schemas.microsoft.com/office/drawing/2014/main" id="{D9A20555-AC32-794E-8E0C-A6B8B17B63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8" name="rc196">
              <a:extLst>
                <a:ext uri="{FF2B5EF4-FFF2-40B4-BE49-F238E27FC236}">
                  <a16:creationId xmlns:a16="http://schemas.microsoft.com/office/drawing/2014/main" id="{7BEB8A6E-03CC-9F95-AE2D-113784A783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9" name="rc197">
              <a:extLst>
                <a:ext uri="{FF2B5EF4-FFF2-40B4-BE49-F238E27FC236}">
                  <a16:creationId xmlns:a16="http://schemas.microsoft.com/office/drawing/2014/main" id="{34B569E7-DC9E-D974-F6A3-03A7A48D29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0" name="rc198">
              <a:extLst>
                <a:ext uri="{FF2B5EF4-FFF2-40B4-BE49-F238E27FC236}">
                  <a16:creationId xmlns:a16="http://schemas.microsoft.com/office/drawing/2014/main" id="{F353850F-230E-80BD-7ED0-0B341D3316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1" name="rc199">
              <a:extLst>
                <a:ext uri="{FF2B5EF4-FFF2-40B4-BE49-F238E27FC236}">
                  <a16:creationId xmlns:a16="http://schemas.microsoft.com/office/drawing/2014/main" id="{02499F5E-0C42-1054-59FB-DA4D48F1DA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2" name="rc200">
              <a:extLst>
                <a:ext uri="{FF2B5EF4-FFF2-40B4-BE49-F238E27FC236}">
                  <a16:creationId xmlns:a16="http://schemas.microsoft.com/office/drawing/2014/main" id="{91C4A3B8-4C7B-969A-FA3A-0EF58CA270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3" name="rc201">
              <a:extLst>
                <a:ext uri="{FF2B5EF4-FFF2-40B4-BE49-F238E27FC236}">
                  <a16:creationId xmlns:a16="http://schemas.microsoft.com/office/drawing/2014/main" id="{C50FCCE8-4C67-30EE-E636-E12F5231E1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4" name="rc202">
              <a:extLst>
                <a:ext uri="{FF2B5EF4-FFF2-40B4-BE49-F238E27FC236}">
                  <a16:creationId xmlns:a16="http://schemas.microsoft.com/office/drawing/2014/main" id="{D0528F9D-A880-2CCE-F3BF-493F5AB39E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5" name="rc203">
              <a:extLst>
                <a:ext uri="{FF2B5EF4-FFF2-40B4-BE49-F238E27FC236}">
                  <a16:creationId xmlns:a16="http://schemas.microsoft.com/office/drawing/2014/main" id="{87625C83-F817-DAD3-AA68-5A51D53386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6" name="rc204">
              <a:extLst>
                <a:ext uri="{FF2B5EF4-FFF2-40B4-BE49-F238E27FC236}">
                  <a16:creationId xmlns:a16="http://schemas.microsoft.com/office/drawing/2014/main" id="{4F09C7F2-F78D-4EE9-BA5E-DD937246AC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7" name="rc205">
              <a:extLst>
                <a:ext uri="{FF2B5EF4-FFF2-40B4-BE49-F238E27FC236}">
                  <a16:creationId xmlns:a16="http://schemas.microsoft.com/office/drawing/2014/main" id="{22492B44-0E22-E921-1BA4-7D4580FDE7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8" name="rc206">
              <a:extLst>
                <a:ext uri="{FF2B5EF4-FFF2-40B4-BE49-F238E27FC236}">
                  <a16:creationId xmlns:a16="http://schemas.microsoft.com/office/drawing/2014/main" id="{5837F834-B5A2-3AC4-018B-DA5478D774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9" name="rc207">
              <a:extLst>
                <a:ext uri="{FF2B5EF4-FFF2-40B4-BE49-F238E27FC236}">
                  <a16:creationId xmlns:a16="http://schemas.microsoft.com/office/drawing/2014/main" id="{2757C37D-204E-2234-98F2-33D63E9EBD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0" name="rc208">
              <a:extLst>
                <a:ext uri="{FF2B5EF4-FFF2-40B4-BE49-F238E27FC236}">
                  <a16:creationId xmlns:a16="http://schemas.microsoft.com/office/drawing/2014/main" id="{9539F82A-E118-27CB-4CF8-9E1DC569A2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1" name="rc209">
              <a:extLst>
                <a:ext uri="{FF2B5EF4-FFF2-40B4-BE49-F238E27FC236}">
                  <a16:creationId xmlns:a16="http://schemas.microsoft.com/office/drawing/2014/main" id="{13E1F080-6CC9-2528-1805-2EC78F0B2E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2" name="rc210">
              <a:extLst>
                <a:ext uri="{FF2B5EF4-FFF2-40B4-BE49-F238E27FC236}">
                  <a16:creationId xmlns:a16="http://schemas.microsoft.com/office/drawing/2014/main" id="{170A3F23-BDFA-7F76-ABD7-7982FFCEC4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3" name="rc211">
              <a:extLst>
                <a:ext uri="{FF2B5EF4-FFF2-40B4-BE49-F238E27FC236}">
                  <a16:creationId xmlns:a16="http://schemas.microsoft.com/office/drawing/2014/main" id="{CE1CF268-B93A-D4A0-4025-EDD914B0CF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4" name="rc212">
              <a:extLst>
                <a:ext uri="{FF2B5EF4-FFF2-40B4-BE49-F238E27FC236}">
                  <a16:creationId xmlns:a16="http://schemas.microsoft.com/office/drawing/2014/main" id="{1930BB9B-F824-8294-F7D1-9E58F96151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5" name="rc213">
              <a:extLst>
                <a:ext uri="{FF2B5EF4-FFF2-40B4-BE49-F238E27FC236}">
                  <a16:creationId xmlns:a16="http://schemas.microsoft.com/office/drawing/2014/main" id="{45BE34D0-3819-4CC6-6960-C01F9F2C0D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6" name="rc214">
              <a:extLst>
                <a:ext uri="{FF2B5EF4-FFF2-40B4-BE49-F238E27FC236}">
                  <a16:creationId xmlns:a16="http://schemas.microsoft.com/office/drawing/2014/main" id="{64AA194A-0DC9-CEA0-CC5D-41E7249B66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7" name="rc215">
              <a:extLst>
                <a:ext uri="{FF2B5EF4-FFF2-40B4-BE49-F238E27FC236}">
                  <a16:creationId xmlns:a16="http://schemas.microsoft.com/office/drawing/2014/main" id="{22A56049-6451-5BA0-1585-F03AE67272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8" name="rc216">
              <a:extLst>
                <a:ext uri="{FF2B5EF4-FFF2-40B4-BE49-F238E27FC236}">
                  <a16:creationId xmlns:a16="http://schemas.microsoft.com/office/drawing/2014/main" id="{AE1D90E1-9763-3AC6-5F24-3787BA9B5B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9" name="rc217">
              <a:extLst>
                <a:ext uri="{FF2B5EF4-FFF2-40B4-BE49-F238E27FC236}">
                  <a16:creationId xmlns:a16="http://schemas.microsoft.com/office/drawing/2014/main" id="{1D0D8510-F6EC-EF6F-1410-6C79738DAD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0" name="rc218">
              <a:extLst>
                <a:ext uri="{FF2B5EF4-FFF2-40B4-BE49-F238E27FC236}">
                  <a16:creationId xmlns:a16="http://schemas.microsoft.com/office/drawing/2014/main" id="{A69A3680-DCB1-410B-D00B-3E757271CB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1" name="rc219">
              <a:extLst>
                <a:ext uri="{FF2B5EF4-FFF2-40B4-BE49-F238E27FC236}">
                  <a16:creationId xmlns:a16="http://schemas.microsoft.com/office/drawing/2014/main" id="{0C83512F-1958-2EE9-752F-BC71E87928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2" name="rc220">
              <a:extLst>
                <a:ext uri="{FF2B5EF4-FFF2-40B4-BE49-F238E27FC236}">
                  <a16:creationId xmlns:a16="http://schemas.microsoft.com/office/drawing/2014/main" id="{70E21BAB-0F29-FCCD-80E0-E62D794007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3" name="rc221">
              <a:extLst>
                <a:ext uri="{FF2B5EF4-FFF2-40B4-BE49-F238E27FC236}">
                  <a16:creationId xmlns:a16="http://schemas.microsoft.com/office/drawing/2014/main" id="{D42F2609-8D6C-9DB2-61EB-3412F081AF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4" name="rc222">
              <a:extLst>
                <a:ext uri="{FF2B5EF4-FFF2-40B4-BE49-F238E27FC236}">
                  <a16:creationId xmlns:a16="http://schemas.microsoft.com/office/drawing/2014/main" id="{0AC4BF79-1E90-167C-D1D9-7A1A0A657C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5" name="rc223">
              <a:extLst>
                <a:ext uri="{FF2B5EF4-FFF2-40B4-BE49-F238E27FC236}">
                  <a16:creationId xmlns:a16="http://schemas.microsoft.com/office/drawing/2014/main" id="{0834F7D4-DFA4-612C-7AD7-20E7F82C02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6" name="rc224">
              <a:extLst>
                <a:ext uri="{FF2B5EF4-FFF2-40B4-BE49-F238E27FC236}">
                  <a16:creationId xmlns:a16="http://schemas.microsoft.com/office/drawing/2014/main" id="{C6264FD7-0461-7EC5-1D69-9BC9581006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7" name="rc225">
              <a:extLst>
                <a:ext uri="{FF2B5EF4-FFF2-40B4-BE49-F238E27FC236}">
                  <a16:creationId xmlns:a16="http://schemas.microsoft.com/office/drawing/2014/main" id="{08DDBB38-F0EF-0C82-887F-4471BF8A50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8" name="rc226">
              <a:extLst>
                <a:ext uri="{FF2B5EF4-FFF2-40B4-BE49-F238E27FC236}">
                  <a16:creationId xmlns:a16="http://schemas.microsoft.com/office/drawing/2014/main" id="{0DFD26B0-97EF-A664-560E-4B34CD3A78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9" name="rc227">
              <a:extLst>
                <a:ext uri="{FF2B5EF4-FFF2-40B4-BE49-F238E27FC236}">
                  <a16:creationId xmlns:a16="http://schemas.microsoft.com/office/drawing/2014/main" id="{1D970F6C-C78C-A549-1D21-AC688B57B2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0" name="rc228">
              <a:extLst>
                <a:ext uri="{FF2B5EF4-FFF2-40B4-BE49-F238E27FC236}">
                  <a16:creationId xmlns:a16="http://schemas.microsoft.com/office/drawing/2014/main" id="{491212AA-BE7A-7E2F-96B8-F205C64960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1" name="rc229">
              <a:extLst>
                <a:ext uri="{FF2B5EF4-FFF2-40B4-BE49-F238E27FC236}">
                  <a16:creationId xmlns:a16="http://schemas.microsoft.com/office/drawing/2014/main" id="{1DBE7BAA-6A26-A88F-5931-2F5398D419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2" name="rc230">
              <a:extLst>
                <a:ext uri="{FF2B5EF4-FFF2-40B4-BE49-F238E27FC236}">
                  <a16:creationId xmlns:a16="http://schemas.microsoft.com/office/drawing/2014/main" id="{F98AEBF2-9D53-54E8-4265-49BACE2000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3" name="rc231">
              <a:extLst>
                <a:ext uri="{FF2B5EF4-FFF2-40B4-BE49-F238E27FC236}">
                  <a16:creationId xmlns:a16="http://schemas.microsoft.com/office/drawing/2014/main" id="{2AC71E37-D8FA-A2B3-23E0-52B7906894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4" name="rc232">
              <a:extLst>
                <a:ext uri="{FF2B5EF4-FFF2-40B4-BE49-F238E27FC236}">
                  <a16:creationId xmlns:a16="http://schemas.microsoft.com/office/drawing/2014/main" id="{A01BB8F9-24EC-2476-0FA3-D42A80AAC4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5" name="rc233">
              <a:extLst>
                <a:ext uri="{FF2B5EF4-FFF2-40B4-BE49-F238E27FC236}">
                  <a16:creationId xmlns:a16="http://schemas.microsoft.com/office/drawing/2014/main" id="{4944EC40-ABD3-2011-B641-76F2408141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6" name="rc234">
              <a:extLst>
                <a:ext uri="{FF2B5EF4-FFF2-40B4-BE49-F238E27FC236}">
                  <a16:creationId xmlns:a16="http://schemas.microsoft.com/office/drawing/2014/main" id="{A7B62726-D6BC-8093-9F6E-F47EFABD50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7" name="rc235">
              <a:extLst>
                <a:ext uri="{FF2B5EF4-FFF2-40B4-BE49-F238E27FC236}">
                  <a16:creationId xmlns:a16="http://schemas.microsoft.com/office/drawing/2014/main" id="{BAC67AE6-7FEB-C53A-2DB7-CE421ACD84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8" name="rc236">
              <a:extLst>
                <a:ext uri="{FF2B5EF4-FFF2-40B4-BE49-F238E27FC236}">
                  <a16:creationId xmlns:a16="http://schemas.microsoft.com/office/drawing/2014/main" id="{0C21B28B-F8CC-5952-BE22-60B0DE0420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9" name="rc237">
              <a:extLst>
                <a:ext uri="{FF2B5EF4-FFF2-40B4-BE49-F238E27FC236}">
                  <a16:creationId xmlns:a16="http://schemas.microsoft.com/office/drawing/2014/main" id="{9DBEBE86-85AD-93FE-AFF4-CB546053A8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0" name="rc238">
              <a:extLst>
                <a:ext uri="{FF2B5EF4-FFF2-40B4-BE49-F238E27FC236}">
                  <a16:creationId xmlns:a16="http://schemas.microsoft.com/office/drawing/2014/main" id="{0B06A93C-0D0B-AE20-4888-07CAE52F70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1" name="rc239">
              <a:extLst>
                <a:ext uri="{FF2B5EF4-FFF2-40B4-BE49-F238E27FC236}">
                  <a16:creationId xmlns:a16="http://schemas.microsoft.com/office/drawing/2014/main" id="{1188A5B6-31B3-9AF0-C0EF-AA6B5D1CD0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2" name="rc240">
              <a:extLst>
                <a:ext uri="{FF2B5EF4-FFF2-40B4-BE49-F238E27FC236}">
                  <a16:creationId xmlns:a16="http://schemas.microsoft.com/office/drawing/2014/main" id="{62E91134-5E56-833E-9536-68DE718EF8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3" name="rc241">
              <a:extLst>
                <a:ext uri="{FF2B5EF4-FFF2-40B4-BE49-F238E27FC236}">
                  <a16:creationId xmlns:a16="http://schemas.microsoft.com/office/drawing/2014/main" id="{D61504F7-D91E-5DAF-FC98-141B10755C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4" name="rc242">
              <a:extLst>
                <a:ext uri="{FF2B5EF4-FFF2-40B4-BE49-F238E27FC236}">
                  <a16:creationId xmlns:a16="http://schemas.microsoft.com/office/drawing/2014/main" id="{A7462DAA-BE3E-9DC2-8E0A-9FC3CE9886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5" name="rc243">
              <a:extLst>
                <a:ext uri="{FF2B5EF4-FFF2-40B4-BE49-F238E27FC236}">
                  <a16:creationId xmlns:a16="http://schemas.microsoft.com/office/drawing/2014/main" id="{4219966E-BF5B-52E4-D0F6-F60A1B940D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6" name="rc244">
              <a:extLst>
                <a:ext uri="{FF2B5EF4-FFF2-40B4-BE49-F238E27FC236}">
                  <a16:creationId xmlns:a16="http://schemas.microsoft.com/office/drawing/2014/main" id="{07B74EB0-6151-7663-9793-B9605F2F04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7" name="rc245">
              <a:extLst>
                <a:ext uri="{FF2B5EF4-FFF2-40B4-BE49-F238E27FC236}">
                  <a16:creationId xmlns:a16="http://schemas.microsoft.com/office/drawing/2014/main" id="{A31492B8-2096-A1CF-07E7-B7B0943F22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8" name="rc246">
              <a:extLst>
                <a:ext uri="{FF2B5EF4-FFF2-40B4-BE49-F238E27FC236}">
                  <a16:creationId xmlns:a16="http://schemas.microsoft.com/office/drawing/2014/main" id="{E93C0501-58E8-C08B-6300-CFED25F5D8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9" name="rc247">
              <a:extLst>
                <a:ext uri="{FF2B5EF4-FFF2-40B4-BE49-F238E27FC236}">
                  <a16:creationId xmlns:a16="http://schemas.microsoft.com/office/drawing/2014/main" id="{94F021D6-0F93-C420-6DB5-01F3239192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0" name="rc248">
              <a:extLst>
                <a:ext uri="{FF2B5EF4-FFF2-40B4-BE49-F238E27FC236}">
                  <a16:creationId xmlns:a16="http://schemas.microsoft.com/office/drawing/2014/main" id="{916B0E6A-29A3-E6FA-91C2-447F4A7167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1" name="rc249">
              <a:extLst>
                <a:ext uri="{FF2B5EF4-FFF2-40B4-BE49-F238E27FC236}">
                  <a16:creationId xmlns:a16="http://schemas.microsoft.com/office/drawing/2014/main" id="{FE7DC1D9-A327-2122-6041-21B0440FB1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2" name="rc250">
              <a:extLst>
                <a:ext uri="{FF2B5EF4-FFF2-40B4-BE49-F238E27FC236}">
                  <a16:creationId xmlns:a16="http://schemas.microsoft.com/office/drawing/2014/main" id="{C25A78DF-41CC-549D-A6F8-73EDFDEC2E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3" name="rc251">
              <a:extLst>
                <a:ext uri="{FF2B5EF4-FFF2-40B4-BE49-F238E27FC236}">
                  <a16:creationId xmlns:a16="http://schemas.microsoft.com/office/drawing/2014/main" id="{EF2E4007-37CF-51B0-EE33-EB8342400E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4" name="rc252">
              <a:extLst>
                <a:ext uri="{FF2B5EF4-FFF2-40B4-BE49-F238E27FC236}">
                  <a16:creationId xmlns:a16="http://schemas.microsoft.com/office/drawing/2014/main" id="{216A511D-0E75-D403-824A-2A1D381481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5" name="rc253">
              <a:extLst>
                <a:ext uri="{FF2B5EF4-FFF2-40B4-BE49-F238E27FC236}">
                  <a16:creationId xmlns:a16="http://schemas.microsoft.com/office/drawing/2014/main" id="{01E3765A-BEC8-F271-5AF1-45EE1C6049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6" name="rc254">
              <a:extLst>
                <a:ext uri="{FF2B5EF4-FFF2-40B4-BE49-F238E27FC236}">
                  <a16:creationId xmlns:a16="http://schemas.microsoft.com/office/drawing/2014/main" id="{9B923A5D-9532-31C6-DA1A-76718CAC84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7" name="rc255">
              <a:extLst>
                <a:ext uri="{FF2B5EF4-FFF2-40B4-BE49-F238E27FC236}">
                  <a16:creationId xmlns:a16="http://schemas.microsoft.com/office/drawing/2014/main" id="{6550B629-E696-D4F7-DC3B-0A608DEC30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8" name="rc256">
              <a:extLst>
                <a:ext uri="{FF2B5EF4-FFF2-40B4-BE49-F238E27FC236}">
                  <a16:creationId xmlns:a16="http://schemas.microsoft.com/office/drawing/2014/main" id="{45CCF760-BB35-5887-4809-4B42A8A08B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9" name="rc257">
              <a:extLst>
                <a:ext uri="{FF2B5EF4-FFF2-40B4-BE49-F238E27FC236}">
                  <a16:creationId xmlns:a16="http://schemas.microsoft.com/office/drawing/2014/main" id="{F760F8A3-9489-4F49-40F9-1CA4A7B33F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0" name="rc258">
              <a:extLst>
                <a:ext uri="{FF2B5EF4-FFF2-40B4-BE49-F238E27FC236}">
                  <a16:creationId xmlns:a16="http://schemas.microsoft.com/office/drawing/2014/main" id="{877A0A0D-CAC6-8538-5BB7-891C36AF13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1" name="rc259">
              <a:extLst>
                <a:ext uri="{FF2B5EF4-FFF2-40B4-BE49-F238E27FC236}">
                  <a16:creationId xmlns:a16="http://schemas.microsoft.com/office/drawing/2014/main" id="{66E35CDE-47D1-EFB8-C363-86D59C3E65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2" name="rc260">
              <a:extLst>
                <a:ext uri="{FF2B5EF4-FFF2-40B4-BE49-F238E27FC236}">
                  <a16:creationId xmlns:a16="http://schemas.microsoft.com/office/drawing/2014/main" id="{A344B8B6-DB00-0C97-6A25-88B526D1F4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3" name="rc261">
              <a:extLst>
                <a:ext uri="{FF2B5EF4-FFF2-40B4-BE49-F238E27FC236}">
                  <a16:creationId xmlns:a16="http://schemas.microsoft.com/office/drawing/2014/main" id="{6106DCB6-4E3A-9D06-66EA-96B8328BE0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4" name="rc262">
              <a:extLst>
                <a:ext uri="{FF2B5EF4-FFF2-40B4-BE49-F238E27FC236}">
                  <a16:creationId xmlns:a16="http://schemas.microsoft.com/office/drawing/2014/main" id="{2576858B-3D90-4A79-42F6-12F6170718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5" name="rc263">
              <a:extLst>
                <a:ext uri="{FF2B5EF4-FFF2-40B4-BE49-F238E27FC236}">
                  <a16:creationId xmlns:a16="http://schemas.microsoft.com/office/drawing/2014/main" id="{AC45BB84-43D3-32A9-C781-82068AF529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6" name="rc264">
              <a:extLst>
                <a:ext uri="{FF2B5EF4-FFF2-40B4-BE49-F238E27FC236}">
                  <a16:creationId xmlns:a16="http://schemas.microsoft.com/office/drawing/2014/main" id="{93F5058C-324F-26B1-F6CA-D758FDB35B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7" name="rc265">
              <a:extLst>
                <a:ext uri="{FF2B5EF4-FFF2-40B4-BE49-F238E27FC236}">
                  <a16:creationId xmlns:a16="http://schemas.microsoft.com/office/drawing/2014/main" id="{C6729161-827C-DD92-EAA6-CDD0E0D628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8" name="rc266">
              <a:extLst>
                <a:ext uri="{FF2B5EF4-FFF2-40B4-BE49-F238E27FC236}">
                  <a16:creationId xmlns:a16="http://schemas.microsoft.com/office/drawing/2014/main" id="{132EF0B5-10B4-15A3-D465-B6F3496D3D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9" name="rc267">
              <a:extLst>
                <a:ext uri="{FF2B5EF4-FFF2-40B4-BE49-F238E27FC236}">
                  <a16:creationId xmlns:a16="http://schemas.microsoft.com/office/drawing/2014/main" id="{6B4B167C-A460-A340-A2B4-72C22008B8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0" name="rc268">
              <a:extLst>
                <a:ext uri="{FF2B5EF4-FFF2-40B4-BE49-F238E27FC236}">
                  <a16:creationId xmlns:a16="http://schemas.microsoft.com/office/drawing/2014/main" id="{951AFAE6-44F3-52EA-75AB-7381FDFC67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1" name="rc269">
              <a:extLst>
                <a:ext uri="{FF2B5EF4-FFF2-40B4-BE49-F238E27FC236}">
                  <a16:creationId xmlns:a16="http://schemas.microsoft.com/office/drawing/2014/main" id="{1D2355A6-8CAA-0D92-69EA-1DCCF27C0B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2" name="rc270">
              <a:extLst>
                <a:ext uri="{FF2B5EF4-FFF2-40B4-BE49-F238E27FC236}">
                  <a16:creationId xmlns:a16="http://schemas.microsoft.com/office/drawing/2014/main" id="{096C0E7F-4909-20D0-CC21-AD80C3379E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3" name="rc271">
              <a:extLst>
                <a:ext uri="{FF2B5EF4-FFF2-40B4-BE49-F238E27FC236}">
                  <a16:creationId xmlns:a16="http://schemas.microsoft.com/office/drawing/2014/main" id="{0EC44914-B75B-20FE-60DC-B1FA8860B9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4" name="rc272">
              <a:extLst>
                <a:ext uri="{FF2B5EF4-FFF2-40B4-BE49-F238E27FC236}">
                  <a16:creationId xmlns:a16="http://schemas.microsoft.com/office/drawing/2014/main" id="{627B37C4-07CF-E2EF-1C0D-A63B0EF144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5" name="rc273">
              <a:extLst>
                <a:ext uri="{FF2B5EF4-FFF2-40B4-BE49-F238E27FC236}">
                  <a16:creationId xmlns:a16="http://schemas.microsoft.com/office/drawing/2014/main" id="{3D451CAC-6269-59BF-C495-E3FE3F1100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6" name="rc274">
              <a:extLst>
                <a:ext uri="{FF2B5EF4-FFF2-40B4-BE49-F238E27FC236}">
                  <a16:creationId xmlns:a16="http://schemas.microsoft.com/office/drawing/2014/main" id="{8446D003-128C-EC08-88F5-1336E0C883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7" name="rc275">
              <a:extLst>
                <a:ext uri="{FF2B5EF4-FFF2-40B4-BE49-F238E27FC236}">
                  <a16:creationId xmlns:a16="http://schemas.microsoft.com/office/drawing/2014/main" id="{465A8CAB-F662-C1CB-77FB-CD5BE9B179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8" name="rc276">
              <a:extLst>
                <a:ext uri="{FF2B5EF4-FFF2-40B4-BE49-F238E27FC236}">
                  <a16:creationId xmlns:a16="http://schemas.microsoft.com/office/drawing/2014/main" id="{99B1CFDA-0FB4-4109-D8DA-7410A2AA7D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9" name="rc277">
              <a:extLst>
                <a:ext uri="{FF2B5EF4-FFF2-40B4-BE49-F238E27FC236}">
                  <a16:creationId xmlns:a16="http://schemas.microsoft.com/office/drawing/2014/main" id="{C8B984A8-5B83-9ECF-4743-65689143F7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0" name="rc278">
              <a:extLst>
                <a:ext uri="{FF2B5EF4-FFF2-40B4-BE49-F238E27FC236}">
                  <a16:creationId xmlns:a16="http://schemas.microsoft.com/office/drawing/2014/main" id="{56E6D8A2-4741-365B-9965-EF0F234C81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1" name="rc279">
              <a:extLst>
                <a:ext uri="{FF2B5EF4-FFF2-40B4-BE49-F238E27FC236}">
                  <a16:creationId xmlns:a16="http://schemas.microsoft.com/office/drawing/2014/main" id="{BD3E75F0-3F02-46E6-8796-90A7FC3992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2" name="rc280">
              <a:extLst>
                <a:ext uri="{FF2B5EF4-FFF2-40B4-BE49-F238E27FC236}">
                  <a16:creationId xmlns:a16="http://schemas.microsoft.com/office/drawing/2014/main" id="{D347F963-44A0-8E46-AFFD-0BB6272DE0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3" name="rc281">
              <a:extLst>
                <a:ext uri="{FF2B5EF4-FFF2-40B4-BE49-F238E27FC236}">
                  <a16:creationId xmlns:a16="http://schemas.microsoft.com/office/drawing/2014/main" id="{23AED285-E02E-8FF3-75C3-49EADA8546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4" name="rc282">
              <a:extLst>
                <a:ext uri="{FF2B5EF4-FFF2-40B4-BE49-F238E27FC236}">
                  <a16:creationId xmlns:a16="http://schemas.microsoft.com/office/drawing/2014/main" id="{15FEDC9D-9813-69FA-8E11-77D30390EE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5" name="rc283">
              <a:extLst>
                <a:ext uri="{FF2B5EF4-FFF2-40B4-BE49-F238E27FC236}">
                  <a16:creationId xmlns:a16="http://schemas.microsoft.com/office/drawing/2014/main" id="{D29D87FF-B784-596B-786A-560D1AFF91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6" name="rc284">
              <a:extLst>
                <a:ext uri="{FF2B5EF4-FFF2-40B4-BE49-F238E27FC236}">
                  <a16:creationId xmlns:a16="http://schemas.microsoft.com/office/drawing/2014/main" id="{76CF7594-0407-43A4-CDF1-52FCF0D40F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7" name="rc285">
              <a:extLst>
                <a:ext uri="{FF2B5EF4-FFF2-40B4-BE49-F238E27FC236}">
                  <a16:creationId xmlns:a16="http://schemas.microsoft.com/office/drawing/2014/main" id="{D12BF621-32BA-DC51-CEFD-5E96BDCC2A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8" name="rc286">
              <a:extLst>
                <a:ext uri="{FF2B5EF4-FFF2-40B4-BE49-F238E27FC236}">
                  <a16:creationId xmlns:a16="http://schemas.microsoft.com/office/drawing/2014/main" id="{8AC1FF5B-6B9E-68D7-6D1F-C4AE7BE914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9" name="rc287">
              <a:extLst>
                <a:ext uri="{FF2B5EF4-FFF2-40B4-BE49-F238E27FC236}">
                  <a16:creationId xmlns:a16="http://schemas.microsoft.com/office/drawing/2014/main" id="{49B59E0E-246B-78C0-2CEF-F10C11CCC3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0" name="rc288">
              <a:extLst>
                <a:ext uri="{FF2B5EF4-FFF2-40B4-BE49-F238E27FC236}">
                  <a16:creationId xmlns:a16="http://schemas.microsoft.com/office/drawing/2014/main" id="{4B8F46E7-39C7-0710-9EF2-442A809E44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1" name="rc289">
              <a:extLst>
                <a:ext uri="{FF2B5EF4-FFF2-40B4-BE49-F238E27FC236}">
                  <a16:creationId xmlns:a16="http://schemas.microsoft.com/office/drawing/2014/main" id="{052D7AE1-94D5-5DBA-F048-EDC608CE4F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2" name="rc290">
              <a:extLst>
                <a:ext uri="{FF2B5EF4-FFF2-40B4-BE49-F238E27FC236}">
                  <a16:creationId xmlns:a16="http://schemas.microsoft.com/office/drawing/2014/main" id="{5A7D6888-081E-15CC-2893-59E58DD906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3" name="rc291">
              <a:extLst>
                <a:ext uri="{FF2B5EF4-FFF2-40B4-BE49-F238E27FC236}">
                  <a16:creationId xmlns:a16="http://schemas.microsoft.com/office/drawing/2014/main" id="{ECDE4C3C-C21D-831C-C967-A72EAF832C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4" name="rc292">
              <a:extLst>
                <a:ext uri="{FF2B5EF4-FFF2-40B4-BE49-F238E27FC236}">
                  <a16:creationId xmlns:a16="http://schemas.microsoft.com/office/drawing/2014/main" id="{C5DC4B10-FED2-E2E0-57BC-87B36E494D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5" name="rc293">
              <a:extLst>
                <a:ext uri="{FF2B5EF4-FFF2-40B4-BE49-F238E27FC236}">
                  <a16:creationId xmlns:a16="http://schemas.microsoft.com/office/drawing/2014/main" id="{863AB67F-3DE9-5D7E-9720-07125234D3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6" name="rc294">
              <a:extLst>
                <a:ext uri="{FF2B5EF4-FFF2-40B4-BE49-F238E27FC236}">
                  <a16:creationId xmlns:a16="http://schemas.microsoft.com/office/drawing/2014/main" id="{6A95AD58-C23C-901E-41C0-0B673A7513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7" name="rc295">
              <a:extLst>
                <a:ext uri="{FF2B5EF4-FFF2-40B4-BE49-F238E27FC236}">
                  <a16:creationId xmlns:a16="http://schemas.microsoft.com/office/drawing/2014/main" id="{C2EBE876-4412-6A54-3BF1-BCBEA7683F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8" name="rc296">
              <a:extLst>
                <a:ext uri="{FF2B5EF4-FFF2-40B4-BE49-F238E27FC236}">
                  <a16:creationId xmlns:a16="http://schemas.microsoft.com/office/drawing/2014/main" id="{76F0ECFD-F873-F47C-F31F-A2E6815D21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9" name="rc297">
              <a:extLst>
                <a:ext uri="{FF2B5EF4-FFF2-40B4-BE49-F238E27FC236}">
                  <a16:creationId xmlns:a16="http://schemas.microsoft.com/office/drawing/2014/main" id="{582B4D2E-6D1D-4E83-B6B8-C620CB443F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0" name="rc298">
              <a:extLst>
                <a:ext uri="{FF2B5EF4-FFF2-40B4-BE49-F238E27FC236}">
                  <a16:creationId xmlns:a16="http://schemas.microsoft.com/office/drawing/2014/main" id="{1FEF7E13-1A90-2721-23D8-7DA9637EA7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1" name="rc299">
              <a:extLst>
                <a:ext uri="{FF2B5EF4-FFF2-40B4-BE49-F238E27FC236}">
                  <a16:creationId xmlns:a16="http://schemas.microsoft.com/office/drawing/2014/main" id="{944EA1C4-0F0C-32BB-DF08-4EB7C3B78B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2" name="rc300">
              <a:extLst>
                <a:ext uri="{FF2B5EF4-FFF2-40B4-BE49-F238E27FC236}">
                  <a16:creationId xmlns:a16="http://schemas.microsoft.com/office/drawing/2014/main" id="{FD3755F8-EE55-F769-21DD-9F9A5DFA03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3" name="rc301">
              <a:extLst>
                <a:ext uri="{FF2B5EF4-FFF2-40B4-BE49-F238E27FC236}">
                  <a16:creationId xmlns:a16="http://schemas.microsoft.com/office/drawing/2014/main" id="{D9609490-D15A-A74C-04B2-47E0401B15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4" name="rc302">
              <a:extLst>
                <a:ext uri="{FF2B5EF4-FFF2-40B4-BE49-F238E27FC236}">
                  <a16:creationId xmlns:a16="http://schemas.microsoft.com/office/drawing/2014/main" id="{FD8B3117-DD3E-9243-E50D-C5226DA1C9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5" name="rc303">
              <a:extLst>
                <a:ext uri="{FF2B5EF4-FFF2-40B4-BE49-F238E27FC236}">
                  <a16:creationId xmlns:a16="http://schemas.microsoft.com/office/drawing/2014/main" id="{E4790FB6-FA35-8FB6-79FD-E938CC1015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6" name="rc304">
              <a:extLst>
                <a:ext uri="{FF2B5EF4-FFF2-40B4-BE49-F238E27FC236}">
                  <a16:creationId xmlns:a16="http://schemas.microsoft.com/office/drawing/2014/main" id="{836BED9C-6C0C-A7DE-0372-6D75031E30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7" name="rc305">
              <a:extLst>
                <a:ext uri="{FF2B5EF4-FFF2-40B4-BE49-F238E27FC236}">
                  <a16:creationId xmlns:a16="http://schemas.microsoft.com/office/drawing/2014/main" id="{0974E229-15DC-5D44-ADE4-BB73508F6E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8" name="rc306">
              <a:extLst>
                <a:ext uri="{FF2B5EF4-FFF2-40B4-BE49-F238E27FC236}">
                  <a16:creationId xmlns:a16="http://schemas.microsoft.com/office/drawing/2014/main" id="{6CC70FC4-0E78-FDD2-1366-CD99213F8F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9" name="rc307">
              <a:extLst>
                <a:ext uri="{FF2B5EF4-FFF2-40B4-BE49-F238E27FC236}">
                  <a16:creationId xmlns:a16="http://schemas.microsoft.com/office/drawing/2014/main" id="{FA27111E-C9D0-7644-4991-8FAC7AA1D0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0" name="rc308">
              <a:extLst>
                <a:ext uri="{FF2B5EF4-FFF2-40B4-BE49-F238E27FC236}">
                  <a16:creationId xmlns:a16="http://schemas.microsoft.com/office/drawing/2014/main" id="{E164D08C-8D78-DAA8-0220-1DE62C6739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1" name="rc309">
              <a:extLst>
                <a:ext uri="{FF2B5EF4-FFF2-40B4-BE49-F238E27FC236}">
                  <a16:creationId xmlns:a16="http://schemas.microsoft.com/office/drawing/2014/main" id="{81916EBF-5819-12EC-E418-5ED7513167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2" name="rc310">
              <a:extLst>
                <a:ext uri="{FF2B5EF4-FFF2-40B4-BE49-F238E27FC236}">
                  <a16:creationId xmlns:a16="http://schemas.microsoft.com/office/drawing/2014/main" id="{1E246F0C-E34D-AFCE-C7C3-D20EC0A9C2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3" name="rc311">
              <a:extLst>
                <a:ext uri="{FF2B5EF4-FFF2-40B4-BE49-F238E27FC236}">
                  <a16:creationId xmlns:a16="http://schemas.microsoft.com/office/drawing/2014/main" id="{9E2DE15A-EF39-B72E-B6F4-1E893BB685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4" name="rc312">
              <a:extLst>
                <a:ext uri="{FF2B5EF4-FFF2-40B4-BE49-F238E27FC236}">
                  <a16:creationId xmlns:a16="http://schemas.microsoft.com/office/drawing/2014/main" id="{0D4349C4-52FC-A458-9BD8-C77A5194B1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5" name="rc313">
              <a:extLst>
                <a:ext uri="{FF2B5EF4-FFF2-40B4-BE49-F238E27FC236}">
                  <a16:creationId xmlns:a16="http://schemas.microsoft.com/office/drawing/2014/main" id="{6E25B418-05F8-C08E-214B-36E1EBA9EB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6" name="rc314">
              <a:extLst>
                <a:ext uri="{FF2B5EF4-FFF2-40B4-BE49-F238E27FC236}">
                  <a16:creationId xmlns:a16="http://schemas.microsoft.com/office/drawing/2014/main" id="{065BD6C0-664A-B5AF-CCDE-984A8B9E11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7" name="rc315">
              <a:extLst>
                <a:ext uri="{FF2B5EF4-FFF2-40B4-BE49-F238E27FC236}">
                  <a16:creationId xmlns:a16="http://schemas.microsoft.com/office/drawing/2014/main" id="{141320B3-A5E3-BDAF-D7C7-86E55450A1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8" name="rc316">
              <a:extLst>
                <a:ext uri="{FF2B5EF4-FFF2-40B4-BE49-F238E27FC236}">
                  <a16:creationId xmlns:a16="http://schemas.microsoft.com/office/drawing/2014/main" id="{45E9FFD2-AF9F-AF96-50F3-BDA9E0A29C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9" name="rc317">
              <a:extLst>
                <a:ext uri="{FF2B5EF4-FFF2-40B4-BE49-F238E27FC236}">
                  <a16:creationId xmlns:a16="http://schemas.microsoft.com/office/drawing/2014/main" id="{262CD8B9-DAD1-E706-72D4-1C8A0DA30B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0" name="rc318">
              <a:extLst>
                <a:ext uri="{FF2B5EF4-FFF2-40B4-BE49-F238E27FC236}">
                  <a16:creationId xmlns:a16="http://schemas.microsoft.com/office/drawing/2014/main" id="{0DBC0987-93B0-E32A-276B-5BB5405FEA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1" name="rc319">
              <a:extLst>
                <a:ext uri="{FF2B5EF4-FFF2-40B4-BE49-F238E27FC236}">
                  <a16:creationId xmlns:a16="http://schemas.microsoft.com/office/drawing/2014/main" id="{B5AAAFE8-FA69-0096-4A33-FCB856ADA6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2" name="rc320">
              <a:extLst>
                <a:ext uri="{FF2B5EF4-FFF2-40B4-BE49-F238E27FC236}">
                  <a16:creationId xmlns:a16="http://schemas.microsoft.com/office/drawing/2014/main" id="{7C5EBE75-9DC1-911A-0D91-4A4CBD6FB1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3" name="rc321">
              <a:extLst>
                <a:ext uri="{FF2B5EF4-FFF2-40B4-BE49-F238E27FC236}">
                  <a16:creationId xmlns:a16="http://schemas.microsoft.com/office/drawing/2014/main" id="{4269AA30-961A-681E-0B73-1472DAC9B6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4" name="rc322">
              <a:extLst>
                <a:ext uri="{FF2B5EF4-FFF2-40B4-BE49-F238E27FC236}">
                  <a16:creationId xmlns:a16="http://schemas.microsoft.com/office/drawing/2014/main" id="{C52D43E1-BFFA-9514-4D8D-3E73378432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5" name="rc323">
              <a:extLst>
                <a:ext uri="{FF2B5EF4-FFF2-40B4-BE49-F238E27FC236}">
                  <a16:creationId xmlns:a16="http://schemas.microsoft.com/office/drawing/2014/main" id="{FB12755F-42D7-0840-5084-95AB00D356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6" name="rc324">
              <a:extLst>
                <a:ext uri="{FF2B5EF4-FFF2-40B4-BE49-F238E27FC236}">
                  <a16:creationId xmlns:a16="http://schemas.microsoft.com/office/drawing/2014/main" id="{D478DF77-45C3-86C3-AADE-D8C2A7866F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7" name="rc325">
              <a:extLst>
                <a:ext uri="{FF2B5EF4-FFF2-40B4-BE49-F238E27FC236}">
                  <a16:creationId xmlns:a16="http://schemas.microsoft.com/office/drawing/2014/main" id="{7720DFAC-373A-6869-A80D-9EFF1CE7CA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8" name="rc326">
              <a:extLst>
                <a:ext uri="{FF2B5EF4-FFF2-40B4-BE49-F238E27FC236}">
                  <a16:creationId xmlns:a16="http://schemas.microsoft.com/office/drawing/2014/main" id="{BCAFAAE2-4040-6644-FC09-88E8F8DBC6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9" name="rc327">
              <a:extLst>
                <a:ext uri="{FF2B5EF4-FFF2-40B4-BE49-F238E27FC236}">
                  <a16:creationId xmlns:a16="http://schemas.microsoft.com/office/drawing/2014/main" id="{EBCD49F2-E9B5-77BA-B8F6-E2B7C63002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0" name="rc328">
              <a:extLst>
                <a:ext uri="{FF2B5EF4-FFF2-40B4-BE49-F238E27FC236}">
                  <a16:creationId xmlns:a16="http://schemas.microsoft.com/office/drawing/2014/main" id="{D51ACA84-8799-EE3E-EC71-A3FEAD058D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1" name="rc329">
              <a:extLst>
                <a:ext uri="{FF2B5EF4-FFF2-40B4-BE49-F238E27FC236}">
                  <a16:creationId xmlns:a16="http://schemas.microsoft.com/office/drawing/2014/main" id="{7409EA6B-6D79-AF41-166F-62B1A0D64C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2" name="rc330">
              <a:extLst>
                <a:ext uri="{FF2B5EF4-FFF2-40B4-BE49-F238E27FC236}">
                  <a16:creationId xmlns:a16="http://schemas.microsoft.com/office/drawing/2014/main" id="{A6FE2788-3473-B106-AE2B-73249F094E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3" name="rc331">
              <a:extLst>
                <a:ext uri="{FF2B5EF4-FFF2-40B4-BE49-F238E27FC236}">
                  <a16:creationId xmlns:a16="http://schemas.microsoft.com/office/drawing/2014/main" id="{8D48EF67-564E-B10A-6F3A-62DA3783A1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4" name="rc332">
              <a:extLst>
                <a:ext uri="{FF2B5EF4-FFF2-40B4-BE49-F238E27FC236}">
                  <a16:creationId xmlns:a16="http://schemas.microsoft.com/office/drawing/2014/main" id="{1249A728-EC4A-8641-1D28-33A7BD6DFA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5" name="rc333">
              <a:extLst>
                <a:ext uri="{FF2B5EF4-FFF2-40B4-BE49-F238E27FC236}">
                  <a16:creationId xmlns:a16="http://schemas.microsoft.com/office/drawing/2014/main" id="{B9717EF4-B5E8-416F-DB77-B9C79E52B1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6" name="rc334">
              <a:extLst>
                <a:ext uri="{FF2B5EF4-FFF2-40B4-BE49-F238E27FC236}">
                  <a16:creationId xmlns:a16="http://schemas.microsoft.com/office/drawing/2014/main" id="{229DBB54-5029-94B3-C00A-D29239A465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7" name="rc335">
              <a:extLst>
                <a:ext uri="{FF2B5EF4-FFF2-40B4-BE49-F238E27FC236}">
                  <a16:creationId xmlns:a16="http://schemas.microsoft.com/office/drawing/2014/main" id="{97A84DCB-B9DD-3F40-AE3B-39248B60A8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8" name="rc336">
              <a:extLst>
                <a:ext uri="{FF2B5EF4-FFF2-40B4-BE49-F238E27FC236}">
                  <a16:creationId xmlns:a16="http://schemas.microsoft.com/office/drawing/2014/main" id="{9A926E63-6C6F-7CB4-F7A3-24D223C7DC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9" name="rc337">
              <a:extLst>
                <a:ext uri="{FF2B5EF4-FFF2-40B4-BE49-F238E27FC236}">
                  <a16:creationId xmlns:a16="http://schemas.microsoft.com/office/drawing/2014/main" id="{7D6A5796-5437-ABB2-C1B8-3EC2F6588E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0" name="rc338">
              <a:extLst>
                <a:ext uri="{FF2B5EF4-FFF2-40B4-BE49-F238E27FC236}">
                  <a16:creationId xmlns:a16="http://schemas.microsoft.com/office/drawing/2014/main" id="{C7904F4F-4A82-AC38-D465-3150347AC9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1" name="rc339">
              <a:extLst>
                <a:ext uri="{FF2B5EF4-FFF2-40B4-BE49-F238E27FC236}">
                  <a16:creationId xmlns:a16="http://schemas.microsoft.com/office/drawing/2014/main" id="{B4220421-5550-8F03-BDC9-EAB594EA80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2" name="rc340">
              <a:extLst>
                <a:ext uri="{FF2B5EF4-FFF2-40B4-BE49-F238E27FC236}">
                  <a16:creationId xmlns:a16="http://schemas.microsoft.com/office/drawing/2014/main" id="{8FE09FE3-4DAB-7C57-85F0-2B2CDFA5E4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3" name="rc341">
              <a:extLst>
                <a:ext uri="{FF2B5EF4-FFF2-40B4-BE49-F238E27FC236}">
                  <a16:creationId xmlns:a16="http://schemas.microsoft.com/office/drawing/2014/main" id="{B1D3539C-F889-8855-6C8F-5999E07582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4" name="rc342">
              <a:extLst>
                <a:ext uri="{FF2B5EF4-FFF2-40B4-BE49-F238E27FC236}">
                  <a16:creationId xmlns:a16="http://schemas.microsoft.com/office/drawing/2014/main" id="{BED24D3E-CB45-1577-381D-65A844A5A5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5" name="rc343">
              <a:extLst>
                <a:ext uri="{FF2B5EF4-FFF2-40B4-BE49-F238E27FC236}">
                  <a16:creationId xmlns:a16="http://schemas.microsoft.com/office/drawing/2014/main" id="{5F136E3B-2907-4D76-E563-B882C9003B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6" name="rc344">
              <a:extLst>
                <a:ext uri="{FF2B5EF4-FFF2-40B4-BE49-F238E27FC236}">
                  <a16:creationId xmlns:a16="http://schemas.microsoft.com/office/drawing/2014/main" id="{82676C60-0765-A5DD-4B88-FFFCBE553D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7" name="rc345">
              <a:extLst>
                <a:ext uri="{FF2B5EF4-FFF2-40B4-BE49-F238E27FC236}">
                  <a16:creationId xmlns:a16="http://schemas.microsoft.com/office/drawing/2014/main" id="{E422FC5E-EAD8-D564-ECCA-9B89C81CB5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8" name="rc346">
              <a:extLst>
                <a:ext uri="{FF2B5EF4-FFF2-40B4-BE49-F238E27FC236}">
                  <a16:creationId xmlns:a16="http://schemas.microsoft.com/office/drawing/2014/main" id="{5320E215-9934-0D67-3B4E-76D25CFEBB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9" name="rc347">
              <a:extLst>
                <a:ext uri="{FF2B5EF4-FFF2-40B4-BE49-F238E27FC236}">
                  <a16:creationId xmlns:a16="http://schemas.microsoft.com/office/drawing/2014/main" id="{23F6DE25-6B9B-FFA7-37FA-1321EC3139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0" name="rc348">
              <a:extLst>
                <a:ext uri="{FF2B5EF4-FFF2-40B4-BE49-F238E27FC236}">
                  <a16:creationId xmlns:a16="http://schemas.microsoft.com/office/drawing/2014/main" id="{01A8680D-F742-FA80-CED8-E27CDA24C5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1" name="rc349">
              <a:extLst>
                <a:ext uri="{FF2B5EF4-FFF2-40B4-BE49-F238E27FC236}">
                  <a16:creationId xmlns:a16="http://schemas.microsoft.com/office/drawing/2014/main" id="{986574DB-302C-F009-3F46-F556C9760B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2" name="rc350">
              <a:extLst>
                <a:ext uri="{FF2B5EF4-FFF2-40B4-BE49-F238E27FC236}">
                  <a16:creationId xmlns:a16="http://schemas.microsoft.com/office/drawing/2014/main" id="{DCFB15EE-42DB-6A58-372B-EF9905B722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3" name="rc351">
              <a:extLst>
                <a:ext uri="{FF2B5EF4-FFF2-40B4-BE49-F238E27FC236}">
                  <a16:creationId xmlns:a16="http://schemas.microsoft.com/office/drawing/2014/main" id="{EBF6C4F5-5544-B8AE-3DFD-F7E2E3CE46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4" name="rc352">
              <a:extLst>
                <a:ext uri="{FF2B5EF4-FFF2-40B4-BE49-F238E27FC236}">
                  <a16:creationId xmlns:a16="http://schemas.microsoft.com/office/drawing/2014/main" id="{74ECEA40-257B-1413-EA94-13952D4CBA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5" name="rc353">
              <a:extLst>
                <a:ext uri="{FF2B5EF4-FFF2-40B4-BE49-F238E27FC236}">
                  <a16:creationId xmlns:a16="http://schemas.microsoft.com/office/drawing/2014/main" id="{881C478B-1018-AB95-37BD-00194A7A7C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6" name="rc354">
              <a:extLst>
                <a:ext uri="{FF2B5EF4-FFF2-40B4-BE49-F238E27FC236}">
                  <a16:creationId xmlns:a16="http://schemas.microsoft.com/office/drawing/2014/main" id="{256273CD-4F1F-1A0A-27B2-1E7F2938D6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7" name="rc355">
              <a:extLst>
                <a:ext uri="{FF2B5EF4-FFF2-40B4-BE49-F238E27FC236}">
                  <a16:creationId xmlns:a16="http://schemas.microsoft.com/office/drawing/2014/main" id="{8A228B5D-9AA4-5413-EFC6-B9556B6991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8" name="rc356">
              <a:extLst>
                <a:ext uri="{FF2B5EF4-FFF2-40B4-BE49-F238E27FC236}">
                  <a16:creationId xmlns:a16="http://schemas.microsoft.com/office/drawing/2014/main" id="{6BE4E8F3-53AB-E659-9EE1-0362667590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9" name="rc357">
              <a:extLst>
                <a:ext uri="{FF2B5EF4-FFF2-40B4-BE49-F238E27FC236}">
                  <a16:creationId xmlns:a16="http://schemas.microsoft.com/office/drawing/2014/main" id="{D7F407E2-1EA2-1E07-4B60-E5949B15D9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0" name="rc358">
              <a:extLst>
                <a:ext uri="{FF2B5EF4-FFF2-40B4-BE49-F238E27FC236}">
                  <a16:creationId xmlns:a16="http://schemas.microsoft.com/office/drawing/2014/main" id="{32E5701C-36AE-8F98-624A-D499851B2A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1" name="rc359">
              <a:extLst>
                <a:ext uri="{FF2B5EF4-FFF2-40B4-BE49-F238E27FC236}">
                  <a16:creationId xmlns:a16="http://schemas.microsoft.com/office/drawing/2014/main" id="{6E7C19A7-3B3D-ACCB-0972-8EDF11CCBB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2" name="rc360">
              <a:extLst>
                <a:ext uri="{FF2B5EF4-FFF2-40B4-BE49-F238E27FC236}">
                  <a16:creationId xmlns:a16="http://schemas.microsoft.com/office/drawing/2014/main" id="{8A4FD88F-DF0A-55EA-AD49-59CE7BD317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3" name="rc361">
              <a:extLst>
                <a:ext uri="{FF2B5EF4-FFF2-40B4-BE49-F238E27FC236}">
                  <a16:creationId xmlns:a16="http://schemas.microsoft.com/office/drawing/2014/main" id="{821B4F06-C7FE-87DE-AC2E-5CAAA6E4CE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4" name="rc362">
              <a:extLst>
                <a:ext uri="{FF2B5EF4-FFF2-40B4-BE49-F238E27FC236}">
                  <a16:creationId xmlns:a16="http://schemas.microsoft.com/office/drawing/2014/main" id="{32E9637D-2361-6499-4A56-53A4D969BF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5" name="rc363">
              <a:extLst>
                <a:ext uri="{FF2B5EF4-FFF2-40B4-BE49-F238E27FC236}">
                  <a16:creationId xmlns:a16="http://schemas.microsoft.com/office/drawing/2014/main" id="{C74FE562-A809-1EE8-569D-3CE4A2FB73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6" name="rc364">
              <a:extLst>
                <a:ext uri="{FF2B5EF4-FFF2-40B4-BE49-F238E27FC236}">
                  <a16:creationId xmlns:a16="http://schemas.microsoft.com/office/drawing/2014/main" id="{1077AE15-2554-2E85-4673-DB6E9903C6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7" name="rc365">
              <a:extLst>
                <a:ext uri="{FF2B5EF4-FFF2-40B4-BE49-F238E27FC236}">
                  <a16:creationId xmlns:a16="http://schemas.microsoft.com/office/drawing/2014/main" id="{973083A1-D73A-AAFB-7848-228A9BFB62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8" name="rc366">
              <a:extLst>
                <a:ext uri="{FF2B5EF4-FFF2-40B4-BE49-F238E27FC236}">
                  <a16:creationId xmlns:a16="http://schemas.microsoft.com/office/drawing/2014/main" id="{587961B1-102E-895C-C61F-DF6EBDA9D1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9" name="rc367">
              <a:extLst>
                <a:ext uri="{FF2B5EF4-FFF2-40B4-BE49-F238E27FC236}">
                  <a16:creationId xmlns:a16="http://schemas.microsoft.com/office/drawing/2014/main" id="{FCBDD203-A40B-B9EC-5610-061F21496B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0" name="rc368">
              <a:extLst>
                <a:ext uri="{FF2B5EF4-FFF2-40B4-BE49-F238E27FC236}">
                  <a16:creationId xmlns:a16="http://schemas.microsoft.com/office/drawing/2014/main" id="{74A654D9-5B63-EC97-610E-56CE7A1C77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1" name="rc369">
              <a:extLst>
                <a:ext uri="{FF2B5EF4-FFF2-40B4-BE49-F238E27FC236}">
                  <a16:creationId xmlns:a16="http://schemas.microsoft.com/office/drawing/2014/main" id="{4D042397-3B13-B367-5681-4B5444298D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2" name="rc370">
              <a:extLst>
                <a:ext uri="{FF2B5EF4-FFF2-40B4-BE49-F238E27FC236}">
                  <a16:creationId xmlns:a16="http://schemas.microsoft.com/office/drawing/2014/main" id="{1778BF08-DC33-7126-DBCB-F645075240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3" name="rc371">
              <a:extLst>
                <a:ext uri="{FF2B5EF4-FFF2-40B4-BE49-F238E27FC236}">
                  <a16:creationId xmlns:a16="http://schemas.microsoft.com/office/drawing/2014/main" id="{3C5C72F4-26EF-6C3F-5E12-66CDCF9AB9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4" name="rc372">
              <a:extLst>
                <a:ext uri="{FF2B5EF4-FFF2-40B4-BE49-F238E27FC236}">
                  <a16:creationId xmlns:a16="http://schemas.microsoft.com/office/drawing/2014/main" id="{ABDAC812-4C40-4B65-FEBA-2B3A56CD7E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5" name="rc373">
              <a:extLst>
                <a:ext uri="{FF2B5EF4-FFF2-40B4-BE49-F238E27FC236}">
                  <a16:creationId xmlns:a16="http://schemas.microsoft.com/office/drawing/2014/main" id="{40B1A3E6-36F6-2116-91AB-6386C31902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6" name="rc374">
              <a:extLst>
                <a:ext uri="{FF2B5EF4-FFF2-40B4-BE49-F238E27FC236}">
                  <a16:creationId xmlns:a16="http://schemas.microsoft.com/office/drawing/2014/main" id="{FEE3C335-5053-D293-FC88-118535A58C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7" name="rc375">
              <a:extLst>
                <a:ext uri="{FF2B5EF4-FFF2-40B4-BE49-F238E27FC236}">
                  <a16:creationId xmlns:a16="http://schemas.microsoft.com/office/drawing/2014/main" id="{CFA4BD8A-9740-525C-A672-EED29714A4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8" name="rc376">
              <a:extLst>
                <a:ext uri="{FF2B5EF4-FFF2-40B4-BE49-F238E27FC236}">
                  <a16:creationId xmlns:a16="http://schemas.microsoft.com/office/drawing/2014/main" id="{8141E5AC-17B3-5D34-E865-B31B558400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9" name="rc377">
              <a:extLst>
                <a:ext uri="{FF2B5EF4-FFF2-40B4-BE49-F238E27FC236}">
                  <a16:creationId xmlns:a16="http://schemas.microsoft.com/office/drawing/2014/main" id="{B9964295-CBD2-FB25-4814-4C6F4F09A0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0" name="rc378">
              <a:extLst>
                <a:ext uri="{FF2B5EF4-FFF2-40B4-BE49-F238E27FC236}">
                  <a16:creationId xmlns:a16="http://schemas.microsoft.com/office/drawing/2014/main" id="{19CC3F5D-2194-2830-C901-9CC61F36BC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1" name="rc379">
              <a:extLst>
                <a:ext uri="{FF2B5EF4-FFF2-40B4-BE49-F238E27FC236}">
                  <a16:creationId xmlns:a16="http://schemas.microsoft.com/office/drawing/2014/main" id="{8AF39434-3E3E-832A-4FB4-1DCB1EB21C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2" name="rc380">
              <a:extLst>
                <a:ext uri="{FF2B5EF4-FFF2-40B4-BE49-F238E27FC236}">
                  <a16:creationId xmlns:a16="http://schemas.microsoft.com/office/drawing/2014/main" id="{54416770-3A52-E440-1801-FA6B0F1970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3" name="rc381">
              <a:extLst>
                <a:ext uri="{FF2B5EF4-FFF2-40B4-BE49-F238E27FC236}">
                  <a16:creationId xmlns:a16="http://schemas.microsoft.com/office/drawing/2014/main" id="{AB623010-3621-9EB5-2387-DA885E5A28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4" name="rc382">
              <a:extLst>
                <a:ext uri="{FF2B5EF4-FFF2-40B4-BE49-F238E27FC236}">
                  <a16:creationId xmlns:a16="http://schemas.microsoft.com/office/drawing/2014/main" id="{170565F0-1A60-70B0-4208-CE6CDCFA96A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5" name="rc383">
              <a:extLst>
                <a:ext uri="{FF2B5EF4-FFF2-40B4-BE49-F238E27FC236}">
                  <a16:creationId xmlns:a16="http://schemas.microsoft.com/office/drawing/2014/main" id="{FAE4B844-33AD-C0A8-EEF3-4DC7E80E0C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6" name="rc384">
              <a:extLst>
                <a:ext uri="{FF2B5EF4-FFF2-40B4-BE49-F238E27FC236}">
                  <a16:creationId xmlns:a16="http://schemas.microsoft.com/office/drawing/2014/main" id="{C039A877-721D-39BE-A83D-1CD03DDCE6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7" name="rc385">
              <a:extLst>
                <a:ext uri="{FF2B5EF4-FFF2-40B4-BE49-F238E27FC236}">
                  <a16:creationId xmlns:a16="http://schemas.microsoft.com/office/drawing/2014/main" id="{CC1F0EDD-6498-84A6-8A48-68EAD0A70E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8" name="rc386">
              <a:extLst>
                <a:ext uri="{FF2B5EF4-FFF2-40B4-BE49-F238E27FC236}">
                  <a16:creationId xmlns:a16="http://schemas.microsoft.com/office/drawing/2014/main" id="{DB29E31A-9B9A-AA9F-FC37-BA2813A341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9" name="rc387">
              <a:extLst>
                <a:ext uri="{FF2B5EF4-FFF2-40B4-BE49-F238E27FC236}">
                  <a16:creationId xmlns:a16="http://schemas.microsoft.com/office/drawing/2014/main" id="{FB563483-4C58-E513-BAE9-0109D31DE0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0" name="rc388">
              <a:extLst>
                <a:ext uri="{FF2B5EF4-FFF2-40B4-BE49-F238E27FC236}">
                  <a16:creationId xmlns:a16="http://schemas.microsoft.com/office/drawing/2014/main" id="{8CCD6AFF-8DB4-0890-7DE3-D3799ADFC5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1" name="rc389">
              <a:extLst>
                <a:ext uri="{FF2B5EF4-FFF2-40B4-BE49-F238E27FC236}">
                  <a16:creationId xmlns:a16="http://schemas.microsoft.com/office/drawing/2014/main" id="{B675AEF8-6F33-F9B0-212F-D48FF56ECB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2" name="rc390">
              <a:extLst>
                <a:ext uri="{FF2B5EF4-FFF2-40B4-BE49-F238E27FC236}">
                  <a16:creationId xmlns:a16="http://schemas.microsoft.com/office/drawing/2014/main" id="{E0505C33-8A01-B33B-6511-54DC1F26F9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3" name="rc391">
              <a:extLst>
                <a:ext uri="{FF2B5EF4-FFF2-40B4-BE49-F238E27FC236}">
                  <a16:creationId xmlns:a16="http://schemas.microsoft.com/office/drawing/2014/main" id="{53FD913F-7B4E-E316-837B-75B3323D26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4" name="rc392">
              <a:extLst>
                <a:ext uri="{FF2B5EF4-FFF2-40B4-BE49-F238E27FC236}">
                  <a16:creationId xmlns:a16="http://schemas.microsoft.com/office/drawing/2014/main" id="{E1DD3C21-1347-5EE7-4E61-2C12F8ECB3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5" name="rc393">
              <a:extLst>
                <a:ext uri="{FF2B5EF4-FFF2-40B4-BE49-F238E27FC236}">
                  <a16:creationId xmlns:a16="http://schemas.microsoft.com/office/drawing/2014/main" id="{2324B066-53A8-A3F5-B5B1-88F476ED3D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6" name="rc394">
              <a:extLst>
                <a:ext uri="{FF2B5EF4-FFF2-40B4-BE49-F238E27FC236}">
                  <a16:creationId xmlns:a16="http://schemas.microsoft.com/office/drawing/2014/main" id="{3CB4421D-4579-6D55-D7C2-E1063A8B59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7" name="rc395">
              <a:extLst>
                <a:ext uri="{FF2B5EF4-FFF2-40B4-BE49-F238E27FC236}">
                  <a16:creationId xmlns:a16="http://schemas.microsoft.com/office/drawing/2014/main" id="{795E11E0-E115-2B95-BE86-0355546B90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8" name="rc396">
              <a:extLst>
                <a:ext uri="{FF2B5EF4-FFF2-40B4-BE49-F238E27FC236}">
                  <a16:creationId xmlns:a16="http://schemas.microsoft.com/office/drawing/2014/main" id="{A2B7B8CE-B072-2AD5-1726-541D16081D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9" name="rc397">
              <a:extLst>
                <a:ext uri="{FF2B5EF4-FFF2-40B4-BE49-F238E27FC236}">
                  <a16:creationId xmlns:a16="http://schemas.microsoft.com/office/drawing/2014/main" id="{06ECB8A7-D806-04FE-B713-F9AA3A27D9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0" name="rc398">
              <a:extLst>
                <a:ext uri="{FF2B5EF4-FFF2-40B4-BE49-F238E27FC236}">
                  <a16:creationId xmlns:a16="http://schemas.microsoft.com/office/drawing/2014/main" id="{30E6BEB0-8EA3-DE3B-A7C0-9E719440E21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1" name="rc399">
              <a:extLst>
                <a:ext uri="{FF2B5EF4-FFF2-40B4-BE49-F238E27FC236}">
                  <a16:creationId xmlns:a16="http://schemas.microsoft.com/office/drawing/2014/main" id="{73EF341E-C3F6-CA43-2730-F27ED772A1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2" name="rc400">
              <a:extLst>
                <a:ext uri="{FF2B5EF4-FFF2-40B4-BE49-F238E27FC236}">
                  <a16:creationId xmlns:a16="http://schemas.microsoft.com/office/drawing/2014/main" id="{111FE5D8-C3E7-98A1-235D-4ABACB52E2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3" name="rc401">
              <a:extLst>
                <a:ext uri="{FF2B5EF4-FFF2-40B4-BE49-F238E27FC236}">
                  <a16:creationId xmlns:a16="http://schemas.microsoft.com/office/drawing/2014/main" id="{12D12FBE-845B-B4C7-C830-BC6F87630D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4" name="rc402">
              <a:extLst>
                <a:ext uri="{FF2B5EF4-FFF2-40B4-BE49-F238E27FC236}">
                  <a16:creationId xmlns:a16="http://schemas.microsoft.com/office/drawing/2014/main" id="{D8EDC507-A898-1240-DC6F-E3456556DB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5" name="rc403">
              <a:extLst>
                <a:ext uri="{FF2B5EF4-FFF2-40B4-BE49-F238E27FC236}">
                  <a16:creationId xmlns:a16="http://schemas.microsoft.com/office/drawing/2014/main" id="{EB051276-ED3E-7F20-188E-961A0A60FB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6" name="rc404">
              <a:extLst>
                <a:ext uri="{FF2B5EF4-FFF2-40B4-BE49-F238E27FC236}">
                  <a16:creationId xmlns:a16="http://schemas.microsoft.com/office/drawing/2014/main" id="{601EC3A6-A5D2-025D-D5E5-81F9C4B9A1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7" name="rc405">
              <a:extLst>
                <a:ext uri="{FF2B5EF4-FFF2-40B4-BE49-F238E27FC236}">
                  <a16:creationId xmlns:a16="http://schemas.microsoft.com/office/drawing/2014/main" id="{A7274A39-4B39-F66B-8241-A7ACA4F723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8" name="rc406">
              <a:extLst>
                <a:ext uri="{FF2B5EF4-FFF2-40B4-BE49-F238E27FC236}">
                  <a16:creationId xmlns:a16="http://schemas.microsoft.com/office/drawing/2014/main" id="{96C68908-B13D-1A48-888F-5180B41730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9" name="rc407">
              <a:extLst>
                <a:ext uri="{FF2B5EF4-FFF2-40B4-BE49-F238E27FC236}">
                  <a16:creationId xmlns:a16="http://schemas.microsoft.com/office/drawing/2014/main" id="{985F5E7D-4038-8A12-A0EA-060CFD3F91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0" name="rc408">
              <a:extLst>
                <a:ext uri="{FF2B5EF4-FFF2-40B4-BE49-F238E27FC236}">
                  <a16:creationId xmlns:a16="http://schemas.microsoft.com/office/drawing/2014/main" id="{5A08222D-2DB6-4F57-8A98-9ECE00466BE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1" name="rc409">
              <a:extLst>
                <a:ext uri="{FF2B5EF4-FFF2-40B4-BE49-F238E27FC236}">
                  <a16:creationId xmlns:a16="http://schemas.microsoft.com/office/drawing/2014/main" id="{AE881BB6-5570-437F-D9ED-42F71269E4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2" name="rc410">
              <a:extLst>
                <a:ext uri="{FF2B5EF4-FFF2-40B4-BE49-F238E27FC236}">
                  <a16:creationId xmlns:a16="http://schemas.microsoft.com/office/drawing/2014/main" id="{67F46283-B6E3-82DF-052D-C5B216149F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3" name="rc411">
              <a:extLst>
                <a:ext uri="{FF2B5EF4-FFF2-40B4-BE49-F238E27FC236}">
                  <a16:creationId xmlns:a16="http://schemas.microsoft.com/office/drawing/2014/main" id="{68EB7F15-D085-4FF4-05C7-C7F552A18F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4" name="rc412">
              <a:extLst>
                <a:ext uri="{FF2B5EF4-FFF2-40B4-BE49-F238E27FC236}">
                  <a16:creationId xmlns:a16="http://schemas.microsoft.com/office/drawing/2014/main" id="{59BBF308-9203-47E1-FC58-DD45C93087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5" name="rc413">
              <a:extLst>
                <a:ext uri="{FF2B5EF4-FFF2-40B4-BE49-F238E27FC236}">
                  <a16:creationId xmlns:a16="http://schemas.microsoft.com/office/drawing/2014/main" id="{DFD18D40-0566-61CF-ADAB-3678F3C818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6" name="rc414">
              <a:extLst>
                <a:ext uri="{FF2B5EF4-FFF2-40B4-BE49-F238E27FC236}">
                  <a16:creationId xmlns:a16="http://schemas.microsoft.com/office/drawing/2014/main" id="{AF017B9A-8741-5F79-0EAF-4FB3360E80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7" name="rc415">
              <a:extLst>
                <a:ext uri="{FF2B5EF4-FFF2-40B4-BE49-F238E27FC236}">
                  <a16:creationId xmlns:a16="http://schemas.microsoft.com/office/drawing/2014/main" id="{B71072CD-C07C-CA0C-8391-CC715F5B72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8" name="rc416">
              <a:extLst>
                <a:ext uri="{FF2B5EF4-FFF2-40B4-BE49-F238E27FC236}">
                  <a16:creationId xmlns:a16="http://schemas.microsoft.com/office/drawing/2014/main" id="{E55FB8FC-2310-974A-2E77-78AA03422C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9" name="rc417">
              <a:extLst>
                <a:ext uri="{FF2B5EF4-FFF2-40B4-BE49-F238E27FC236}">
                  <a16:creationId xmlns:a16="http://schemas.microsoft.com/office/drawing/2014/main" id="{FB832954-392A-230C-878A-20E63C44DC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0" name="rc418">
              <a:extLst>
                <a:ext uri="{FF2B5EF4-FFF2-40B4-BE49-F238E27FC236}">
                  <a16:creationId xmlns:a16="http://schemas.microsoft.com/office/drawing/2014/main" id="{A1E35714-4F1A-C35D-67CF-EB8B63A4B4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1" name="rc419">
              <a:extLst>
                <a:ext uri="{FF2B5EF4-FFF2-40B4-BE49-F238E27FC236}">
                  <a16:creationId xmlns:a16="http://schemas.microsoft.com/office/drawing/2014/main" id="{693030B0-D9AF-C5B3-CEDA-71142D0029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2" name="rc420">
              <a:extLst>
                <a:ext uri="{FF2B5EF4-FFF2-40B4-BE49-F238E27FC236}">
                  <a16:creationId xmlns:a16="http://schemas.microsoft.com/office/drawing/2014/main" id="{4D9E586C-2B7E-439D-B5B7-D7401A0938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3" name="rc421">
              <a:extLst>
                <a:ext uri="{FF2B5EF4-FFF2-40B4-BE49-F238E27FC236}">
                  <a16:creationId xmlns:a16="http://schemas.microsoft.com/office/drawing/2014/main" id="{1C7AC5AF-4892-C08B-1463-AA73FA3E81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4" name="rc422">
              <a:extLst>
                <a:ext uri="{FF2B5EF4-FFF2-40B4-BE49-F238E27FC236}">
                  <a16:creationId xmlns:a16="http://schemas.microsoft.com/office/drawing/2014/main" id="{B032AF26-EB72-F2B5-8CD0-45987599FF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5" name="rc423">
              <a:extLst>
                <a:ext uri="{FF2B5EF4-FFF2-40B4-BE49-F238E27FC236}">
                  <a16:creationId xmlns:a16="http://schemas.microsoft.com/office/drawing/2014/main" id="{974B075B-83ED-CC3A-440F-CA16EC7764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6" name="rc424">
              <a:extLst>
                <a:ext uri="{FF2B5EF4-FFF2-40B4-BE49-F238E27FC236}">
                  <a16:creationId xmlns:a16="http://schemas.microsoft.com/office/drawing/2014/main" id="{5A307957-D77A-C27A-A1D7-202EDF6C68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7" name="rc425">
              <a:extLst>
                <a:ext uri="{FF2B5EF4-FFF2-40B4-BE49-F238E27FC236}">
                  <a16:creationId xmlns:a16="http://schemas.microsoft.com/office/drawing/2014/main" id="{8B8B8DF3-0901-A03F-5F0A-B45B88AE9E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8" name="rc426">
              <a:extLst>
                <a:ext uri="{FF2B5EF4-FFF2-40B4-BE49-F238E27FC236}">
                  <a16:creationId xmlns:a16="http://schemas.microsoft.com/office/drawing/2014/main" id="{16EAC366-5751-61BF-8B42-0931DB9A9D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9" name="rc427">
              <a:extLst>
                <a:ext uri="{FF2B5EF4-FFF2-40B4-BE49-F238E27FC236}">
                  <a16:creationId xmlns:a16="http://schemas.microsoft.com/office/drawing/2014/main" id="{B6EC99C7-72E1-C690-C4E8-7B05C4BE7F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0" name="rc428">
              <a:extLst>
                <a:ext uri="{FF2B5EF4-FFF2-40B4-BE49-F238E27FC236}">
                  <a16:creationId xmlns:a16="http://schemas.microsoft.com/office/drawing/2014/main" id="{117EF3D0-A07C-0F67-B4D0-B3AAF430A41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1" name="rc429">
              <a:extLst>
                <a:ext uri="{FF2B5EF4-FFF2-40B4-BE49-F238E27FC236}">
                  <a16:creationId xmlns:a16="http://schemas.microsoft.com/office/drawing/2014/main" id="{07A7B91B-2182-E9D1-9D4B-B6412D2BC0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2" name="rc430">
              <a:extLst>
                <a:ext uri="{FF2B5EF4-FFF2-40B4-BE49-F238E27FC236}">
                  <a16:creationId xmlns:a16="http://schemas.microsoft.com/office/drawing/2014/main" id="{FFD36883-0524-3DC3-A14E-1FCEA46179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3" name="rc431">
              <a:extLst>
                <a:ext uri="{FF2B5EF4-FFF2-40B4-BE49-F238E27FC236}">
                  <a16:creationId xmlns:a16="http://schemas.microsoft.com/office/drawing/2014/main" id="{4AF7252A-EA9E-8EBF-5BEE-92437453C8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4" name="rc432">
              <a:extLst>
                <a:ext uri="{FF2B5EF4-FFF2-40B4-BE49-F238E27FC236}">
                  <a16:creationId xmlns:a16="http://schemas.microsoft.com/office/drawing/2014/main" id="{5663CBAC-7E91-0FCB-8766-B66AE52378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5" name="rc433">
              <a:extLst>
                <a:ext uri="{FF2B5EF4-FFF2-40B4-BE49-F238E27FC236}">
                  <a16:creationId xmlns:a16="http://schemas.microsoft.com/office/drawing/2014/main" id="{D90FEE94-A297-3E95-990C-4F8E4063EA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6" name="rc434">
              <a:extLst>
                <a:ext uri="{FF2B5EF4-FFF2-40B4-BE49-F238E27FC236}">
                  <a16:creationId xmlns:a16="http://schemas.microsoft.com/office/drawing/2014/main" id="{10B7282C-225B-EE0B-BFF5-7D2D199F14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7" name="rc435">
              <a:extLst>
                <a:ext uri="{FF2B5EF4-FFF2-40B4-BE49-F238E27FC236}">
                  <a16:creationId xmlns:a16="http://schemas.microsoft.com/office/drawing/2014/main" id="{5DDA7559-EC21-B014-379D-C1D670AFDB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8" name="rc436">
              <a:extLst>
                <a:ext uri="{FF2B5EF4-FFF2-40B4-BE49-F238E27FC236}">
                  <a16:creationId xmlns:a16="http://schemas.microsoft.com/office/drawing/2014/main" id="{32F6A7BF-37D3-28DE-E158-9FEF65F609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9" name="rc437">
              <a:extLst>
                <a:ext uri="{FF2B5EF4-FFF2-40B4-BE49-F238E27FC236}">
                  <a16:creationId xmlns:a16="http://schemas.microsoft.com/office/drawing/2014/main" id="{5F30A1DA-79B5-B79F-FC56-993B55A17D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0" name="rc438">
              <a:extLst>
                <a:ext uri="{FF2B5EF4-FFF2-40B4-BE49-F238E27FC236}">
                  <a16:creationId xmlns:a16="http://schemas.microsoft.com/office/drawing/2014/main" id="{CF582B52-F72A-311F-CFB4-7422129DD0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1" name="rc439">
              <a:extLst>
                <a:ext uri="{FF2B5EF4-FFF2-40B4-BE49-F238E27FC236}">
                  <a16:creationId xmlns:a16="http://schemas.microsoft.com/office/drawing/2014/main" id="{6F9022BB-708D-7FC3-4E06-63BBDF8883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2" name="rc440">
              <a:extLst>
                <a:ext uri="{FF2B5EF4-FFF2-40B4-BE49-F238E27FC236}">
                  <a16:creationId xmlns:a16="http://schemas.microsoft.com/office/drawing/2014/main" id="{1388CC70-0D19-DC09-B97D-DA2919B23C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3" name="rc441">
              <a:extLst>
                <a:ext uri="{FF2B5EF4-FFF2-40B4-BE49-F238E27FC236}">
                  <a16:creationId xmlns:a16="http://schemas.microsoft.com/office/drawing/2014/main" id="{DD1B71FB-CA1A-484D-5190-376B952221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4" name="rc442">
              <a:extLst>
                <a:ext uri="{FF2B5EF4-FFF2-40B4-BE49-F238E27FC236}">
                  <a16:creationId xmlns:a16="http://schemas.microsoft.com/office/drawing/2014/main" id="{814AFBE2-154E-C8BA-B7A9-0217193551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5" name="rc443">
              <a:extLst>
                <a:ext uri="{FF2B5EF4-FFF2-40B4-BE49-F238E27FC236}">
                  <a16:creationId xmlns:a16="http://schemas.microsoft.com/office/drawing/2014/main" id="{FADCCFC9-4386-1AAE-C8D9-9315F53B57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6" name="rc444">
              <a:extLst>
                <a:ext uri="{FF2B5EF4-FFF2-40B4-BE49-F238E27FC236}">
                  <a16:creationId xmlns:a16="http://schemas.microsoft.com/office/drawing/2014/main" id="{51070293-7F14-D7C8-83C2-CECC8940D8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7" name="rc445">
              <a:extLst>
                <a:ext uri="{FF2B5EF4-FFF2-40B4-BE49-F238E27FC236}">
                  <a16:creationId xmlns:a16="http://schemas.microsoft.com/office/drawing/2014/main" id="{7875E151-2540-1E70-5973-619D44FFFE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8" name="rc446">
              <a:extLst>
                <a:ext uri="{FF2B5EF4-FFF2-40B4-BE49-F238E27FC236}">
                  <a16:creationId xmlns:a16="http://schemas.microsoft.com/office/drawing/2014/main" id="{5E903A37-815D-CE83-2166-2311BE0779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9" name="rc447">
              <a:extLst>
                <a:ext uri="{FF2B5EF4-FFF2-40B4-BE49-F238E27FC236}">
                  <a16:creationId xmlns:a16="http://schemas.microsoft.com/office/drawing/2014/main" id="{DF99C404-06EF-8DAA-2AA3-55D2284796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0" name="rc448">
              <a:extLst>
                <a:ext uri="{FF2B5EF4-FFF2-40B4-BE49-F238E27FC236}">
                  <a16:creationId xmlns:a16="http://schemas.microsoft.com/office/drawing/2014/main" id="{9C824848-5645-E01B-39F6-78190B98E8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1" name="rc449">
              <a:extLst>
                <a:ext uri="{FF2B5EF4-FFF2-40B4-BE49-F238E27FC236}">
                  <a16:creationId xmlns:a16="http://schemas.microsoft.com/office/drawing/2014/main" id="{E56A609E-6050-0FDA-9935-E182041928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2" name="rc450">
              <a:extLst>
                <a:ext uri="{FF2B5EF4-FFF2-40B4-BE49-F238E27FC236}">
                  <a16:creationId xmlns:a16="http://schemas.microsoft.com/office/drawing/2014/main" id="{FAC8F3CE-69BC-5AB2-281F-4CD6CEF87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3" name="rc451">
              <a:extLst>
                <a:ext uri="{FF2B5EF4-FFF2-40B4-BE49-F238E27FC236}">
                  <a16:creationId xmlns:a16="http://schemas.microsoft.com/office/drawing/2014/main" id="{55D45253-2B73-FD28-4E8C-54B171193B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4" name="rc452">
              <a:extLst>
                <a:ext uri="{FF2B5EF4-FFF2-40B4-BE49-F238E27FC236}">
                  <a16:creationId xmlns:a16="http://schemas.microsoft.com/office/drawing/2014/main" id="{8BC3EF38-D0C6-11A3-EF45-6BCE7AFAB9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5" name="rc453">
              <a:extLst>
                <a:ext uri="{FF2B5EF4-FFF2-40B4-BE49-F238E27FC236}">
                  <a16:creationId xmlns:a16="http://schemas.microsoft.com/office/drawing/2014/main" id="{C50FCE71-6BCD-A7BB-075D-5CAA96003B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6" name="rc454">
              <a:extLst>
                <a:ext uri="{FF2B5EF4-FFF2-40B4-BE49-F238E27FC236}">
                  <a16:creationId xmlns:a16="http://schemas.microsoft.com/office/drawing/2014/main" id="{BFCB920B-00E5-7782-35A6-E88ED190EE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7" name="rc455">
              <a:extLst>
                <a:ext uri="{FF2B5EF4-FFF2-40B4-BE49-F238E27FC236}">
                  <a16:creationId xmlns:a16="http://schemas.microsoft.com/office/drawing/2014/main" id="{A46DB29E-0BD1-B2EE-5FFF-C05B173358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8" name="rc456">
              <a:extLst>
                <a:ext uri="{FF2B5EF4-FFF2-40B4-BE49-F238E27FC236}">
                  <a16:creationId xmlns:a16="http://schemas.microsoft.com/office/drawing/2014/main" id="{D3FDD7CC-8221-E982-B6BE-4437E9D438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9" name="rc457">
              <a:extLst>
                <a:ext uri="{FF2B5EF4-FFF2-40B4-BE49-F238E27FC236}">
                  <a16:creationId xmlns:a16="http://schemas.microsoft.com/office/drawing/2014/main" id="{02915088-C768-3520-71F2-0F2BEEC217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0" name="rc458">
              <a:extLst>
                <a:ext uri="{FF2B5EF4-FFF2-40B4-BE49-F238E27FC236}">
                  <a16:creationId xmlns:a16="http://schemas.microsoft.com/office/drawing/2014/main" id="{C66CB3CA-B002-ECB6-8D50-C26F63736A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1" name="rc459">
              <a:extLst>
                <a:ext uri="{FF2B5EF4-FFF2-40B4-BE49-F238E27FC236}">
                  <a16:creationId xmlns:a16="http://schemas.microsoft.com/office/drawing/2014/main" id="{D265BA09-48FF-8DFD-A923-5DE2ADCE29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2" name="rc460">
              <a:extLst>
                <a:ext uri="{FF2B5EF4-FFF2-40B4-BE49-F238E27FC236}">
                  <a16:creationId xmlns:a16="http://schemas.microsoft.com/office/drawing/2014/main" id="{145D360A-7B43-353D-ECA9-64E6E0357A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3" name="rc461">
              <a:extLst>
                <a:ext uri="{FF2B5EF4-FFF2-40B4-BE49-F238E27FC236}">
                  <a16:creationId xmlns:a16="http://schemas.microsoft.com/office/drawing/2014/main" id="{95C8DD1F-A197-4077-1E76-F7C8FEF065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4" name="rc462">
              <a:extLst>
                <a:ext uri="{FF2B5EF4-FFF2-40B4-BE49-F238E27FC236}">
                  <a16:creationId xmlns:a16="http://schemas.microsoft.com/office/drawing/2014/main" id="{F219D4DF-9F9C-504F-D928-35E46928FD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5" name="rc463">
              <a:extLst>
                <a:ext uri="{FF2B5EF4-FFF2-40B4-BE49-F238E27FC236}">
                  <a16:creationId xmlns:a16="http://schemas.microsoft.com/office/drawing/2014/main" id="{8194C356-9577-3F0D-B999-40B9A67423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6" name="rc464">
              <a:extLst>
                <a:ext uri="{FF2B5EF4-FFF2-40B4-BE49-F238E27FC236}">
                  <a16:creationId xmlns:a16="http://schemas.microsoft.com/office/drawing/2014/main" id="{EAD55C42-1DF9-3A33-08AC-E5E27499A4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7" name="rc465">
              <a:extLst>
                <a:ext uri="{FF2B5EF4-FFF2-40B4-BE49-F238E27FC236}">
                  <a16:creationId xmlns:a16="http://schemas.microsoft.com/office/drawing/2014/main" id="{4E7A4363-7B94-46DB-ACFC-4B5EBD2B7E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8" name="rc466">
              <a:extLst>
                <a:ext uri="{FF2B5EF4-FFF2-40B4-BE49-F238E27FC236}">
                  <a16:creationId xmlns:a16="http://schemas.microsoft.com/office/drawing/2014/main" id="{B2257BFF-C818-FD1A-D503-8DC55975BD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9" name="rc467">
              <a:extLst>
                <a:ext uri="{FF2B5EF4-FFF2-40B4-BE49-F238E27FC236}">
                  <a16:creationId xmlns:a16="http://schemas.microsoft.com/office/drawing/2014/main" id="{7D4BF643-10FC-EB8E-1DF5-995DE20263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0" name="rc468">
              <a:extLst>
                <a:ext uri="{FF2B5EF4-FFF2-40B4-BE49-F238E27FC236}">
                  <a16:creationId xmlns:a16="http://schemas.microsoft.com/office/drawing/2014/main" id="{DA952692-7AD0-DBBD-98E7-19ED0C5B6F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1" name="rc469">
              <a:extLst>
                <a:ext uri="{FF2B5EF4-FFF2-40B4-BE49-F238E27FC236}">
                  <a16:creationId xmlns:a16="http://schemas.microsoft.com/office/drawing/2014/main" id="{1452C1D5-140D-4FB3-5EF5-C80D5A8AEB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2" name="rc470">
              <a:extLst>
                <a:ext uri="{FF2B5EF4-FFF2-40B4-BE49-F238E27FC236}">
                  <a16:creationId xmlns:a16="http://schemas.microsoft.com/office/drawing/2014/main" id="{EF30051E-4EC8-3ED2-78D1-CD4D31C6EE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3" name="rc471">
              <a:extLst>
                <a:ext uri="{FF2B5EF4-FFF2-40B4-BE49-F238E27FC236}">
                  <a16:creationId xmlns:a16="http://schemas.microsoft.com/office/drawing/2014/main" id="{E834566C-D935-7447-440C-64BE993240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4" name="rc472">
              <a:extLst>
                <a:ext uri="{FF2B5EF4-FFF2-40B4-BE49-F238E27FC236}">
                  <a16:creationId xmlns:a16="http://schemas.microsoft.com/office/drawing/2014/main" id="{6E279DBD-FD6C-204A-E2EF-4FE871807A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5" name="rc473">
              <a:extLst>
                <a:ext uri="{FF2B5EF4-FFF2-40B4-BE49-F238E27FC236}">
                  <a16:creationId xmlns:a16="http://schemas.microsoft.com/office/drawing/2014/main" id="{3A65A9AE-8A69-449E-2A7B-509267942C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6" name="rc474">
              <a:extLst>
                <a:ext uri="{FF2B5EF4-FFF2-40B4-BE49-F238E27FC236}">
                  <a16:creationId xmlns:a16="http://schemas.microsoft.com/office/drawing/2014/main" id="{950E028E-461D-2651-B001-E72121C94E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7" name="rc475">
              <a:extLst>
                <a:ext uri="{FF2B5EF4-FFF2-40B4-BE49-F238E27FC236}">
                  <a16:creationId xmlns:a16="http://schemas.microsoft.com/office/drawing/2014/main" id="{C991456B-ED5C-EB6A-9049-CECA7281F2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8" name="rc476">
              <a:extLst>
                <a:ext uri="{FF2B5EF4-FFF2-40B4-BE49-F238E27FC236}">
                  <a16:creationId xmlns:a16="http://schemas.microsoft.com/office/drawing/2014/main" id="{901CD6E1-B950-B952-6A81-A14DC1DCF6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9" name="rc477">
              <a:extLst>
                <a:ext uri="{FF2B5EF4-FFF2-40B4-BE49-F238E27FC236}">
                  <a16:creationId xmlns:a16="http://schemas.microsoft.com/office/drawing/2014/main" id="{C269261B-124F-C5A7-BE28-3BB4E90C1D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0" name="rc478">
              <a:extLst>
                <a:ext uri="{FF2B5EF4-FFF2-40B4-BE49-F238E27FC236}">
                  <a16:creationId xmlns:a16="http://schemas.microsoft.com/office/drawing/2014/main" id="{325C6EB8-8B64-1AA8-306F-7738F856A4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1" name="rc479">
              <a:extLst>
                <a:ext uri="{FF2B5EF4-FFF2-40B4-BE49-F238E27FC236}">
                  <a16:creationId xmlns:a16="http://schemas.microsoft.com/office/drawing/2014/main" id="{DEE1E462-D437-EBBF-CBD2-6549599D5C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2" name="rc480">
              <a:extLst>
                <a:ext uri="{FF2B5EF4-FFF2-40B4-BE49-F238E27FC236}">
                  <a16:creationId xmlns:a16="http://schemas.microsoft.com/office/drawing/2014/main" id="{23377508-F04B-F086-1EF9-EAB81ABD14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3" name="rc481">
              <a:extLst>
                <a:ext uri="{FF2B5EF4-FFF2-40B4-BE49-F238E27FC236}">
                  <a16:creationId xmlns:a16="http://schemas.microsoft.com/office/drawing/2014/main" id="{48CB1C7E-496E-D696-5084-315CF58B52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4" name="rc482">
              <a:extLst>
                <a:ext uri="{FF2B5EF4-FFF2-40B4-BE49-F238E27FC236}">
                  <a16:creationId xmlns:a16="http://schemas.microsoft.com/office/drawing/2014/main" id="{1E67E0F8-BE35-1E2D-81A5-09F711B51D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5" name="rc483">
              <a:extLst>
                <a:ext uri="{FF2B5EF4-FFF2-40B4-BE49-F238E27FC236}">
                  <a16:creationId xmlns:a16="http://schemas.microsoft.com/office/drawing/2014/main" id="{62F71618-6119-20AC-E880-3F087DCCF8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6" name="rc484">
              <a:extLst>
                <a:ext uri="{FF2B5EF4-FFF2-40B4-BE49-F238E27FC236}">
                  <a16:creationId xmlns:a16="http://schemas.microsoft.com/office/drawing/2014/main" id="{CAF8934F-3262-1B58-BA50-6F559CEC73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7" name="rc485">
              <a:extLst>
                <a:ext uri="{FF2B5EF4-FFF2-40B4-BE49-F238E27FC236}">
                  <a16:creationId xmlns:a16="http://schemas.microsoft.com/office/drawing/2014/main" id="{8AFA50C7-D142-2189-E671-2F79FCC81B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8" name="rc486">
              <a:extLst>
                <a:ext uri="{FF2B5EF4-FFF2-40B4-BE49-F238E27FC236}">
                  <a16:creationId xmlns:a16="http://schemas.microsoft.com/office/drawing/2014/main" id="{5770C17F-29A9-3D77-C1A5-96713DF044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9" name="rc487">
              <a:extLst>
                <a:ext uri="{FF2B5EF4-FFF2-40B4-BE49-F238E27FC236}">
                  <a16:creationId xmlns:a16="http://schemas.microsoft.com/office/drawing/2014/main" id="{90CF5435-14EA-663D-9EA1-9BCB7524A5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0" name="rc488">
              <a:extLst>
                <a:ext uri="{FF2B5EF4-FFF2-40B4-BE49-F238E27FC236}">
                  <a16:creationId xmlns:a16="http://schemas.microsoft.com/office/drawing/2014/main" id="{15DB082F-5FD8-5785-46D6-664CD926DC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1" name="rc489">
              <a:extLst>
                <a:ext uri="{FF2B5EF4-FFF2-40B4-BE49-F238E27FC236}">
                  <a16:creationId xmlns:a16="http://schemas.microsoft.com/office/drawing/2014/main" id="{1413A69C-DB44-0E49-E1A8-452AC6012D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2" name="rc490">
              <a:extLst>
                <a:ext uri="{FF2B5EF4-FFF2-40B4-BE49-F238E27FC236}">
                  <a16:creationId xmlns:a16="http://schemas.microsoft.com/office/drawing/2014/main" id="{9D7BDD26-107E-869F-39F2-F89906F9E8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3" name="rc491">
              <a:extLst>
                <a:ext uri="{FF2B5EF4-FFF2-40B4-BE49-F238E27FC236}">
                  <a16:creationId xmlns:a16="http://schemas.microsoft.com/office/drawing/2014/main" id="{EF2A5A05-9B0C-282F-9AA1-7899093E7B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4" name="rc492">
              <a:extLst>
                <a:ext uri="{FF2B5EF4-FFF2-40B4-BE49-F238E27FC236}">
                  <a16:creationId xmlns:a16="http://schemas.microsoft.com/office/drawing/2014/main" id="{F7B9D518-908E-7CF7-F8A4-4D922FDA8D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5" name="rc493">
              <a:extLst>
                <a:ext uri="{FF2B5EF4-FFF2-40B4-BE49-F238E27FC236}">
                  <a16:creationId xmlns:a16="http://schemas.microsoft.com/office/drawing/2014/main" id="{B4B56A0A-849E-2E04-02EF-359E4D1DA8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6" name="rc494">
              <a:extLst>
                <a:ext uri="{FF2B5EF4-FFF2-40B4-BE49-F238E27FC236}">
                  <a16:creationId xmlns:a16="http://schemas.microsoft.com/office/drawing/2014/main" id="{C5D2DAD9-B8CC-F728-6B06-3A3DB57AF4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7" name="rc495">
              <a:extLst>
                <a:ext uri="{FF2B5EF4-FFF2-40B4-BE49-F238E27FC236}">
                  <a16:creationId xmlns:a16="http://schemas.microsoft.com/office/drawing/2014/main" id="{FC515E02-71FA-31D0-9F93-F9BB8B1005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8" name="rc496">
              <a:extLst>
                <a:ext uri="{FF2B5EF4-FFF2-40B4-BE49-F238E27FC236}">
                  <a16:creationId xmlns:a16="http://schemas.microsoft.com/office/drawing/2014/main" id="{69A82A74-EFF6-D319-6610-AA0420657D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9" name="rc497">
              <a:extLst>
                <a:ext uri="{FF2B5EF4-FFF2-40B4-BE49-F238E27FC236}">
                  <a16:creationId xmlns:a16="http://schemas.microsoft.com/office/drawing/2014/main" id="{95311ECD-7D55-68CB-DC40-5C936779E0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0" name="rc498">
              <a:extLst>
                <a:ext uri="{FF2B5EF4-FFF2-40B4-BE49-F238E27FC236}">
                  <a16:creationId xmlns:a16="http://schemas.microsoft.com/office/drawing/2014/main" id="{ABBC238A-91EF-B848-D7B8-810358FBFB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1" name="rc499">
              <a:extLst>
                <a:ext uri="{FF2B5EF4-FFF2-40B4-BE49-F238E27FC236}">
                  <a16:creationId xmlns:a16="http://schemas.microsoft.com/office/drawing/2014/main" id="{3AC7BA14-55FD-68E2-7962-AE7D9C234A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2" name="rc500">
              <a:extLst>
                <a:ext uri="{FF2B5EF4-FFF2-40B4-BE49-F238E27FC236}">
                  <a16:creationId xmlns:a16="http://schemas.microsoft.com/office/drawing/2014/main" id="{96F61470-74E0-5B83-0B0D-5882005639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3" name="rc501">
              <a:extLst>
                <a:ext uri="{FF2B5EF4-FFF2-40B4-BE49-F238E27FC236}">
                  <a16:creationId xmlns:a16="http://schemas.microsoft.com/office/drawing/2014/main" id="{B6A8AFC9-6082-9CD0-25BD-9AE7AEA5F9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4" name="rc502">
              <a:extLst>
                <a:ext uri="{FF2B5EF4-FFF2-40B4-BE49-F238E27FC236}">
                  <a16:creationId xmlns:a16="http://schemas.microsoft.com/office/drawing/2014/main" id="{2F8A0700-0BD7-CFCD-BF99-E0CD7EA729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5" name="rc503">
              <a:extLst>
                <a:ext uri="{FF2B5EF4-FFF2-40B4-BE49-F238E27FC236}">
                  <a16:creationId xmlns:a16="http://schemas.microsoft.com/office/drawing/2014/main" id="{56512705-DAED-9C1A-7359-C27D13A787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6" name="rc504">
              <a:extLst>
                <a:ext uri="{FF2B5EF4-FFF2-40B4-BE49-F238E27FC236}">
                  <a16:creationId xmlns:a16="http://schemas.microsoft.com/office/drawing/2014/main" id="{88A3E966-5436-9469-3BCE-A05DAFAEEE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7" name="rc505">
              <a:extLst>
                <a:ext uri="{FF2B5EF4-FFF2-40B4-BE49-F238E27FC236}">
                  <a16:creationId xmlns:a16="http://schemas.microsoft.com/office/drawing/2014/main" id="{0FAD5405-DE35-DE8F-695D-0B44589AA8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8" name="rc506">
              <a:extLst>
                <a:ext uri="{FF2B5EF4-FFF2-40B4-BE49-F238E27FC236}">
                  <a16:creationId xmlns:a16="http://schemas.microsoft.com/office/drawing/2014/main" id="{EC2D84AB-F6BF-4EAB-2284-E4051D9B0D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9" name="rc507">
              <a:extLst>
                <a:ext uri="{FF2B5EF4-FFF2-40B4-BE49-F238E27FC236}">
                  <a16:creationId xmlns:a16="http://schemas.microsoft.com/office/drawing/2014/main" id="{A315A2E4-BAF9-3923-22E8-80D8EE0757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0" name="rc508">
              <a:extLst>
                <a:ext uri="{FF2B5EF4-FFF2-40B4-BE49-F238E27FC236}">
                  <a16:creationId xmlns:a16="http://schemas.microsoft.com/office/drawing/2014/main" id="{3ED15172-A7E5-7837-EB36-B77FAC82FB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1" name="rc509">
              <a:extLst>
                <a:ext uri="{FF2B5EF4-FFF2-40B4-BE49-F238E27FC236}">
                  <a16:creationId xmlns:a16="http://schemas.microsoft.com/office/drawing/2014/main" id="{A792B7EB-9F98-590D-A869-CD359534E1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2" name="rc510">
              <a:extLst>
                <a:ext uri="{FF2B5EF4-FFF2-40B4-BE49-F238E27FC236}">
                  <a16:creationId xmlns:a16="http://schemas.microsoft.com/office/drawing/2014/main" id="{9FA3A515-598C-DD16-4A7D-CA8BDAEB09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3" name="rc511">
              <a:extLst>
                <a:ext uri="{FF2B5EF4-FFF2-40B4-BE49-F238E27FC236}">
                  <a16:creationId xmlns:a16="http://schemas.microsoft.com/office/drawing/2014/main" id="{49C9DB8E-FBBE-B945-AFB3-77DE44167C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4" name="rc512">
              <a:extLst>
                <a:ext uri="{FF2B5EF4-FFF2-40B4-BE49-F238E27FC236}">
                  <a16:creationId xmlns:a16="http://schemas.microsoft.com/office/drawing/2014/main" id="{382DC1F1-C8C5-5466-D585-17A855727E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5" name="rc513">
              <a:extLst>
                <a:ext uri="{FF2B5EF4-FFF2-40B4-BE49-F238E27FC236}">
                  <a16:creationId xmlns:a16="http://schemas.microsoft.com/office/drawing/2014/main" id="{A53CE53E-8FE2-538A-7EED-B0EF6C98E7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6" name="rc514">
              <a:extLst>
                <a:ext uri="{FF2B5EF4-FFF2-40B4-BE49-F238E27FC236}">
                  <a16:creationId xmlns:a16="http://schemas.microsoft.com/office/drawing/2014/main" id="{17F266B7-4D1F-33AC-80A7-983FF82042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7" name="rc515">
              <a:extLst>
                <a:ext uri="{FF2B5EF4-FFF2-40B4-BE49-F238E27FC236}">
                  <a16:creationId xmlns:a16="http://schemas.microsoft.com/office/drawing/2014/main" id="{E4FC77B4-053A-B7FC-E3C5-60BC5542E7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8" name="rc516">
              <a:extLst>
                <a:ext uri="{FF2B5EF4-FFF2-40B4-BE49-F238E27FC236}">
                  <a16:creationId xmlns:a16="http://schemas.microsoft.com/office/drawing/2014/main" id="{58419E21-0555-8B16-5FDC-E6FBCCC7DB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9" name="rc517">
              <a:extLst>
                <a:ext uri="{FF2B5EF4-FFF2-40B4-BE49-F238E27FC236}">
                  <a16:creationId xmlns:a16="http://schemas.microsoft.com/office/drawing/2014/main" id="{765ACD2E-CE88-3E5E-7419-BBD5F77736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0" name="rc518">
              <a:extLst>
                <a:ext uri="{FF2B5EF4-FFF2-40B4-BE49-F238E27FC236}">
                  <a16:creationId xmlns:a16="http://schemas.microsoft.com/office/drawing/2014/main" id="{BE877383-E9AE-0E45-D16E-0FCEB197FE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1" name="rc519">
              <a:extLst>
                <a:ext uri="{FF2B5EF4-FFF2-40B4-BE49-F238E27FC236}">
                  <a16:creationId xmlns:a16="http://schemas.microsoft.com/office/drawing/2014/main" id="{7865CA92-0864-F82C-D505-91E1861932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2" name="rc520">
              <a:extLst>
                <a:ext uri="{FF2B5EF4-FFF2-40B4-BE49-F238E27FC236}">
                  <a16:creationId xmlns:a16="http://schemas.microsoft.com/office/drawing/2014/main" id="{03A6282E-3004-4A0C-7D06-D3ABF602BB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3" name="rc521">
              <a:extLst>
                <a:ext uri="{FF2B5EF4-FFF2-40B4-BE49-F238E27FC236}">
                  <a16:creationId xmlns:a16="http://schemas.microsoft.com/office/drawing/2014/main" id="{0ABD9CC8-6240-A487-3FF7-2F080D3FED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4" name="rc522">
              <a:extLst>
                <a:ext uri="{FF2B5EF4-FFF2-40B4-BE49-F238E27FC236}">
                  <a16:creationId xmlns:a16="http://schemas.microsoft.com/office/drawing/2014/main" id="{58566CE4-B6FD-3CCF-1981-C142745FD2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5" name="rc523">
              <a:extLst>
                <a:ext uri="{FF2B5EF4-FFF2-40B4-BE49-F238E27FC236}">
                  <a16:creationId xmlns:a16="http://schemas.microsoft.com/office/drawing/2014/main" id="{B8E75BFE-0F0F-DC2A-B8D1-0F78B55F9E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6" name="rc524">
              <a:extLst>
                <a:ext uri="{FF2B5EF4-FFF2-40B4-BE49-F238E27FC236}">
                  <a16:creationId xmlns:a16="http://schemas.microsoft.com/office/drawing/2014/main" id="{BE9AA0E6-5295-84E9-1E5F-31420BCA87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7" name="rc525">
              <a:extLst>
                <a:ext uri="{FF2B5EF4-FFF2-40B4-BE49-F238E27FC236}">
                  <a16:creationId xmlns:a16="http://schemas.microsoft.com/office/drawing/2014/main" id="{D42C6F04-E2FF-59C5-EE1D-5A29887748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8" name="rc526">
              <a:extLst>
                <a:ext uri="{FF2B5EF4-FFF2-40B4-BE49-F238E27FC236}">
                  <a16:creationId xmlns:a16="http://schemas.microsoft.com/office/drawing/2014/main" id="{9B723F2D-AAFC-996E-08FA-577F65B714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9" name="rc527">
              <a:extLst>
                <a:ext uri="{FF2B5EF4-FFF2-40B4-BE49-F238E27FC236}">
                  <a16:creationId xmlns:a16="http://schemas.microsoft.com/office/drawing/2014/main" id="{BA0CF61D-32B7-DF4A-3416-EF05B4D31E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0" name="rc528">
              <a:extLst>
                <a:ext uri="{FF2B5EF4-FFF2-40B4-BE49-F238E27FC236}">
                  <a16:creationId xmlns:a16="http://schemas.microsoft.com/office/drawing/2014/main" id="{F6832858-8D52-4CE2-FBBE-48F1F48D0E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1" name="rc529">
              <a:extLst>
                <a:ext uri="{FF2B5EF4-FFF2-40B4-BE49-F238E27FC236}">
                  <a16:creationId xmlns:a16="http://schemas.microsoft.com/office/drawing/2014/main" id="{17F3B263-BB76-110C-A5F5-BAE702F366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2" name="rc530">
              <a:extLst>
                <a:ext uri="{FF2B5EF4-FFF2-40B4-BE49-F238E27FC236}">
                  <a16:creationId xmlns:a16="http://schemas.microsoft.com/office/drawing/2014/main" id="{B71BE065-017E-BBC4-7637-0929D3EBF6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3" name="rc531">
              <a:extLst>
                <a:ext uri="{FF2B5EF4-FFF2-40B4-BE49-F238E27FC236}">
                  <a16:creationId xmlns:a16="http://schemas.microsoft.com/office/drawing/2014/main" id="{53C413AA-64EC-B1A4-CD88-85BEF985B4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4" name="rc532">
              <a:extLst>
                <a:ext uri="{FF2B5EF4-FFF2-40B4-BE49-F238E27FC236}">
                  <a16:creationId xmlns:a16="http://schemas.microsoft.com/office/drawing/2014/main" id="{230623E4-4FA4-7EFF-7AFE-54A335232B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5" name="rc533">
              <a:extLst>
                <a:ext uri="{FF2B5EF4-FFF2-40B4-BE49-F238E27FC236}">
                  <a16:creationId xmlns:a16="http://schemas.microsoft.com/office/drawing/2014/main" id="{7416B5E9-A525-0CA8-7B1C-F9FB7CAB75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6" name="rc534">
              <a:extLst>
                <a:ext uri="{FF2B5EF4-FFF2-40B4-BE49-F238E27FC236}">
                  <a16:creationId xmlns:a16="http://schemas.microsoft.com/office/drawing/2014/main" id="{BDFDD971-58BC-E9BE-1DC7-FC0D4FBB72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7" name="rc535">
              <a:extLst>
                <a:ext uri="{FF2B5EF4-FFF2-40B4-BE49-F238E27FC236}">
                  <a16:creationId xmlns:a16="http://schemas.microsoft.com/office/drawing/2014/main" id="{8F7FCF96-BF36-A7AA-9E2F-BAEEC40B8C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8" name="rc536">
              <a:extLst>
                <a:ext uri="{FF2B5EF4-FFF2-40B4-BE49-F238E27FC236}">
                  <a16:creationId xmlns:a16="http://schemas.microsoft.com/office/drawing/2014/main" id="{108307B4-3CC9-9A2B-B291-7CBC420D42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9" name="rc537">
              <a:extLst>
                <a:ext uri="{FF2B5EF4-FFF2-40B4-BE49-F238E27FC236}">
                  <a16:creationId xmlns:a16="http://schemas.microsoft.com/office/drawing/2014/main" id="{EEAF9711-1422-7883-DD0F-E4F60D2C6D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0" name="rc538">
              <a:extLst>
                <a:ext uri="{FF2B5EF4-FFF2-40B4-BE49-F238E27FC236}">
                  <a16:creationId xmlns:a16="http://schemas.microsoft.com/office/drawing/2014/main" id="{F8AE8AB2-13D3-5A20-2863-469C7C545F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1" name="rc539">
              <a:extLst>
                <a:ext uri="{FF2B5EF4-FFF2-40B4-BE49-F238E27FC236}">
                  <a16:creationId xmlns:a16="http://schemas.microsoft.com/office/drawing/2014/main" id="{682F2B6C-8661-819A-39B8-05F6B2978B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2" name="rc540">
              <a:extLst>
                <a:ext uri="{FF2B5EF4-FFF2-40B4-BE49-F238E27FC236}">
                  <a16:creationId xmlns:a16="http://schemas.microsoft.com/office/drawing/2014/main" id="{B09AC4EC-F201-2E35-7768-2CB4F1327B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3" name="rc541">
              <a:extLst>
                <a:ext uri="{FF2B5EF4-FFF2-40B4-BE49-F238E27FC236}">
                  <a16:creationId xmlns:a16="http://schemas.microsoft.com/office/drawing/2014/main" id="{DFAE2C99-EB39-6959-594C-3D19A3BADB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4" name="rc542">
              <a:extLst>
                <a:ext uri="{FF2B5EF4-FFF2-40B4-BE49-F238E27FC236}">
                  <a16:creationId xmlns:a16="http://schemas.microsoft.com/office/drawing/2014/main" id="{F60ABC9B-8425-EB99-8979-9AA3FCD632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5" name="rc543">
              <a:extLst>
                <a:ext uri="{FF2B5EF4-FFF2-40B4-BE49-F238E27FC236}">
                  <a16:creationId xmlns:a16="http://schemas.microsoft.com/office/drawing/2014/main" id="{41C1119B-7887-C52D-3D2B-2DF8BCF30D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6" name="rc544">
              <a:extLst>
                <a:ext uri="{FF2B5EF4-FFF2-40B4-BE49-F238E27FC236}">
                  <a16:creationId xmlns:a16="http://schemas.microsoft.com/office/drawing/2014/main" id="{771BC455-BC4F-069F-A7E8-A42C4A244E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7" name="rc545">
              <a:extLst>
                <a:ext uri="{FF2B5EF4-FFF2-40B4-BE49-F238E27FC236}">
                  <a16:creationId xmlns:a16="http://schemas.microsoft.com/office/drawing/2014/main" id="{F2D6F5BA-D2A2-A995-AA11-0FE983F056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8" name="rc546">
              <a:extLst>
                <a:ext uri="{FF2B5EF4-FFF2-40B4-BE49-F238E27FC236}">
                  <a16:creationId xmlns:a16="http://schemas.microsoft.com/office/drawing/2014/main" id="{CE56EF61-24C9-87FE-6B12-DFCBF9F140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9" name="rc547">
              <a:extLst>
                <a:ext uri="{FF2B5EF4-FFF2-40B4-BE49-F238E27FC236}">
                  <a16:creationId xmlns:a16="http://schemas.microsoft.com/office/drawing/2014/main" id="{BE7E2448-62C2-04E0-8128-E4F2A64F09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0" name="rc548">
              <a:extLst>
                <a:ext uri="{FF2B5EF4-FFF2-40B4-BE49-F238E27FC236}">
                  <a16:creationId xmlns:a16="http://schemas.microsoft.com/office/drawing/2014/main" id="{50DA7F93-52FB-2E15-9D95-7E9810BC5E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1" name="rc549">
              <a:extLst>
                <a:ext uri="{FF2B5EF4-FFF2-40B4-BE49-F238E27FC236}">
                  <a16:creationId xmlns:a16="http://schemas.microsoft.com/office/drawing/2014/main" id="{D43CEFE4-C086-A7C8-94D3-B2DE21FAE5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2" name="rc550">
              <a:extLst>
                <a:ext uri="{FF2B5EF4-FFF2-40B4-BE49-F238E27FC236}">
                  <a16:creationId xmlns:a16="http://schemas.microsoft.com/office/drawing/2014/main" id="{E17C35E2-418A-E593-4791-43623FEE6A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3" name="rc551">
              <a:extLst>
                <a:ext uri="{FF2B5EF4-FFF2-40B4-BE49-F238E27FC236}">
                  <a16:creationId xmlns:a16="http://schemas.microsoft.com/office/drawing/2014/main" id="{71174322-D3B7-D3BE-3F33-407089C837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4" name="rc552">
              <a:extLst>
                <a:ext uri="{FF2B5EF4-FFF2-40B4-BE49-F238E27FC236}">
                  <a16:creationId xmlns:a16="http://schemas.microsoft.com/office/drawing/2014/main" id="{66E20E67-6362-BCBE-0D78-D9871D1639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5" name="rc553">
              <a:extLst>
                <a:ext uri="{FF2B5EF4-FFF2-40B4-BE49-F238E27FC236}">
                  <a16:creationId xmlns:a16="http://schemas.microsoft.com/office/drawing/2014/main" id="{122106B7-6137-8A70-6215-4EBA508071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6" name="rc554">
              <a:extLst>
                <a:ext uri="{FF2B5EF4-FFF2-40B4-BE49-F238E27FC236}">
                  <a16:creationId xmlns:a16="http://schemas.microsoft.com/office/drawing/2014/main" id="{B32CE752-2122-52EA-6AE8-16A4986C34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7" name="rc555">
              <a:extLst>
                <a:ext uri="{FF2B5EF4-FFF2-40B4-BE49-F238E27FC236}">
                  <a16:creationId xmlns:a16="http://schemas.microsoft.com/office/drawing/2014/main" id="{C140B49B-0365-2CC3-8A52-921C2447E9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8" name="rc556">
              <a:extLst>
                <a:ext uri="{FF2B5EF4-FFF2-40B4-BE49-F238E27FC236}">
                  <a16:creationId xmlns:a16="http://schemas.microsoft.com/office/drawing/2014/main" id="{EE9DEC2B-381E-12EC-EF3F-7813D1B93A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9" name="rc557">
              <a:extLst>
                <a:ext uri="{FF2B5EF4-FFF2-40B4-BE49-F238E27FC236}">
                  <a16:creationId xmlns:a16="http://schemas.microsoft.com/office/drawing/2014/main" id="{8DB40127-50D3-041E-0475-9BB17F98BA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0" name="rc558">
              <a:extLst>
                <a:ext uri="{FF2B5EF4-FFF2-40B4-BE49-F238E27FC236}">
                  <a16:creationId xmlns:a16="http://schemas.microsoft.com/office/drawing/2014/main" id="{DEEC1F28-404F-66C4-2B0F-F40BF38B18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1" name="rc559">
              <a:extLst>
                <a:ext uri="{FF2B5EF4-FFF2-40B4-BE49-F238E27FC236}">
                  <a16:creationId xmlns:a16="http://schemas.microsoft.com/office/drawing/2014/main" id="{F6F28F59-12C8-DF3D-8AE1-56369C42ED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2" name="rc560">
              <a:extLst>
                <a:ext uri="{FF2B5EF4-FFF2-40B4-BE49-F238E27FC236}">
                  <a16:creationId xmlns:a16="http://schemas.microsoft.com/office/drawing/2014/main" id="{46B20C02-8E91-7B6B-5673-1D6AC21976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3" name="rc561">
              <a:extLst>
                <a:ext uri="{FF2B5EF4-FFF2-40B4-BE49-F238E27FC236}">
                  <a16:creationId xmlns:a16="http://schemas.microsoft.com/office/drawing/2014/main" id="{C4390AC8-3BA7-BB89-EA98-1823B0652B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4" name="rc562">
              <a:extLst>
                <a:ext uri="{FF2B5EF4-FFF2-40B4-BE49-F238E27FC236}">
                  <a16:creationId xmlns:a16="http://schemas.microsoft.com/office/drawing/2014/main" id="{F17AA69E-0918-E00C-E330-833A67A8FB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5" name="rc563">
              <a:extLst>
                <a:ext uri="{FF2B5EF4-FFF2-40B4-BE49-F238E27FC236}">
                  <a16:creationId xmlns:a16="http://schemas.microsoft.com/office/drawing/2014/main" id="{FA39898F-7E54-D0E7-44EA-80CDD41151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6" name="rc564">
              <a:extLst>
                <a:ext uri="{FF2B5EF4-FFF2-40B4-BE49-F238E27FC236}">
                  <a16:creationId xmlns:a16="http://schemas.microsoft.com/office/drawing/2014/main" id="{36A15369-E3FC-ADD5-C33A-5C3D600254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7" name="rc565">
              <a:extLst>
                <a:ext uri="{FF2B5EF4-FFF2-40B4-BE49-F238E27FC236}">
                  <a16:creationId xmlns:a16="http://schemas.microsoft.com/office/drawing/2014/main" id="{B8587A4D-04C8-AFE0-BA7B-A6F850F906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8" name="rc566">
              <a:extLst>
                <a:ext uri="{FF2B5EF4-FFF2-40B4-BE49-F238E27FC236}">
                  <a16:creationId xmlns:a16="http://schemas.microsoft.com/office/drawing/2014/main" id="{62ED635C-14C9-61E6-D55F-8E0303BB1C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9" name="rc567">
              <a:extLst>
                <a:ext uri="{FF2B5EF4-FFF2-40B4-BE49-F238E27FC236}">
                  <a16:creationId xmlns:a16="http://schemas.microsoft.com/office/drawing/2014/main" id="{35995DB1-65F5-9354-0C64-761B4FE3AD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0" name="rc568">
              <a:extLst>
                <a:ext uri="{FF2B5EF4-FFF2-40B4-BE49-F238E27FC236}">
                  <a16:creationId xmlns:a16="http://schemas.microsoft.com/office/drawing/2014/main" id="{13B6E0A8-31EC-293B-71B7-B5BF835325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1" name="rc569">
              <a:extLst>
                <a:ext uri="{FF2B5EF4-FFF2-40B4-BE49-F238E27FC236}">
                  <a16:creationId xmlns:a16="http://schemas.microsoft.com/office/drawing/2014/main" id="{3F6205D5-3A56-B6D2-4865-2160DB6D09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2" name="rc570">
              <a:extLst>
                <a:ext uri="{FF2B5EF4-FFF2-40B4-BE49-F238E27FC236}">
                  <a16:creationId xmlns:a16="http://schemas.microsoft.com/office/drawing/2014/main" id="{03E4A285-CC0C-4363-1A3B-5D83C46717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3" name="rc571">
              <a:extLst>
                <a:ext uri="{FF2B5EF4-FFF2-40B4-BE49-F238E27FC236}">
                  <a16:creationId xmlns:a16="http://schemas.microsoft.com/office/drawing/2014/main" id="{1A4270A3-833E-A894-4602-82EE25DC22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4" name="rc572">
              <a:extLst>
                <a:ext uri="{FF2B5EF4-FFF2-40B4-BE49-F238E27FC236}">
                  <a16:creationId xmlns:a16="http://schemas.microsoft.com/office/drawing/2014/main" id="{D0A0FCDD-C083-C160-E6FE-BCF713CC54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5" name="rc573">
              <a:extLst>
                <a:ext uri="{FF2B5EF4-FFF2-40B4-BE49-F238E27FC236}">
                  <a16:creationId xmlns:a16="http://schemas.microsoft.com/office/drawing/2014/main" id="{CEFC8710-2C97-303E-A447-A9BCE3BF18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6" name="rc574">
              <a:extLst>
                <a:ext uri="{FF2B5EF4-FFF2-40B4-BE49-F238E27FC236}">
                  <a16:creationId xmlns:a16="http://schemas.microsoft.com/office/drawing/2014/main" id="{CF958BFF-35A6-DD48-96F4-7B23BB9B55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7" name="rc575">
              <a:extLst>
                <a:ext uri="{FF2B5EF4-FFF2-40B4-BE49-F238E27FC236}">
                  <a16:creationId xmlns:a16="http://schemas.microsoft.com/office/drawing/2014/main" id="{B0BF3D8B-3F7B-3B3A-F499-D88FCECD86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8" name="rc576">
              <a:extLst>
                <a:ext uri="{FF2B5EF4-FFF2-40B4-BE49-F238E27FC236}">
                  <a16:creationId xmlns:a16="http://schemas.microsoft.com/office/drawing/2014/main" id="{AD490F5D-52D9-C4A7-EC78-04BD444921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9" name="rc577">
              <a:extLst>
                <a:ext uri="{FF2B5EF4-FFF2-40B4-BE49-F238E27FC236}">
                  <a16:creationId xmlns:a16="http://schemas.microsoft.com/office/drawing/2014/main" id="{4813EBC0-4ACC-AA36-6306-01BF5D1733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0" name="rc578">
              <a:extLst>
                <a:ext uri="{FF2B5EF4-FFF2-40B4-BE49-F238E27FC236}">
                  <a16:creationId xmlns:a16="http://schemas.microsoft.com/office/drawing/2014/main" id="{F9350017-FFE2-783C-922C-CEB8DD0BD0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1" name="rc579">
              <a:extLst>
                <a:ext uri="{FF2B5EF4-FFF2-40B4-BE49-F238E27FC236}">
                  <a16:creationId xmlns:a16="http://schemas.microsoft.com/office/drawing/2014/main" id="{9122CAB4-99E3-5539-23CA-CD597975DA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2" name="rc580">
              <a:extLst>
                <a:ext uri="{FF2B5EF4-FFF2-40B4-BE49-F238E27FC236}">
                  <a16:creationId xmlns:a16="http://schemas.microsoft.com/office/drawing/2014/main" id="{2872451B-7C82-50EA-582B-F9B7606564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3" name="rc581">
              <a:extLst>
                <a:ext uri="{FF2B5EF4-FFF2-40B4-BE49-F238E27FC236}">
                  <a16:creationId xmlns:a16="http://schemas.microsoft.com/office/drawing/2014/main" id="{10C4E6E0-BD6E-66A0-A173-518D5E06A6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4" name="rc582">
              <a:extLst>
                <a:ext uri="{FF2B5EF4-FFF2-40B4-BE49-F238E27FC236}">
                  <a16:creationId xmlns:a16="http://schemas.microsoft.com/office/drawing/2014/main" id="{17668D73-AFF9-4855-F7D7-4CAAE960A5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5" name="rc583">
              <a:extLst>
                <a:ext uri="{FF2B5EF4-FFF2-40B4-BE49-F238E27FC236}">
                  <a16:creationId xmlns:a16="http://schemas.microsoft.com/office/drawing/2014/main" id="{32A35DA0-7BFB-70D0-13B3-E2F2C77958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6" name="rc584">
              <a:extLst>
                <a:ext uri="{FF2B5EF4-FFF2-40B4-BE49-F238E27FC236}">
                  <a16:creationId xmlns:a16="http://schemas.microsoft.com/office/drawing/2014/main" id="{1D36AEE0-4100-877E-5BD2-3EFBC908C1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7" name="rc585">
              <a:extLst>
                <a:ext uri="{FF2B5EF4-FFF2-40B4-BE49-F238E27FC236}">
                  <a16:creationId xmlns:a16="http://schemas.microsoft.com/office/drawing/2014/main" id="{37A73843-6509-3DFC-9EE3-D2B6108BB0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8" name="rc586">
              <a:extLst>
                <a:ext uri="{FF2B5EF4-FFF2-40B4-BE49-F238E27FC236}">
                  <a16:creationId xmlns:a16="http://schemas.microsoft.com/office/drawing/2014/main" id="{1F7B35EC-2970-71D9-B2B1-7ED2BA1A7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9" name="rc587">
              <a:extLst>
                <a:ext uri="{FF2B5EF4-FFF2-40B4-BE49-F238E27FC236}">
                  <a16:creationId xmlns:a16="http://schemas.microsoft.com/office/drawing/2014/main" id="{444D8887-9F5A-2D8C-02C7-117533ADED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0" name="rc588">
              <a:extLst>
                <a:ext uri="{FF2B5EF4-FFF2-40B4-BE49-F238E27FC236}">
                  <a16:creationId xmlns:a16="http://schemas.microsoft.com/office/drawing/2014/main" id="{6BFF8DEF-3188-AC9C-91AD-5D78D9B846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1" name="rc589">
              <a:extLst>
                <a:ext uri="{FF2B5EF4-FFF2-40B4-BE49-F238E27FC236}">
                  <a16:creationId xmlns:a16="http://schemas.microsoft.com/office/drawing/2014/main" id="{9CE4A06F-68AC-5BD9-4209-ED8C6CB7EB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2" name="rc590">
              <a:extLst>
                <a:ext uri="{FF2B5EF4-FFF2-40B4-BE49-F238E27FC236}">
                  <a16:creationId xmlns:a16="http://schemas.microsoft.com/office/drawing/2014/main" id="{C13A6037-730E-5A0A-61DD-44CD821D5E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3" name="rc591">
              <a:extLst>
                <a:ext uri="{FF2B5EF4-FFF2-40B4-BE49-F238E27FC236}">
                  <a16:creationId xmlns:a16="http://schemas.microsoft.com/office/drawing/2014/main" id="{A1D96A9B-97BF-37C7-59D1-95278807CA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4" name="rc592">
              <a:extLst>
                <a:ext uri="{FF2B5EF4-FFF2-40B4-BE49-F238E27FC236}">
                  <a16:creationId xmlns:a16="http://schemas.microsoft.com/office/drawing/2014/main" id="{D7650616-07E9-24BF-855E-460218DDE0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5" name="rc593">
              <a:extLst>
                <a:ext uri="{FF2B5EF4-FFF2-40B4-BE49-F238E27FC236}">
                  <a16:creationId xmlns:a16="http://schemas.microsoft.com/office/drawing/2014/main" id="{AA9505F1-20ED-180D-E466-B693F61AD0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6" name="rc594">
              <a:extLst>
                <a:ext uri="{FF2B5EF4-FFF2-40B4-BE49-F238E27FC236}">
                  <a16:creationId xmlns:a16="http://schemas.microsoft.com/office/drawing/2014/main" id="{085387D3-BCA9-9CDB-262C-27D345A609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7" name="rc595">
              <a:extLst>
                <a:ext uri="{FF2B5EF4-FFF2-40B4-BE49-F238E27FC236}">
                  <a16:creationId xmlns:a16="http://schemas.microsoft.com/office/drawing/2014/main" id="{E7B78987-20CF-4E23-C6EB-DF77D93B6B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8" name="rc596">
              <a:extLst>
                <a:ext uri="{FF2B5EF4-FFF2-40B4-BE49-F238E27FC236}">
                  <a16:creationId xmlns:a16="http://schemas.microsoft.com/office/drawing/2014/main" id="{BF275BB2-C67C-79C9-5326-C21823024D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9" name="rc597">
              <a:extLst>
                <a:ext uri="{FF2B5EF4-FFF2-40B4-BE49-F238E27FC236}">
                  <a16:creationId xmlns:a16="http://schemas.microsoft.com/office/drawing/2014/main" id="{E9F0C2A6-39A4-61A2-BD0E-08BACB2C45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0" name="rc598">
              <a:extLst>
                <a:ext uri="{FF2B5EF4-FFF2-40B4-BE49-F238E27FC236}">
                  <a16:creationId xmlns:a16="http://schemas.microsoft.com/office/drawing/2014/main" id="{3C0F7008-86F9-9260-DC0B-FDB345F171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1" name="rc599">
              <a:extLst>
                <a:ext uri="{FF2B5EF4-FFF2-40B4-BE49-F238E27FC236}">
                  <a16:creationId xmlns:a16="http://schemas.microsoft.com/office/drawing/2014/main" id="{7CF9B277-EADD-C5F1-C0E3-EB15308B4C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2" name="rc600">
              <a:extLst>
                <a:ext uri="{FF2B5EF4-FFF2-40B4-BE49-F238E27FC236}">
                  <a16:creationId xmlns:a16="http://schemas.microsoft.com/office/drawing/2014/main" id="{05E2C940-177C-76E8-455E-238E4E014F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3" name="rc601">
              <a:extLst>
                <a:ext uri="{FF2B5EF4-FFF2-40B4-BE49-F238E27FC236}">
                  <a16:creationId xmlns:a16="http://schemas.microsoft.com/office/drawing/2014/main" id="{92AC0171-EAFD-7760-2507-CBBB84CD47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4" name="rc602">
              <a:extLst>
                <a:ext uri="{FF2B5EF4-FFF2-40B4-BE49-F238E27FC236}">
                  <a16:creationId xmlns:a16="http://schemas.microsoft.com/office/drawing/2014/main" id="{E35E283C-7925-17A8-550B-CA9FE9A072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5" name="rc603">
              <a:extLst>
                <a:ext uri="{FF2B5EF4-FFF2-40B4-BE49-F238E27FC236}">
                  <a16:creationId xmlns:a16="http://schemas.microsoft.com/office/drawing/2014/main" id="{D63C4F71-0198-C055-1B02-F2836A2903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6" name="rc604">
              <a:extLst>
                <a:ext uri="{FF2B5EF4-FFF2-40B4-BE49-F238E27FC236}">
                  <a16:creationId xmlns:a16="http://schemas.microsoft.com/office/drawing/2014/main" id="{B460F9FE-34A3-6BB8-0350-A4FCEF626C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7" name="rc605">
              <a:extLst>
                <a:ext uri="{FF2B5EF4-FFF2-40B4-BE49-F238E27FC236}">
                  <a16:creationId xmlns:a16="http://schemas.microsoft.com/office/drawing/2014/main" id="{F4AFACE6-E4A3-42FE-7313-3C8BD1E56D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8" name="rc606">
              <a:extLst>
                <a:ext uri="{FF2B5EF4-FFF2-40B4-BE49-F238E27FC236}">
                  <a16:creationId xmlns:a16="http://schemas.microsoft.com/office/drawing/2014/main" id="{3BCC9373-1377-75F2-9FFD-4B2EBB8623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9" name="rc607">
              <a:extLst>
                <a:ext uri="{FF2B5EF4-FFF2-40B4-BE49-F238E27FC236}">
                  <a16:creationId xmlns:a16="http://schemas.microsoft.com/office/drawing/2014/main" id="{471CBAEC-E72F-E665-5B83-0A78FF2DAC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0" name="rc608">
              <a:extLst>
                <a:ext uri="{FF2B5EF4-FFF2-40B4-BE49-F238E27FC236}">
                  <a16:creationId xmlns:a16="http://schemas.microsoft.com/office/drawing/2014/main" id="{424DB944-B6B2-AE11-CE49-D70C4A1CD8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1" name="rc609">
              <a:extLst>
                <a:ext uri="{FF2B5EF4-FFF2-40B4-BE49-F238E27FC236}">
                  <a16:creationId xmlns:a16="http://schemas.microsoft.com/office/drawing/2014/main" id="{3039085C-AFD1-8310-FA3B-26963BA31A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2" name="rc610">
              <a:extLst>
                <a:ext uri="{FF2B5EF4-FFF2-40B4-BE49-F238E27FC236}">
                  <a16:creationId xmlns:a16="http://schemas.microsoft.com/office/drawing/2014/main" id="{2BA5E3B8-8036-00FB-E385-C7872B8ED7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3" name="rc611">
              <a:extLst>
                <a:ext uri="{FF2B5EF4-FFF2-40B4-BE49-F238E27FC236}">
                  <a16:creationId xmlns:a16="http://schemas.microsoft.com/office/drawing/2014/main" id="{2B0687A0-CDE0-FAEE-EFD2-4ADBF2FC66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4" name="rc612">
              <a:extLst>
                <a:ext uri="{FF2B5EF4-FFF2-40B4-BE49-F238E27FC236}">
                  <a16:creationId xmlns:a16="http://schemas.microsoft.com/office/drawing/2014/main" id="{99BBAF87-A9DA-9D69-BC3F-21E8DDFD80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5" name="rc613">
              <a:extLst>
                <a:ext uri="{FF2B5EF4-FFF2-40B4-BE49-F238E27FC236}">
                  <a16:creationId xmlns:a16="http://schemas.microsoft.com/office/drawing/2014/main" id="{0D804404-B880-8C5D-9340-5565C5E8A9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6" name="rc614">
              <a:extLst>
                <a:ext uri="{FF2B5EF4-FFF2-40B4-BE49-F238E27FC236}">
                  <a16:creationId xmlns:a16="http://schemas.microsoft.com/office/drawing/2014/main" id="{7F2487E4-0700-0ED1-B841-D3A346EDC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7" name="rc615">
              <a:extLst>
                <a:ext uri="{FF2B5EF4-FFF2-40B4-BE49-F238E27FC236}">
                  <a16:creationId xmlns:a16="http://schemas.microsoft.com/office/drawing/2014/main" id="{43BC5C09-DB1D-1666-5960-F9222C434D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8" name="rc616">
              <a:extLst>
                <a:ext uri="{FF2B5EF4-FFF2-40B4-BE49-F238E27FC236}">
                  <a16:creationId xmlns:a16="http://schemas.microsoft.com/office/drawing/2014/main" id="{2CACC1DB-20C6-DEB8-04C3-2DCBEBCCC7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9" name="rc617">
              <a:extLst>
                <a:ext uri="{FF2B5EF4-FFF2-40B4-BE49-F238E27FC236}">
                  <a16:creationId xmlns:a16="http://schemas.microsoft.com/office/drawing/2014/main" id="{AA34D645-65F8-0A57-816E-7AFA16D9CF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0" name="rc618">
              <a:extLst>
                <a:ext uri="{FF2B5EF4-FFF2-40B4-BE49-F238E27FC236}">
                  <a16:creationId xmlns:a16="http://schemas.microsoft.com/office/drawing/2014/main" id="{88A514DE-CC25-0919-3A25-7F73D2C36F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1" name="rc619">
              <a:extLst>
                <a:ext uri="{FF2B5EF4-FFF2-40B4-BE49-F238E27FC236}">
                  <a16:creationId xmlns:a16="http://schemas.microsoft.com/office/drawing/2014/main" id="{61047373-1EFD-CD88-208E-0D2DB3BAEA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2" name="rc620">
              <a:extLst>
                <a:ext uri="{FF2B5EF4-FFF2-40B4-BE49-F238E27FC236}">
                  <a16:creationId xmlns:a16="http://schemas.microsoft.com/office/drawing/2014/main" id="{ADAB8C89-60F7-6218-EF33-54CE0DCEA4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3" name="rc621">
              <a:extLst>
                <a:ext uri="{FF2B5EF4-FFF2-40B4-BE49-F238E27FC236}">
                  <a16:creationId xmlns:a16="http://schemas.microsoft.com/office/drawing/2014/main" id="{94D79E60-C9DD-930B-D910-50CBBF9EAA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4" name="rc622">
              <a:extLst>
                <a:ext uri="{FF2B5EF4-FFF2-40B4-BE49-F238E27FC236}">
                  <a16:creationId xmlns:a16="http://schemas.microsoft.com/office/drawing/2014/main" id="{8D3099C4-488E-A15E-027A-BDFF373CA9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5" name="rc623">
              <a:extLst>
                <a:ext uri="{FF2B5EF4-FFF2-40B4-BE49-F238E27FC236}">
                  <a16:creationId xmlns:a16="http://schemas.microsoft.com/office/drawing/2014/main" id="{A24C8D1D-9598-6A61-F009-5441E40575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6" name="rc624">
              <a:extLst>
                <a:ext uri="{FF2B5EF4-FFF2-40B4-BE49-F238E27FC236}">
                  <a16:creationId xmlns:a16="http://schemas.microsoft.com/office/drawing/2014/main" id="{1DA1B8FF-457B-AA20-E9F4-9E1D308783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7" name="rc625">
              <a:extLst>
                <a:ext uri="{FF2B5EF4-FFF2-40B4-BE49-F238E27FC236}">
                  <a16:creationId xmlns:a16="http://schemas.microsoft.com/office/drawing/2014/main" id="{42417F70-86DC-C972-11F9-AD2DB7AF5D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8" name="rc626">
              <a:extLst>
                <a:ext uri="{FF2B5EF4-FFF2-40B4-BE49-F238E27FC236}">
                  <a16:creationId xmlns:a16="http://schemas.microsoft.com/office/drawing/2014/main" id="{0B444B40-2A3B-1F6B-15A3-BA13E96D11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9" name="rc627">
              <a:extLst>
                <a:ext uri="{FF2B5EF4-FFF2-40B4-BE49-F238E27FC236}">
                  <a16:creationId xmlns:a16="http://schemas.microsoft.com/office/drawing/2014/main" id="{3D56E2B6-33F0-A535-F623-74AD67EDDC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0" name="rc628">
              <a:extLst>
                <a:ext uri="{FF2B5EF4-FFF2-40B4-BE49-F238E27FC236}">
                  <a16:creationId xmlns:a16="http://schemas.microsoft.com/office/drawing/2014/main" id="{0415E7CA-97D6-7783-B85D-748299BE4F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1" name="rc629">
              <a:extLst>
                <a:ext uri="{FF2B5EF4-FFF2-40B4-BE49-F238E27FC236}">
                  <a16:creationId xmlns:a16="http://schemas.microsoft.com/office/drawing/2014/main" id="{968B7A29-2DDE-261D-4AD9-1DAE0CEC48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2" name="rc630">
              <a:extLst>
                <a:ext uri="{FF2B5EF4-FFF2-40B4-BE49-F238E27FC236}">
                  <a16:creationId xmlns:a16="http://schemas.microsoft.com/office/drawing/2014/main" id="{E03D85EF-227F-EE1B-A467-56029BD73B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3" name="rc631">
              <a:extLst>
                <a:ext uri="{FF2B5EF4-FFF2-40B4-BE49-F238E27FC236}">
                  <a16:creationId xmlns:a16="http://schemas.microsoft.com/office/drawing/2014/main" id="{1495CDDC-9872-B35B-2A58-50753310F7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4" name="rc632">
              <a:extLst>
                <a:ext uri="{FF2B5EF4-FFF2-40B4-BE49-F238E27FC236}">
                  <a16:creationId xmlns:a16="http://schemas.microsoft.com/office/drawing/2014/main" id="{5098D482-B2A1-EACD-03DA-B0E1729968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5" name="rc633">
              <a:extLst>
                <a:ext uri="{FF2B5EF4-FFF2-40B4-BE49-F238E27FC236}">
                  <a16:creationId xmlns:a16="http://schemas.microsoft.com/office/drawing/2014/main" id="{F598ACA0-4FEF-DBF5-AA85-1872EECDED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6" name="rc634">
              <a:extLst>
                <a:ext uri="{FF2B5EF4-FFF2-40B4-BE49-F238E27FC236}">
                  <a16:creationId xmlns:a16="http://schemas.microsoft.com/office/drawing/2014/main" id="{EBEED1D2-8546-197B-8D5C-9B690DEB13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7" name="rc635">
              <a:extLst>
                <a:ext uri="{FF2B5EF4-FFF2-40B4-BE49-F238E27FC236}">
                  <a16:creationId xmlns:a16="http://schemas.microsoft.com/office/drawing/2014/main" id="{4A418677-5FE8-72F2-95C4-416691139C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8" name="rc636">
              <a:extLst>
                <a:ext uri="{FF2B5EF4-FFF2-40B4-BE49-F238E27FC236}">
                  <a16:creationId xmlns:a16="http://schemas.microsoft.com/office/drawing/2014/main" id="{6A251A27-5E43-54E3-E80A-8B11F4D5F0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9" name="rc637">
              <a:extLst>
                <a:ext uri="{FF2B5EF4-FFF2-40B4-BE49-F238E27FC236}">
                  <a16:creationId xmlns:a16="http://schemas.microsoft.com/office/drawing/2014/main" id="{4B90037A-447C-5AC6-298D-FD806CA3FB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0" name="rc638">
              <a:extLst>
                <a:ext uri="{FF2B5EF4-FFF2-40B4-BE49-F238E27FC236}">
                  <a16:creationId xmlns:a16="http://schemas.microsoft.com/office/drawing/2014/main" id="{5DE18C35-6581-7774-A4DB-58478CEEC3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1" name="rc639">
              <a:extLst>
                <a:ext uri="{FF2B5EF4-FFF2-40B4-BE49-F238E27FC236}">
                  <a16:creationId xmlns:a16="http://schemas.microsoft.com/office/drawing/2014/main" id="{2DBB5995-F709-2869-C301-D156839415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2" name="rc640">
              <a:extLst>
                <a:ext uri="{FF2B5EF4-FFF2-40B4-BE49-F238E27FC236}">
                  <a16:creationId xmlns:a16="http://schemas.microsoft.com/office/drawing/2014/main" id="{9F5E4E04-E63A-4AF0-5716-F16CF4157A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3" name="rc641">
              <a:extLst>
                <a:ext uri="{FF2B5EF4-FFF2-40B4-BE49-F238E27FC236}">
                  <a16:creationId xmlns:a16="http://schemas.microsoft.com/office/drawing/2014/main" id="{7CFB1C05-3D89-FA3C-EB00-AB4672B852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4" name="rc642">
              <a:extLst>
                <a:ext uri="{FF2B5EF4-FFF2-40B4-BE49-F238E27FC236}">
                  <a16:creationId xmlns:a16="http://schemas.microsoft.com/office/drawing/2014/main" id="{5DC1A49B-6DA7-7F8F-6CCB-2CE5712502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5" name="rc643">
              <a:extLst>
                <a:ext uri="{FF2B5EF4-FFF2-40B4-BE49-F238E27FC236}">
                  <a16:creationId xmlns:a16="http://schemas.microsoft.com/office/drawing/2014/main" id="{73BF0267-9556-8241-D060-BEFAC4B57B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6" name="rc644">
              <a:extLst>
                <a:ext uri="{FF2B5EF4-FFF2-40B4-BE49-F238E27FC236}">
                  <a16:creationId xmlns:a16="http://schemas.microsoft.com/office/drawing/2014/main" id="{73FBA425-8B3C-987A-2C44-A1FC043182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7" name="rc645">
              <a:extLst>
                <a:ext uri="{FF2B5EF4-FFF2-40B4-BE49-F238E27FC236}">
                  <a16:creationId xmlns:a16="http://schemas.microsoft.com/office/drawing/2014/main" id="{BB6D26BD-BA04-5C37-4406-6DB6385498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8" name="rc646">
              <a:extLst>
                <a:ext uri="{FF2B5EF4-FFF2-40B4-BE49-F238E27FC236}">
                  <a16:creationId xmlns:a16="http://schemas.microsoft.com/office/drawing/2014/main" id="{4C511B31-C7DC-8E76-C2AB-5664CB7B58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9" name="rc647">
              <a:extLst>
                <a:ext uri="{FF2B5EF4-FFF2-40B4-BE49-F238E27FC236}">
                  <a16:creationId xmlns:a16="http://schemas.microsoft.com/office/drawing/2014/main" id="{81AA1FA4-6C5E-41CE-F984-8F99506803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0" name="rc648">
              <a:extLst>
                <a:ext uri="{FF2B5EF4-FFF2-40B4-BE49-F238E27FC236}">
                  <a16:creationId xmlns:a16="http://schemas.microsoft.com/office/drawing/2014/main" id="{9E70DF82-5375-DC9E-71A0-AA9308064C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1" name="rc649">
              <a:extLst>
                <a:ext uri="{FF2B5EF4-FFF2-40B4-BE49-F238E27FC236}">
                  <a16:creationId xmlns:a16="http://schemas.microsoft.com/office/drawing/2014/main" id="{5DC8465B-6E8F-4971-F4B2-471A4ED410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2" name="rc650">
              <a:extLst>
                <a:ext uri="{FF2B5EF4-FFF2-40B4-BE49-F238E27FC236}">
                  <a16:creationId xmlns:a16="http://schemas.microsoft.com/office/drawing/2014/main" id="{EF7E8C03-106D-997B-ABC9-025C47AE19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3" name="rc651">
              <a:extLst>
                <a:ext uri="{FF2B5EF4-FFF2-40B4-BE49-F238E27FC236}">
                  <a16:creationId xmlns:a16="http://schemas.microsoft.com/office/drawing/2014/main" id="{3AB7ACFB-1995-7C1E-8308-B43C22ADEB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4" name="rc652">
              <a:extLst>
                <a:ext uri="{FF2B5EF4-FFF2-40B4-BE49-F238E27FC236}">
                  <a16:creationId xmlns:a16="http://schemas.microsoft.com/office/drawing/2014/main" id="{6BB50A59-637C-97D5-0B8B-2BB5FB7B3F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5" name="rc653">
              <a:extLst>
                <a:ext uri="{FF2B5EF4-FFF2-40B4-BE49-F238E27FC236}">
                  <a16:creationId xmlns:a16="http://schemas.microsoft.com/office/drawing/2014/main" id="{C8C8987E-3A64-11EC-E6C6-8B71114105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6" name="rc654">
              <a:extLst>
                <a:ext uri="{FF2B5EF4-FFF2-40B4-BE49-F238E27FC236}">
                  <a16:creationId xmlns:a16="http://schemas.microsoft.com/office/drawing/2014/main" id="{2D5E4356-E8FC-0A0B-955D-9A9FFE9D31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7" name="rc655">
              <a:extLst>
                <a:ext uri="{FF2B5EF4-FFF2-40B4-BE49-F238E27FC236}">
                  <a16:creationId xmlns:a16="http://schemas.microsoft.com/office/drawing/2014/main" id="{07F67B39-F169-1371-347E-C4065E28B7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8" name="rc656">
              <a:extLst>
                <a:ext uri="{FF2B5EF4-FFF2-40B4-BE49-F238E27FC236}">
                  <a16:creationId xmlns:a16="http://schemas.microsoft.com/office/drawing/2014/main" id="{A08EA142-85D5-C154-A990-BD6E637C95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9" name="rc657">
              <a:extLst>
                <a:ext uri="{FF2B5EF4-FFF2-40B4-BE49-F238E27FC236}">
                  <a16:creationId xmlns:a16="http://schemas.microsoft.com/office/drawing/2014/main" id="{6D91387E-D283-12EB-03C3-907AE30E88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0" name="rc658">
              <a:extLst>
                <a:ext uri="{FF2B5EF4-FFF2-40B4-BE49-F238E27FC236}">
                  <a16:creationId xmlns:a16="http://schemas.microsoft.com/office/drawing/2014/main" id="{DEB82E41-2346-A27A-9DAF-4EBE9D0C21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1" name="rc659">
              <a:extLst>
                <a:ext uri="{FF2B5EF4-FFF2-40B4-BE49-F238E27FC236}">
                  <a16:creationId xmlns:a16="http://schemas.microsoft.com/office/drawing/2014/main" id="{597B5DC3-FDAD-8992-41F7-21531C6173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2" name="rc660">
              <a:extLst>
                <a:ext uri="{FF2B5EF4-FFF2-40B4-BE49-F238E27FC236}">
                  <a16:creationId xmlns:a16="http://schemas.microsoft.com/office/drawing/2014/main" id="{2318C0CE-A69D-4800-E7ED-0EB033F7E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3" name="rc661">
              <a:extLst>
                <a:ext uri="{FF2B5EF4-FFF2-40B4-BE49-F238E27FC236}">
                  <a16:creationId xmlns:a16="http://schemas.microsoft.com/office/drawing/2014/main" id="{A2B08029-0BB7-C1E7-0DC5-8814E7F834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4" name="rc662">
              <a:extLst>
                <a:ext uri="{FF2B5EF4-FFF2-40B4-BE49-F238E27FC236}">
                  <a16:creationId xmlns:a16="http://schemas.microsoft.com/office/drawing/2014/main" id="{AC9C3975-5ECC-28C7-4FE1-C234FC7380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5" name="rc663">
              <a:extLst>
                <a:ext uri="{FF2B5EF4-FFF2-40B4-BE49-F238E27FC236}">
                  <a16:creationId xmlns:a16="http://schemas.microsoft.com/office/drawing/2014/main" id="{F444B3A7-693B-43D2-38A7-06293DA149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6" name="rc664">
              <a:extLst>
                <a:ext uri="{FF2B5EF4-FFF2-40B4-BE49-F238E27FC236}">
                  <a16:creationId xmlns:a16="http://schemas.microsoft.com/office/drawing/2014/main" id="{EC1615B3-6C13-B920-0B2A-5B0A90992F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7" name="rc665">
              <a:extLst>
                <a:ext uri="{FF2B5EF4-FFF2-40B4-BE49-F238E27FC236}">
                  <a16:creationId xmlns:a16="http://schemas.microsoft.com/office/drawing/2014/main" id="{24758C20-C0A2-0406-4CD9-4A2521538A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8" name="rc666">
              <a:extLst>
                <a:ext uri="{FF2B5EF4-FFF2-40B4-BE49-F238E27FC236}">
                  <a16:creationId xmlns:a16="http://schemas.microsoft.com/office/drawing/2014/main" id="{7EC938D5-F235-008E-C63B-1587557A51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9" name="rc667">
              <a:extLst>
                <a:ext uri="{FF2B5EF4-FFF2-40B4-BE49-F238E27FC236}">
                  <a16:creationId xmlns:a16="http://schemas.microsoft.com/office/drawing/2014/main" id="{BCABCC1F-F74E-F24C-F58B-62B4B3D3BD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0" name="rc668">
              <a:extLst>
                <a:ext uri="{FF2B5EF4-FFF2-40B4-BE49-F238E27FC236}">
                  <a16:creationId xmlns:a16="http://schemas.microsoft.com/office/drawing/2014/main" id="{D5AEF648-F4D3-F2F2-E06B-297BCA1B9D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1" name="rc669">
              <a:extLst>
                <a:ext uri="{FF2B5EF4-FFF2-40B4-BE49-F238E27FC236}">
                  <a16:creationId xmlns:a16="http://schemas.microsoft.com/office/drawing/2014/main" id="{18BA0298-49FC-5A09-1893-DB011F04C0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2" name="rc670">
              <a:extLst>
                <a:ext uri="{FF2B5EF4-FFF2-40B4-BE49-F238E27FC236}">
                  <a16:creationId xmlns:a16="http://schemas.microsoft.com/office/drawing/2014/main" id="{885B7A41-D7E3-86C7-0B75-D71ED328BD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3" name="rc671">
              <a:extLst>
                <a:ext uri="{FF2B5EF4-FFF2-40B4-BE49-F238E27FC236}">
                  <a16:creationId xmlns:a16="http://schemas.microsoft.com/office/drawing/2014/main" id="{56D8F887-BB4A-4754-D43B-DF80193E60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4" name="rc672">
              <a:extLst>
                <a:ext uri="{FF2B5EF4-FFF2-40B4-BE49-F238E27FC236}">
                  <a16:creationId xmlns:a16="http://schemas.microsoft.com/office/drawing/2014/main" id="{A25E9E81-2CB2-6874-D88F-B69E531ADC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5" name="rc673">
              <a:extLst>
                <a:ext uri="{FF2B5EF4-FFF2-40B4-BE49-F238E27FC236}">
                  <a16:creationId xmlns:a16="http://schemas.microsoft.com/office/drawing/2014/main" id="{8AEA1563-A12A-D687-235D-BF33C3E1C8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6" name="rc674">
              <a:extLst>
                <a:ext uri="{FF2B5EF4-FFF2-40B4-BE49-F238E27FC236}">
                  <a16:creationId xmlns:a16="http://schemas.microsoft.com/office/drawing/2014/main" id="{F8660AD4-CED1-7926-4AA3-E127FEBA66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7" name="rc675">
              <a:extLst>
                <a:ext uri="{FF2B5EF4-FFF2-40B4-BE49-F238E27FC236}">
                  <a16:creationId xmlns:a16="http://schemas.microsoft.com/office/drawing/2014/main" id="{F4801D07-5C77-466C-639F-54BDE3BA58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8" name="rc676">
              <a:extLst>
                <a:ext uri="{FF2B5EF4-FFF2-40B4-BE49-F238E27FC236}">
                  <a16:creationId xmlns:a16="http://schemas.microsoft.com/office/drawing/2014/main" id="{CDE76B7F-9FBA-1363-D466-FE8F946A19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9" name="rc677">
              <a:extLst>
                <a:ext uri="{FF2B5EF4-FFF2-40B4-BE49-F238E27FC236}">
                  <a16:creationId xmlns:a16="http://schemas.microsoft.com/office/drawing/2014/main" id="{1FB2B55E-490E-B282-8A6C-83DFB43116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0" name="rc678">
              <a:extLst>
                <a:ext uri="{FF2B5EF4-FFF2-40B4-BE49-F238E27FC236}">
                  <a16:creationId xmlns:a16="http://schemas.microsoft.com/office/drawing/2014/main" id="{AA0B5263-B1B8-347B-45C2-D632877F83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1" name="rc679">
              <a:extLst>
                <a:ext uri="{FF2B5EF4-FFF2-40B4-BE49-F238E27FC236}">
                  <a16:creationId xmlns:a16="http://schemas.microsoft.com/office/drawing/2014/main" id="{D7EFC8EA-E738-A72B-8323-29DFB5E455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2" name="rc680">
              <a:extLst>
                <a:ext uri="{FF2B5EF4-FFF2-40B4-BE49-F238E27FC236}">
                  <a16:creationId xmlns:a16="http://schemas.microsoft.com/office/drawing/2014/main" id="{18973D9F-CD72-C842-D868-58DE3E3001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3" name="rc681">
              <a:extLst>
                <a:ext uri="{FF2B5EF4-FFF2-40B4-BE49-F238E27FC236}">
                  <a16:creationId xmlns:a16="http://schemas.microsoft.com/office/drawing/2014/main" id="{0511240D-7DEA-A482-C34D-B78368891E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4" name="rc682">
              <a:extLst>
                <a:ext uri="{FF2B5EF4-FFF2-40B4-BE49-F238E27FC236}">
                  <a16:creationId xmlns:a16="http://schemas.microsoft.com/office/drawing/2014/main" id="{00527790-C75B-8170-F139-1AF61969EF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5" name="rc683">
              <a:extLst>
                <a:ext uri="{FF2B5EF4-FFF2-40B4-BE49-F238E27FC236}">
                  <a16:creationId xmlns:a16="http://schemas.microsoft.com/office/drawing/2014/main" id="{EB1E3CEE-E736-C95D-BA7F-23095FCC4E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6" name="rc684">
              <a:extLst>
                <a:ext uri="{FF2B5EF4-FFF2-40B4-BE49-F238E27FC236}">
                  <a16:creationId xmlns:a16="http://schemas.microsoft.com/office/drawing/2014/main" id="{E48B5BC8-7168-4AB6-852C-C658D927F5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7" name="rc685">
              <a:extLst>
                <a:ext uri="{FF2B5EF4-FFF2-40B4-BE49-F238E27FC236}">
                  <a16:creationId xmlns:a16="http://schemas.microsoft.com/office/drawing/2014/main" id="{6CFA87FC-BC3D-F465-E7E1-44F1FF7A0A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8" name="rc686">
              <a:extLst>
                <a:ext uri="{FF2B5EF4-FFF2-40B4-BE49-F238E27FC236}">
                  <a16:creationId xmlns:a16="http://schemas.microsoft.com/office/drawing/2014/main" id="{7A8A0A60-7D64-C4A2-A899-53F80A63B2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9" name="rc687">
              <a:extLst>
                <a:ext uri="{FF2B5EF4-FFF2-40B4-BE49-F238E27FC236}">
                  <a16:creationId xmlns:a16="http://schemas.microsoft.com/office/drawing/2014/main" id="{C0EBAA0C-8742-C04A-B887-317359B3E9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0" name="rc688">
              <a:extLst>
                <a:ext uri="{FF2B5EF4-FFF2-40B4-BE49-F238E27FC236}">
                  <a16:creationId xmlns:a16="http://schemas.microsoft.com/office/drawing/2014/main" id="{FEAFCA70-4168-7CF1-DA85-543F012CFE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1" name="rc689">
              <a:extLst>
                <a:ext uri="{FF2B5EF4-FFF2-40B4-BE49-F238E27FC236}">
                  <a16:creationId xmlns:a16="http://schemas.microsoft.com/office/drawing/2014/main" id="{8E971427-7A79-D794-CA8E-C14841702F1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2" name="rc690">
              <a:extLst>
                <a:ext uri="{FF2B5EF4-FFF2-40B4-BE49-F238E27FC236}">
                  <a16:creationId xmlns:a16="http://schemas.microsoft.com/office/drawing/2014/main" id="{351AFE76-B75F-C2EA-1B41-7968C79DC6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3" name="rc691">
              <a:extLst>
                <a:ext uri="{FF2B5EF4-FFF2-40B4-BE49-F238E27FC236}">
                  <a16:creationId xmlns:a16="http://schemas.microsoft.com/office/drawing/2014/main" id="{C0556DBB-30ED-FE99-E2AD-31FFF494D5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4" name="rc692">
              <a:extLst>
                <a:ext uri="{FF2B5EF4-FFF2-40B4-BE49-F238E27FC236}">
                  <a16:creationId xmlns:a16="http://schemas.microsoft.com/office/drawing/2014/main" id="{CBA658C2-288E-F043-C412-871B0FCBD5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5" name="rc693">
              <a:extLst>
                <a:ext uri="{FF2B5EF4-FFF2-40B4-BE49-F238E27FC236}">
                  <a16:creationId xmlns:a16="http://schemas.microsoft.com/office/drawing/2014/main" id="{26870FEE-CD0A-B656-849F-CF6F43BF36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6" name="rc694">
              <a:extLst>
                <a:ext uri="{FF2B5EF4-FFF2-40B4-BE49-F238E27FC236}">
                  <a16:creationId xmlns:a16="http://schemas.microsoft.com/office/drawing/2014/main" id="{2148B2AF-C3E1-79B6-A1F0-00C69DE90C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7" name="rc695">
              <a:extLst>
                <a:ext uri="{FF2B5EF4-FFF2-40B4-BE49-F238E27FC236}">
                  <a16:creationId xmlns:a16="http://schemas.microsoft.com/office/drawing/2014/main" id="{F522D324-CD51-236D-964B-4E57D2D006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8" name="rc696">
              <a:extLst>
                <a:ext uri="{FF2B5EF4-FFF2-40B4-BE49-F238E27FC236}">
                  <a16:creationId xmlns:a16="http://schemas.microsoft.com/office/drawing/2014/main" id="{EF3738D6-3A30-74D9-A417-25743AF8B4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9" name="rc697">
              <a:extLst>
                <a:ext uri="{FF2B5EF4-FFF2-40B4-BE49-F238E27FC236}">
                  <a16:creationId xmlns:a16="http://schemas.microsoft.com/office/drawing/2014/main" id="{D60280E5-0055-BDEA-F30B-2B5E44DCA9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0" name="rc698">
              <a:extLst>
                <a:ext uri="{FF2B5EF4-FFF2-40B4-BE49-F238E27FC236}">
                  <a16:creationId xmlns:a16="http://schemas.microsoft.com/office/drawing/2014/main" id="{7B319488-D291-B940-86C9-B2AB398173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1" name="rc699">
              <a:extLst>
                <a:ext uri="{FF2B5EF4-FFF2-40B4-BE49-F238E27FC236}">
                  <a16:creationId xmlns:a16="http://schemas.microsoft.com/office/drawing/2014/main" id="{CC678501-74DA-A393-33CD-6AA7C847AE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2" name="rc700">
              <a:extLst>
                <a:ext uri="{FF2B5EF4-FFF2-40B4-BE49-F238E27FC236}">
                  <a16:creationId xmlns:a16="http://schemas.microsoft.com/office/drawing/2014/main" id="{FB19B9AC-DDE1-F76C-DD39-457AB0AB24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3" name="rc701">
              <a:extLst>
                <a:ext uri="{FF2B5EF4-FFF2-40B4-BE49-F238E27FC236}">
                  <a16:creationId xmlns:a16="http://schemas.microsoft.com/office/drawing/2014/main" id="{49E97083-9F36-E672-47FA-7C1C947581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4" name="rc702">
              <a:extLst>
                <a:ext uri="{FF2B5EF4-FFF2-40B4-BE49-F238E27FC236}">
                  <a16:creationId xmlns:a16="http://schemas.microsoft.com/office/drawing/2014/main" id="{9CC26E05-2565-B4A0-D1E1-512066D1F2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5" name="rc703">
              <a:extLst>
                <a:ext uri="{FF2B5EF4-FFF2-40B4-BE49-F238E27FC236}">
                  <a16:creationId xmlns:a16="http://schemas.microsoft.com/office/drawing/2014/main" id="{3BC6A408-C81A-352A-5367-4478685D70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6" name="rc704">
              <a:extLst>
                <a:ext uri="{FF2B5EF4-FFF2-40B4-BE49-F238E27FC236}">
                  <a16:creationId xmlns:a16="http://schemas.microsoft.com/office/drawing/2014/main" id="{161F6F61-5B47-3E57-F70F-F200CA67F3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7" name="rc705">
              <a:extLst>
                <a:ext uri="{FF2B5EF4-FFF2-40B4-BE49-F238E27FC236}">
                  <a16:creationId xmlns:a16="http://schemas.microsoft.com/office/drawing/2014/main" id="{AD70350B-E369-E6F6-F64E-D8E663A51F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8" name="rc706">
              <a:extLst>
                <a:ext uri="{FF2B5EF4-FFF2-40B4-BE49-F238E27FC236}">
                  <a16:creationId xmlns:a16="http://schemas.microsoft.com/office/drawing/2014/main" id="{541B83AB-76D2-9076-ADD9-E5064D5B32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9" name="rc707">
              <a:extLst>
                <a:ext uri="{FF2B5EF4-FFF2-40B4-BE49-F238E27FC236}">
                  <a16:creationId xmlns:a16="http://schemas.microsoft.com/office/drawing/2014/main" id="{9C026A01-6701-77AD-B06E-87171B1763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0" name="rc708">
              <a:extLst>
                <a:ext uri="{FF2B5EF4-FFF2-40B4-BE49-F238E27FC236}">
                  <a16:creationId xmlns:a16="http://schemas.microsoft.com/office/drawing/2014/main" id="{D7A648D9-A40D-CF59-6203-F97FAB51D3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1" name="rc709">
              <a:extLst>
                <a:ext uri="{FF2B5EF4-FFF2-40B4-BE49-F238E27FC236}">
                  <a16:creationId xmlns:a16="http://schemas.microsoft.com/office/drawing/2014/main" id="{02B80C6F-6325-7178-76BA-2ED70DEE02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2" name="rc710">
              <a:extLst>
                <a:ext uri="{FF2B5EF4-FFF2-40B4-BE49-F238E27FC236}">
                  <a16:creationId xmlns:a16="http://schemas.microsoft.com/office/drawing/2014/main" id="{54479F13-2F64-3B2C-FC57-9F5180F7C2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3" name="rc711">
              <a:extLst>
                <a:ext uri="{FF2B5EF4-FFF2-40B4-BE49-F238E27FC236}">
                  <a16:creationId xmlns:a16="http://schemas.microsoft.com/office/drawing/2014/main" id="{75C1F321-FFD1-7340-B2D8-D9859F19E0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4" name="rc712">
              <a:extLst>
                <a:ext uri="{FF2B5EF4-FFF2-40B4-BE49-F238E27FC236}">
                  <a16:creationId xmlns:a16="http://schemas.microsoft.com/office/drawing/2014/main" id="{FF1F2852-5259-2F1F-C995-0ED7114F00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5" name="rc713">
              <a:extLst>
                <a:ext uri="{FF2B5EF4-FFF2-40B4-BE49-F238E27FC236}">
                  <a16:creationId xmlns:a16="http://schemas.microsoft.com/office/drawing/2014/main" id="{8E5A3321-58E5-4D9F-E570-5886234C23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6" name="rc714">
              <a:extLst>
                <a:ext uri="{FF2B5EF4-FFF2-40B4-BE49-F238E27FC236}">
                  <a16:creationId xmlns:a16="http://schemas.microsoft.com/office/drawing/2014/main" id="{22B1B55B-A530-872D-A2E4-AD6CD86BF7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7" name="rc715">
              <a:extLst>
                <a:ext uri="{FF2B5EF4-FFF2-40B4-BE49-F238E27FC236}">
                  <a16:creationId xmlns:a16="http://schemas.microsoft.com/office/drawing/2014/main" id="{181B2C4B-4724-624D-4EC4-8CB1894C4B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8" name="rc716">
              <a:extLst>
                <a:ext uri="{FF2B5EF4-FFF2-40B4-BE49-F238E27FC236}">
                  <a16:creationId xmlns:a16="http://schemas.microsoft.com/office/drawing/2014/main" id="{59F34224-E712-874A-A6B4-98C75E0282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9" name="rc717">
              <a:extLst>
                <a:ext uri="{FF2B5EF4-FFF2-40B4-BE49-F238E27FC236}">
                  <a16:creationId xmlns:a16="http://schemas.microsoft.com/office/drawing/2014/main" id="{51F6D27C-40EE-4788-CEEE-4C1AE88C0F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0" name="rc718">
              <a:extLst>
                <a:ext uri="{FF2B5EF4-FFF2-40B4-BE49-F238E27FC236}">
                  <a16:creationId xmlns:a16="http://schemas.microsoft.com/office/drawing/2014/main" id="{8DAD6499-8559-FD1A-60CC-9CC005D71C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1" name="rc719">
              <a:extLst>
                <a:ext uri="{FF2B5EF4-FFF2-40B4-BE49-F238E27FC236}">
                  <a16:creationId xmlns:a16="http://schemas.microsoft.com/office/drawing/2014/main" id="{D5E0D2F2-D734-74FB-8E61-3CD7990C5A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2" name="rc720">
              <a:extLst>
                <a:ext uri="{FF2B5EF4-FFF2-40B4-BE49-F238E27FC236}">
                  <a16:creationId xmlns:a16="http://schemas.microsoft.com/office/drawing/2014/main" id="{9F774141-EE10-48E1-6B74-A6A1DD7FEB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3" name="rc721">
              <a:extLst>
                <a:ext uri="{FF2B5EF4-FFF2-40B4-BE49-F238E27FC236}">
                  <a16:creationId xmlns:a16="http://schemas.microsoft.com/office/drawing/2014/main" id="{7F84FD01-6A3A-C0D8-BC1E-56982B291F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4" name="rc722">
              <a:extLst>
                <a:ext uri="{FF2B5EF4-FFF2-40B4-BE49-F238E27FC236}">
                  <a16:creationId xmlns:a16="http://schemas.microsoft.com/office/drawing/2014/main" id="{BB346E19-B66F-FB83-BB8A-A015FBEFAA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5" name="rc723">
              <a:extLst>
                <a:ext uri="{FF2B5EF4-FFF2-40B4-BE49-F238E27FC236}">
                  <a16:creationId xmlns:a16="http://schemas.microsoft.com/office/drawing/2014/main" id="{639B1570-21F3-1FC5-A2FC-CC7BAAF282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6" name="rc724">
              <a:extLst>
                <a:ext uri="{FF2B5EF4-FFF2-40B4-BE49-F238E27FC236}">
                  <a16:creationId xmlns:a16="http://schemas.microsoft.com/office/drawing/2014/main" id="{5D17C128-C223-69B3-E565-DB7859C9B4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7" name="rc725">
              <a:extLst>
                <a:ext uri="{FF2B5EF4-FFF2-40B4-BE49-F238E27FC236}">
                  <a16:creationId xmlns:a16="http://schemas.microsoft.com/office/drawing/2014/main" id="{A5C0E368-E1F2-96B6-89E6-4B74727134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8" name="rc726">
              <a:extLst>
                <a:ext uri="{FF2B5EF4-FFF2-40B4-BE49-F238E27FC236}">
                  <a16:creationId xmlns:a16="http://schemas.microsoft.com/office/drawing/2014/main" id="{995F324C-712F-3D4D-2B71-E5C8E96EA8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9" name="rc727">
              <a:extLst>
                <a:ext uri="{FF2B5EF4-FFF2-40B4-BE49-F238E27FC236}">
                  <a16:creationId xmlns:a16="http://schemas.microsoft.com/office/drawing/2014/main" id="{3DA62FB2-FE1B-08BE-1FED-87FBDFBD0A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0" name="rc728">
              <a:extLst>
                <a:ext uri="{FF2B5EF4-FFF2-40B4-BE49-F238E27FC236}">
                  <a16:creationId xmlns:a16="http://schemas.microsoft.com/office/drawing/2014/main" id="{DE6FB195-FA6E-BEA3-8837-BC088A604A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1" name="rc729">
              <a:extLst>
                <a:ext uri="{FF2B5EF4-FFF2-40B4-BE49-F238E27FC236}">
                  <a16:creationId xmlns:a16="http://schemas.microsoft.com/office/drawing/2014/main" id="{8CD403A9-6F82-CAD9-05C9-E5B17EBBE7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2" name="rc730">
              <a:extLst>
                <a:ext uri="{FF2B5EF4-FFF2-40B4-BE49-F238E27FC236}">
                  <a16:creationId xmlns:a16="http://schemas.microsoft.com/office/drawing/2014/main" id="{F4BD0689-0BD8-C53A-5DBA-A4DBAC7BD7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3" name="rc731">
              <a:extLst>
                <a:ext uri="{FF2B5EF4-FFF2-40B4-BE49-F238E27FC236}">
                  <a16:creationId xmlns:a16="http://schemas.microsoft.com/office/drawing/2014/main" id="{A69E359B-0CE7-94EF-5EAA-74B33FABDD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4" name="rc732">
              <a:extLst>
                <a:ext uri="{FF2B5EF4-FFF2-40B4-BE49-F238E27FC236}">
                  <a16:creationId xmlns:a16="http://schemas.microsoft.com/office/drawing/2014/main" id="{270FEE4D-00D3-C9E5-7ECC-09C4C2B995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5" name="rc733">
              <a:extLst>
                <a:ext uri="{FF2B5EF4-FFF2-40B4-BE49-F238E27FC236}">
                  <a16:creationId xmlns:a16="http://schemas.microsoft.com/office/drawing/2014/main" id="{5ACC0A53-E5B8-4E5F-821B-A36B3794C4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6" name="rc734">
              <a:extLst>
                <a:ext uri="{FF2B5EF4-FFF2-40B4-BE49-F238E27FC236}">
                  <a16:creationId xmlns:a16="http://schemas.microsoft.com/office/drawing/2014/main" id="{4DCAA20F-0AE9-C651-9D03-B036B4D261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7" name="rc735">
              <a:extLst>
                <a:ext uri="{FF2B5EF4-FFF2-40B4-BE49-F238E27FC236}">
                  <a16:creationId xmlns:a16="http://schemas.microsoft.com/office/drawing/2014/main" id="{67D75DCD-EFA1-D9D7-44A6-E41D830492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8" name="rc736">
              <a:extLst>
                <a:ext uri="{FF2B5EF4-FFF2-40B4-BE49-F238E27FC236}">
                  <a16:creationId xmlns:a16="http://schemas.microsoft.com/office/drawing/2014/main" id="{2C5D58F4-A75B-F5DA-8DB4-B0FB016BBD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9" name="rc737">
              <a:extLst>
                <a:ext uri="{FF2B5EF4-FFF2-40B4-BE49-F238E27FC236}">
                  <a16:creationId xmlns:a16="http://schemas.microsoft.com/office/drawing/2014/main" id="{E29EDD60-93D1-C52E-965D-DE2B7B2533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0" name="rc738">
              <a:extLst>
                <a:ext uri="{FF2B5EF4-FFF2-40B4-BE49-F238E27FC236}">
                  <a16:creationId xmlns:a16="http://schemas.microsoft.com/office/drawing/2014/main" id="{F486481F-C90B-7EB4-E9B4-CD57A2B93B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1" name="rc739">
              <a:extLst>
                <a:ext uri="{FF2B5EF4-FFF2-40B4-BE49-F238E27FC236}">
                  <a16:creationId xmlns:a16="http://schemas.microsoft.com/office/drawing/2014/main" id="{2AC3C601-EDBF-A878-F14C-400B196C16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2" name="rc740">
              <a:extLst>
                <a:ext uri="{FF2B5EF4-FFF2-40B4-BE49-F238E27FC236}">
                  <a16:creationId xmlns:a16="http://schemas.microsoft.com/office/drawing/2014/main" id="{0F856B4F-8DEC-8DC9-24BF-8F52A2C657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3" name="rc741">
              <a:extLst>
                <a:ext uri="{FF2B5EF4-FFF2-40B4-BE49-F238E27FC236}">
                  <a16:creationId xmlns:a16="http://schemas.microsoft.com/office/drawing/2014/main" id="{A196B5A7-4CBC-27C0-0589-3B78AE0988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4" name="rc742">
              <a:extLst>
                <a:ext uri="{FF2B5EF4-FFF2-40B4-BE49-F238E27FC236}">
                  <a16:creationId xmlns:a16="http://schemas.microsoft.com/office/drawing/2014/main" id="{2BEA9361-17C9-5668-C586-EAF236A8CA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5" name="rc743">
              <a:extLst>
                <a:ext uri="{FF2B5EF4-FFF2-40B4-BE49-F238E27FC236}">
                  <a16:creationId xmlns:a16="http://schemas.microsoft.com/office/drawing/2014/main" id="{EB14CF00-225F-7331-2E56-4D3E49B7D8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6" name="rc744">
              <a:extLst>
                <a:ext uri="{FF2B5EF4-FFF2-40B4-BE49-F238E27FC236}">
                  <a16:creationId xmlns:a16="http://schemas.microsoft.com/office/drawing/2014/main" id="{29038C44-7163-590A-ABDA-8A6C19157B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7" name="rc745">
              <a:extLst>
                <a:ext uri="{FF2B5EF4-FFF2-40B4-BE49-F238E27FC236}">
                  <a16:creationId xmlns:a16="http://schemas.microsoft.com/office/drawing/2014/main" id="{4665A4FA-2F2F-B470-C708-208526AEFD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8" name="rc746">
              <a:extLst>
                <a:ext uri="{FF2B5EF4-FFF2-40B4-BE49-F238E27FC236}">
                  <a16:creationId xmlns:a16="http://schemas.microsoft.com/office/drawing/2014/main" id="{B634E77F-5AC8-0ABC-39F1-CB362A1221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9" name="rc747">
              <a:extLst>
                <a:ext uri="{FF2B5EF4-FFF2-40B4-BE49-F238E27FC236}">
                  <a16:creationId xmlns:a16="http://schemas.microsoft.com/office/drawing/2014/main" id="{561A2764-2E0D-182C-E3E3-6DDDD3CE27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0" name="rc748">
              <a:extLst>
                <a:ext uri="{FF2B5EF4-FFF2-40B4-BE49-F238E27FC236}">
                  <a16:creationId xmlns:a16="http://schemas.microsoft.com/office/drawing/2014/main" id="{D34BD6EF-E77E-1DA2-D7DA-C6C33AB63B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1" name="rc749">
              <a:extLst>
                <a:ext uri="{FF2B5EF4-FFF2-40B4-BE49-F238E27FC236}">
                  <a16:creationId xmlns:a16="http://schemas.microsoft.com/office/drawing/2014/main" id="{44EE0286-108A-6C54-53AD-AD589393E1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2" name="rc750">
              <a:extLst>
                <a:ext uri="{FF2B5EF4-FFF2-40B4-BE49-F238E27FC236}">
                  <a16:creationId xmlns:a16="http://schemas.microsoft.com/office/drawing/2014/main" id="{CEBCC451-500C-1C57-83BA-F53F658EB8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3" name="rc751">
              <a:extLst>
                <a:ext uri="{FF2B5EF4-FFF2-40B4-BE49-F238E27FC236}">
                  <a16:creationId xmlns:a16="http://schemas.microsoft.com/office/drawing/2014/main" id="{34C442CE-CDE4-DCDD-7A3E-221D059549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4" name="rc752">
              <a:extLst>
                <a:ext uri="{FF2B5EF4-FFF2-40B4-BE49-F238E27FC236}">
                  <a16:creationId xmlns:a16="http://schemas.microsoft.com/office/drawing/2014/main" id="{2D7F0241-5056-2F1B-9D57-4F4A1D3BC6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5" name="rc753">
              <a:extLst>
                <a:ext uri="{FF2B5EF4-FFF2-40B4-BE49-F238E27FC236}">
                  <a16:creationId xmlns:a16="http://schemas.microsoft.com/office/drawing/2014/main" id="{3935FAA9-2A98-4E60-9401-E4BAA0DFE6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6" name="rc754">
              <a:extLst>
                <a:ext uri="{FF2B5EF4-FFF2-40B4-BE49-F238E27FC236}">
                  <a16:creationId xmlns:a16="http://schemas.microsoft.com/office/drawing/2014/main" id="{D005D6D0-2045-1AB5-488E-763CBD6299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7" name="rc755">
              <a:extLst>
                <a:ext uri="{FF2B5EF4-FFF2-40B4-BE49-F238E27FC236}">
                  <a16:creationId xmlns:a16="http://schemas.microsoft.com/office/drawing/2014/main" id="{B78AE1B2-F8B9-B7CD-FDBE-19E78B29F1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8" name="rc756">
              <a:extLst>
                <a:ext uri="{FF2B5EF4-FFF2-40B4-BE49-F238E27FC236}">
                  <a16:creationId xmlns:a16="http://schemas.microsoft.com/office/drawing/2014/main" id="{4AAB3478-3B0E-7BE4-7702-45DA1BDBF8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9" name="rc757">
              <a:extLst>
                <a:ext uri="{FF2B5EF4-FFF2-40B4-BE49-F238E27FC236}">
                  <a16:creationId xmlns:a16="http://schemas.microsoft.com/office/drawing/2014/main" id="{4480EDF6-2368-CDCB-789B-5347B380B9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0" name="rc758">
              <a:extLst>
                <a:ext uri="{FF2B5EF4-FFF2-40B4-BE49-F238E27FC236}">
                  <a16:creationId xmlns:a16="http://schemas.microsoft.com/office/drawing/2014/main" id="{48266668-E1F9-A8B2-46B7-74E1A91F7C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1" name="rc759">
              <a:extLst>
                <a:ext uri="{FF2B5EF4-FFF2-40B4-BE49-F238E27FC236}">
                  <a16:creationId xmlns:a16="http://schemas.microsoft.com/office/drawing/2014/main" id="{4EFA77DB-99F1-79CA-A8E5-9624D7B86E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2" name="rc760">
              <a:extLst>
                <a:ext uri="{FF2B5EF4-FFF2-40B4-BE49-F238E27FC236}">
                  <a16:creationId xmlns:a16="http://schemas.microsoft.com/office/drawing/2014/main" id="{FA74B713-C72A-4F81-D990-6452F82563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3" name="rc761">
              <a:extLst>
                <a:ext uri="{FF2B5EF4-FFF2-40B4-BE49-F238E27FC236}">
                  <a16:creationId xmlns:a16="http://schemas.microsoft.com/office/drawing/2014/main" id="{A6D36F02-B817-FD61-05D8-A6AECB1B5F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4" name="rc762">
              <a:extLst>
                <a:ext uri="{FF2B5EF4-FFF2-40B4-BE49-F238E27FC236}">
                  <a16:creationId xmlns:a16="http://schemas.microsoft.com/office/drawing/2014/main" id="{E06C86AE-BA6F-6D92-CA8F-DF2C1729C6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5" name="rc763">
              <a:extLst>
                <a:ext uri="{FF2B5EF4-FFF2-40B4-BE49-F238E27FC236}">
                  <a16:creationId xmlns:a16="http://schemas.microsoft.com/office/drawing/2014/main" id="{4EDD02F3-6DC8-4BA2-8379-886CE92A84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6" name="rc764">
              <a:extLst>
                <a:ext uri="{FF2B5EF4-FFF2-40B4-BE49-F238E27FC236}">
                  <a16:creationId xmlns:a16="http://schemas.microsoft.com/office/drawing/2014/main" id="{BA5D9FD6-8BFE-49A2-C3F2-DE8729B9E8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7" name="rc765">
              <a:extLst>
                <a:ext uri="{FF2B5EF4-FFF2-40B4-BE49-F238E27FC236}">
                  <a16:creationId xmlns:a16="http://schemas.microsoft.com/office/drawing/2014/main" id="{4DD5AB06-07B4-3670-9D14-5AFD91E050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8" name="rc766">
              <a:extLst>
                <a:ext uri="{FF2B5EF4-FFF2-40B4-BE49-F238E27FC236}">
                  <a16:creationId xmlns:a16="http://schemas.microsoft.com/office/drawing/2014/main" id="{2D95AA53-0D01-68EA-E8B5-71DE4E7CCE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9" name="rc767">
              <a:extLst>
                <a:ext uri="{FF2B5EF4-FFF2-40B4-BE49-F238E27FC236}">
                  <a16:creationId xmlns:a16="http://schemas.microsoft.com/office/drawing/2014/main" id="{F41FE482-051D-05A0-4618-E1476D45BC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0" name="rc768">
              <a:extLst>
                <a:ext uri="{FF2B5EF4-FFF2-40B4-BE49-F238E27FC236}">
                  <a16:creationId xmlns:a16="http://schemas.microsoft.com/office/drawing/2014/main" id="{8C449D63-517B-21A0-9967-7DCA5DEA80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1" name="rc769">
              <a:extLst>
                <a:ext uri="{FF2B5EF4-FFF2-40B4-BE49-F238E27FC236}">
                  <a16:creationId xmlns:a16="http://schemas.microsoft.com/office/drawing/2014/main" id="{F6F2F6D5-F01E-1FD5-27E2-44679077C1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2" name="rc770">
              <a:extLst>
                <a:ext uri="{FF2B5EF4-FFF2-40B4-BE49-F238E27FC236}">
                  <a16:creationId xmlns:a16="http://schemas.microsoft.com/office/drawing/2014/main" id="{49D6AB2C-CAC9-2123-D72D-D1C7CBA6C5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3" name="rc771">
              <a:extLst>
                <a:ext uri="{FF2B5EF4-FFF2-40B4-BE49-F238E27FC236}">
                  <a16:creationId xmlns:a16="http://schemas.microsoft.com/office/drawing/2014/main" id="{AF089E94-48A0-AA50-184F-3F380F1345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4" name="rc772">
              <a:extLst>
                <a:ext uri="{FF2B5EF4-FFF2-40B4-BE49-F238E27FC236}">
                  <a16:creationId xmlns:a16="http://schemas.microsoft.com/office/drawing/2014/main" id="{B2589185-B5D5-581B-DD0B-91DE3FDB60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5" name="rc773">
              <a:extLst>
                <a:ext uri="{FF2B5EF4-FFF2-40B4-BE49-F238E27FC236}">
                  <a16:creationId xmlns:a16="http://schemas.microsoft.com/office/drawing/2014/main" id="{905D037D-4449-5B3D-D9C7-E72EE49BF6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6" name="rc774">
              <a:extLst>
                <a:ext uri="{FF2B5EF4-FFF2-40B4-BE49-F238E27FC236}">
                  <a16:creationId xmlns:a16="http://schemas.microsoft.com/office/drawing/2014/main" id="{2DB36CEB-BC4D-EC67-BFAC-EA5E658131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7" name="rc775">
              <a:extLst>
                <a:ext uri="{FF2B5EF4-FFF2-40B4-BE49-F238E27FC236}">
                  <a16:creationId xmlns:a16="http://schemas.microsoft.com/office/drawing/2014/main" id="{0D739F46-8479-FFFA-A345-A0CB201CCB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8" name="rc776">
              <a:extLst>
                <a:ext uri="{FF2B5EF4-FFF2-40B4-BE49-F238E27FC236}">
                  <a16:creationId xmlns:a16="http://schemas.microsoft.com/office/drawing/2014/main" id="{E09910A9-5DC5-396E-5D0C-04ED0064C6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9" name="rc777">
              <a:extLst>
                <a:ext uri="{FF2B5EF4-FFF2-40B4-BE49-F238E27FC236}">
                  <a16:creationId xmlns:a16="http://schemas.microsoft.com/office/drawing/2014/main" id="{ED9C18E8-0CDC-FB3A-5746-7680A61C06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0" name="rc778">
              <a:extLst>
                <a:ext uri="{FF2B5EF4-FFF2-40B4-BE49-F238E27FC236}">
                  <a16:creationId xmlns:a16="http://schemas.microsoft.com/office/drawing/2014/main" id="{7FB1FC4C-10F4-FF81-EB15-D638E25728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1" name="rc779">
              <a:extLst>
                <a:ext uri="{FF2B5EF4-FFF2-40B4-BE49-F238E27FC236}">
                  <a16:creationId xmlns:a16="http://schemas.microsoft.com/office/drawing/2014/main" id="{10965653-5D18-FAF2-7EC5-FE900E2C07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2" name="rc780">
              <a:extLst>
                <a:ext uri="{FF2B5EF4-FFF2-40B4-BE49-F238E27FC236}">
                  <a16:creationId xmlns:a16="http://schemas.microsoft.com/office/drawing/2014/main" id="{06030064-D283-3DBE-9829-05E7CFF780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3" name="rc781">
              <a:extLst>
                <a:ext uri="{FF2B5EF4-FFF2-40B4-BE49-F238E27FC236}">
                  <a16:creationId xmlns:a16="http://schemas.microsoft.com/office/drawing/2014/main" id="{4771739A-85A8-C747-1128-92F5213279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4" name="rc782">
              <a:extLst>
                <a:ext uri="{FF2B5EF4-FFF2-40B4-BE49-F238E27FC236}">
                  <a16:creationId xmlns:a16="http://schemas.microsoft.com/office/drawing/2014/main" id="{648EB9CD-C5C4-5C50-262D-34B564CC50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5" name="rc783">
              <a:extLst>
                <a:ext uri="{FF2B5EF4-FFF2-40B4-BE49-F238E27FC236}">
                  <a16:creationId xmlns:a16="http://schemas.microsoft.com/office/drawing/2014/main" id="{22E44870-72D1-EB81-EECE-D9675BD068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6" name="rc784">
              <a:extLst>
                <a:ext uri="{FF2B5EF4-FFF2-40B4-BE49-F238E27FC236}">
                  <a16:creationId xmlns:a16="http://schemas.microsoft.com/office/drawing/2014/main" id="{CC320E9E-1BCF-6E2B-75BE-0117AEF0E8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7" name="rc785">
              <a:extLst>
                <a:ext uri="{FF2B5EF4-FFF2-40B4-BE49-F238E27FC236}">
                  <a16:creationId xmlns:a16="http://schemas.microsoft.com/office/drawing/2014/main" id="{3047B44E-9DF9-272E-273D-1C9737B9A3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8" name="rc786">
              <a:extLst>
                <a:ext uri="{FF2B5EF4-FFF2-40B4-BE49-F238E27FC236}">
                  <a16:creationId xmlns:a16="http://schemas.microsoft.com/office/drawing/2014/main" id="{88E0E2B3-4221-2E69-B32C-5AC20E52F5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9" name="rc787">
              <a:extLst>
                <a:ext uri="{FF2B5EF4-FFF2-40B4-BE49-F238E27FC236}">
                  <a16:creationId xmlns:a16="http://schemas.microsoft.com/office/drawing/2014/main" id="{626CC247-787D-BB54-1481-9D2ABF8B92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0" name="rc788">
              <a:extLst>
                <a:ext uri="{FF2B5EF4-FFF2-40B4-BE49-F238E27FC236}">
                  <a16:creationId xmlns:a16="http://schemas.microsoft.com/office/drawing/2014/main" id="{F3EDD3C9-5829-CEA0-796F-AB173081A7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1" name="rc789">
              <a:extLst>
                <a:ext uri="{FF2B5EF4-FFF2-40B4-BE49-F238E27FC236}">
                  <a16:creationId xmlns:a16="http://schemas.microsoft.com/office/drawing/2014/main" id="{06216B89-F362-5CB1-9F16-5E6F25F1D8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2" name="rc790">
              <a:extLst>
                <a:ext uri="{FF2B5EF4-FFF2-40B4-BE49-F238E27FC236}">
                  <a16:creationId xmlns:a16="http://schemas.microsoft.com/office/drawing/2014/main" id="{DC7622EE-9D2D-E2D0-29D2-FF705D9CA7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3" name="rc791">
              <a:extLst>
                <a:ext uri="{FF2B5EF4-FFF2-40B4-BE49-F238E27FC236}">
                  <a16:creationId xmlns:a16="http://schemas.microsoft.com/office/drawing/2014/main" id="{D6F86D1D-07B2-CADF-6A96-3F573CB229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4" name="rc792">
              <a:extLst>
                <a:ext uri="{FF2B5EF4-FFF2-40B4-BE49-F238E27FC236}">
                  <a16:creationId xmlns:a16="http://schemas.microsoft.com/office/drawing/2014/main" id="{A044B24F-2122-1A60-035B-920EBB686C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5" name="rc793">
              <a:extLst>
                <a:ext uri="{FF2B5EF4-FFF2-40B4-BE49-F238E27FC236}">
                  <a16:creationId xmlns:a16="http://schemas.microsoft.com/office/drawing/2014/main" id="{C99F88E0-75A9-2F16-5B98-8A86D6315D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6" name="rc794">
              <a:extLst>
                <a:ext uri="{FF2B5EF4-FFF2-40B4-BE49-F238E27FC236}">
                  <a16:creationId xmlns:a16="http://schemas.microsoft.com/office/drawing/2014/main" id="{0B9728A6-C07E-17AF-B6EF-3CEAFF1DEB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7" name="rc795">
              <a:extLst>
                <a:ext uri="{FF2B5EF4-FFF2-40B4-BE49-F238E27FC236}">
                  <a16:creationId xmlns:a16="http://schemas.microsoft.com/office/drawing/2014/main" id="{AB65502E-57E6-5DE3-22A6-FEA77CA57C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8" name="rc796">
              <a:extLst>
                <a:ext uri="{FF2B5EF4-FFF2-40B4-BE49-F238E27FC236}">
                  <a16:creationId xmlns:a16="http://schemas.microsoft.com/office/drawing/2014/main" id="{B1A579BC-E4EF-ECE2-1552-58442E2710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9" name="rc797">
              <a:extLst>
                <a:ext uri="{FF2B5EF4-FFF2-40B4-BE49-F238E27FC236}">
                  <a16:creationId xmlns:a16="http://schemas.microsoft.com/office/drawing/2014/main" id="{B1E6B820-B926-4441-6EDB-0583635289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0" name="rc798">
              <a:extLst>
                <a:ext uri="{FF2B5EF4-FFF2-40B4-BE49-F238E27FC236}">
                  <a16:creationId xmlns:a16="http://schemas.microsoft.com/office/drawing/2014/main" id="{B889E5B1-FF77-7092-EC7A-FCA6BFD5CC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1" name="rc799">
              <a:extLst>
                <a:ext uri="{FF2B5EF4-FFF2-40B4-BE49-F238E27FC236}">
                  <a16:creationId xmlns:a16="http://schemas.microsoft.com/office/drawing/2014/main" id="{E854B493-BDA1-2FFC-578C-A6BD5FC55C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2" name="rc800">
              <a:extLst>
                <a:ext uri="{FF2B5EF4-FFF2-40B4-BE49-F238E27FC236}">
                  <a16:creationId xmlns:a16="http://schemas.microsoft.com/office/drawing/2014/main" id="{43B394E9-E72F-EDD8-019A-F55C7B9BD4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3" name="rc801">
              <a:extLst>
                <a:ext uri="{FF2B5EF4-FFF2-40B4-BE49-F238E27FC236}">
                  <a16:creationId xmlns:a16="http://schemas.microsoft.com/office/drawing/2014/main" id="{1344DFA9-3ED9-315E-B540-606BDC3D5A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4" name="rc802">
              <a:extLst>
                <a:ext uri="{FF2B5EF4-FFF2-40B4-BE49-F238E27FC236}">
                  <a16:creationId xmlns:a16="http://schemas.microsoft.com/office/drawing/2014/main" id="{04F8FF5F-0224-5BA5-28FE-C7227BC866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5" name="rc803">
              <a:extLst>
                <a:ext uri="{FF2B5EF4-FFF2-40B4-BE49-F238E27FC236}">
                  <a16:creationId xmlns:a16="http://schemas.microsoft.com/office/drawing/2014/main" id="{34801486-040C-2EB6-851B-2C32BCBEC8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6" name="rc804">
              <a:extLst>
                <a:ext uri="{FF2B5EF4-FFF2-40B4-BE49-F238E27FC236}">
                  <a16:creationId xmlns:a16="http://schemas.microsoft.com/office/drawing/2014/main" id="{7E83983B-4FAA-1E9A-4062-A32370D89B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7" name="rc805">
              <a:extLst>
                <a:ext uri="{FF2B5EF4-FFF2-40B4-BE49-F238E27FC236}">
                  <a16:creationId xmlns:a16="http://schemas.microsoft.com/office/drawing/2014/main" id="{C65349DB-5F7D-D827-1CD4-92A52ABD3C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8" name="rc806">
              <a:extLst>
                <a:ext uri="{FF2B5EF4-FFF2-40B4-BE49-F238E27FC236}">
                  <a16:creationId xmlns:a16="http://schemas.microsoft.com/office/drawing/2014/main" id="{1DD47DA5-0B88-429A-5A43-13889614CF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9" name="rc807">
              <a:extLst>
                <a:ext uri="{FF2B5EF4-FFF2-40B4-BE49-F238E27FC236}">
                  <a16:creationId xmlns:a16="http://schemas.microsoft.com/office/drawing/2014/main" id="{731DBBD2-6746-8E8D-7264-91330715AF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0" name="rc808">
              <a:extLst>
                <a:ext uri="{FF2B5EF4-FFF2-40B4-BE49-F238E27FC236}">
                  <a16:creationId xmlns:a16="http://schemas.microsoft.com/office/drawing/2014/main" id="{DBB1A938-533B-0F81-8602-C4F52D951B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1" name="rc809">
              <a:extLst>
                <a:ext uri="{FF2B5EF4-FFF2-40B4-BE49-F238E27FC236}">
                  <a16:creationId xmlns:a16="http://schemas.microsoft.com/office/drawing/2014/main" id="{989870CF-E2F0-3905-CE82-69691609AC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2" name="rc810">
              <a:extLst>
                <a:ext uri="{FF2B5EF4-FFF2-40B4-BE49-F238E27FC236}">
                  <a16:creationId xmlns:a16="http://schemas.microsoft.com/office/drawing/2014/main" id="{ADB4D179-AFC9-FE59-0E8F-13FC03CFC6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3" name="rc811">
              <a:extLst>
                <a:ext uri="{FF2B5EF4-FFF2-40B4-BE49-F238E27FC236}">
                  <a16:creationId xmlns:a16="http://schemas.microsoft.com/office/drawing/2014/main" id="{E6A1E524-C1B6-7A74-289A-66278E2056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4" name="rc812">
              <a:extLst>
                <a:ext uri="{FF2B5EF4-FFF2-40B4-BE49-F238E27FC236}">
                  <a16:creationId xmlns:a16="http://schemas.microsoft.com/office/drawing/2014/main" id="{2ACB9B78-BB75-3265-8524-102132AE23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5" name="rc813">
              <a:extLst>
                <a:ext uri="{FF2B5EF4-FFF2-40B4-BE49-F238E27FC236}">
                  <a16:creationId xmlns:a16="http://schemas.microsoft.com/office/drawing/2014/main" id="{5B5BA9BD-1848-4800-D71D-3490A38056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6" name="rc814">
              <a:extLst>
                <a:ext uri="{FF2B5EF4-FFF2-40B4-BE49-F238E27FC236}">
                  <a16:creationId xmlns:a16="http://schemas.microsoft.com/office/drawing/2014/main" id="{F6C79924-A28F-C13D-CAA5-3968A72581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7" name="rc815">
              <a:extLst>
                <a:ext uri="{FF2B5EF4-FFF2-40B4-BE49-F238E27FC236}">
                  <a16:creationId xmlns:a16="http://schemas.microsoft.com/office/drawing/2014/main" id="{6B1C7F66-BE63-A66B-07EC-8663E72258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8" name="rc816">
              <a:extLst>
                <a:ext uri="{FF2B5EF4-FFF2-40B4-BE49-F238E27FC236}">
                  <a16:creationId xmlns:a16="http://schemas.microsoft.com/office/drawing/2014/main" id="{6E3503D2-3908-30DB-62CF-26A555FC4E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9" name="rc817">
              <a:extLst>
                <a:ext uri="{FF2B5EF4-FFF2-40B4-BE49-F238E27FC236}">
                  <a16:creationId xmlns:a16="http://schemas.microsoft.com/office/drawing/2014/main" id="{1AD09696-8414-D40D-8249-5AA27FC3F9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0" name="rc818">
              <a:extLst>
                <a:ext uri="{FF2B5EF4-FFF2-40B4-BE49-F238E27FC236}">
                  <a16:creationId xmlns:a16="http://schemas.microsoft.com/office/drawing/2014/main" id="{3715EA41-F46C-DC1E-E62F-8203DC5F3F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1" name="rc819">
              <a:extLst>
                <a:ext uri="{FF2B5EF4-FFF2-40B4-BE49-F238E27FC236}">
                  <a16:creationId xmlns:a16="http://schemas.microsoft.com/office/drawing/2014/main" id="{74283FC6-BFC4-9E38-ADA4-820BFDAE10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2" name="rc820">
              <a:extLst>
                <a:ext uri="{FF2B5EF4-FFF2-40B4-BE49-F238E27FC236}">
                  <a16:creationId xmlns:a16="http://schemas.microsoft.com/office/drawing/2014/main" id="{D31F8BCE-613C-5279-FD00-EFDB312E2F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3" name="rc821">
              <a:extLst>
                <a:ext uri="{FF2B5EF4-FFF2-40B4-BE49-F238E27FC236}">
                  <a16:creationId xmlns:a16="http://schemas.microsoft.com/office/drawing/2014/main" id="{CC7D1A7E-6D2F-833C-A11F-70D3C10980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4" name="rc822">
              <a:extLst>
                <a:ext uri="{FF2B5EF4-FFF2-40B4-BE49-F238E27FC236}">
                  <a16:creationId xmlns:a16="http://schemas.microsoft.com/office/drawing/2014/main" id="{F4A0E67B-7A6E-514A-D871-97E37F1045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5" name="rc823">
              <a:extLst>
                <a:ext uri="{FF2B5EF4-FFF2-40B4-BE49-F238E27FC236}">
                  <a16:creationId xmlns:a16="http://schemas.microsoft.com/office/drawing/2014/main" id="{F53A71D4-991E-4347-53E3-2822727982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6" name="rc824">
              <a:extLst>
                <a:ext uri="{FF2B5EF4-FFF2-40B4-BE49-F238E27FC236}">
                  <a16:creationId xmlns:a16="http://schemas.microsoft.com/office/drawing/2014/main" id="{BC60C3AE-2DF4-E2B0-B8D6-E0DE2380D3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7" name="rc825">
              <a:extLst>
                <a:ext uri="{FF2B5EF4-FFF2-40B4-BE49-F238E27FC236}">
                  <a16:creationId xmlns:a16="http://schemas.microsoft.com/office/drawing/2014/main" id="{65A3370E-80C8-6230-061B-68249E497B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8" name="rc826">
              <a:extLst>
                <a:ext uri="{FF2B5EF4-FFF2-40B4-BE49-F238E27FC236}">
                  <a16:creationId xmlns:a16="http://schemas.microsoft.com/office/drawing/2014/main" id="{4FEE8718-2FF3-CD56-42D6-FD5F135480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9" name="rc827">
              <a:extLst>
                <a:ext uri="{FF2B5EF4-FFF2-40B4-BE49-F238E27FC236}">
                  <a16:creationId xmlns:a16="http://schemas.microsoft.com/office/drawing/2014/main" id="{C1E9D944-4F94-8C07-645D-174CD70FB7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0" name="rc828">
              <a:extLst>
                <a:ext uri="{FF2B5EF4-FFF2-40B4-BE49-F238E27FC236}">
                  <a16:creationId xmlns:a16="http://schemas.microsoft.com/office/drawing/2014/main" id="{BE6CFE45-5E89-B796-D152-7629486D12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1" name="rc829">
              <a:extLst>
                <a:ext uri="{FF2B5EF4-FFF2-40B4-BE49-F238E27FC236}">
                  <a16:creationId xmlns:a16="http://schemas.microsoft.com/office/drawing/2014/main" id="{AB4A1A21-70E1-60F7-4D74-31802421E3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2" name="rc830">
              <a:extLst>
                <a:ext uri="{FF2B5EF4-FFF2-40B4-BE49-F238E27FC236}">
                  <a16:creationId xmlns:a16="http://schemas.microsoft.com/office/drawing/2014/main" id="{526A52E4-17C0-ADD5-90C0-6E6B7CEAC9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3" name="rc831">
              <a:extLst>
                <a:ext uri="{FF2B5EF4-FFF2-40B4-BE49-F238E27FC236}">
                  <a16:creationId xmlns:a16="http://schemas.microsoft.com/office/drawing/2014/main" id="{2F5965F5-F695-82DF-D8E8-A477D15BD8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4" name="rc832">
              <a:extLst>
                <a:ext uri="{FF2B5EF4-FFF2-40B4-BE49-F238E27FC236}">
                  <a16:creationId xmlns:a16="http://schemas.microsoft.com/office/drawing/2014/main" id="{E75E30A0-2FC5-FF42-9C1D-353BC70873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5" name="rc833">
              <a:extLst>
                <a:ext uri="{FF2B5EF4-FFF2-40B4-BE49-F238E27FC236}">
                  <a16:creationId xmlns:a16="http://schemas.microsoft.com/office/drawing/2014/main" id="{3EC8BDBB-CD2B-23D9-7AEB-F040CF3558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6" name="rc834">
              <a:extLst>
                <a:ext uri="{FF2B5EF4-FFF2-40B4-BE49-F238E27FC236}">
                  <a16:creationId xmlns:a16="http://schemas.microsoft.com/office/drawing/2014/main" id="{29D3A226-DBB7-C32A-C650-6D8E484F6B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7" name="rc835">
              <a:extLst>
                <a:ext uri="{FF2B5EF4-FFF2-40B4-BE49-F238E27FC236}">
                  <a16:creationId xmlns:a16="http://schemas.microsoft.com/office/drawing/2014/main" id="{2EC2B698-4B00-86C7-DD80-EF7EA67E65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8" name="rc836">
              <a:extLst>
                <a:ext uri="{FF2B5EF4-FFF2-40B4-BE49-F238E27FC236}">
                  <a16:creationId xmlns:a16="http://schemas.microsoft.com/office/drawing/2014/main" id="{C0D8DCB0-06D1-DF44-B253-0B5F2E6E34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9" name="rc837">
              <a:extLst>
                <a:ext uri="{FF2B5EF4-FFF2-40B4-BE49-F238E27FC236}">
                  <a16:creationId xmlns:a16="http://schemas.microsoft.com/office/drawing/2014/main" id="{73FCD1F4-F25C-3655-1B87-0580E34AA7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0" name="rc838">
              <a:extLst>
                <a:ext uri="{FF2B5EF4-FFF2-40B4-BE49-F238E27FC236}">
                  <a16:creationId xmlns:a16="http://schemas.microsoft.com/office/drawing/2014/main" id="{6F837937-8A1E-4406-D685-A36F223C73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1" name="rc839">
              <a:extLst>
                <a:ext uri="{FF2B5EF4-FFF2-40B4-BE49-F238E27FC236}">
                  <a16:creationId xmlns:a16="http://schemas.microsoft.com/office/drawing/2014/main" id="{A03636BF-F68F-96F2-33FE-62A934EF65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2" name="rc840">
              <a:extLst>
                <a:ext uri="{FF2B5EF4-FFF2-40B4-BE49-F238E27FC236}">
                  <a16:creationId xmlns:a16="http://schemas.microsoft.com/office/drawing/2014/main" id="{AB1080EB-729C-28C6-2C62-8CA96FD7D1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3" name="rc841">
              <a:extLst>
                <a:ext uri="{FF2B5EF4-FFF2-40B4-BE49-F238E27FC236}">
                  <a16:creationId xmlns:a16="http://schemas.microsoft.com/office/drawing/2014/main" id="{FAC9FF7C-6D7C-BEE3-600D-4C113FBB2B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4" name="rc842">
              <a:extLst>
                <a:ext uri="{FF2B5EF4-FFF2-40B4-BE49-F238E27FC236}">
                  <a16:creationId xmlns:a16="http://schemas.microsoft.com/office/drawing/2014/main" id="{9F0B75EA-EE60-86A6-3885-419649EC9F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5" name="rc843">
              <a:extLst>
                <a:ext uri="{FF2B5EF4-FFF2-40B4-BE49-F238E27FC236}">
                  <a16:creationId xmlns:a16="http://schemas.microsoft.com/office/drawing/2014/main" id="{CB5ACBD4-DCAB-B7AB-EE7A-DD6485BA6F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6" name="rc844">
              <a:extLst>
                <a:ext uri="{FF2B5EF4-FFF2-40B4-BE49-F238E27FC236}">
                  <a16:creationId xmlns:a16="http://schemas.microsoft.com/office/drawing/2014/main" id="{3281081E-B1DA-09DF-B64C-22B8959823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7" name="rc845">
              <a:extLst>
                <a:ext uri="{FF2B5EF4-FFF2-40B4-BE49-F238E27FC236}">
                  <a16:creationId xmlns:a16="http://schemas.microsoft.com/office/drawing/2014/main" id="{60C3D1DE-D833-E2B4-FB4D-8CCE2E8813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8" name="rc846">
              <a:extLst>
                <a:ext uri="{FF2B5EF4-FFF2-40B4-BE49-F238E27FC236}">
                  <a16:creationId xmlns:a16="http://schemas.microsoft.com/office/drawing/2014/main" id="{FFF7215B-625F-5D36-96F0-7BB641892F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9" name="rc847">
              <a:extLst>
                <a:ext uri="{FF2B5EF4-FFF2-40B4-BE49-F238E27FC236}">
                  <a16:creationId xmlns:a16="http://schemas.microsoft.com/office/drawing/2014/main" id="{2FB87A8D-024F-9BBC-26A2-E9C64261CE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0" name="rc848">
              <a:extLst>
                <a:ext uri="{FF2B5EF4-FFF2-40B4-BE49-F238E27FC236}">
                  <a16:creationId xmlns:a16="http://schemas.microsoft.com/office/drawing/2014/main" id="{9374EACB-8622-DB07-A895-81D924D7A2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1" name="rc849">
              <a:extLst>
                <a:ext uri="{FF2B5EF4-FFF2-40B4-BE49-F238E27FC236}">
                  <a16:creationId xmlns:a16="http://schemas.microsoft.com/office/drawing/2014/main" id="{AEAD3030-FCEA-D48B-43BD-8BDDA1380E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2" name="rc850">
              <a:extLst>
                <a:ext uri="{FF2B5EF4-FFF2-40B4-BE49-F238E27FC236}">
                  <a16:creationId xmlns:a16="http://schemas.microsoft.com/office/drawing/2014/main" id="{6696AFF2-B5A9-C0F4-51A7-31BC71DC83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3" name="rc851">
              <a:extLst>
                <a:ext uri="{FF2B5EF4-FFF2-40B4-BE49-F238E27FC236}">
                  <a16:creationId xmlns:a16="http://schemas.microsoft.com/office/drawing/2014/main" id="{1CFA85E1-C64E-4CD6-663C-2EE2BFA752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4" name="rc852">
              <a:extLst>
                <a:ext uri="{FF2B5EF4-FFF2-40B4-BE49-F238E27FC236}">
                  <a16:creationId xmlns:a16="http://schemas.microsoft.com/office/drawing/2014/main" id="{CC06A252-2ADA-B8A2-BAEF-72A33FF07E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5" name="rc853">
              <a:extLst>
                <a:ext uri="{FF2B5EF4-FFF2-40B4-BE49-F238E27FC236}">
                  <a16:creationId xmlns:a16="http://schemas.microsoft.com/office/drawing/2014/main" id="{5C94EF62-A937-56E6-515D-421218F996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6" name="rc854">
              <a:extLst>
                <a:ext uri="{FF2B5EF4-FFF2-40B4-BE49-F238E27FC236}">
                  <a16:creationId xmlns:a16="http://schemas.microsoft.com/office/drawing/2014/main" id="{634B0084-2F32-BFFC-00E2-D17E397D81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7" name="rc855">
              <a:extLst>
                <a:ext uri="{FF2B5EF4-FFF2-40B4-BE49-F238E27FC236}">
                  <a16:creationId xmlns:a16="http://schemas.microsoft.com/office/drawing/2014/main" id="{C29AFA17-4217-E9E2-4A5C-CF4ECB364A4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8" name="rc856">
              <a:extLst>
                <a:ext uri="{FF2B5EF4-FFF2-40B4-BE49-F238E27FC236}">
                  <a16:creationId xmlns:a16="http://schemas.microsoft.com/office/drawing/2014/main" id="{490086E7-975C-3566-5921-55342FA9B1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9" name="rc857">
              <a:extLst>
                <a:ext uri="{FF2B5EF4-FFF2-40B4-BE49-F238E27FC236}">
                  <a16:creationId xmlns:a16="http://schemas.microsoft.com/office/drawing/2014/main" id="{9EBBB94E-8379-BCF3-5131-AF76C522E7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0" name="rc858">
              <a:extLst>
                <a:ext uri="{FF2B5EF4-FFF2-40B4-BE49-F238E27FC236}">
                  <a16:creationId xmlns:a16="http://schemas.microsoft.com/office/drawing/2014/main" id="{75F3A282-B866-D519-D4F5-FBE22F9114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1" name="rc859">
              <a:extLst>
                <a:ext uri="{FF2B5EF4-FFF2-40B4-BE49-F238E27FC236}">
                  <a16:creationId xmlns:a16="http://schemas.microsoft.com/office/drawing/2014/main" id="{434BB614-9D18-CBCC-B3C1-B397B6BDEB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2" name="rc860">
              <a:extLst>
                <a:ext uri="{FF2B5EF4-FFF2-40B4-BE49-F238E27FC236}">
                  <a16:creationId xmlns:a16="http://schemas.microsoft.com/office/drawing/2014/main" id="{90FE82EB-7E49-3139-1A4F-5C6394A5E7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3" name="rc861">
              <a:extLst>
                <a:ext uri="{FF2B5EF4-FFF2-40B4-BE49-F238E27FC236}">
                  <a16:creationId xmlns:a16="http://schemas.microsoft.com/office/drawing/2014/main" id="{449DCAF2-A754-D5B8-5218-82901F19B2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4" name="rc862">
              <a:extLst>
                <a:ext uri="{FF2B5EF4-FFF2-40B4-BE49-F238E27FC236}">
                  <a16:creationId xmlns:a16="http://schemas.microsoft.com/office/drawing/2014/main" id="{BFC6AAEE-86EE-5137-48B6-C361805460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5" name="rc863">
              <a:extLst>
                <a:ext uri="{FF2B5EF4-FFF2-40B4-BE49-F238E27FC236}">
                  <a16:creationId xmlns:a16="http://schemas.microsoft.com/office/drawing/2014/main" id="{E6179AC4-C469-E944-7852-D06F4DDF5E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6" name="rc864">
              <a:extLst>
                <a:ext uri="{FF2B5EF4-FFF2-40B4-BE49-F238E27FC236}">
                  <a16:creationId xmlns:a16="http://schemas.microsoft.com/office/drawing/2014/main" id="{98D75A08-1936-FF53-882D-88936F2B77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7" name="rc865">
              <a:extLst>
                <a:ext uri="{FF2B5EF4-FFF2-40B4-BE49-F238E27FC236}">
                  <a16:creationId xmlns:a16="http://schemas.microsoft.com/office/drawing/2014/main" id="{65C35954-C8F2-7FB0-7467-B69D159DC6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8" name="rc866">
              <a:extLst>
                <a:ext uri="{FF2B5EF4-FFF2-40B4-BE49-F238E27FC236}">
                  <a16:creationId xmlns:a16="http://schemas.microsoft.com/office/drawing/2014/main" id="{DA2DAC0A-D610-1909-1F04-D5D838167F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9" name="rc867">
              <a:extLst>
                <a:ext uri="{FF2B5EF4-FFF2-40B4-BE49-F238E27FC236}">
                  <a16:creationId xmlns:a16="http://schemas.microsoft.com/office/drawing/2014/main" id="{1C5BBC9C-730E-BC1B-2D2C-8F1C70671E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0" name="rc868">
              <a:extLst>
                <a:ext uri="{FF2B5EF4-FFF2-40B4-BE49-F238E27FC236}">
                  <a16:creationId xmlns:a16="http://schemas.microsoft.com/office/drawing/2014/main" id="{162A2E36-66B8-EF62-314E-E12A5780A5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1" name="rc869">
              <a:extLst>
                <a:ext uri="{FF2B5EF4-FFF2-40B4-BE49-F238E27FC236}">
                  <a16:creationId xmlns:a16="http://schemas.microsoft.com/office/drawing/2014/main" id="{2C2DA718-80B6-53C0-FEDF-E1686841E8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2" name="rc870">
              <a:extLst>
                <a:ext uri="{FF2B5EF4-FFF2-40B4-BE49-F238E27FC236}">
                  <a16:creationId xmlns:a16="http://schemas.microsoft.com/office/drawing/2014/main" id="{0E23A643-D766-E53B-968C-882A5A4E6B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3" name="rc871">
              <a:extLst>
                <a:ext uri="{FF2B5EF4-FFF2-40B4-BE49-F238E27FC236}">
                  <a16:creationId xmlns:a16="http://schemas.microsoft.com/office/drawing/2014/main" id="{F9707AD8-EE73-32C1-52B7-C3D95F902B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4" name="rc872">
              <a:extLst>
                <a:ext uri="{FF2B5EF4-FFF2-40B4-BE49-F238E27FC236}">
                  <a16:creationId xmlns:a16="http://schemas.microsoft.com/office/drawing/2014/main" id="{F1E17A0B-3B58-8CBB-1649-CECBA7E40D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5" name="rc873">
              <a:extLst>
                <a:ext uri="{FF2B5EF4-FFF2-40B4-BE49-F238E27FC236}">
                  <a16:creationId xmlns:a16="http://schemas.microsoft.com/office/drawing/2014/main" id="{78B3B8EB-AA11-E0D1-FEBF-4DCE1267A7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6" name="rc874">
              <a:extLst>
                <a:ext uri="{FF2B5EF4-FFF2-40B4-BE49-F238E27FC236}">
                  <a16:creationId xmlns:a16="http://schemas.microsoft.com/office/drawing/2014/main" id="{988C04F4-6B54-3D71-277C-D08DE8F0BC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7" name="rc875">
              <a:extLst>
                <a:ext uri="{FF2B5EF4-FFF2-40B4-BE49-F238E27FC236}">
                  <a16:creationId xmlns:a16="http://schemas.microsoft.com/office/drawing/2014/main" id="{63065DE0-3A70-3694-46C8-66935A5230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8" name="rc876">
              <a:extLst>
                <a:ext uri="{FF2B5EF4-FFF2-40B4-BE49-F238E27FC236}">
                  <a16:creationId xmlns:a16="http://schemas.microsoft.com/office/drawing/2014/main" id="{A0CADC73-9EE7-C886-BA24-2185DC681D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9" name="rc877">
              <a:extLst>
                <a:ext uri="{FF2B5EF4-FFF2-40B4-BE49-F238E27FC236}">
                  <a16:creationId xmlns:a16="http://schemas.microsoft.com/office/drawing/2014/main" id="{EC4D9270-2DC2-1FA9-55E1-284556ECF7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0" name="rc878">
              <a:extLst>
                <a:ext uri="{FF2B5EF4-FFF2-40B4-BE49-F238E27FC236}">
                  <a16:creationId xmlns:a16="http://schemas.microsoft.com/office/drawing/2014/main" id="{958316C5-8053-9812-2D14-817F4BF8D5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1" name="rc879">
              <a:extLst>
                <a:ext uri="{FF2B5EF4-FFF2-40B4-BE49-F238E27FC236}">
                  <a16:creationId xmlns:a16="http://schemas.microsoft.com/office/drawing/2014/main" id="{CF6D92D7-9D3B-788A-6C03-79211CF311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2" name="rc880">
              <a:extLst>
                <a:ext uri="{FF2B5EF4-FFF2-40B4-BE49-F238E27FC236}">
                  <a16:creationId xmlns:a16="http://schemas.microsoft.com/office/drawing/2014/main" id="{89125D26-D773-EA02-0B01-9D48EA7EB9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3" name="rc881">
              <a:extLst>
                <a:ext uri="{FF2B5EF4-FFF2-40B4-BE49-F238E27FC236}">
                  <a16:creationId xmlns:a16="http://schemas.microsoft.com/office/drawing/2014/main" id="{13A14CEB-AB47-18B9-EE28-1A61CEED96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4" name="rc882">
              <a:extLst>
                <a:ext uri="{FF2B5EF4-FFF2-40B4-BE49-F238E27FC236}">
                  <a16:creationId xmlns:a16="http://schemas.microsoft.com/office/drawing/2014/main" id="{29BCAE95-9CC1-B2CC-3982-5031EC43FB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5" name="rc883">
              <a:extLst>
                <a:ext uri="{FF2B5EF4-FFF2-40B4-BE49-F238E27FC236}">
                  <a16:creationId xmlns:a16="http://schemas.microsoft.com/office/drawing/2014/main" id="{9934BCE8-E20F-6248-0147-4C28EBD905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6" name="rc884">
              <a:extLst>
                <a:ext uri="{FF2B5EF4-FFF2-40B4-BE49-F238E27FC236}">
                  <a16:creationId xmlns:a16="http://schemas.microsoft.com/office/drawing/2014/main" id="{37EB09F5-3009-B324-C563-9F76FFEF04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7" name="rc885">
              <a:extLst>
                <a:ext uri="{FF2B5EF4-FFF2-40B4-BE49-F238E27FC236}">
                  <a16:creationId xmlns:a16="http://schemas.microsoft.com/office/drawing/2014/main" id="{07F55932-715C-6569-A6BC-F8B134B207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8" name="rc886">
              <a:extLst>
                <a:ext uri="{FF2B5EF4-FFF2-40B4-BE49-F238E27FC236}">
                  <a16:creationId xmlns:a16="http://schemas.microsoft.com/office/drawing/2014/main" id="{B183297E-D82F-B01A-07F4-D33E6BAFB3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9" name="rc887">
              <a:extLst>
                <a:ext uri="{FF2B5EF4-FFF2-40B4-BE49-F238E27FC236}">
                  <a16:creationId xmlns:a16="http://schemas.microsoft.com/office/drawing/2014/main" id="{2A9ECE80-EEBB-2357-A1EF-FD2CD1275C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0" name="rc888">
              <a:extLst>
                <a:ext uri="{FF2B5EF4-FFF2-40B4-BE49-F238E27FC236}">
                  <a16:creationId xmlns:a16="http://schemas.microsoft.com/office/drawing/2014/main" id="{E05A94DF-E672-9F72-F2EF-E81DA1D26A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1" name="rc889">
              <a:extLst>
                <a:ext uri="{FF2B5EF4-FFF2-40B4-BE49-F238E27FC236}">
                  <a16:creationId xmlns:a16="http://schemas.microsoft.com/office/drawing/2014/main" id="{451836BA-6631-55FE-8EA9-A6DBB1D2C4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2" name="rc890">
              <a:extLst>
                <a:ext uri="{FF2B5EF4-FFF2-40B4-BE49-F238E27FC236}">
                  <a16:creationId xmlns:a16="http://schemas.microsoft.com/office/drawing/2014/main" id="{CD167AD5-B8FD-7E2B-92CE-BE5FE72934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3" name="rc891">
              <a:extLst>
                <a:ext uri="{FF2B5EF4-FFF2-40B4-BE49-F238E27FC236}">
                  <a16:creationId xmlns:a16="http://schemas.microsoft.com/office/drawing/2014/main" id="{4B9B5034-842C-C549-8C0C-15C8D5A3AA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4" name="rc892">
              <a:extLst>
                <a:ext uri="{FF2B5EF4-FFF2-40B4-BE49-F238E27FC236}">
                  <a16:creationId xmlns:a16="http://schemas.microsoft.com/office/drawing/2014/main" id="{6182BB38-B613-0836-25BD-E4A8410DD6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5" name="rc893">
              <a:extLst>
                <a:ext uri="{FF2B5EF4-FFF2-40B4-BE49-F238E27FC236}">
                  <a16:creationId xmlns:a16="http://schemas.microsoft.com/office/drawing/2014/main" id="{ED972FF6-D64D-1771-5398-BE8185203C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6" name="rc894">
              <a:extLst>
                <a:ext uri="{FF2B5EF4-FFF2-40B4-BE49-F238E27FC236}">
                  <a16:creationId xmlns:a16="http://schemas.microsoft.com/office/drawing/2014/main" id="{CA36A27B-C969-3C81-D9D8-470C4A885B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7" name="rc895">
              <a:extLst>
                <a:ext uri="{FF2B5EF4-FFF2-40B4-BE49-F238E27FC236}">
                  <a16:creationId xmlns:a16="http://schemas.microsoft.com/office/drawing/2014/main" id="{215B67E0-D0C0-324A-D662-89024206A1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8" name="rc896">
              <a:extLst>
                <a:ext uri="{FF2B5EF4-FFF2-40B4-BE49-F238E27FC236}">
                  <a16:creationId xmlns:a16="http://schemas.microsoft.com/office/drawing/2014/main" id="{7CE284E2-9729-438A-F106-FF2E470E33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9" name="rc897">
              <a:extLst>
                <a:ext uri="{FF2B5EF4-FFF2-40B4-BE49-F238E27FC236}">
                  <a16:creationId xmlns:a16="http://schemas.microsoft.com/office/drawing/2014/main" id="{965AC237-5218-4EA0-3149-1E2C6D8D8F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0" name="rc898">
              <a:extLst>
                <a:ext uri="{FF2B5EF4-FFF2-40B4-BE49-F238E27FC236}">
                  <a16:creationId xmlns:a16="http://schemas.microsoft.com/office/drawing/2014/main" id="{977B3D34-8866-F429-A495-70E7C70531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1" name="rc899">
              <a:extLst>
                <a:ext uri="{FF2B5EF4-FFF2-40B4-BE49-F238E27FC236}">
                  <a16:creationId xmlns:a16="http://schemas.microsoft.com/office/drawing/2014/main" id="{765922A7-1B8F-89FF-765A-D757921258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2" name="rc900">
              <a:extLst>
                <a:ext uri="{FF2B5EF4-FFF2-40B4-BE49-F238E27FC236}">
                  <a16:creationId xmlns:a16="http://schemas.microsoft.com/office/drawing/2014/main" id="{C9651499-A6AD-9431-2862-40BB37B695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3" name="rc901">
              <a:extLst>
                <a:ext uri="{FF2B5EF4-FFF2-40B4-BE49-F238E27FC236}">
                  <a16:creationId xmlns:a16="http://schemas.microsoft.com/office/drawing/2014/main" id="{3B9FB560-26A2-08B2-3C48-8042210181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4" name="rc902">
              <a:extLst>
                <a:ext uri="{FF2B5EF4-FFF2-40B4-BE49-F238E27FC236}">
                  <a16:creationId xmlns:a16="http://schemas.microsoft.com/office/drawing/2014/main" id="{04E8F388-DE26-672E-9799-5165E5F1E5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5" name="rc903">
              <a:extLst>
                <a:ext uri="{FF2B5EF4-FFF2-40B4-BE49-F238E27FC236}">
                  <a16:creationId xmlns:a16="http://schemas.microsoft.com/office/drawing/2014/main" id="{4C62D6BE-414B-AA95-34A9-131CD9222D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6" name="rc904">
              <a:extLst>
                <a:ext uri="{FF2B5EF4-FFF2-40B4-BE49-F238E27FC236}">
                  <a16:creationId xmlns:a16="http://schemas.microsoft.com/office/drawing/2014/main" id="{C61BD1A6-6F2C-C5E2-B8D8-20A7FA972B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7" name="rc905">
              <a:extLst>
                <a:ext uri="{FF2B5EF4-FFF2-40B4-BE49-F238E27FC236}">
                  <a16:creationId xmlns:a16="http://schemas.microsoft.com/office/drawing/2014/main" id="{D30E7B75-A43C-1C3E-B433-F8CF74E4F3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8" name="rc906">
              <a:extLst>
                <a:ext uri="{FF2B5EF4-FFF2-40B4-BE49-F238E27FC236}">
                  <a16:creationId xmlns:a16="http://schemas.microsoft.com/office/drawing/2014/main" id="{43BEA741-190E-1B4E-B98C-283EEFE623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9" name="rc907">
              <a:extLst>
                <a:ext uri="{FF2B5EF4-FFF2-40B4-BE49-F238E27FC236}">
                  <a16:creationId xmlns:a16="http://schemas.microsoft.com/office/drawing/2014/main" id="{403187DB-C445-7CDD-A300-E8036EBC0C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0" name="rc908">
              <a:extLst>
                <a:ext uri="{FF2B5EF4-FFF2-40B4-BE49-F238E27FC236}">
                  <a16:creationId xmlns:a16="http://schemas.microsoft.com/office/drawing/2014/main" id="{75AF9C33-7EDE-C792-D9B1-63F69848A5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1" name="rc909">
              <a:extLst>
                <a:ext uri="{FF2B5EF4-FFF2-40B4-BE49-F238E27FC236}">
                  <a16:creationId xmlns:a16="http://schemas.microsoft.com/office/drawing/2014/main" id="{D76F51C6-5B93-5695-BACE-945A5D89C8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2" name="rc910">
              <a:extLst>
                <a:ext uri="{FF2B5EF4-FFF2-40B4-BE49-F238E27FC236}">
                  <a16:creationId xmlns:a16="http://schemas.microsoft.com/office/drawing/2014/main" id="{8C533B41-55B0-AB75-BC41-DB715F11A9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3" name="rc911">
              <a:extLst>
                <a:ext uri="{FF2B5EF4-FFF2-40B4-BE49-F238E27FC236}">
                  <a16:creationId xmlns:a16="http://schemas.microsoft.com/office/drawing/2014/main" id="{008AE22D-18C6-8D39-FACF-CF179A0810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4" name="rc912">
              <a:extLst>
                <a:ext uri="{FF2B5EF4-FFF2-40B4-BE49-F238E27FC236}">
                  <a16:creationId xmlns:a16="http://schemas.microsoft.com/office/drawing/2014/main" id="{C6CF519A-0AD2-54AC-0462-89955A8181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5" name="rc913">
              <a:extLst>
                <a:ext uri="{FF2B5EF4-FFF2-40B4-BE49-F238E27FC236}">
                  <a16:creationId xmlns:a16="http://schemas.microsoft.com/office/drawing/2014/main" id="{CD466F47-5B40-84C5-3775-A4E840F6CF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6" name="rc914">
              <a:extLst>
                <a:ext uri="{FF2B5EF4-FFF2-40B4-BE49-F238E27FC236}">
                  <a16:creationId xmlns:a16="http://schemas.microsoft.com/office/drawing/2014/main" id="{420D39E2-3E21-6F67-6492-48D35FE193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7" name="rc915">
              <a:extLst>
                <a:ext uri="{FF2B5EF4-FFF2-40B4-BE49-F238E27FC236}">
                  <a16:creationId xmlns:a16="http://schemas.microsoft.com/office/drawing/2014/main" id="{80B1736B-F240-337B-7DA6-299E241A77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8" name="rc916">
              <a:extLst>
                <a:ext uri="{FF2B5EF4-FFF2-40B4-BE49-F238E27FC236}">
                  <a16:creationId xmlns:a16="http://schemas.microsoft.com/office/drawing/2014/main" id="{32F28CE3-C5BD-7D10-51B3-B5F61AE75A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9" name="rc917">
              <a:extLst>
                <a:ext uri="{FF2B5EF4-FFF2-40B4-BE49-F238E27FC236}">
                  <a16:creationId xmlns:a16="http://schemas.microsoft.com/office/drawing/2014/main" id="{2FF7A89E-EF77-098E-5F4C-355E658F44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0" name="rc918">
              <a:extLst>
                <a:ext uri="{FF2B5EF4-FFF2-40B4-BE49-F238E27FC236}">
                  <a16:creationId xmlns:a16="http://schemas.microsoft.com/office/drawing/2014/main" id="{4BCEB832-38BE-A8D0-59C5-E809882E79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1" name="rc919">
              <a:extLst>
                <a:ext uri="{FF2B5EF4-FFF2-40B4-BE49-F238E27FC236}">
                  <a16:creationId xmlns:a16="http://schemas.microsoft.com/office/drawing/2014/main" id="{A7AEF2A9-B75C-949A-240B-29049291BD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2" name="rc920">
              <a:extLst>
                <a:ext uri="{FF2B5EF4-FFF2-40B4-BE49-F238E27FC236}">
                  <a16:creationId xmlns:a16="http://schemas.microsoft.com/office/drawing/2014/main" id="{9CD24052-69B1-D5A2-51B0-690947DCED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3" name="rc921">
              <a:extLst>
                <a:ext uri="{FF2B5EF4-FFF2-40B4-BE49-F238E27FC236}">
                  <a16:creationId xmlns:a16="http://schemas.microsoft.com/office/drawing/2014/main" id="{8BABAEAA-3AE2-ADD5-5A1F-021BBE7129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4" name="rc922">
              <a:extLst>
                <a:ext uri="{FF2B5EF4-FFF2-40B4-BE49-F238E27FC236}">
                  <a16:creationId xmlns:a16="http://schemas.microsoft.com/office/drawing/2014/main" id="{F7547384-8ADD-34D3-DFD8-93DA4E9999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5" name="rc923">
              <a:extLst>
                <a:ext uri="{FF2B5EF4-FFF2-40B4-BE49-F238E27FC236}">
                  <a16:creationId xmlns:a16="http://schemas.microsoft.com/office/drawing/2014/main" id="{009C5DE3-3A16-8387-95EE-E407FDC760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6" name="rc924">
              <a:extLst>
                <a:ext uri="{FF2B5EF4-FFF2-40B4-BE49-F238E27FC236}">
                  <a16:creationId xmlns:a16="http://schemas.microsoft.com/office/drawing/2014/main" id="{AC84BD66-03E6-97F3-5C6C-13A26DBBCA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7" name="rc925">
              <a:extLst>
                <a:ext uri="{FF2B5EF4-FFF2-40B4-BE49-F238E27FC236}">
                  <a16:creationId xmlns:a16="http://schemas.microsoft.com/office/drawing/2014/main" id="{2B5142D5-5431-DA83-C830-A8BB1A238F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8" name="rc926">
              <a:extLst>
                <a:ext uri="{FF2B5EF4-FFF2-40B4-BE49-F238E27FC236}">
                  <a16:creationId xmlns:a16="http://schemas.microsoft.com/office/drawing/2014/main" id="{FA476733-2DE1-83FF-CE17-55FF33864D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9" name="rc927">
              <a:extLst>
                <a:ext uri="{FF2B5EF4-FFF2-40B4-BE49-F238E27FC236}">
                  <a16:creationId xmlns:a16="http://schemas.microsoft.com/office/drawing/2014/main" id="{FAD75236-DFC3-4492-D1B7-1E799DCF5C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0" name="rc928">
              <a:extLst>
                <a:ext uri="{FF2B5EF4-FFF2-40B4-BE49-F238E27FC236}">
                  <a16:creationId xmlns:a16="http://schemas.microsoft.com/office/drawing/2014/main" id="{A1BBA654-DBD2-72EF-8E7C-568F7FF72C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1" name="rc929">
              <a:extLst>
                <a:ext uri="{FF2B5EF4-FFF2-40B4-BE49-F238E27FC236}">
                  <a16:creationId xmlns:a16="http://schemas.microsoft.com/office/drawing/2014/main" id="{CDCB5342-03D0-7A02-6012-55A74F50D9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2" name="rc930">
              <a:extLst>
                <a:ext uri="{FF2B5EF4-FFF2-40B4-BE49-F238E27FC236}">
                  <a16:creationId xmlns:a16="http://schemas.microsoft.com/office/drawing/2014/main" id="{2659E57C-0B47-1E78-4E5E-29F9999C7C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3" name="rc931">
              <a:extLst>
                <a:ext uri="{FF2B5EF4-FFF2-40B4-BE49-F238E27FC236}">
                  <a16:creationId xmlns:a16="http://schemas.microsoft.com/office/drawing/2014/main" id="{C5484C51-8DB7-E658-822C-9DA54E74D6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4" name="rc932">
              <a:extLst>
                <a:ext uri="{FF2B5EF4-FFF2-40B4-BE49-F238E27FC236}">
                  <a16:creationId xmlns:a16="http://schemas.microsoft.com/office/drawing/2014/main" id="{B1AB57D2-F79C-036A-0986-57D6AFFB3F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5" name="rc933">
              <a:extLst>
                <a:ext uri="{FF2B5EF4-FFF2-40B4-BE49-F238E27FC236}">
                  <a16:creationId xmlns:a16="http://schemas.microsoft.com/office/drawing/2014/main" id="{BD8CDCB9-2CA4-77CA-1663-91E9719B5B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6" name="rc934">
              <a:extLst>
                <a:ext uri="{FF2B5EF4-FFF2-40B4-BE49-F238E27FC236}">
                  <a16:creationId xmlns:a16="http://schemas.microsoft.com/office/drawing/2014/main" id="{FB707C55-897A-FE9A-EF4A-38CB21038E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7" name="rc935">
              <a:extLst>
                <a:ext uri="{FF2B5EF4-FFF2-40B4-BE49-F238E27FC236}">
                  <a16:creationId xmlns:a16="http://schemas.microsoft.com/office/drawing/2014/main" id="{706DD3C5-7F2E-B873-4408-DB69C349B1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8" name="rc936">
              <a:extLst>
                <a:ext uri="{FF2B5EF4-FFF2-40B4-BE49-F238E27FC236}">
                  <a16:creationId xmlns:a16="http://schemas.microsoft.com/office/drawing/2014/main" id="{0A5CAAEB-757F-B8CE-6CD5-D866DEDB43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9" name="rc937">
              <a:extLst>
                <a:ext uri="{FF2B5EF4-FFF2-40B4-BE49-F238E27FC236}">
                  <a16:creationId xmlns:a16="http://schemas.microsoft.com/office/drawing/2014/main" id="{08CB3853-D753-0811-309D-487B80A5A0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0" name="rc938">
              <a:extLst>
                <a:ext uri="{FF2B5EF4-FFF2-40B4-BE49-F238E27FC236}">
                  <a16:creationId xmlns:a16="http://schemas.microsoft.com/office/drawing/2014/main" id="{A18AD490-5500-20B8-9556-F1EE67027E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1" name="rc939">
              <a:extLst>
                <a:ext uri="{FF2B5EF4-FFF2-40B4-BE49-F238E27FC236}">
                  <a16:creationId xmlns:a16="http://schemas.microsoft.com/office/drawing/2014/main" id="{9677812F-CB3A-8CFD-9BF6-39AD898D2F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2" name="rc940">
              <a:extLst>
                <a:ext uri="{FF2B5EF4-FFF2-40B4-BE49-F238E27FC236}">
                  <a16:creationId xmlns:a16="http://schemas.microsoft.com/office/drawing/2014/main" id="{0F795BCC-69B6-DF29-BB94-084D5281AC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3" name="rc941">
              <a:extLst>
                <a:ext uri="{FF2B5EF4-FFF2-40B4-BE49-F238E27FC236}">
                  <a16:creationId xmlns:a16="http://schemas.microsoft.com/office/drawing/2014/main" id="{DC418257-336D-4499-74BB-12311013C4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4" name="rc942">
              <a:extLst>
                <a:ext uri="{FF2B5EF4-FFF2-40B4-BE49-F238E27FC236}">
                  <a16:creationId xmlns:a16="http://schemas.microsoft.com/office/drawing/2014/main" id="{FC6EB3DB-8614-4D35-E9D4-DE4CE830AF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5" name="rc943">
              <a:extLst>
                <a:ext uri="{FF2B5EF4-FFF2-40B4-BE49-F238E27FC236}">
                  <a16:creationId xmlns:a16="http://schemas.microsoft.com/office/drawing/2014/main" id="{F01B3972-8285-7E96-16C1-6D6FA11317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6" name="rc944">
              <a:extLst>
                <a:ext uri="{FF2B5EF4-FFF2-40B4-BE49-F238E27FC236}">
                  <a16:creationId xmlns:a16="http://schemas.microsoft.com/office/drawing/2014/main" id="{5508840E-B66F-5006-4AE0-8BFBDDADD2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7" name="rc945">
              <a:extLst>
                <a:ext uri="{FF2B5EF4-FFF2-40B4-BE49-F238E27FC236}">
                  <a16:creationId xmlns:a16="http://schemas.microsoft.com/office/drawing/2014/main" id="{EDF93BD1-238F-B455-800F-0AD005D083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8" name="rc946">
              <a:extLst>
                <a:ext uri="{FF2B5EF4-FFF2-40B4-BE49-F238E27FC236}">
                  <a16:creationId xmlns:a16="http://schemas.microsoft.com/office/drawing/2014/main" id="{77E2D38F-BCB0-2D18-5BDA-171BCFD00D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9" name="rc947">
              <a:extLst>
                <a:ext uri="{FF2B5EF4-FFF2-40B4-BE49-F238E27FC236}">
                  <a16:creationId xmlns:a16="http://schemas.microsoft.com/office/drawing/2014/main" id="{8D14E449-BAC1-D020-E375-35F51BA9FB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0" name="rc948">
              <a:extLst>
                <a:ext uri="{FF2B5EF4-FFF2-40B4-BE49-F238E27FC236}">
                  <a16:creationId xmlns:a16="http://schemas.microsoft.com/office/drawing/2014/main" id="{E4153637-16EF-92BD-CD83-9473BDD0B5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1" name="rc949">
              <a:extLst>
                <a:ext uri="{FF2B5EF4-FFF2-40B4-BE49-F238E27FC236}">
                  <a16:creationId xmlns:a16="http://schemas.microsoft.com/office/drawing/2014/main" id="{A7290B19-E7D7-C4B9-CE2D-AB4A428EDF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2" name="rc950">
              <a:extLst>
                <a:ext uri="{FF2B5EF4-FFF2-40B4-BE49-F238E27FC236}">
                  <a16:creationId xmlns:a16="http://schemas.microsoft.com/office/drawing/2014/main" id="{F44E086A-298C-F9B0-657D-DBF38A01C8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3" name="rc951">
              <a:extLst>
                <a:ext uri="{FF2B5EF4-FFF2-40B4-BE49-F238E27FC236}">
                  <a16:creationId xmlns:a16="http://schemas.microsoft.com/office/drawing/2014/main" id="{9AAA49D9-4A51-033F-833E-DB1976918D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4" name="rc952">
              <a:extLst>
                <a:ext uri="{FF2B5EF4-FFF2-40B4-BE49-F238E27FC236}">
                  <a16:creationId xmlns:a16="http://schemas.microsoft.com/office/drawing/2014/main" id="{C77B37E3-1C86-C344-AA70-39E01F1882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5" name="rc953">
              <a:extLst>
                <a:ext uri="{FF2B5EF4-FFF2-40B4-BE49-F238E27FC236}">
                  <a16:creationId xmlns:a16="http://schemas.microsoft.com/office/drawing/2014/main" id="{296C65E2-3382-F47B-D754-6C48AA38D6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6" name="rc954">
              <a:extLst>
                <a:ext uri="{FF2B5EF4-FFF2-40B4-BE49-F238E27FC236}">
                  <a16:creationId xmlns:a16="http://schemas.microsoft.com/office/drawing/2014/main" id="{738C68A5-E118-C493-5AAF-45034D7CDF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7" name="rc955">
              <a:extLst>
                <a:ext uri="{FF2B5EF4-FFF2-40B4-BE49-F238E27FC236}">
                  <a16:creationId xmlns:a16="http://schemas.microsoft.com/office/drawing/2014/main" id="{E5277905-A85B-CFB7-DC8C-7F8DA8B58B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8" name="rc956">
              <a:extLst>
                <a:ext uri="{FF2B5EF4-FFF2-40B4-BE49-F238E27FC236}">
                  <a16:creationId xmlns:a16="http://schemas.microsoft.com/office/drawing/2014/main" id="{93C1610B-6592-93D1-BB83-D9D2B55F39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9" name="rc957">
              <a:extLst>
                <a:ext uri="{FF2B5EF4-FFF2-40B4-BE49-F238E27FC236}">
                  <a16:creationId xmlns:a16="http://schemas.microsoft.com/office/drawing/2014/main" id="{F59B9655-5079-C8ED-9FA0-C0251FD36F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0" name="rc958">
              <a:extLst>
                <a:ext uri="{FF2B5EF4-FFF2-40B4-BE49-F238E27FC236}">
                  <a16:creationId xmlns:a16="http://schemas.microsoft.com/office/drawing/2014/main" id="{59785E8E-F692-70A5-4B27-0A69526A66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1" name="rc959">
              <a:extLst>
                <a:ext uri="{FF2B5EF4-FFF2-40B4-BE49-F238E27FC236}">
                  <a16:creationId xmlns:a16="http://schemas.microsoft.com/office/drawing/2014/main" id="{8455E48D-7D3C-2EC0-F22D-1ACA57CD09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2" name="rc960">
              <a:extLst>
                <a:ext uri="{FF2B5EF4-FFF2-40B4-BE49-F238E27FC236}">
                  <a16:creationId xmlns:a16="http://schemas.microsoft.com/office/drawing/2014/main" id="{6ED0C4ED-3CD6-784A-40CB-2F9B80FA2B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3" name="rc961">
              <a:extLst>
                <a:ext uri="{FF2B5EF4-FFF2-40B4-BE49-F238E27FC236}">
                  <a16:creationId xmlns:a16="http://schemas.microsoft.com/office/drawing/2014/main" id="{0CDCBBA0-909A-5FD7-C205-7366013511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4" name="rc962">
              <a:extLst>
                <a:ext uri="{FF2B5EF4-FFF2-40B4-BE49-F238E27FC236}">
                  <a16:creationId xmlns:a16="http://schemas.microsoft.com/office/drawing/2014/main" id="{5F9F9F67-ADC6-5C07-2947-B6F45207D0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5" name="rc963">
              <a:extLst>
                <a:ext uri="{FF2B5EF4-FFF2-40B4-BE49-F238E27FC236}">
                  <a16:creationId xmlns:a16="http://schemas.microsoft.com/office/drawing/2014/main" id="{543833C4-CE7B-BBE7-537A-9620D79056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6" name="rc964">
              <a:extLst>
                <a:ext uri="{FF2B5EF4-FFF2-40B4-BE49-F238E27FC236}">
                  <a16:creationId xmlns:a16="http://schemas.microsoft.com/office/drawing/2014/main" id="{B4813B1D-9D3B-ADFF-7AAB-3FE671F7A9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7" name="rc965">
              <a:extLst>
                <a:ext uri="{FF2B5EF4-FFF2-40B4-BE49-F238E27FC236}">
                  <a16:creationId xmlns:a16="http://schemas.microsoft.com/office/drawing/2014/main" id="{6F73BF45-3A2C-5B98-7832-D7B9E9BB9F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8" name="rc966">
              <a:extLst>
                <a:ext uri="{FF2B5EF4-FFF2-40B4-BE49-F238E27FC236}">
                  <a16:creationId xmlns:a16="http://schemas.microsoft.com/office/drawing/2014/main" id="{ACD50604-DBBE-9890-0E82-6B78E0B762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9" name="rc967">
              <a:extLst>
                <a:ext uri="{FF2B5EF4-FFF2-40B4-BE49-F238E27FC236}">
                  <a16:creationId xmlns:a16="http://schemas.microsoft.com/office/drawing/2014/main" id="{A0D1D143-4328-C5FB-7C46-7BDB66E468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0" name="rc968">
              <a:extLst>
                <a:ext uri="{FF2B5EF4-FFF2-40B4-BE49-F238E27FC236}">
                  <a16:creationId xmlns:a16="http://schemas.microsoft.com/office/drawing/2014/main" id="{AA83A17D-03C3-BC08-1756-31441D9517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1" name="rc969">
              <a:extLst>
                <a:ext uri="{FF2B5EF4-FFF2-40B4-BE49-F238E27FC236}">
                  <a16:creationId xmlns:a16="http://schemas.microsoft.com/office/drawing/2014/main" id="{89E26FC3-76A2-0F2C-826C-C2096A71BA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2" name="rc970">
              <a:extLst>
                <a:ext uri="{FF2B5EF4-FFF2-40B4-BE49-F238E27FC236}">
                  <a16:creationId xmlns:a16="http://schemas.microsoft.com/office/drawing/2014/main" id="{D13FA159-9BD9-E73C-F574-2ABC699BC2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3" name="rc971">
              <a:extLst>
                <a:ext uri="{FF2B5EF4-FFF2-40B4-BE49-F238E27FC236}">
                  <a16:creationId xmlns:a16="http://schemas.microsoft.com/office/drawing/2014/main" id="{30093F8B-A89E-72B4-B5E2-5234FDD99A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4" name="rc972">
              <a:extLst>
                <a:ext uri="{FF2B5EF4-FFF2-40B4-BE49-F238E27FC236}">
                  <a16:creationId xmlns:a16="http://schemas.microsoft.com/office/drawing/2014/main" id="{B611A1AB-A689-52B7-8B76-6A86AF9CA9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5" name="rc973">
              <a:extLst>
                <a:ext uri="{FF2B5EF4-FFF2-40B4-BE49-F238E27FC236}">
                  <a16:creationId xmlns:a16="http://schemas.microsoft.com/office/drawing/2014/main" id="{4E9B4295-B646-CFB2-C443-3289F2D5E6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6" name="rc974">
              <a:extLst>
                <a:ext uri="{FF2B5EF4-FFF2-40B4-BE49-F238E27FC236}">
                  <a16:creationId xmlns:a16="http://schemas.microsoft.com/office/drawing/2014/main" id="{E453ACBF-0A45-92E8-047B-AB243351F5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7" name="rc975">
              <a:extLst>
                <a:ext uri="{FF2B5EF4-FFF2-40B4-BE49-F238E27FC236}">
                  <a16:creationId xmlns:a16="http://schemas.microsoft.com/office/drawing/2014/main" id="{9DA9E6D7-EC2D-E0AF-0500-B3F4109741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8" name="rc976">
              <a:extLst>
                <a:ext uri="{FF2B5EF4-FFF2-40B4-BE49-F238E27FC236}">
                  <a16:creationId xmlns:a16="http://schemas.microsoft.com/office/drawing/2014/main" id="{C174BF1F-73AA-C84E-18E0-DD11449BDB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9" name="rc977">
              <a:extLst>
                <a:ext uri="{FF2B5EF4-FFF2-40B4-BE49-F238E27FC236}">
                  <a16:creationId xmlns:a16="http://schemas.microsoft.com/office/drawing/2014/main" id="{2A7F7EF2-2E26-AEDF-5CED-7C23C45B75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0" name="rc978">
              <a:extLst>
                <a:ext uri="{FF2B5EF4-FFF2-40B4-BE49-F238E27FC236}">
                  <a16:creationId xmlns:a16="http://schemas.microsoft.com/office/drawing/2014/main" id="{5745EB0D-7C00-A8AB-ADD0-043EB8B924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1" name="rc979">
              <a:extLst>
                <a:ext uri="{FF2B5EF4-FFF2-40B4-BE49-F238E27FC236}">
                  <a16:creationId xmlns:a16="http://schemas.microsoft.com/office/drawing/2014/main" id="{621CDDF8-53E9-871C-B439-8FE9ED0807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2" name="rc980">
              <a:extLst>
                <a:ext uri="{FF2B5EF4-FFF2-40B4-BE49-F238E27FC236}">
                  <a16:creationId xmlns:a16="http://schemas.microsoft.com/office/drawing/2014/main" id="{793018EE-E297-BA3F-AE75-A1FC95E835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3" name="rc981">
              <a:extLst>
                <a:ext uri="{FF2B5EF4-FFF2-40B4-BE49-F238E27FC236}">
                  <a16:creationId xmlns:a16="http://schemas.microsoft.com/office/drawing/2014/main" id="{902A7962-A7D8-94D2-BB25-E17FAF3195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4" name="rc982">
              <a:extLst>
                <a:ext uri="{FF2B5EF4-FFF2-40B4-BE49-F238E27FC236}">
                  <a16:creationId xmlns:a16="http://schemas.microsoft.com/office/drawing/2014/main" id="{DB33E2AC-A0C2-7595-C60A-F070534C25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5" name="rc983">
              <a:extLst>
                <a:ext uri="{FF2B5EF4-FFF2-40B4-BE49-F238E27FC236}">
                  <a16:creationId xmlns:a16="http://schemas.microsoft.com/office/drawing/2014/main" id="{15E284A1-D4DD-D337-E7E8-E58B5717DF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6" name="rc984">
              <a:extLst>
                <a:ext uri="{FF2B5EF4-FFF2-40B4-BE49-F238E27FC236}">
                  <a16:creationId xmlns:a16="http://schemas.microsoft.com/office/drawing/2014/main" id="{6228B2AD-1E1A-55EB-131D-6ED8C57537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7" name="rc985">
              <a:extLst>
                <a:ext uri="{FF2B5EF4-FFF2-40B4-BE49-F238E27FC236}">
                  <a16:creationId xmlns:a16="http://schemas.microsoft.com/office/drawing/2014/main" id="{20BBAF2F-A6C3-51AE-64A8-3BB19CDEF2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8" name="rc986">
              <a:extLst>
                <a:ext uri="{FF2B5EF4-FFF2-40B4-BE49-F238E27FC236}">
                  <a16:creationId xmlns:a16="http://schemas.microsoft.com/office/drawing/2014/main" id="{66F1BE7D-32FF-0E4C-4CF2-8A5C805249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9" name="rc987">
              <a:extLst>
                <a:ext uri="{FF2B5EF4-FFF2-40B4-BE49-F238E27FC236}">
                  <a16:creationId xmlns:a16="http://schemas.microsoft.com/office/drawing/2014/main" id="{FC77D5F2-F08E-3B1F-4405-301F332931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0" name="rc988">
              <a:extLst>
                <a:ext uri="{FF2B5EF4-FFF2-40B4-BE49-F238E27FC236}">
                  <a16:creationId xmlns:a16="http://schemas.microsoft.com/office/drawing/2014/main" id="{404D8483-97E4-CC6C-A8E8-6938D055AC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1" name="rc989">
              <a:extLst>
                <a:ext uri="{FF2B5EF4-FFF2-40B4-BE49-F238E27FC236}">
                  <a16:creationId xmlns:a16="http://schemas.microsoft.com/office/drawing/2014/main" id="{99D51C82-B563-3484-D71A-6B1CDAAC3E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2" name="rc990">
              <a:extLst>
                <a:ext uri="{FF2B5EF4-FFF2-40B4-BE49-F238E27FC236}">
                  <a16:creationId xmlns:a16="http://schemas.microsoft.com/office/drawing/2014/main" id="{2CE9F965-E1B2-AD07-4D27-EB9983E556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3" name="rc991">
              <a:extLst>
                <a:ext uri="{FF2B5EF4-FFF2-40B4-BE49-F238E27FC236}">
                  <a16:creationId xmlns:a16="http://schemas.microsoft.com/office/drawing/2014/main" id="{4FE9F61E-3F33-6F45-0CC3-E2BE70B5B7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4" name="rc992">
              <a:extLst>
                <a:ext uri="{FF2B5EF4-FFF2-40B4-BE49-F238E27FC236}">
                  <a16:creationId xmlns:a16="http://schemas.microsoft.com/office/drawing/2014/main" id="{3E968F3C-5D95-F5DE-724F-5F797D8612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5" name="rc993">
              <a:extLst>
                <a:ext uri="{FF2B5EF4-FFF2-40B4-BE49-F238E27FC236}">
                  <a16:creationId xmlns:a16="http://schemas.microsoft.com/office/drawing/2014/main" id="{02D63A7F-B6B6-F45C-3578-3E725194A6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6" name="rc994">
              <a:extLst>
                <a:ext uri="{FF2B5EF4-FFF2-40B4-BE49-F238E27FC236}">
                  <a16:creationId xmlns:a16="http://schemas.microsoft.com/office/drawing/2014/main" id="{396B811F-48F9-76ED-6FBF-99BC1D2566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7" name="rc995">
              <a:extLst>
                <a:ext uri="{FF2B5EF4-FFF2-40B4-BE49-F238E27FC236}">
                  <a16:creationId xmlns:a16="http://schemas.microsoft.com/office/drawing/2014/main" id="{3D3E1DD2-9DC3-2E84-232A-27B2093B79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8" name="rc996">
              <a:extLst>
                <a:ext uri="{FF2B5EF4-FFF2-40B4-BE49-F238E27FC236}">
                  <a16:creationId xmlns:a16="http://schemas.microsoft.com/office/drawing/2014/main" id="{9E58A65B-DDC3-AC3E-4C20-CD2C2E9DA2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9" name="rc997">
              <a:extLst>
                <a:ext uri="{FF2B5EF4-FFF2-40B4-BE49-F238E27FC236}">
                  <a16:creationId xmlns:a16="http://schemas.microsoft.com/office/drawing/2014/main" id="{FDDA5E29-FCE3-92E1-802D-6430F124A4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0" name="rc998">
              <a:extLst>
                <a:ext uri="{FF2B5EF4-FFF2-40B4-BE49-F238E27FC236}">
                  <a16:creationId xmlns:a16="http://schemas.microsoft.com/office/drawing/2014/main" id="{CE901F2D-EB28-D1C2-B594-EED2047288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1" name="rc999">
              <a:extLst>
                <a:ext uri="{FF2B5EF4-FFF2-40B4-BE49-F238E27FC236}">
                  <a16:creationId xmlns:a16="http://schemas.microsoft.com/office/drawing/2014/main" id="{C0269BAA-AC96-C294-B9A7-BF27A72A56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2" name="rc1000">
              <a:extLst>
                <a:ext uri="{FF2B5EF4-FFF2-40B4-BE49-F238E27FC236}">
                  <a16:creationId xmlns:a16="http://schemas.microsoft.com/office/drawing/2014/main" id="{B750CE40-A98D-125E-A6DF-78954B9314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3" name="rc1001">
              <a:extLst>
                <a:ext uri="{FF2B5EF4-FFF2-40B4-BE49-F238E27FC236}">
                  <a16:creationId xmlns:a16="http://schemas.microsoft.com/office/drawing/2014/main" id="{29C95DAF-53D1-39EF-BD7A-BE1ED937DB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4" name="rc1002">
              <a:extLst>
                <a:ext uri="{FF2B5EF4-FFF2-40B4-BE49-F238E27FC236}">
                  <a16:creationId xmlns:a16="http://schemas.microsoft.com/office/drawing/2014/main" id="{CABEFAE7-CB28-8218-1419-3B17CE5CAD4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5" name="rc1003">
              <a:extLst>
                <a:ext uri="{FF2B5EF4-FFF2-40B4-BE49-F238E27FC236}">
                  <a16:creationId xmlns:a16="http://schemas.microsoft.com/office/drawing/2014/main" id="{9B1EB3AC-04C4-002C-229A-72205E478C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6" name="rc1004">
              <a:extLst>
                <a:ext uri="{FF2B5EF4-FFF2-40B4-BE49-F238E27FC236}">
                  <a16:creationId xmlns:a16="http://schemas.microsoft.com/office/drawing/2014/main" id="{740EF23A-2FEF-690D-1B53-1200C69408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7" name="rc1005">
              <a:extLst>
                <a:ext uri="{FF2B5EF4-FFF2-40B4-BE49-F238E27FC236}">
                  <a16:creationId xmlns:a16="http://schemas.microsoft.com/office/drawing/2014/main" id="{8819650A-2BC4-9BA5-DC50-4B43637211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8" name="rc1006">
              <a:extLst>
                <a:ext uri="{FF2B5EF4-FFF2-40B4-BE49-F238E27FC236}">
                  <a16:creationId xmlns:a16="http://schemas.microsoft.com/office/drawing/2014/main" id="{8B4C9BF7-9821-6AAA-FBED-DA1406342B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9" name="rc1007">
              <a:extLst>
                <a:ext uri="{FF2B5EF4-FFF2-40B4-BE49-F238E27FC236}">
                  <a16:creationId xmlns:a16="http://schemas.microsoft.com/office/drawing/2014/main" id="{CC4D767B-D41A-1FE1-D193-8A7E78CAA2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0" name="rc1008">
              <a:extLst>
                <a:ext uri="{FF2B5EF4-FFF2-40B4-BE49-F238E27FC236}">
                  <a16:creationId xmlns:a16="http://schemas.microsoft.com/office/drawing/2014/main" id="{AE9095A4-BF6E-A969-E1C3-210165BF46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1" name="rc1009">
              <a:extLst>
                <a:ext uri="{FF2B5EF4-FFF2-40B4-BE49-F238E27FC236}">
                  <a16:creationId xmlns:a16="http://schemas.microsoft.com/office/drawing/2014/main" id="{04786221-A536-BE60-113C-25ED01C07B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2" name="rc1010">
              <a:extLst>
                <a:ext uri="{FF2B5EF4-FFF2-40B4-BE49-F238E27FC236}">
                  <a16:creationId xmlns:a16="http://schemas.microsoft.com/office/drawing/2014/main" id="{7445C220-63AB-2093-254D-21C9F61C22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3" name="rc1011">
              <a:extLst>
                <a:ext uri="{FF2B5EF4-FFF2-40B4-BE49-F238E27FC236}">
                  <a16:creationId xmlns:a16="http://schemas.microsoft.com/office/drawing/2014/main" id="{69FEBA4B-D2A6-F066-9C0D-8BB6076D291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4" name="rc1012">
              <a:extLst>
                <a:ext uri="{FF2B5EF4-FFF2-40B4-BE49-F238E27FC236}">
                  <a16:creationId xmlns:a16="http://schemas.microsoft.com/office/drawing/2014/main" id="{DA26699C-4520-A3E1-007F-9B914F683E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5" name="rc1013">
              <a:extLst>
                <a:ext uri="{FF2B5EF4-FFF2-40B4-BE49-F238E27FC236}">
                  <a16:creationId xmlns:a16="http://schemas.microsoft.com/office/drawing/2014/main" id="{4610C477-E246-480B-9A79-798808CBED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6" name="rc1014">
              <a:extLst>
                <a:ext uri="{FF2B5EF4-FFF2-40B4-BE49-F238E27FC236}">
                  <a16:creationId xmlns:a16="http://schemas.microsoft.com/office/drawing/2014/main" id="{C7C38971-3FD9-0DB5-3C1F-6DD0D6C309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7" name="rc1015">
              <a:extLst>
                <a:ext uri="{FF2B5EF4-FFF2-40B4-BE49-F238E27FC236}">
                  <a16:creationId xmlns:a16="http://schemas.microsoft.com/office/drawing/2014/main" id="{37BC590A-D90A-05A4-A57E-5577E313E3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8" name="rc1016">
              <a:extLst>
                <a:ext uri="{FF2B5EF4-FFF2-40B4-BE49-F238E27FC236}">
                  <a16:creationId xmlns:a16="http://schemas.microsoft.com/office/drawing/2014/main" id="{ACAD7E43-B9B4-7B3B-8C1F-55E7B9B2CF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9" name="rc1017">
              <a:extLst>
                <a:ext uri="{FF2B5EF4-FFF2-40B4-BE49-F238E27FC236}">
                  <a16:creationId xmlns:a16="http://schemas.microsoft.com/office/drawing/2014/main" id="{8E160504-A60E-DDBC-D760-4BBD345D33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0" name="rc1018">
              <a:extLst>
                <a:ext uri="{FF2B5EF4-FFF2-40B4-BE49-F238E27FC236}">
                  <a16:creationId xmlns:a16="http://schemas.microsoft.com/office/drawing/2014/main" id="{A99BB462-8662-027C-D309-5D0998A299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1" name="rc1019">
              <a:extLst>
                <a:ext uri="{FF2B5EF4-FFF2-40B4-BE49-F238E27FC236}">
                  <a16:creationId xmlns:a16="http://schemas.microsoft.com/office/drawing/2014/main" id="{41A3C228-5CFC-FDDC-A3D0-8E87A5F53C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2" name="rc1020">
              <a:extLst>
                <a:ext uri="{FF2B5EF4-FFF2-40B4-BE49-F238E27FC236}">
                  <a16:creationId xmlns:a16="http://schemas.microsoft.com/office/drawing/2014/main" id="{DF1058E5-5E0C-0BA9-1369-81F94AEBBC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3" name="rc1021">
              <a:extLst>
                <a:ext uri="{FF2B5EF4-FFF2-40B4-BE49-F238E27FC236}">
                  <a16:creationId xmlns:a16="http://schemas.microsoft.com/office/drawing/2014/main" id="{F7C4F7CC-459B-CD19-F3F3-948F201C60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4" name="rc1022">
              <a:extLst>
                <a:ext uri="{FF2B5EF4-FFF2-40B4-BE49-F238E27FC236}">
                  <a16:creationId xmlns:a16="http://schemas.microsoft.com/office/drawing/2014/main" id="{780F273A-33FB-A8AF-BD85-4965231609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5" name="rc1023">
              <a:extLst>
                <a:ext uri="{FF2B5EF4-FFF2-40B4-BE49-F238E27FC236}">
                  <a16:creationId xmlns:a16="http://schemas.microsoft.com/office/drawing/2014/main" id="{74E6E90F-D972-501B-71C9-BD9C3AA316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6" name="rc1024">
              <a:extLst>
                <a:ext uri="{FF2B5EF4-FFF2-40B4-BE49-F238E27FC236}">
                  <a16:creationId xmlns:a16="http://schemas.microsoft.com/office/drawing/2014/main" id="{BCE9150E-A066-85F4-C9F0-69BAD87A05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7" name="rc1025">
              <a:extLst>
                <a:ext uri="{FF2B5EF4-FFF2-40B4-BE49-F238E27FC236}">
                  <a16:creationId xmlns:a16="http://schemas.microsoft.com/office/drawing/2014/main" id="{E4F94CAA-1B7D-DD6E-07BA-8298C2FE85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8" name="rc1026">
              <a:extLst>
                <a:ext uri="{FF2B5EF4-FFF2-40B4-BE49-F238E27FC236}">
                  <a16:creationId xmlns:a16="http://schemas.microsoft.com/office/drawing/2014/main" id="{7B3DA810-67E4-8732-DF72-D76B8ED242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9" name="rc1027">
              <a:extLst>
                <a:ext uri="{FF2B5EF4-FFF2-40B4-BE49-F238E27FC236}">
                  <a16:creationId xmlns:a16="http://schemas.microsoft.com/office/drawing/2014/main" id="{C4F5ACE3-1BBE-17AB-FD46-96D3773D88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0" name="rc1028">
              <a:extLst>
                <a:ext uri="{FF2B5EF4-FFF2-40B4-BE49-F238E27FC236}">
                  <a16:creationId xmlns:a16="http://schemas.microsoft.com/office/drawing/2014/main" id="{85CB0349-A263-B694-1D48-CA64F5A318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1" name="rc1029">
              <a:extLst>
                <a:ext uri="{FF2B5EF4-FFF2-40B4-BE49-F238E27FC236}">
                  <a16:creationId xmlns:a16="http://schemas.microsoft.com/office/drawing/2014/main" id="{86D0029B-81DA-B007-0E59-17971D650D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2" name="rc1030">
              <a:extLst>
                <a:ext uri="{FF2B5EF4-FFF2-40B4-BE49-F238E27FC236}">
                  <a16:creationId xmlns:a16="http://schemas.microsoft.com/office/drawing/2014/main" id="{FBCA37C7-B143-96C8-7073-FA5354F670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3" name="rc1031">
              <a:extLst>
                <a:ext uri="{FF2B5EF4-FFF2-40B4-BE49-F238E27FC236}">
                  <a16:creationId xmlns:a16="http://schemas.microsoft.com/office/drawing/2014/main" id="{7F7D22C7-2F22-AAB4-79B7-FD4D3BA268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4" name="rc1032">
              <a:extLst>
                <a:ext uri="{FF2B5EF4-FFF2-40B4-BE49-F238E27FC236}">
                  <a16:creationId xmlns:a16="http://schemas.microsoft.com/office/drawing/2014/main" id="{0D895AD6-600D-1910-0D87-83D286B750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5" name="rc1033">
              <a:extLst>
                <a:ext uri="{FF2B5EF4-FFF2-40B4-BE49-F238E27FC236}">
                  <a16:creationId xmlns:a16="http://schemas.microsoft.com/office/drawing/2014/main" id="{5667BE6B-6258-4C6D-DD4C-EBC354748A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6" name="rc1034">
              <a:extLst>
                <a:ext uri="{FF2B5EF4-FFF2-40B4-BE49-F238E27FC236}">
                  <a16:creationId xmlns:a16="http://schemas.microsoft.com/office/drawing/2014/main" id="{1287EC86-4F0B-938D-24F3-4642426F2A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7" name="rc1035">
              <a:extLst>
                <a:ext uri="{FF2B5EF4-FFF2-40B4-BE49-F238E27FC236}">
                  <a16:creationId xmlns:a16="http://schemas.microsoft.com/office/drawing/2014/main" id="{3590A7DF-8E03-508B-6884-4E07EB66A3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8" name="rc1036">
              <a:extLst>
                <a:ext uri="{FF2B5EF4-FFF2-40B4-BE49-F238E27FC236}">
                  <a16:creationId xmlns:a16="http://schemas.microsoft.com/office/drawing/2014/main" id="{35C27CA1-8CCB-DF4F-4EE2-C508B765F0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9" name="rc1037">
              <a:extLst>
                <a:ext uri="{FF2B5EF4-FFF2-40B4-BE49-F238E27FC236}">
                  <a16:creationId xmlns:a16="http://schemas.microsoft.com/office/drawing/2014/main" id="{C1165356-4389-1020-9D63-5A94A1707F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0" name="rc1038">
              <a:extLst>
                <a:ext uri="{FF2B5EF4-FFF2-40B4-BE49-F238E27FC236}">
                  <a16:creationId xmlns:a16="http://schemas.microsoft.com/office/drawing/2014/main" id="{BDE52442-9EF9-23C6-E22A-04EF19FAE6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1" name="rc1039">
              <a:extLst>
                <a:ext uri="{FF2B5EF4-FFF2-40B4-BE49-F238E27FC236}">
                  <a16:creationId xmlns:a16="http://schemas.microsoft.com/office/drawing/2014/main" id="{D18ABBF8-D071-B4B8-689E-BA8E59E04F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2" name="rc1040">
              <a:extLst>
                <a:ext uri="{FF2B5EF4-FFF2-40B4-BE49-F238E27FC236}">
                  <a16:creationId xmlns:a16="http://schemas.microsoft.com/office/drawing/2014/main" id="{62375859-1164-CE6C-DA0F-A7A28D9471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3" name="rc1041">
              <a:extLst>
                <a:ext uri="{FF2B5EF4-FFF2-40B4-BE49-F238E27FC236}">
                  <a16:creationId xmlns:a16="http://schemas.microsoft.com/office/drawing/2014/main" id="{95CCED80-A9FF-3019-C460-9B74D97A3A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4" name="rc1042">
              <a:extLst>
                <a:ext uri="{FF2B5EF4-FFF2-40B4-BE49-F238E27FC236}">
                  <a16:creationId xmlns:a16="http://schemas.microsoft.com/office/drawing/2014/main" id="{BC3E9F84-6217-6151-ED83-B081DC30B1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5" name="rc1043">
              <a:extLst>
                <a:ext uri="{FF2B5EF4-FFF2-40B4-BE49-F238E27FC236}">
                  <a16:creationId xmlns:a16="http://schemas.microsoft.com/office/drawing/2014/main" id="{0E22AF2C-710F-D442-89B3-5412CD7DE3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6" name="rc1044">
              <a:extLst>
                <a:ext uri="{FF2B5EF4-FFF2-40B4-BE49-F238E27FC236}">
                  <a16:creationId xmlns:a16="http://schemas.microsoft.com/office/drawing/2014/main" id="{F1F384AE-8855-FF2E-8F74-7E8A7B571B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7" name="rc1045">
              <a:extLst>
                <a:ext uri="{FF2B5EF4-FFF2-40B4-BE49-F238E27FC236}">
                  <a16:creationId xmlns:a16="http://schemas.microsoft.com/office/drawing/2014/main" id="{A092C81C-E684-3093-E9F8-16008ADA5F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8" name="rc1046">
              <a:extLst>
                <a:ext uri="{FF2B5EF4-FFF2-40B4-BE49-F238E27FC236}">
                  <a16:creationId xmlns:a16="http://schemas.microsoft.com/office/drawing/2014/main" id="{E6174E41-B4AA-2F31-E36D-D2CE96776B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9" name="rc1047">
              <a:extLst>
                <a:ext uri="{FF2B5EF4-FFF2-40B4-BE49-F238E27FC236}">
                  <a16:creationId xmlns:a16="http://schemas.microsoft.com/office/drawing/2014/main" id="{B501869D-FB99-F3DB-1CDB-9981483FDA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0" name="rc1048">
              <a:extLst>
                <a:ext uri="{FF2B5EF4-FFF2-40B4-BE49-F238E27FC236}">
                  <a16:creationId xmlns:a16="http://schemas.microsoft.com/office/drawing/2014/main" id="{7EF7231E-6BBD-A74C-BF63-E7D34CE3FB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1" name="rc1049">
              <a:extLst>
                <a:ext uri="{FF2B5EF4-FFF2-40B4-BE49-F238E27FC236}">
                  <a16:creationId xmlns:a16="http://schemas.microsoft.com/office/drawing/2014/main" id="{18C1D147-C7D2-1E0A-94A3-A3BE9108C1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2" name="rc1050">
              <a:extLst>
                <a:ext uri="{FF2B5EF4-FFF2-40B4-BE49-F238E27FC236}">
                  <a16:creationId xmlns:a16="http://schemas.microsoft.com/office/drawing/2014/main" id="{6B0DACBA-1E8E-6149-85C8-7467D8743A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3" name="rc1051">
              <a:extLst>
                <a:ext uri="{FF2B5EF4-FFF2-40B4-BE49-F238E27FC236}">
                  <a16:creationId xmlns:a16="http://schemas.microsoft.com/office/drawing/2014/main" id="{F4E9BDFE-A933-4DCD-7287-B3B4446BD3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4" name="rc1052">
              <a:extLst>
                <a:ext uri="{FF2B5EF4-FFF2-40B4-BE49-F238E27FC236}">
                  <a16:creationId xmlns:a16="http://schemas.microsoft.com/office/drawing/2014/main" id="{7EDBA405-EBA3-A704-BCDB-A913A782D4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5" name="rc1053">
              <a:extLst>
                <a:ext uri="{FF2B5EF4-FFF2-40B4-BE49-F238E27FC236}">
                  <a16:creationId xmlns:a16="http://schemas.microsoft.com/office/drawing/2014/main" id="{2D67C221-748A-A6E5-A875-DE98E1AE39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6" name="rc1054">
              <a:extLst>
                <a:ext uri="{FF2B5EF4-FFF2-40B4-BE49-F238E27FC236}">
                  <a16:creationId xmlns:a16="http://schemas.microsoft.com/office/drawing/2014/main" id="{23D67A9F-7DA2-B354-8057-7574FCD336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7" name="rc1055">
              <a:extLst>
                <a:ext uri="{FF2B5EF4-FFF2-40B4-BE49-F238E27FC236}">
                  <a16:creationId xmlns:a16="http://schemas.microsoft.com/office/drawing/2014/main" id="{B2BB1510-483B-54C5-B910-966EF59333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8" name="rc1056">
              <a:extLst>
                <a:ext uri="{FF2B5EF4-FFF2-40B4-BE49-F238E27FC236}">
                  <a16:creationId xmlns:a16="http://schemas.microsoft.com/office/drawing/2014/main" id="{2478E9A7-3076-A5B7-0F51-07C834A9A2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9" name="rc1057">
              <a:extLst>
                <a:ext uri="{FF2B5EF4-FFF2-40B4-BE49-F238E27FC236}">
                  <a16:creationId xmlns:a16="http://schemas.microsoft.com/office/drawing/2014/main" id="{4FC36C5A-88F7-9957-D55D-C85CE88D86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0" name="rc1058">
              <a:extLst>
                <a:ext uri="{FF2B5EF4-FFF2-40B4-BE49-F238E27FC236}">
                  <a16:creationId xmlns:a16="http://schemas.microsoft.com/office/drawing/2014/main" id="{6E89E98D-1ECD-924E-1F15-E6E93F14DB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1" name="rc1059">
              <a:extLst>
                <a:ext uri="{FF2B5EF4-FFF2-40B4-BE49-F238E27FC236}">
                  <a16:creationId xmlns:a16="http://schemas.microsoft.com/office/drawing/2014/main" id="{D524D26D-6A3E-501C-EB7E-6DB46D8F57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2" name="rc1060">
              <a:extLst>
                <a:ext uri="{FF2B5EF4-FFF2-40B4-BE49-F238E27FC236}">
                  <a16:creationId xmlns:a16="http://schemas.microsoft.com/office/drawing/2014/main" id="{4EA0585A-5051-52DA-FCCB-E54BE9C42A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3" name="rc1061">
              <a:extLst>
                <a:ext uri="{FF2B5EF4-FFF2-40B4-BE49-F238E27FC236}">
                  <a16:creationId xmlns:a16="http://schemas.microsoft.com/office/drawing/2014/main" id="{97C791E4-C0EE-9268-1A29-503853D1A3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4" name="rc1062">
              <a:extLst>
                <a:ext uri="{FF2B5EF4-FFF2-40B4-BE49-F238E27FC236}">
                  <a16:creationId xmlns:a16="http://schemas.microsoft.com/office/drawing/2014/main" id="{FD370D92-BB50-9916-FCB2-6BA6903069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5" name="rc1063">
              <a:extLst>
                <a:ext uri="{FF2B5EF4-FFF2-40B4-BE49-F238E27FC236}">
                  <a16:creationId xmlns:a16="http://schemas.microsoft.com/office/drawing/2014/main" id="{06CFDEA3-D22A-D9E5-70A7-B01F3D68EC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6" name="rc1064">
              <a:extLst>
                <a:ext uri="{FF2B5EF4-FFF2-40B4-BE49-F238E27FC236}">
                  <a16:creationId xmlns:a16="http://schemas.microsoft.com/office/drawing/2014/main" id="{7908F328-E34D-1617-F7EF-1B489507C3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7" name="rc1065">
              <a:extLst>
                <a:ext uri="{FF2B5EF4-FFF2-40B4-BE49-F238E27FC236}">
                  <a16:creationId xmlns:a16="http://schemas.microsoft.com/office/drawing/2014/main" id="{FB69409E-7B61-A2E0-61B4-22AFE3AF49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8" name="rc1066">
              <a:extLst>
                <a:ext uri="{FF2B5EF4-FFF2-40B4-BE49-F238E27FC236}">
                  <a16:creationId xmlns:a16="http://schemas.microsoft.com/office/drawing/2014/main" id="{AC8CBA1E-AC65-7CDB-B403-773183D39A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9" name="rc1067">
              <a:extLst>
                <a:ext uri="{FF2B5EF4-FFF2-40B4-BE49-F238E27FC236}">
                  <a16:creationId xmlns:a16="http://schemas.microsoft.com/office/drawing/2014/main" id="{3B0FFECE-ADA9-80C4-DF2C-5A525A9979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0" name="rc1068">
              <a:extLst>
                <a:ext uri="{FF2B5EF4-FFF2-40B4-BE49-F238E27FC236}">
                  <a16:creationId xmlns:a16="http://schemas.microsoft.com/office/drawing/2014/main" id="{154B3B61-3888-3D80-32DC-6E94BB30D6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1" name="rc1069">
              <a:extLst>
                <a:ext uri="{FF2B5EF4-FFF2-40B4-BE49-F238E27FC236}">
                  <a16:creationId xmlns:a16="http://schemas.microsoft.com/office/drawing/2014/main" id="{45EB0128-AF84-88C8-301E-4F395AC4A8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2" name="rc1070">
              <a:extLst>
                <a:ext uri="{FF2B5EF4-FFF2-40B4-BE49-F238E27FC236}">
                  <a16:creationId xmlns:a16="http://schemas.microsoft.com/office/drawing/2014/main" id="{D98E8A7C-2F72-9616-B63A-83487EA29F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3" name="rc1071">
              <a:extLst>
                <a:ext uri="{FF2B5EF4-FFF2-40B4-BE49-F238E27FC236}">
                  <a16:creationId xmlns:a16="http://schemas.microsoft.com/office/drawing/2014/main" id="{D4B653AF-39F8-3A45-EEF6-A01C65C025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4" name="rc1072">
              <a:extLst>
                <a:ext uri="{FF2B5EF4-FFF2-40B4-BE49-F238E27FC236}">
                  <a16:creationId xmlns:a16="http://schemas.microsoft.com/office/drawing/2014/main" id="{6EF6E063-E434-31E1-6B24-8A96F36939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5" name="rc1073">
              <a:extLst>
                <a:ext uri="{FF2B5EF4-FFF2-40B4-BE49-F238E27FC236}">
                  <a16:creationId xmlns:a16="http://schemas.microsoft.com/office/drawing/2014/main" id="{A4817000-D4F5-50D0-93E9-6BE5ADA2FC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6" name="rc1074">
              <a:extLst>
                <a:ext uri="{FF2B5EF4-FFF2-40B4-BE49-F238E27FC236}">
                  <a16:creationId xmlns:a16="http://schemas.microsoft.com/office/drawing/2014/main" id="{68A1B4D7-2374-9E9C-4AD9-17EA999DA1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7" name="rc1075">
              <a:extLst>
                <a:ext uri="{FF2B5EF4-FFF2-40B4-BE49-F238E27FC236}">
                  <a16:creationId xmlns:a16="http://schemas.microsoft.com/office/drawing/2014/main" id="{356D9BD6-9EAB-4F57-EE51-F0DF3FDC1E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8" name="rc1076">
              <a:extLst>
                <a:ext uri="{FF2B5EF4-FFF2-40B4-BE49-F238E27FC236}">
                  <a16:creationId xmlns:a16="http://schemas.microsoft.com/office/drawing/2014/main" id="{716D3E98-8E0E-758F-9F62-4E558E176A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9" name="rc1077">
              <a:extLst>
                <a:ext uri="{FF2B5EF4-FFF2-40B4-BE49-F238E27FC236}">
                  <a16:creationId xmlns:a16="http://schemas.microsoft.com/office/drawing/2014/main" id="{F3711EE2-3DA8-F992-7C86-F42D17BA0F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0" name="rc1078">
              <a:extLst>
                <a:ext uri="{FF2B5EF4-FFF2-40B4-BE49-F238E27FC236}">
                  <a16:creationId xmlns:a16="http://schemas.microsoft.com/office/drawing/2014/main" id="{46FB77A9-07EF-7B88-184F-4403E55EB0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1" name="rc1079">
              <a:extLst>
                <a:ext uri="{FF2B5EF4-FFF2-40B4-BE49-F238E27FC236}">
                  <a16:creationId xmlns:a16="http://schemas.microsoft.com/office/drawing/2014/main" id="{6634AB02-29D2-E2EA-8830-F9E2ACB478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2" name="rc1080">
              <a:extLst>
                <a:ext uri="{FF2B5EF4-FFF2-40B4-BE49-F238E27FC236}">
                  <a16:creationId xmlns:a16="http://schemas.microsoft.com/office/drawing/2014/main" id="{CDE50C8E-917E-33D8-80CB-BEA099CB8D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3" name="rc1081">
              <a:extLst>
                <a:ext uri="{FF2B5EF4-FFF2-40B4-BE49-F238E27FC236}">
                  <a16:creationId xmlns:a16="http://schemas.microsoft.com/office/drawing/2014/main" id="{D08D7A69-7ABE-0C78-327E-9C7D5A2E04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4" name="rc1082">
              <a:extLst>
                <a:ext uri="{FF2B5EF4-FFF2-40B4-BE49-F238E27FC236}">
                  <a16:creationId xmlns:a16="http://schemas.microsoft.com/office/drawing/2014/main" id="{2AF00CEF-CE8D-10B0-0F8E-A59E82D8D5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5" name="rc1083">
              <a:extLst>
                <a:ext uri="{FF2B5EF4-FFF2-40B4-BE49-F238E27FC236}">
                  <a16:creationId xmlns:a16="http://schemas.microsoft.com/office/drawing/2014/main" id="{FE70B155-996D-CB21-DD9A-CE26401ABC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6" name="rc1084">
              <a:extLst>
                <a:ext uri="{FF2B5EF4-FFF2-40B4-BE49-F238E27FC236}">
                  <a16:creationId xmlns:a16="http://schemas.microsoft.com/office/drawing/2014/main" id="{6C6C163D-6CBC-1C83-04F8-29A5D062DF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7" name="rc1085">
              <a:extLst>
                <a:ext uri="{FF2B5EF4-FFF2-40B4-BE49-F238E27FC236}">
                  <a16:creationId xmlns:a16="http://schemas.microsoft.com/office/drawing/2014/main" id="{C032BAB3-32E9-8C2A-10DB-8433DD2C4B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8" name="rc1086">
              <a:extLst>
                <a:ext uri="{FF2B5EF4-FFF2-40B4-BE49-F238E27FC236}">
                  <a16:creationId xmlns:a16="http://schemas.microsoft.com/office/drawing/2014/main" id="{AA23D363-83DC-B2A2-DD5F-424C68E72C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9" name="rc1087">
              <a:extLst>
                <a:ext uri="{FF2B5EF4-FFF2-40B4-BE49-F238E27FC236}">
                  <a16:creationId xmlns:a16="http://schemas.microsoft.com/office/drawing/2014/main" id="{8493A084-10DA-CCDA-0211-8F509C1219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0" name="rc1088">
              <a:extLst>
                <a:ext uri="{FF2B5EF4-FFF2-40B4-BE49-F238E27FC236}">
                  <a16:creationId xmlns:a16="http://schemas.microsoft.com/office/drawing/2014/main" id="{08E2D3BF-46B4-218F-1B6F-E03CD88F58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1" name="rc1089">
              <a:extLst>
                <a:ext uri="{FF2B5EF4-FFF2-40B4-BE49-F238E27FC236}">
                  <a16:creationId xmlns:a16="http://schemas.microsoft.com/office/drawing/2014/main" id="{02859A37-3266-6DEA-4CE2-579001A97E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2" name="rc1090">
              <a:extLst>
                <a:ext uri="{FF2B5EF4-FFF2-40B4-BE49-F238E27FC236}">
                  <a16:creationId xmlns:a16="http://schemas.microsoft.com/office/drawing/2014/main" id="{081F59C6-37E6-B68A-C44D-D7322A5FE4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3" name="rc1091">
              <a:extLst>
                <a:ext uri="{FF2B5EF4-FFF2-40B4-BE49-F238E27FC236}">
                  <a16:creationId xmlns:a16="http://schemas.microsoft.com/office/drawing/2014/main" id="{2E27CAB6-960E-D5DE-E85C-CE1E1207ED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4" name="rc1092">
              <a:extLst>
                <a:ext uri="{FF2B5EF4-FFF2-40B4-BE49-F238E27FC236}">
                  <a16:creationId xmlns:a16="http://schemas.microsoft.com/office/drawing/2014/main" id="{AEEE8C2E-B7A9-FB56-80DF-878161687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5" name="rc1093">
              <a:extLst>
                <a:ext uri="{FF2B5EF4-FFF2-40B4-BE49-F238E27FC236}">
                  <a16:creationId xmlns:a16="http://schemas.microsoft.com/office/drawing/2014/main" id="{E02EF5F7-91DF-7FE3-7BBC-0EBBAB6402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6" name="rc1094">
              <a:extLst>
                <a:ext uri="{FF2B5EF4-FFF2-40B4-BE49-F238E27FC236}">
                  <a16:creationId xmlns:a16="http://schemas.microsoft.com/office/drawing/2014/main" id="{BCE2894B-19AE-2DDF-B8A1-95A82EF106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7" name="rc1095">
              <a:extLst>
                <a:ext uri="{FF2B5EF4-FFF2-40B4-BE49-F238E27FC236}">
                  <a16:creationId xmlns:a16="http://schemas.microsoft.com/office/drawing/2014/main" id="{182A5145-2C50-59B6-0671-876B4D9B7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8" name="rc1096">
              <a:extLst>
                <a:ext uri="{FF2B5EF4-FFF2-40B4-BE49-F238E27FC236}">
                  <a16:creationId xmlns:a16="http://schemas.microsoft.com/office/drawing/2014/main" id="{AA5D9E5A-85A6-1E01-A893-51CBF3B4FD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9" name="rc1097">
              <a:extLst>
                <a:ext uri="{FF2B5EF4-FFF2-40B4-BE49-F238E27FC236}">
                  <a16:creationId xmlns:a16="http://schemas.microsoft.com/office/drawing/2014/main" id="{50A6F200-6EF4-E251-5C8B-AADE4E9C2B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0" name="rc1098">
              <a:extLst>
                <a:ext uri="{FF2B5EF4-FFF2-40B4-BE49-F238E27FC236}">
                  <a16:creationId xmlns:a16="http://schemas.microsoft.com/office/drawing/2014/main" id="{5F277D02-4055-1307-62DC-24761C2E1E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1" name="rc1099">
              <a:extLst>
                <a:ext uri="{FF2B5EF4-FFF2-40B4-BE49-F238E27FC236}">
                  <a16:creationId xmlns:a16="http://schemas.microsoft.com/office/drawing/2014/main" id="{61907ABC-443F-5421-6A0A-071A27AB66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2" name="rc1100">
              <a:extLst>
                <a:ext uri="{FF2B5EF4-FFF2-40B4-BE49-F238E27FC236}">
                  <a16:creationId xmlns:a16="http://schemas.microsoft.com/office/drawing/2014/main" id="{64355358-D178-8394-4D6E-8B58AE5DF5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3" name="rc1101">
              <a:extLst>
                <a:ext uri="{FF2B5EF4-FFF2-40B4-BE49-F238E27FC236}">
                  <a16:creationId xmlns:a16="http://schemas.microsoft.com/office/drawing/2014/main" id="{8E7201E9-EB4C-C5AC-68C2-2124175FD2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4" name="rc1102">
              <a:extLst>
                <a:ext uri="{FF2B5EF4-FFF2-40B4-BE49-F238E27FC236}">
                  <a16:creationId xmlns:a16="http://schemas.microsoft.com/office/drawing/2014/main" id="{A4D0B8F1-9E41-9552-61FC-93F755CBDA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5" name="rc1103">
              <a:extLst>
                <a:ext uri="{FF2B5EF4-FFF2-40B4-BE49-F238E27FC236}">
                  <a16:creationId xmlns:a16="http://schemas.microsoft.com/office/drawing/2014/main" id="{11B433A2-603E-B219-239E-1E2522B181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6" name="rc1104">
              <a:extLst>
                <a:ext uri="{FF2B5EF4-FFF2-40B4-BE49-F238E27FC236}">
                  <a16:creationId xmlns:a16="http://schemas.microsoft.com/office/drawing/2014/main" id="{5C0CC144-5665-223E-10F5-CA41B97A29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7" name="rc1105">
              <a:extLst>
                <a:ext uri="{FF2B5EF4-FFF2-40B4-BE49-F238E27FC236}">
                  <a16:creationId xmlns:a16="http://schemas.microsoft.com/office/drawing/2014/main" id="{A7CE16A7-EEE1-EF59-4306-8E7C29B548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8" name="rc1106">
              <a:extLst>
                <a:ext uri="{FF2B5EF4-FFF2-40B4-BE49-F238E27FC236}">
                  <a16:creationId xmlns:a16="http://schemas.microsoft.com/office/drawing/2014/main" id="{B90F1822-CE18-4629-BF2B-1D911F7FBD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9" name="rc1107">
              <a:extLst>
                <a:ext uri="{FF2B5EF4-FFF2-40B4-BE49-F238E27FC236}">
                  <a16:creationId xmlns:a16="http://schemas.microsoft.com/office/drawing/2014/main" id="{EB0B08D9-FA75-68D5-2BCB-A83CEAD43F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0" name="rc1108">
              <a:extLst>
                <a:ext uri="{FF2B5EF4-FFF2-40B4-BE49-F238E27FC236}">
                  <a16:creationId xmlns:a16="http://schemas.microsoft.com/office/drawing/2014/main" id="{06B836D3-1C13-00DE-57B9-10D2C157E3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1" name="rc1109">
              <a:extLst>
                <a:ext uri="{FF2B5EF4-FFF2-40B4-BE49-F238E27FC236}">
                  <a16:creationId xmlns:a16="http://schemas.microsoft.com/office/drawing/2014/main" id="{BA613D22-642C-159E-A54F-78423DD538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2" name="rc1110">
              <a:extLst>
                <a:ext uri="{FF2B5EF4-FFF2-40B4-BE49-F238E27FC236}">
                  <a16:creationId xmlns:a16="http://schemas.microsoft.com/office/drawing/2014/main" id="{B4341AC9-574F-1976-C07D-435598DCBA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3" name="rc1111">
              <a:extLst>
                <a:ext uri="{FF2B5EF4-FFF2-40B4-BE49-F238E27FC236}">
                  <a16:creationId xmlns:a16="http://schemas.microsoft.com/office/drawing/2014/main" id="{FDBA9B47-A462-6A0F-30A1-D9EE083A2C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4" name="rc1112">
              <a:extLst>
                <a:ext uri="{FF2B5EF4-FFF2-40B4-BE49-F238E27FC236}">
                  <a16:creationId xmlns:a16="http://schemas.microsoft.com/office/drawing/2014/main" id="{25EDEFFC-B9B9-0552-792F-377FF3A490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5" name="rc1113">
              <a:extLst>
                <a:ext uri="{FF2B5EF4-FFF2-40B4-BE49-F238E27FC236}">
                  <a16:creationId xmlns:a16="http://schemas.microsoft.com/office/drawing/2014/main" id="{5930E649-D567-99C7-DAD5-00EC384259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6" name="rc1114">
              <a:extLst>
                <a:ext uri="{FF2B5EF4-FFF2-40B4-BE49-F238E27FC236}">
                  <a16:creationId xmlns:a16="http://schemas.microsoft.com/office/drawing/2014/main" id="{F951C501-A8DE-55B8-0435-785DC85C66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7" name="rc1115">
              <a:extLst>
                <a:ext uri="{FF2B5EF4-FFF2-40B4-BE49-F238E27FC236}">
                  <a16:creationId xmlns:a16="http://schemas.microsoft.com/office/drawing/2014/main" id="{C9691BF9-D183-5616-DC04-E8CD6D0841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8" name="rc1116">
              <a:extLst>
                <a:ext uri="{FF2B5EF4-FFF2-40B4-BE49-F238E27FC236}">
                  <a16:creationId xmlns:a16="http://schemas.microsoft.com/office/drawing/2014/main" id="{7C8D9B85-E75E-8818-D4D8-C08D570A90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9" name="rc1117">
              <a:extLst>
                <a:ext uri="{FF2B5EF4-FFF2-40B4-BE49-F238E27FC236}">
                  <a16:creationId xmlns:a16="http://schemas.microsoft.com/office/drawing/2014/main" id="{10A5A811-F148-91FC-8F9F-081D73FEA8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0" name="rc1118">
              <a:extLst>
                <a:ext uri="{FF2B5EF4-FFF2-40B4-BE49-F238E27FC236}">
                  <a16:creationId xmlns:a16="http://schemas.microsoft.com/office/drawing/2014/main" id="{F8436BE9-6EBB-3372-F413-7700F46BAA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1" name="rc1119">
              <a:extLst>
                <a:ext uri="{FF2B5EF4-FFF2-40B4-BE49-F238E27FC236}">
                  <a16:creationId xmlns:a16="http://schemas.microsoft.com/office/drawing/2014/main" id="{5D6E6545-27A1-E17C-0F58-E31B33C987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2" name="rc1120">
              <a:extLst>
                <a:ext uri="{FF2B5EF4-FFF2-40B4-BE49-F238E27FC236}">
                  <a16:creationId xmlns:a16="http://schemas.microsoft.com/office/drawing/2014/main" id="{9E0F5FBA-5C22-2533-508D-721B231827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3" name="rc1121">
              <a:extLst>
                <a:ext uri="{FF2B5EF4-FFF2-40B4-BE49-F238E27FC236}">
                  <a16:creationId xmlns:a16="http://schemas.microsoft.com/office/drawing/2014/main" id="{672F9482-0318-C339-57FB-11A91C3936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4" name="rc1122">
              <a:extLst>
                <a:ext uri="{FF2B5EF4-FFF2-40B4-BE49-F238E27FC236}">
                  <a16:creationId xmlns:a16="http://schemas.microsoft.com/office/drawing/2014/main" id="{A69BF2B6-F40D-1BBD-9035-2BB98508EC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5" name="rc1123">
              <a:extLst>
                <a:ext uri="{FF2B5EF4-FFF2-40B4-BE49-F238E27FC236}">
                  <a16:creationId xmlns:a16="http://schemas.microsoft.com/office/drawing/2014/main" id="{2E85BECF-EA07-7F1A-7315-48FBAD80AF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6" name="rc1124">
              <a:extLst>
                <a:ext uri="{FF2B5EF4-FFF2-40B4-BE49-F238E27FC236}">
                  <a16:creationId xmlns:a16="http://schemas.microsoft.com/office/drawing/2014/main" id="{7CE70274-4F8D-FC5E-2259-506B2812AC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7" name="rc1125">
              <a:extLst>
                <a:ext uri="{FF2B5EF4-FFF2-40B4-BE49-F238E27FC236}">
                  <a16:creationId xmlns:a16="http://schemas.microsoft.com/office/drawing/2014/main" id="{75F6B67A-F764-DFEF-CF1F-5800AE9016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8" name="rc1126">
              <a:extLst>
                <a:ext uri="{FF2B5EF4-FFF2-40B4-BE49-F238E27FC236}">
                  <a16:creationId xmlns:a16="http://schemas.microsoft.com/office/drawing/2014/main" id="{ED422709-2362-6321-C9AE-A2C30E9EB1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9" name="rc1127">
              <a:extLst>
                <a:ext uri="{FF2B5EF4-FFF2-40B4-BE49-F238E27FC236}">
                  <a16:creationId xmlns:a16="http://schemas.microsoft.com/office/drawing/2014/main" id="{3051AD6D-AD7A-C5B1-A251-E5D56945D7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0" name="rc1128">
              <a:extLst>
                <a:ext uri="{FF2B5EF4-FFF2-40B4-BE49-F238E27FC236}">
                  <a16:creationId xmlns:a16="http://schemas.microsoft.com/office/drawing/2014/main" id="{0B319167-A352-92D3-7F7C-98861FDF45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1" name="rc1129">
              <a:extLst>
                <a:ext uri="{FF2B5EF4-FFF2-40B4-BE49-F238E27FC236}">
                  <a16:creationId xmlns:a16="http://schemas.microsoft.com/office/drawing/2014/main" id="{F66689CE-E551-7A39-47E8-8B8DFC9056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2" name="rc1130">
              <a:extLst>
                <a:ext uri="{FF2B5EF4-FFF2-40B4-BE49-F238E27FC236}">
                  <a16:creationId xmlns:a16="http://schemas.microsoft.com/office/drawing/2014/main" id="{4017FB0B-AF1D-B22E-BAA3-C96A7E029D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3" name="rc1131">
              <a:extLst>
                <a:ext uri="{FF2B5EF4-FFF2-40B4-BE49-F238E27FC236}">
                  <a16:creationId xmlns:a16="http://schemas.microsoft.com/office/drawing/2014/main" id="{42067C34-B3DA-B96C-78D4-78453ECDCD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4" name="rc1132">
              <a:extLst>
                <a:ext uri="{FF2B5EF4-FFF2-40B4-BE49-F238E27FC236}">
                  <a16:creationId xmlns:a16="http://schemas.microsoft.com/office/drawing/2014/main" id="{402BAD68-A84F-099B-9B0C-EAF5FE0382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5" name="rc1133">
              <a:extLst>
                <a:ext uri="{FF2B5EF4-FFF2-40B4-BE49-F238E27FC236}">
                  <a16:creationId xmlns:a16="http://schemas.microsoft.com/office/drawing/2014/main" id="{F42F306C-D0E8-6065-322E-9A75E241D2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6" name="rc1134">
              <a:extLst>
                <a:ext uri="{FF2B5EF4-FFF2-40B4-BE49-F238E27FC236}">
                  <a16:creationId xmlns:a16="http://schemas.microsoft.com/office/drawing/2014/main" id="{9917A783-EAB8-2897-F648-D0C390DA50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7" name="rc1135">
              <a:extLst>
                <a:ext uri="{FF2B5EF4-FFF2-40B4-BE49-F238E27FC236}">
                  <a16:creationId xmlns:a16="http://schemas.microsoft.com/office/drawing/2014/main" id="{3BD2AC26-C6EF-E085-A476-97EDEA40BB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8" name="rc1136">
              <a:extLst>
                <a:ext uri="{FF2B5EF4-FFF2-40B4-BE49-F238E27FC236}">
                  <a16:creationId xmlns:a16="http://schemas.microsoft.com/office/drawing/2014/main" id="{6CEEA85D-2EAE-1B6B-B477-CC6CC4D413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9" name="rc1137">
              <a:extLst>
                <a:ext uri="{FF2B5EF4-FFF2-40B4-BE49-F238E27FC236}">
                  <a16:creationId xmlns:a16="http://schemas.microsoft.com/office/drawing/2014/main" id="{D53B8737-F143-B9D5-5A63-8CA6BA9BC4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0" name="rc1138">
              <a:extLst>
                <a:ext uri="{FF2B5EF4-FFF2-40B4-BE49-F238E27FC236}">
                  <a16:creationId xmlns:a16="http://schemas.microsoft.com/office/drawing/2014/main" id="{2B87E47F-9E7E-9CB2-8663-122ED8E78A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1" name="rc1139">
              <a:extLst>
                <a:ext uri="{FF2B5EF4-FFF2-40B4-BE49-F238E27FC236}">
                  <a16:creationId xmlns:a16="http://schemas.microsoft.com/office/drawing/2014/main" id="{CD5F0EB4-791E-6DB6-1C6D-85581A58EB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2" name="rc1140">
              <a:extLst>
                <a:ext uri="{FF2B5EF4-FFF2-40B4-BE49-F238E27FC236}">
                  <a16:creationId xmlns:a16="http://schemas.microsoft.com/office/drawing/2014/main" id="{475439A2-A4FD-662C-E96B-496F9A9517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3" name="rc1141">
              <a:extLst>
                <a:ext uri="{FF2B5EF4-FFF2-40B4-BE49-F238E27FC236}">
                  <a16:creationId xmlns:a16="http://schemas.microsoft.com/office/drawing/2014/main" id="{A5ECBBEF-8DD0-C15F-F0DD-0FBD67B401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4" name="rc1142">
              <a:extLst>
                <a:ext uri="{FF2B5EF4-FFF2-40B4-BE49-F238E27FC236}">
                  <a16:creationId xmlns:a16="http://schemas.microsoft.com/office/drawing/2014/main" id="{FE8AC729-80E2-9E02-4D3D-47EA7433B9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5" name="rc1143">
              <a:extLst>
                <a:ext uri="{FF2B5EF4-FFF2-40B4-BE49-F238E27FC236}">
                  <a16:creationId xmlns:a16="http://schemas.microsoft.com/office/drawing/2014/main" id="{6A4F705A-137A-0125-037D-EE57F4E4E2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6" name="rc1144">
              <a:extLst>
                <a:ext uri="{FF2B5EF4-FFF2-40B4-BE49-F238E27FC236}">
                  <a16:creationId xmlns:a16="http://schemas.microsoft.com/office/drawing/2014/main" id="{52EEA81D-514C-E7AB-8613-F826C69593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7" name="rc1145">
              <a:extLst>
                <a:ext uri="{FF2B5EF4-FFF2-40B4-BE49-F238E27FC236}">
                  <a16:creationId xmlns:a16="http://schemas.microsoft.com/office/drawing/2014/main" id="{0C8A4F46-39D0-0FC2-0DAF-EA7D084CFA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8" name="rc1146">
              <a:extLst>
                <a:ext uri="{FF2B5EF4-FFF2-40B4-BE49-F238E27FC236}">
                  <a16:creationId xmlns:a16="http://schemas.microsoft.com/office/drawing/2014/main" id="{73924A1E-4FDD-64B6-D5FD-D5872D2F9A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9" name="rc1147">
              <a:extLst>
                <a:ext uri="{FF2B5EF4-FFF2-40B4-BE49-F238E27FC236}">
                  <a16:creationId xmlns:a16="http://schemas.microsoft.com/office/drawing/2014/main" id="{E8B52184-DE12-3D28-4CCF-A364015099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0" name="rc1148">
              <a:extLst>
                <a:ext uri="{FF2B5EF4-FFF2-40B4-BE49-F238E27FC236}">
                  <a16:creationId xmlns:a16="http://schemas.microsoft.com/office/drawing/2014/main" id="{CF8D3EFA-E6BA-71C3-4AC1-E89928D24A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1" name="rc1149">
              <a:extLst>
                <a:ext uri="{FF2B5EF4-FFF2-40B4-BE49-F238E27FC236}">
                  <a16:creationId xmlns:a16="http://schemas.microsoft.com/office/drawing/2014/main" id="{76C96030-94F7-C325-1266-31E8285C27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2" name="rc1150">
              <a:extLst>
                <a:ext uri="{FF2B5EF4-FFF2-40B4-BE49-F238E27FC236}">
                  <a16:creationId xmlns:a16="http://schemas.microsoft.com/office/drawing/2014/main" id="{EFB16F8C-904E-164B-EEF2-823565641D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3" name="rc1151">
              <a:extLst>
                <a:ext uri="{FF2B5EF4-FFF2-40B4-BE49-F238E27FC236}">
                  <a16:creationId xmlns:a16="http://schemas.microsoft.com/office/drawing/2014/main" id="{2178C238-7216-873E-BE8A-303C7BF8FC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4" name="rc1152">
              <a:extLst>
                <a:ext uri="{FF2B5EF4-FFF2-40B4-BE49-F238E27FC236}">
                  <a16:creationId xmlns:a16="http://schemas.microsoft.com/office/drawing/2014/main" id="{2A4A7A10-E74E-8BE7-7B2B-0BD8F8184D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5" name="rc1153">
              <a:extLst>
                <a:ext uri="{FF2B5EF4-FFF2-40B4-BE49-F238E27FC236}">
                  <a16:creationId xmlns:a16="http://schemas.microsoft.com/office/drawing/2014/main" id="{8248A1FD-76EE-BC8B-2520-5B4061A8AA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6" name="rc1154">
              <a:extLst>
                <a:ext uri="{FF2B5EF4-FFF2-40B4-BE49-F238E27FC236}">
                  <a16:creationId xmlns:a16="http://schemas.microsoft.com/office/drawing/2014/main" id="{9B3A86BC-E156-70FA-A06E-C8B047BECE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7" name="rc1155">
              <a:extLst>
                <a:ext uri="{FF2B5EF4-FFF2-40B4-BE49-F238E27FC236}">
                  <a16:creationId xmlns:a16="http://schemas.microsoft.com/office/drawing/2014/main" id="{3A862936-B624-F9D4-F429-D3D4EDCFC7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8" name="rc1156">
              <a:extLst>
                <a:ext uri="{FF2B5EF4-FFF2-40B4-BE49-F238E27FC236}">
                  <a16:creationId xmlns:a16="http://schemas.microsoft.com/office/drawing/2014/main" id="{FBC0BE7B-4E6A-A6E5-E98E-C6E6ED40B3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9" name="rc1157">
              <a:extLst>
                <a:ext uri="{FF2B5EF4-FFF2-40B4-BE49-F238E27FC236}">
                  <a16:creationId xmlns:a16="http://schemas.microsoft.com/office/drawing/2014/main" id="{21FE18FB-E736-78C9-C3A3-D37587927A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0" name="rc1158">
              <a:extLst>
                <a:ext uri="{FF2B5EF4-FFF2-40B4-BE49-F238E27FC236}">
                  <a16:creationId xmlns:a16="http://schemas.microsoft.com/office/drawing/2014/main" id="{9FF789D1-A17E-AB93-A27C-DE92453E5D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1" name="rc1159">
              <a:extLst>
                <a:ext uri="{FF2B5EF4-FFF2-40B4-BE49-F238E27FC236}">
                  <a16:creationId xmlns:a16="http://schemas.microsoft.com/office/drawing/2014/main" id="{17DD9A60-E37E-AFB9-4A40-993662F165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2" name="rc1160">
              <a:extLst>
                <a:ext uri="{FF2B5EF4-FFF2-40B4-BE49-F238E27FC236}">
                  <a16:creationId xmlns:a16="http://schemas.microsoft.com/office/drawing/2014/main" id="{005DF650-CECB-85BA-EB38-F2B83A2BCD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3" name="rc1161">
              <a:extLst>
                <a:ext uri="{FF2B5EF4-FFF2-40B4-BE49-F238E27FC236}">
                  <a16:creationId xmlns:a16="http://schemas.microsoft.com/office/drawing/2014/main" id="{BDA55DA3-0B32-8365-C6B8-0D183E5DCE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4" name="rc1162">
              <a:extLst>
                <a:ext uri="{FF2B5EF4-FFF2-40B4-BE49-F238E27FC236}">
                  <a16:creationId xmlns:a16="http://schemas.microsoft.com/office/drawing/2014/main" id="{BF1BA311-2EA9-8535-5CED-14FA59237D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5" name="rc1163">
              <a:extLst>
                <a:ext uri="{FF2B5EF4-FFF2-40B4-BE49-F238E27FC236}">
                  <a16:creationId xmlns:a16="http://schemas.microsoft.com/office/drawing/2014/main" id="{3BC9875F-C427-3967-28D7-7AFC8077C8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6" name="rc1164">
              <a:extLst>
                <a:ext uri="{FF2B5EF4-FFF2-40B4-BE49-F238E27FC236}">
                  <a16:creationId xmlns:a16="http://schemas.microsoft.com/office/drawing/2014/main" id="{A65F15AD-FA23-5C3B-6B0D-5F096B722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7" name="rc1165">
              <a:extLst>
                <a:ext uri="{FF2B5EF4-FFF2-40B4-BE49-F238E27FC236}">
                  <a16:creationId xmlns:a16="http://schemas.microsoft.com/office/drawing/2014/main" id="{CAF7DD9C-9046-EC68-6087-AD89E2101E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8" name="rc1166">
              <a:extLst>
                <a:ext uri="{FF2B5EF4-FFF2-40B4-BE49-F238E27FC236}">
                  <a16:creationId xmlns:a16="http://schemas.microsoft.com/office/drawing/2014/main" id="{5FAEFDA5-81E5-3B55-3888-13AC6DD26E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9" name="rc1167">
              <a:extLst>
                <a:ext uri="{FF2B5EF4-FFF2-40B4-BE49-F238E27FC236}">
                  <a16:creationId xmlns:a16="http://schemas.microsoft.com/office/drawing/2014/main" id="{35C03508-71E1-D6AD-E40D-C568546492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0" name="rc1168">
              <a:extLst>
                <a:ext uri="{FF2B5EF4-FFF2-40B4-BE49-F238E27FC236}">
                  <a16:creationId xmlns:a16="http://schemas.microsoft.com/office/drawing/2014/main" id="{39BC6131-42F9-C31D-C6D5-BC52A2A032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1" name="rc1169">
              <a:extLst>
                <a:ext uri="{FF2B5EF4-FFF2-40B4-BE49-F238E27FC236}">
                  <a16:creationId xmlns:a16="http://schemas.microsoft.com/office/drawing/2014/main" id="{A129F874-0B89-D16E-55F1-78A5EED7C1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2" name="rc1170">
              <a:extLst>
                <a:ext uri="{FF2B5EF4-FFF2-40B4-BE49-F238E27FC236}">
                  <a16:creationId xmlns:a16="http://schemas.microsoft.com/office/drawing/2014/main" id="{11775CF0-7FCF-E49C-342B-2ABAD2E71D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3" name="rc1171">
              <a:extLst>
                <a:ext uri="{FF2B5EF4-FFF2-40B4-BE49-F238E27FC236}">
                  <a16:creationId xmlns:a16="http://schemas.microsoft.com/office/drawing/2014/main" id="{BA380ED8-A5FA-1891-3699-D7A45C3AA5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4" name="rc1172">
              <a:extLst>
                <a:ext uri="{FF2B5EF4-FFF2-40B4-BE49-F238E27FC236}">
                  <a16:creationId xmlns:a16="http://schemas.microsoft.com/office/drawing/2014/main" id="{1B7CB750-D268-A57C-BC3F-9131C44F89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5" name="rc1173">
              <a:extLst>
                <a:ext uri="{FF2B5EF4-FFF2-40B4-BE49-F238E27FC236}">
                  <a16:creationId xmlns:a16="http://schemas.microsoft.com/office/drawing/2014/main" id="{ED19B3F0-3568-6BFA-9086-352A1D459E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6" name="rc1174">
              <a:extLst>
                <a:ext uri="{FF2B5EF4-FFF2-40B4-BE49-F238E27FC236}">
                  <a16:creationId xmlns:a16="http://schemas.microsoft.com/office/drawing/2014/main" id="{2C4F0020-C085-1B8F-330C-4A5407F7D1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7" name="rc1175">
              <a:extLst>
                <a:ext uri="{FF2B5EF4-FFF2-40B4-BE49-F238E27FC236}">
                  <a16:creationId xmlns:a16="http://schemas.microsoft.com/office/drawing/2014/main" id="{24E0BF37-AE57-8211-AE54-21ABE66B3B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8" name="rc1176">
              <a:extLst>
                <a:ext uri="{FF2B5EF4-FFF2-40B4-BE49-F238E27FC236}">
                  <a16:creationId xmlns:a16="http://schemas.microsoft.com/office/drawing/2014/main" id="{1A8E4F8B-F12E-73A6-3461-F204A11DCF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9" name="rc1177">
              <a:extLst>
                <a:ext uri="{FF2B5EF4-FFF2-40B4-BE49-F238E27FC236}">
                  <a16:creationId xmlns:a16="http://schemas.microsoft.com/office/drawing/2014/main" id="{DB6985AC-388B-C20D-85A5-8C61573592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0" name="rc1178">
              <a:extLst>
                <a:ext uri="{FF2B5EF4-FFF2-40B4-BE49-F238E27FC236}">
                  <a16:creationId xmlns:a16="http://schemas.microsoft.com/office/drawing/2014/main" id="{A90A98CE-3D18-C017-741E-2794983838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1" name="rc1179">
              <a:extLst>
                <a:ext uri="{FF2B5EF4-FFF2-40B4-BE49-F238E27FC236}">
                  <a16:creationId xmlns:a16="http://schemas.microsoft.com/office/drawing/2014/main" id="{E65E1AC2-E64A-C9D7-57A6-D51BF01B52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2" name="rc1180">
              <a:extLst>
                <a:ext uri="{FF2B5EF4-FFF2-40B4-BE49-F238E27FC236}">
                  <a16:creationId xmlns:a16="http://schemas.microsoft.com/office/drawing/2014/main" id="{FEBA1E20-6EFE-60B0-EAC7-472B58D797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3" name="rc1181">
              <a:extLst>
                <a:ext uri="{FF2B5EF4-FFF2-40B4-BE49-F238E27FC236}">
                  <a16:creationId xmlns:a16="http://schemas.microsoft.com/office/drawing/2014/main" id="{028E6C98-19C1-6438-210D-CD93AD7EBC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4" name="rc1182">
              <a:extLst>
                <a:ext uri="{FF2B5EF4-FFF2-40B4-BE49-F238E27FC236}">
                  <a16:creationId xmlns:a16="http://schemas.microsoft.com/office/drawing/2014/main" id="{3ACC73CD-1A27-7BBF-FB85-57ED4F95ED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5" name="rc1183">
              <a:extLst>
                <a:ext uri="{FF2B5EF4-FFF2-40B4-BE49-F238E27FC236}">
                  <a16:creationId xmlns:a16="http://schemas.microsoft.com/office/drawing/2014/main" id="{1F0A8377-C138-B0E2-EB9C-B36AFE415B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6" name="rc1184">
              <a:extLst>
                <a:ext uri="{FF2B5EF4-FFF2-40B4-BE49-F238E27FC236}">
                  <a16:creationId xmlns:a16="http://schemas.microsoft.com/office/drawing/2014/main" id="{C09803A4-AA31-4A80-F443-F129E197CA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7" name="rc1185">
              <a:extLst>
                <a:ext uri="{FF2B5EF4-FFF2-40B4-BE49-F238E27FC236}">
                  <a16:creationId xmlns:a16="http://schemas.microsoft.com/office/drawing/2014/main" id="{CF0F6CFC-270E-6009-6E87-7B3D6A9670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8" name="rc1186">
              <a:extLst>
                <a:ext uri="{FF2B5EF4-FFF2-40B4-BE49-F238E27FC236}">
                  <a16:creationId xmlns:a16="http://schemas.microsoft.com/office/drawing/2014/main" id="{E234E9E6-2CEF-3197-6925-086914CA2E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9" name="rc1187">
              <a:extLst>
                <a:ext uri="{FF2B5EF4-FFF2-40B4-BE49-F238E27FC236}">
                  <a16:creationId xmlns:a16="http://schemas.microsoft.com/office/drawing/2014/main" id="{084742BE-36B0-547C-3AE4-202E471989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0" name="rc1188">
              <a:extLst>
                <a:ext uri="{FF2B5EF4-FFF2-40B4-BE49-F238E27FC236}">
                  <a16:creationId xmlns:a16="http://schemas.microsoft.com/office/drawing/2014/main" id="{2EDBC27F-5356-70EE-F024-0FD6114123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1" name="rc1189">
              <a:extLst>
                <a:ext uri="{FF2B5EF4-FFF2-40B4-BE49-F238E27FC236}">
                  <a16:creationId xmlns:a16="http://schemas.microsoft.com/office/drawing/2014/main" id="{6A2512F5-2DB3-7D8A-4DBA-2BCF67138F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2" name="rc1190">
              <a:extLst>
                <a:ext uri="{FF2B5EF4-FFF2-40B4-BE49-F238E27FC236}">
                  <a16:creationId xmlns:a16="http://schemas.microsoft.com/office/drawing/2014/main" id="{5EFFDE32-04C3-EF08-B6BE-B502324581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3" name="rc1191">
              <a:extLst>
                <a:ext uri="{FF2B5EF4-FFF2-40B4-BE49-F238E27FC236}">
                  <a16:creationId xmlns:a16="http://schemas.microsoft.com/office/drawing/2014/main" id="{685FF528-859A-8013-6A91-576F5EFDB0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4" name="rc1192">
              <a:extLst>
                <a:ext uri="{FF2B5EF4-FFF2-40B4-BE49-F238E27FC236}">
                  <a16:creationId xmlns:a16="http://schemas.microsoft.com/office/drawing/2014/main" id="{7E56D381-5D32-1AF3-E6C6-C994D0BD3F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5" name="rc1193">
              <a:extLst>
                <a:ext uri="{FF2B5EF4-FFF2-40B4-BE49-F238E27FC236}">
                  <a16:creationId xmlns:a16="http://schemas.microsoft.com/office/drawing/2014/main" id="{7B2E7AA9-2C07-4068-514B-E21C94B02E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6" name="rc1194">
              <a:extLst>
                <a:ext uri="{FF2B5EF4-FFF2-40B4-BE49-F238E27FC236}">
                  <a16:creationId xmlns:a16="http://schemas.microsoft.com/office/drawing/2014/main" id="{B0D35017-9C9E-52A5-8F0F-825A837158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7" name="rc1195">
              <a:extLst>
                <a:ext uri="{FF2B5EF4-FFF2-40B4-BE49-F238E27FC236}">
                  <a16:creationId xmlns:a16="http://schemas.microsoft.com/office/drawing/2014/main" id="{D484ACED-94C1-D972-D999-D640E6E7F1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8" name="rc1196">
              <a:extLst>
                <a:ext uri="{FF2B5EF4-FFF2-40B4-BE49-F238E27FC236}">
                  <a16:creationId xmlns:a16="http://schemas.microsoft.com/office/drawing/2014/main" id="{49D24A68-8E42-907E-E024-A2703EE896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9" name="rc1197">
              <a:extLst>
                <a:ext uri="{FF2B5EF4-FFF2-40B4-BE49-F238E27FC236}">
                  <a16:creationId xmlns:a16="http://schemas.microsoft.com/office/drawing/2014/main" id="{F9C2D3C8-A59E-BCC4-E519-493455A41D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0" name="rc1198">
              <a:extLst>
                <a:ext uri="{FF2B5EF4-FFF2-40B4-BE49-F238E27FC236}">
                  <a16:creationId xmlns:a16="http://schemas.microsoft.com/office/drawing/2014/main" id="{F37E9589-73D2-7C1D-A1A4-2A160B6F15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1" name="rc1199">
              <a:extLst>
                <a:ext uri="{FF2B5EF4-FFF2-40B4-BE49-F238E27FC236}">
                  <a16:creationId xmlns:a16="http://schemas.microsoft.com/office/drawing/2014/main" id="{AAE0C942-2F85-97A9-09DF-679DD2F03F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2" name="rc1200">
              <a:extLst>
                <a:ext uri="{FF2B5EF4-FFF2-40B4-BE49-F238E27FC236}">
                  <a16:creationId xmlns:a16="http://schemas.microsoft.com/office/drawing/2014/main" id="{29337D6D-1B5F-BAB1-7D86-0C13F58DAA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3" name="rc1201">
              <a:extLst>
                <a:ext uri="{FF2B5EF4-FFF2-40B4-BE49-F238E27FC236}">
                  <a16:creationId xmlns:a16="http://schemas.microsoft.com/office/drawing/2014/main" id="{3BC6FDC7-C77A-EAB4-141F-0A3BE6708E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4" name="rc1202">
              <a:extLst>
                <a:ext uri="{FF2B5EF4-FFF2-40B4-BE49-F238E27FC236}">
                  <a16:creationId xmlns:a16="http://schemas.microsoft.com/office/drawing/2014/main" id="{C1B0D81B-5CED-D1DF-17A0-DD952F1110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5" name="rc1203">
              <a:extLst>
                <a:ext uri="{FF2B5EF4-FFF2-40B4-BE49-F238E27FC236}">
                  <a16:creationId xmlns:a16="http://schemas.microsoft.com/office/drawing/2014/main" id="{BC643FF8-FEB7-113F-1A1A-33F3487E5D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6" name="rc1204">
              <a:extLst>
                <a:ext uri="{FF2B5EF4-FFF2-40B4-BE49-F238E27FC236}">
                  <a16:creationId xmlns:a16="http://schemas.microsoft.com/office/drawing/2014/main" id="{F433D1B3-780E-BDB3-FEA0-31D217B0F2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7" name="rc1205">
              <a:extLst>
                <a:ext uri="{FF2B5EF4-FFF2-40B4-BE49-F238E27FC236}">
                  <a16:creationId xmlns:a16="http://schemas.microsoft.com/office/drawing/2014/main" id="{B5DD4388-4180-6333-927A-FF5386EF3F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8" name="rc1206">
              <a:extLst>
                <a:ext uri="{FF2B5EF4-FFF2-40B4-BE49-F238E27FC236}">
                  <a16:creationId xmlns:a16="http://schemas.microsoft.com/office/drawing/2014/main" id="{F8339B2E-0CF9-29EB-B50E-9241289909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9" name="rc1207">
              <a:extLst>
                <a:ext uri="{FF2B5EF4-FFF2-40B4-BE49-F238E27FC236}">
                  <a16:creationId xmlns:a16="http://schemas.microsoft.com/office/drawing/2014/main" id="{1E186E41-856C-9BDB-0756-911C625A07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0" name="rc1208">
              <a:extLst>
                <a:ext uri="{FF2B5EF4-FFF2-40B4-BE49-F238E27FC236}">
                  <a16:creationId xmlns:a16="http://schemas.microsoft.com/office/drawing/2014/main" id="{0B469594-1696-7310-57B2-0519AAE01B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1" name="rc1209">
              <a:extLst>
                <a:ext uri="{FF2B5EF4-FFF2-40B4-BE49-F238E27FC236}">
                  <a16:creationId xmlns:a16="http://schemas.microsoft.com/office/drawing/2014/main" id="{CE67509F-572D-43D8-D74F-E04F8F4D17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2" name="rc1210">
              <a:extLst>
                <a:ext uri="{FF2B5EF4-FFF2-40B4-BE49-F238E27FC236}">
                  <a16:creationId xmlns:a16="http://schemas.microsoft.com/office/drawing/2014/main" id="{A590A1CA-188A-8A6E-D026-52117B3CB0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3" name="rc1211">
              <a:extLst>
                <a:ext uri="{FF2B5EF4-FFF2-40B4-BE49-F238E27FC236}">
                  <a16:creationId xmlns:a16="http://schemas.microsoft.com/office/drawing/2014/main" id="{14F50FB1-3AFF-3813-5C33-32C662F651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4" name="rc1212">
              <a:extLst>
                <a:ext uri="{FF2B5EF4-FFF2-40B4-BE49-F238E27FC236}">
                  <a16:creationId xmlns:a16="http://schemas.microsoft.com/office/drawing/2014/main" id="{39B59019-7F8A-9AF5-3BF5-934B475FB5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5" name="rc1213">
              <a:extLst>
                <a:ext uri="{FF2B5EF4-FFF2-40B4-BE49-F238E27FC236}">
                  <a16:creationId xmlns:a16="http://schemas.microsoft.com/office/drawing/2014/main" id="{2738B276-64F4-200A-385D-9AEE52058C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6" name="rc1214">
              <a:extLst>
                <a:ext uri="{FF2B5EF4-FFF2-40B4-BE49-F238E27FC236}">
                  <a16:creationId xmlns:a16="http://schemas.microsoft.com/office/drawing/2014/main" id="{EB1B21E1-91BB-0BC8-6131-9003AE5434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7" name="rc1215">
              <a:extLst>
                <a:ext uri="{FF2B5EF4-FFF2-40B4-BE49-F238E27FC236}">
                  <a16:creationId xmlns:a16="http://schemas.microsoft.com/office/drawing/2014/main" id="{F3FAA144-C221-E41F-4085-D9A37946BA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8" name="rc1216">
              <a:extLst>
                <a:ext uri="{FF2B5EF4-FFF2-40B4-BE49-F238E27FC236}">
                  <a16:creationId xmlns:a16="http://schemas.microsoft.com/office/drawing/2014/main" id="{6EF2CB5D-4058-D0DF-A205-8939E30226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9" name="rc1217">
              <a:extLst>
                <a:ext uri="{FF2B5EF4-FFF2-40B4-BE49-F238E27FC236}">
                  <a16:creationId xmlns:a16="http://schemas.microsoft.com/office/drawing/2014/main" id="{A3EDAF85-2AE6-EAFC-495B-D153FAA13D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0" name="rc1218">
              <a:extLst>
                <a:ext uri="{FF2B5EF4-FFF2-40B4-BE49-F238E27FC236}">
                  <a16:creationId xmlns:a16="http://schemas.microsoft.com/office/drawing/2014/main" id="{31A67CE8-7DD8-6BE0-DF67-8B9310367F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1" name="rc1219">
              <a:extLst>
                <a:ext uri="{FF2B5EF4-FFF2-40B4-BE49-F238E27FC236}">
                  <a16:creationId xmlns:a16="http://schemas.microsoft.com/office/drawing/2014/main" id="{F0FB4CE8-2728-4F6D-FAC8-8DA11D3D45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2" name="rc1220">
              <a:extLst>
                <a:ext uri="{FF2B5EF4-FFF2-40B4-BE49-F238E27FC236}">
                  <a16:creationId xmlns:a16="http://schemas.microsoft.com/office/drawing/2014/main" id="{E1CFE621-99F0-4B8C-D01E-4698EC2B75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3" name="rc1221">
              <a:extLst>
                <a:ext uri="{FF2B5EF4-FFF2-40B4-BE49-F238E27FC236}">
                  <a16:creationId xmlns:a16="http://schemas.microsoft.com/office/drawing/2014/main" id="{F264CC5A-1E3F-11ED-8DE5-9646815613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4" name="rc1222">
              <a:extLst>
                <a:ext uri="{FF2B5EF4-FFF2-40B4-BE49-F238E27FC236}">
                  <a16:creationId xmlns:a16="http://schemas.microsoft.com/office/drawing/2014/main" id="{61C37F83-A824-6AD0-CBAA-DC4CC0312D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5" name="rc1223">
              <a:extLst>
                <a:ext uri="{FF2B5EF4-FFF2-40B4-BE49-F238E27FC236}">
                  <a16:creationId xmlns:a16="http://schemas.microsoft.com/office/drawing/2014/main" id="{D44B74E3-6912-9A87-9257-557213D92D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6" name="rc1224">
              <a:extLst>
                <a:ext uri="{FF2B5EF4-FFF2-40B4-BE49-F238E27FC236}">
                  <a16:creationId xmlns:a16="http://schemas.microsoft.com/office/drawing/2014/main" id="{FB8698E4-CC95-CC69-8B02-47228A8A41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7" name="rc1225">
              <a:extLst>
                <a:ext uri="{FF2B5EF4-FFF2-40B4-BE49-F238E27FC236}">
                  <a16:creationId xmlns:a16="http://schemas.microsoft.com/office/drawing/2014/main" id="{337A5F15-14E1-CAAD-1EF8-ED9584D022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8" name="rc1226">
              <a:extLst>
                <a:ext uri="{FF2B5EF4-FFF2-40B4-BE49-F238E27FC236}">
                  <a16:creationId xmlns:a16="http://schemas.microsoft.com/office/drawing/2014/main" id="{BED09742-0FA7-E3AD-361E-22F810F11B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9" name="rc1227">
              <a:extLst>
                <a:ext uri="{FF2B5EF4-FFF2-40B4-BE49-F238E27FC236}">
                  <a16:creationId xmlns:a16="http://schemas.microsoft.com/office/drawing/2014/main" id="{1093855D-663C-EF4C-C37F-52EA0E90A3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0" name="rc1228">
              <a:extLst>
                <a:ext uri="{FF2B5EF4-FFF2-40B4-BE49-F238E27FC236}">
                  <a16:creationId xmlns:a16="http://schemas.microsoft.com/office/drawing/2014/main" id="{D2191F82-E76C-C20C-8EEB-DF627F5917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1" name="rc1229">
              <a:extLst>
                <a:ext uri="{FF2B5EF4-FFF2-40B4-BE49-F238E27FC236}">
                  <a16:creationId xmlns:a16="http://schemas.microsoft.com/office/drawing/2014/main" id="{2AFBA89B-77E5-5EEA-4A7D-206FC648CA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2" name="rc1230">
              <a:extLst>
                <a:ext uri="{FF2B5EF4-FFF2-40B4-BE49-F238E27FC236}">
                  <a16:creationId xmlns:a16="http://schemas.microsoft.com/office/drawing/2014/main" id="{273AE39E-4AB5-D156-7D13-4449A41BFD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3" name="rc1231">
              <a:extLst>
                <a:ext uri="{FF2B5EF4-FFF2-40B4-BE49-F238E27FC236}">
                  <a16:creationId xmlns:a16="http://schemas.microsoft.com/office/drawing/2014/main" id="{DA209195-4666-4D10-060D-E770EE8E1B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4" name="rc1232">
              <a:extLst>
                <a:ext uri="{FF2B5EF4-FFF2-40B4-BE49-F238E27FC236}">
                  <a16:creationId xmlns:a16="http://schemas.microsoft.com/office/drawing/2014/main" id="{64419382-27AE-0B0C-D59D-701C9AB195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5" name="rc1233">
              <a:extLst>
                <a:ext uri="{FF2B5EF4-FFF2-40B4-BE49-F238E27FC236}">
                  <a16:creationId xmlns:a16="http://schemas.microsoft.com/office/drawing/2014/main" id="{43EEA274-91D7-4CD9-8BA7-50E6B9DD65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6" name="rc1234">
              <a:extLst>
                <a:ext uri="{FF2B5EF4-FFF2-40B4-BE49-F238E27FC236}">
                  <a16:creationId xmlns:a16="http://schemas.microsoft.com/office/drawing/2014/main" id="{7A390611-8E2C-89C3-ED79-1308971437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7" name="rc1235">
              <a:extLst>
                <a:ext uri="{FF2B5EF4-FFF2-40B4-BE49-F238E27FC236}">
                  <a16:creationId xmlns:a16="http://schemas.microsoft.com/office/drawing/2014/main" id="{43328132-F146-F197-D6EE-D0D5FF6FD6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8" name="rc1236">
              <a:extLst>
                <a:ext uri="{FF2B5EF4-FFF2-40B4-BE49-F238E27FC236}">
                  <a16:creationId xmlns:a16="http://schemas.microsoft.com/office/drawing/2014/main" id="{6031407B-1C3B-62B9-B2F4-DD61ABD965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9" name="rc1237">
              <a:extLst>
                <a:ext uri="{FF2B5EF4-FFF2-40B4-BE49-F238E27FC236}">
                  <a16:creationId xmlns:a16="http://schemas.microsoft.com/office/drawing/2014/main" id="{41A4BB89-C01F-4FB9-03FC-DAAA9429A4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0" name="rc1238">
              <a:extLst>
                <a:ext uri="{FF2B5EF4-FFF2-40B4-BE49-F238E27FC236}">
                  <a16:creationId xmlns:a16="http://schemas.microsoft.com/office/drawing/2014/main" id="{EB03D4A6-14AD-E5DF-7EF7-1FAF8A5300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1" name="rc1239">
              <a:extLst>
                <a:ext uri="{FF2B5EF4-FFF2-40B4-BE49-F238E27FC236}">
                  <a16:creationId xmlns:a16="http://schemas.microsoft.com/office/drawing/2014/main" id="{23F2E1F4-AEC6-D7F7-7BDB-53EA9F68CE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2" name="rc1240">
              <a:extLst>
                <a:ext uri="{FF2B5EF4-FFF2-40B4-BE49-F238E27FC236}">
                  <a16:creationId xmlns:a16="http://schemas.microsoft.com/office/drawing/2014/main" id="{BBCBA69C-1413-9ECB-D918-6EBEE86ED4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3" name="rc1241">
              <a:extLst>
                <a:ext uri="{FF2B5EF4-FFF2-40B4-BE49-F238E27FC236}">
                  <a16:creationId xmlns:a16="http://schemas.microsoft.com/office/drawing/2014/main" id="{0014CDDE-1E91-E746-5BE9-E7247B47C3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4" name="rc1242">
              <a:extLst>
                <a:ext uri="{FF2B5EF4-FFF2-40B4-BE49-F238E27FC236}">
                  <a16:creationId xmlns:a16="http://schemas.microsoft.com/office/drawing/2014/main" id="{7625D38E-8BC5-D5DE-51CA-F33461167B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5" name="rc1243">
              <a:extLst>
                <a:ext uri="{FF2B5EF4-FFF2-40B4-BE49-F238E27FC236}">
                  <a16:creationId xmlns:a16="http://schemas.microsoft.com/office/drawing/2014/main" id="{8772EFAA-AA33-028D-F126-C330DC5E54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6" name="rc1244">
              <a:extLst>
                <a:ext uri="{FF2B5EF4-FFF2-40B4-BE49-F238E27FC236}">
                  <a16:creationId xmlns:a16="http://schemas.microsoft.com/office/drawing/2014/main" id="{88863135-6301-94B2-FBB1-95A303E62D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7" name="rc1245">
              <a:extLst>
                <a:ext uri="{FF2B5EF4-FFF2-40B4-BE49-F238E27FC236}">
                  <a16:creationId xmlns:a16="http://schemas.microsoft.com/office/drawing/2014/main" id="{09C8712B-693B-FF3D-F91F-CC09A0636A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8" name="rc1246">
              <a:extLst>
                <a:ext uri="{FF2B5EF4-FFF2-40B4-BE49-F238E27FC236}">
                  <a16:creationId xmlns:a16="http://schemas.microsoft.com/office/drawing/2014/main" id="{E960C382-4231-7115-5D82-CBB686B9F4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9" name="rc1247">
              <a:extLst>
                <a:ext uri="{FF2B5EF4-FFF2-40B4-BE49-F238E27FC236}">
                  <a16:creationId xmlns:a16="http://schemas.microsoft.com/office/drawing/2014/main" id="{69C8C04C-416D-9109-2DF0-EE275C042A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0" name="rc1248">
              <a:extLst>
                <a:ext uri="{FF2B5EF4-FFF2-40B4-BE49-F238E27FC236}">
                  <a16:creationId xmlns:a16="http://schemas.microsoft.com/office/drawing/2014/main" id="{C9C0A8DA-E187-CEB5-05DF-9A445ECC30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1" name="rc1249">
              <a:extLst>
                <a:ext uri="{FF2B5EF4-FFF2-40B4-BE49-F238E27FC236}">
                  <a16:creationId xmlns:a16="http://schemas.microsoft.com/office/drawing/2014/main" id="{204D988A-8A62-4775-7A66-1523CF3D98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2" name="rc1250">
              <a:extLst>
                <a:ext uri="{FF2B5EF4-FFF2-40B4-BE49-F238E27FC236}">
                  <a16:creationId xmlns:a16="http://schemas.microsoft.com/office/drawing/2014/main" id="{54233094-66B2-DF28-D332-45CB5796DD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3" name="rc1251">
              <a:extLst>
                <a:ext uri="{FF2B5EF4-FFF2-40B4-BE49-F238E27FC236}">
                  <a16:creationId xmlns:a16="http://schemas.microsoft.com/office/drawing/2014/main" id="{7861575E-C1DF-5844-2EA5-31CFDE287E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4" name="rc1252">
              <a:extLst>
                <a:ext uri="{FF2B5EF4-FFF2-40B4-BE49-F238E27FC236}">
                  <a16:creationId xmlns:a16="http://schemas.microsoft.com/office/drawing/2014/main" id="{781B6E7E-F039-6CAE-4A4F-8E17B12A68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5" name="rc1253">
              <a:extLst>
                <a:ext uri="{FF2B5EF4-FFF2-40B4-BE49-F238E27FC236}">
                  <a16:creationId xmlns:a16="http://schemas.microsoft.com/office/drawing/2014/main" id="{8F112553-8D97-9AC8-3959-D3E25082BE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6" name="rc1254">
              <a:extLst>
                <a:ext uri="{FF2B5EF4-FFF2-40B4-BE49-F238E27FC236}">
                  <a16:creationId xmlns:a16="http://schemas.microsoft.com/office/drawing/2014/main" id="{79D3D4F7-4E80-4632-D2C9-479C24F28E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7" name="rc1255">
              <a:extLst>
                <a:ext uri="{FF2B5EF4-FFF2-40B4-BE49-F238E27FC236}">
                  <a16:creationId xmlns:a16="http://schemas.microsoft.com/office/drawing/2014/main" id="{62AA0332-1383-55AE-2420-586A12272F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8" name="rc1256">
              <a:extLst>
                <a:ext uri="{FF2B5EF4-FFF2-40B4-BE49-F238E27FC236}">
                  <a16:creationId xmlns:a16="http://schemas.microsoft.com/office/drawing/2014/main" id="{346B2F40-2CAD-A982-82EC-53F0444696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9" name="rc1257">
              <a:extLst>
                <a:ext uri="{FF2B5EF4-FFF2-40B4-BE49-F238E27FC236}">
                  <a16:creationId xmlns:a16="http://schemas.microsoft.com/office/drawing/2014/main" id="{32A4F44F-98D8-D407-7A40-4B1964CA2F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0" name="rc1258">
              <a:extLst>
                <a:ext uri="{FF2B5EF4-FFF2-40B4-BE49-F238E27FC236}">
                  <a16:creationId xmlns:a16="http://schemas.microsoft.com/office/drawing/2014/main" id="{FBEE5A20-12BA-B944-06AD-389DA5D7B9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1" name="rc1259">
              <a:extLst>
                <a:ext uri="{FF2B5EF4-FFF2-40B4-BE49-F238E27FC236}">
                  <a16:creationId xmlns:a16="http://schemas.microsoft.com/office/drawing/2014/main" id="{2C44C663-6B29-B626-4C16-EBA6E64A0D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2" name="rc1260">
              <a:extLst>
                <a:ext uri="{FF2B5EF4-FFF2-40B4-BE49-F238E27FC236}">
                  <a16:creationId xmlns:a16="http://schemas.microsoft.com/office/drawing/2014/main" id="{2E002BB8-E8F3-8A96-115D-BEF1949C36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3" name="rc1261">
              <a:extLst>
                <a:ext uri="{FF2B5EF4-FFF2-40B4-BE49-F238E27FC236}">
                  <a16:creationId xmlns:a16="http://schemas.microsoft.com/office/drawing/2014/main" id="{BB632385-EAE2-FE02-9D66-8AE654F8C6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4" name="rc1262">
              <a:extLst>
                <a:ext uri="{FF2B5EF4-FFF2-40B4-BE49-F238E27FC236}">
                  <a16:creationId xmlns:a16="http://schemas.microsoft.com/office/drawing/2014/main" id="{52EFC2C9-B0B7-6D03-1907-9DCEF8403A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5" name="rc1263">
              <a:extLst>
                <a:ext uri="{FF2B5EF4-FFF2-40B4-BE49-F238E27FC236}">
                  <a16:creationId xmlns:a16="http://schemas.microsoft.com/office/drawing/2014/main" id="{BA1C2158-F020-685F-0A6B-53EA23C493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6" name="rc1264">
              <a:extLst>
                <a:ext uri="{FF2B5EF4-FFF2-40B4-BE49-F238E27FC236}">
                  <a16:creationId xmlns:a16="http://schemas.microsoft.com/office/drawing/2014/main" id="{C696FC7E-6E6B-CF6A-B10C-053B924308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7" name="rc1265">
              <a:extLst>
                <a:ext uri="{FF2B5EF4-FFF2-40B4-BE49-F238E27FC236}">
                  <a16:creationId xmlns:a16="http://schemas.microsoft.com/office/drawing/2014/main" id="{564E2891-29F7-8EB0-ABDB-27B2B86A23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8" name="rc1266">
              <a:extLst>
                <a:ext uri="{FF2B5EF4-FFF2-40B4-BE49-F238E27FC236}">
                  <a16:creationId xmlns:a16="http://schemas.microsoft.com/office/drawing/2014/main" id="{8B081B1D-4CDB-EFF0-5491-351C24CBD6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9" name="rc1267">
              <a:extLst>
                <a:ext uri="{FF2B5EF4-FFF2-40B4-BE49-F238E27FC236}">
                  <a16:creationId xmlns:a16="http://schemas.microsoft.com/office/drawing/2014/main" id="{A5FCC65C-DAA1-05A4-F865-C0D48613A4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0" name="rc1268">
              <a:extLst>
                <a:ext uri="{FF2B5EF4-FFF2-40B4-BE49-F238E27FC236}">
                  <a16:creationId xmlns:a16="http://schemas.microsoft.com/office/drawing/2014/main" id="{44F92B90-4FB3-53D6-BAC2-71C74D1FA6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1" name="rc1269">
              <a:extLst>
                <a:ext uri="{FF2B5EF4-FFF2-40B4-BE49-F238E27FC236}">
                  <a16:creationId xmlns:a16="http://schemas.microsoft.com/office/drawing/2014/main" id="{244DB646-9691-0AAE-9048-1568A52D74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2" name="rc1270">
              <a:extLst>
                <a:ext uri="{FF2B5EF4-FFF2-40B4-BE49-F238E27FC236}">
                  <a16:creationId xmlns:a16="http://schemas.microsoft.com/office/drawing/2014/main" id="{06043E29-8DA2-A570-16FC-D6D99FD2FF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3" name="rc1271">
              <a:extLst>
                <a:ext uri="{FF2B5EF4-FFF2-40B4-BE49-F238E27FC236}">
                  <a16:creationId xmlns:a16="http://schemas.microsoft.com/office/drawing/2014/main" id="{8F0EB644-213B-A8EA-9736-5A57A4D678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4" name="rc1272">
              <a:extLst>
                <a:ext uri="{FF2B5EF4-FFF2-40B4-BE49-F238E27FC236}">
                  <a16:creationId xmlns:a16="http://schemas.microsoft.com/office/drawing/2014/main" id="{59983AC8-726A-D246-9622-3C92128C18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5" name="rc1273">
              <a:extLst>
                <a:ext uri="{FF2B5EF4-FFF2-40B4-BE49-F238E27FC236}">
                  <a16:creationId xmlns:a16="http://schemas.microsoft.com/office/drawing/2014/main" id="{0C51672F-FB67-D060-1CB3-0AB08AD6EE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6" name="rc1274">
              <a:extLst>
                <a:ext uri="{FF2B5EF4-FFF2-40B4-BE49-F238E27FC236}">
                  <a16:creationId xmlns:a16="http://schemas.microsoft.com/office/drawing/2014/main" id="{9815C64D-2155-6CCC-3322-0F222DF2DE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7" name="rc1275">
              <a:extLst>
                <a:ext uri="{FF2B5EF4-FFF2-40B4-BE49-F238E27FC236}">
                  <a16:creationId xmlns:a16="http://schemas.microsoft.com/office/drawing/2014/main" id="{C9FCDB59-B1F3-4E1D-73B9-D6063AB7A8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8" name="rc1276">
              <a:extLst>
                <a:ext uri="{FF2B5EF4-FFF2-40B4-BE49-F238E27FC236}">
                  <a16:creationId xmlns:a16="http://schemas.microsoft.com/office/drawing/2014/main" id="{657BF94B-B781-4449-D701-EE7E08B3FB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9" name="rc1277">
              <a:extLst>
                <a:ext uri="{FF2B5EF4-FFF2-40B4-BE49-F238E27FC236}">
                  <a16:creationId xmlns:a16="http://schemas.microsoft.com/office/drawing/2014/main" id="{EA68F108-A7A5-29DF-59D7-D7E23CBBC1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0" name="rc1278">
              <a:extLst>
                <a:ext uri="{FF2B5EF4-FFF2-40B4-BE49-F238E27FC236}">
                  <a16:creationId xmlns:a16="http://schemas.microsoft.com/office/drawing/2014/main" id="{AA26E902-B9FF-7805-C76B-24E0F0D39D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1" name="rc1279">
              <a:extLst>
                <a:ext uri="{FF2B5EF4-FFF2-40B4-BE49-F238E27FC236}">
                  <a16:creationId xmlns:a16="http://schemas.microsoft.com/office/drawing/2014/main" id="{568B520D-766A-41BC-D8F5-B492AAB582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2" name="rc1280">
              <a:extLst>
                <a:ext uri="{FF2B5EF4-FFF2-40B4-BE49-F238E27FC236}">
                  <a16:creationId xmlns:a16="http://schemas.microsoft.com/office/drawing/2014/main" id="{7DD185ED-CAB0-CD5F-F249-5C815F68A2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3" name="rc1281">
              <a:extLst>
                <a:ext uri="{FF2B5EF4-FFF2-40B4-BE49-F238E27FC236}">
                  <a16:creationId xmlns:a16="http://schemas.microsoft.com/office/drawing/2014/main" id="{3F1C2395-D6E5-F54B-82AD-A5F790D1A6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4" name="rc1282">
              <a:extLst>
                <a:ext uri="{FF2B5EF4-FFF2-40B4-BE49-F238E27FC236}">
                  <a16:creationId xmlns:a16="http://schemas.microsoft.com/office/drawing/2014/main" id="{4DCE3F53-10F7-2415-47C3-EDE3FB44A1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5" name="rc1283">
              <a:extLst>
                <a:ext uri="{FF2B5EF4-FFF2-40B4-BE49-F238E27FC236}">
                  <a16:creationId xmlns:a16="http://schemas.microsoft.com/office/drawing/2014/main" id="{6D4883F7-BE9E-DCA7-5E71-FC79E2183F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6" name="rc1284">
              <a:extLst>
                <a:ext uri="{FF2B5EF4-FFF2-40B4-BE49-F238E27FC236}">
                  <a16:creationId xmlns:a16="http://schemas.microsoft.com/office/drawing/2014/main" id="{FF946875-1576-5FED-5CC5-666EA17B2E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7" name="rc1285">
              <a:extLst>
                <a:ext uri="{FF2B5EF4-FFF2-40B4-BE49-F238E27FC236}">
                  <a16:creationId xmlns:a16="http://schemas.microsoft.com/office/drawing/2014/main" id="{FDF3124C-16CD-C475-27F1-4528EF7C48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8" name="rc1286">
              <a:extLst>
                <a:ext uri="{FF2B5EF4-FFF2-40B4-BE49-F238E27FC236}">
                  <a16:creationId xmlns:a16="http://schemas.microsoft.com/office/drawing/2014/main" id="{C911ADFA-F877-AE56-7B40-0A8279F6A6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9" name="rc1287">
              <a:extLst>
                <a:ext uri="{FF2B5EF4-FFF2-40B4-BE49-F238E27FC236}">
                  <a16:creationId xmlns:a16="http://schemas.microsoft.com/office/drawing/2014/main" id="{68C0AE91-68F0-1F54-ADF7-330809E647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0" name="rc1288">
              <a:extLst>
                <a:ext uri="{FF2B5EF4-FFF2-40B4-BE49-F238E27FC236}">
                  <a16:creationId xmlns:a16="http://schemas.microsoft.com/office/drawing/2014/main" id="{F34DEAB1-3F65-CB74-583E-BBD020717F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1" name="rc1289">
              <a:extLst>
                <a:ext uri="{FF2B5EF4-FFF2-40B4-BE49-F238E27FC236}">
                  <a16:creationId xmlns:a16="http://schemas.microsoft.com/office/drawing/2014/main" id="{A21B65A8-2C60-4A32-9022-DE7EFFF479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2" name="rc1290">
              <a:extLst>
                <a:ext uri="{FF2B5EF4-FFF2-40B4-BE49-F238E27FC236}">
                  <a16:creationId xmlns:a16="http://schemas.microsoft.com/office/drawing/2014/main" id="{63452440-0A5A-1704-6F0B-689E722C2E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3" name="rc1291">
              <a:extLst>
                <a:ext uri="{FF2B5EF4-FFF2-40B4-BE49-F238E27FC236}">
                  <a16:creationId xmlns:a16="http://schemas.microsoft.com/office/drawing/2014/main" id="{161050E8-AEBC-8B1E-F618-6E3436924E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4" name="rc1292">
              <a:extLst>
                <a:ext uri="{FF2B5EF4-FFF2-40B4-BE49-F238E27FC236}">
                  <a16:creationId xmlns:a16="http://schemas.microsoft.com/office/drawing/2014/main" id="{8A91EA4F-3B60-CD35-C6EE-36974F516E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5" name="rc1293">
              <a:extLst>
                <a:ext uri="{FF2B5EF4-FFF2-40B4-BE49-F238E27FC236}">
                  <a16:creationId xmlns:a16="http://schemas.microsoft.com/office/drawing/2014/main" id="{71D9FA7F-56D6-1874-FC60-C4169B8EF3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6" name="rc1294">
              <a:extLst>
                <a:ext uri="{FF2B5EF4-FFF2-40B4-BE49-F238E27FC236}">
                  <a16:creationId xmlns:a16="http://schemas.microsoft.com/office/drawing/2014/main" id="{5262455E-C453-5D26-9308-59571AEDD2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7" name="rc1295">
              <a:extLst>
                <a:ext uri="{FF2B5EF4-FFF2-40B4-BE49-F238E27FC236}">
                  <a16:creationId xmlns:a16="http://schemas.microsoft.com/office/drawing/2014/main" id="{11F04C0E-1B98-7309-A202-93995B3F78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8" name="rc1296">
              <a:extLst>
                <a:ext uri="{FF2B5EF4-FFF2-40B4-BE49-F238E27FC236}">
                  <a16:creationId xmlns:a16="http://schemas.microsoft.com/office/drawing/2014/main" id="{05B0082C-DBCC-6DC6-5B7C-038BFD8005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9" name="rc1297">
              <a:extLst>
                <a:ext uri="{FF2B5EF4-FFF2-40B4-BE49-F238E27FC236}">
                  <a16:creationId xmlns:a16="http://schemas.microsoft.com/office/drawing/2014/main" id="{125BC7ED-DE5F-F77C-57A6-A8D35CD520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0" name="rc1298">
              <a:extLst>
                <a:ext uri="{FF2B5EF4-FFF2-40B4-BE49-F238E27FC236}">
                  <a16:creationId xmlns:a16="http://schemas.microsoft.com/office/drawing/2014/main" id="{05F5EFBA-C714-A0D4-2DC0-4552882FF0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1" name="rc1299">
              <a:extLst>
                <a:ext uri="{FF2B5EF4-FFF2-40B4-BE49-F238E27FC236}">
                  <a16:creationId xmlns:a16="http://schemas.microsoft.com/office/drawing/2014/main" id="{B8C840EB-4972-2C35-76C8-156BC1C4C0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2" name="rc1300">
              <a:extLst>
                <a:ext uri="{FF2B5EF4-FFF2-40B4-BE49-F238E27FC236}">
                  <a16:creationId xmlns:a16="http://schemas.microsoft.com/office/drawing/2014/main" id="{E9D73A65-7D75-CC72-4737-78DE9FA480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3" name="rc1301">
              <a:extLst>
                <a:ext uri="{FF2B5EF4-FFF2-40B4-BE49-F238E27FC236}">
                  <a16:creationId xmlns:a16="http://schemas.microsoft.com/office/drawing/2014/main" id="{5D7D3117-1E2C-9EF4-A122-0D3D859601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4" name="rc1302">
              <a:extLst>
                <a:ext uri="{FF2B5EF4-FFF2-40B4-BE49-F238E27FC236}">
                  <a16:creationId xmlns:a16="http://schemas.microsoft.com/office/drawing/2014/main" id="{3AF830F1-B278-7B40-4816-226DEC4FB5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5" name="rc1303">
              <a:extLst>
                <a:ext uri="{FF2B5EF4-FFF2-40B4-BE49-F238E27FC236}">
                  <a16:creationId xmlns:a16="http://schemas.microsoft.com/office/drawing/2014/main" id="{54F04D88-9E57-5774-99E7-C6F465C3FA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6" name="rc1304">
              <a:extLst>
                <a:ext uri="{FF2B5EF4-FFF2-40B4-BE49-F238E27FC236}">
                  <a16:creationId xmlns:a16="http://schemas.microsoft.com/office/drawing/2014/main" id="{73F1A825-6D13-5252-1ED1-F77267789D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7" name="rc1305">
              <a:extLst>
                <a:ext uri="{FF2B5EF4-FFF2-40B4-BE49-F238E27FC236}">
                  <a16:creationId xmlns:a16="http://schemas.microsoft.com/office/drawing/2014/main" id="{E9A03FB3-8E82-ED47-DAA4-AC65896EEE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8" name="rc1306">
              <a:extLst>
                <a:ext uri="{FF2B5EF4-FFF2-40B4-BE49-F238E27FC236}">
                  <a16:creationId xmlns:a16="http://schemas.microsoft.com/office/drawing/2014/main" id="{A7B7482A-4AB4-C5B8-E013-DC1507D5B1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9" name="rc1307">
              <a:extLst>
                <a:ext uri="{FF2B5EF4-FFF2-40B4-BE49-F238E27FC236}">
                  <a16:creationId xmlns:a16="http://schemas.microsoft.com/office/drawing/2014/main" id="{1C3BB18D-08B6-738A-A1D9-D06F1CEF0A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0" name="rc1308">
              <a:extLst>
                <a:ext uri="{FF2B5EF4-FFF2-40B4-BE49-F238E27FC236}">
                  <a16:creationId xmlns:a16="http://schemas.microsoft.com/office/drawing/2014/main" id="{3C38BD5E-0C1A-D326-03EE-8C7F3EDF82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1" name="rc1309">
              <a:extLst>
                <a:ext uri="{FF2B5EF4-FFF2-40B4-BE49-F238E27FC236}">
                  <a16:creationId xmlns:a16="http://schemas.microsoft.com/office/drawing/2014/main" id="{F567C04B-D8B9-6090-1725-A72C71CDA5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2" name="rc1310">
              <a:extLst>
                <a:ext uri="{FF2B5EF4-FFF2-40B4-BE49-F238E27FC236}">
                  <a16:creationId xmlns:a16="http://schemas.microsoft.com/office/drawing/2014/main" id="{2C64A8AD-56A1-EFFE-9AC0-554EEBE7BC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3" name="rc1311">
              <a:extLst>
                <a:ext uri="{FF2B5EF4-FFF2-40B4-BE49-F238E27FC236}">
                  <a16:creationId xmlns:a16="http://schemas.microsoft.com/office/drawing/2014/main" id="{6C599565-172F-A588-F49B-4838E1261A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4" name="rc1312">
              <a:extLst>
                <a:ext uri="{FF2B5EF4-FFF2-40B4-BE49-F238E27FC236}">
                  <a16:creationId xmlns:a16="http://schemas.microsoft.com/office/drawing/2014/main" id="{F61DACE6-282E-9D4F-D3FB-5ADA60C60C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5" name="rc1313">
              <a:extLst>
                <a:ext uri="{FF2B5EF4-FFF2-40B4-BE49-F238E27FC236}">
                  <a16:creationId xmlns:a16="http://schemas.microsoft.com/office/drawing/2014/main" id="{5B2A131C-44D5-9F61-7A17-9F1908EED6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6" name="rc1314">
              <a:extLst>
                <a:ext uri="{FF2B5EF4-FFF2-40B4-BE49-F238E27FC236}">
                  <a16:creationId xmlns:a16="http://schemas.microsoft.com/office/drawing/2014/main" id="{8E73E91B-24D0-D1A6-9C36-442364B586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7" name="rc1315">
              <a:extLst>
                <a:ext uri="{FF2B5EF4-FFF2-40B4-BE49-F238E27FC236}">
                  <a16:creationId xmlns:a16="http://schemas.microsoft.com/office/drawing/2014/main" id="{2C5B9E7A-0CB5-9C8B-0C52-9FEA4377FA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8" name="rc1316">
              <a:extLst>
                <a:ext uri="{FF2B5EF4-FFF2-40B4-BE49-F238E27FC236}">
                  <a16:creationId xmlns:a16="http://schemas.microsoft.com/office/drawing/2014/main" id="{9B5A4917-013B-C487-0DBB-3E3ED263B3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9" name="rc1317">
              <a:extLst>
                <a:ext uri="{FF2B5EF4-FFF2-40B4-BE49-F238E27FC236}">
                  <a16:creationId xmlns:a16="http://schemas.microsoft.com/office/drawing/2014/main" id="{418C3C21-6CBD-13E8-4B9D-69F5E1D183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0" name="rc1318">
              <a:extLst>
                <a:ext uri="{FF2B5EF4-FFF2-40B4-BE49-F238E27FC236}">
                  <a16:creationId xmlns:a16="http://schemas.microsoft.com/office/drawing/2014/main" id="{34A1A581-8538-DC27-CDFB-9F97D3E615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1" name="rc1319">
              <a:extLst>
                <a:ext uri="{FF2B5EF4-FFF2-40B4-BE49-F238E27FC236}">
                  <a16:creationId xmlns:a16="http://schemas.microsoft.com/office/drawing/2014/main" id="{CF609209-4919-C90C-F9F8-1DA9F622F3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2" name="rc1320">
              <a:extLst>
                <a:ext uri="{FF2B5EF4-FFF2-40B4-BE49-F238E27FC236}">
                  <a16:creationId xmlns:a16="http://schemas.microsoft.com/office/drawing/2014/main" id="{560632A6-7D36-35F9-27B4-BCFB950484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3" name="rc1321">
              <a:extLst>
                <a:ext uri="{FF2B5EF4-FFF2-40B4-BE49-F238E27FC236}">
                  <a16:creationId xmlns:a16="http://schemas.microsoft.com/office/drawing/2014/main" id="{CC8088C8-5AEC-872F-2EF5-57AA0F31CB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4" name="rc1322">
              <a:extLst>
                <a:ext uri="{FF2B5EF4-FFF2-40B4-BE49-F238E27FC236}">
                  <a16:creationId xmlns:a16="http://schemas.microsoft.com/office/drawing/2014/main" id="{24A761E9-A9A3-2468-8D8C-258E6C5577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5" name="rc1323">
              <a:extLst>
                <a:ext uri="{FF2B5EF4-FFF2-40B4-BE49-F238E27FC236}">
                  <a16:creationId xmlns:a16="http://schemas.microsoft.com/office/drawing/2014/main" id="{4EA1BAC6-0033-0FEE-547F-38CD450EC7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6" name="rc1324">
              <a:extLst>
                <a:ext uri="{FF2B5EF4-FFF2-40B4-BE49-F238E27FC236}">
                  <a16:creationId xmlns:a16="http://schemas.microsoft.com/office/drawing/2014/main" id="{FBE0A744-8162-0F81-0008-4C5003D0CF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7" name="rc1325">
              <a:extLst>
                <a:ext uri="{FF2B5EF4-FFF2-40B4-BE49-F238E27FC236}">
                  <a16:creationId xmlns:a16="http://schemas.microsoft.com/office/drawing/2014/main" id="{16B8CBB2-9EDA-E363-FA95-C0A9E0207D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8" name="rc1326">
              <a:extLst>
                <a:ext uri="{FF2B5EF4-FFF2-40B4-BE49-F238E27FC236}">
                  <a16:creationId xmlns:a16="http://schemas.microsoft.com/office/drawing/2014/main" id="{D23361C8-5F82-9F10-4A5E-C1082ECE6C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9" name="rc1327">
              <a:extLst>
                <a:ext uri="{FF2B5EF4-FFF2-40B4-BE49-F238E27FC236}">
                  <a16:creationId xmlns:a16="http://schemas.microsoft.com/office/drawing/2014/main" id="{D1980A25-A092-7FC7-26EA-1C3ED95D1D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0" name="rc1328">
              <a:extLst>
                <a:ext uri="{FF2B5EF4-FFF2-40B4-BE49-F238E27FC236}">
                  <a16:creationId xmlns:a16="http://schemas.microsoft.com/office/drawing/2014/main" id="{D9695866-6700-F923-74E0-E394DDB899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1" name="rc1329">
              <a:extLst>
                <a:ext uri="{FF2B5EF4-FFF2-40B4-BE49-F238E27FC236}">
                  <a16:creationId xmlns:a16="http://schemas.microsoft.com/office/drawing/2014/main" id="{F8BB5604-83B6-F499-6BF3-5CA690644F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2" name="rc1330">
              <a:extLst>
                <a:ext uri="{FF2B5EF4-FFF2-40B4-BE49-F238E27FC236}">
                  <a16:creationId xmlns:a16="http://schemas.microsoft.com/office/drawing/2014/main" id="{99C0A86C-2283-42E9-7310-6981E6B54B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3" name="rc1331">
              <a:extLst>
                <a:ext uri="{FF2B5EF4-FFF2-40B4-BE49-F238E27FC236}">
                  <a16:creationId xmlns:a16="http://schemas.microsoft.com/office/drawing/2014/main" id="{AED02A2C-CD65-6DEA-1F32-B79777286B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4" name="rc1332">
              <a:extLst>
                <a:ext uri="{FF2B5EF4-FFF2-40B4-BE49-F238E27FC236}">
                  <a16:creationId xmlns:a16="http://schemas.microsoft.com/office/drawing/2014/main" id="{DFE4F9B3-DA2F-F576-0DBE-0F7A9C5024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5" name="rc1333">
              <a:extLst>
                <a:ext uri="{FF2B5EF4-FFF2-40B4-BE49-F238E27FC236}">
                  <a16:creationId xmlns:a16="http://schemas.microsoft.com/office/drawing/2014/main" id="{4BBA47CF-9F6B-A321-2BE7-657F873E8C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6" name="rc1334">
              <a:extLst>
                <a:ext uri="{FF2B5EF4-FFF2-40B4-BE49-F238E27FC236}">
                  <a16:creationId xmlns:a16="http://schemas.microsoft.com/office/drawing/2014/main" id="{29F93B58-5989-27BB-145C-5913796828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7" name="rc1335">
              <a:extLst>
                <a:ext uri="{FF2B5EF4-FFF2-40B4-BE49-F238E27FC236}">
                  <a16:creationId xmlns:a16="http://schemas.microsoft.com/office/drawing/2014/main" id="{A00AC483-DCE8-9AB0-84C4-D184A94B4C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8" name="rc1336">
              <a:extLst>
                <a:ext uri="{FF2B5EF4-FFF2-40B4-BE49-F238E27FC236}">
                  <a16:creationId xmlns:a16="http://schemas.microsoft.com/office/drawing/2014/main" id="{D8C16883-B687-292A-9C93-B79465CA38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9" name="rc1337">
              <a:extLst>
                <a:ext uri="{FF2B5EF4-FFF2-40B4-BE49-F238E27FC236}">
                  <a16:creationId xmlns:a16="http://schemas.microsoft.com/office/drawing/2014/main" id="{432536C8-1796-9AC0-D314-F2655306DD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0" name="rc1338">
              <a:extLst>
                <a:ext uri="{FF2B5EF4-FFF2-40B4-BE49-F238E27FC236}">
                  <a16:creationId xmlns:a16="http://schemas.microsoft.com/office/drawing/2014/main" id="{F1D38087-5EA0-05DE-6A78-A910F95190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1" name="rc1339">
              <a:extLst>
                <a:ext uri="{FF2B5EF4-FFF2-40B4-BE49-F238E27FC236}">
                  <a16:creationId xmlns:a16="http://schemas.microsoft.com/office/drawing/2014/main" id="{5D7BD7AA-9586-7F87-D420-904ECFF30F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2" name="rc1340">
              <a:extLst>
                <a:ext uri="{FF2B5EF4-FFF2-40B4-BE49-F238E27FC236}">
                  <a16:creationId xmlns:a16="http://schemas.microsoft.com/office/drawing/2014/main" id="{0C563CB4-1654-E424-9757-D321F4B471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3" name="rc1341">
              <a:extLst>
                <a:ext uri="{FF2B5EF4-FFF2-40B4-BE49-F238E27FC236}">
                  <a16:creationId xmlns:a16="http://schemas.microsoft.com/office/drawing/2014/main" id="{5A2CBD8A-0231-47EB-CE79-7B001FB26E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4" name="rc1342">
              <a:extLst>
                <a:ext uri="{FF2B5EF4-FFF2-40B4-BE49-F238E27FC236}">
                  <a16:creationId xmlns:a16="http://schemas.microsoft.com/office/drawing/2014/main" id="{846E0892-1E3D-8809-8EB5-2DF61009C4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5" name="rc1343">
              <a:extLst>
                <a:ext uri="{FF2B5EF4-FFF2-40B4-BE49-F238E27FC236}">
                  <a16:creationId xmlns:a16="http://schemas.microsoft.com/office/drawing/2014/main" id="{0CC3E5F4-BE78-EC61-47EC-8E767010F4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6" name="rc1344">
              <a:extLst>
                <a:ext uri="{FF2B5EF4-FFF2-40B4-BE49-F238E27FC236}">
                  <a16:creationId xmlns:a16="http://schemas.microsoft.com/office/drawing/2014/main" id="{C7CA0A6C-B17C-F969-6F3F-8C1DD31023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7" name="rc1345">
              <a:extLst>
                <a:ext uri="{FF2B5EF4-FFF2-40B4-BE49-F238E27FC236}">
                  <a16:creationId xmlns:a16="http://schemas.microsoft.com/office/drawing/2014/main" id="{2166726C-C396-8ECF-EF4D-6575C46E2D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8" name="rc1346">
              <a:extLst>
                <a:ext uri="{FF2B5EF4-FFF2-40B4-BE49-F238E27FC236}">
                  <a16:creationId xmlns:a16="http://schemas.microsoft.com/office/drawing/2014/main" id="{C99CF9CB-66BB-E4FD-2422-8FDBF2503E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9" name="rc1347">
              <a:extLst>
                <a:ext uri="{FF2B5EF4-FFF2-40B4-BE49-F238E27FC236}">
                  <a16:creationId xmlns:a16="http://schemas.microsoft.com/office/drawing/2014/main" id="{367D7C5F-E8EF-2F6C-DB10-C20F3D0D39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0" name="rc1348">
              <a:extLst>
                <a:ext uri="{FF2B5EF4-FFF2-40B4-BE49-F238E27FC236}">
                  <a16:creationId xmlns:a16="http://schemas.microsoft.com/office/drawing/2014/main" id="{D4DE9D7F-C099-6907-0318-8D8C91666C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1" name="rc1349">
              <a:extLst>
                <a:ext uri="{FF2B5EF4-FFF2-40B4-BE49-F238E27FC236}">
                  <a16:creationId xmlns:a16="http://schemas.microsoft.com/office/drawing/2014/main" id="{F9044B44-3D50-FA54-9522-C2D61233A7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2" name="rc1350">
              <a:extLst>
                <a:ext uri="{FF2B5EF4-FFF2-40B4-BE49-F238E27FC236}">
                  <a16:creationId xmlns:a16="http://schemas.microsoft.com/office/drawing/2014/main" id="{4FF1C2F6-A0AF-E601-6A8B-4CA9C82755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3" name="rc1351">
              <a:extLst>
                <a:ext uri="{FF2B5EF4-FFF2-40B4-BE49-F238E27FC236}">
                  <a16:creationId xmlns:a16="http://schemas.microsoft.com/office/drawing/2014/main" id="{DD1F6F5E-D2B8-C1D8-56BA-35491E28C8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4" name="rc1352">
              <a:extLst>
                <a:ext uri="{FF2B5EF4-FFF2-40B4-BE49-F238E27FC236}">
                  <a16:creationId xmlns:a16="http://schemas.microsoft.com/office/drawing/2014/main" id="{D88B5B68-5697-C920-D37D-4DC60A4150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5" name="rc1353">
              <a:extLst>
                <a:ext uri="{FF2B5EF4-FFF2-40B4-BE49-F238E27FC236}">
                  <a16:creationId xmlns:a16="http://schemas.microsoft.com/office/drawing/2014/main" id="{8215E642-DD05-418C-B977-F3A97DCDCC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6" name="rc1354">
              <a:extLst>
                <a:ext uri="{FF2B5EF4-FFF2-40B4-BE49-F238E27FC236}">
                  <a16:creationId xmlns:a16="http://schemas.microsoft.com/office/drawing/2014/main" id="{E6EC7F4A-70A2-7620-065C-24EF9E86E7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7" name="rc1355">
              <a:extLst>
                <a:ext uri="{FF2B5EF4-FFF2-40B4-BE49-F238E27FC236}">
                  <a16:creationId xmlns:a16="http://schemas.microsoft.com/office/drawing/2014/main" id="{267EFADF-A65F-F94A-CE7C-B60DBB72B9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8" name="rc1356">
              <a:extLst>
                <a:ext uri="{FF2B5EF4-FFF2-40B4-BE49-F238E27FC236}">
                  <a16:creationId xmlns:a16="http://schemas.microsoft.com/office/drawing/2014/main" id="{E8E83AAF-E7D4-56DF-F837-A40816FEC0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9" name="rc1357">
              <a:extLst>
                <a:ext uri="{FF2B5EF4-FFF2-40B4-BE49-F238E27FC236}">
                  <a16:creationId xmlns:a16="http://schemas.microsoft.com/office/drawing/2014/main" id="{EC6E3155-E136-E4FD-32D7-9B0E223312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0" name="rc1358">
              <a:extLst>
                <a:ext uri="{FF2B5EF4-FFF2-40B4-BE49-F238E27FC236}">
                  <a16:creationId xmlns:a16="http://schemas.microsoft.com/office/drawing/2014/main" id="{5619EC36-65F0-941E-5023-338D43CB23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1" name="rc1359">
              <a:extLst>
                <a:ext uri="{FF2B5EF4-FFF2-40B4-BE49-F238E27FC236}">
                  <a16:creationId xmlns:a16="http://schemas.microsoft.com/office/drawing/2014/main" id="{3873B289-8AD7-460D-1E58-2497BBE412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2" name="rc1360">
              <a:extLst>
                <a:ext uri="{FF2B5EF4-FFF2-40B4-BE49-F238E27FC236}">
                  <a16:creationId xmlns:a16="http://schemas.microsoft.com/office/drawing/2014/main" id="{0E8A9A85-E407-755D-4881-154204EA16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3" name="rc1361">
              <a:extLst>
                <a:ext uri="{FF2B5EF4-FFF2-40B4-BE49-F238E27FC236}">
                  <a16:creationId xmlns:a16="http://schemas.microsoft.com/office/drawing/2014/main" id="{4A752527-7AC2-6FDA-057A-E378E4F70A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4" name="rc1362">
              <a:extLst>
                <a:ext uri="{FF2B5EF4-FFF2-40B4-BE49-F238E27FC236}">
                  <a16:creationId xmlns:a16="http://schemas.microsoft.com/office/drawing/2014/main" id="{54787E5C-A2F3-45E7-04BA-1ECDA0EF89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5" name="rc1363">
              <a:extLst>
                <a:ext uri="{FF2B5EF4-FFF2-40B4-BE49-F238E27FC236}">
                  <a16:creationId xmlns:a16="http://schemas.microsoft.com/office/drawing/2014/main" id="{0BDBB7B1-FCE9-182B-BD87-864A1B4A81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6" name="rc1364">
              <a:extLst>
                <a:ext uri="{FF2B5EF4-FFF2-40B4-BE49-F238E27FC236}">
                  <a16:creationId xmlns:a16="http://schemas.microsoft.com/office/drawing/2014/main" id="{59A15FCE-B92C-7217-6242-485FA3B2BA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7" name="rc1365">
              <a:extLst>
                <a:ext uri="{FF2B5EF4-FFF2-40B4-BE49-F238E27FC236}">
                  <a16:creationId xmlns:a16="http://schemas.microsoft.com/office/drawing/2014/main" id="{DFB5A1AF-52FD-B8AE-FAD8-A574C450EE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8" name="rc1366">
              <a:extLst>
                <a:ext uri="{FF2B5EF4-FFF2-40B4-BE49-F238E27FC236}">
                  <a16:creationId xmlns:a16="http://schemas.microsoft.com/office/drawing/2014/main" id="{64A6EF00-6F73-0830-DCC4-9B5CC2D427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9" name="rc1367">
              <a:extLst>
                <a:ext uri="{FF2B5EF4-FFF2-40B4-BE49-F238E27FC236}">
                  <a16:creationId xmlns:a16="http://schemas.microsoft.com/office/drawing/2014/main" id="{153A07DF-B6F1-DB0E-9F3C-85B71AEC89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0" name="rc1368">
              <a:extLst>
                <a:ext uri="{FF2B5EF4-FFF2-40B4-BE49-F238E27FC236}">
                  <a16:creationId xmlns:a16="http://schemas.microsoft.com/office/drawing/2014/main" id="{A67456A6-2D9F-D782-C17C-E90235C08D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1" name="rc1369">
              <a:extLst>
                <a:ext uri="{FF2B5EF4-FFF2-40B4-BE49-F238E27FC236}">
                  <a16:creationId xmlns:a16="http://schemas.microsoft.com/office/drawing/2014/main" id="{3440FE29-CD99-89E6-EB7D-070B09919A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2" name="rc1370">
              <a:extLst>
                <a:ext uri="{FF2B5EF4-FFF2-40B4-BE49-F238E27FC236}">
                  <a16:creationId xmlns:a16="http://schemas.microsoft.com/office/drawing/2014/main" id="{7891FFEB-B6C3-5742-94AE-64A0743150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3" name="rc1371">
              <a:extLst>
                <a:ext uri="{FF2B5EF4-FFF2-40B4-BE49-F238E27FC236}">
                  <a16:creationId xmlns:a16="http://schemas.microsoft.com/office/drawing/2014/main" id="{2D197AAD-1A8B-B24E-7D0A-22446E0EC8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4" name="rc1372">
              <a:extLst>
                <a:ext uri="{FF2B5EF4-FFF2-40B4-BE49-F238E27FC236}">
                  <a16:creationId xmlns:a16="http://schemas.microsoft.com/office/drawing/2014/main" id="{E917C0C2-9619-853F-4E7B-998B331FF2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5" name="rc1373">
              <a:extLst>
                <a:ext uri="{FF2B5EF4-FFF2-40B4-BE49-F238E27FC236}">
                  <a16:creationId xmlns:a16="http://schemas.microsoft.com/office/drawing/2014/main" id="{AFB8D338-BBC2-E61E-69EC-4AB05FCAF1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6" name="rc1374">
              <a:extLst>
                <a:ext uri="{FF2B5EF4-FFF2-40B4-BE49-F238E27FC236}">
                  <a16:creationId xmlns:a16="http://schemas.microsoft.com/office/drawing/2014/main" id="{58B37AF2-9CBB-E9C2-FAFE-4B12770FCA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7" name="rc1375">
              <a:extLst>
                <a:ext uri="{FF2B5EF4-FFF2-40B4-BE49-F238E27FC236}">
                  <a16:creationId xmlns:a16="http://schemas.microsoft.com/office/drawing/2014/main" id="{E4A17BBA-DD25-5F7B-98CE-6E6A15FF73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8" name="rc1376">
              <a:extLst>
                <a:ext uri="{FF2B5EF4-FFF2-40B4-BE49-F238E27FC236}">
                  <a16:creationId xmlns:a16="http://schemas.microsoft.com/office/drawing/2014/main" id="{5BE83A4A-1122-A429-E5A5-C4E1BD2C1F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9" name="rc1377">
              <a:extLst>
                <a:ext uri="{FF2B5EF4-FFF2-40B4-BE49-F238E27FC236}">
                  <a16:creationId xmlns:a16="http://schemas.microsoft.com/office/drawing/2014/main" id="{35336422-B0F9-5AA0-5042-4A94BBCB78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0" name="rc1378">
              <a:extLst>
                <a:ext uri="{FF2B5EF4-FFF2-40B4-BE49-F238E27FC236}">
                  <a16:creationId xmlns:a16="http://schemas.microsoft.com/office/drawing/2014/main" id="{436E2F5C-E95D-A8E0-0A8E-C021521443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1" name="rc1379">
              <a:extLst>
                <a:ext uri="{FF2B5EF4-FFF2-40B4-BE49-F238E27FC236}">
                  <a16:creationId xmlns:a16="http://schemas.microsoft.com/office/drawing/2014/main" id="{3698878E-FD6F-660C-3408-48BBCA451B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2" name="rc1380">
              <a:extLst>
                <a:ext uri="{FF2B5EF4-FFF2-40B4-BE49-F238E27FC236}">
                  <a16:creationId xmlns:a16="http://schemas.microsoft.com/office/drawing/2014/main" id="{773D17DA-C7AB-D444-1942-712AD6F5EF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3" name="rc1381">
              <a:extLst>
                <a:ext uri="{FF2B5EF4-FFF2-40B4-BE49-F238E27FC236}">
                  <a16:creationId xmlns:a16="http://schemas.microsoft.com/office/drawing/2014/main" id="{689A1B4A-7B04-43EC-885C-4D9B107B67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4" name="rc1382">
              <a:extLst>
                <a:ext uri="{FF2B5EF4-FFF2-40B4-BE49-F238E27FC236}">
                  <a16:creationId xmlns:a16="http://schemas.microsoft.com/office/drawing/2014/main" id="{A2A6D193-62BD-00D0-D4B7-C885C58281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5" name="rc1383">
              <a:extLst>
                <a:ext uri="{FF2B5EF4-FFF2-40B4-BE49-F238E27FC236}">
                  <a16:creationId xmlns:a16="http://schemas.microsoft.com/office/drawing/2014/main" id="{7D02CE82-1044-5672-3EF7-7F29AD40A7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6" name="rc1384">
              <a:extLst>
                <a:ext uri="{FF2B5EF4-FFF2-40B4-BE49-F238E27FC236}">
                  <a16:creationId xmlns:a16="http://schemas.microsoft.com/office/drawing/2014/main" id="{C2F96402-E0B8-7C66-D546-F343662A8E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7" name="rc1385">
              <a:extLst>
                <a:ext uri="{FF2B5EF4-FFF2-40B4-BE49-F238E27FC236}">
                  <a16:creationId xmlns:a16="http://schemas.microsoft.com/office/drawing/2014/main" id="{9C7ADCD2-BD1F-3D53-E975-263D17FAA8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8" name="rc1386">
              <a:extLst>
                <a:ext uri="{FF2B5EF4-FFF2-40B4-BE49-F238E27FC236}">
                  <a16:creationId xmlns:a16="http://schemas.microsoft.com/office/drawing/2014/main" id="{C979ECF0-33DF-0286-76E8-080C9FD3D0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9" name="rc1387">
              <a:extLst>
                <a:ext uri="{FF2B5EF4-FFF2-40B4-BE49-F238E27FC236}">
                  <a16:creationId xmlns:a16="http://schemas.microsoft.com/office/drawing/2014/main" id="{9247C63D-B7E6-4D62-4859-6E9A2733D7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0" name="rc1388">
              <a:extLst>
                <a:ext uri="{FF2B5EF4-FFF2-40B4-BE49-F238E27FC236}">
                  <a16:creationId xmlns:a16="http://schemas.microsoft.com/office/drawing/2014/main" id="{03FC978A-E852-50B4-C02B-B6414DB9B9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1" name="rc1389">
              <a:extLst>
                <a:ext uri="{FF2B5EF4-FFF2-40B4-BE49-F238E27FC236}">
                  <a16:creationId xmlns:a16="http://schemas.microsoft.com/office/drawing/2014/main" id="{6C244B9F-ABAD-813C-CC89-7A69068313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2" name="rc1390">
              <a:extLst>
                <a:ext uri="{FF2B5EF4-FFF2-40B4-BE49-F238E27FC236}">
                  <a16:creationId xmlns:a16="http://schemas.microsoft.com/office/drawing/2014/main" id="{7111B04E-B943-D6CC-98FB-DA3DF76A7F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3" name="rc1391">
              <a:extLst>
                <a:ext uri="{FF2B5EF4-FFF2-40B4-BE49-F238E27FC236}">
                  <a16:creationId xmlns:a16="http://schemas.microsoft.com/office/drawing/2014/main" id="{43C4C753-F9A5-81DB-F3FB-8DD8FC7494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4" name="rc1392">
              <a:extLst>
                <a:ext uri="{FF2B5EF4-FFF2-40B4-BE49-F238E27FC236}">
                  <a16:creationId xmlns:a16="http://schemas.microsoft.com/office/drawing/2014/main" id="{6AE4CE08-D34F-8859-F365-BFCD1C83EA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5" name="rc1393">
              <a:extLst>
                <a:ext uri="{FF2B5EF4-FFF2-40B4-BE49-F238E27FC236}">
                  <a16:creationId xmlns:a16="http://schemas.microsoft.com/office/drawing/2014/main" id="{256EB530-1962-40E0-CDB1-231FAC76EE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6" name="rc1394">
              <a:extLst>
                <a:ext uri="{FF2B5EF4-FFF2-40B4-BE49-F238E27FC236}">
                  <a16:creationId xmlns:a16="http://schemas.microsoft.com/office/drawing/2014/main" id="{C89E7091-DF2B-25F8-77BD-E8D064E505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7" name="rc1395">
              <a:extLst>
                <a:ext uri="{FF2B5EF4-FFF2-40B4-BE49-F238E27FC236}">
                  <a16:creationId xmlns:a16="http://schemas.microsoft.com/office/drawing/2014/main" id="{9F4F0888-46B7-3612-7A30-F3317BE146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8" name="rc1396">
              <a:extLst>
                <a:ext uri="{FF2B5EF4-FFF2-40B4-BE49-F238E27FC236}">
                  <a16:creationId xmlns:a16="http://schemas.microsoft.com/office/drawing/2014/main" id="{5F92ABD7-F59D-64FA-ECA1-90A428C5C0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9" name="rc1397">
              <a:extLst>
                <a:ext uri="{FF2B5EF4-FFF2-40B4-BE49-F238E27FC236}">
                  <a16:creationId xmlns:a16="http://schemas.microsoft.com/office/drawing/2014/main" id="{CBD69C51-6008-C2C1-231F-DE14F1BE29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0" name="rc1398">
              <a:extLst>
                <a:ext uri="{FF2B5EF4-FFF2-40B4-BE49-F238E27FC236}">
                  <a16:creationId xmlns:a16="http://schemas.microsoft.com/office/drawing/2014/main" id="{FDD33F70-ED29-64B5-0010-4AAE5C4541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1" name="rc1399">
              <a:extLst>
                <a:ext uri="{FF2B5EF4-FFF2-40B4-BE49-F238E27FC236}">
                  <a16:creationId xmlns:a16="http://schemas.microsoft.com/office/drawing/2014/main" id="{67F86BED-EC12-CDCD-1939-BEE20B0C46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2" name="rc1400">
              <a:extLst>
                <a:ext uri="{FF2B5EF4-FFF2-40B4-BE49-F238E27FC236}">
                  <a16:creationId xmlns:a16="http://schemas.microsoft.com/office/drawing/2014/main" id="{E5C3227D-7D74-D5B9-9410-C75197F8F6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3" name="rc1401">
              <a:extLst>
                <a:ext uri="{FF2B5EF4-FFF2-40B4-BE49-F238E27FC236}">
                  <a16:creationId xmlns:a16="http://schemas.microsoft.com/office/drawing/2014/main" id="{9128EABE-79E1-3322-85B9-327BC2F769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4" name="rc1402">
              <a:extLst>
                <a:ext uri="{FF2B5EF4-FFF2-40B4-BE49-F238E27FC236}">
                  <a16:creationId xmlns:a16="http://schemas.microsoft.com/office/drawing/2014/main" id="{0F153FB8-2ADE-6D9D-16C9-B0009448DE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5" name="rc1403">
              <a:extLst>
                <a:ext uri="{FF2B5EF4-FFF2-40B4-BE49-F238E27FC236}">
                  <a16:creationId xmlns:a16="http://schemas.microsoft.com/office/drawing/2014/main" id="{8CAFFC6D-710B-2C63-B5C2-00DC857DE5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6" name="rc1404">
              <a:extLst>
                <a:ext uri="{FF2B5EF4-FFF2-40B4-BE49-F238E27FC236}">
                  <a16:creationId xmlns:a16="http://schemas.microsoft.com/office/drawing/2014/main" id="{F9536EA9-ABB9-E1DC-684F-BBE3A30814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7" name="rc1405">
              <a:extLst>
                <a:ext uri="{FF2B5EF4-FFF2-40B4-BE49-F238E27FC236}">
                  <a16:creationId xmlns:a16="http://schemas.microsoft.com/office/drawing/2014/main" id="{3EA8E062-3E83-600B-0544-337B01F4C9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8" name="rc1406">
              <a:extLst>
                <a:ext uri="{FF2B5EF4-FFF2-40B4-BE49-F238E27FC236}">
                  <a16:creationId xmlns:a16="http://schemas.microsoft.com/office/drawing/2014/main" id="{6FEF0375-5305-025A-2DE0-C3CF8F421F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9" name="rc1407">
              <a:extLst>
                <a:ext uri="{FF2B5EF4-FFF2-40B4-BE49-F238E27FC236}">
                  <a16:creationId xmlns:a16="http://schemas.microsoft.com/office/drawing/2014/main" id="{8954CC31-8BBF-7B41-DC3C-A08A704B04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0" name="rc1408">
              <a:extLst>
                <a:ext uri="{FF2B5EF4-FFF2-40B4-BE49-F238E27FC236}">
                  <a16:creationId xmlns:a16="http://schemas.microsoft.com/office/drawing/2014/main" id="{869C0FA2-E853-D072-7B10-C1485C250A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1" name="rc1409">
              <a:extLst>
                <a:ext uri="{FF2B5EF4-FFF2-40B4-BE49-F238E27FC236}">
                  <a16:creationId xmlns:a16="http://schemas.microsoft.com/office/drawing/2014/main" id="{086284F9-0F3F-E2A8-E5C9-23A7332164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2" name="rc1410">
              <a:extLst>
                <a:ext uri="{FF2B5EF4-FFF2-40B4-BE49-F238E27FC236}">
                  <a16:creationId xmlns:a16="http://schemas.microsoft.com/office/drawing/2014/main" id="{14E05829-87A5-4FE1-5414-7747D98437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3" name="rc1411">
              <a:extLst>
                <a:ext uri="{FF2B5EF4-FFF2-40B4-BE49-F238E27FC236}">
                  <a16:creationId xmlns:a16="http://schemas.microsoft.com/office/drawing/2014/main" id="{5B3C83B4-2EF9-38E4-9D11-D2B586674F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4" name="rc1412">
              <a:extLst>
                <a:ext uri="{FF2B5EF4-FFF2-40B4-BE49-F238E27FC236}">
                  <a16:creationId xmlns:a16="http://schemas.microsoft.com/office/drawing/2014/main" id="{11DB6F55-B4C7-8C1C-244B-E3DDA24D57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5" name="rc1413">
              <a:extLst>
                <a:ext uri="{FF2B5EF4-FFF2-40B4-BE49-F238E27FC236}">
                  <a16:creationId xmlns:a16="http://schemas.microsoft.com/office/drawing/2014/main" id="{64A0A11D-3955-DB8A-EEDC-70840835FE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6" name="rc1414">
              <a:extLst>
                <a:ext uri="{FF2B5EF4-FFF2-40B4-BE49-F238E27FC236}">
                  <a16:creationId xmlns:a16="http://schemas.microsoft.com/office/drawing/2014/main" id="{F642AFD2-7677-A07B-7D8C-D5B12750C5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7" name="rc1415">
              <a:extLst>
                <a:ext uri="{FF2B5EF4-FFF2-40B4-BE49-F238E27FC236}">
                  <a16:creationId xmlns:a16="http://schemas.microsoft.com/office/drawing/2014/main" id="{82EDC4D3-DBD3-7DA1-12F1-A714C803F1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8" name="rc1416">
              <a:extLst>
                <a:ext uri="{FF2B5EF4-FFF2-40B4-BE49-F238E27FC236}">
                  <a16:creationId xmlns:a16="http://schemas.microsoft.com/office/drawing/2014/main" id="{1D6BB387-935C-0B1B-4518-345C496CF4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9" name="rc1417">
              <a:extLst>
                <a:ext uri="{FF2B5EF4-FFF2-40B4-BE49-F238E27FC236}">
                  <a16:creationId xmlns:a16="http://schemas.microsoft.com/office/drawing/2014/main" id="{BBEA0852-72D2-DF5F-341D-0B14D1B89E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0" name="rc1418">
              <a:extLst>
                <a:ext uri="{FF2B5EF4-FFF2-40B4-BE49-F238E27FC236}">
                  <a16:creationId xmlns:a16="http://schemas.microsoft.com/office/drawing/2014/main" id="{1FCF996C-4991-9A26-6474-76A8F31B67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1" name="rc1419">
              <a:extLst>
                <a:ext uri="{FF2B5EF4-FFF2-40B4-BE49-F238E27FC236}">
                  <a16:creationId xmlns:a16="http://schemas.microsoft.com/office/drawing/2014/main" id="{A740918A-C544-E3FC-DD64-BBC879E64A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2" name="rc1420">
              <a:extLst>
                <a:ext uri="{FF2B5EF4-FFF2-40B4-BE49-F238E27FC236}">
                  <a16:creationId xmlns:a16="http://schemas.microsoft.com/office/drawing/2014/main" id="{5644B881-B7D8-2922-10F3-CF53D76C92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3" name="rc1421">
              <a:extLst>
                <a:ext uri="{FF2B5EF4-FFF2-40B4-BE49-F238E27FC236}">
                  <a16:creationId xmlns:a16="http://schemas.microsoft.com/office/drawing/2014/main" id="{7EA19F3F-DB2E-8975-9A5A-EAFF2CD55A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4" name="rc1422">
              <a:extLst>
                <a:ext uri="{FF2B5EF4-FFF2-40B4-BE49-F238E27FC236}">
                  <a16:creationId xmlns:a16="http://schemas.microsoft.com/office/drawing/2014/main" id="{E9C30506-E61E-0822-9920-4616B01A94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5" name="rc1423">
              <a:extLst>
                <a:ext uri="{FF2B5EF4-FFF2-40B4-BE49-F238E27FC236}">
                  <a16:creationId xmlns:a16="http://schemas.microsoft.com/office/drawing/2014/main" id="{A0EE52EB-F188-B526-B55A-82CD519E20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6" name="rc1424">
              <a:extLst>
                <a:ext uri="{FF2B5EF4-FFF2-40B4-BE49-F238E27FC236}">
                  <a16:creationId xmlns:a16="http://schemas.microsoft.com/office/drawing/2014/main" id="{7D134BE2-0094-C91E-22E7-B0089D739B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7" name="rc1425">
              <a:extLst>
                <a:ext uri="{FF2B5EF4-FFF2-40B4-BE49-F238E27FC236}">
                  <a16:creationId xmlns:a16="http://schemas.microsoft.com/office/drawing/2014/main" id="{F3050241-241F-DFFF-C617-66B0510D2D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8" name="rc1426">
              <a:extLst>
                <a:ext uri="{FF2B5EF4-FFF2-40B4-BE49-F238E27FC236}">
                  <a16:creationId xmlns:a16="http://schemas.microsoft.com/office/drawing/2014/main" id="{2630B1C5-8F2A-24F2-E4E4-1A1E954E2E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9" name="rc1427">
              <a:extLst>
                <a:ext uri="{FF2B5EF4-FFF2-40B4-BE49-F238E27FC236}">
                  <a16:creationId xmlns:a16="http://schemas.microsoft.com/office/drawing/2014/main" id="{79D12240-9043-615E-6D39-C88F64653D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0" name="rc1428">
              <a:extLst>
                <a:ext uri="{FF2B5EF4-FFF2-40B4-BE49-F238E27FC236}">
                  <a16:creationId xmlns:a16="http://schemas.microsoft.com/office/drawing/2014/main" id="{A2FE94B8-A8E3-9BB9-4DB7-93F26CCCAB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1" name="rc1429">
              <a:extLst>
                <a:ext uri="{FF2B5EF4-FFF2-40B4-BE49-F238E27FC236}">
                  <a16:creationId xmlns:a16="http://schemas.microsoft.com/office/drawing/2014/main" id="{872EAB64-A6C8-DA49-2E70-78669E0185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2" name="rc1430">
              <a:extLst>
                <a:ext uri="{FF2B5EF4-FFF2-40B4-BE49-F238E27FC236}">
                  <a16:creationId xmlns:a16="http://schemas.microsoft.com/office/drawing/2014/main" id="{1C0688C8-1388-3843-5C46-FA0DC0326F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3" name="rc1431">
              <a:extLst>
                <a:ext uri="{FF2B5EF4-FFF2-40B4-BE49-F238E27FC236}">
                  <a16:creationId xmlns:a16="http://schemas.microsoft.com/office/drawing/2014/main" id="{1FE76DFB-2B99-8E46-2045-B2F2850EE9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4" name="rc1432">
              <a:extLst>
                <a:ext uri="{FF2B5EF4-FFF2-40B4-BE49-F238E27FC236}">
                  <a16:creationId xmlns:a16="http://schemas.microsoft.com/office/drawing/2014/main" id="{C23433EB-45A0-213E-0E90-1FCAF75FCD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5" name="rc1433">
              <a:extLst>
                <a:ext uri="{FF2B5EF4-FFF2-40B4-BE49-F238E27FC236}">
                  <a16:creationId xmlns:a16="http://schemas.microsoft.com/office/drawing/2014/main" id="{E1E26444-54D1-C5AB-FEA0-7FE70438CE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6" name="rc1434">
              <a:extLst>
                <a:ext uri="{FF2B5EF4-FFF2-40B4-BE49-F238E27FC236}">
                  <a16:creationId xmlns:a16="http://schemas.microsoft.com/office/drawing/2014/main" id="{28C0B976-6477-B7F2-0F1F-848341BB92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7" name="rc1435">
              <a:extLst>
                <a:ext uri="{FF2B5EF4-FFF2-40B4-BE49-F238E27FC236}">
                  <a16:creationId xmlns:a16="http://schemas.microsoft.com/office/drawing/2014/main" id="{D8E91DC5-257E-5CFB-4F4E-7223B21504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8" name="rc1436">
              <a:extLst>
                <a:ext uri="{FF2B5EF4-FFF2-40B4-BE49-F238E27FC236}">
                  <a16:creationId xmlns:a16="http://schemas.microsoft.com/office/drawing/2014/main" id="{2ACA3EA4-DB5A-EDD2-9288-FB08597FD9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9" name="rc1437">
              <a:extLst>
                <a:ext uri="{FF2B5EF4-FFF2-40B4-BE49-F238E27FC236}">
                  <a16:creationId xmlns:a16="http://schemas.microsoft.com/office/drawing/2014/main" id="{B17EE128-6593-9F68-BFD0-E581EF57A7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0" name="rc1438">
              <a:extLst>
                <a:ext uri="{FF2B5EF4-FFF2-40B4-BE49-F238E27FC236}">
                  <a16:creationId xmlns:a16="http://schemas.microsoft.com/office/drawing/2014/main" id="{63147535-943F-8EDF-5F99-C2D1B1CE26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1" name="rc1439">
              <a:extLst>
                <a:ext uri="{FF2B5EF4-FFF2-40B4-BE49-F238E27FC236}">
                  <a16:creationId xmlns:a16="http://schemas.microsoft.com/office/drawing/2014/main" id="{0C314C8C-93A9-BDA6-7754-DB9E97DA4B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2" name="rc1440">
              <a:extLst>
                <a:ext uri="{FF2B5EF4-FFF2-40B4-BE49-F238E27FC236}">
                  <a16:creationId xmlns:a16="http://schemas.microsoft.com/office/drawing/2014/main" id="{C8469201-F1A0-BAE0-8DF0-BBB2BBCDDA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3" name="rc1441">
              <a:extLst>
                <a:ext uri="{FF2B5EF4-FFF2-40B4-BE49-F238E27FC236}">
                  <a16:creationId xmlns:a16="http://schemas.microsoft.com/office/drawing/2014/main" id="{10BC4B0E-C15D-B392-8D5E-7B43E7DF75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4" name="rc1442">
              <a:extLst>
                <a:ext uri="{FF2B5EF4-FFF2-40B4-BE49-F238E27FC236}">
                  <a16:creationId xmlns:a16="http://schemas.microsoft.com/office/drawing/2014/main" id="{EEDA5E98-B9CC-FE19-7797-026C22DE87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5" name="rc1443">
              <a:extLst>
                <a:ext uri="{FF2B5EF4-FFF2-40B4-BE49-F238E27FC236}">
                  <a16:creationId xmlns:a16="http://schemas.microsoft.com/office/drawing/2014/main" id="{A9B445E5-2971-B2AB-9FFD-8186C49D59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6" name="rc1444">
              <a:extLst>
                <a:ext uri="{FF2B5EF4-FFF2-40B4-BE49-F238E27FC236}">
                  <a16:creationId xmlns:a16="http://schemas.microsoft.com/office/drawing/2014/main" id="{A154CA48-DF58-3709-997A-98E6944AFD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7" name="rc1445">
              <a:extLst>
                <a:ext uri="{FF2B5EF4-FFF2-40B4-BE49-F238E27FC236}">
                  <a16:creationId xmlns:a16="http://schemas.microsoft.com/office/drawing/2014/main" id="{C4C8E50A-7492-F10B-9DFC-9C557BB722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8" name="rc1446">
              <a:extLst>
                <a:ext uri="{FF2B5EF4-FFF2-40B4-BE49-F238E27FC236}">
                  <a16:creationId xmlns:a16="http://schemas.microsoft.com/office/drawing/2014/main" id="{32AABB41-0733-AF7D-CD74-F5BA97BD7C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9" name="rc1447">
              <a:extLst>
                <a:ext uri="{FF2B5EF4-FFF2-40B4-BE49-F238E27FC236}">
                  <a16:creationId xmlns:a16="http://schemas.microsoft.com/office/drawing/2014/main" id="{5C31C597-6782-6B57-B539-06E4C66DC0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0" name="rc1448">
              <a:extLst>
                <a:ext uri="{FF2B5EF4-FFF2-40B4-BE49-F238E27FC236}">
                  <a16:creationId xmlns:a16="http://schemas.microsoft.com/office/drawing/2014/main" id="{FC99D1B8-6BFE-D894-99A4-86CCA797E7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1" name="rc1449">
              <a:extLst>
                <a:ext uri="{FF2B5EF4-FFF2-40B4-BE49-F238E27FC236}">
                  <a16:creationId xmlns:a16="http://schemas.microsoft.com/office/drawing/2014/main" id="{A18E64B3-118E-F942-8DED-4D48F98BA4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2" name="rc1450">
              <a:extLst>
                <a:ext uri="{FF2B5EF4-FFF2-40B4-BE49-F238E27FC236}">
                  <a16:creationId xmlns:a16="http://schemas.microsoft.com/office/drawing/2014/main" id="{8E15BE0A-B5EE-C23F-8681-DD01E69373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3" name="rc1451">
              <a:extLst>
                <a:ext uri="{FF2B5EF4-FFF2-40B4-BE49-F238E27FC236}">
                  <a16:creationId xmlns:a16="http://schemas.microsoft.com/office/drawing/2014/main" id="{4850ECA3-9F12-0AAD-E3BF-1296FF4448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4" name="rc1452">
              <a:extLst>
                <a:ext uri="{FF2B5EF4-FFF2-40B4-BE49-F238E27FC236}">
                  <a16:creationId xmlns:a16="http://schemas.microsoft.com/office/drawing/2014/main" id="{FAC00168-441F-2880-5A73-C56110AFFB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5" name="rc1453">
              <a:extLst>
                <a:ext uri="{FF2B5EF4-FFF2-40B4-BE49-F238E27FC236}">
                  <a16:creationId xmlns:a16="http://schemas.microsoft.com/office/drawing/2014/main" id="{D1B79744-F525-DE22-6D66-60D9159F8C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6" name="rc1454">
              <a:extLst>
                <a:ext uri="{FF2B5EF4-FFF2-40B4-BE49-F238E27FC236}">
                  <a16:creationId xmlns:a16="http://schemas.microsoft.com/office/drawing/2014/main" id="{673F3217-B2AC-AFF5-020D-21D05979D1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7" name="rc1455">
              <a:extLst>
                <a:ext uri="{FF2B5EF4-FFF2-40B4-BE49-F238E27FC236}">
                  <a16:creationId xmlns:a16="http://schemas.microsoft.com/office/drawing/2014/main" id="{452922D8-57FC-CF88-414F-5A4AB23F38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8" name="rc1456">
              <a:extLst>
                <a:ext uri="{FF2B5EF4-FFF2-40B4-BE49-F238E27FC236}">
                  <a16:creationId xmlns:a16="http://schemas.microsoft.com/office/drawing/2014/main" id="{1E59193D-94B0-7DEE-B393-A416DCF51D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9" name="rc1457">
              <a:extLst>
                <a:ext uri="{FF2B5EF4-FFF2-40B4-BE49-F238E27FC236}">
                  <a16:creationId xmlns:a16="http://schemas.microsoft.com/office/drawing/2014/main" id="{9343C09C-36C3-8A5A-94CA-C9BE858781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0" name="rc1458">
              <a:extLst>
                <a:ext uri="{FF2B5EF4-FFF2-40B4-BE49-F238E27FC236}">
                  <a16:creationId xmlns:a16="http://schemas.microsoft.com/office/drawing/2014/main" id="{F515E1F7-BD5C-F000-510A-A39FE80258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1" name="rc1459">
              <a:extLst>
                <a:ext uri="{FF2B5EF4-FFF2-40B4-BE49-F238E27FC236}">
                  <a16:creationId xmlns:a16="http://schemas.microsoft.com/office/drawing/2014/main" id="{43C5AE3D-FC35-EBAE-D5BF-5F9BA3F1C8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2" name="rc1460">
              <a:extLst>
                <a:ext uri="{FF2B5EF4-FFF2-40B4-BE49-F238E27FC236}">
                  <a16:creationId xmlns:a16="http://schemas.microsoft.com/office/drawing/2014/main" id="{91427B84-DA65-A4B1-D739-676098AA64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3" name="rc1461">
              <a:extLst>
                <a:ext uri="{FF2B5EF4-FFF2-40B4-BE49-F238E27FC236}">
                  <a16:creationId xmlns:a16="http://schemas.microsoft.com/office/drawing/2014/main" id="{735B643C-0904-4E88-DF37-A3B4EEF121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4" name="rc1462">
              <a:extLst>
                <a:ext uri="{FF2B5EF4-FFF2-40B4-BE49-F238E27FC236}">
                  <a16:creationId xmlns:a16="http://schemas.microsoft.com/office/drawing/2014/main" id="{42CF9C72-8F17-DF6F-A081-FF15B2CCE4E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5" name="rc1463">
              <a:extLst>
                <a:ext uri="{FF2B5EF4-FFF2-40B4-BE49-F238E27FC236}">
                  <a16:creationId xmlns:a16="http://schemas.microsoft.com/office/drawing/2014/main" id="{41037405-C37F-01CA-1E33-83A6BFA594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6" name="rc1464">
              <a:extLst>
                <a:ext uri="{FF2B5EF4-FFF2-40B4-BE49-F238E27FC236}">
                  <a16:creationId xmlns:a16="http://schemas.microsoft.com/office/drawing/2014/main" id="{5988FEFF-DDDE-AE52-E018-C461FB9548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7" name="rc1465">
              <a:extLst>
                <a:ext uri="{FF2B5EF4-FFF2-40B4-BE49-F238E27FC236}">
                  <a16:creationId xmlns:a16="http://schemas.microsoft.com/office/drawing/2014/main" id="{3C3F7754-C181-C578-9AD0-B05C88928E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8" name="rc1466">
              <a:extLst>
                <a:ext uri="{FF2B5EF4-FFF2-40B4-BE49-F238E27FC236}">
                  <a16:creationId xmlns:a16="http://schemas.microsoft.com/office/drawing/2014/main" id="{898B268B-4EDD-F7B0-6527-FECB313806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9" name="rc1467">
              <a:extLst>
                <a:ext uri="{FF2B5EF4-FFF2-40B4-BE49-F238E27FC236}">
                  <a16:creationId xmlns:a16="http://schemas.microsoft.com/office/drawing/2014/main" id="{B72000C7-7FBB-0663-5681-E91832B1A1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0" name="rc1468">
              <a:extLst>
                <a:ext uri="{FF2B5EF4-FFF2-40B4-BE49-F238E27FC236}">
                  <a16:creationId xmlns:a16="http://schemas.microsoft.com/office/drawing/2014/main" id="{2B9E3743-03CE-0E4F-2CCC-57A8D18FF8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1" name="rc1469">
              <a:extLst>
                <a:ext uri="{FF2B5EF4-FFF2-40B4-BE49-F238E27FC236}">
                  <a16:creationId xmlns:a16="http://schemas.microsoft.com/office/drawing/2014/main" id="{00E38CD1-173B-0DD7-1632-018C09412E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2" name="rc1470">
              <a:extLst>
                <a:ext uri="{FF2B5EF4-FFF2-40B4-BE49-F238E27FC236}">
                  <a16:creationId xmlns:a16="http://schemas.microsoft.com/office/drawing/2014/main" id="{7C6D29D6-394E-2D80-0B74-A267F48000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3" name="rc1471">
              <a:extLst>
                <a:ext uri="{FF2B5EF4-FFF2-40B4-BE49-F238E27FC236}">
                  <a16:creationId xmlns:a16="http://schemas.microsoft.com/office/drawing/2014/main" id="{6B0D04E6-62FF-8A2D-7C46-A2A11FD766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4" name="rc1472">
              <a:extLst>
                <a:ext uri="{FF2B5EF4-FFF2-40B4-BE49-F238E27FC236}">
                  <a16:creationId xmlns:a16="http://schemas.microsoft.com/office/drawing/2014/main" id="{394BFA87-AEF3-22BD-0D2A-EAE24B4228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5" name="rc1473">
              <a:extLst>
                <a:ext uri="{FF2B5EF4-FFF2-40B4-BE49-F238E27FC236}">
                  <a16:creationId xmlns:a16="http://schemas.microsoft.com/office/drawing/2014/main" id="{1D8BBF59-C764-C49F-A304-EE0838F849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6" name="rc1474">
              <a:extLst>
                <a:ext uri="{FF2B5EF4-FFF2-40B4-BE49-F238E27FC236}">
                  <a16:creationId xmlns:a16="http://schemas.microsoft.com/office/drawing/2014/main" id="{03D49809-F4EC-4BD8-4E92-7D49783A5A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7" name="rc1475">
              <a:extLst>
                <a:ext uri="{FF2B5EF4-FFF2-40B4-BE49-F238E27FC236}">
                  <a16:creationId xmlns:a16="http://schemas.microsoft.com/office/drawing/2014/main" id="{124194B5-C5A4-243A-11D0-EB93DDB0E0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8" name="rc1476">
              <a:extLst>
                <a:ext uri="{FF2B5EF4-FFF2-40B4-BE49-F238E27FC236}">
                  <a16:creationId xmlns:a16="http://schemas.microsoft.com/office/drawing/2014/main" id="{2ED48502-E3C7-66D4-EF6B-B014CA2E8FA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9" name="rc1477">
              <a:extLst>
                <a:ext uri="{FF2B5EF4-FFF2-40B4-BE49-F238E27FC236}">
                  <a16:creationId xmlns:a16="http://schemas.microsoft.com/office/drawing/2014/main" id="{C92EFD1C-7BC4-E982-6DE8-AD7A291D73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0" name="rc1478">
              <a:extLst>
                <a:ext uri="{FF2B5EF4-FFF2-40B4-BE49-F238E27FC236}">
                  <a16:creationId xmlns:a16="http://schemas.microsoft.com/office/drawing/2014/main" id="{0D21CB63-4850-31F5-0591-A355990D43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1" name="rc1479">
              <a:extLst>
                <a:ext uri="{FF2B5EF4-FFF2-40B4-BE49-F238E27FC236}">
                  <a16:creationId xmlns:a16="http://schemas.microsoft.com/office/drawing/2014/main" id="{0038BF7C-21C1-2B33-E524-5AFEF2A8C9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2" name="rc1480">
              <a:extLst>
                <a:ext uri="{FF2B5EF4-FFF2-40B4-BE49-F238E27FC236}">
                  <a16:creationId xmlns:a16="http://schemas.microsoft.com/office/drawing/2014/main" id="{7BDB605E-7248-354F-D3BC-6F5E0292E9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3" name="rc1481">
              <a:extLst>
                <a:ext uri="{FF2B5EF4-FFF2-40B4-BE49-F238E27FC236}">
                  <a16:creationId xmlns:a16="http://schemas.microsoft.com/office/drawing/2014/main" id="{E3B23270-00DF-9E73-5BF8-AEF39CAE42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4" name="rc1482">
              <a:extLst>
                <a:ext uri="{FF2B5EF4-FFF2-40B4-BE49-F238E27FC236}">
                  <a16:creationId xmlns:a16="http://schemas.microsoft.com/office/drawing/2014/main" id="{AF58F081-96E0-0EFC-9337-EC8356B248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5" name="rc1483">
              <a:extLst>
                <a:ext uri="{FF2B5EF4-FFF2-40B4-BE49-F238E27FC236}">
                  <a16:creationId xmlns:a16="http://schemas.microsoft.com/office/drawing/2014/main" id="{3CBD15DF-38FF-2572-E26A-7192DBFA3E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6" name="rc1484">
              <a:extLst>
                <a:ext uri="{FF2B5EF4-FFF2-40B4-BE49-F238E27FC236}">
                  <a16:creationId xmlns:a16="http://schemas.microsoft.com/office/drawing/2014/main" id="{F5315F7E-D6F4-9D4F-45A6-DE45E25FA5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7" name="rc1485">
              <a:extLst>
                <a:ext uri="{FF2B5EF4-FFF2-40B4-BE49-F238E27FC236}">
                  <a16:creationId xmlns:a16="http://schemas.microsoft.com/office/drawing/2014/main" id="{C96F7AEB-4D59-4CE6-A3CB-E65D0B2EC0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8" name="rc1486">
              <a:extLst>
                <a:ext uri="{FF2B5EF4-FFF2-40B4-BE49-F238E27FC236}">
                  <a16:creationId xmlns:a16="http://schemas.microsoft.com/office/drawing/2014/main" id="{1AA291E1-3035-24A7-1002-E8F4295834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9" name="rc1487">
              <a:extLst>
                <a:ext uri="{FF2B5EF4-FFF2-40B4-BE49-F238E27FC236}">
                  <a16:creationId xmlns:a16="http://schemas.microsoft.com/office/drawing/2014/main" id="{5F04D11D-8F55-775F-9A02-605161E27C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0" name="rc1488">
              <a:extLst>
                <a:ext uri="{FF2B5EF4-FFF2-40B4-BE49-F238E27FC236}">
                  <a16:creationId xmlns:a16="http://schemas.microsoft.com/office/drawing/2014/main" id="{D7025FF3-198A-A461-A75A-FA53C4DFEF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1" name="rc1489">
              <a:extLst>
                <a:ext uri="{FF2B5EF4-FFF2-40B4-BE49-F238E27FC236}">
                  <a16:creationId xmlns:a16="http://schemas.microsoft.com/office/drawing/2014/main" id="{42586B6A-0305-3BA2-AA96-0A0CF830CD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2" name="rc1490">
              <a:extLst>
                <a:ext uri="{FF2B5EF4-FFF2-40B4-BE49-F238E27FC236}">
                  <a16:creationId xmlns:a16="http://schemas.microsoft.com/office/drawing/2014/main" id="{5E8B180A-0494-0538-C84B-7AA8EEC749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3" name="rc1491">
              <a:extLst>
                <a:ext uri="{FF2B5EF4-FFF2-40B4-BE49-F238E27FC236}">
                  <a16:creationId xmlns:a16="http://schemas.microsoft.com/office/drawing/2014/main" id="{1851B659-A12F-8687-5548-4A474D9209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4" name="rc1492">
              <a:extLst>
                <a:ext uri="{FF2B5EF4-FFF2-40B4-BE49-F238E27FC236}">
                  <a16:creationId xmlns:a16="http://schemas.microsoft.com/office/drawing/2014/main" id="{8A65F791-FC84-2956-0C38-2CDD0898DD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5" name="rc1493">
              <a:extLst>
                <a:ext uri="{FF2B5EF4-FFF2-40B4-BE49-F238E27FC236}">
                  <a16:creationId xmlns:a16="http://schemas.microsoft.com/office/drawing/2014/main" id="{12D88CED-8672-F3F4-EAF1-9745C92257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6" name="rc1494">
              <a:extLst>
                <a:ext uri="{FF2B5EF4-FFF2-40B4-BE49-F238E27FC236}">
                  <a16:creationId xmlns:a16="http://schemas.microsoft.com/office/drawing/2014/main" id="{22D8041C-1630-6CEE-CA63-E5418418FE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7" name="rc1495">
              <a:extLst>
                <a:ext uri="{FF2B5EF4-FFF2-40B4-BE49-F238E27FC236}">
                  <a16:creationId xmlns:a16="http://schemas.microsoft.com/office/drawing/2014/main" id="{ED427008-8211-5497-BBDB-D8B3DD58E1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8" name="pt1496">
              <a:extLst>
                <a:ext uri="{FF2B5EF4-FFF2-40B4-BE49-F238E27FC236}">
                  <a16:creationId xmlns:a16="http://schemas.microsoft.com/office/drawing/2014/main" id="{546BE1D1-8554-248A-7C42-50504EFF29A7}"/>
                </a:ext>
              </a:extLst>
            </p:cNvPr>
            <p:cNvSpPr/>
            <p:nvPr/>
          </p:nvSpPr>
          <p:spPr>
            <a:xfrm>
              <a:off x="5008726" y="876457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9" name="pt1497">
              <a:extLst>
                <a:ext uri="{FF2B5EF4-FFF2-40B4-BE49-F238E27FC236}">
                  <a16:creationId xmlns:a16="http://schemas.microsoft.com/office/drawing/2014/main" id="{6768F6E4-EF21-79CD-3540-D277D26ACBCE}"/>
                </a:ext>
              </a:extLst>
            </p:cNvPr>
            <p:cNvSpPr/>
            <p:nvPr/>
          </p:nvSpPr>
          <p:spPr>
            <a:xfrm>
              <a:off x="8474737" y="729280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0" name="pt1498">
              <a:extLst>
                <a:ext uri="{FF2B5EF4-FFF2-40B4-BE49-F238E27FC236}">
                  <a16:creationId xmlns:a16="http://schemas.microsoft.com/office/drawing/2014/main" id="{3493A875-9C93-7032-DEDF-ABD033FF32F1}"/>
                </a:ext>
              </a:extLst>
            </p:cNvPr>
            <p:cNvSpPr/>
            <p:nvPr/>
          </p:nvSpPr>
          <p:spPr>
            <a:xfrm>
              <a:off x="3194976" y="877676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1" name="pt1499">
              <a:extLst>
                <a:ext uri="{FF2B5EF4-FFF2-40B4-BE49-F238E27FC236}">
                  <a16:creationId xmlns:a16="http://schemas.microsoft.com/office/drawing/2014/main" id="{F6BC8301-8F0D-BED3-2358-046A46382A6F}"/>
                </a:ext>
              </a:extLst>
            </p:cNvPr>
            <p:cNvSpPr/>
            <p:nvPr/>
          </p:nvSpPr>
          <p:spPr>
            <a:xfrm>
              <a:off x="2459185" y="935172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2" name="pt1500">
              <a:extLst>
                <a:ext uri="{FF2B5EF4-FFF2-40B4-BE49-F238E27FC236}">
                  <a16:creationId xmlns:a16="http://schemas.microsoft.com/office/drawing/2014/main" id="{A852DBD3-9039-11EA-8C43-5E7F619F146F}"/>
                </a:ext>
              </a:extLst>
            </p:cNvPr>
            <p:cNvSpPr/>
            <p:nvPr/>
          </p:nvSpPr>
          <p:spPr>
            <a:xfrm>
              <a:off x="7856918" y="786422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3" name="pt1501">
              <a:extLst>
                <a:ext uri="{FF2B5EF4-FFF2-40B4-BE49-F238E27FC236}">
                  <a16:creationId xmlns:a16="http://schemas.microsoft.com/office/drawing/2014/main" id="{8E18BA74-87B5-2DFF-C4B4-26B39EFFE80C}"/>
                </a:ext>
              </a:extLst>
            </p:cNvPr>
            <p:cNvSpPr/>
            <p:nvPr/>
          </p:nvSpPr>
          <p:spPr>
            <a:xfrm>
              <a:off x="7823803" y="787456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4" name="pt1502">
              <a:extLst>
                <a:ext uri="{FF2B5EF4-FFF2-40B4-BE49-F238E27FC236}">
                  <a16:creationId xmlns:a16="http://schemas.microsoft.com/office/drawing/2014/main" id="{B909BA13-A55B-8007-8D45-E518E54BAC97}"/>
                </a:ext>
              </a:extLst>
            </p:cNvPr>
            <p:cNvSpPr/>
            <p:nvPr/>
          </p:nvSpPr>
          <p:spPr>
            <a:xfrm>
              <a:off x="4835513" y="884809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5" name="pt1503">
              <a:extLst>
                <a:ext uri="{FF2B5EF4-FFF2-40B4-BE49-F238E27FC236}">
                  <a16:creationId xmlns:a16="http://schemas.microsoft.com/office/drawing/2014/main" id="{4D146700-A877-B9B7-82B4-75DFC8682E51}"/>
                </a:ext>
              </a:extLst>
            </p:cNvPr>
            <p:cNvSpPr/>
            <p:nvPr/>
          </p:nvSpPr>
          <p:spPr>
            <a:xfrm>
              <a:off x="2774938" y="912502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6" name="pt1504">
              <a:extLst>
                <a:ext uri="{FF2B5EF4-FFF2-40B4-BE49-F238E27FC236}">
                  <a16:creationId xmlns:a16="http://schemas.microsoft.com/office/drawing/2014/main" id="{9AC1C2ED-83F6-F9A6-C737-1C8A81F9340E}"/>
                </a:ext>
              </a:extLst>
            </p:cNvPr>
            <p:cNvSpPr/>
            <p:nvPr/>
          </p:nvSpPr>
          <p:spPr>
            <a:xfrm>
              <a:off x="9603278" y="574009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7" name="pt1505">
              <a:extLst>
                <a:ext uri="{FF2B5EF4-FFF2-40B4-BE49-F238E27FC236}">
                  <a16:creationId xmlns:a16="http://schemas.microsoft.com/office/drawing/2014/main" id="{E98C0E80-A5D1-36FB-086A-47EC6E192261}"/>
                </a:ext>
              </a:extLst>
            </p:cNvPr>
            <p:cNvSpPr/>
            <p:nvPr/>
          </p:nvSpPr>
          <p:spPr>
            <a:xfrm>
              <a:off x="7732787" y="8091616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8" name="pt1506">
              <a:extLst>
                <a:ext uri="{FF2B5EF4-FFF2-40B4-BE49-F238E27FC236}">
                  <a16:creationId xmlns:a16="http://schemas.microsoft.com/office/drawing/2014/main" id="{5F8CA023-A7D3-1C4B-9D05-0D77D93CE671}"/>
                </a:ext>
              </a:extLst>
            </p:cNvPr>
            <p:cNvSpPr/>
            <p:nvPr/>
          </p:nvSpPr>
          <p:spPr>
            <a:xfrm>
              <a:off x="7710400" y="807805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9" name="pt1507">
              <a:extLst>
                <a:ext uri="{FF2B5EF4-FFF2-40B4-BE49-F238E27FC236}">
                  <a16:creationId xmlns:a16="http://schemas.microsoft.com/office/drawing/2014/main" id="{0DA0158A-B2DC-18DB-26FD-362FAD37E32A}"/>
                </a:ext>
              </a:extLst>
            </p:cNvPr>
            <p:cNvSpPr/>
            <p:nvPr/>
          </p:nvSpPr>
          <p:spPr>
            <a:xfrm>
              <a:off x="4274872" y="884962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0" name="pt1508">
              <a:extLst>
                <a:ext uri="{FF2B5EF4-FFF2-40B4-BE49-F238E27FC236}">
                  <a16:creationId xmlns:a16="http://schemas.microsoft.com/office/drawing/2014/main" id="{F7D1D48C-E521-865F-2EC1-FB743D542B7B}"/>
                </a:ext>
              </a:extLst>
            </p:cNvPr>
            <p:cNvSpPr/>
            <p:nvPr/>
          </p:nvSpPr>
          <p:spPr>
            <a:xfrm>
              <a:off x="4539181" y="891777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1" name="pt1509">
              <a:extLst>
                <a:ext uri="{FF2B5EF4-FFF2-40B4-BE49-F238E27FC236}">
                  <a16:creationId xmlns:a16="http://schemas.microsoft.com/office/drawing/2014/main" id="{8A1FCCC0-F817-9C6D-84E1-1D4FBA7B5768}"/>
                </a:ext>
              </a:extLst>
            </p:cNvPr>
            <p:cNvSpPr/>
            <p:nvPr/>
          </p:nvSpPr>
          <p:spPr>
            <a:xfrm>
              <a:off x="8197134" y="758536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2" name="pt1510">
              <a:extLst>
                <a:ext uri="{FF2B5EF4-FFF2-40B4-BE49-F238E27FC236}">
                  <a16:creationId xmlns:a16="http://schemas.microsoft.com/office/drawing/2014/main" id="{71E79653-E331-F3CF-16E2-5072A64D02D2}"/>
                </a:ext>
              </a:extLst>
            </p:cNvPr>
            <p:cNvSpPr/>
            <p:nvPr/>
          </p:nvSpPr>
          <p:spPr>
            <a:xfrm>
              <a:off x="3739901" y="868824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3" name="pt1511">
              <a:extLst>
                <a:ext uri="{FF2B5EF4-FFF2-40B4-BE49-F238E27FC236}">
                  <a16:creationId xmlns:a16="http://schemas.microsoft.com/office/drawing/2014/main" id="{45796690-4939-C8CB-7F29-4D90D956247C}"/>
                </a:ext>
              </a:extLst>
            </p:cNvPr>
            <p:cNvSpPr/>
            <p:nvPr/>
          </p:nvSpPr>
          <p:spPr>
            <a:xfrm>
              <a:off x="11181678" y="36775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4" name="pt1512">
              <a:extLst>
                <a:ext uri="{FF2B5EF4-FFF2-40B4-BE49-F238E27FC236}">
                  <a16:creationId xmlns:a16="http://schemas.microsoft.com/office/drawing/2014/main" id="{605FD39E-9FD8-1CDB-EE8B-19A832F99C5E}"/>
                </a:ext>
              </a:extLst>
            </p:cNvPr>
            <p:cNvSpPr/>
            <p:nvPr/>
          </p:nvSpPr>
          <p:spPr>
            <a:xfrm>
              <a:off x="11001847" y="42650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5" name="pt1513">
              <a:extLst>
                <a:ext uri="{FF2B5EF4-FFF2-40B4-BE49-F238E27FC236}">
                  <a16:creationId xmlns:a16="http://schemas.microsoft.com/office/drawing/2014/main" id="{A7CDDE6B-B91C-2B1A-29F5-A58310F64BA0}"/>
                </a:ext>
              </a:extLst>
            </p:cNvPr>
            <p:cNvSpPr/>
            <p:nvPr/>
          </p:nvSpPr>
          <p:spPr>
            <a:xfrm>
              <a:off x="11006868" y="424457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6" name="pt1514">
              <a:extLst>
                <a:ext uri="{FF2B5EF4-FFF2-40B4-BE49-F238E27FC236}">
                  <a16:creationId xmlns:a16="http://schemas.microsoft.com/office/drawing/2014/main" id="{A3B763C8-B583-28B5-CE4E-1E9072105EE3}"/>
                </a:ext>
              </a:extLst>
            </p:cNvPr>
            <p:cNvSpPr/>
            <p:nvPr/>
          </p:nvSpPr>
          <p:spPr>
            <a:xfrm>
              <a:off x="7686086" y="846252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7" name="pt1515">
              <a:extLst>
                <a:ext uri="{FF2B5EF4-FFF2-40B4-BE49-F238E27FC236}">
                  <a16:creationId xmlns:a16="http://schemas.microsoft.com/office/drawing/2014/main" id="{5FDCE7CB-EF0C-F8A3-51E1-4CADD5AD0877}"/>
                </a:ext>
              </a:extLst>
            </p:cNvPr>
            <p:cNvSpPr/>
            <p:nvPr/>
          </p:nvSpPr>
          <p:spPr>
            <a:xfrm>
              <a:off x="5400400" y="84880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8" name="pt1516">
              <a:extLst>
                <a:ext uri="{FF2B5EF4-FFF2-40B4-BE49-F238E27FC236}">
                  <a16:creationId xmlns:a16="http://schemas.microsoft.com/office/drawing/2014/main" id="{EBD40B35-C69A-4E41-087B-824F90B0F299}"/>
                </a:ext>
              </a:extLst>
            </p:cNvPr>
            <p:cNvSpPr/>
            <p:nvPr/>
          </p:nvSpPr>
          <p:spPr>
            <a:xfrm>
              <a:off x="11206578" y="379210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9" name="pt1517">
              <a:extLst>
                <a:ext uri="{FF2B5EF4-FFF2-40B4-BE49-F238E27FC236}">
                  <a16:creationId xmlns:a16="http://schemas.microsoft.com/office/drawing/2014/main" id="{D5EF8143-FDA7-803A-2E19-7046416A90F7}"/>
                </a:ext>
              </a:extLst>
            </p:cNvPr>
            <p:cNvSpPr/>
            <p:nvPr/>
          </p:nvSpPr>
          <p:spPr>
            <a:xfrm>
              <a:off x="9852678" y="518739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0" name="pt1518">
              <a:extLst>
                <a:ext uri="{FF2B5EF4-FFF2-40B4-BE49-F238E27FC236}">
                  <a16:creationId xmlns:a16="http://schemas.microsoft.com/office/drawing/2014/main" id="{C060FF08-0C79-7B9F-EE9E-EA60C6DB34C9}"/>
                </a:ext>
              </a:extLst>
            </p:cNvPr>
            <p:cNvSpPr/>
            <p:nvPr/>
          </p:nvSpPr>
          <p:spPr>
            <a:xfrm>
              <a:off x="9652096" y="505040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1" name="pt1519">
              <a:extLst>
                <a:ext uri="{FF2B5EF4-FFF2-40B4-BE49-F238E27FC236}">
                  <a16:creationId xmlns:a16="http://schemas.microsoft.com/office/drawing/2014/main" id="{913772F2-4A9A-7924-AB5A-830A2D90CAB5}"/>
                </a:ext>
              </a:extLst>
            </p:cNvPr>
            <p:cNvSpPr/>
            <p:nvPr/>
          </p:nvSpPr>
          <p:spPr>
            <a:xfrm>
              <a:off x="12842648" y="338970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2" name="pt1520">
              <a:extLst>
                <a:ext uri="{FF2B5EF4-FFF2-40B4-BE49-F238E27FC236}">
                  <a16:creationId xmlns:a16="http://schemas.microsoft.com/office/drawing/2014/main" id="{B5485B0B-F68F-C05F-C6F4-793BE59B6872}"/>
                </a:ext>
              </a:extLst>
            </p:cNvPr>
            <p:cNvSpPr/>
            <p:nvPr/>
          </p:nvSpPr>
          <p:spPr>
            <a:xfrm>
              <a:off x="12845900" y="338402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3" name="pt1521">
              <a:extLst>
                <a:ext uri="{FF2B5EF4-FFF2-40B4-BE49-F238E27FC236}">
                  <a16:creationId xmlns:a16="http://schemas.microsoft.com/office/drawing/2014/main" id="{FC36A7F0-88FB-E086-B6AC-E1B3F26600C0}"/>
                </a:ext>
              </a:extLst>
            </p:cNvPr>
            <p:cNvSpPr/>
            <p:nvPr/>
          </p:nvSpPr>
          <p:spPr>
            <a:xfrm>
              <a:off x="3540571" y="871100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4" name="pt1522">
              <a:extLst>
                <a:ext uri="{FF2B5EF4-FFF2-40B4-BE49-F238E27FC236}">
                  <a16:creationId xmlns:a16="http://schemas.microsoft.com/office/drawing/2014/main" id="{36E6FAA3-56EF-C9EC-C79F-CE7CE60FA09A}"/>
                </a:ext>
              </a:extLst>
            </p:cNvPr>
            <p:cNvSpPr/>
            <p:nvPr/>
          </p:nvSpPr>
          <p:spPr>
            <a:xfrm>
              <a:off x="9304743" y="594980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5" name="pt1523">
              <a:extLst>
                <a:ext uri="{FF2B5EF4-FFF2-40B4-BE49-F238E27FC236}">
                  <a16:creationId xmlns:a16="http://schemas.microsoft.com/office/drawing/2014/main" id="{4AB13B6A-3C84-B3F6-6DB8-DBCB0C120E4F}"/>
                </a:ext>
              </a:extLst>
            </p:cNvPr>
            <p:cNvSpPr/>
            <p:nvPr/>
          </p:nvSpPr>
          <p:spPr>
            <a:xfrm>
              <a:off x="9280580" y="59175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6" name="pt1524">
              <a:extLst>
                <a:ext uri="{FF2B5EF4-FFF2-40B4-BE49-F238E27FC236}">
                  <a16:creationId xmlns:a16="http://schemas.microsoft.com/office/drawing/2014/main" id="{7CBD72F5-F910-93A8-8F88-07687F5880E5}"/>
                </a:ext>
              </a:extLst>
            </p:cNvPr>
            <p:cNvSpPr/>
            <p:nvPr/>
          </p:nvSpPr>
          <p:spPr>
            <a:xfrm>
              <a:off x="9641192" y="64315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7" name="pt1525">
              <a:extLst>
                <a:ext uri="{FF2B5EF4-FFF2-40B4-BE49-F238E27FC236}">
                  <a16:creationId xmlns:a16="http://schemas.microsoft.com/office/drawing/2014/main" id="{4B6BB0CD-FB6E-45C5-9159-4D22C2B1B893}"/>
                </a:ext>
              </a:extLst>
            </p:cNvPr>
            <p:cNvSpPr/>
            <p:nvPr/>
          </p:nvSpPr>
          <p:spPr>
            <a:xfrm>
              <a:off x="13846704" y="250451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8" name="pt1526">
              <a:extLst>
                <a:ext uri="{FF2B5EF4-FFF2-40B4-BE49-F238E27FC236}">
                  <a16:creationId xmlns:a16="http://schemas.microsoft.com/office/drawing/2014/main" id="{F71D2992-E007-75D4-81FA-483FC07B3130}"/>
                </a:ext>
              </a:extLst>
            </p:cNvPr>
            <p:cNvSpPr/>
            <p:nvPr/>
          </p:nvSpPr>
          <p:spPr>
            <a:xfrm>
              <a:off x="9167274" y="546683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9" name="pt1527">
              <a:extLst>
                <a:ext uri="{FF2B5EF4-FFF2-40B4-BE49-F238E27FC236}">
                  <a16:creationId xmlns:a16="http://schemas.microsoft.com/office/drawing/2014/main" id="{0E718EF4-7E58-39A9-47ED-FCF1219B5046}"/>
                </a:ext>
              </a:extLst>
            </p:cNvPr>
            <p:cNvSpPr/>
            <p:nvPr/>
          </p:nvSpPr>
          <p:spPr>
            <a:xfrm>
              <a:off x="11639853" y="330926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0" name="pt1528">
              <a:extLst>
                <a:ext uri="{FF2B5EF4-FFF2-40B4-BE49-F238E27FC236}">
                  <a16:creationId xmlns:a16="http://schemas.microsoft.com/office/drawing/2014/main" id="{FEF67933-9083-3BC8-A7E0-8504944A656E}"/>
                </a:ext>
              </a:extLst>
            </p:cNvPr>
            <p:cNvSpPr/>
            <p:nvPr/>
          </p:nvSpPr>
          <p:spPr>
            <a:xfrm>
              <a:off x="11512554" y="33825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1" name="pt1529">
              <a:extLst>
                <a:ext uri="{FF2B5EF4-FFF2-40B4-BE49-F238E27FC236}">
                  <a16:creationId xmlns:a16="http://schemas.microsoft.com/office/drawing/2014/main" id="{6060710B-B745-82A3-87AD-5394702C33C3}"/>
                </a:ext>
              </a:extLst>
            </p:cNvPr>
            <p:cNvSpPr/>
            <p:nvPr/>
          </p:nvSpPr>
          <p:spPr>
            <a:xfrm>
              <a:off x="8872698" y="7058856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2" name="pt1530">
              <a:extLst>
                <a:ext uri="{FF2B5EF4-FFF2-40B4-BE49-F238E27FC236}">
                  <a16:creationId xmlns:a16="http://schemas.microsoft.com/office/drawing/2014/main" id="{E9C24488-E186-F599-6863-9A3C31C9866E}"/>
                </a:ext>
              </a:extLst>
            </p:cNvPr>
            <p:cNvSpPr/>
            <p:nvPr/>
          </p:nvSpPr>
          <p:spPr>
            <a:xfrm>
              <a:off x="8846724" y="712772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3" name="pt1531">
              <a:extLst>
                <a:ext uri="{FF2B5EF4-FFF2-40B4-BE49-F238E27FC236}">
                  <a16:creationId xmlns:a16="http://schemas.microsoft.com/office/drawing/2014/main" id="{02A2A583-32EC-FC5E-60D5-BC89E8A2A199}"/>
                </a:ext>
              </a:extLst>
            </p:cNvPr>
            <p:cNvSpPr/>
            <p:nvPr/>
          </p:nvSpPr>
          <p:spPr>
            <a:xfrm>
              <a:off x="10409742" y="440106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4" name="pt1532">
              <a:extLst>
                <a:ext uri="{FF2B5EF4-FFF2-40B4-BE49-F238E27FC236}">
                  <a16:creationId xmlns:a16="http://schemas.microsoft.com/office/drawing/2014/main" id="{68C6DE1C-40B0-A383-B7CC-840426C3E6A1}"/>
                </a:ext>
              </a:extLst>
            </p:cNvPr>
            <p:cNvSpPr/>
            <p:nvPr/>
          </p:nvSpPr>
          <p:spPr>
            <a:xfrm>
              <a:off x="6429193" y="874738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5" name="pt1533">
              <a:extLst>
                <a:ext uri="{FF2B5EF4-FFF2-40B4-BE49-F238E27FC236}">
                  <a16:creationId xmlns:a16="http://schemas.microsoft.com/office/drawing/2014/main" id="{FDA40152-3FDA-DE06-68AB-7DAFCAFC7428}"/>
                </a:ext>
              </a:extLst>
            </p:cNvPr>
            <p:cNvSpPr/>
            <p:nvPr/>
          </p:nvSpPr>
          <p:spPr>
            <a:xfrm>
              <a:off x="6572484" y="874488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6" name="pt1534">
              <a:extLst>
                <a:ext uri="{FF2B5EF4-FFF2-40B4-BE49-F238E27FC236}">
                  <a16:creationId xmlns:a16="http://schemas.microsoft.com/office/drawing/2014/main" id="{E78D6490-5893-DE9C-1FBE-E6CE9D638068}"/>
                </a:ext>
              </a:extLst>
            </p:cNvPr>
            <p:cNvSpPr/>
            <p:nvPr/>
          </p:nvSpPr>
          <p:spPr>
            <a:xfrm>
              <a:off x="10625503" y="435343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7" name="rc1535">
              <a:extLst>
                <a:ext uri="{FF2B5EF4-FFF2-40B4-BE49-F238E27FC236}">
                  <a16:creationId xmlns:a16="http://schemas.microsoft.com/office/drawing/2014/main" id="{09728A25-C438-2120-E659-095AC58124A7}"/>
                </a:ext>
              </a:extLst>
            </p:cNvPr>
            <p:cNvSpPr/>
            <p:nvPr/>
          </p:nvSpPr>
          <p:spPr>
            <a:xfrm>
              <a:off x="2072011" y="9378493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8" name="rc1536">
              <a:extLst>
                <a:ext uri="{FF2B5EF4-FFF2-40B4-BE49-F238E27FC236}">
                  <a16:creationId xmlns:a16="http://schemas.microsoft.com/office/drawing/2014/main" id="{A1AB3250-CBE2-9E18-256D-6B5AEB0A5FB3}"/>
                </a:ext>
              </a:extLst>
            </p:cNvPr>
            <p:cNvSpPr/>
            <p:nvPr/>
          </p:nvSpPr>
          <p:spPr>
            <a:xfrm>
              <a:off x="4560341" y="8566494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9" name="rc1537">
              <a:extLst>
                <a:ext uri="{FF2B5EF4-FFF2-40B4-BE49-F238E27FC236}">
                  <a16:creationId xmlns:a16="http://schemas.microsoft.com/office/drawing/2014/main" id="{D6FA1F47-37EC-A61F-E12B-C5BF6BF75AEF}"/>
                </a:ext>
              </a:extLst>
            </p:cNvPr>
            <p:cNvSpPr/>
            <p:nvPr/>
          </p:nvSpPr>
          <p:spPr>
            <a:xfrm>
              <a:off x="7308565" y="8484348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0" name="rc1538">
              <a:extLst>
                <a:ext uri="{FF2B5EF4-FFF2-40B4-BE49-F238E27FC236}">
                  <a16:creationId xmlns:a16="http://schemas.microsoft.com/office/drawing/2014/main" id="{C6677BD2-0B41-105B-49A3-3E69823C340B}"/>
                </a:ext>
              </a:extLst>
            </p:cNvPr>
            <p:cNvSpPr/>
            <p:nvPr/>
          </p:nvSpPr>
          <p:spPr>
            <a:xfrm>
              <a:off x="9254671" y="5916220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1" name="rc1539">
              <a:extLst>
                <a:ext uri="{FF2B5EF4-FFF2-40B4-BE49-F238E27FC236}">
                  <a16:creationId xmlns:a16="http://schemas.microsoft.com/office/drawing/2014/main" id="{74206AB3-2F98-9737-046A-B72746398BB5}"/>
                </a:ext>
              </a:extLst>
            </p:cNvPr>
            <p:cNvSpPr/>
            <p:nvPr/>
          </p:nvSpPr>
          <p:spPr>
            <a:xfrm>
              <a:off x="9362649" y="5624389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2" name="rc1540">
              <a:extLst>
                <a:ext uri="{FF2B5EF4-FFF2-40B4-BE49-F238E27FC236}">
                  <a16:creationId xmlns:a16="http://schemas.microsoft.com/office/drawing/2014/main" id="{C9A26ED0-82B3-4EB9-48E5-CCD3A7993B2F}"/>
                </a:ext>
              </a:extLst>
            </p:cNvPr>
            <p:cNvSpPr/>
            <p:nvPr/>
          </p:nvSpPr>
          <p:spPr>
            <a:xfrm>
              <a:off x="9350202" y="5902457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3" name="rc1541">
              <a:extLst>
                <a:ext uri="{FF2B5EF4-FFF2-40B4-BE49-F238E27FC236}">
                  <a16:creationId xmlns:a16="http://schemas.microsoft.com/office/drawing/2014/main" id="{36338410-9625-EF9E-2E08-6AADBD93F142}"/>
                </a:ext>
              </a:extLst>
            </p:cNvPr>
            <p:cNvSpPr/>
            <p:nvPr/>
          </p:nvSpPr>
          <p:spPr>
            <a:xfrm>
              <a:off x="10836957" y="3700294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4" name="rc1542">
              <a:extLst>
                <a:ext uri="{FF2B5EF4-FFF2-40B4-BE49-F238E27FC236}">
                  <a16:creationId xmlns:a16="http://schemas.microsoft.com/office/drawing/2014/main" id="{04BC1D4E-3BB5-4F42-F2A2-62FF77294AEF}"/>
                </a:ext>
              </a:extLst>
            </p:cNvPr>
            <p:cNvSpPr/>
            <p:nvPr/>
          </p:nvSpPr>
          <p:spPr>
            <a:xfrm>
              <a:off x="11145018" y="3346138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5" name="pl1543">
              <a:extLst>
                <a:ext uri="{FF2B5EF4-FFF2-40B4-BE49-F238E27FC236}">
                  <a16:creationId xmlns:a16="http://schemas.microsoft.com/office/drawing/2014/main" id="{D3EE1CF4-59C7-9247-41AA-84C7B41570FC}"/>
                </a:ext>
              </a:extLst>
            </p:cNvPr>
            <p:cNvSpPr/>
            <p:nvPr/>
          </p:nvSpPr>
          <p:spPr>
            <a:xfrm flipH="1">
              <a:off x="2288035" y="8954109"/>
              <a:ext cx="365042" cy="561856"/>
            </a:xfrm>
            <a:custGeom>
              <a:avLst/>
              <a:gdLst/>
              <a:ahLst/>
              <a:cxnLst/>
              <a:rect l="0" t="0" r="0" b="0"/>
              <a:pathLst>
                <a:path w="3674" h="207552">
                  <a:moveTo>
                    <a:pt x="0" y="0"/>
                  </a:moveTo>
                  <a:lnTo>
                    <a:pt x="3674" y="20755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6" name="pl1544">
              <a:extLst>
                <a:ext uri="{FF2B5EF4-FFF2-40B4-BE49-F238E27FC236}">
                  <a16:creationId xmlns:a16="http://schemas.microsoft.com/office/drawing/2014/main" id="{1A67DC37-9D00-402B-E65C-59C04579CCF6}"/>
                </a:ext>
              </a:extLst>
            </p:cNvPr>
            <p:cNvSpPr/>
            <p:nvPr/>
          </p:nvSpPr>
          <p:spPr>
            <a:xfrm>
              <a:off x="4365037" y="8186953"/>
              <a:ext cx="348381" cy="486224"/>
            </a:xfrm>
            <a:custGeom>
              <a:avLst/>
              <a:gdLst/>
              <a:ahLst/>
              <a:cxnLst/>
              <a:rect l="0" t="0" r="0" b="0"/>
              <a:pathLst>
                <a:path w="125021" h="328267">
                  <a:moveTo>
                    <a:pt x="0" y="0"/>
                  </a:moveTo>
                  <a:lnTo>
                    <a:pt x="125021" y="32826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7" name="pl1545">
              <a:extLst>
                <a:ext uri="{FF2B5EF4-FFF2-40B4-BE49-F238E27FC236}">
                  <a16:creationId xmlns:a16="http://schemas.microsoft.com/office/drawing/2014/main" id="{E1881B32-E709-77C9-4ADC-215CFABE1686}"/>
                </a:ext>
              </a:extLst>
            </p:cNvPr>
            <p:cNvSpPr/>
            <p:nvPr/>
          </p:nvSpPr>
          <p:spPr>
            <a:xfrm>
              <a:off x="7359579" y="7969124"/>
              <a:ext cx="185041" cy="657582"/>
            </a:xfrm>
            <a:custGeom>
              <a:avLst/>
              <a:gdLst/>
              <a:ahLst/>
              <a:cxnLst/>
              <a:rect l="0" t="0" r="0" b="0"/>
              <a:pathLst>
                <a:path w="173779" h="242905">
                  <a:moveTo>
                    <a:pt x="0" y="0"/>
                  </a:moveTo>
                  <a:lnTo>
                    <a:pt x="173779" y="2429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8" name="pl1546">
              <a:extLst>
                <a:ext uri="{FF2B5EF4-FFF2-40B4-BE49-F238E27FC236}">
                  <a16:creationId xmlns:a16="http://schemas.microsoft.com/office/drawing/2014/main" id="{F60BEB96-3454-06D8-8C4C-9516DAB9BF60}"/>
                </a:ext>
              </a:extLst>
            </p:cNvPr>
            <p:cNvSpPr/>
            <p:nvPr/>
          </p:nvSpPr>
          <p:spPr>
            <a:xfrm>
              <a:off x="10587939" y="3559918"/>
              <a:ext cx="388866" cy="278342"/>
            </a:xfrm>
            <a:custGeom>
              <a:avLst/>
              <a:gdLst/>
              <a:ahLst/>
              <a:cxnLst/>
              <a:rect l="0" t="0" r="0" b="0"/>
              <a:pathLst>
                <a:path w="40372" h="199621">
                  <a:moveTo>
                    <a:pt x="0" y="0"/>
                  </a:moveTo>
                  <a:lnTo>
                    <a:pt x="40372" y="1996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9" name="pl1547">
              <a:extLst>
                <a:ext uri="{FF2B5EF4-FFF2-40B4-BE49-F238E27FC236}">
                  <a16:creationId xmlns:a16="http://schemas.microsoft.com/office/drawing/2014/main" id="{32F6D131-CF3C-3126-EFB3-B996C8D147B0}"/>
                </a:ext>
              </a:extLst>
            </p:cNvPr>
            <p:cNvSpPr/>
            <p:nvPr/>
          </p:nvSpPr>
          <p:spPr>
            <a:xfrm flipH="1">
              <a:off x="11375450" y="2692924"/>
              <a:ext cx="127161" cy="866994"/>
            </a:xfrm>
            <a:custGeom>
              <a:avLst/>
              <a:gdLst/>
              <a:ahLst/>
              <a:cxnLst/>
              <a:rect l="0" t="0" r="0" b="0"/>
              <a:pathLst>
                <a:path w="111659" h="292673">
                  <a:moveTo>
                    <a:pt x="0" y="0"/>
                  </a:moveTo>
                  <a:lnTo>
                    <a:pt x="111659" y="2926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0" name="pg1548">
              <a:extLst>
                <a:ext uri="{FF2B5EF4-FFF2-40B4-BE49-F238E27FC236}">
                  <a16:creationId xmlns:a16="http://schemas.microsoft.com/office/drawing/2014/main" id="{CE2B6E13-87DA-3E04-685F-34F38C328F54}"/>
                </a:ext>
              </a:extLst>
            </p:cNvPr>
            <p:cNvSpPr/>
            <p:nvPr/>
          </p:nvSpPr>
          <p:spPr>
            <a:xfrm>
              <a:off x="1870706" y="8434520"/>
              <a:ext cx="1564740" cy="519589"/>
            </a:xfrm>
            <a:custGeom>
              <a:avLst/>
              <a:gdLst/>
              <a:ahLst/>
              <a:cxnLst/>
              <a:rect l="0" t="0" r="0" b="0"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2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1" name="tx1549">
              <a:extLst>
                <a:ext uri="{FF2B5EF4-FFF2-40B4-BE49-F238E27FC236}">
                  <a16:creationId xmlns:a16="http://schemas.microsoft.com/office/drawing/2014/main" id="{076DD8DF-FC58-1CDF-8CB3-17ECBF7D56DC}"/>
                </a:ext>
              </a:extLst>
            </p:cNvPr>
            <p:cNvSpPr/>
            <p:nvPr/>
          </p:nvSpPr>
          <p:spPr>
            <a:xfrm>
              <a:off x="2006393" y="8622869"/>
              <a:ext cx="1293367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172" name="pg1550">
              <a:extLst>
                <a:ext uri="{FF2B5EF4-FFF2-40B4-BE49-F238E27FC236}">
                  <a16:creationId xmlns:a16="http://schemas.microsoft.com/office/drawing/2014/main" id="{1111501A-0669-F3D4-6F5F-E3751DA4480E}"/>
                </a:ext>
              </a:extLst>
            </p:cNvPr>
            <p:cNvSpPr/>
            <p:nvPr/>
          </p:nvSpPr>
          <p:spPr>
            <a:xfrm>
              <a:off x="3574103" y="7667362"/>
              <a:ext cx="1541944" cy="519589"/>
            </a:xfrm>
            <a:custGeom>
              <a:avLst/>
              <a:gdLst/>
              <a:ahLst/>
              <a:cxnLst/>
              <a:rect l="0" t="0" r="0" b="0"/>
              <a:pathLst>
                <a:path w="519562" h="191932">
                  <a:moveTo>
                    <a:pt x="27431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1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3" name="tx1551">
              <a:extLst>
                <a:ext uri="{FF2B5EF4-FFF2-40B4-BE49-F238E27FC236}">
                  <a16:creationId xmlns:a16="http://schemas.microsoft.com/office/drawing/2014/main" id="{115833B9-D252-32A9-67DE-0A8B440BFED2}"/>
                </a:ext>
              </a:extLst>
            </p:cNvPr>
            <p:cNvSpPr/>
            <p:nvPr/>
          </p:nvSpPr>
          <p:spPr>
            <a:xfrm>
              <a:off x="3709790" y="7834655"/>
              <a:ext cx="1270570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74" name="pg1552">
              <a:extLst>
                <a:ext uri="{FF2B5EF4-FFF2-40B4-BE49-F238E27FC236}">
                  <a16:creationId xmlns:a16="http://schemas.microsoft.com/office/drawing/2014/main" id="{0318ACCA-FC93-DC9D-1ED6-95D6E091F08D}"/>
                </a:ext>
              </a:extLst>
            </p:cNvPr>
            <p:cNvSpPr/>
            <p:nvPr/>
          </p:nvSpPr>
          <p:spPr>
            <a:xfrm>
              <a:off x="6476055" y="7449534"/>
              <a:ext cx="1518605" cy="519589"/>
            </a:xfrm>
            <a:custGeom>
              <a:avLst/>
              <a:gdLst/>
              <a:ahLst/>
              <a:cxnLst/>
              <a:rect l="0" t="0" r="0" b="0"/>
              <a:pathLst>
                <a:path w="511698" h="191932">
                  <a:moveTo>
                    <a:pt x="27432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5" name="tx1553">
              <a:extLst>
                <a:ext uri="{FF2B5EF4-FFF2-40B4-BE49-F238E27FC236}">
                  <a16:creationId xmlns:a16="http://schemas.microsoft.com/office/drawing/2014/main" id="{50B8F275-9868-473A-669B-564210052353}"/>
                </a:ext>
              </a:extLst>
            </p:cNvPr>
            <p:cNvSpPr/>
            <p:nvPr/>
          </p:nvSpPr>
          <p:spPr>
            <a:xfrm>
              <a:off x="6611741" y="7637604"/>
              <a:ext cx="1247232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178" name="pg1556">
              <a:extLst>
                <a:ext uri="{FF2B5EF4-FFF2-40B4-BE49-F238E27FC236}">
                  <a16:creationId xmlns:a16="http://schemas.microsoft.com/office/drawing/2014/main" id="{FF45FAB7-8920-0F53-CED3-2B8ADB087E66}"/>
                </a:ext>
              </a:extLst>
            </p:cNvPr>
            <p:cNvSpPr/>
            <p:nvPr/>
          </p:nvSpPr>
          <p:spPr>
            <a:xfrm>
              <a:off x="10656130" y="2173335"/>
              <a:ext cx="1657005" cy="519589"/>
            </a:xfrm>
            <a:custGeom>
              <a:avLst/>
              <a:gdLst/>
              <a:ahLst/>
              <a:cxnLst/>
              <a:rect l="0" t="0" r="0" b="0"/>
              <a:pathLst>
                <a:path w="558332" h="191932">
                  <a:moveTo>
                    <a:pt x="27432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1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9" name="tx1557">
              <a:extLst>
                <a:ext uri="{FF2B5EF4-FFF2-40B4-BE49-F238E27FC236}">
                  <a16:creationId xmlns:a16="http://schemas.microsoft.com/office/drawing/2014/main" id="{94B753E1-4DDD-187A-5F2C-4D88E06CD8EF}"/>
                </a:ext>
              </a:extLst>
            </p:cNvPr>
            <p:cNvSpPr/>
            <p:nvPr/>
          </p:nvSpPr>
          <p:spPr>
            <a:xfrm>
              <a:off x="10791817" y="2382854"/>
              <a:ext cx="1385631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180" name="pl1558">
              <a:extLst>
                <a:ext uri="{FF2B5EF4-FFF2-40B4-BE49-F238E27FC236}">
                  <a16:creationId xmlns:a16="http://schemas.microsoft.com/office/drawing/2014/main" id="{9D90F9D0-652A-B347-91C5-43BBE4EF296D}"/>
                </a:ext>
              </a:extLst>
            </p:cNvPr>
            <p:cNvSpPr/>
            <p:nvPr/>
          </p:nvSpPr>
          <p:spPr>
            <a:xfrm>
              <a:off x="1735019" y="1238081"/>
              <a:ext cx="0" cy="9863052"/>
            </a:xfrm>
            <a:custGeom>
              <a:avLst/>
              <a:gdLst/>
              <a:ahLst/>
              <a:cxnLst/>
              <a:rect l="0" t="0" r="0" b="0"/>
              <a:pathLst>
                <a:path h="3643333">
                  <a:moveTo>
                    <a:pt x="0" y="364333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81" name="tx1559">
              <a:extLst>
                <a:ext uri="{FF2B5EF4-FFF2-40B4-BE49-F238E27FC236}">
                  <a16:creationId xmlns:a16="http://schemas.microsoft.com/office/drawing/2014/main" id="{B9B9ED36-0E57-0338-1655-5A339AED7F6B}"/>
                </a:ext>
              </a:extLst>
            </p:cNvPr>
            <p:cNvSpPr/>
            <p:nvPr/>
          </p:nvSpPr>
          <p:spPr>
            <a:xfrm>
              <a:off x="808029" y="10610766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82" name="tx1560">
              <a:extLst>
                <a:ext uri="{FF2B5EF4-FFF2-40B4-BE49-F238E27FC236}">
                  <a16:creationId xmlns:a16="http://schemas.microsoft.com/office/drawing/2014/main" id="{105C026A-A017-D82A-9EFD-C93D19B49EC0}"/>
                </a:ext>
              </a:extLst>
            </p:cNvPr>
            <p:cNvSpPr/>
            <p:nvPr/>
          </p:nvSpPr>
          <p:spPr>
            <a:xfrm>
              <a:off x="1177095" y="10561008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3" name="tx1561">
              <a:extLst>
                <a:ext uri="{FF2B5EF4-FFF2-40B4-BE49-F238E27FC236}">
                  <a16:creationId xmlns:a16="http://schemas.microsoft.com/office/drawing/2014/main" id="{81D0B008-41C4-EC47-E383-3138BFD7177D}"/>
                </a:ext>
              </a:extLst>
            </p:cNvPr>
            <p:cNvSpPr/>
            <p:nvPr/>
          </p:nvSpPr>
          <p:spPr>
            <a:xfrm>
              <a:off x="1309796" y="10610766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4" name="tx1562">
              <a:extLst>
                <a:ext uri="{FF2B5EF4-FFF2-40B4-BE49-F238E27FC236}">
                  <a16:creationId xmlns:a16="http://schemas.microsoft.com/office/drawing/2014/main" id="{2247D51E-43FD-E5A1-71D1-59C053BDBF05}"/>
                </a:ext>
              </a:extLst>
            </p:cNvPr>
            <p:cNvSpPr/>
            <p:nvPr/>
          </p:nvSpPr>
          <p:spPr>
            <a:xfrm>
              <a:off x="808029" y="8713775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185" name="tx1563">
              <a:extLst>
                <a:ext uri="{FF2B5EF4-FFF2-40B4-BE49-F238E27FC236}">
                  <a16:creationId xmlns:a16="http://schemas.microsoft.com/office/drawing/2014/main" id="{0B72E513-D672-2960-08AD-67008E604A17}"/>
                </a:ext>
              </a:extLst>
            </p:cNvPr>
            <p:cNvSpPr/>
            <p:nvPr/>
          </p:nvSpPr>
          <p:spPr>
            <a:xfrm>
              <a:off x="1177095" y="8664021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6" name="tx1564">
              <a:extLst>
                <a:ext uri="{FF2B5EF4-FFF2-40B4-BE49-F238E27FC236}">
                  <a16:creationId xmlns:a16="http://schemas.microsoft.com/office/drawing/2014/main" id="{A4CA83BD-411F-D403-DD5C-2F0D84E53AAA}"/>
                </a:ext>
              </a:extLst>
            </p:cNvPr>
            <p:cNvSpPr/>
            <p:nvPr/>
          </p:nvSpPr>
          <p:spPr>
            <a:xfrm>
              <a:off x="1309796" y="8713775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7" name="tx1565">
              <a:extLst>
                <a:ext uri="{FF2B5EF4-FFF2-40B4-BE49-F238E27FC236}">
                  <a16:creationId xmlns:a16="http://schemas.microsoft.com/office/drawing/2014/main" id="{CD508D1D-A531-F6DF-3EF2-70ECE88A4CDF}"/>
                </a:ext>
              </a:extLst>
            </p:cNvPr>
            <p:cNvSpPr/>
            <p:nvPr/>
          </p:nvSpPr>
          <p:spPr>
            <a:xfrm>
              <a:off x="808029" y="6817035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188" name="tx1566">
              <a:extLst>
                <a:ext uri="{FF2B5EF4-FFF2-40B4-BE49-F238E27FC236}">
                  <a16:creationId xmlns:a16="http://schemas.microsoft.com/office/drawing/2014/main" id="{AA6D4261-E90F-7C51-936E-BF877D449FDB}"/>
                </a:ext>
              </a:extLst>
            </p:cNvPr>
            <p:cNvSpPr/>
            <p:nvPr/>
          </p:nvSpPr>
          <p:spPr>
            <a:xfrm>
              <a:off x="1177095" y="6767280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9" name="tx1567">
              <a:extLst>
                <a:ext uri="{FF2B5EF4-FFF2-40B4-BE49-F238E27FC236}">
                  <a16:creationId xmlns:a16="http://schemas.microsoft.com/office/drawing/2014/main" id="{63ABAA7A-E5C9-31D5-61DC-D6156ED9707A}"/>
                </a:ext>
              </a:extLst>
            </p:cNvPr>
            <p:cNvSpPr/>
            <p:nvPr/>
          </p:nvSpPr>
          <p:spPr>
            <a:xfrm>
              <a:off x="1309796" y="6817035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0" name="tx1568">
              <a:extLst>
                <a:ext uri="{FF2B5EF4-FFF2-40B4-BE49-F238E27FC236}">
                  <a16:creationId xmlns:a16="http://schemas.microsoft.com/office/drawing/2014/main" id="{558BD2F4-05AE-8257-9780-D982D75B0871}"/>
                </a:ext>
              </a:extLst>
            </p:cNvPr>
            <p:cNvSpPr/>
            <p:nvPr/>
          </p:nvSpPr>
          <p:spPr>
            <a:xfrm>
              <a:off x="808029" y="4920294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191" name="tx1569">
              <a:extLst>
                <a:ext uri="{FF2B5EF4-FFF2-40B4-BE49-F238E27FC236}">
                  <a16:creationId xmlns:a16="http://schemas.microsoft.com/office/drawing/2014/main" id="{A8282297-0C8E-0B3D-58EC-E5BB1CA94875}"/>
                </a:ext>
              </a:extLst>
            </p:cNvPr>
            <p:cNvSpPr/>
            <p:nvPr/>
          </p:nvSpPr>
          <p:spPr>
            <a:xfrm>
              <a:off x="1177095" y="4870540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2" name="tx1570">
              <a:extLst>
                <a:ext uri="{FF2B5EF4-FFF2-40B4-BE49-F238E27FC236}">
                  <a16:creationId xmlns:a16="http://schemas.microsoft.com/office/drawing/2014/main" id="{68E3952D-D1F4-28FF-6FE2-3A9726FB01BC}"/>
                </a:ext>
              </a:extLst>
            </p:cNvPr>
            <p:cNvSpPr/>
            <p:nvPr/>
          </p:nvSpPr>
          <p:spPr>
            <a:xfrm>
              <a:off x="1309796" y="4920294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3" name="tx1571">
              <a:extLst>
                <a:ext uri="{FF2B5EF4-FFF2-40B4-BE49-F238E27FC236}">
                  <a16:creationId xmlns:a16="http://schemas.microsoft.com/office/drawing/2014/main" id="{E8A22E4E-4806-E1E6-C905-E6CFF4B6A048}"/>
                </a:ext>
              </a:extLst>
            </p:cNvPr>
            <p:cNvSpPr/>
            <p:nvPr/>
          </p:nvSpPr>
          <p:spPr>
            <a:xfrm>
              <a:off x="808029" y="3023799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194" name="tx1572">
              <a:extLst>
                <a:ext uri="{FF2B5EF4-FFF2-40B4-BE49-F238E27FC236}">
                  <a16:creationId xmlns:a16="http://schemas.microsoft.com/office/drawing/2014/main" id="{8D3642E5-3D3A-2BB0-8045-011239434F46}"/>
                </a:ext>
              </a:extLst>
            </p:cNvPr>
            <p:cNvSpPr/>
            <p:nvPr/>
          </p:nvSpPr>
          <p:spPr>
            <a:xfrm>
              <a:off x="1177095" y="2974045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5" name="tx1573">
              <a:extLst>
                <a:ext uri="{FF2B5EF4-FFF2-40B4-BE49-F238E27FC236}">
                  <a16:creationId xmlns:a16="http://schemas.microsoft.com/office/drawing/2014/main" id="{F2D8EE7A-02DA-45E1-33BD-B08B490AAC2B}"/>
                </a:ext>
              </a:extLst>
            </p:cNvPr>
            <p:cNvSpPr/>
            <p:nvPr/>
          </p:nvSpPr>
          <p:spPr>
            <a:xfrm>
              <a:off x="1309796" y="3023799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6" name="tx1574">
              <a:extLst>
                <a:ext uri="{FF2B5EF4-FFF2-40B4-BE49-F238E27FC236}">
                  <a16:creationId xmlns:a16="http://schemas.microsoft.com/office/drawing/2014/main" id="{B834C91C-F213-E406-E425-660890D365C2}"/>
                </a:ext>
              </a:extLst>
            </p:cNvPr>
            <p:cNvSpPr/>
            <p:nvPr/>
          </p:nvSpPr>
          <p:spPr>
            <a:xfrm>
              <a:off x="808029" y="1126812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97" name="tx1575">
              <a:extLst>
                <a:ext uri="{FF2B5EF4-FFF2-40B4-BE49-F238E27FC236}">
                  <a16:creationId xmlns:a16="http://schemas.microsoft.com/office/drawing/2014/main" id="{8D733F72-8F2D-BA8E-E356-145F011BEEE8}"/>
                </a:ext>
              </a:extLst>
            </p:cNvPr>
            <p:cNvSpPr/>
            <p:nvPr/>
          </p:nvSpPr>
          <p:spPr>
            <a:xfrm>
              <a:off x="1177095" y="1077055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8" name="tx1576">
              <a:extLst>
                <a:ext uri="{FF2B5EF4-FFF2-40B4-BE49-F238E27FC236}">
                  <a16:creationId xmlns:a16="http://schemas.microsoft.com/office/drawing/2014/main" id="{6D0E1000-A4F5-8D39-19B7-596712960215}"/>
                </a:ext>
              </a:extLst>
            </p:cNvPr>
            <p:cNvSpPr/>
            <p:nvPr/>
          </p:nvSpPr>
          <p:spPr>
            <a:xfrm>
              <a:off x="1309796" y="1126812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9" name="pl1577">
              <a:extLst>
                <a:ext uri="{FF2B5EF4-FFF2-40B4-BE49-F238E27FC236}">
                  <a16:creationId xmlns:a16="http://schemas.microsoft.com/office/drawing/2014/main" id="{078B3C56-B5DF-5300-BF84-13E167FD4859}"/>
                </a:ext>
              </a:extLst>
            </p:cNvPr>
            <p:cNvSpPr/>
            <p:nvPr/>
          </p:nvSpPr>
          <p:spPr>
            <a:xfrm>
              <a:off x="1631759" y="10721786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0" name="pl1578">
              <a:extLst>
                <a:ext uri="{FF2B5EF4-FFF2-40B4-BE49-F238E27FC236}">
                  <a16:creationId xmlns:a16="http://schemas.microsoft.com/office/drawing/2014/main" id="{2835CBE3-1FEC-4500-4D3D-99DA88FB2815}"/>
                </a:ext>
              </a:extLst>
            </p:cNvPr>
            <p:cNvSpPr/>
            <p:nvPr/>
          </p:nvSpPr>
          <p:spPr>
            <a:xfrm>
              <a:off x="1631759" y="8825044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1" name="pl1579">
              <a:extLst>
                <a:ext uri="{FF2B5EF4-FFF2-40B4-BE49-F238E27FC236}">
                  <a16:creationId xmlns:a16="http://schemas.microsoft.com/office/drawing/2014/main" id="{D983175F-85DF-805D-EF11-2F4CE3EC8601}"/>
                </a:ext>
              </a:extLst>
            </p:cNvPr>
            <p:cNvSpPr/>
            <p:nvPr/>
          </p:nvSpPr>
          <p:spPr>
            <a:xfrm>
              <a:off x="1631759" y="6928304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2" name="pl1580">
              <a:extLst>
                <a:ext uri="{FF2B5EF4-FFF2-40B4-BE49-F238E27FC236}">
                  <a16:creationId xmlns:a16="http://schemas.microsoft.com/office/drawing/2014/main" id="{5B7C12F9-E665-3863-1A93-A152148B06C5}"/>
                </a:ext>
              </a:extLst>
            </p:cNvPr>
            <p:cNvSpPr/>
            <p:nvPr/>
          </p:nvSpPr>
          <p:spPr>
            <a:xfrm>
              <a:off x="1631759" y="5031563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3" name="pl1581">
              <a:extLst>
                <a:ext uri="{FF2B5EF4-FFF2-40B4-BE49-F238E27FC236}">
                  <a16:creationId xmlns:a16="http://schemas.microsoft.com/office/drawing/2014/main" id="{8F98F048-8D3B-65CD-A958-E5115A928A79}"/>
                </a:ext>
              </a:extLst>
            </p:cNvPr>
            <p:cNvSpPr/>
            <p:nvPr/>
          </p:nvSpPr>
          <p:spPr>
            <a:xfrm>
              <a:off x="1631759" y="3134823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4" name="pl1582">
              <a:extLst>
                <a:ext uri="{FF2B5EF4-FFF2-40B4-BE49-F238E27FC236}">
                  <a16:creationId xmlns:a16="http://schemas.microsoft.com/office/drawing/2014/main" id="{E4072F83-CF86-9DE6-003A-5F171C076772}"/>
                </a:ext>
              </a:extLst>
            </p:cNvPr>
            <p:cNvSpPr/>
            <p:nvPr/>
          </p:nvSpPr>
          <p:spPr>
            <a:xfrm>
              <a:off x="1631759" y="1238081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5" name="pl1583">
              <a:extLst>
                <a:ext uri="{FF2B5EF4-FFF2-40B4-BE49-F238E27FC236}">
                  <a16:creationId xmlns:a16="http://schemas.microsoft.com/office/drawing/2014/main" id="{43FA3390-C217-3DB0-1033-7000B22F730D}"/>
                </a:ext>
              </a:extLst>
            </p:cNvPr>
            <p:cNvSpPr/>
            <p:nvPr/>
          </p:nvSpPr>
          <p:spPr>
            <a:xfrm>
              <a:off x="1735019" y="11101135"/>
              <a:ext cx="13285116" cy="0"/>
            </a:xfrm>
            <a:custGeom>
              <a:avLst/>
              <a:gdLst/>
              <a:ahLst/>
              <a:cxnLst/>
              <a:rect l="0" t="0" r="0" b="0"/>
              <a:pathLst>
                <a:path w="4476454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6" name="pl1584">
              <a:extLst>
                <a:ext uri="{FF2B5EF4-FFF2-40B4-BE49-F238E27FC236}">
                  <a16:creationId xmlns:a16="http://schemas.microsoft.com/office/drawing/2014/main" id="{E73778E4-15DF-8A45-1FA7-68CA904413AE}"/>
                </a:ext>
              </a:extLst>
            </p:cNvPr>
            <p:cNvSpPr/>
            <p:nvPr/>
          </p:nvSpPr>
          <p:spPr>
            <a:xfrm>
              <a:off x="173501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7" name="pl1585">
              <a:extLst>
                <a:ext uri="{FF2B5EF4-FFF2-40B4-BE49-F238E27FC236}">
                  <a16:creationId xmlns:a16="http://schemas.microsoft.com/office/drawing/2014/main" id="{96480225-A4A6-40E5-4094-972CD8206AB3}"/>
                </a:ext>
              </a:extLst>
            </p:cNvPr>
            <p:cNvSpPr/>
            <p:nvPr/>
          </p:nvSpPr>
          <p:spPr>
            <a:xfrm>
              <a:off x="3395661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8" name="pl1586">
              <a:extLst>
                <a:ext uri="{FF2B5EF4-FFF2-40B4-BE49-F238E27FC236}">
                  <a16:creationId xmlns:a16="http://schemas.microsoft.com/office/drawing/2014/main" id="{FA0F22FF-9A69-1A05-8751-E1DD8F0A7A89}"/>
                </a:ext>
              </a:extLst>
            </p:cNvPr>
            <p:cNvSpPr/>
            <p:nvPr/>
          </p:nvSpPr>
          <p:spPr>
            <a:xfrm>
              <a:off x="5056300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9" name="pl1587">
              <a:extLst>
                <a:ext uri="{FF2B5EF4-FFF2-40B4-BE49-F238E27FC236}">
                  <a16:creationId xmlns:a16="http://schemas.microsoft.com/office/drawing/2014/main" id="{47D131DA-D2CC-2EC3-FAA2-D4E1C67A48D4}"/>
                </a:ext>
              </a:extLst>
            </p:cNvPr>
            <p:cNvSpPr/>
            <p:nvPr/>
          </p:nvSpPr>
          <p:spPr>
            <a:xfrm>
              <a:off x="6716941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0" name="pl1588">
              <a:extLst>
                <a:ext uri="{FF2B5EF4-FFF2-40B4-BE49-F238E27FC236}">
                  <a16:creationId xmlns:a16="http://schemas.microsoft.com/office/drawing/2014/main" id="{425F5034-FA38-4E2D-3734-E18177345608}"/>
                </a:ext>
              </a:extLst>
            </p:cNvPr>
            <p:cNvSpPr/>
            <p:nvPr/>
          </p:nvSpPr>
          <p:spPr>
            <a:xfrm>
              <a:off x="8377580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1" name="pl1589">
              <a:extLst>
                <a:ext uri="{FF2B5EF4-FFF2-40B4-BE49-F238E27FC236}">
                  <a16:creationId xmlns:a16="http://schemas.microsoft.com/office/drawing/2014/main" id="{BD28E28E-EAF3-4CC0-B046-6528D215B670}"/>
                </a:ext>
              </a:extLst>
            </p:cNvPr>
            <p:cNvSpPr/>
            <p:nvPr/>
          </p:nvSpPr>
          <p:spPr>
            <a:xfrm>
              <a:off x="10038218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2" name="pl1590">
              <a:extLst>
                <a:ext uri="{FF2B5EF4-FFF2-40B4-BE49-F238E27FC236}">
                  <a16:creationId xmlns:a16="http://schemas.microsoft.com/office/drawing/2014/main" id="{82A9FA06-A4DA-B574-44D6-F91B0E6EFD9A}"/>
                </a:ext>
              </a:extLst>
            </p:cNvPr>
            <p:cNvSpPr/>
            <p:nvPr/>
          </p:nvSpPr>
          <p:spPr>
            <a:xfrm>
              <a:off x="1169885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3" name="pl1591">
              <a:extLst>
                <a:ext uri="{FF2B5EF4-FFF2-40B4-BE49-F238E27FC236}">
                  <a16:creationId xmlns:a16="http://schemas.microsoft.com/office/drawing/2014/main" id="{0B23F6FC-6A5D-A835-52EC-B974901E0BFF}"/>
                </a:ext>
              </a:extLst>
            </p:cNvPr>
            <p:cNvSpPr/>
            <p:nvPr/>
          </p:nvSpPr>
          <p:spPr>
            <a:xfrm>
              <a:off x="13359498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4" name="pl1592">
              <a:extLst>
                <a:ext uri="{FF2B5EF4-FFF2-40B4-BE49-F238E27FC236}">
                  <a16:creationId xmlns:a16="http://schemas.microsoft.com/office/drawing/2014/main" id="{546A2637-0054-5E87-039A-71A1231E4F21}"/>
                </a:ext>
              </a:extLst>
            </p:cNvPr>
            <p:cNvSpPr/>
            <p:nvPr/>
          </p:nvSpPr>
          <p:spPr>
            <a:xfrm>
              <a:off x="1502013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5" name="tx1593">
              <a:extLst>
                <a:ext uri="{FF2B5EF4-FFF2-40B4-BE49-F238E27FC236}">
                  <a16:creationId xmlns:a16="http://schemas.microsoft.com/office/drawing/2014/main" id="{BC21AAE1-CFF9-408A-BC78-CC9A0B7D8304}"/>
                </a:ext>
              </a:extLst>
            </p:cNvPr>
            <p:cNvSpPr/>
            <p:nvPr/>
          </p:nvSpPr>
          <p:spPr>
            <a:xfrm>
              <a:off x="1235422" y="11270684"/>
              <a:ext cx="55360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216" name="tx1594">
              <a:extLst>
                <a:ext uri="{FF2B5EF4-FFF2-40B4-BE49-F238E27FC236}">
                  <a16:creationId xmlns:a16="http://schemas.microsoft.com/office/drawing/2014/main" id="{A5CB663F-ED9C-4DBD-3B4B-6AAAC7263E23}"/>
                </a:ext>
              </a:extLst>
            </p:cNvPr>
            <p:cNvSpPr/>
            <p:nvPr/>
          </p:nvSpPr>
          <p:spPr>
            <a:xfrm>
              <a:off x="178902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17" name="tx1595">
              <a:extLst>
                <a:ext uri="{FF2B5EF4-FFF2-40B4-BE49-F238E27FC236}">
                  <a16:creationId xmlns:a16="http://schemas.microsoft.com/office/drawing/2014/main" id="{EEFD561A-C940-294B-8A39-83CD06428D8E}"/>
                </a:ext>
              </a:extLst>
            </p:cNvPr>
            <p:cNvSpPr/>
            <p:nvPr/>
          </p:nvSpPr>
          <p:spPr>
            <a:xfrm>
              <a:off x="192172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18" name="tx1596">
              <a:extLst>
                <a:ext uri="{FF2B5EF4-FFF2-40B4-BE49-F238E27FC236}">
                  <a16:creationId xmlns:a16="http://schemas.microsoft.com/office/drawing/2014/main" id="{B1C7FF3B-429E-474A-FA46-58258427438B}"/>
                </a:ext>
              </a:extLst>
            </p:cNvPr>
            <p:cNvSpPr/>
            <p:nvPr/>
          </p:nvSpPr>
          <p:spPr>
            <a:xfrm>
              <a:off x="2942333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3219" name="tx1597">
              <a:extLst>
                <a:ext uri="{FF2B5EF4-FFF2-40B4-BE49-F238E27FC236}">
                  <a16:creationId xmlns:a16="http://schemas.microsoft.com/office/drawing/2014/main" id="{776CDD42-6C36-BC2A-0EB6-9CD005127BC0}"/>
                </a:ext>
              </a:extLst>
            </p:cNvPr>
            <p:cNvSpPr/>
            <p:nvPr/>
          </p:nvSpPr>
          <p:spPr>
            <a:xfrm>
              <a:off x="340339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0" name="tx1598">
              <a:extLst>
                <a:ext uri="{FF2B5EF4-FFF2-40B4-BE49-F238E27FC236}">
                  <a16:creationId xmlns:a16="http://schemas.microsoft.com/office/drawing/2014/main" id="{B92BF205-6AC4-38D9-DD45-7EB710B74C67}"/>
                </a:ext>
              </a:extLst>
            </p:cNvPr>
            <p:cNvSpPr/>
            <p:nvPr/>
          </p:nvSpPr>
          <p:spPr>
            <a:xfrm>
              <a:off x="353609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1" name="tx1599">
              <a:extLst>
                <a:ext uri="{FF2B5EF4-FFF2-40B4-BE49-F238E27FC236}">
                  <a16:creationId xmlns:a16="http://schemas.microsoft.com/office/drawing/2014/main" id="{083176C0-7D1C-59F0-95CB-2B8D03561FF9}"/>
                </a:ext>
              </a:extLst>
            </p:cNvPr>
            <p:cNvSpPr/>
            <p:nvPr/>
          </p:nvSpPr>
          <p:spPr>
            <a:xfrm>
              <a:off x="460297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3222" name="tx1600">
              <a:extLst>
                <a:ext uri="{FF2B5EF4-FFF2-40B4-BE49-F238E27FC236}">
                  <a16:creationId xmlns:a16="http://schemas.microsoft.com/office/drawing/2014/main" id="{4C1F5293-CACD-FC39-41DE-D8D45CAC4518}"/>
                </a:ext>
              </a:extLst>
            </p:cNvPr>
            <p:cNvSpPr/>
            <p:nvPr/>
          </p:nvSpPr>
          <p:spPr>
            <a:xfrm>
              <a:off x="5064034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3" name="tx1601">
              <a:extLst>
                <a:ext uri="{FF2B5EF4-FFF2-40B4-BE49-F238E27FC236}">
                  <a16:creationId xmlns:a16="http://schemas.microsoft.com/office/drawing/2014/main" id="{F617104D-CF13-796C-D4FE-C814E85B2DC8}"/>
                </a:ext>
              </a:extLst>
            </p:cNvPr>
            <p:cNvSpPr/>
            <p:nvPr/>
          </p:nvSpPr>
          <p:spPr>
            <a:xfrm>
              <a:off x="5196735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4" name="tx1602">
              <a:extLst>
                <a:ext uri="{FF2B5EF4-FFF2-40B4-BE49-F238E27FC236}">
                  <a16:creationId xmlns:a16="http://schemas.microsoft.com/office/drawing/2014/main" id="{2873A55D-5F85-07DB-FEA4-B3913EBE0F1D}"/>
                </a:ext>
              </a:extLst>
            </p:cNvPr>
            <p:cNvSpPr/>
            <p:nvPr/>
          </p:nvSpPr>
          <p:spPr>
            <a:xfrm>
              <a:off x="6263609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3225" name="tx1603">
              <a:extLst>
                <a:ext uri="{FF2B5EF4-FFF2-40B4-BE49-F238E27FC236}">
                  <a16:creationId xmlns:a16="http://schemas.microsoft.com/office/drawing/2014/main" id="{2593D665-5D8F-5280-1E13-9F3357D9DD25}"/>
                </a:ext>
              </a:extLst>
            </p:cNvPr>
            <p:cNvSpPr/>
            <p:nvPr/>
          </p:nvSpPr>
          <p:spPr>
            <a:xfrm>
              <a:off x="672467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6" name="tx1604">
              <a:extLst>
                <a:ext uri="{FF2B5EF4-FFF2-40B4-BE49-F238E27FC236}">
                  <a16:creationId xmlns:a16="http://schemas.microsoft.com/office/drawing/2014/main" id="{880EDD55-6F0A-F925-1BFE-46E4046DC8A0}"/>
                </a:ext>
              </a:extLst>
            </p:cNvPr>
            <p:cNvSpPr/>
            <p:nvPr/>
          </p:nvSpPr>
          <p:spPr>
            <a:xfrm>
              <a:off x="685737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7" name="tx1605">
              <a:extLst>
                <a:ext uri="{FF2B5EF4-FFF2-40B4-BE49-F238E27FC236}">
                  <a16:creationId xmlns:a16="http://schemas.microsoft.com/office/drawing/2014/main" id="{830E5AE7-B647-3E63-1BCD-69E8BDF64F42}"/>
                </a:ext>
              </a:extLst>
            </p:cNvPr>
            <p:cNvSpPr/>
            <p:nvPr/>
          </p:nvSpPr>
          <p:spPr>
            <a:xfrm>
              <a:off x="792425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3228" name="tx1606">
              <a:extLst>
                <a:ext uri="{FF2B5EF4-FFF2-40B4-BE49-F238E27FC236}">
                  <a16:creationId xmlns:a16="http://schemas.microsoft.com/office/drawing/2014/main" id="{1DDEE838-1B58-1530-52CE-828680E0A5C9}"/>
                </a:ext>
              </a:extLst>
            </p:cNvPr>
            <p:cNvSpPr/>
            <p:nvPr/>
          </p:nvSpPr>
          <p:spPr>
            <a:xfrm>
              <a:off x="8385314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9" name="tx1607">
              <a:extLst>
                <a:ext uri="{FF2B5EF4-FFF2-40B4-BE49-F238E27FC236}">
                  <a16:creationId xmlns:a16="http://schemas.microsoft.com/office/drawing/2014/main" id="{F1C7579C-1654-090C-BEAB-2C1B18F1A7CE}"/>
                </a:ext>
              </a:extLst>
            </p:cNvPr>
            <p:cNvSpPr/>
            <p:nvPr/>
          </p:nvSpPr>
          <p:spPr>
            <a:xfrm>
              <a:off x="8518015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0" name="tx1608">
              <a:extLst>
                <a:ext uri="{FF2B5EF4-FFF2-40B4-BE49-F238E27FC236}">
                  <a16:creationId xmlns:a16="http://schemas.microsoft.com/office/drawing/2014/main" id="{1A2952E7-1D6E-A3F2-E1BC-BC5A97520318}"/>
                </a:ext>
              </a:extLst>
            </p:cNvPr>
            <p:cNvSpPr/>
            <p:nvPr/>
          </p:nvSpPr>
          <p:spPr>
            <a:xfrm>
              <a:off x="958489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3231" name="tx1609">
              <a:extLst>
                <a:ext uri="{FF2B5EF4-FFF2-40B4-BE49-F238E27FC236}">
                  <a16:creationId xmlns:a16="http://schemas.microsoft.com/office/drawing/2014/main" id="{DC9D3C1E-1E0F-2460-C0FD-4FEE8555C2A5}"/>
                </a:ext>
              </a:extLst>
            </p:cNvPr>
            <p:cNvSpPr/>
            <p:nvPr/>
          </p:nvSpPr>
          <p:spPr>
            <a:xfrm>
              <a:off x="10045952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2" name="tx1610">
              <a:extLst>
                <a:ext uri="{FF2B5EF4-FFF2-40B4-BE49-F238E27FC236}">
                  <a16:creationId xmlns:a16="http://schemas.microsoft.com/office/drawing/2014/main" id="{1F024525-CCC1-C661-EC90-72D844DC58F7}"/>
                </a:ext>
              </a:extLst>
            </p:cNvPr>
            <p:cNvSpPr/>
            <p:nvPr/>
          </p:nvSpPr>
          <p:spPr>
            <a:xfrm>
              <a:off x="10178657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3" name="tx1611">
              <a:extLst>
                <a:ext uri="{FF2B5EF4-FFF2-40B4-BE49-F238E27FC236}">
                  <a16:creationId xmlns:a16="http://schemas.microsoft.com/office/drawing/2014/main" id="{8D40B183-E287-B4D1-DAA2-BD73C91CDE00}"/>
                </a:ext>
              </a:extLst>
            </p:cNvPr>
            <p:cNvSpPr/>
            <p:nvPr/>
          </p:nvSpPr>
          <p:spPr>
            <a:xfrm>
              <a:off x="11245531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3234" name="tx1612">
              <a:extLst>
                <a:ext uri="{FF2B5EF4-FFF2-40B4-BE49-F238E27FC236}">
                  <a16:creationId xmlns:a16="http://schemas.microsoft.com/office/drawing/2014/main" id="{393C8DDF-4496-0EA0-2D52-23645DDA69C5}"/>
                </a:ext>
              </a:extLst>
            </p:cNvPr>
            <p:cNvSpPr/>
            <p:nvPr/>
          </p:nvSpPr>
          <p:spPr>
            <a:xfrm>
              <a:off x="11706593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5" name="tx1613">
              <a:extLst>
                <a:ext uri="{FF2B5EF4-FFF2-40B4-BE49-F238E27FC236}">
                  <a16:creationId xmlns:a16="http://schemas.microsoft.com/office/drawing/2014/main" id="{20C68A43-95A8-F419-771F-C2D7A866E25A}"/>
                </a:ext>
              </a:extLst>
            </p:cNvPr>
            <p:cNvSpPr/>
            <p:nvPr/>
          </p:nvSpPr>
          <p:spPr>
            <a:xfrm>
              <a:off x="11839294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6" name="tx1614">
              <a:extLst>
                <a:ext uri="{FF2B5EF4-FFF2-40B4-BE49-F238E27FC236}">
                  <a16:creationId xmlns:a16="http://schemas.microsoft.com/office/drawing/2014/main" id="{731E5BC0-4A39-E6AF-0355-B0A0AFB9A882}"/>
                </a:ext>
              </a:extLst>
            </p:cNvPr>
            <p:cNvSpPr/>
            <p:nvPr/>
          </p:nvSpPr>
          <p:spPr>
            <a:xfrm>
              <a:off x="1290617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3237" name="tx1615">
              <a:extLst>
                <a:ext uri="{FF2B5EF4-FFF2-40B4-BE49-F238E27FC236}">
                  <a16:creationId xmlns:a16="http://schemas.microsoft.com/office/drawing/2014/main" id="{A235DFB5-F954-9F92-4E0C-769EBEC612EE}"/>
                </a:ext>
              </a:extLst>
            </p:cNvPr>
            <p:cNvSpPr/>
            <p:nvPr/>
          </p:nvSpPr>
          <p:spPr>
            <a:xfrm>
              <a:off x="13367232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8" name="tx1616">
              <a:extLst>
                <a:ext uri="{FF2B5EF4-FFF2-40B4-BE49-F238E27FC236}">
                  <a16:creationId xmlns:a16="http://schemas.microsoft.com/office/drawing/2014/main" id="{E0534655-A699-B5DC-519B-3CF7245686CA}"/>
                </a:ext>
              </a:extLst>
            </p:cNvPr>
            <p:cNvSpPr/>
            <p:nvPr/>
          </p:nvSpPr>
          <p:spPr>
            <a:xfrm>
              <a:off x="13499933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9" name="tx1617">
              <a:extLst>
                <a:ext uri="{FF2B5EF4-FFF2-40B4-BE49-F238E27FC236}">
                  <a16:creationId xmlns:a16="http://schemas.microsoft.com/office/drawing/2014/main" id="{D5099667-172C-C066-6A31-E9A392A0959E}"/>
                </a:ext>
              </a:extLst>
            </p:cNvPr>
            <p:cNvSpPr/>
            <p:nvPr/>
          </p:nvSpPr>
          <p:spPr>
            <a:xfrm>
              <a:off x="14566807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3240" name="tx1618">
              <a:extLst>
                <a:ext uri="{FF2B5EF4-FFF2-40B4-BE49-F238E27FC236}">
                  <a16:creationId xmlns:a16="http://schemas.microsoft.com/office/drawing/2014/main" id="{E53CA0F9-5BCE-CEB8-40E1-D23F946CF056}"/>
                </a:ext>
              </a:extLst>
            </p:cNvPr>
            <p:cNvSpPr/>
            <p:nvPr/>
          </p:nvSpPr>
          <p:spPr>
            <a:xfrm>
              <a:off x="15027873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41" name="tx1619">
              <a:extLst>
                <a:ext uri="{FF2B5EF4-FFF2-40B4-BE49-F238E27FC236}">
                  <a16:creationId xmlns:a16="http://schemas.microsoft.com/office/drawing/2014/main" id="{517D26E6-BF44-8128-4051-0D874BD76E9B}"/>
                </a:ext>
              </a:extLst>
            </p:cNvPr>
            <p:cNvSpPr/>
            <p:nvPr/>
          </p:nvSpPr>
          <p:spPr>
            <a:xfrm>
              <a:off x="15160574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42" name="tx1620">
              <a:extLst>
                <a:ext uri="{FF2B5EF4-FFF2-40B4-BE49-F238E27FC236}">
                  <a16:creationId xmlns:a16="http://schemas.microsoft.com/office/drawing/2014/main" id="{CC5B247D-B0E0-49B3-215B-C4DF6475C463}"/>
                </a:ext>
              </a:extLst>
            </p:cNvPr>
            <p:cNvSpPr/>
            <p:nvPr/>
          </p:nvSpPr>
          <p:spPr>
            <a:xfrm>
              <a:off x="7466714" y="11654747"/>
              <a:ext cx="1821728" cy="2713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3243" name="tx1621">
              <a:extLst>
                <a:ext uri="{FF2B5EF4-FFF2-40B4-BE49-F238E27FC236}">
                  <a16:creationId xmlns:a16="http://schemas.microsoft.com/office/drawing/2014/main" id="{C8965230-A94F-8381-A8BC-559F1A77FFEE}"/>
                </a:ext>
              </a:extLst>
            </p:cNvPr>
            <p:cNvSpPr/>
            <p:nvPr/>
          </p:nvSpPr>
          <p:spPr>
            <a:xfrm rot="16200000">
              <a:off x="-208614" y="6020896"/>
              <a:ext cx="1345885" cy="29742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3244" name="tx1622">
              <a:extLst>
                <a:ext uri="{FF2B5EF4-FFF2-40B4-BE49-F238E27FC236}">
                  <a16:creationId xmlns:a16="http://schemas.microsoft.com/office/drawing/2014/main" id="{71D57707-07B6-0C3F-7CB4-11470C80E312}"/>
                </a:ext>
              </a:extLst>
            </p:cNvPr>
            <p:cNvSpPr/>
            <p:nvPr/>
          </p:nvSpPr>
          <p:spPr>
            <a:xfrm>
              <a:off x="1567955" y="596752"/>
              <a:ext cx="11054398" cy="3252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Map of Seascape Populations &amp; Experimental</a:t>
              </a: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Source Sites</a:t>
              </a: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</a:p>
          </p:txBody>
        </p:sp>
        <p:sp>
          <p:nvSpPr>
            <p:cNvPr id="3176" name="pg1554">
              <a:extLst>
                <a:ext uri="{FF2B5EF4-FFF2-40B4-BE49-F238E27FC236}">
                  <a16:creationId xmlns:a16="http://schemas.microsoft.com/office/drawing/2014/main" id="{C3E0E317-8E7E-0958-AC1B-7D216C1EA6EB}"/>
                </a:ext>
              </a:extLst>
            </p:cNvPr>
            <p:cNvSpPr/>
            <p:nvPr/>
          </p:nvSpPr>
          <p:spPr>
            <a:xfrm>
              <a:off x="8973215" y="3303545"/>
              <a:ext cx="1633666" cy="519589"/>
            </a:xfrm>
            <a:custGeom>
              <a:avLst/>
              <a:gdLst/>
              <a:ahLst/>
              <a:cxnLst/>
              <a:rect l="0" t="0" r="0" b="0"/>
              <a:pathLst>
                <a:path w="550468" h="191932">
                  <a:moveTo>
                    <a:pt x="27431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chemeClr val="bg1"/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7" name="tx1555">
              <a:extLst>
                <a:ext uri="{FF2B5EF4-FFF2-40B4-BE49-F238E27FC236}">
                  <a16:creationId xmlns:a16="http://schemas.microsoft.com/office/drawing/2014/main" id="{14E30296-D8FC-5459-D25A-D5A90ED6AE89}"/>
                </a:ext>
              </a:extLst>
            </p:cNvPr>
            <p:cNvSpPr/>
            <p:nvPr/>
          </p:nvSpPr>
          <p:spPr>
            <a:xfrm>
              <a:off x="9103227" y="3499489"/>
              <a:ext cx="1362293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6" name="pl6">
              <a:extLst>
                <a:ext uri="{FF2B5EF4-FFF2-40B4-BE49-F238E27FC236}">
                  <a16:creationId xmlns:a16="http://schemas.microsoft.com/office/drawing/2014/main" id="{07A28310-3B04-D182-B092-6255F96F93C0}"/>
                </a:ext>
              </a:extLst>
            </p:cNvPr>
            <p:cNvSpPr/>
            <p:nvPr/>
          </p:nvSpPr>
          <p:spPr>
            <a:xfrm>
              <a:off x="6065652" y="1545893"/>
              <a:ext cx="175959" cy="301812"/>
            </a:xfrm>
            <a:custGeom>
              <a:avLst/>
              <a:gdLst/>
              <a:ahLst/>
              <a:cxnLst/>
              <a:rect l="0" t="0" r="0" b="0"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" name="pl7">
              <a:extLst>
                <a:ext uri="{FF2B5EF4-FFF2-40B4-BE49-F238E27FC236}">
                  <a16:creationId xmlns:a16="http://schemas.microsoft.com/office/drawing/2014/main" id="{5523679B-8580-93CF-90F6-046E21672E36}"/>
                </a:ext>
              </a:extLst>
            </p:cNvPr>
            <p:cNvSpPr/>
            <p:nvPr/>
          </p:nvSpPr>
          <p:spPr>
            <a:xfrm>
              <a:off x="4713419" y="3559917"/>
              <a:ext cx="337192" cy="592420"/>
            </a:xfrm>
            <a:custGeom>
              <a:avLst/>
              <a:gdLst/>
              <a:ahLst/>
              <a:cxnLst/>
              <a:rect l="0" t="0" r="0" b="0"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" name="pl8">
              <a:extLst>
                <a:ext uri="{FF2B5EF4-FFF2-40B4-BE49-F238E27FC236}">
                  <a16:creationId xmlns:a16="http://schemas.microsoft.com/office/drawing/2014/main" id="{0799C287-2572-44A0-0E79-D4E1B24D044D}"/>
                </a:ext>
              </a:extLst>
            </p:cNvPr>
            <p:cNvSpPr/>
            <p:nvPr/>
          </p:nvSpPr>
          <p:spPr>
            <a:xfrm>
              <a:off x="3077385" y="6436939"/>
              <a:ext cx="159261" cy="265479"/>
            </a:xfrm>
            <a:custGeom>
              <a:avLst/>
              <a:gdLst/>
              <a:ahLst/>
              <a:cxnLst/>
              <a:rect l="0" t="0" r="0" b="0"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" name="pl9">
              <a:extLst>
                <a:ext uri="{FF2B5EF4-FFF2-40B4-BE49-F238E27FC236}">
                  <a16:creationId xmlns:a16="http://schemas.microsoft.com/office/drawing/2014/main" id="{3F508230-49F6-3456-9998-E90906CDF13F}"/>
                </a:ext>
              </a:extLst>
            </p:cNvPr>
            <p:cNvSpPr/>
            <p:nvPr/>
          </p:nvSpPr>
          <p:spPr>
            <a:xfrm>
              <a:off x="3412353" y="5839086"/>
              <a:ext cx="925260" cy="859507"/>
            </a:xfrm>
            <a:custGeom>
              <a:avLst/>
              <a:gdLst/>
              <a:ahLst/>
              <a:cxnLst/>
              <a:rect l="0" t="0" r="0" b="0"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" name="pl10">
              <a:extLst>
                <a:ext uri="{FF2B5EF4-FFF2-40B4-BE49-F238E27FC236}">
                  <a16:creationId xmlns:a16="http://schemas.microsoft.com/office/drawing/2014/main" id="{4F80986C-88B8-5AA3-BEE5-6A19ED076B98}"/>
                </a:ext>
              </a:extLst>
            </p:cNvPr>
            <p:cNvSpPr/>
            <p:nvPr/>
          </p:nvSpPr>
          <p:spPr>
            <a:xfrm>
              <a:off x="2388095" y="1277891"/>
              <a:ext cx="2737031" cy="5413727"/>
            </a:xfrm>
            <a:custGeom>
              <a:avLst/>
              <a:gdLst/>
              <a:ahLst/>
              <a:cxnLst/>
              <a:rect l="0" t="0" r="0" b="0"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" name="pl11">
              <a:extLst>
                <a:ext uri="{FF2B5EF4-FFF2-40B4-BE49-F238E27FC236}">
                  <a16:creationId xmlns:a16="http://schemas.microsoft.com/office/drawing/2014/main" id="{232866C3-BCD5-46BD-6CCB-468898C236B6}"/>
                </a:ext>
              </a:extLst>
            </p:cNvPr>
            <p:cNvSpPr/>
            <p:nvPr/>
          </p:nvSpPr>
          <p:spPr>
            <a:xfrm>
              <a:off x="4538339" y="1277891"/>
              <a:ext cx="1690895" cy="1387861"/>
            </a:xfrm>
            <a:custGeom>
              <a:avLst/>
              <a:gdLst/>
              <a:ahLst/>
              <a:cxnLst/>
              <a:rect l="0" t="0" r="0" b="0"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" name="pl12">
              <a:extLst>
                <a:ext uri="{FF2B5EF4-FFF2-40B4-BE49-F238E27FC236}">
                  <a16:creationId xmlns:a16="http://schemas.microsoft.com/office/drawing/2014/main" id="{2317991F-B96F-A9AF-2181-29BFA15B5C64}"/>
                </a:ext>
              </a:extLst>
            </p:cNvPr>
            <p:cNvSpPr/>
            <p:nvPr/>
          </p:nvSpPr>
          <p:spPr>
            <a:xfrm>
              <a:off x="6268953" y="1277891"/>
              <a:ext cx="44784" cy="210015"/>
            </a:xfrm>
            <a:custGeom>
              <a:avLst/>
              <a:gdLst/>
              <a:ahLst/>
              <a:cxnLst/>
              <a:rect l="0" t="0" r="0" b="0"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4" name="rc14">
              <a:extLst>
                <a:ext uri="{FF2B5EF4-FFF2-40B4-BE49-F238E27FC236}">
                  <a16:creationId xmlns:a16="http://schemas.microsoft.com/office/drawing/2014/main" id="{B86E6686-CBE1-7DBC-98AF-7F4273129499}"/>
                </a:ext>
              </a:extLst>
            </p:cNvPr>
            <p:cNvSpPr/>
            <p:nvPr/>
          </p:nvSpPr>
          <p:spPr>
            <a:xfrm>
              <a:off x="3311558" y="3910577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" name="pt16">
              <a:extLst>
                <a:ext uri="{FF2B5EF4-FFF2-40B4-BE49-F238E27FC236}">
                  <a16:creationId xmlns:a16="http://schemas.microsoft.com/office/drawing/2014/main" id="{941B9357-CBE6-A1AB-A96D-DCB40743A6A0}"/>
                </a:ext>
              </a:extLst>
            </p:cNvPr>
            <p:cNvSpPr/>
            <p:nvPr/>
          </p:nvSpPr>
          <p:spPr>
            <a:xfrm>
              <a:off x="4257570" y="4404590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" name="pt17">
              <a:extLst>
                <a:ext uri="{FF2B5EF4-FFF2-40B4-BE49-F238E27FC236}">
                  <a16:creationId xmlns:a16="http://schemas.microsoft.com/office/drawing/2014/main" id="{55D4E11A-DE6E-A13A-D040-12FB6C0FE296}"/>
                </a:ext>
              </a:extLst>
            </p:cNvPr>
            <p:cNvSpPr/>
            <p:nvPr/>
          </p:nvSpPr>
          <p:spPr>
            <a:xfrm>
              <a:off x="5159884" y="2378559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" name="pt18">
              <a:extLst>
                <a:ext uri="{FF2B5EF4-FFF2-40B4-BE49-F238E27FC236}">
                  <a16:creationId xmlns:a16="http://schemas.microsoft.com/office/drawing/2014/main" id="{A9FB67C4-A939-536C-3843-78C3466F2382}"/>
                </a:ext>
              </a:extLst>
            </p:cNvPr>
            <p:cNvSpPr/>
            <p:nvPr/>
          </p:nvSpPr>
          <p:spPr>
            <a:xfrm>
              <a:off x="4434194" y="1876381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" name="pt19">
              <a:extLst>
                <a:ext uri="{FF2B5EF4-FFF2-40B4-BE49-F238E27FC236}">
                  <a16:creationId xmlns:a16="http://schemas.microsoft.com/office/drawing/2014/main" id="{6FCC5F6F-BCD4-2F72-96BD-10AC0536CB04}"/>
                </a:ext>
              </a:extLst>
            </p:cNvPr>
            <p:cNvSpPr/>
            <p:nvPr/>
          </p:nvSpPr>
          <p:spPr>
            <a:xfrm>
              <a:off x="3177492" y="5173299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" name="pt20">
              <a:extLst>
                <a:ext uri="{FF2B5EF4-FFF2-40B4-BE49-F238E27FC236}">
                  <a16:creationId xmlns:a16="http://schemas.microsoft.com/office/drawing/2014/main" id="{C566D9F3-F627-0055-FC09-CFCE8305DDE2}"/>
                </a:ext>
              </a:extLst>
            </p:cNvPr>
            <p:cNvSpPr/>
            <p:nvPr/>
          </p:nvSpPr>
          <p:spPr>
            <a:xfrm>
              <a:off x="3090067" y="5055013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" name="pt21">
              <a:extLst>
                <a:ext uri="{FF2B5EF4-FFF2-40B4-BE49-F238E27FC236}">
                  <a16:creationId xmlns:a16="http://schemas.microsoft.com/office/drawing/2014/main" id="{072E883C-7CE6-21EF-5609-DB29129F0211}"/>
                </a:ext>
              </a:extLst>
            </p:cNvPr>
            <p:cNvSpPr/>
            <p:nvPr/>
          </p:nvSpPr>
          <p:spPr>
            <a:xfrm>
              <a:off x="2680134" y="3402900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" name="pg22">
              <a:extLst>
                <a:ext uri="{FF2B5EF4-FFF2-40B4-BE49-F238E27FC236}">
                  <a16:creationId xmlns:a16="http://schemas.microsoft.com/office/drawing/2014/main" id="{8F41982B-A248-EAE3-5ECD-B95A1822A72B}"/>
                </a:ext>
              </a:extLst>
            </p:cNvPr>
            <p:cNvSpPr/>
            <p:nvPr/>
          </p:nvSpPr>
          <p:spPr>
            <a:xfrm>
              <a:off x="3008115" y="3841700"/>
              <a:ext cx="438912" cy="36700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" name="pl24">
              <a:extLst>
                <a:ext uri="{FF2B5EF4-FFF2-40B4-BE49-F238E27FC236}">
                  <a16:creationId xmlns:a16="http://schemas.microsoft.com/office/drawing/2014/main" id="{65762EC1-F3A1-2F4A-5C75-3314FAFC3256}"/>
                </a:ext>
              </a:extLst>
            </p:cNvPr>
            <p:cNvSpPr/>
            <p:nvPr/>
          </p:nvSpPr>
          <p:spPr>
            <a:xfrm flipV="1">
              <a:off x="3555185" y="4001838"/>
              <a:ext cx="536440" cy="71609"/>
            </a:xfrm>
            <a:custGeom>
              <a:avLst/>
              <a:gdLst/>
              <a:ahLst/>
              <a:cxnLst/>
              <a:rect l="0" t="0" r="0" b="0"/>
              <a:pathLst>
                <a:path w="420893" h="2">
                  <a:moveTo>
                    <a:pt x="420893" y="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" name="pl30">
              <a:extLst>
                <a:ext uri="{FF2B5EF4-FFF2-40B4-BE49-F238E27FC236}">
                  <a16:creationId xmlns:a16="http://schemas.microsoft.com/office/drawing/2014/main" id="{7113E0F3-B2D3-C8C7-4B9C-EFFF74304340}"/>
                </a:ext>
              </a:extLst>
            </p:cNvPr>
            <p:cNvSpPr/>
            <p:nvPr/>
          </p:nvSpPr>
          <p:spPr>
            <a:xfrm>
              <a:off x="3151098" y="3237368"/>
              <a:ext cx="62861" cy="751855"/>
            </a:xfrm>
            <a:custGeom>
              <a:avLst/>
              <a:gdLst/>
              <a:ahLst/>
              <a:cxnLst/>
              <a:rect l="0" t="0" r="0" b="0"/>
              <a:pathLst>
                <a:path w="185611" h="147492">
                  <a:moveTo>
                    <a:pt x="0" y="0"/>
                  </a:moveTo>
                  <a:lnTo>
                    <a:pt x="185611" y="14749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9" name="pl39">
              <a:extLst>
                <a:ext uri="{FF2B5EF4-FFF2-40B4-BE49-F238E27FC236}">
                  <a16:creationId xmlns:a16="http://schemas.microsoft.com/office/drawing/2014/main" id="{A43DBD7E-9C51-AC6D-BE1D-527FD1A59948}"/>
                </a:ext>
              </a:extLst>
            </p:cNvPr>
            <p:cNvSpPr/>
            <p:nvPr/>
          </p:nvSpPr>
          <p:spPr>
            <a:xfrm>
              <a:off x="1735851" y="1277891"/>
              <a:ext cx="0" cy="5450503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50" name="pl68">
              <a:extLst>
                <a:ext uri="{FF2B5EF4-FFF2-40B4-BE49-F238E27FC236}">
                  <a16:creationId xmlns:a16="http://schemas.microsoft.com/office/drawing/2014/main" id="{BB055F96-8C0B-5F26-87CE-497C2EAA0E4C}"/>
                </a:ext>
              </a:extLst>
            </p:cNvPr>
            <p:cNvSpPr/>
            <p:nvPr/>
          </p:nvSpPr>
          <p:spPr>
            <a:xfrm>
              <a:off x="1735851" y="6728393"/>
              <a:ext cx="6120680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64" name="pl39">
              <a:extLst>
                <a:ext uri="{FF2B5EF4-FFF2-40B4-BE49-F238E27FC236}">
                  <a16:creationId xmlns:a16="http://schemas.microsoft.com/office/drawing/2014/main" id="{2B8D8BD6-5211-F4E1-CDC9-79C8BAC17FD9}"/>
                </a:ext>
              </a:extLst>
            </p:cNvPr>
            <p:cNvSpPr/>
            <p:nvPr/>
          </p:nvSpPr>
          <p:spPr>
            <a:xfrm>
              <a:off x="7853187" y="1244179"/>
              <a:ext cx="0" cy="5484214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cxnSp>
          <p:nvCxnSpPr>
            <p:cNvPr id="3270" name="Straight Connector 3269">
              <a:extLst>
                <a:ext uri="{FF2B5EF4-FFF2-40B4-BE49-F238E27FC236}">
                  <a16:creationId xmlns:a16="http://schemas.microsoft.com/office/drawing/2014/main" id="{D8734349-9169-8BA5-DF86-609E9ACAAF5C}"/>
                </a:ext>
              </a:extLst>
            </p:cNvPr>
            <p:cNvCxnSpPr>
              <a:cxnSpLocks/>
            </p:cNvCxnSpPr>
            <p:nvPr/>
          </p:nvCxnSpPr>
          <p:spPr>
            <a:xfrm>
              <a:off x="7856531" y="1275529"/>
              <a:ext cx="1234440" cy="37794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65" name="pl68">
              <a:extLst>
                <a:ext uri="{FF2B5EF4-FFF2-40B4-BE49-F238E27FC236}">
                  <a16:creationId xmlns:a16="http://schemas.microsoft.com/office/drawing/2014/main" id="{9BCF53C4-7193-6EA6-EBA6-1FA35AD9C0F7}"/>
                </a:ext>
              </a:extLst>
            </p:cNvPr>
            <p:cNvSpPr/>
            <p:nvPr/>
          </p:nvSpPr>
          <p:spPr>
            <a:xfrm>
              <a:off x="1735851" y="1244179"/>
              <a:ext cx="6120680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" name="rc15">
              <a:extLst>
                <a:ext uri="{FF2B5EF4-FFF2-40B4-BE49-F238E27FC236}">
                  <a16:creationId xmlns:a16="http://schemas.microsoft.com/office/drawing/2014/main" id="{4F6E1D10-7A1A-5A56-76E3-E78D14857C7A}"/>
                </a:ext>
              </a:extLst>
            </p:cNvPr>
            <p:cNvSpPr/>
            <p:nvPr/>
          </p:nvSpPr>
          <p:spPr>
            <a:xfrm>
              <a:off x="3266536" y="4929891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3" name="rc13">
              <a:extLst>
                <a:ext uri="{FF2B5EF4-FFF2-40B4-BE49-F238E27FC236}">
                  <a16:creationId xmlns:a16="http://schemas.microsoft.com/office/drawing/2014/main" id="{9FE47026-E7D5-4AC3-72F0-595E0605A08A}"/>
                </a:ext>
              </a:extLst>
            </p:cNvPr>
            <p:cNvSpPr/>
            <p:nvPr/>
          </p:nvSpPr>
          <p:spPr>
            <a:xfrm>
              <a:off x="2720083" y="4980345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6" name="pl36">
              <a:extLst>
                <a:ext uri="{FF2B5EF4-FFF2-40B4-BE49-F238E27FC236}">
                  <a16:creationId xmlns:a16="http://schemas.microsoft.com/office/drawing/2014/main" id="{2BA5651C-E6B6-BE44-F0A9-11C1B3E8906F}"/>
                </a:ext>
              </a:extLst>
            </p:cNvPr>
            <p:cNvSpPr/>
            <p:nvPr/>
          </p:nvSpPr>
          <p:spPr>
            <a:xfrm>
              <a:off x="2899690" y="5149854"/>
              <a:ext cx="304064" cy="876493"/>
            </a:xfrm>
            <a:custGeom>
              <a:avLst/>
              <a:gdLst/>
              <a:ahLst/>
              <a:cxnLst/>
              <a:rect l="0" t="0" r="0" b="0"/>
              <a:pathLst>
                <a:path w="114587" h="656102">
                  <a:moveTo>
                    <a:pt x="114587" y="65610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" name="pl25">
              <a:extLst>
                <a:ext uri="{FF2B5EF4-FFF2-40B4-BE49-F238E27FC236}">
                  <a16:creationId xmlns:a16="http://schemas.microsoft.com/office/drawing/2014/main" id="{70968644-7964-6E00-4D80-9CEE1408C9C1}"/>
                </a:ext>
              </a:extLst>
            </p:cNvPr>
            <p:cNvSpPr/>
            <p:nvPr/>
          </p:nvSpPr>
          <p:spPr>
            <a:xfrm>
              <a:off x="3555185" y="5021146"/>
              <a:ext cx="463593" cy="41704"/>
            </a:xfrm>
            <a:custGeom>
              <a:avLst/>
              <a:gdLst/>
              <a:ahLst/>
              <a:cxnLst/>
              <a:rect l="0" t="0" r="0" b="0"/>
              <a:pathLst>
                <a:path w="409282" h="1">
                  <a:moveTo>
                    <a:pt x="409282" y="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" name="pg23">
              <a:extLst>
                <a:ext uri="{FF2B5EF4-FFF2-40B4-BE49-F238E27FC236}">
                  <a16:creationId xmlns:a16="http://schemas.microsoft.com/office/drawing/2014/main" id="{F8BA0AE6-20D8-FF89-6056-7CD21C6E0870}"/>
                </a:ext>
              </a:extLst>
            </p:cNvPr>
            <p:cNvSpPr/>
            <p:nvPr/>
          </p:nvSpPr>
          <p:spPr>
            <a:xfrm>
              <a:off x="3034303" y="4861012"/>
              <a:ext cx="438912" cy="36700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" name="pl31">
              <a:extLst>
                <a:ext uri="{FF2B5EF4-FFF2-40B4-BE49-F238E27FC236}">
                  <a16:creationId xmlns:a16="http://schemas.microsoft.com/office/drawing/2014/main" id="{33D34EB9-8F48-09E5-4004-96AFDD8D8B09}"/>
                </a:ext>
              </a:extLst>
            </p:cNvPr>
            <p:cNvSpPr/>
            <p:nvPr/>
          </p:nvSpPr>
          <p:spPr>
            <a:xfrm>
              <a:off x="2971153" y="4449833"/>
              <a:ext cx="285699" cy="632117"/>
            </a:xfrm>
            <a:custGeom>
              <a:avLst/>
              <a:gdLst/>
              <a:ahLst/>
              <a:cxnLst/>
              <a:rect l="0" t="0" r="0" b="0"/>
              <a:pathLst>
                <a:path w="127767" h="137046">
                  <a:moveTo>
                    <a:pt x="0" y="0"/>
                  </a:moveTo>
                  <a:lnTo>
                    <a:pt x="127767" y="1370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grpSp>
          <p:nvGrpSpPr>
            <p:cNvPr id="3274" name="Group 3273">
              <a:extLst>
                <a:ext uri="{FF2B5EF4-FFF2-40B4-BE49-F238E27FC236}">
                  <a16:creationId xmlns:a16="http://schemas.microsoft.com/office/drawing/2014/main" id="{C342C71D-D01E-3C0D-2CF5-B58621691AEF}"/>
                </a:ext>
              </a:extLst>
            </p:cNvPr>
            <p:cNvGrpSpPr/>
            <p:nvPr/>
          </p:nvGrpSpPr>
          <p:grpSpPr>
            <a:xfrm>
              <a:off x="4023059" y="4849682"/>
              <a:ext cx="1633666" cy="519589"/>
              <a:chOff x="5243737" y="7102042"/>
              <a:chExt cx="1633666" cy="569611"/>
            </a:xfrm>
          </p:grpSpPr>
          <p:sp>
            <p:nvSpPr>
              <p:cNvPr id="3273" name="pg1554">
                <a:extLst>
                  <a:ext uri="{FF2B5EF4-FFF2-40B4-BE49-F238E27FC236}">
                    <a16:creationId xmlns:a16="http://schemas.microsoft.com/office/drawing/2014/main" id="{62133471-1908-53B5-84E4-84998F841B0F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29" name="tx29">
                <a:extLst>
                  <a:ext uri="{FF2B5EF4-FFF2-40B4-BE49-F238E27FC236}">
                    <a16:creationId xmlns:a16="http://schemas.microsoft.com/office/drawing/2014/main" id="{9D55C3B4-8C42-C21F-0F53-D995A3C54ECA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S2-DEBY</a:t>
                </a:r>
              </a:p>
            </p:txBody>
          </p:sp>
        </p:grpSp>
        <p:grpSp>
          <p:nvGrpSpPr>
            <p:cNvPr id="3275" name="Group 3274">
              <a:extLst>
                <a:ext uri="{FF2B5EF4-FFF2-40B4-BE49-F238E27FC236}">
                  <a16:creationId xmlns:a16="http://schemas.microsoft.com/office/drawing/2014/main" id="{14D75D68-1F0D-274A-AD6A-F3B1CC9C2F2F}"/>
                </a:ext>
              </a:extLst>
            </p:cNvPr>
            <p:cNvGrpSpPr/>
            <p:nvPr/>
          </p:nvGrpSpPr>
          <p:grpSpPr>
            <a:xfrm>
              <a:off x="3077385" y="6017644"/>
              <a:ext cx="1633666" cy="519589"/>
              <a:chOff x="5243737" y="7102042"/>
              <a:chExt cx="1633666" cy="569611"/>
            </a:xfrm>
          </p:grpSpPr>
          <p:sp>
            <p:nvSpPr>
              <p:cNvPr id="3276" name="pg1554">
                <a:extLst>
                  <a:ext uri="{FF2B5EF4-FFF2-40B4-BE49-F238E27FC236}">
                    <a16:creationId xmlns:a16="http://schemas.microsoft.com/office/drawing/2014/main" id="{5A6DC36B-DB04-98F0-C5EB-8566A47CC271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 dirty="0"/>
              </a:p>
            </p:txBody>
          </p:sp>
          <p:sp>
            <p:nvSpPr>
              <p:cNvPr id="3277" name="tx29">
                <a:extLst>
                  <a:ext uri="{FF2B5EF4-FFF2-40B4-BE49-F238E27FC236}">
                    <a16:creationId xmlns:a16="http://schemas.microsoft.com/office/drawing/2014/main" id="{AA18F5FD-B141-65AE-8312-30D2FF1C32FC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W4-VA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78" name="Group 3277">
              <a:extLst>
                <a:ext uri="{FF2B5EF4-FFF2-40B4-BE49-F238E27FC236}">
                  <a16:creationId xmlns:a16="http://schemas.microsoft.com/office/drawing/2014/main" id="{A7A1310A-E9F3-BD97-2204-C2FED737BA69}"/>
                </a:ext>
              </a:extLst>
            </p:cNvPr>
            <p:cNvGrpSpPr/>
            <p:nvPr/>
          </p:nvGrpSpPr>
          <p:grpSpPr>
            <a:xfrm>
              <a:off x="1825401" y="4288073"/>
              <a:ext cx="1633666" cy="519589"/>
              <a:chOff x="5243737" y="7102042"/>
              <a:chExt cx="1633666" cy="569611"/>
            </a:xfrm>
          </p:grpSpPr>
          <p:sp>
            <p:nvSpPr>
              <p:cNvPr id="3279" name="pg1554">
                <a:extLst>
                  <a:ext uri="{FF2B5EF4-FFF2-40B4-BE49-F238E27FC236}">
                    <a16:creationId xmlns:a16="http://schemas.microsoft.com/office/drawing/2014/main" id="{CAA0F19E-C4E8-DCEA-2454-D8149ACA0F31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0" name="tx29">
                <a:extLst>
                  <a:ext uri="{FF2B5EF4-FFF2-40B4-BE49-F238E27FC236}">
                    <a16:creationId xmlns:a16="http://schemas.microsoft.com/office/drawing/2014/main" id="{009AAAD5-A055-EDAD-EA1A-876CAEA2B9CA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York River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81" name="Group 3280">
              <a:extLst>
                <a:ext uri="{FF2B5EF4-FFF2-40B4-BE49-F238E27FC236}">
                  <a16:creationId xmlns:a16="http://schemas.microsoft.com/office/drawing/2014/main" id="{914C1345-AE54-6409-9CB2-42C16C4E4B1A}"/>
                </a:ext>
              </a:extLst>
            </p:cNvPr>
            <p:cNvGrpSpPr/>
            <p:nvPr/>
          </p:nvGrpSpPr>
          <p:grpSpPr>
            <a:xfrm>
              <a:off x="1969020" y="2721213"/>
              <a:ext cx="1633666" cy="519589"/>
              <a:chOff x="5243737" y="7102042"/>
              <a:chExt cx="1633666" cy="569611"/>
            </a:xfrm>
          </p:grpSpPr>
          <p:sp>
            <p:nvSpPr>
              <p:cNvPr id="3282" name="pg1554">
                <a:extLst>
                  <a:ext uri="{FF2B5EF4-FFF2-40B4-BE49-F238E27FC236}">
                    <a16:creationId xmlns:a16="http://schemas.microsoft.com/office/drawing/2014/main" id="{F36942A8-A7F2-67E6-9623-0B6B15F22C0D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3" name="tx29">
                <a:extLst>
                  <a:ext uri="{FF2B5EF4-FFF2-40B4-BE49-F238E27FC236}">
                    <a16:creationId xmlns:a16="http://schemas.microsoft.com/office/drawing/2014/main" id="{04E690FD-E358-54F1-6AAA-74E9C4AACD1D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Lewisetta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84" name="Group 3283">
              <a:extLst>
                <a:ext uri="{FF2B5EF4-FFF2-40B4-BE49-F238E27FC236}">
                  <a16:creationId xmlns:a16="http://schemas.microsoft.com/office/drawing/2014/main" id="{A8EACC0E-AB0F-32C5-BF06-2D1119F59163}"/>
                </a:ext>
              </a:extLst>
            </p:cNvPr>
            <p:cNvGrpSpPr/>
            <p:nvPr/>
          </p:nvGrpSpPr>
          <p:grpSpPr>
            <a:xfrm>
              <a:off x="4085256" y="3624066"/>
              <a:ext cx="1633666" cy="519589"/>
              <a:chOff x="5243737" y="7102042"/>
              <a:chExt cx="1633666" cy="569611"/>
            </a:xfrm>
          </p:grpSpPr>
          <p:sp>
            <p:nvSpPr>
              <p:cNvPr id="3285" name="pg1554">
                <a:extLst>
                  <a:ext uri="{FF2B5EF4-FFF2-40B4-BE49-F238E27FC236}">
                    <a16:creationId xmlns:a16="http://schemas.microsoft.com/office/drawing/2014/main" id="{6E7D4967-020A-26F2-2090-13162E799609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6" name="tx29">
                <a:extLst>
                  <a:ext uri="{FF2B5EF4-FFF2-40B4-BE49-F238E27FC236}">
                    <a16:creationId xmlns:a16="http://schemas.microsoft.com/office/drawing/2014/main" id="{2BFC3671-6BAE-9B4E-DA0B-873575310C7F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</a:t>
                </a: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1-LOLA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cxnSp>
          <p:nvCxnSpPr>
            <p:cNvPr id="3289" name="Straight Connector 3288">
              <a:extLst>
                <a:ext uri="{FF2B5EF4-FFF2-40B4-BE49-F238E27FC236}">
                  <a16:creationId xmlns:a16="http://schemas.microsoft.com/office/drawing/2014/main" id="{CBF283A7-09E2-A3BA-E76C-06B5F3BFE8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53187" y="6549047"/>
              <a:ext cx="1237784" cy="17516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99368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 rot="5400000">
            <a:off x="4754880" y="16215988"/>
            <a:ext cx="19751040" cy="10862312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" name="rc5"/>
            <p:cNvSpPr/>
            <p:nvPr/>
          </p:nvSpPr>
          <p:spPr>
            <a:xfrm>
              <a:off x="878142" y="1894809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805"/>
            </a:p>
          </p:txBody>
        </p:sp>
        <p:pic>
          <p:nvPicPr>
            <p:cNvPr id="6" name="pic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8142" y="1894809"/>
              <a:ext cx="7739068" cy="1229686"/>
            </a:xfrm>
            <a:prstGeom prst="rect">
              <a:avLst/>
            </a:prstGeom>
          </p:spPr>
        </p:pic>
        <p:sp>
          <p:nvSpPr>
            <p:cNvPr id="7" name="pl7"/>
            <p:cNvSpPr/>
            <p:nvPr/>
          </p:nvSpPr>
          <p:spPr>
            <a:xfrm>
              <a:off x="878142" y="1894809"/>
              <a:ext cx="0" cy="1229686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8" name="tx8"/>
            <p:cNvSpPr/>
            <p:nvPr/>
          </p:nvSpPr>
          <p:spPr>
            <a:xfrm>
              <a:off x="753333" y="3028551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691154" y="274907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691154" y="246960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691154" y="219012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691154" y="191065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843348" y="306860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4" name="pl14"/>
            <p:cNvSpPr/>
            <p:nvPr/>
          </p:nvSpPr>
          <p:spPr>
            <a:xfrm>
              <a:off x="843348" y="27891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5" name="pl15"/>
            <p:cNvSpPr/>
            <p:nvPr/>
          </p:nvSpPr>
          <p:spPr>
            <a:xfrm>
              <a:off x="843348" y="250965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6" name="pl16"/>
            <p:cNvSpPr/>
            <p:nvPr/>
          </p:nvSpPr>
          <p:spPr>
            <a:xfrm>
              <a:off x="843348" y="223017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7" name="pl17"/>
            <p:cNvSpPr/>
            <p:nvPr/>
          </p:nvSpPr>
          <p:spPr>
            <a:xfrm>
              <a:off x="843348" y="195070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8" name="pl18"/>
            <p:cNvSpPr/>
            <p:nvPr/>
          </p:nvSpPr>
          <p:spPr>
            <a:xfrm>
              <a:off x="878142" y="3124496"/>
              <a:ext cx="7739068" cy="0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9" name="pl19"/>
            <p:cNvSpPr/>
            <p:nvPr/>
          </p:nvSpPr>
          <p:spPr>
            <a:xfrm>
              <a:off x="1333382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0" name="pl20"/>
            <p:cNvSpPr/>
            <p:nvPr/>
          </p:nvSpPr>
          <p:spPr>
            <a:xfrm>
              <a:off x="2092114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1" name="pl21"/>
            <p:cNvSpPr/>
            <p:nvPr/>
          </p:nvSpPr>
          <p:spPr>
            <a:xfrm>
              <a:off x="2850846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2" name="pl22"/>
            <p:cNvSpPr/>
            <p:nvPr/>
          </p:nvSpPr>
          <p:spPr>
            <a:xfrm>
              <a:off x="3609578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3" name="pl23"/>
            <p:cNvSpPr/>
            <p:nvPr/>
          </p:nvSpPr>
          <p:spPr>
            <a:xfrm>
              <a:off x="4368310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4" name="pl24"/>
            <p:cNvSpPr/>
            <p:nvPr/>
          </p:nvSpPr>
          <p:spPr>
            <a:xfrm>
              <a:off x="5127042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5" name="pl25"/>
            <p:cNvSpPr/>
            <p:nvPr/>
          </p:nvSpPr>
          <p:spPr>
            <a:xfrm>
              <a:off x="5885775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6" name="pl26"/>
            <p:cNvSpPr/>
            <p:nvPr/>
          </p:nvSpPr>
          <p:spPr>
            <a:xfrm>
              <a:off x="6644507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7" name="pl27"/>
            <p:cNvSpPr/>
            <p:nvPr/>
          </p:nvSpPr>
          <p:spPr>
            <a:xfrm>
              <a:off x="7403239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8" name="pl28"/>
            <p:cNvSpPr/>
            <p:nvPr/>
          </p:nvSpPr>
          <p:spPr>
            <a:xfrm>
              <a:off x="8161971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9" name="tx29"/>
            <p:cNvSpPr/>
            <p:nvPr/>
          </p:nvSpPr>
          <p:spPr>
            <a:xfrm rot="-2700000">
              <a:off x="1065038" y="3298278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0" name="tx30"/>
            <p:cNvSpPr/>
            <p:nvPr/>
          </p:nvSpPr>
          <p:spPr>
            <a:xfrm rot="-2700000">
              <a:off x="1828921" y="3296144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" name="tx31"/>
            <p:cNvSpPr/>
            <p:nvPr/>
          </p:nvSpPr>
          <p:spPr>
            <a:xfrm rot="-2700000">
              <a:off x="2593039" y="3293914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2" name="tx32"/>
            <p:cNvSpPr/>
            <p:nvPr/>
          </p:nvSpPr>
          <p:spPr>
            <a:xfrm rot="-2700000">
              <a:off x="3335849" y="3300509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3" name="tx33"/>
            <p:cNvSpPr/>
            <p:nvPr/>
          </p:nvSpPr>
          <p:spPr>
            <a:xfrm rot="-2700000">
              <a:off x="4004279" y="3337913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4" name="tx34"/>
            <p:cNvSpPr/>
            <p:nvPr/>
          </p:nvSpPr>
          <p:spPr>
            <a:xfrm rot="-2700000">
              <a:off x="4747245" y="3344444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5" name="tx35"/>
            <p:cNvSpPr/>
            <p:nvPr/>
          </p:nvSpPr>
          <p:spPr>
            <a:xfrm rot="-2700000">
              <a:off x="5601587" y="3304841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6" name="tx36"/>
            <p:cNvSpPr/>
            <p:nvPr/>
          </p:nvSpPr>
          <p:spPr>
            <a:xfrm rot="-2700000">
              <a:off x="6354934" y="3307071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7" name="tx37"/>
            <p:cNvSpPr/>
            <p:nvPr/>
          </p:nvSpPr>
          <p:spPr>
            <a:xfrm rot="-2700000">
              <a:off x="7028671" y="3342278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8" name="tx38"/>
            <p:cNvSpPr/>
            <p:nvPr/>
          </p:nvSpPr>
          <p:spPr>
            <a:xfrm rot="-2700000">
              <a:off x="7745178" y="3359768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627341" y="3663974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26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8735" y="2459544"/>
              <a:ext cx="77632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26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(ppt)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78142" y="1669789"/>
              <a:ext cx="1107978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3168"/>
                </a:lnSpc>
              </a:pPr>
              <a:r>
                <a:rPr sz="316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Trends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457200" y="3863181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43" name="rc43"/>
            <p:cNvSpPr/>
            <p:nvPr/>
          </p:nvSpPr>
          <p:spPr>
            <a:xfrm>
              <a:off x="878142" y="4157791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805"/>
            </a:p>
          </p:txBody>
        </p:sp>
        <p:pic>
          <p:nvPicPr>
            <p:cNvPr id="44" name="pic4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78142" y="4157791"/>
              <a:ext cx="7739068" cy="1229686"/>
            </a:xfrm>
            <a:prstGeom prst="rect">
              <a:avLst/>
            </a:prstGeom>
          </p:spPr>
        </p:pic>
        <p:sp>
          <p:nvSpPr>
            <p:cNvPr id="45" name="pl45"/>
            <p:cNvSpPr/>
            <p:nvPr/>
          </p:nvSpPr>
          <p:spPr>
            <a:xfrm>
              <a:off x="878142" y="4157791"/>
              <a:ext cx="0" cy="1229686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46" name="tx46"/>
            <p:cNvSpPr/>
            <p:nvPr/>
          </p:nvSpPr>
          <p:spPr>
            <a:xfrm>
              <a:off x="753333" y="529153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1154" y="496656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1154" y="464159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1154" y="431662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pl50"/>
            <p:cNvSpPr/>
            <p:nvPr/>
          </p:nvSpPr>
          <p:spPr>
            <a:xfrm>
              <a:off x="843348" y="533158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1" name="pl51"/>
            <p:cNvSpPr/>
            <p:nvPr/>
          </p:nvSpPr>
          <p:spPr>
            <a:xfrm>
              <a:off x="843348" y="500661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2" name="pl52"/>
            <p:cNvSpPr/>
            <p:nvPr/>
          </p:nvSpPr>
          <p:spPr>
            <a:xfrm>
              <a:off x="843348" y="468164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3" name="pl53"/>
            <p:cNvSpPr/>
            <p:nvPr/>
          </p:nvSpPr>
          <p:spPr>
            <a:xfrm>
              <a:off x="843348" y="435667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4" name="pl54"/>
            <p:cNvSpPr/>
            <p:nvPr/>
          </p:nvSpPr>
          <p:spPr>
            <a:xfrm>
              <a:off x="878142" y="5387478"/>
              <a:ext cx="7739068" cy="0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5" name="pl55"/>
            <p:cNvSpPr/>
            <p:nvPr/>
          </p:nvSpPr>
          <p:spPr>
            <a:xfrm>
              <a:off x="1333382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6" name="pl56"/>
            <p:cNvSpPr/>
            <p:nvPr/>
          </p:nvSpPr>
          <p:spPr>
            <a:xfrm>
              <a:off x="2092114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7" name="pl57"/>
            <p:cNvSpPr/>
            <p:nvPr/>
          </p:nvSpPr>
          <p:spPr>
            <a:xfrm>
              <a:off x="2850846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8" name="pl58"/>
            <p:cNvSpPr/>
            <p:nvPr/>
          </p:nvSpPr>
          <p:spPr>
            <a:xfrm>
              <a:off x="3609578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9" name="pl59"/>
            <p:cNvSpPr/>
            <p:nvPr/>
          </p:nvSpPr>
          <p:spPr>
            <a:xfrm>
              <a:off x="4368310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0" name="pl60"/>
            <p:cNvSpPr/>
            <p:nvPr/>
          </p:nvSpPr>
          <p:spPr>
            <a:xfrm>
              <a:off x="5127042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1" name="pl61"/>
            <p:cNvSpPr/>
            <p:nvPr/>
          </p:nvSpPr>
          <p:spPr>
            <a:xfrm>
              <a:off x="5885775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2" name="pl62"/>
            <p:cNvSpPr/>
            <p:nvPr/>
          </p:nvSpPr>
          <p:spPr>
            <a:xfrm>
              <a:off x="6644507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3" name="pl63"/>
            <p:cNvSpPr/>
            <p:nvPr/>
          </p:nvSpPr>
          <p:spPr>
            <a:xfrm>
              <a:off x="7403239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4" name="pl64"/>
            <p:cNvSpPr/>
            <p:nvPr/>
          </p:nvSpPr>
          <p:spPr>
            <a:xfrm>
              <a:off x="8161971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5" name="tx65"/>
            <p:cNvSpPr/>
            <p:nvPr/>
          </p:nvSpPr>
          <p:spPr>
            <a:xfrm rot="-2700000">
              <a:off x="1065038" y="5561259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66" name="tx66"/>
            <p:cNvSpPr/>
            <p:nvPr/>
          </p:nvSpPr>
          <p:spPr>
            <a:xfrm rot="-2700000">
              <a:off x="1828921" y="5559126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67" name="tx67"/>
            <p:cNvSpPr/>
            <p:nvPr/>
          </p:nvSpPr>
          <p:spPr>
            <a:xfrm rot="-2700000">
              <a:off x="2593039" y="5556895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68" name="tx68"/>
            <p:cNvSpPr/>
            <p:nvPr/>
          </p:nvSpPr>
          <p:spPr>
            <a:xfrm rot="-2700000">
              <a:off x="3335849" y="5563490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69" name="tx69"/>
            <p:cNvSpPr/>
            <p:nvPr/>
          </p:nvSpPr>
          <p:spPr>
            <a:xfrm rot="-2700000">
              <a:off x="4004279" y="5600895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70" name="tx70"/>
            <p:cNvSpPr/>
            <p:nvPr/>
          </p:nvSpPr>
          <p:spPr>
            <a:xfrm rot="-2700000">
              <a:off x="4747245" y="5607425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71" name="tx71"/>
            <p:cNvSpPr/>
            <p:nvPr/>
          </p:nvSpPr>
          <p:spPr>
            <a:xfrm rot="-2700000">
              <a:off x="5601587" y="5567822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6354934" y="5570053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7028671" y="5605259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7745178" y="5622749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4627341" y="5926955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26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76" name="tx76"/>
            <p:cNvSpPr/>
            <p:nvPr/>
          </p:nvSpPr>
          <p:spPr>
            <a:xfrm rot="-5400000">
              <a:off x="256446" y="4722525"/>
              <a:ext cx="64090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26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 (ºC)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78142" y="3932770"/>
              <a:ext cx="1526956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3168"/>
                </a:lnSpc>
              </a:pPr>
              <a:r>
                <a:rPr sz="316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Temperature Trends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8458200" y="19202409"/>
            <a:ext cx="12344400" cy="6788945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2324530"/>
              <a:ext cx="8229600" cy="30773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" name="rc5"/>
            <p:cNvSpPr/>
            <p:nvPr/>
          </p:nvSpPr>
          <p:spPr>
            <a:xfrm>
              <a:off x="1026729" y="2620894"/>
              <a:ext cx="6613066" cy="20746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6" name="rc6"/>
            <p:cNvSpPr/>
            <p:nvPr/>
          </p:nvSpPr>
          <p:spPr>
            <a:xfrm>
              <a:off x="6278282" y="3982407"/>
              <a:ext cx="648339" cy="648339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" name="rc7"/>
            <p:cNvSpPr/>
            <p:nvPr/>
          </p:nvSpPr>
          <p:spPr>
            <a:xfrm>
              <a:off x="6278282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" name="rc8"/>
            <p:cNvSpPr/>
            <p:nvPr/>
          </p:nvSpPr>
          <p:spPr>
            <a:xfrm>
              <a:off x="627828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" name="rc9"/>
            <p:cNvSpPr/>
            <p:nvPr/>
          </p:nvSpPr>
          <p:spPr>
            <a:xfrm>
              <a:off x="3684922" y="3982407"/>
              <a:ext cx="648339" cy="648339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" name="rc10"/>
            <p:cNvSpPr/>
            <p:nvPr/>
          </p:nvSpPr>
          <p:spPr>
            <a:xfrm>
              <a:off x="3684922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" name="rc11"/>
            <p:cNvSpPr/>
            <p:nvPr/>
          </p:nvSpPr>
          <p:spPr>
            <a:xfrm>
              <a:off x="368492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" name="rc12"/>
            <p:cNvSpPr/>
            <p:nvPr/>
          </p:nvSpPr>
          <p:spPr>
            <a:xfrm>
              <a:off x="4333262" y="3982407"/>
              <a:ext cx="648339" cy="648339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3" name="rc13"/>
            <p:cNvSpPr/>
            <p:nvPr/>
          </p:nvSpPr>
          <p:spPr>
            <a:xfrm>
              <a:off x="4333262" y="3334068"/>
              <a:ext cx="648339" cy="648339"/>
            </a:xfrm>
            <a:prstGeom prst="rect">
              <a:avLst/>
            </a:prstGeom>
            <a:solidFill>
              <a:srgbClr val="FEBC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4" name="rc14"/>
            <p:cNvSpPr/>
            <p:nvPr/>
          </p:nvSpPr>
          <p:spPr>
            <a:xfrm>
              <a:off x="4333262" y="2685728"/>
              <a:ext cx="648339" cy="648339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" name="rc15"/>
            <p:cNvSpPr/>
            <p:nvPr/>
          </p:nvSpPr>
          <p:spPr>
            <a:xfrm>
              <a:off x="1091563" y="3982407"/>
              <a:ext cx="648339" cy="648339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" name="rc16"/>
            <p:cNvSpPr/>
            <p:nvPr/>
          </p:nvSpPr>
          <p:spPr>
            <a:xfrm>
              <a:off x="1091563" y="3334068"/>
              <a:ext cx="648339" cy="648339"/>
            </a:xfrm>
            <a:prstGeom prst="rect">
              <a:avLst/>
            </a:prstGeom>
            <a:solidFill>
              <a:srgbClr val="FEAA7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" name="rc17"/>
            <p:cNvSpPr/>
            <p:nvPr/>
          </p:nvSpPr>
          <p:spPr>
            <a:xfrm>
              <a:off x="109156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" name="rc18"/>
            <p:cNvSpPr/>
            <p:nvPr/>
          </p:nvSpPr>
          <p:spPr>
            <a:xfrm>
              <a:off x="1739903" y="3982407"/>
              <a:ext cx="648339" cy="648339"/>
            </a:xfrm>
            <a:prstGeom prst="rect">
              <a:avLst/>
            </a:prstGeom>
            <a:solidFill>
              <a:srgbClr val="E24D66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" name="rc19"/>
            <p:cNvSpPr/>
            <p:nvPr/>
          </p:nvSpPr>
          <p:spPr>
            <a:xfrm>
              <a:off x="1739903" y="3334068"/>
              <a:ext cx="648339" cy="648339"/>
            </a:xfrm>
            <a:prstGeom prst="rect">
              <a:avLst/>
            </a:prstGeom>
            <a:solidFill>
              <a:srgbClr val="FD956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" name="rc20"/>
            <p:cNvSpPr/>
            <p:nvPr/>
          </p:nvSpPr>
          <p:spPr>
            <a:xfrm>
              <a:off x="173990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" name="rc21"/>
            <p:cNvSpPr/>
            <p:nvPr/>
          </p:nvSpPr>
          <p:spPr>
            <a:xfrm>
              <a:off x="2388243" y="3982407"/>
              <a:ext cx="648339" cy="648339"/>
            </a:xfrm>
            <a:prstGeom prst="rect">
              <a:avLst/>
            </a:prstGeom>
            <a:solidFill>
              <a:srgbClr val="07061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" name="rc22"/>
            <p:cNvSpPr/>
            <p:nvPr/>
          </p:nvSpPr>
          <p:spPr>
            <a:xfrm>
              <a:off x="2388243" y="3334068"/>
              <a:ext cx="648339" cy="648339"/>
            </a:xfrm>
            <a:prstGeom prst="rect">
              <a:avLst/>
            </a:prstGeom>
            <a:solidFill>
              <a:srgbClr val="9F2F7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" name="rc23"/>
            <p:cNvSpPr/>
            <p:nvPr/>
          </p:nvSpPr>
          <p:spPr>
            <a:xfrm>
              <a:off x="238824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" name="rc24"/>
            <p:cNvSpPr/>
            <p:nvPr/>
          </p:nvSpPr>
          <p:spPr>
            <a:xfrm>
              <a:off x="3036582" y="3982407"/>
              <a:ext cx="648339" cy="648339"/>
            </a:xfrm>
            <a:prstGeom prst="rect">
              <a:avLst/>
            </a:prstGeom>
            <a:solidFill>
              <a:srgbClr val="00000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" name="rc25"/>
            <p:cNvSpPr/>
            <p:nvPr/>
          </p:nvSpPr>
          <p:spPr>
            <a:xfrm>
              <a:off x="3036582" y="3334068"/>
              <a:ext cx="648339" cy="648339"/>
            </a:xfrm>
            <a:prstGeom prst="rect">
              <a:avLst/>
            </a:prstGeom>
            <a:solidFill>
              <a:srgbClr val="FDE0A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" name="rc26"/>
            <p:cNvSpPr/>
            <p:nvPr/>
          </p:nvSpPr>
          <p:spPr>
            <a:xfrm>
              <a:off x="3036582" y="2685728"/>
              <a:ext cx="648339" cy="648339"/>
            </a:xfrm>
            <a:prstGeom prst="rect">
              <a:avLst/>
            </a:prstGeom>
            <a:solidFill>
              <a:srgbClr val="5C167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" name="rc27"/>
            <p:cNvSpPr/>
            <p:nvPr/>
          </p:nvSpPr>
          <p:spPr>
            <a:xfrm>
              <a:off x="4981602" y="3982407"/>
              <a:ext cx="648339" cy="648339"/>
            </a:xfrm>
            <a:prstGeom prst="rect">
              <a:avLst/>
            </a:prstGeom>
            <a:solidFill>
              <a:srgbClr val="0A082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" name="rc28"/>
            <p:cNvSpPr/>
            <p:nvPr/>
          </p:nvSpPr>
          <p:spPr>
            <a:xfrm>
              <a:off x="4981602" y="3334068"/>
              <a:ext cx="648339" cy="648339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" name="rc29"/>
            <p:cNvSpPr/>
            <p:nvPr/>
          </p:nvSpPr>
          <p:spPr>
            <a:xfrm>
              <a:off x="498160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" name="rc30"/>
            <p:cNvSpPr/>
            <p:nvPr/>
          </p:nvSpPr>
          <p:spPr>
            <a:xfrm>
              <a:off x="5629942" y="3982407"/>
              <a:ext cx="648339" cy="648339"/>
            </a:xfrm>
            <a:prstGeom prst="rect">
              <a:avLst/>
            </a:prstGeom>
            <a:solidFill>
              <a:srgbClr val="FEC28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" name="rc31"/>
            <p:cNvSpPr/>
            <p:nvPr/>
          </p:nvSpPr>
          <p:spPr>
            <a:xfrm>
              <a:off x="5629942" y="3334068"/>
              <a:ext cx="648339" cy="648339"/>
            </a:xfrm>
            <a:prstGeom prst="rect">
              <a:avLst/>
            </a:prstGeom>
            <a:solidFill>
              <a:srgbClr val="982D8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" name="rc32"/>
            <p:cNvSpPr/>
            <p:nvPr/>
          </p:nvSpPr>
          <p:spPr>
            <a:xfrm>
              <a:off x="562994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" name="rc33"/>
            <p:cNvSpPr/>
            <p:nvPr/>
          </p:nvSpPr>
          <p:spPr>
            <a:xfrm>
              <a:off x="6926622" y="3982407"/>
              <a:ext cx="648339" cy="648339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4" name="rc34"/>
            <p:cNvSpPr/>
            <p:nvPr/>
          </p:nvSpPr>
          <p:spPr>
            <a:xfrm>
              <a:off x="6926622" y="3334068"/>
              <a:ext cx="648339" cy="648339"/>
            </a:xfrm>
            <a:prstGeom prst="rect">
              <a:avLst/>
            </a:prstGeom>
            <a:solidFill>
              <a:srgbClr val="FA805E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5" name="rc35"/>
            <p:cNvSpPr/>
            <p:nvPr/>
          </p:nvSpPr>
          <p:spPr>
            <a:xfrm>
              <a:off x="6926622" y="2685728"/>
              <a:ext cx="648339" cy="648339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6" name="tx36"/>
            <p:cNvSpPr/>
            <p:nvPr/>
          </p:nvSpPr>
          <p:spPr>
            <a:xfrm>
              <a:off x="6466480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563590" y="3608128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563590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7312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970230" y="3608128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70230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52146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2146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21461" y="295978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79762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79762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0.18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376871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2810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0.39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92810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025211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644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0.95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57644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0.56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673551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321890" y="4256468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22478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224781" y="295978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0.72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16980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0.94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16980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66910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581814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81814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0.57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5915250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114820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114820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0.27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114820" y="295978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663583" y="4266527"/>
              <a:ext cx="33531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Dermo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6760" y="3618187"/>
              <a:ext cx="24213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MSX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526789" y="2969847"/>
              <a:ext cx="47210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Pea Crab</a:t>
              </a:r>
            </a:p>
          </p:txBody>
        </p:sp>
        <p:sp>
          <p:nvSpPr>
            <p:cNvPr id="69" name="tx69"/>
            <p:cNvSpPr/>
            <p:nvPr/>
          </p:nvSpPr>
          <p:spPr>
            <a:xfrm rot="-2700000">
              <a:off x="1147389" y="4834569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70" name="tx70"/>
            <p:cNvSpPr/>
            <p:nvPr/>
          </p:nvSpPr>
          <p:spPr>
            <a:xfrm rot="-2700000">
              <a:off x="1800880" y="4832435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71" name="tx71"/>
            <p:cNvSpPr/>
            <p:nvPr/>
          </p:nvSpPr>
          <p:spPr>
            <a:xfrm rot="-2700000">
              <a:off x="2454605" y="4830204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3087023" y="4836799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3645060" y="4874204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4277634" y="4880734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75" name="tx75"/>
            <p:cNvSpPr/>
            <p:nvPr/>
          </p:nvSpPr>
          <p:spPr>
            <a:xfrm rot="-2700000">
              <a:off x="5021584" y="4841131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76" name="tx76"/>
            <p:cNvSpPr/>
            <p:nvPr/>
          </p:nvSpPr>
          <p:spPr>
            <a:xfrm rot="-2700000">
              <a:off x="5664539" y="4843362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77" name="tx77"/>
            <p:cNvSpPr/>
            <p:nvPr/>
          </p:nvSpPr>
          <p:spPr>
            <a:xfrm rot="-2700000">
              <a:off x="6227883" y="4878568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78" name="tx78"/>
            <p:cNvSpPr/>
            <p:nvPr/>
          </p:nvSpPr>
          <p:spPr>
            <a:xfrm rot="-2700000">
              <a:off x="6833999" y="4896058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212927" y="5201118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778974" y="2939651"/>
              <a:ext cx="838236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81" name="tx81"/>
            <p:cNvSpPr/>
            <p:nvPr/>
          </p:nvSpPr>
          <p:spPr>
            <a:xfrm>
              <a:off x="7848563" y="3024694"/>
              <a:ext cx="69905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Prevalence</a:t>
              </a:r>
            </a:p>
          </p:txBody>
        </p:sp>
        <p:pic>
          <p:nvPicPr>
            <p:cNvPr id="82" name="pic8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48563" y="3209955"/>
              <a:ext cx="219455" cy="1097280"/>
            </a:xfrm>
            <a:prstGeom prst="rect">
              <a:avLst/>
            </a:prstGeom>
          </p:spPr>
        </p:pic>
        <p:sp>
          <p:nvSpPr>
            <p:cNvPr id="83" name="pl83"/>
            <p:cNvSpPr/>
            <p:nvPr/>
          </p:nvSpPr>
          <p:spPr>
            <a:xfrm>
              <a:off x="8024127" y="430540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4" name="pl84"/>
            <p:cNvSpPr/>
            <p:nvPr/>
          </p:nvSpPr>
          <p:spPr>
            <a:xfrm>
              <a:off x="8024127" y="4032000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5" name="pl85"/>
            <p:cNvSpPr/>
            <p:nvPr/>
          </p:nvSpPr>
          <p:spPr>
            <a:xfrm>
              <a:off x="8024127" y="375859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6" name="pl86"/>
            <p:cNvSpPr/>
            <p:nvPr/>
          </p:nvSpPr>
          <p:spPr>
            <a:xfrm>
              <a:off x="8024127" y="348518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7" name="pl87"/>
            <p:cNvSpPr/>
            <p:nvPr/>
          </p:nvSpPr>
          <p:spPr>
            <a:xfrm>
              <a:off x="8024127" y="321178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8" name="pl88"/>
            <p:cNvSpPr/>
            <p:nvPr/>
          </p:nvSpPr>
          <p:spPr>
            <a:xfrm>
              <a:off x="7848563" y="430540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9" name="pl89"/>
            <p:cNvSpPr/>
            <p:nvPr/>
          </p:nvSpPr>
          <p:spPr>
            <a:xfrm>
              <a:off x="7848563" y="4032000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0" name="pl90"/>
            <p:cNvSpPr/>
            <p:nvPr/>
          </p:nvSpPr>
          <p:spPr>
            <a:xfrm>
              <a:off x="7848563" y="375859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1" name="pl91"/>
            <p:cNvSpPr/>
            <p:nvPr/>
          </p:nvSpPr>
          <p:spPr>
            <a:xfrm>
              <a:off x="7848563" y="348518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2" name="pl92"/>
            <p:cNvSpPr/>
            <p:nvPr/>
          </p:nvSpPr>
          <p:spPr>
            <a:xfrm>
              <a:off x="7848563" y="321178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3" name="tx93"/>
            <p:cNvSpPr/>
            <p:nvPr/>
          </p:nvSpPr>
          <p:spPr>
            <a:xfrm>
              <a:off x="8137608" y="426535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137608" y="399194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137608" y="371854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137608" y="344513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8137608" y="317173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1026729" y="2394119"/>
              <a:ext cx="148992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19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Disease Prevalence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c3">
            <a:extLst>
              <a:ext uri="{FF2B5EF4-FFF2-40B4-BE49-F238E27FC236}">
                <a16:creationId xmlns:a16="http://schemas.microsoft.com/office/drawing/2014/main" id="{C939C801-6CE7-BFAC-D996-8C4BE670DDF5}"/>
              </a:ext>
            </a:extLst>
          </p:cNvPr>
          <p:cNvSpPr/>
          <p:nvPr/>
        </p:nvSpPr>
        <p:spPr>
          <a:xfrm>
            <a:off x="8458200" y="19245305"/>
            <a:ext cx="12344400" cy="6788943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70" name="rc4">
            <a:extLst>
              <a:ext uri="{FF2B5EF4-FFF2-40B4-BE49-F238E27FC236}">
                <a16:creationId xmlns:a16="http://schemas.microsoft.com/office/drawing/2014/main" id="{2272CB1A-422B-8AE0-35B5-2C34E1289674}"/>
              </a:ext>
            </a:extLst>
          </p:cNvPr>
          <p:cNvSpPr/>
          <p:nvPr/>
        </p:nvSpPr>
        <p:spPr>
          <a:xfrm>
            <a:off x="12519506" y="19245305"/>
            <a:ext cx="4221795" cy="6788943"/>
          </a:xfrm>
          <a:prstGeom prst="rect">
            <a:avLst/>
          </a:prstGeom>
          <a:solidFill>
            <a:srgbClr val="FFFFFF">
              <a:alpha val="100000"/>
            </a:srgbClr>
          </a:solidFill>
          <a:ln w="13550" cap="rnd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C6001D8-05F5-1C13-610F-71A3D94A5368}"/>
              </a:ext>
            </a:extLst>
          </p:cNvPr>
          <p:cNvGrpSpPr/>
          <p:nvPr/>
        </p:nvGrpSpPr>
        <p:grpSpPr>
          <a:xfrm>
            <a:off x="12872765" y="20146181"/>
            <a:ext cx="3764148" cy="5265999"/>
            <a:chOff x="6143443" y="4286784"/>
            <a:chExt cx="2509432" cy="3510666"/>
          </a:xfrm>
        </p:grpSpPr>
        <p:sp>
          <p:nvSpPr>
            <p:cNvPr id="71" name="rc5">
              <a:extLst>
                <a:ext uri="{FF2B5EF4-FFF2-40B4-BE49-F238E27FC236}">
                  <a16:creationId xmlns:a16="http://schemas.microsoft.com/office/drawing/2014/main" id="{1BAAE258-59AF-123E-F3B9-05A9546174CC}"/>
                </a:ext>
              </a:extLst>
            </p:cNvPr>
            <p:cNvSpPr/>
            <p:nvPr/>
          </p:nvSpPr>
          <p:spPr>
            <a:xfrm>
              <a:off x="6684213" y="4286784"/>
              <a:ext cx="860214" cy="32062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72" name="rc6">
              <a:extLst>
                <a:ext uri="{FF2B5EF4-FFF2-40B4-BE49-F238E27FC236}">
                  <a16:creationId xmlns:a16="http://schemas.microsoft.com/office/drawing/2014/main" id="{6A49DBB5-437C-3BCB-73D1-05FF694A9B6A}"/>
                </a:ext>
              </a:extLst>
            </p:cNvPr>
            <p:cNvSpPr/>
            <p:nvPr/>
          </p:nvSpPr>
          <p:spPr>
            <a:xfrm>
              <a:off x="6723314" y="4716891"/>
              <a:ext cx="391006" cy="391006"/>
            </a:xfrm>
            <a:prstGeom prst="rect">
              <a:avLst/>
            </a:prstGeom>
            <a:solidFill>
              <a:srgbClr val="3B548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3" name="rc7">
              <a:extLst>
                <a:ext uri="{FF2B5EF4-FFF2-40B4-BE49-F238E27FC236}">
                  <a16:creationId xmlns:a16="http://schemas.microsoft.com/office/drawing/2014/main" id="{77C146F1-A57E-3F28-FECF-05115F18696F}"/>
                </a:ext>
              </a:extLst>
            </p:cNvPr>
            <p:cNvSpPr/>
            <p:nvPr/>
          </p:nvSpPr>
          <p:spPr>
            <a:xfrm>
              <a:off x="6723314" y="6280917"/>
              <a:ext cx="391006" cy="391006"/>
            </a:xfrm>
            <a:prstGeom prst="rect">
              <a:avLst/>
            </a:prstGeom>
            <a:solidFill>
              <a:srgbClr val="30244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4" name="rc8">
              <a:extLst>
                <a:ext uri="{FF2B5EF4-FFF2-40B4-BE49-F238E27FC236}">
                  <a16:creationId xmlns:a16="http://schemas.microsoft.com/office/drawing/2014/main" id="{9F28C44E-D09E-4445-6E85-4FB731A7E59A}"/>
                </a:ext>
              </a:extLst>
            </p:cNvPr>
            <p:cNvSpPr/>
            <p:nvPr/>
          </p:nvSpPr>
          <p:spPr>
            <a:xfrm>
              <a:off x="6723314" y="4325884"/>
              <a:ext cx="391006" cy="391006"/>
            </a:xfrm>
            <a:prstGeom prst="rect">
              <a:avLst/>
            </a:prstGeom>
            <a:solidFill>
              <a:srgbClr val="382B5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5" name="rc9">
              <a:extLst>
                <a:ext uri="{FF2B5EF4-FFF2-40B4-BE49-F238E27FC236}">
                  <a16:creationId xmlns:a16="http://schemas.microsoft.com/office/drawing/2014/main" id="{AAFA5687-7492-170D-CBC9-063C1268D65F}"/>
                </a:ext>
              </a:extLst>
            </p:cNvPr>
            <p:cNvSpPr/>
            <p:nvPr/>
          </p:nvSpPr>
          <p:spPr>
            <a:xfrm>
              <a:off x="6723314" y="5889910"/>
              <a:ext cx="391006" cy="391006"/>
            </a:xfrm>
            <a:prstGeom prst="rect">
              <a:avLst/>
            </a:prstGeom>
            <a:solidFill>
              <a:srgbClr val="31244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6" name="rc10">
              <a:extLst>
                <a:ext uri="{FF2B5EF4-FFF2-40B4-BE49-F238E27FC236}">
                  <a16:creationId xmlns:a16="http://schemas.microsoft.com/office/drawing/2014/main" id="{45D7798B-6E95-C9C6-ECAC-2E194C2E63D0}"/>
                </a:ext>
              </a:extLst>
            </p:cNvPr>
            <p:cNvSpPr/>
            <p:nvPr/>
          </p:nvSpPr>
          <p:spPr>
            <a:xfrm>
              <a:off x="6723314" y="7062930"/>
              <a:ext cx="391006" cy="391006"/>
            </a:xfrm>
            <a:prstGeom prst="rect">
              <a:avLst/>
            </a:prstGeom>
            <a:solidFill>
              <a:srgbClr val="3B53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7" name="rc11">
              <a:extLst>
                <a:ext uri="{FF2B5EF4-FFF2-40B4-BE49-F238E27FC236}">
                  <a16:creationId xmlns:a16="http://schemas.microsoft.com/office/drawing/2014/main" id="{23A69A96-79BF-A6AB-E2C9-3FA3B8F301E8}"/>
                </a:ext>
              </a:extLst>
            </p:cNvPr>
            <p:cNvSpPr/>
            <p:nvPr/>
          </p:nvSpPr>
          <p:spPr>
            <a:xfrm>
              <a:off x="6723314" y="5498904"/>
              <a:ext cx="391006" cy="391006"/>
            </a:xfrm>
            <a:prstGeom prst="rect">
              <a:avLst/>
            </a:prstGeom>
            <a:solidFill>
              <a:srgbClr val="C5EDD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8" name="rc12">
              <a:extLst>
                <a:ext uri="{FF2B5EF4-FFF2-40B4-BE49-F238E27FC236}">
                  <a16:creationId xmlns:a16="http://schemas.microsoft.com/office/drawing/2014/main" id="{61A8C3C7-77FF-F066-50E8-5FC6532A9F93}"/>
                </a:ext>
              </a:extLst>
            </p:cNvPr>
            <p:cNvSpPr/>
            <p:nvPr/>
          </p:nvSpPr>
          <p:spPr>
            <a:xfrm>
              <a:off x="6723314" y="5107897"/>
              <a:ext cx="391006" cy="391006"/>
            </a:xfrm>
            <a:prstGeom prst="rect">
              <a:avLst/>
            </a:prstGeom>
            <a:solidFill>
              <a:srgbClr val="3A679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9" name="rc13">
              <a:extLst>
                <a:ext uri="{FF2B5EF4-FFF2-40B4-BE49-F238E27FC236}">
                  <a16:creationId xmlns:a16="http://schemas.microsoft.com/office/drawing/2014/main" id="{D969E6F7-B219-8380-6CF8-9A706EC955FA}"/>
                </a:ext>
              </a:extLst>
            </p:cNvPr>
            <p:cNvSpPr/>
            <p:nvPr/>
          </p:nvSpPr>
          <p:spPr>
            <a:xfrm>
              <a:off x="6723314" y="6671923"/>
              <a:ext cx="391006" cy="391006"/>
            </a:xfrm>
            <a:prstGeom prst="rect">
              <a:avLst/>
            </a:prstGeom>
            <a:solidFill>
              <a:srgbClr val="3593A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0" name="rc14">
              <a:extLst>
                <a:ext uri="{FF2B5EF4-FFF2-40B4-BE49-F238E27FC236}">
                  <a16:creationId xmlns:a16="http://schemas.microsoft.com/office/drawing/2014/main" id="{D714E029-6A91-723A-AD29-F4DC79DD4ECB}"/>
                </a:ext>
              </a:extLst>
            </p:cNvPr>
            <p:cNvSpPr/>
            <p:nvPr/>
          </p:nvSpPr>
          <p:spPr>
            <a:xfrm>
              <a:off x="7114320" y="6671923"/>
              <a:ext cx="391006" cy="391006"/>
            </a:xfrm>
            <a:prstGeom prst="rect">
              <a:avLst/>
            </a:prstGeom>
            <a:solidFill>
              <a:srgbClr val="3C4C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1" name="rc15">
              <a:extLst>
                <a:ext uri="{FF2B5EF4-FFF2-40B4-BE49-F238E27FC236}">
                  <a16:creationId xmlns:a16="http://schemas.microsoft.com/office/drawing/2014/main" id="{EC582927-8F13-A3BC-41EB-F9C12C0B16A0}"/>
                </a:ext>
              </a:extLst>
            </p:cNvPr>
            <p:cNvSpPr/>
            <p:nvPr/>
          </p:nvSpPr>
          <p:spPr>
            <a:xfrm>
              <a:off x="7114320" y="5498904"/>
              <a:ext cx="391006" cy="391006"/>
            </a:xfrm>
            <a:prstGeom prst="rect">
              <a:avLst/>
            </a:prstGeom>
            <a:solidFill>
              <a:srgbClr val="395F9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2" name="rc16">
              <a:extLst>
                <a:ext uri="{FF2B5EF4-FFF2-40B4-BE49-F238E27FC236}">
                  <a16:creationId xmlns:a16="http://schemas.microsoft.com/office/drawing/2014/main" id="{3898E8D4-D67B-FB5A-53B8-472F7C654854}"/>
                </a:ext>
              </a:extLst>
            </p:cNvPr>
            <p:cNvSpPr/>
            <p:nvPr/>
          </p:nvSpPr>
          <p:spPr>
            <a:xfrm>
              <a:off x="7114320" y="7062930"/>
              <a:ext cx="391006" cy="391006"/>
            </a:xfrm>
            <a:prstGeom prst="rect">
              <a:avLst/>
            </a:prstGeom>
            <a:solidFill>
              <a:srgbClr val="3C427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3" name="rc17">
              <a:extLst>
                <a:ext uri="{FF2B5EF4-FFF2-40B4-BE49-F238E27FC236}">
                  <a16:creationId xmlns:a16="http://schemas.microsoft.com/office/drawing/2014/main" id="{47FEC7B3-DE6B-BA50-B6E7-1FC3F80B826D}"/>
                </a:ext>
              </a:extLst>
            </p:cNvPr>
            <p:cNvSpPr/>
            <p:nvPr/>
          </p:nvSpPr>
          <p:spPr>
            <a:xfrm>
              <a:off x="7114320" y="6280917"/>
              <a:ext cx="391006" cy="391006"/>
            </a:xfrm>
            <a:prstGeom prst="rect">
              <a:avLst/>
            </a:prstGeom>
            <a:solidFill>
              <a:srgbClr val="3A366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4" name="rc18">
              <a:extLst>
                <a:ext uri="{FF2B5EF4-FFF2-40B4-BE49-F238E27FC236}">
                  <a16:creationId xmlns:a16="http://schemas.microsoft.com/office/drawing/2014/main" id="{C31D07CF-7B86-05C0-568E-2E41A6B44C50}"/>
                </a:ext>
              </a:extLst>
            </p:cNvPr>
            <p:cNvSpPr/>
            <p:nvPr/>
          </p:nvSpPr>
          <p:spPr>
            <a:xfrm>
              <a:off x="7114320" y="5107897"/>
              <a:ext cx="391006" cy="391006"/>
            </a:xfrm>
            <a:prstGeom prst="rect">
              <a:avLst/>
            </a:prstGeom>
            <a:solidFill>
              <a:srgbClr val="ADE5C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5" name="rc19">
              <a:extLst>
                <a:ext uri="{FF2B5EF4-FFF2-40B4-BE49-F238E27FC236}">
                  <a16:creationId xmlns:a16="http://schemas.microsoft.com/office/drawing/2014/main" id="{58BDA118-C4EA-5475-E819-8FBD9BC4BF09}"/>
                </a:ext>
              </a:extLst>
            </p:cNvPr>
            <p:cNvSpPr/>
            <p:nvPr/>
          </p:nvSpPr>
          <p:spPr>
            <a:xfrm>
              <a:off x="7114320" y="5889910"/>
              <a:ext cx="391006" cy="391006"/>
            </a:xfrm>
            <a:prstGeom prst="rect">
              <a:avLst/>
            </a:prstGeom>
            <a:solidFill>
              <a:srgbClr val="3FA2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6" name="rc20">
              <a:extLst>
                <a:ext uri="{FF2B5EF4-FFF2-40B4-BE49-F238E27FC236}">
                  <a16:creationId xmlns:a16="http://schemas.microsoft.com/office/drawing/2014/main" id="{5A8FB6C9-ECFA-BB42-FBAD-20B53ED75DEF}"/>
                </a:ext>
              </a:extLst>
            </p:cNvPr>
            <p:cNvSpPr/>
            <p:nvPr/>
          </p:nvSpPr>
          <p:spPr>
            <a:xfrm>
              <a:off x="7114320" y="4325884"/>
              <a:ext cx="391006" cy="391006"/>
            </a:xfrm>
            <a:prstGeom prst="rect">
              <a:avLst/>
            </a:prstGeom>
            <a:solidFill>
              <a:srgbClr val="35284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7" name="rc21">
              <a:extLst>
                <a:ext uri="{FF2B5EF4-FFF2-40B4-BE49-F238E27FC236}">
                  <a16:creationId xmlns:a16="http://schemas.microsoft.com/office/drawing/2014/main" id="{C7D327CA-221A-D874-72BC-C022663274D8}"/>
                </a:ext>
              </a:extLst>
            </p:cNvPr>
            <p:cNvSpPr/>
            <p:nvPr/>
          </p:nvSpPr>
          <p:spPr>
            <a:xfrm>
              <a:off x="7114320" y="4716891"/>
              <a:ext cx="391006" cy="391006"/>
            </a:xfrm>
            <a:prstGeom prst="rect">
              <a:avLst/>
            </a:prstGeom>
            <a:solidFill>
              <a:srgbClr val="3B549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8" name="pl22">
              <a:extLst>
                <a:ext uri="{FF2B5EF4-FFF2-40B4-BE49-F238E27FC236}">
                  <a16:creationId xmlns:a16="http://schemas.microsoft.com/office/drawing/2014/main" id="{CD9172CF-D84B-CCD8-4CDE-EA99DEC01C65}"/>
                </a:ext>
              </a:extLst>
            </p:cNvPr>
            <p:cNvSpPr/>
            <p:nvPr/>
          </p:nvSpPr>
          <p:spPr>
            <a:xfrm>
              <a:off x="6684213" y="4286784"/>
              <a:ext cx="0" cy="3206252"/>
            </a:xfrm>
            <a:custGeom>
              <a:avLst/>
              <a:gdLst/>
              <a:ahLst/>
              <a:cxnLst/>
              <a:rect l="0" t="0" r="0" b="0"/>
              <a:pathLst>
                <a:path h="3206252">
                  <a:moveTo>
                    <a:pt x="0" y="320625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9" name="tx23">
              <a:extLst>
                <a:ext uri="{FF2B5EF4-FFF2-40B4-BE49-F238E27FC236}">
                  <a16:creationId xmlns:a16="http://schemas.microsoft.com/office/drawing/2014/main" id="{F8BF667F-873A-BB22-1231-F80E1744F80B}"/>
                </a:ext>
              </a:extLst>
            </p:cNvPr>
            <p:cNvSpPr/>
            <p:nvPr/>
          </p:nvSpPr>
          <p:spPr>
            <a:xfrm>
              <a:off x="6274019" y="7218382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90" name="tx24">
              <a:extLst>
                <a:ext uri="{FF2B5EF4-FFF2-40B4-BE49-F238E27FC236}">
                  <a16:creationId xmlns:a16="http://schemas.microsoft.com/office/drawing/2014/main" id="{69D36949-DD85-4828-2B60-4BECDCE0465B}"/>
                </a:ext>
              </a:extLst>
            </p:cNvPr>
            <p:cNvSpPr/>
            <p:nvPr/>
          </p:nvSpPr>
          <p:spPr>
            <a:xfrm>
              <a:off x="6280054" y="6827376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91" name="tx25">
              <a:extLst>
                <a:ext uri="{FF2B5EF4-FFF2-40B4-BE49-F238E27FC236}">
                  <a16:creationId xmlns:a16="http://schemas.microsoft.com/office/drawing/2014/main" id="{8A8DE83E-EDF1-AB67-9467-810C514FACAE}"/>
                </a:ext>
              </a:extLst>
            </p:cNvPr>
            <p:cNvSpPr/>
            <p:nvPr/>
          </p:nvSpPr>
          <p:spPr>
            <a:xfrm>
              <a:off x="6286364" y="6436369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92" name="tx26">
              <a:extLst>
                <a:ext uri="{FF2B5EF4-FFF2-40B4-BE49-F238E27FC236}">
                  <a16:creationId xmlns:a16="http://schemas.microsoft.com/office/drawing/2014/main" id="{262D7F1E-C417-3A0A-070D-FAA325249548}"/>
                </a:ext>
              </a:extLst>
            </p:cNvPr>
            <p:cNvSpPr/>
            <p:nvPr/>
          </p:nvSpPr>
          <p:spPr>
            <a:xfrm>
              <a:off x="6267710" y="6045363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93" name="tx27">
              <a:extLst>
                <a:ext uri="{FF2B5EF4-FFF2-40B4-BE49-F238E27FC236}">
                  <a16:creationId xmlns:a16="http://schemas.microsoft.com/office/drawing/2014/main" id="{DEF8F090-C325-9ADA-A278-A60E403A17C0}"/>
                </a:ext>
              </a:extLst>
            </p:cNvPr>
            <p:cNvSpPr/>
            <p:nvPr/>
          </p:nvSpPr>
          <p:spPr>
            <a:xfrm>
              <a:off x="6161914" y="5654356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94" name="tx28">
              <a:extLst>
                <a:ext uri="{FF2B5EF4-FFF2-40B4-BE49-F238E27FC236}">
                  <a16:creationId xmlns:a16="http://schemas.microsoft.com/office/drawing/2014/main" id="{3DF453A5-4C3F-FF60-2AC7-E58F7637F98B}"/>
                </a:ext>
              </a:extLst>
            </p:cNvPr>
            <p:cNvSpPr/>
            <p:nvPr/>
          </p:nvSpPr>
          <p:spPr>
            <a:xfrm>
              <a:off x="6143443" y="5263350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95" name="tx29">
              <a:extLst>
                <a:ext uri="{FF2B5EF4-FFF2-40B4-BE49-F238E27FC236}">
                  <a16:creationId xmlns:a16="http://schemas.microsoft.com/office/drawing/2014/main" id="{2CF68E8C-89B7-45A4-2E3A-48B59D9C85C4}"/>
                </a:ext>
              </a:extLst>
            </p:cNvPr>
            <p:cNvSpPr/>
            <p:nvPr/>
          </p:nvSpPr>
          <p:spPr>
            <a:xfrm>
              <a:off x="6255457" y="4872343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96" name="tx30">
              <a:extLst>
                <a:ext uri="{FF2B5EF4-FFF2-40B4-BE49-F238E27FC236}">
                  <a16:creationId xmlns:a16="http://schemas.microsoft.com/office/drawing/2014/main" id="{9B918494-1FAC-3E55-5B05-265512ED5625}"/>
                </a:ext>
              </a:extLst>
            </p:cNvPr>
            <p:cNvSpPr/>
            <p:nvPr/>
          </p:nvSpPr>
          <p:spPr>
            <a:xfrm>
              <a:off x="6249148" y="4481337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97" name="pl31">
              <a:extLst>
                <a:ext uri="{FF2B5EF4-FFF2-40B4-BE49-F238E27FC236}">
                  <a16:creationId xmlns:a16="http://schemas.microsoft.com/office/drawing/2014/main" id="{58973027-EF4A-AC6C-AA3F-D907D9FB9D1B}"/>
                </a:ext>
              </a:extLst>
            </p:cNvPr>
            <p:cNvSpPr/>
            <p:nvPr/>
          </p:nvSpPr>
          <p:spPr>
            <a:xfrm>
              <a:off x="6649418" y="725843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8" name="pl32">
              <a:extLst>
                <a:ext uri="{FF2B5EF4-FFF2-40B4-BE49-F238E27FC236}">
                  <a16:creationId xmlns:a16="http://schemas.microsoft.com/office/drawing/2014/main" id="{14B69D58-72AE-BC2E-D6C3-3711DF49488F}"/>
                </a:ext>
              </a:extLst>
            </p:cNvPr>
            <p:cNvSpPr/>
            <p:nvPr/>
          </p:nvSpPr>
          <p:spPr>
            <a:xfrm>
              <a:off x="6649418" y="686742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9" name="pl33">
              <a:extLst>
                <a:ext uri="{FF2B5EF4-FFF2-40B4-BE49-F238E27FC236}">
                  <a16:creationId xmlns:a16="http://schemas.microsoft.com/office/drawing/2014/main" id="{9BA1E7E9-70AB-0AB2-326D-646F38CB3819}"/>
                </a:ext>
              </a:extLst>
            </p:cNvPr>
            <p:cNvSpPr/>
            <p:nvPr/>
          </p:nvSpPr>
          <p:spPr>
            <a:xfrm>
              <a:off x="6649418" y="647642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0" name="pl34">
              <a:extLst>
                <a:ext uri="{FF2B5EF4-FFF2-40B4-BE49-F238E27FC236}">
                  <a16:creationId xmlns:a16="http://schemas.microsoft.com/office/drawing/2014/main" id="{1C61BA0E-A31E-84EA-4A02-BB3D3AC6CFDB}"/>
                </a:ext>
              </a:extLst>
            </p:cNvPr>
            <p:cNvSpPr/>
            <p:nvPr/>
          </p:nvSpPr>
          <p:spPr>
            <a:xfrm>
              <a:off x="6649418" y="608541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1" name="pl35">
              <a:extLst>
                <a:ext uri="{FF2B5EF4-FFF2-40B4-BE49-F238E27FC236}">
                  <a16:creationId xmlns:a16="http://schemas.microsoft.com/office/drawing/2014/main" id="{4A1CBD71-D406-7978-AEA5-A177C82CF337}"/>
                </a:ext>
              </a:extLst>
            </p:cNvPr>
            <p:cNvSpPr/>
            <p:nvPr/>
          </p:nvSpPr>
          <p:spPr>
            <a:xfrm>
              <a:off x="6649418" y="569440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2" name="pl36">
              <a:extLst>
                <a:ext uri="{FF2B5EF4-FFF2-40B4-BE49-F238E27FC236}">
                  <a16:creationId xmlns:a16="http://schemas.microsoft.com/office/drawing/2014/main" id="{7B74726B-56C7-8E90-141F-0F621BF04728}"/>
                </a:ext>
              </a:extLst>
            </p:cNvPr>
            <p:cNvSpPr/>
            <p:nvPr/>
          </p:nvSpPr>
          <p:spPr>
            <a:xfrm>
              <a:off x="6649418" y="530340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3" name="pl37">
              <a:extLst>
                <a:ext uri="{FF2B5EF4-FFF2-40B4-BE49-F238E27FC236}">
                  <a16:creationId xmlns:a16="http://schemas.microsoft.com/office/drawing/2014/main" id="{4A5CA9E3-FF57-6B41-AD7E-4DAD5827CC90}"/>
                </a:ext>
              </a:extLst>
            </p:cNvPr>
            <p:cNvSpPr/>
            <p:nvPr/>
          </p:nvSpPr>
          <p:spPr>
            <a:xfrm>
              <a:off x="6649418" y="491239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4" name="pl38">
              <a:extLst>
                <a:ext uri="{FF2B5EF4-FFF2-40B4-BE49-F238E27FC236}">
                  <a16:creationId xmlns:a16="http://schemas.microsoft.com/office/drawing/2014/main" id="{C37809F1-B991-B353-E7F3-32B6AC7AD572}"/>
                </a:ext>
              </a:extLst>
            </p:cNvPr>
            <p:cNvSpPr/>
            <p:nvPr/>
          </p:nvSpPr>
          <p:spPr>
            <a:xfrm>
              <a:off x="6649418" y="452138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5" name="pl39">
              <a:extLst>
                <a:ext uri="{FF2B5EF4-FFF2-40B4-BE49-F238E27FC236}">
                  <a16:creationId xmlns:a16="http://schemas.microsoft.com/office/drawing/2014/main" id="{C98842B7-F588-ACAE-B835-C5E1CE618E4E}"/>
                </a:ext>
              </a:extLst>
            </p:cNvPr>
            <p:cNvSpPr/>
            <p:nvPr/>
          </p:nvSpPr>
          <p:spPr>
            <a:xfrm>
              <a:off x="6684213" y="7493037"/>
              <a:ext cx="860214" cy="0"/>
            </a:xfrm>
            <a:custGeom>
              <a:avLst/>
              <a:gdLst/>
              <a:ahLst/>
              <a:cxnLst/>
              <a:rect l="0" t="0" r="0" b="0"/>
              <a:pathLst>
                <a:path w="860214">
                  <a:moveTo>
                    <a:pt x="0" y="0"/>
                  </a:moveTo>
                  <a:lnTo>
                    <a:pt x="86021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6" name="pl40">
              <a:extLst>
                <a:ext uri="{FF2B5EF4-FFF2-40B4-BE49-F238E27FC236}">
                  <a16:creationId xmlns:a16="http://schemas.microsoft.com/office/drawing/2014/main" id="{13C66C98-7ADF-DC3C-94CF-CCA3DF07EA63}"/>
                </a:ext>
              </a:extLst>
            </p:cNvPr>
            <p:cNvSpPr/>
            <p:nvPr/>
          </p:nvSpPr>
          <p:spPr>
            <a:xfrm>
              <a:off x="6918817" y="74930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7" name="pl41">
              <a:extLst>
                <a:ext uri="{FF2B5EF4-FFF2-40B4-BE49-F238E27FC236}">
                  <a16:creationId xmlns:a16="http://schemas.microsoft.com/office/drawing/2014/main" id="{96719836-6FC2-5313-6CDC-BFC383BD0F32}"/>
                </a:ext>
              </a:extLst>
            </p:cNvPr>
            <p:cNvSpPr/>
            <p:nvPr/>
          </p:nvSpPr>
          <p:spPr>
            <a:xfrm>
              <a:off x="7309823" y="74930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8" name="tx42">
              <a:extLst>
                <a:ext uri="{FF2B5EF4-FFF2-40B4-BE49-F238E27FC236}">
                  <a16:creationId xmlns:a16="http://schemas.microsoft.com/office/drawing/2014/main" id="{3784319E-265B-EFB5-FE70-E5F434109E13}"/>
                </a:ext>
              </a:extLst>
            </p:cNvPr>
            <p:cNvSpPr/>
            <p:nvPr/>
          </p:nvSpPr>
          <p:spPr>
            <a:xfrm rot="18900000">
              <a:off x="6544248" y="7710818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09" name="tx43">
              <a:extLst>
                <a:ext uri="{FF2B5EF4-FFF2-40B4-BE49-F238E27FC236}">
                  <a16:creationId xmlns:a16="http://schemas.microsoft.com/office/drawing/2014/main" id="{1CCECB56-0866-345C-F4EE-2C446F411372}"/>
                </a:ext>
              </a:extLst>
            </p:cNvPr>
            <p:cNvSpPr/>
            <p:nvPr/>
          </p:nvSpPr>
          <p:spPr>
            <a:xfrm rot="18900000">
              <a:off x="6919489" y="7717349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10" name="rc44">
              <a:extLst>
                <a:ext uri="{FF2B5EF4-FFF2-40B4-BE49-F238E27FC236}">
                  <a16:creationId xmlns:a16="http://schemas.microsoft.com/office/drawing/2014/main" id="{8E935C94-643A-E24B-8BAC-879A13D740E1}"/>
                </a:ext>
              </a:extLst>
            </p:cNvPr>
            <p:cNvSpPr/>
            <p:nvPr/>
          </p:nvSpPr>
          <p:spPr>
            <a:xfrm>
              <a:off x="7683605" y="4286784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11" name="tx45">
              <a:extLst>
                <a:ext uri="{FF2B5EF4-FFF2-40B4-BE49-F238E27FC236}">
                  <a16:creationId xmlns:a16="http://schemas.microsoft.com/office/drawing/2014/main" id="{7E543F87-4DD6-359A-CCD7-50DFFD1589BB}"/>
                </a:ext>
              </a:extLst>
            </p:cNvPr>
            <p:cNvSpPr/>
            <p:nvPr/>
          </p:nvSpPr>
          <p:spPr>
            <a:xfrm>
              <a:off x="7753194" y="4376032"/>
              <a:ext cx="830092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00"/>
                </a:lnSpc>
              </a:pPr>
              <a:r>
                <a:rPr sz="2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112" name="tx46">
              <a:extLst>
                <a:ext uri="{FF2B5EF4-FFF2-40B4-BE49-F238E27FC236}">
                  <a16:creationId xmlns:a16="http://schemas.microsoft.com/office/drawing/2014/main" id="{9F6DC40B-3836-5ADF-C4E8-510E25F48B84}"/>
                </a:ext>
              </a:extLst>
            </p:cNvPr>
            <p:cNvSpPr/>
            <p:nvPr/>
          </p:nvSpPr>
          <p:spPr>
            <a:xfrm>
              <a:off x="7753194" y="4568056"/>
              <a:ext cx="691560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00"/>
                </a:lnSpc>
              </a:pPr>
              <a:r>
                <a:rPr sz="2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113" name="pic47">
              <a:extLst>
                <a:ext uri="{FF2B5EF4-FFF2-40B4-BE49-F238E27FC236}">
                  <a16:creationId xmlns:a16="http://schemas.microsoft.com/office/drawing/2014/main" id="{3D00112B-7F10-DC74-E49C-26B57718F7D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53194" y="4784864"/>
              <a:ext cx="219455" cy="1097280"/>
            </a:xfrm>
            <a:prstGeom prst="rect">
              <a:avLst/>
            </a:prstGeom>
          </p:spPr>
        </p:pic>
        <p:sp>
          <p:nvSpPr>
            <p:cNvPr id="114" name="pl48">
              <a:extLst>
                <a:ext uri="{FF2B5EF4-FFF2-40B4-BE49-F238E27FC236}">
                  <a16:creationId xmlns:a16="http://schemas.microsoft.com/office/drawing/2014/main" id="{893E7FFB-006F-4615-303D-B1FDD807E7DF}"/>
                </a:ext>
              </a:extLst>
            </p:cNvPr>
            <p:cNvSpPr/>
            <p:nvPr/>
          </p:nvSpPr>
          <p:spPr>
            <a:xfrm>
              <a:off x="7928759" y="588031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5" name="pl49">
              <a:extLst>
                <a:ext uri="{FF2B5EF4-FFF2-40B4-BE49-F238E27FC236}">
                  <a16:creationId xmlns:a16="http://schemas.microsoft.com/office/drawing/2014/main" id="{82BA7E97-BDC4-B058-E663-CB65827FAAF1}"/>
                </a:ext>
              </a:extLst>
            </p:cNvPr>
            <p:cNvSpPr/>
            <p:nvPr/>
          </p:nvSpPr>
          <p:spPr>
            <a:xfrm>
              <a:off x="7928759" y="569804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6" name="pl50">
              <a:extLst>
                <a:ext uri="{FF2B5EF4-FFF2-40B4-BE49-F238E27FC236}">
                  <a16:creationId xmlns:a16="http://schemas.microsoft.com/office/drawing/2014/main" id="{F293E280-C098-C96A-EB7D-F7F622D85512}"/>
                </a:ext>
              </a:extLst>
            </p:cNvPr>
            <p:cNvSpPr/>
            <p:nvPr/>
          </p:nvSpPr>
          <p:spPr>
            <a:xfrm>
              <a:off x="7928759" y="551577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7" name="pl51">
              <a:extLst>
                <a:ext uri="{FF2B5EF4-FFF2-40B4-BE49-F238E27FC236}">
                  <a16:creationId xmlns:a16="http://schemas.microsoft.com/office/drawing/2014/main" id="{B10F8FBE-6EF9-9AD0-694A-43F26924623F}"/>
                </a:ext>
              </a:extLst>
            </p:cNvPr>
            <p:cNvSpPr/>
            <p:nvPr/>
          </p:nvSpPr>
          <p:spPr>
            <a:xfrm>
              <a:off x="7928759" y="533350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8" name="pl52">
              <a:extLst>
                <a:ext uri="{FF2B5EF4-FFF2-40B4-BE49-F238E27FC236}">
                  <a16:creationId xmlns:a16="http://schemas.microsoft.com/office/drawing/2014/main" id="{69A900D8-DBBF-27E9-C6A0-4AB27B436CDE}"/>
                </a:ext>
              </a:extLst>
            </p:cNvPr>
            <p:cNvSpPr/>
            <p:nvPr/>
          </p:nvSpPr>
          <p:spPr>
            <a:xfrm>
              <a:off x="7928759" y="515123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9" name="pl53">
              <a:extLst>
                <a:ext uri="{FF2B5EF4-FFF2-40B4-BE49-F238E27FC236}">
                  <a16:creationId xmlns:a16="http://schemas.microsoft.com/office/drawing/2014/main" id="{E1078317-9209-3E93-12DD-49922872F041}"/>
                </a:ext>
              </a:extLst>
            </p:cNvPr>
            <p:cNvSpPr/>
            <p:nvPr/>
          </p:nvSpPr>
          <p:spPr>
            <a:xfrm>
              <a:off x="7928759" y="496896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0" name="pl54">
              <a:extLst>
                <a:ext uri="{FF2B5EF4-FFF2-40B4-BE49-F238E27FC236}">
                  <a16:creationId xmlns:a16="http://schemas.microsoft.com/office/drawing/2014/main" id="{08DA60A7-8919-A949-97BD-B2800124C264}"/>
                </a:ext>
              </a:extLst>
            </p:cNvPr>
            <p:cNvSpPr/>
            <p:nvPr/>
          </p:nvSpPr>
          <p:spPr>
            <a:xfrm>
              <a:off x="7928759" y="478669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1" name="pl55">
              <a:extLst>
                <a:ext uri="{FF2B5EF4-FFF2-40B4-BE49-F238E27FC236}">
                  <a16:creationId xmlns:a16="http://schemas.microsoft.com/office/drawing/2014/main" id="{2A3F6268-1B85-AC33-559D-88728B51010B}"/>
                </a:ext>
              </a:extLst>
            </p:cNvPr>
            <p:cNvSpPr/>
            <p:nvPr/>
          </p:nvSpPr>
          <p:spPr>
            <a:xfrm>
              <a:off x="7753194" y="588031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2" name="pl56">
              <a:extLst>
                <a:ext uri="{FF2B5EF4-FFF2-40B4-BE49-F238E27FC236}">
                  <a16:creationId xmlns:a16="http://schemas.microsoft.com/office/drawing/2014/main" id="{D6CA9CAF-B78A-5D99-0D01-02AA66210F94}"/>
                </a:ext>
              </a:extLst>
            </p:cNvPr>
            <p:cNvSpPr/>
            <p:nvPr/>
          </p:nvSpPr>
          <p:spPr>
            <a:xfrm>
              <a:off x="7753194" y="569804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3" name="pl57">
              <a:extLst>
                <a:ext uri="{FF2B5EF4-FFF2-40B4-BE49-F238E27FC236}">
                  <a16:creationId xmlns:a16="http://schemas.microsoft.com/office/drawing/2014/main" id="{68FD025C-01AF-D238-0169-9759C7B5BF7D}"/>
                </a:ext>
              </a:extLst>
            </p:cNvPr>
            <p:cNvSpPr/>
            <p:nvPr/>
          </p:nvSpPr>
          <p:spPr>
            <a:xfrm>
              <a:off x="7753194" y="551577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4" name="pl58">
              <a:extLst>
                <a:ext uri="{FF2B5EF4-FFF2-40B4-BE49-F238E27FC236}">
                  <a16:creationId xmlns:a16="http://schemas.microsoft.com/office/drawing/2014/main" id="{95F9982C-4ED1-0AF5-70A4-85D036510198}"/>
                </a:ext>
              </a:extLst>
            </p:cNvPr>
            <p:cNvSpPr/>
            <p:nvPr/>
          </p:nvSpPr>
          <p:spPr>
            <a:xfrm>
              <a:off x="7753194" y="533350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5" name="pl59">
              <a:extLst>
                <a:ext uri="{FF2B5EF4-FFF2-40B4-BE49-F238E27FC236}">
                  <a16:creationId xmlns:a16="http://schemas.microsoft.com/office/drawing/2014/main" id="{A6024B4A-7759-A80D-5664-701879781511}"/>
                </a:ext>
              </a:extLst>
            </p:cNvPr>
            <p:cNvSpPr/>
            <p:nvPr/>
          </p:nvSpPr>
          <p:spPr>
            <a:xfrm>
              <a:off x="7753194" y="515123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6" name="pl60">
              <a:extLst>
                <a:ext uri="{FF2B5EF4-FFF2-40B4-BE49-F238E27FC236}">
                  <a16:creationId xmlns:a16="http://schemas.microsoft.com/office/drawing/2014/main" id="{3D481D7D-C788-AD19-1A76-B5C36E8F12DE}"/>
                </a:ext>
              </a:extLst>
            </p:cNvPr>
            <p:cNvSpPr/>
            <p:nvPr/>
          </p:nvSpPr>
          <p:spPr>
            <a:xfrm>
              <a:off x="7753194" y="496896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7" name="pl61">
              <a:extLst>
                <a:ext uri="{FF2B5EF4-FFF2-40B4-BE49-F238E27FC236}">
                  <a16:creationId xmlns:a16="http://schemas.microsoft.com/office/drawing/2014/main" id="{A8C6BD3B-40C9-52E1-5CDE-677E0E5ED1CF}"/>
                </a:ext>
              </a:extLst>
            </p:cNvPr>
            <p:cNvSpPr/>
            <p:nvPr/>
          </p:nvSpPr>
          <p:spPr>
            <a:xfrm>
              <a:off x="7753194" y="478669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8" name="tx62">
              <a:extLst>
                <a:ext uri="{FF2B5EF4-FFF2-40B4-BE49-F238E27FC236}">
                  <a16:creationId xmlns:a16="http://schemas.microsoft.com/office/drawing/2014/main" id="{48949E7C-241C-9218-B052-4A7C01F84F24}"/>
                </a:ext>
              </a:extLst>
            </p:cNvPr>
            <p:cNvSpPr/>
            <p:nvPr/>
          </p:nvSpPr>
          <p:spPr>
            <a:xfrm>
              <a:off x="8042239" y="584026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9" name="tx63">
              <a:extLst>
                <a:ext uri="{FF2B5EF4-FFF2-40B4-BE49-F238E27FC236}">
                  <a16:creationId xmlns:a16="http://schemas.microsoft.com/office/drawing/2014/main" id="{39EEC782-52C1-EF91-C25B-38FF811853E7}"/>
                </a:ext>
              </a:extLst>
            </p:cNvPr>
            <p:cNvSpPr/>
            <p:nvPr/>
          </p:nvSpPr>
          <p:spPr>
            <a:xfrm>
              <a:off x="8042239" y="565799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0" name="tx64">
              <a:extLst>
                <a:ext uri="{FF2B5EF4-FFF2-40B4-BE49-F238E27FC236}">
                  <a16:creationId xmlns:a16="http://schemas.microsoft.com/office/drawing/2014/main" id="{3EBB99AB-0B9E-44D0-859A-6C1FAAB6DE59}"/>
                </a:ext>
              </a:extLst>
            </p:cNvPr>
            <p:cNvSpPr/>
            <p:nvPr/>
          </p:nvSpPr>
          <p:spPr>
            <a:xfrm>
              <a:off x="8042239" y="547572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1" name="tx65">
              <a:extLst>
                <a:ext uri="{FF2B5EF4-FFF2-40B4-BE49-F238E27FC236}">
                  <a16:creationId xmlns:a16="http://schemas.microsoft.com/office/drawing/2014/main" id="{A33C4BB8-182B-CE2E-5371-9553206F2832}"/>
                </a:ext>
              </a:extLst>
            </p:cNvPr>
            <p:cNvSpPr/>
            <p:nvPr/>
          </p:nvSpPr>
          <p:spPr>
            <a:xfrm>
              <a:off x="8042239" y="529345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2" name="tx66">
              <a:extLst>
                <a:ext uri="{FF2B5EF4-FFF2-40B4-BE49-F238E27FC236}">
                  <a16:creationId xmlns:a16="http://schemas.microsoft.com/office/drawing/2014/main" id="{0AB97798-CEDD-96AF-3C77-A0072F517C57}"/>
                </a:ext>
              </a:extLst>
            </p:cNvPr>
            <p:cNvSpPr/>
            <p:nvPr/>
          </p:nvSpPr>
          <p:spPr>
            <a:xfrm>
              <a:off x="8042239" y="511118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3" name="tx67">
              <a:extLst>
                <a:ext uri="{FF2B5EF4-FFF2-40B4-BE49-F238E27FC236}">
                  <a16:creationId xmlns:a16="http://schemas.microsoft.com/office/drawing/2014/main" id="{5610A1D8-120C-5C6E-F447-6CACB7D7BA51}"/>
                </a:ext>
              </a:extLst>
            </p:cNvPr>
            <p:cNvSpPr/>
            <p:nvPr/>
          </p:nvSpPr>
          <p:spPr>
            <a:xfrm>
              <a:off x="8042239" y="492891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34" name="tx68">
              <a:extLst>
                <a:ext uri="{FF2B5EF4-FFF2-40B4-BE49-F238E27FC236}">
                  <a16:creationId xmlns:a16="http://schemas.microsoft.com/office/drawing/2014/main" id="{9B1C2D4B-C046-CE37-9420-D8189855A3A1}"/>
                </a:ext>
              </a:extLst>
            </p:cNvPr>
            <p:cNvSpPr/>
            <p:nvPr/>
          </p:nvSpPr>
          <p:spPr>
            <a:xfrm>
              <a:off x="8042239" y="474664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</p:grpSp>
      <p:sp>
        <p:nvSpPr>
          <p:cNvPr id="135" name="tx69">
            <a:extLst>
              <a:ext uri="{FF2B5EF4-FFF2-40B4-BE49-F238E27FC236}">
                <a16:creationId xmlns:a16="http://schemas.microsoft.com/office/drawing/2014/main" id="{DC9FAD2F-367F-F1D7-553E-834098DB0384}"/>
              </a:ext>
            </a:extLst>
          </p:cNvPr>
          <p:cNvSpPr/>
          <p:nvPr/>
        </p:nvSpPr>
        <p:spPr>
          <a:xfrm>
            <a:off x="13683925" y="19349689"/>
            <a:ext cx="3716075" cy="2459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700"/>
              </a:lnSpc>
            </a:pPr>
            <a:r>
              <a:rPr sz="27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Environmental Distance </a:t>
            </a:r>
          </a:p>
        </p:txBody>
      </p:sp>
      <p:sp>
        <p:nvSpPr>
          <p:cNvPr id="136" name="tx70">
            <a:extLst>
              <a:ext uri="{FF2B5EF4-FFF2-40B4-BE49-F238E27FC236}">
                <a16:creationId xmlns:a16="http://schemas.microsoft.com/office/drawing/2014/main" id="{2A435524-9BA2-13C7-8D67-A8508934A828}"/>
              </a:ext>
            </a:extLst>
          </p:cNvPr>
          <p:cNvSpPr/>
          <p:nvPr/>
        </p:nvSpPr>
        <p:spPr>
          <a:xfrm>
            <a:off x="13683925" y="19720021"/>
            <a:ext cx="2153685" cy="2459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700"/>
              </a:lnSpc>
            </a:pPr>
            <a:r>
              <a:rPr sz="27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between Sites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50" name="Group 3249">
            <a:extLst>
              <a:ext uri="{FF2B5EF4-FFF2-40B4-BE49-F238E27FC236}">
                <a16:creationId xmlns:a16="http://schemas.microsoft.com/office/drawing/2014/main" id="{B3204E33-DAEF-59FE-F01C-7C209F75A766}"/>
              </a:ext>
            </a:extLst>
          </p:cNvPr>
          <p:cNvGrpSpPr/>
          <p:nvPr/>
        </p:nvGrpSpPr>
        <p:grpSpPr>
          <a:xfrm>
            <a:off x="5224823" y="21188924"/>
            <a:ext cx="18046542" cy="8488221"/>
            <a:chOff x="5224823" y="21188924"/>
            <a:chExt cx="18046542" cy="8488221"/>
          </a:xfrm>
        </p:grpSpPr>
        <p:sp>
          <p:nvSpPr>
            <p:cNvPr id="5117" name="tx91">
              <a:extLst>
                <a:ext uri="{FF2B5EF4-FFF2-40B4-BE49-F238E27FC236}">
                  <a16:creationId xmlns:a16="http://schemas.microsoft.com/office/drawing/2014/main" id="{162AAFC9-4D10-1ACE-85A4-9A2D0A43D447}"/>
                </a:ext>
              </a:extLst>
            </p:cNvPr>
            <p:cNvSpPr/>
            <p:nvPr/>
          </p:nvSpPr>
          <p:spPr>
            <a:xfrm>
              <a:off x="5224823" y="21450573"/>
              <a:ext cx="4173111" cy="2216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Environmental Distance </a:t>
              </a:r>
            </a:p>
            <a:p>
              <a:pPr>
                <a:lnSpc>
                  <a:spcPts val="2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Between </a:t>
              </a: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Garden Site</a:t>
              </a: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 </a:t>
              </a:r>
            </a:p>
            <a:p>
              <a:pPr>
                <a:lnSpc>
                  <a:spcPts val="2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Sources</a:t>
              </a:r>
              <a:endPara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5" name="rc5">
              <a:extLst>
                <a:ext uri="{FF2B5EF4-FFF2-40B4-BE49-F238E27FC236}">
                  <a16:creationId xmlns:a16="http://schemas.microsoft.com/office/drawing/2014/main" id="{9EBAD948-9113-511E-1763-7BB41E3B6615}"/>
                </a:ext>
              </a:extLst>
            </p:cNvPr>
            <p:cNvSpPr/>
            <p:nvPr/>
          </p:nvSpPr>
          <p:spPr>
            <a:xfrm>
              <a:off x="10999286" y="26491923"/>
              <a:ext cx="9919599" cy="269072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6" name="rc6">
              <a:extLst>
                <a:ext uri="{FF2B5EF4-FFF2-40B4-BE49-F238E27FC236}">
                  <a16:creationId xmlns:a16="http://schemas.microsoft.com/office/drawing/2014/main" id="{F4C9E671-B138-EFB9-51B7-5C972D661CE7}"/>
                </a:ext>
              </a:extLst>
            </p:cNvPr>
            <p:cNvSpPr/>
            <p:nvPr/>
          </p:nvSpPr>
          <p:spPr>
            <a:xfrm>
              <a:off x="19690966" y="28257716"/>
              <a:ext cx="972509" cy="840851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" name="rc7">
              <a:extLst>
                <a:ext uri="{FF2B5EF4-FFF2-40B4-BE49-F238E27FC236}">
                  <a16:creationId xmlns:a16="http://schemas.microsoft.com/office/drawing/2014/main" id="{E5307ABE-7125-EA17-822C-6D0AEAE98C35}"/>
                </a:ext>
              </a:extLst>
            </p:cNvPr>
            <p:cNvSpPr/>
            <p:nvPr/>
          </p:nvSpPr>
          <p:spPr>
            <a:xfrm>
              <a:off x="19690966" y="27416864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" name="rc8">
              <a:extLst>
                <a:ext uri="{FF2B5EF4-FFF2-40B4-BE49-F238E27FC236}">
                  <a16:creationId xmlns:a16="http://schemas.microsoft.com/office/drawing/2014/main" id="{89EB669E-4086-4627-E189-38A57A8659EC}"/>
                </a:ext>
              </a:extLst>
            </p:cNvPr>
            <p:cNvSpPr/>
            <p:nvPr/>
          </p:nvSpPr>
          <p:spPr>
            <a:xfrm>
              <a:off x="19690966" y="26576012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" name="rc9">
              <a:extLst>
                <a:ext uri="{FF2B5EF4-FFF2-40B4-BE49-F238E27FC236}">
                  <a16:creationId xmlns:a16="http://schemas.microsoft.com/office/drawing/2014/main" id="{D2FBDD56-9654-3E3D-4431-DE0264571ACF}"/>
                </a:ext>
              </a:extLst>
            </p:cNvPr>
            <p:cNvSpPr/>
            <p:nvPr/>
          </p:nvSpPr>
          <p:spPr>
            <a:xfrm>
              <a:off x="14986576" y="28257716"/>
              <a:ext cx="972509" cy="840851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" name="rc10">
              <a:extLst>
                <a:ext uri="{FF2B5EF4-FFF2-40B4-BE49-F238E27FC236}">
                  <a16:creationId xmlns:a16="http://schemas.microsoft.com/office/drawing/2014/main" id="{A1B03055-CD3D-C8F4-6332-8A3F4935E395}"/>
                </a:ext>
              </a:extLst>
            </p:cNvPr>
            <p:cNvSpPr/>
            <p:nvPr/>
          </p:nvSpPr>
          <p:spPr>
            <a:xfrm>
              <a:off x="14986576" y="27416864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" name="rc11">
              <a:extLst>
                <a:ext uri="{FF2B5EF4-FFF2-40B4-BE49-F238E27FC236}">
                  <a16:creationId xmlns:a16="http://schemas.microsoft.com/office/drawing/2014/main" id="{EC884296-DD85-A407-9402-27FF81A706E2}"/>
                </a:ext>
              </a:extLst>
            </p:cNvPr>
            <p:cNvSpPr/>
            <p:nvPr/>
          </p:nvSpPr>
          <p:spPr>
            <a:xfrm>
              <a:off x="14986576" y="26576012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" name="rc12">
              <a:extLst>
                <a:ext uri="{FF2B5EF4-FFF2-40B4-BE49-F238E27FC236}">
                  <a16:creationId xmlns:a16="http://schemas.microsoft.com/office/drawing/2014/main" id="{1A5B467B-8609-5B5D-B373-A9D838B425EA}"/>
                </a:ext>
              </a:extLst>
            </p:cNvPr>
            <p:cNvSpPr/>
            <p:nvPr/>
          </p:nvSpPr>
          <p:spPr>
            <a:xfrm>
              <a:off x="15959086" y="28257716"/>
              <a:ext cx="972509" cy="840851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3" name="rc13">
              <a:extLst>
                <a:ext uri="{FF2B5EF4-FFF2-40B4-BE49-F238E27FC236}">
                  <a16:creationId xmlns:a16="http://schemas.microsoft.com/office/drawing/2014/main" id="{3CC51FFC-6E8D-0F1E-A7B0-BA25EA749BDB}"/>
                </a:ext>
              </a:extLst>
            </p:cNvPr>
            <p:cNvSpPr/>
            <p:nvPr/>
          </p:nvSpPr>
          <p:spPr>
            <a:xfrm>
              <a:off x="15959086" y="27416864"/>
              <a:ext cx="972509" cy="840851"/>
            </a:xfrm>
            <a:prstGeom prst="rect">
              <a:avLst/>
            </a:prstGeom>
            <a:solidFill>
              <a:srgbClr val="FEBC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4" name="rc14">
              <a:extLst>
                <a:ext uri="{FF2B5EF4-FFF2-40B4-BE49-F238E27FC236}">
                  <a16:creationId xmlns:a16="http://schemas.microsoft.com/office/drawing/2014/main" id="{C475BBE2-5712-19F9-2EAA-AE8CDDEA6175}"/>
                </a:ext>
              </a:extLst>
            </p:cNvPr>
            <p:cNvSpPr/>
            <p:nvPr/>
          </p:nvSpPr>
          <p:spPr>
            <a:xfrm>
              <a:off x="15959086" y="26576012"/>
              <a:ext cx="972509" cy="840851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" name="rc15">
              <a:extLst>
                <a:ext uri="{FF2B5EF4-FFF2-40B4-BE49-F238E27FC236}">
                  <a16:creationId xmlns:a16="http://schemas.microsoft.com/office/drawing/2014/main" id="{EF02D635-44FD-75C5-FCA1-6F3C321BC3B0}"/>
                </a:ext>
              </a:extLst>
            </p:cNvPr>
            <p:cNvSpPr/>
            <p:nvPr/>
          </p:nvSpPr>
          <p:spPr>
            <a:xfrm>
              <a:off x="11096537" y="28257716"/>
              <a:ext cx="972509" cy="840851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" name="rc16">
              <a:extLst>
                <a:ext uri="{FF2B5EF4-FFF2-40B4-BE49-F238E27FC236}">
                  <a16:creationId xmlns:a16="http://schemas.microsoft.com/office/drawing/2014/main" id="{8D099DD9-7E8A-EA94-4379-245A3CD91D14}"/>
                </a:ext>
              </a:extLst>
            </p:cNvPr>
            <p:cNvSpPr/>
            <p:nvPr/>
          </p:nvSpPr>
          <p:spPr>
            <a:xfrm>
              <a:off x="11096537" y="27416864"/>
              <a:ext cx="972509" cy="840851"/>
            </a:xfrm>
            <a:prstGeom prst="rect">
              <a:avLst/>
            </a:prstGeom>
            <a:solidFill>
              <a:srgbClr val="FEAA7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" name="rc17">
              <a:extLst>
                <a:ext uri="{FF2B5EF4-FFF2-40B4-BE49-F238E27FC236}">
                  <a16:creationId xmlns:a16="http://schemas.microsoft.com/office/drawing/2014/main" id="{7DD30775-BBEF-601C-B478-3E129515F735}"/>
                </a:ext>
              </a:extLst>
            </p:cNvPr>
            <p:cNvSpPr/>
            <p:nvPr/>
          </p:nvSpPr>
          <p:spPr>
            <a:xfrm>
              <a:off x="11096537" y="26576012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" name="rc18">
              <a:extLst>
                <a:ext uri="{FF2B5EF4-FFF2-40B4-BE49-F238E27FC236}">
                  <a16:creationId xmlns:a16="http://schemas.microsoft.com/office/drawing/2014/main" id="{C2FE9CF3-E865-B168-D3E3-DADC817E84B5}"/>
                </a:ext>
              </a:extLst>
            </p:cNvPr>
            <p:cNvSpPr/>
            <p:nvPr/>
          </p:nvSpPr>
          <p:spPr>
            <a:xfrm>
              <a:off x="12069047" y="28257716"/>
              <a:ext cx="972509" cy="840851"/>
            </a:xfrm>
            <a:prstGeom prst="rect">
              <a:avLst/>
            </a:prstGeom>
            <a:solidFill>
              <a:srgbClr val="E24D66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" name="rc19">
              <a:extLst>
                <a:ext uri="{FF2B5EF4-FFF2-40B4-BE49-F238E27FC236}">
                  <a16:creationId xmlns:a16="http://schemas.microsoft.com/office/drawing/2014/main" id="{C9B23584-B776-9486-DB9A-0134B769D897}"/>
                </a:ext>
              </a:extLst>
            </p:cNvPr>
            <p:cNvSpPr/>
            <p:nvPr/>
          </p:nvSpPr>
          <p:spPr>
            <a:xfrm>
              <a:off x="12069047" y="27416864"/>
              <a:ext cx="972509" cy="840851"/>
            </a:xfrm>
            <a:prstGeom prst="rect">
              <a:avLst/>
            </a:prstGeom>
            <a:solidFill>
              <a:srgbClr val="FD956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" name="rc20">
              <a:extLst>
                <a:ext uri="{FF2B5EF4-FFF2-40B4-BE49-F238E27FC236}">
                  <a16:creationId xmlns:a16="http://schemas.microsoft.com/office/drawing/2014/main" id="{7C02903B-95D0-A82D-92AF-5547F5BF275B}"/>
                </a:ext>
              </a:extLst>
            </p:cNvPr>
            <p:cNvSpPr/>
            <p:nvPr/>
          </p:nvSpPr>
          <p:spPr>
            <a:xfrm>
              <a:off x="12069047" y="26576012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" name="rc21">
              <a:extLst>
                <a:ext uri="{FF2B5EF4-FFF2-40B4-BE49-F238E27FC236}">
                  <a16:creationId xmlns:a16="http://schemas.microsoft.com/office/drawing/2014/main" id="{D4749CCF-D469-8D11-848C-F1F57F8E967D}"/>
                </a:ext>
              </a:extLst>
            </p:cNvPr>
            <p:cNvSpPr/>
            <p:nvPr/>
          </p:nvSpPr>
          <p:spPr>
            <a:xfrm>
              <a:off x="13041557" y="28257716"/>
              <a:ext cx="972509" cy="840851"/>
            </a:xfrm>
            <a:prstGeom prst="rect">
              <a:avLst/>
            </a:prstGeom>
            <a:solidFill>
              <a:srgbClr val="07061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" name="rc22">
              <a:extLst>
                <a:ext uri="{FF2B5EF4-FFF2-40B4-BE49-F238E27FC236}">
                  <a16:creationId xmlns:a16="http://schemas.microsoft.com/office/drawing/2014/main" id="{A93D3009-1C8E-2080-EDC7-10B72DC8D4B4}"/>
                </a:ext>
              </a:extLst>
            </p:cNvPr>
            <p:cNvSpPr/>
            <p:nvPr/>
          </p:nvSpPr>
          <p:spPr>
            <a:xfrm>
              <a:off x="13041557" y="27416864"/>
              <a:ext cx="972509" cy="840851"/>
            </a:xfrm>
            <a:prstGeom prst="rect">
              <a:avLst/>
            </a:prstGeom>
            <a:solidFill>
              <a:srgbClr val="9F2F7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" name="rc23">
              <a:extLst>
                <a:ext uri="{FF2B5EF4-FFF2-40B4-BE49-F238E27FC236}">
                  <a16:creationId xmlns:a16="http://schemas.microsoft.com/office/drawing/2014/main" id="{485C8CEE-8FEC-0495-D043-2A8F70FFCB8A}"/>
                </a:ext>
              </a:extLst>
            </p:cNvPr>
            <p:cNvSpPr/>
            <p:nvPr/>
          </p:nvSpPr>
          <p:spPr>
            <a:xfrm>
              <a:off x="13041557" y="26576012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" name="rc24">
              <a:extLst>
                <a:ext uri="{FF2B5EF4-FFF2-40B4-BE49-F238E27FC236}">
                  <a16:creationId xmlns:a16="http://schemas.microsoft.com/office/drawing/2014/main" id="{075898B7-A2C7-A863-809C-CE80BA6E4E89}"/>
                </a:ext>
              </a:extLst>
            </p:cNvPr>
            <p:cNvSpPr/>
            <p:nvPr/>
          </p:nvSpPr>
          <p:spPr>
            <a:xfrm>
              <a:off x="14014066" y="28257716"/>
              <a:ext cx="972509" cy="840851"/>
            </a:xfrm>
            <a:prstGeom prst="rect">
              <a:avLst/>
            </a:prstGeom>
            <a:solidFill>
              <a:srgbClr val="00000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" name="rc25">
              <a:extLst>
                <a:ext uri="{FF2B5EF4-FFF2-40B4-BE49-F238E27FC236}">
                  <a16:creationId xmlns:a16="http://schemas.microsoft.com/office/drawing/2014/main" id="{CAF11FAF-BAE5-7F1F-6C6E-15D88EBA34F1}"/>
                </a:ext>
              </a:extLst>
            </p:cNvPr>
            <p:cNvSpPr/>
            <p:nvPr/>
          </p:nvSpPr>
          <p:spPr>
            <a:xfrm>
              <a:off x="14014066" y="27416864"/>
              <a:ext cx="972509" cy="840851"/>
            </a:xfrm>
            <a:prstGeom prst="rect">
              <a:avLst/>
            </a:prstGeom>
            <a:solidFill>
              <a:srgbClr val="FDE0A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" name="rc26">
              <a:extLst>
                <a:ext uri="{FF2B5EF4-FFF2-40B4-BE49-F238E27FC236}">
                  <a16:creationId xmlns:a16="http://schemas.microsoft.com/office/drawing/2014/main" id="{ECFF3695-AB1B-E275-80BF-40CE7053CBEF}"/>
                </a:ext>
              </a:extLst>
            </p:cNvPr>
            <p:cNvSpPr/>
            <p:nvPr/>
          </p:nvSpPr>
          <p:spPr>
            <a:xfrm>
              <a:off x="14014066" y="26576012"/>
              <a:ext cx="972509" cy="840851"/>
            </a:xfrm>
            <a:prstGeom prst="rect">
              <a:avLst/>
            </a:prstGeom>
            <a:solidFill>
              <a:srgbClr val="5C167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" name="rc27">
              <a:extLst>
                <a:ext uri="{FF2B5EF4-FFF2-40B4-BE49-F238E27FC236}">
                  <a16:creationId xmlns:a16="http://schemas.microsoft.com/office/drawing/2014/main" id="{85E74215-224C-092E-642E-A566C437D98E}"/>
                </a:ext>
              </a:extLst>
            </p:cNvPr>
            <p:cNvSpPr/>
            <p:nvPr/>
          </p:nvSpPr>
          <p:spPr>
            <a:xfrm>
              <a:off x="16931596" y="28257716"/>
              <a:ext cx="972509" cy="840851"/>
            </a:xfrm>
            <a:prstGeom prst="rect">
              <a:avLst/>
            </a:prstGeom>
            <a:solidFill>
              <a:srgbClr val="0A082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" name="rc28">
              <a:extLst>
                <a:ext uri="{FF2B5EF4-FFF2-40B4-BE49-F238E27FC236}">
                  <a16:creationId xmlns:a16="http://schemas.microsoft.com/office/drawing/2014/main" id="{91893761-2D88-5FB9-1389-AD995C647AEF}"/>
                </a:ext>
              </a:extLst>
            </p:cNvPr>
            <p:cNvSpPr/>
            <p:nvPr/>
          </p:nvSpPr>
          <p:spPr>
            <a:xfrm>
              <a:off x="16931596" y="27416864"/>
              <a:ext cx="972509" cy="840851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" name="rc29">
              <a:extLst>
                <a:ext uri="{FF2B5EF4-FFF2-40B4-BE49-F238E27FC236}">
                  <a16:creationId xmlns:a16="http://schemas.microsoft.com/office/drawing/2014/main" id="{470798C8-6FE5-FD49-E5F3-05A30CE986E8}"/>
                </a:ext>
              </a:extLst>
            </p:cNvPr>
            <p:cNvSpPr/>
            <p:nvPr/>
          </p:nvSpPr>
          <p:spPr>
            <a:xfrm>
              <a:off x="16931596" y="26576012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" name="rc30">
              <a:extLst>
                <a:ext uri="{FF2B5EF4-FFF2-40B4-BE49-F238E27FC236}">
                  <a16:creationId xmlns:a16="http://schemas.microsoft.com/office/drawing/2014/main" id="{3CF56028-61C3-5E83-B966-75A2B65D84E4}"/>
                </a:ext>
              </a:extLst>
            </p:cNvPr>
            <p:cNvSpPr/>
            <p:nvPr/>
          </p:nvSpPr>
          <p:spPr>
            <a:xfrm>
              <a:off x="17904106" y="28257716"/>
              <a:ext cx="972509" cy="840851"/>
            </a:xfrm>
            <a:prstGeom prst="rect">
              <a:avLst/>
            </a:prstGeom>
            <a:solidFill>
              <a:srgbClr val="FEC28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" name="rc31">
              <a:extLst>
                <a:ext uri="{FF2B5EF4-FFF2-40B4-BE49-F238E27FC236}">
                  <a16:creationId xmlns:a16="http://schemas.microsoft.com/office/drawing/2014/main" id="{6E1E6639-9C29-BAAC-2D13-DB93BB5E8FC9}"/>
                </a:ext>
              </a:extLst>
            </p:cNvPr>
            <p:cNvSpPr/>
            <p:nvPr/>
          </p:nvSpPr>
          <p:spPr>
            <a:xfrm>
              <a:off x="17904106" y="27416864"/>
              <a:ext cx="972509" cy="840851"/>
            </a:xfrm>
            <a:prstGeom prst="rect">
              <a:avLst/>
            </a:prstGeom>
            <a:solidFill>
              <a:srgbClr val="982D8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" name="rc32">
              <a:extLst>
                <a:ext uri="{FF2B5EF4-FFF2-40B4-BE49-F238E27FC236}">
                  <a16:creationId xmlns:a16="http://schemas.microsoft.com/office/drawing/2014/main" id="{4F77C892-B263-9C2C-9B37-D8F756D07A1D}"/>
                </a:ext>
              </a:extLst>
            </p:cNvPr>
            <p:cNvSpPr/>
            <p:nvPr/>
          </p:nvSpPr>
          <p:spPr>
            <a:xfrm>
              <a:off x="17904106" y="26576012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" name="rc33">
              <a:extLst>
                <a:ext uri="{FF2B5EF4-FFF2-40B4-BE49-F238E27FC236}">
                  <a16:creationId xmlns:a16="http://schemas.microsoft.com/office/drawing/2014/main" id="{AE456200-D7D3-AC6D-5B49-C2D4FBAA4462}"/>
                </a:ext>
              </a:extLst>
            </p:cNvPr>
            <p:cNvSpPr/>
            <p:nvPr/>
          </p:nvSpPr>
          <p:spPr>
            <a:xfrm>
              <a:off x="20663476" y="28257716"/>
              <a:ext cx="972509" cy="840851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4" name="rc34">
              <a:extLst>
                <a:ext uri="{FF2B5EF4-FFF2-40B4-BE49-F238E27FC236}">
                  <a16:creationId xmlns:a16="http://schemas.microsoft.com/office/drawing/2014/main" id="{BF30C260-D92D-AEA0-0129-8824C95D6000}"/>
                </a:ext>
              </a:extLst>
            </p:cNvPr>
            <p:cNvSpPr/>
            <p:nvPr/>
          </p:nvSpPr>
          <p:spPr>
            <a:xfrm>
              <a:off x="20663476" y="27416864"/>
              <a:ext cx="972509" cy="840851"/>
            </a:xfrm>
            <a:prstGeom prst="rect">
              <a:avLst/>
            </a:prstGeom>
            <a:solidFill>
              <a:srgbClr val="FA805E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5" name="rc35">
              <a:extLst>
                <a:ext uri="{FF2B5EF4-FFF2-40B4-BE49-F238E27FC236}">
                  <a16:creationId xmlns:a16="http://schemas.microsoft.com/office/drawing/2014/main" id="{884A794E-1794-DB89-290D-06B1A85F14BC}"/>
                </a:ext>
              </a:extLst>
            </p:cNvPr>
            <p:cNvSpPr/>
            <p:nvPr/>
          </p:nvSpPr>
          <p:spPr>
            <a:xfrm>
              <a:off x="20663476" y="26576012"/>
              <a:ext cx="972509" cy="840851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6" name="tx36">
              <a:extLst>
                <a:ext uri="{FF2B5EF4-FFF2-40B4-BE49-F238E27FC236}">
                  <a16:creationId xmlns:a16="http://schemas.microsoft.com/office/drawing/2014/main" id="{D30BE590-A27F-F1FE-7AC5-CA549CAD539D}"/>
                </a:ext>
              </a:extLst>
            </p:cNvPr>
            <p:cNvSpPr/>
            <p:nvPr/>
          </p:nvSpPr>
          <p:spPr>
            <a:xfrm>
              <a:off x="19973261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37" name="tx37">
              <a:extLst>
                <a:ext uri="{FF2B5EF4-FFF2-40B4-BE49-F238E27FC236}">
                  <a16:creationId xmlns:a16="http://schemas.microsoft.com/office/drawing/2014/main" id="{27AC60AE-3C1E-FD0A-C7B9-9E5A1CF1F75E}"/>
                </a:ext>
              </a:extLst>
            </p:cNvPr>
            <p:cNvSpPr/>
            <p:nvPr/>
          </p:nvSpPr>
          <p:spPr>
            <a:xfrm>
              <a:off x="20118922" y="2777230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>
              <a:extLst>
                <a:ext uri="{FF2B5EF4-FFF2-40B4-BE49-F238E27FC236}">
                  <a16:creationId xmlns:a16="http://schemas.microsoft.com/office/drawing/2014/main" id="{75147773-B3B3-F84A-F17F-CA1175D03FAD}"/>
                </a:ext>
              </a:extLst>
            </p:cNvPr>
            <p:cNvSpPr/>
            <p:nvPr/>
          </p:nvSpPr>
          <p:spPr>
            <a:xfrm>
              <a:off x="20118922" y="2693145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>
              <a:extLst>
                <a:ext uri="{FF2B5EF4-FFF2-40B4-BE49-F238E27FC236}">
                  <a16:creationId xmlns:a16="http://schemas.microsoft.com/office/drawing/2014/main" id="{8088DC91-A425-39B7-8A2B-64A4C07F73F7}"/>
                </a:ext>
              </a:extLst>
            </p:cNvPr>
            <p:cNvSpPr/>
            <p:nvPr/>
          </p:nvSpPr>
          <p:spPr>
            <a:xfrm>
              <a:off x="15268874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40" name="tx40">
              <a:extLst>
                <a:ext uri="{FF2B5EF4-FFF2-40B4-BE49-F238E27FC236}">
                  <a16:creationId xmlns:a16="http://schemas.microsoft.com/office/drawing/2014/main" id="{EB4699F3-8B80-2002-ADAF-BFAB722DF16A}"/>
                </a:ext>
              </a:extLst>
            </p:cNvPr>
            <p:cNvSpPr/>
            <p:nvPr/>
          </p:nvSpPr>
          <p:spPr>
            <a:xfrm>
              <a:off x="15414532" y="2777230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>
              <a:extLst>
                <a:ext uri="{FF2B5EF4-FFF2-40B4-BE49-F238E27FC236}">
                  <a16:creationId xmlns:a16="http://schemas.microsoft.com/office/drawing/2014/main" id="{A966D2CF-25B4-BD98-3F45-54D9D19B24E5}"/>
                </a:ext>
              </a:extLst>
            </p:cNvPr>
            <p:cNvSpPr/>
            <p:nvPr/>
          </p:nvSpPr>
          <p:spPr>
            <a:xfrm>
              <a:off x="15414532" y="2693145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>
              <a:extLst>
                <a:ext uri="{FF2B5EF4-FFF2-40B4-BE49-F238E27FC236}">
                  <a16:creationId xmlns:a16="http://schemas.microsoft.com/office/drawing/2014/main" id="{1B5271D1-C988-DFC8-A6F7-5F01DB17ACFF}"/>
                </a:ext>
              </a:extLst>
            </p:cNvPr>
            <p:cNvSpPr/>
            <p:nvPr/>
          </p:nvSpPr>
          <p:spPr>
            <a:xfrm>
              <a:off x="16241384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43" name="tx43">
              <a:extLst>
                <a:ext uri="{FF2B5EF4-FFF2-40B4-BE49-F238E27FC236}">
                  <a16:creationId xmlns:a16="http://schemas.microsoft.com/office/drawing/2014/main" id="{1B60DADA-DDFE-F5AF-BB0F-AC9C0B5DD67F}"/>
                </a:ext>
              </a:extLst>
            </p:cNvPr>
            <p:cNvSpPr/>
            <p:nvPr/>
          </p:nvSpPr>
          <p:spPr>
            <a:xfrm>
              <a:off x="16241384" y="2777230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44" name="tx44">
              <a:extLst>
                <a:ext uri="{FF2B5EF4-FFF2-40B4-BE49-F238E27FC236}">
                  <a16:creationId xmlns:a16="http://schemas.microsoft.com/office/drawing/2014/main" id="{9B6D75E4-E093-0945-F639-ADFC4BAA352F}"/>
                </a:ext>
              </a:extLst>
            </p:cNvPr>
            <p:cNvSpPr/>
            <p:nvPr/>
          </p:nvSpPr>
          <p:spPr>
            <a:xfrm>
              <a:off x="16241384" y="2693145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45" name="tx45">
              <a:extLst>
                <a:ext uri="{FF2B5EF4-FFF2-40B4-BE49-F238E27FC236}">
                  <a16:creationId xmlns:a16="http://schemas.microsoft.com/office/drawing/2014/main" id="{6A30372F-4687-E43E-F2B0-BFD5D8A596FC}"/>
                </a:ext>
              </a:extLst>
            </p:cNvPr>
            <p:cNvSpPr/>
            <p:nvPr/>
          </p:nvSpPr>
          <p:spPr>
            <a:xfrm>
              <a:off x="11378834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46" name="tx46">
              <a:extLst>
                <a:ext uri="{FF2B5EF4-FFF2-40B4-BE49-F238E27FC236}">
                  <a16:creationId xmlns:a16="http://schemas.microsoft.com/office/drawing/2014/main" id="{49944F0C-324F-DF2E-E6DF-983529408372}"/>
                </a:ext>
              </a:extLst>
            </p:cNvPr>
            <p:cNvSpPr/>
            <p:nvPr/>
          </p:nvSpPr>
          <p:spPr>
            <a:xfrm>
              <a:off x="11378834" y="2777230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0.18</a:t>
              </a:r>
            </a:p>
          </p:txBody>
        </p:sp>
        <p:sp>
          <p:nvSpPr>
            <p:cNvPr id="47" name="tx47">
              <a:extLst>
                <a:ext uri="{FF2B5EF4-FFF2-40B4-BE49-F238E27FC236}">
                  <a16:creationId xmlns:a16="http://schemas.microsoft.com/office/drawing/2014/main" id="{52A67792-1FEE-2E3F-6D33-C7A86D6F563F}"/>
                </a:ext>
              </a:extLst>
            </p:cNvPr>
            <p:cNvSpPr/>
            <p:nvPr/>
          </p:nvSpPr>
          <p:spPr>
            <a:xfrm>
              <a:off x="11524494" y="2693145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>
              <a:extLst>
                <a:ext uri="{FF2B5EF4-FFF2-40B4-BE49-F238E27FC236}">
                  <a16:creationId xmlns:a16="http://schemas.microsoft.com/office/drawing/2014/main" id="{AB6EE361-E1B2-1697-D0B6-B6531B7FE787}"/>
                </a:ext>
              </a:extLst>
            </p:cNvPr>
            <p:cNvSpPr/>
            <p:nvPr/>
          </p:nvSpPr>
          <p:spPr>
            <a:xfrm>
              <a:off x="12351344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0.39</a:t>
              </a:r>
            </a:p>
          </p:txBody>
        </p:sp>
        <p:sp>
          <p:nvSpPr>
            <p:cNvPr id="49" name="tx49">
              <a:extLst>
                <a:ext uri="{FF2B5EF4-FFF2-40B4-BE49-F238E27FC236}">
                  <a16:creationId xmlns:a16="http://schemas.microsoft.com/office/drawing/2014/main" id="{A640FEB2-6576-E466-375B-BAB0E584412A}"/>
                </a:ext>
              </a:extLst>
            </p:cNvPr>
            <p:cNvSpPr/>
            <p:nvPr/>
          </p:nvSpPr>
          <p:spPr>
            <a:xfrm>
              <a:off x="12351344" y="2777230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0.22</a:t>
              </a:r>
            </a:p>
          </p:txBody>
        </p:sp>
        <p:sp>
          <p:nvSpPr>
            <p:cNvPr id="50" name="tx50">
              <a:extLst>
                <a:ext uri="{FF2B5EF4-FFF2-40B4-BE49-F238E27FC236}">
                  <a16:creationId xmlns:a16="http://schemas.microsoft.com/office/drawing/2014/main" id="{9D20626E-3B4D-1766-852A-C550F573D42F}"/>
                </a:ext>
              </a:extLst>
            </p:cNvPr>
            <p:cNvSpPr/>
            <p:nvPr/>
          </p:nvSpPr>
          <p:spPr>
            <a:xfrm>
              <a:off x="12497004" y="2693145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>
              <a:extLst>
                <a:ext uri="{FF2B5EF4-FFF2-40B4-BE49-F238E27FC236}">
                  <a16:creationId xmlns:a16="http://schemas.microsoft.com/office/drawing/2014/main" id="{F3574F1B-5707-0421-69D5-46E4D62A557D}"/>
                </a:ext>
              </a:extLst>
            </p:cNvPr>
            <p:cNvSpPr/>
            <p:nvPr/>
          </p:nvSpPr>
          <p:spPr>
            <a:xfrm>
              <a:off x="13323854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0.95</a:t>
              </a:r>
            </a:p>
          </p:txBody>
        </p:sp>
        <p:sp>
          <p:nvSpPr>
            <p:cNvPr id="52" name="tx52">
              <a:extLst>
                <a:ext uri="{FF2B5EF4-FFF2-40B4-BE49-F238E27FC236}">
                  <a16:creationId xmlns:a16="http://schemas.microsoft.com/office/drawing/2014/main" id="{479BD6EC-EF2D-C735-C482-4430C6BE4926}"/>
                </a:ext>
              </a:extLst>
            </p:cNvPr>
            <p:cNvSpPr/>
            <p:nvPr/>
          </p:nvSpPr>
          <p:spPr>
            <a:xfrm>
              <a:off x="13323854" y="2777230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0.56</a:t>
              </a:r>
            </a:p>
          </p:txBody>
        </p:sp>
        <p:sp>
          <p:nvSpPr>
            <p:cNvPr id="53" name="tx53">
              <a:extLst>
                <a:ext uri="{FF2B5EF4-FFF2-40B4-BE49-F238E27FC236}">
                  <a16:creationId xmlns:a16="http://schemas.microsoft.com/office/drawing/2014/main" id="{D9326B92-C273-93C3-1E61-8DB78BFCEE10}"/>
                </a:ext>
              </a:extLst>
            </p:cNvPr>
            <p:cNvSpPr/>
            <p:nvPr/>
          </p:nvSpPr>
          <p:spPr>
            <a:xfrm>
              <a:off x="13469514" y="2693145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4" name="tx54">
              <a:extLst>
                <a:ext uri="{FF2B5EF4-FFF2-40B4-BE49-F238E27FC236}">
                  <a16:creationId xmlns:a16="http://schemas.microsoft.com/office/drawing/2014/main" id="{4F74B2FB-099C-2AD9-34B2-5BE467739555}"/>
                </a:ext>
              </a:extLst>
            </p:cNvPr>
            <p:cNvSpPr/>
            <p:nvPr/>
          </p:nvSpPr>
          <p:spPr>
            <a:xfrm>
              <a:off x="14442022" y="28613153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5" name="tx55">
              <a:extLst>
                <a:ext uri="{FF2B5EF4-FFF2-40B4-BE49-F238E27FC236}">
                  <a16:creationId xmlns:a16="http://schemas.microsoft.com/office/drawing/2014/main" id="{0DDB630F-0B86-DA5B-D7DE-151811D860A6}"/>
                </a:ext>
              </a:extLst>
            </p:cNvPr>
            <p:cNvSpPr/>
            <p:nvPr/>
          </p:nvSpPr>
          <p:spPr>
            <a:xfrm>
              <a:off x="14296364" y="2777230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56" name="tx56">
              <a:extLst>
                <a:ext uri="{FF2B5EF4-FFF2-40B4-BE49-F238E27FC236}">
                  <a16:creationId xmlns:a16="http://schemas.microsoft.com/office/drawing/2014/main" id="{51B04CDE-CDB5-C0EB-9786-AA79643CB16C}"/>
                </a:ext>
              </a:extLst>
            </p:cNvPr>
            <p:cNvSpPr/>
            <p:nvPr/>
          </p:nvSpPr>
          <p:spPr>
            <a:xfrm>
              <a:off x="14296364" y="2693145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0.72</a:t>
              </a:r>
            </a:p>
          </p:txBody>
        </p:sp>
        <p:sp>
          <p:nvSpPr>
            <p:cNvPr id="57" name="tx57">
              <a:extLst>
                <a:ext uri="{FF2B5EF4-FFF2-40B4-BE49-F238E27FC236}">
                  <a16:creationId xmlns:a16="http://schemas.microsoft.com/office/drawing/2014/main" id="{E1FFFD76-820B-D804-F532-1719CE239735}"/>
                </a:ext>
              </a:extLst>
            </p:cNvPr>
            <p:cNvSpPr/>
            <p:nvPr/>
          </p:nvSpPr>
          <p:spPr>
            <a:xfrm>
              <a:off x="17213894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0.94</a:t>
              </a:r>
            </a:p>
          </p:txBody>
        </p:sp>
        <p:sp>
          <p:nvSpPr>
            <p:cNvPr id="58" name="tx58">
              <a:extLst>
                <a:ext uri="{FF2B5EF4-FFF2-40B4-BE49-F238E27FC236}">
                  <a16:creationId xmlns:a16="http://schemas.microsoft.com/office/drawing/2014/main" id="{8E1D46FF-8E50-2669-5CEA-57300AC4D34B}"/>
                </a:ext>
              </a:extLst>
            </p:cNvPr>
            <p:cNvSpPr/>
            <p:nvPr/>
          </p:nvSpPr>
          <p:spPr>
            <a:xfrm>
              <a:off x="17213894" y="2777230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59" name="tx59">
              <a:extLst>
                <a:ext uri="{FF2B5EF4-FFF2-40B4-BE49-F238E27FC236}">
                  <a16:creationId xmlns:a16="http://schemas.microsoft.com/office/drawing/2014/main" id="{94A1A203-F221-CBF2-06AF-0599903CAAC1}"/>
                </a:ext>
              </a:extLst>
            </p:cNvPr>
            <p:cNvSpPr/>
            <p:nvPr/>
          </p:nvSpPr>
          <p:spPr>
            <a:xfrm>
              <a:off x="17359552" y="2693145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>
              <a:extLst>
                <a:ext uri="{FF2B5EF4-FFF2-40B4-BE49-F238E27FC236}">
                  <a16:creationId xmlns:a16="http://schemas.microsoft.com/office/drawing/2014/main" id="{4D51758D-5EA6-70A4-8F09-E438683D05A0}"/>
                </a:ext>
              </a:extLst>
            </p:cNvPr>
            <p:cNvSpPr/>
            <p:nvPr/>
          </p:nvSpPr>
          <p:spPr>
            <a:xfrm>
              <a:off x="18186404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61" name="tx61">
              <a:extLst>
                <a:ext uri="{FF2B5EF4-FFF2-40B4-BE49-F238E27FC236}">
                  <a16:creationId xmlns:a16="http://schemas.microsoft.com/office/drawing/2014/main" id="{D5040444-D556-950D-3A3B-C71909307DB0}"/>
                </a:ext>
              </a:extLst>
            </p:cNvPr>
            <p:cNvSpPr/>
            <p:nvPr/>
          </p:nvSpPr>
          <p:spPr>
            <a:xfrm>
              <a:off x="18186404" y="2777230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0.57</a:t>
              </a:r>
            </a:p>
          </p:txBody>
        </p:sp>
        <p:sp>
          <p:nvSpPr>
            <p:cNvPr id="62" name="tx62">
              <a:extLst>
                <a:ext uri="{FF2B5EF4-FFF2-40B4-BE49-F238E27FC236}">
                  <a16:creationId xmlns:a16="http://schemas.microsoft.com/office/drawing/2014/main" id="{1F3941D7-28EC-AB50-819A-E4FB4DC23AE8}"/>
                </a:ext>
              </a:extLst>
            </p:cNvPr>
            <p:cNvSpPr/>
            <p:nvPr/>
          </p:nvSpPr>
          <p:spPr>
            <a:xfrm>
              <a:off x="18332062" y="2693145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3" name="tx63">
              <a:extLst>
                <a:ext uri="{FF2B5EF4-FFF2-40B4-BE49-F238E27FC236}">
                  <a16:creationId xmlns:a16="http://schemas.microsoft.com/office/drawing/2014/main" id="{C7FADBEB-1901-B49D-93B6-C1EE97F61F12}"/>
                </a:ext>
              </a:extLst>
            </p:cNvPr>
            <p:cNvSpPr/>
            <p:nvPr/>
          </p:nvSpPr>
          <p:spPr>
            <a:xfrm>
              <a:off x="20945771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4871" name="tx64">
              <a:extLst>
                <a:ext uri="{FF2B5EF4-FFF2-40B4-BE49-F238E27FC236}">
                  <a16:creationId xmlns:a16="http://schemas.microsoft.com/office/drawing/2014/main" id="{E35F0E0D-1B5E-821C-EA48-6E7AC11E99C9}"/>
                </a:ext>
              </a:extLst>
            </p:cNvPr>
            <p:cNvSpPr/>
            <p:nvPr/>
          </p:nvSpPr>
          <p:spPr>
            <a:xfrm>
              <a:off x="20945771" y="2777230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0.27</a:t>
              </a:r>
            </a:p>
          </p:txBody>
        </p:sp>
        <p:sp>
          <p:nvSpPr>
            <p:cNvPr id="4872" name="tx65">
              <a:extLst>
                <a:ext uri="{FF2B5EF4-FFF2-40B4-BE49-F238E27FC236}">
                  <a16:creationId xmlns:a16="http://schemas.microsoft.com/office/drawing/2014/main" id="{A6EC7582-C4F7-8DF1-333F-6D11832F7465}"/>
                </a:ext>
              </a:extLst>
            </p:cNvPr>
            <p:cNvSpPr/>
            <p:nvPr/>
          </p:nvSpPr>
          <p:spPr>
            <a:xfrm>
              <a:off x="20945771" y="2693145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4873" name="tx66">
              <a:extLst>
                <a:ext uri="{FF2B5EF4-FFF2-40B4-BE49-F238E27FC236}">
                  <a16:creationId xmlns:a16="http://schemas.microsoft.com/office/drawing/2014/main" id="{0CB3520E-C5B4-F87C-0A60-06C53BD7C750}"/>
                </a:ext>
              </a:extLst>
            </p:cNvPr>
            <p:cNvSpPr/>
            <p:nvPr/>
          </p:nvSpPr>
          <p:spPr>
            <a:xfrm>
              <a:off x="10299092" y="28626196"/>
              <a:ext cx="502965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Dermo</a:t>
              </a:r>
            </a:p>
          </p:txBody>
        </p:sp>
        <p:sp>
          <p:nvSpPr>
            <p:cNvPr id="4874" name="tx67">
              <a:extLst>
                <a:ext uri="{FF2B5EF4-FFF2-40B4-BE49-F238E27FC236}">
                  <a16:creationId xmlns:a16="http://schemas.microsoft.com/office/drawing/2014/main" id="{3308A910-4FA9-F11B-19CC-9C7004148501}"/>
                </a:ext>
              </a:extLst>
            </p:cNvPr>
            <p:cNvSpPr/>
            <p:nvPr/>
          </p:nvSpPr>
          <p:spPr>
            <a:xfrm>
              <a:off x="10438854" y="27785344"/>
              <a:ext cx="363200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MSX</a:t>
              </a:r>
            </a:p>
          </p:txBody>
        </p:sp>
        <p:sp>
          <p:nvSpPr>
            <p:cNvPr id="4875" name="tx68">
              <a:extLst>
                <a:ext uri="{FF2B5EF4-FFF2-40B4-BE49-F238E27FC236}">
                  <a16:creationId xmlns:a16="http://schemas.microsoft.com/office/drawing/2014/main" id="{16BC1F82-81B4-9A5F-F716-A47E6D08BB26}"/>
                </a:ext>
              </a:extLst>
            </p:cNvPr>
            <p:cNvSpPr/>
            <p:nvPr/>
          </p:nvSpPr>
          <p:spPr>
            <a:xfrm>
              <a:off x="10093896" y="26944491"/>
              <a:ext cx="708156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Pea Crab</a:t>
              </a:r>
            </a:p>
          </p:txBody>
        </p:sp>
        <p:sp>
          <p:nvSpPr>
            <p:cNvPr id="4876" name="tx69">
              <a:extLst>
                <a:ext uri="{FF2B5EF4-FFF2-40B4-BE49-F238E27FC236}">
                  <a16:creationId xmlns:a16="http://schemas.microsoft.com/office/drawing/2014/main" id="{005E87BC-D9D1-37E9-2871-124C1A742412}"/>
                </a:ext>
              </a:extLst>
            </p:cNvPr>
            <p:cNvSpPr/>
            <p:nvPr/>
          </p:nvSpPr>
          <p:spPr>
            <a:xfrm rot="18900000">
              <a:off x="11180276" y="29493513"/>
              <a:ext cx="521345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4877" name="tx70">
              <a:extLst>
                <a:ext uri="{FF2B5EF4-FFF2-40B4-BE49-F238E27FC236}">
                  <a16:creationId xmlns:a16="http://schemas.microsoft.com/office/drawing/2014/main" id="{4130E937-9F23-F496-DC6E-E469C0F22968}"/>
                </a:ext>
              </a:extLst>
            </p:cNvPr>
            <p:cNvSpPr/>
            <p:nvPr/>
          </p:nvSpPr>
          <p:spPr>
            <a:xfrm rot="18900000">
              <a:off x="12160507" y="29490744"/>
              <a:ext cx="512292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4878" name="tx71">
              <a:extLst>
                <a:ext uri="{FF2B5EF4-FFF2-40B4-BE49-F238E27FC236}">
                  <a16:creationId xmlns:a16="http://schemas.microsoft.com/office/drawing/2014/main" id="{25728873-0DB0-6A9C-669E-06D1DCDE5BD1}"/>
                </a:ext>
              </a:extLst>
            </p:cNvPr>
            <p:cNvSpPr/>
            <p:nvPr/>
          </p:nvSpPr>
          <p:spPr>
            <a:xfrm rot="18900000">
              <a:off x="13141100" y="29487850"/>
              <a:ext cx="502829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4879" name="tx72">
              <a:extLst>
                <a:ext uri="{FF2B5EF4-FFF2-40B4-BE49-F238E27FC236}">
                  <a16:creationId xmlns:a16="http://schemas.microsoft.com/office/drawing/2014/main" id="{C29356EF-A305-3DDE-F97E-CFC3CA4FA810}"/>
                </a:ext>
              </a:extLst>
            </p:cNvPr>
            <p:cNvSpPr/>
            <p:nvPr/>
          </p:nvSpPr>
          <p:spPr>
            <a:xfrm rot="18900000">
              <a:off x="14089722" y="29496405"/>
              <a:ext cx="530808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4880" name="tx73">
              <a:extLst>
                <a:ext uri="{FF2B5EF4-FFF2-40B4-BE49-F238E27FC236}">
                  <a16:creationId xmlns:a16="http://schemas.microsoft.com/office/drawing/2014/main" id="{69771E7B-E342-B85B-3D34-C39285D1B0A2}"/>
                </a:ext>
              </a:extLst>
            </p:cNvPr>
            <p:cNvSpPr/>
            <p:nvPr/>
          </p:nvSpPr>
          <p:spPr>
            <a:xfrm rot="18900000">
              <a:off x="14926777" y="29544916"/>
              <a:ext cx="689502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4881" name="tx74">
              <a:extLst>
                <a:ext uri="{FF2B5EF4-FFF2-40B4-BE49-F238E27FC236}">
                  <a16:creationId xmlns:a16="http://schemas.microsoft.com/office/drawing/2014/main" id="{BAC08330-7D86-E4BD-5355-50EACF3FCF70}"/>
                </a:ext>
              </a:extLst>
            </p:cNvPr>
            <p:cNvSpPr/>
            <p:nvPr/>
          </p:nvSpPr>
          <p:spPr>
            <a:xfrm rot="18900000">
              <a:off x="15875644" y="29553385"/>
              <a:ext cx="717209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4882" name="tx75">
              <a:extLst>
                <a:ext uri="{FF2B5EF4-FFF2-40B4-BE49-F238E27FC236}">
                  <a16:creationId xmlns:a16="http://schemas.microsoft.com/office/drawing/2014/main" id="{9B7EB1B0-5B39-1844-8531-4F3349CCFD5C}"/>
                </a:ext>
              </a:extLst>
            </p:cNvPr>
            <p:cNvSpPr/>
            <p:nvPr/>
          </p:nvSpPr>
          <p:spPr>
            <a:xfrm rot="18900000">
              <a:off x="16991565" y="29502022"/>
              <a:ext cx="549188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4883" name="tx76">
              <a:extLst>
                <a:ext uri="{FF2B5EF4-FFF2-40B4-BE49-F238E27FC236}">
                  <a16:creationId xmlns:a16="http://schemas.microsoft.com/office/drawing/2014/main" id="{54EBFBCB-66F9-C2E3-9535-3F7AAAF72243}"/>
                </a:ext>
              </a:extLst>
            </p:cNvPr>
            <p:cNvSpPr/>
            <p:nvPr/>
          </p:nvSpPr>
          <p:spPr>
            <a:xfrm rot="18900000">
              <a:off x="17956001" y="29504916"/>
              <a:ext cx="558653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4884" name="tx77">
              <a:extLst>
                <a:ext uri="{FF2B5EF4-FFF2-40B4-BE49-F238E27FC236}">
                  <a16:creationId xmlns:a16="http://schemas.microsoft.com/office/drawing/2014/main" id="{78CE9075-4898-E514-64A4-F304740F5D41}"/>
                </a:ext>
              </a:extLst>
            </p:cNvPr>
            <p:cNvSpPr/>
            <p:nvPr/>
          </p:nvSpPr>
          <p:spPr>
            <a:xfrm rot="18900000">
              <a:off x="19615363" y="29550576"/>
              <a:ext cx="708020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4885" name="tx78">
              <a:extLst>
                <a:ext uri="{FF2B5EF4-FFF2-40B4-BE49-F238E27FC236}">
                  <a16:creationId xmlns:a16="http://schemas.microsoft.com/office/drawing/2014/main" id="{A6FA9750-1206-2703-A26D-DBD327EA4A14}"/>
                </a:ext>
              </a:extLst>
            </p:cNvPr>
            <p:cNvSpPr/>
            <p:nvPr/>
          </p:nvSpPr>
          <p:spPr>
            <a:xfrm rot="18900000">
              <a:off x="20524541" y="29573259"/>
              <a:ext cx="782223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4887" name="rc80">
              <a:extLst>
                <a:ext uri="{FF2B5EF4-FFF2-40B4-BE49-F238E27FC236}">
                  <a16:creationId xmlns:a16="http://schemas.microsoft.com/office/drawing/2014/main" id="{B2C72D14-5754-670C-AFC6-E8D1ED7B08D9}"/>
                </a:ext>
              </a:extLst>
            </p:cNvPr>
            <p:cNvSpPr/>
            <p:nvPr/>
          </p:nvSpPr>
          <p:spPr>
            <a:xfrm>
              <a:off x="22014006" y="26905329"/>
              <a:ext cx="1257354" cy="18639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4888" name="tx81">
              <a:extLst>
                <a:ext uri="{FF2B5EF4-FFF2-40B4-BE49-F238E27FC236}">
                  <a16:creationId xmlns:a16="http://schemas.microsoft.com/office/drawing/2014/main" id="{6A269853-C301-0922-E622-F98C6AC68E4B}"/>
                </a:ext>
              </a:extLst>
            </p:cNvPr>
            <p:cNvSpPr/>
            <p:nvPr/>
          </p:nvSpPr>
          <p:spPr>
            <a:xfrm>
              <a:off x="22222778" y="26863647"/>
              <a:ext cx="1048587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Prevalence</a:t>
              </a:r>
            </a:p>
          </p:txBody>
        </p:sp>
        <p:grpSp>
          <p:nvGrpSpPr>
            <p:cNvPr id="6804" name="Group 6803">
              <a:extLst>
                <a:ext uri="{FF2B5EF4-FFF2-40B4-BE49-F238E27FC236}">
                  <a16:creationId xmlns:a16="http://schemas.microsoft.com/office/drawing/2014/main" id="{ABEE5E58-8922-44DD-825C-79F8FFC5753F}"/>
                </a:ext>
              </a:extLst>
            </p:cNvPr>
            <p:cNvGrpSpPr/>
            <p:nvPr/>
          </p:nvGrpSpPr>
          <p:grpSpPr>
            <a:xfrm>
              <a:off x="21975217" y="27215789"/>
              <a:ext cx="401582" cy="1736086"/>
              <a:chOff x="17525528" y="13525686"/>
              <a:chExt cx="329183" cy="1423097"/>
            </a:xfrm>
          </p:grpSpPr>
          <p:pic>
            <p:nvPicPr>
              <p:cNvPr id="4889" name="pic82">
                <a:extLst>
                  <a:ext uri="{FF2B5EF4-FFF2-40B4-BE49-F238E27FC236}">
                    <a16:creationId xmlns:a16="http://schemas.microsoft.com/office/drawing/2014/main" id="{A0DD1081-DA52-20F5-3C5F-C291434D13A5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7525528" y="13525686"/>
                <a:ext cx="329183" cy="1423097"/>
              </a:xfrm>
              <a:prstGeom prst="rect">
                <a:avLst/>
              </a:prstGeom>
            </p:spPr>
          </p:pic>
          <p:sp>
            <p:nvSpPr>
              <p:cNvPr id="4890" name="pl83">
                <a:extLst>
                  <a:ext uri="{FF2B5EF4-FFF2-40B4-BE49-F238E27FC236}">
                    <a16:creationId xmlns:a16="http://schemas.microsoft.com/office/drawing/2014/main" id="{96A26087-B956-97AE-D801-212DACE3632F}"/>
                  </a:ext>
                </a:extLst>
              </p:cNvPr>
              <p:cNvSpPr/>
              <p:nvPr/>
            </p:nvSpPr>
            <p:spPr>
              <a:xfrm>
                <a:off x="17788874" y="14946409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1" name="pl84">
                <a:extLst>
                  <a:ext uri="{FF2B5EF4-FFF2-40B4-BE49-F238E27FC236}">
                    <a16:creationId xmlns:a16="http://schemas.microsoft.com/office/drawing/2014/main" id="{6F71AC95-F99B-9D5E-B4D2-EBF0F5C2BCA0}"/>
                  </a:ext>
                </a:extLst>
              </p:cNvPr>
              <p:cNvSpPr/>
              <p:nvPr/>
            </p:nvSpPr>
            <p:spPr>
              <a:xfrm>
                <a:off x="17788874" y="14591821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2" name="pl85">
                <a:extLst>
                  <a:ext uri="{FF2B5EF4-FFF2-40B4-BE49-F238E27FC236}">
                    <a16:creationId xmlns:a16="http://schemas.microsoft.com/office/drawing/2014/main" id="{F8A20CEC-CF57-4487-B405-D594281D5F5E}"/>
                  </a:ext>
                </a:extLst>
              </p:cNvPr>
              <p:cNvSpPr/>
              <p:nvPr/>
            </p:nvSpPr>
            <p:spPr>
              <a:xfrm>
                <a:off x="17788874" y="14237233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3" name="pl86">
                <a:extLst>
                  <a:ext uri="{FF2B5EF4-FFF2-40B4-BE49-F238E27FC236}">
                    <a16:creationId xmlns:a16="http://schemas.microsoft.com/office/drawing/2014/main" id="{4D2DB00B-9314-8ED6-FCB0-8E5C52BE42C0}"/>
                  </a:ext>
                </a:extLst>
              </p:cNvPr>
              <p:cNvSpPr/>
              <p:nvPr/>
            </p:nvSpPr>
            <p:spPr>
              <a:xfrm>
                <a:off x="17788874" y="13882645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4" name="pl87">
                <a:extLst>
                  <a:ext uri="{FF2B5EF4-FFF2-40B4-BE49-F238E27FC236}">
                    <a16:creationId xmlns:a16="http://schemas.microsoft.com/office/drawing/2014/main" id="{CC6E8D27-7533-F6F9-E301-F02A55C36FEB}"/>
                  </a:ext>
                </a:extLst>
              </p:cNvPr>
              <p:cNvSpPr/>
              <p:nvPr/>
            </p:nvSpPr>
            <p:spPr>
              <a:xfrm>
                <a:off x="17788874" y="13528056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5" name="pl88">
                <a:extLst>
                  <a:ext uri="{FF2B5EF4-FFF2-40B4-BE49-F238E27FC236}">
                    <a16:creationId xmlns:a16="http://schemas.microsoft.com/office/drawing/2014/main" id="{67318145-DEE2-9F69-F181-CE9EDDA9CEB5}"/>
                  </a:ext>
                </a:extLst>
              </p:cNvPr>
              <p:cNvSpPr/>
              <p:nvPr/>
            </p:nvSpPr>
            <p:spPr>
              <a:xfrm>
                <a:off x="17525528" y="14946409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6" name="pl89">
                <a:extLst>
                  <a:ext uri="{FF2B5EF4-FFF2-40B4-BE49-F238E27FC236}">
                    <a16:creationId xmlns:a16="http://schemas.microsoft.com/office/drawing/2014/main" id="{BA52058B-049B-C751-A966-0E6854F0F394}"/>
                  </a:ext>
                </a:extLst>
              </p:cNvPr>
              <p:cNvSpPr/>
              <p:nvPr/>
            </p:nvSpPr>
            <p:spPr>
              <a:xfrm>
                <a:off x="17525528" y="14591821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7" name="pl90">
                <a:extLst>
                  <a:ext uri="{FF2B5EF4-FFF2-40B4-BE49-F238E27FC236}">
                    <a16:creationId xmlns:a16="http://schemas.microsoft.com/office/drawing/2014/main" id="{07045891-E9BD-C093-7870-D5F61AF1B40E}"/>
                  </a:ext>
                </a:extLst>
              </p:cNvPr>
              <p:cNvSpPr/>
              <p:nvPr/>
            </p:nvSpPr>
            <p:spPr>
              <a:xfrm>
                <a:off x="17525528" y="14237233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8" name="pl91">
                <a:extLst>
                  <a:ext uri="{FF2B5EF4-FFF2-40B4-BE49-F238E27FC236}">
                    <a16:creationId xmlns:a16="http://schemas.microsoft.com/office/drawing/2014/main" id="{AD94B852-BF09-93B6-D709-E4C0797FCF8A}"/>
                  </a:ext>
                </a:extLst>
              </p:cNvPr>
              <p:cNvSpPr/>
              <p:nvPr/>
            </p:nvSpPr>
            <p:spPr>
              <a:xfrm>
                <a:off x="17525528" y="13882645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9" name="pl92">
                <a:extLst>
                  <a:ext uri="{FF2B5EF4-FFF2-40B4-BE49-F238E27FC236}">
                    <a16:creationId xmlns:a16="http://schemas.microsoft.com/office/drawing/2014/main" id="{F17A3CC9-CC21-1B8F-A150-7BE699AE2F2D}"/>
                  </a:ext>
                </a:extLst>
              </p:cNvPr>
              <p:cNvSpPr/>
              <p:nvPr/>
            </p:nvSpPr>
            <p:spPr>
              <a:xfrm>
                <a:off x="17525528" y="13528056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</p:grpSp>
        <p:sp>
          <p:nvSpPr>
            <p:cNvPr id="4900" name="tx93">
              <a:extLst>
                <a:ext uri="{FF2B5EF4-FFF2-40B4-BE49-F238E27FC236}">
                  <a16:creationId xmlns:a16="http://schemas.microsoft.com/office/drawing/2014/main" id="{871516C2-E4F4-2919-6F61-49C058A2108F}"/>
                </a:ext>
              </a:extLst>
            </p:cNvPr>
            <p:cNvSpPr/>
            <p:nvPr/>
          </p:nvSpPr>
          <p:spPr>
            <a:xfrm>
              <a:off x="22551285" y="28951875"/>
              <a:ext cx="326303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901" name="tx94">
              <a:extLst>
                <a:ext uri="{FF2B5EF4-FFF2-40B4-BE49-F238E27FC236}">
                  <a16:creationId xmlns:a16="http://schemas.microsoft.com/office/drawing/2014/main" id="{D34C8A8C-81B3-1523-F4DC-7175803BE0F7}"/>
                </a:ext>
              </a:extLst>
            </p:cNvPr>
            <p:cNvSpPr/>
            <p:nvPr/>
          </p:nvSpPr>
          <p:spPr>
            <a:xfrm>
              <a:off x="22551285" y="28487949"/>
              <a:ext cx="326303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4902" name="tx95">
              <a:extLst>
                <a:ext uri="{FF2B5EF4-FFF2-40B4-BE49-F238E27FC236}">
                  <a16:creationId xmlns:a16="http://schemas.microsoft.com/office/drawing/2014/main" id="{9EA9D3B0-A97F-B3E2-03E6-E3034E36FE1C}"/>
                </a:ext>
              </a:extLst>
            </p:cNvPr>
            <p:cNvSpPr/>
            <p:nvPr/>
          </p:nvSpPr>
          <p:spPr>
            <a:xfrm>
              <a:off x="22551285" y="28066804"/>
              <a:ext cx="326303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4903" name="tx96">
              <a:extLst>
                <a:ext uri="{FF2B5EF4-FFF2-40B4-BE49-F238E27FC236}">
                  <a16:creationId xmlns:a16="http://schemas.microsoft.com/office/drawing/2014/main" id="{8C365A15-D7A2-C648-DECD-34924BC794EC}"/>
                </a:ext>
              </a:extLst>
            </p:cNvPr>
            <p:cNvSpPr/>
            <p:nvPr/>
          </p:nvSpPr>
          <p:spPr>
            <a:xfrm>
              <a:off x="22551285" y="27623853"/>
              <a:ext cx="326303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4904" name="tx97">
              <a:extLst>
                <a:ext uri="{FF2B5EF4-FFF2-40B4-BE49-F238E27FC236}">
                  <a16:creationId xmlns:a16="http://schemas.microsoft.com/office/drawing/2014/main" id="{DB6A9AA6-5B45-E26E-AA06-2E46F9B7D5C8}"/>
                </a:ext>
              </a:extLst>
            </p:cNvPr>
            <p:cNvSpPr/>
            <p:nvPr/>
          </p:nvSpPr>
          <p:spPr>
            <a:xfrm>
              <a:off x="22513014" y="27223683"/>
              <a:ext cx="326303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4905" name="tx98">
              <a:extLst>
                <a:ext uri="{FF2B5EF4-FFF2-40B4-BE49-F238E27FC236}">
                  <a16:creationId xmlns:a16="http://schemas.microsoft.com/office/drawing/2014/main" id="{ABB7E5E3-57CA-1946-DB6F-D53DFF9FD403}"/>
                </a:ext>
              </a:extLst>
            </p:cNvPr>
            <p:cNvSpPr/>
            <p:nvPr/>
          </p:nvSpPr>
          <p:spPr>
            <a:xfrm>
              <a:off x="11747448" y="26293667"/>
              <a:ext cx="2234885" cy="15582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</a:t>
              </a: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Disease Prevalence</a:t>
              </a:r>
            </a:p>
          </p:txBody>
        </p:sp>
        <p:sp>
          <p:nvSpPr>
            <p:cNvPr id="3" name="rc5">
              <a:extLst>
                <a:ext uri="{FF2B5EF4-FFF2-40B4-BE49-F238E27FC236}">
                  <a16:creationId xmlns:a16="http://schemas.microsoft.com/office/drawing/2014/main" id="{4389F6B5-C5F0-3845-E296-062B6780614C}"/>
                </a:ext>
              </a:extLst>
            </p:cNvPr>
            <p:cNvSpPr/>
            <p:nvPr/>
          </p:nvSpPr>
          <p:spPr>
            <a:xfrm>
              <a:off x="5688569" y="22224742"/>
              <a:ext cx="1729743" cy="6748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4909" name="rc6">
              <a:extLst>
                <a:ext uri="{FF2B5EF4-FFF2-40B4-BE49-F238E27FC236}">
                  <a16:creationId xmlns:a16="http://schemas.microsoft.com/office/drawing/2014/main" id="{A67E7A7D-3EF3-E37A-7B57-979F5DD438B3}"/>
                </a:ext>
              </a:extLst>
            </p:cNvPr>
            <p:cNvSpPr/>
            <p:nvPr/>
          </p:nvSpPr>
          <p:spPr>
            <a:xfrm>
              <a:off x="5767193" y="23130095"/>
              <a:ext cx="786246" cy="823043"/>
            </a:xfrm>
            <a:prstGeom prst="rect">
              <a:avLst/>
            </a:prstGeom>
            <a:solidFill>
              <a:srgbClr val="3B548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11" name="rc7">
              <a:extLst>
                <a:ext uri="{FF2B5EF4-FFF2-40B4-BE49-F238E27FC236}">
                  <a16:creationId xmlns:a16="http://schemas.microsoft.com/office/drawing/2014/main" id="{7A1EA618-6718-2440-1A45-FE2BBEAF9D49}"/>
                </a:ext>
              </a:extLst>
            </p:cNvPr>
            <p:cNvSpPr/>
            <p:nvPr/>
          </p:nvSpPr>
          <p:spPr>
            <a:xfrm>
              <a:off x="5767193" y="26422273"/>
              <a:ext cx="786246" cy="823043"/>
            </a:xfrm>
            <a:prstGeom prst="rect">
              <a:avLst/>
            </a:prstGeom>
            <a:solidFill>
              <a:srgbClr val="30244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13" name="rc8">
              <a:extLst>
                <a:ext uri="{FF2B5EF4-FFF2-40B4-BE49-F238E27FC236}">
                  <a16:creationId xmlns:a16="http://schemas.microsoft.com/office/drawing/2014/main" id="{6EEE83F5-EE10-DFA9-3E2F-30DCE2350102}"/>
                </a:ext>
              </a:extLst>
            </p:cNvPr>
            <p:cNvSpPr/>
            <p:nvPr/>
          </p:nvSpPr>
          <p:spPr>
            <a:xfrm>
              <a:off x="5767193" y="22307049"/>
              <a:ext cx="786246" cy="823043"/>
            </a:xfrm>
            <a:prstGeom prst="rect">
              <a:avLst/>
            </a:prstGeom>
            <a:solidFill>
              <a:srgbClr val="382B5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14" name="rc9">
              <a:extLst>
                <a:ext uri="{FF2B5EF4-FFF2-40B4-BE49-F238E27FC236}">
                  <a16:creationId xmlns:a16="http://schemas.microsoft.com/office/drawing/2014/main" id="{F1F0D60C-7A99-3C7A-0B38-70754514FFB5}"/>
                </a:ext>
              </a:extLst>
            </p:cNvPr>
            <p:cNvSpPr/>
            <p:nvPr/>
          </p:nvSpPr>
          <p:spPr>
            <a:xfrm>
              <a:off x="5767193" y="25599227"/>
              <a:ext cx="786246" cy="823043"/>
            </a:xfrm>
            <a:prstGeom prst="rect">
              <a:avLst/>
            </a:prstGeom>
            <a:solidFill>
              <a:srgbClr val="31244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15" name="rc10">
              <a:extLst>
                <a:ext uri="{FF2B5EF4-FFF2-40B4-BE49-F238E27FC236}">
                  <a16:creationId xmlns:a16="http://schemas.microsoft.com/office/drawing/2014/main" id="{B55C76C1-4A31-0E1C-D2B5-A7BF47EA9EA0}"/>
                </a:ext>
              </a:extLst>
            </p:cNvPr>
            <p:cNvSpPr/>
            <p:nvPr/>
          </p:nvSpPr>
          <p:spPr>
            <a:xfrm>
              <a:off x="5767193" y="28068362"/>
              <a:ext cx="786246" cy="823043"/>
            </a:xfrm>
            <a:prstGeom prst="rect">
              <a:avLst/>
            </a:prstGeom>
            <a:solidFill>
              <a:srgbClr val="3B53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17" name="rc11">
              <a:extLst>
                <a:ext uri="{FF2B5EF4-FFF2-40B4-BE49-F238E27FC236}">
                  <a16:creationId xmlns:a16="http://schemas.microsoft.com/office/drawing/2014/main" id="{7107B060-E253-F1DD-3FF9-EE3A848ECBCA}"/>
                </a:ext>
              </a:extLst>
            </p:cNvPr>
            <p:cNvSpPr/>
            <p:nvPr/>
          </p:nvSpPr>
          <p:spPr>
            <a:xfrm>
              <a:off x="5767193" y="24776184"/>
              <a:ext cx="786246" cy="823043"/>
            </a:xfrm>
            <a:prstGeom prst="rect">
              <a:avLst/>
            </a:prstGeom>
            <a:solidFill>
              <a:srgbClr val="C5EDD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18" name="rc12">
              <a:extLst>
                <a:ext uri="{FF2B5EF4-FFF2-40B4-BE49-F238E27FC236}">
                  <a16:creationId xmlns:a16="http://schemas.microsoft.com/office/drawing/2014/main" id="{3DBF10A5-AB99-CE82-72C2-CAB5B6EF8423}"/>
                </a:ext>
              </a:extLst>
            </p:cNvPr>
            <p:cNvSpPr/>
            <p:nvPr/>
          </p:nvSpPr>
          <p:spPr>
            <a:xfrm>
              <a:off x="5767193" y="23953138"/>
              <a:ext cx="786246" cy="823043"/>
            </a:xfrm>
            <a:prstGeom prst="rect">
              <a:avLst/>
            </a:prstGeom>
            <a:solidFill>
              <a:srgbClr val="3A679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19" name="rc13">
              <a:extLst>
                <a:ext uri="{FF2B5EF4-FFF2-40B4-BE49-F238E27FC236}">
                  <a16:creationId xmlns:a16="http://schemas.microsoft.com/office/drawing/2014/main" id="{223E265E-FCC4-9A12-24F2-2616320A64C8}"/>
                </a:ext>
              </a:extLst>
            </p:cNvPr>
            <p:cNvSpPr/>
            <p:nvPr/>
          </p:nvSpPr>
          <p:spPr>
            <a:xfrm>
              <a:off x="5767193" y="27245316"/>
              <a:ext cx="786246" cy="823043"/>
            </a:xfrm>
            <a:prstGeom prst="rect">
              <a:avLst/>
            </a:prstGeom>
            <a:solidFill>
              <a:srgbClr val="3593A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0" name="rc14">
              <a:extLst>
                <a:ext uri="{FF2B5EF4-FFF2-40B4-BE49-F238E27FC236}">
                  <a16:creationId xmlns:a16="http://schemas.microsoft.com/office/drawing/2014/main" id="{1C06C05E-18EC-80F7-2BDC-4DE294D486E7}"/>
                </a:ext>
              </a:extLst>
            </p:cNvPr>
            <p:cNvSpPr/>
            <p:nvPr/>
          </p:nvSpPr>
          <p:spPr>
            <a:xfrm>
              <a:off x="6553439" y="27245317"/>
              <a:ext cx="786246" cy="823043"/>
            </a:xfrm>
            <a:prstGeom prst="rect">
              <a:avLst/>
            </a:prstGeom>
            <a:solidFill>
              <a:srgbClr val="3C4C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1" name="rc15">
              <a:extLst>
                <a:ext uri="{FF2B5EF4-FFF2-40B4-BE49-F238E27FC236}">
                  <a16:creationId xmlns:a16="http://schemas.microsoft.com/office/drawing/2014/main" id="{33F9A599-470B-7B7E-7F49-A8EEDAA5833A}"/>
                </a:ext>
              </a:extLst>
            </p:cNvPr>
            <p:cNvSpPr/>
            <p:nvPr/>
          </p:nvSpPr>
          <p:spPr>
            <a:xfrm>
              <a:off x="6553439" y="24776185"/>
              <a:ext cx="786246" cy="823043"/>
            </a:xfrm>
            <a:prstGeom prst="rect">
              <a:avLst/>
            </a:prstGeom>
            <a:solidFill>
              <a:srgbClr val="395F9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2" name="rc16">
              <a:extLst>
                <a:ext uri="{FF2B5EF4-FFF2-40B4-BE49-F238E27FC236}">
                  <a16:creationId xmlns:a16="http://schemas.microsoft.com/office/drawing/2014/main" id="{C8ECD953-2C57-47D5-8C6D-4D132D542B35}"/>
                </a:ext>
              </a:extLst>
            </p:cNvPr>
            <p:cNvSpPr/>
            <p:nvPr/>
          </p:nvSpPr>
          <p:spPr>
            <a:xfrm>
              <a:off x="6553439" y="28068363"/>
              <a:ext cx="786246" cy="823043"/>
            </a:xfrm>
            <a:prstGeom prst="rect">
              <a:avLst/>
            </a:prstGeom>
            <a:solidFill>
              <a:srgbClr val="3C427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3" name="rc17">
              <a:extLst>
                <a:ext uri="{FF2B5EF4-FFF2-40B4-BE49-F238E27FC236}">
                  <a16:creationId xmlns:a16="http://schemas.microsoft.com/office/drawing/2014/main" id="{703DD4BD-0DC5-D317-8EBF-5D7BAD8DB46E}"/>
                </a:ext>
              </a:extLst>
            </p:cNvPr>
            <p:cNvSpPr/>
            <p:nvPr/>
          </p:nvSpPr>
          <p:spPr>
            <a:xfrm>
              <a:off x="6553439" y="26422274"/>
              <a:ext cx="786246" cy="823043"/>
            </a:xfrm>
            <a:prstGeom prst="rect">
              <a:avLst/>
            </a:prstGeom>
            <a:solidFill>
              <a:srgbClr val="3A366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4" name="rc18">
              <a:extLst>
                <a:ext uri="{FF2B5EF4-FFF2-40B4-BE49-F238E27FC236}">
                  <a16:creationId xmlns:a16="http://schemas.microsoft.com/office/drawing/2014/main" id="{65484E32-01B9-0EA9-3FB6-B4DF6FAB253E}"/>
                </a:ext>
              </a:extLst>
            </p:cNvPr>
            <p:cNvSpPr/>
            <p:nvPr/>
          </p:nvSpPr>
          <p:spPr>
            <a:xfrm>
              <a:off x="6553439" y="23953139"/>
              <a:ext cx="786246" cy="823043"/>
            </a:xfrm>
            <a:prstGeom prst="rect">
              <a:avLst/>
            </a:prstGeom>
            <a:solidFill>
              <a:srgbClr val="ADE5C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5" name="rc19">
              <a:extLst>
                <a:ext uri="{FF2B5EF4-FFF2-40B4-BE49-F238E27FC236}">
                  <a16:creationId xmlns:a16="http://schemas.microsoft.com/office/drawing/2014/main" id="{5305570B-15DA-2D03-0692-7D81527EDF99}"/>
                </a:ext>
              </a:extLst>
            </p:cNvPr>
            <p:cNvSpPr/>
            <p:nvPr/>
          </p:nvSpPr>
          <p:spPr>
            <a:xfrm>
              <a:off x="6553439" y="25599228"/>
              <a:ext cx="786246" cy="823043"/>
            </a:xfrm>
            <a:prstGeom prst="rect">
              <a:avLst/>
            </a:prstGeom>
            <a:solidFill>
              <a:srgbClr val="3FA2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6" name="rc20">
              <a:extLst>
                <a:ext uri="{FF2B5EF4-FFF2-40B4-BE49-F238E27FC236}">
                  <a16:creationId xmlns:a16="http://schemas.microsoft.com/office/drawing/2014/main" id="{A588AF5D-4FA8-FCAF-D3ED-A392B4B86D31}"/>
                </a:ext>
              </a:extLst>
            </p:cNvPr>
            <p:cNvSpPr/>
            <p:nvPr/>
          </p:nvSpPr>
          <p:spPr>
            <a:xfrm>
              <a:off x="6553439" y="22307050"/>
              <a:ext cx="786246" cy="823043"/>
            </a:xfrm>
            <a:prstGeom prst="rect">
              <a:avLst/>
            </a:prstGeom>
            <a:solidFill>
              <a:srgbClr val="35284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7" name="rc21">
              <a:extLst>
                <a:ext uri="{FF2B5EF4-FFF2-40B4-BE49-F238E27FC236}">
                  <a16:creationId xmlns:a16="http://schemas.microsoft.com/office/drawing/2014/main" id="{D4A4D9F9-F740-AD7B-3BC1-BAEFAB99FE71}"/>
                </a:ext>
              </a:extLst>
            </p:cNvPr>
            <p:cNvSpPr/>
            <p:nvPr/>
          </p:nvSpPr>
          <p:spPr>
            <a:xfrm>
              <a:off x="6553439" y="23130096"/>
              <a:ext cx="786246" cy="823043"/>
            </a:xfrm>
            <a:prstGeom prst="rect">
              <a:avLst/>
            </a:prstGeom>
            <a:solidFill>
              <a:srgbClr val="3B549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45" name="pl39">
              <a:extLst>
                <a:ext uri="{FF2B5EF4-FFF2-40B4-BE49-F238E27FC236}">
                  <a16:creationId xmlns:a16="http://schemas.microsoft.com/office/drawing/2014/main" id="{6478C6CE-1C2A-35F6-8177-4664611E5637}"/>
                </a:ext>
              </a:extLst>
            </p:cNvPr>
            <p:cNvSpPr/>
            <p:nvPr/>
          </p:nvSpPr>
          <p:spPr>
            <a:xfrm>
              <a:off x="5688569" y="28973706"/>
              <a:ext cx="1729743" cy="0"/>
            </a:xfrm>
            <a:custGeom>
              <a:avLst/>
              <a:gdLst/>
              <a:ahLst/>
              <a:cxnLst/>
              <a:rect l="0" t="0" r="0" b="0"/>
              <a:pathLst>
                <a:path w="860214">
                  <a:moveTo>
                    <a:pt x="0" y="0"/>
                  </a:moveTo>
                  <a:lnTo>
                    <a:pt x="86021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47" name="pl41">
              <a:extLst>
                <a:ext uri="{FF2B5EF4-FFF2-40B4-BE49-F238E27FC236}">
                  <a16:creationId xmlns:a16="http://schemas.microsoft.com/office/drawing/2014/main" id="{04E13442-3A20-950C-2329-E40184E0A3AC}"/>
                </a:ext>
              </a:extLst>
            </p:cNvPr>
            <p:cNvSpPr/>
            <p:nvPr/>
          </p:nvSpPr>
          <p:spPr>
            <a:xfrm>
              <a:off x="6946562" y="28973711"/>
              <a:ext cx="0" cy="73239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49" name="tx43">
              <a:extLst>
                <a:ext uri="{FF2B5EF4-FFF2-40B4-BE49-F238E27FC236}">
                  <a16:creationId xmlns:a16="http://schemas.microsoft.com/office/drawing/2014/main" id="{B2FA2573-3BEF-1D78-D563-45002FFD0263}"/>
                </a:ext>
              </a:extLst>
            </p:cNvPr>
            <p:cNvSpPr/>
            <p:nvPr/>
          </p:nvSpPr>
          <p:spPr>
            <a:xfrm rot="18900000">
              <a:off x="6161667" y="29445869"/>
              <a:ext cx="986280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  <p:sp>
          <p:nvSpPr>
            <p:cNvPr id="4950" name="rc44">
              <a:extLst>
                <a:ext uri="{FF2B5EF4-FFF2-40B4-BE49-F238E27FC236}">
                  <a16:creationId xmlns:a16="http://schemas.microsoft.com/office/drawing/2014/main" id="{38DA3A91-312D-0863-E6DB-DEC989E89BCA}"/>
                </a:ext>
              </a:extLst>
            </p:cNvPr>
            <p:cNvSpPr/>
            <p:nvPr/>
          </p:nvSpPr>
          <p:spPr>
            <a:xfrm>
              <a:off x="7698175" y="22167347"/>
              <a:ext cx="1949036" cy="35046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4951" name="tx45">
              <a:extLst>
                <a:ext uri="{FF2B5EF4-FFF2-40B4-BE49-F238E27FC236}">
                  <a16:creationId xmlns:a16="http://schemas.microsoft.com/office/drawing/2014/main" id="{309D8F23-9211-573A-A7F2-A476CDA40751}"/>
                </a:ext>
              </a:extLst>
            </p:cNvPr>
            <p:cNvSpPr/>
            <p:nvPr/>
          </p:nvSpPr>
          <p:spPr>
            <a:xfrm>
              <a:off x="7717637" y="22355205"/>
              <a:ext cx="1669173" cy="2685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0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4952" name="tx46">
              <a:extLst>
                <a:ext uri="{FF2B5EF4-FFF2-40B4-BE49-F238E27FC236}">
                  <a16:creationId xmlns:a16="http://schemas.microsoft.com/office/drawing/2014/main" id="{D4FF0746-033A-9F6D-BE6E-45504857818A}"/>
                </a:ext>
              </a:extLst>
            </p:cNvPr>
            <p:cNvSpPr/>
            <p:nvPr/>
          </p:nvSpPr>
          <p:spPr>
            <a:xfrm>
              <a:off x="7717637" y="22737688"/>
              <a:ext cx="1390609" cy="2685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0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953" name="pic47">
              <a:extLst>
                <a:ext uri="{FF2B5EF4-FFF2-40B4-BE49-F238E27FC236}">
                  <a16:creationId xmlns:a16="http://schemas.microsoft.com/office/drawing/2014/main" id="{4ABB4FD8-DBD6-08F0-F10E-C3A913EFA75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838110" y="23273175"/>
              <a:ext cx="441287" cy="2309707"/>
            </a:xfrm>
            <a:prstGeom prst="rect">
              <a:avLst/>
            </a:prstGeom>
          </p:spPr>
        </p:pic>
        <p:sp>
          <p:nvSpPr>
            <p:cNvPr id="4954" name="pl48">
              <a:extLst>
                <a:ext uri="{FF2B5EF4-FFF2-40B4-BE49-F238E27FC236}">
                  <a16:creationId xmlns:a16="http://schemas.microsoft.com/office/drawing/2014/main" id="{E121FEB8-6D85-CD32-BA71-F4057615C710}"/>
                </a:ext>
              </a:extLst>
            </p:cNvPr>
            <p:cNvSpPr/>
            <p:nvPr/>
          </p:nvSpPr>
          <p:spPr>
            <a:xfrm>
              <a:off x="8191141" y="25579026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55" name="pl49">
              <a:extLst>
                <a:ext uri="{FF2B5EF4-FFF2-40B4-BE49-F238E27FC236}">
                  <a16:creationId xmlns:a16="http://schemas.microsoft.com/office/drawing/2014/main" id="{B7418825-9266-F346-F76E-1776CD963565}"/>
                </a:ext>
              </a:extLst>
            </p:cNvPr>
            <p:cNvSpPr/>
            <p:nvPr/>
          </p:nvSpPr>
          <p:spPr>
            <a:xfrm>
              <a:off x="8191141" y="25195359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56" name="pl50">
              <a:extLst>
                <a:ext uri="{FF2B5EF4-FFF2-40B4-BE49-F238E27FC236}">
                  <a16:creationId xmlns:a16="http://schemas.microsoft.com/office/drawing/2014/main" id="{3DC9BFF1-F320-8677-3C44-1B84619E781F}"/>
                </a:ext>
              </a:extLst>
            </p:cNvPr>
            <p:cNvSpPr/>
            <p:nvPr/>
          </p:nvSpPr>
          <p:spPr>
            <a:xfrm>
              <a:off x="8191141" y="24811690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57" name="pl51">
              <a:extLst>
                <a:ext uri="{FF2B5EF4-FFF2-40B4-BE49-F238E27FC236}">
                  <a16:creationId xmlns:a16="http://schemas.microsoft.com/office/drawing/2014/main" id="{B999834E-FBE0-5082-85CE-0118304DA57B}"/>
                </a:ext>
              </a:extLst>
            </p:cNvPr>
            <p:cNvSpPr/>
            <p:nvPr/>
          </p:nvSpPr>
          <p:spPr>
            <a:xfrm>
              <a:off x="8191141" y="24428023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58" name="pl52">
              <a:extLst>
                <a:ext uri="{FF2B5EF4-FFF2-40B4-BE49-F238E27FC236}">
                  <a16:creationId xmlns:a16="http://schemas.microsoft.com/office/drawing/2014/main" id="{5806DFDD-14B7-5643-C27C-40D031598B4F}"/>
                </a:ext>
              </a:extLst>
            </p:cNvPr>
            <p:cNvSpPr/>
            <p:nvPr/>
          </p:nvSpPr>
          <p:spPr>
            <a:xfrm>
              <a:off x="8191141" y="24044356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59" name="pl53">
              <a:extLst>
                <a:ext uri="{FF2B5EF4-FFF2-40B4-BE49-F238E27FC236}">
                  <a16:creationId xmlns:a16="http://schemas.microsoft.com/office/drawing/2014/main" id="{9A190A06-0D7F-71B0-8231-0A587F0D3DFC}"/>
                </a:ext>
              </a:extLst>
            </p:cNvPr>
            <p:cNvSpPr/>
            <p:nvPr/>
          </p:nvSpPr>
          <p:spPr>
            <a:xfrm>
              <a:off x="8191141" y="23660687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60" name="pl54">
              <a:extLst>
                <a:ext uri="{FF2B5EF4-FFF2-40B4-BE49-F238E27FC236}">
                  <a16:creationId xmlns:a16="http://schemas.microsoft.com/office/drawing/2014/main" id="{CF691B62-2EA0-DC92-51D3-168EE900D7C3}"/>
                </a:ext>
              </a:extLst>
            </p:cNvPr>
            <p:cNvSpPr/>
            <p:nvPr/>
          </p:nvSpPr>
          <p:spPr>
            <a:xfrm>
              <a:off x="8191141" y="23277020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61" name="pl55">
              <a:extLst>
                <a:ext uri="{FF2B5EF4-FFF2-40B4-BE49-F238E27FC236}">
                  <a16:creationId xmlns:a16="http://schemas.microsoft.com/office/drawing/2014/main" id="{5BACB299-8B9B-7542-C0AA-E01D4A16CD3E}"/>
                </a:ext>
              </a:extLst>
            </p:cNvPr>
            <p:cNvSpPr/>
            <p:nvPr/>
          </p:nvSpPr>
          <p:spPr>
            <a:xfrm>
              <a:off x="7838110" y="25579026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62" name="pl56">
              <a:extLst>
                <a:ext uri="{FF2B5EF4-FFF2-40B4-BE49-F238E27FC236}">
                  <a16:creationId xmlns:a16="http://schemas.microsoft.com/office/drawing/2014/main" id="{51AB4C5F-3BEA-D5AE-D671-E75911A80701}"/>
                </a:ext>
              </a:extLst>
            </p:cNvPr>
            <p:cNvSpPr/>
            <p:nvPr/>
          </p:nvSpPr>
          <p:spPr>
            <a:xfrm>
              <a:off x="7838110" y="25195359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64" name="pl57">
              <a:extLst>
                <a:ext uri="{FF2B5EF4-FFF2-40B4-BE49-F238E27FC236}">
                  <a16:creationId xmlns:a16="http://schemas.microsoft.com/office/drawing/2014/main" id="{F6141082-F88B-B45E-5295-A6D582F153B5}"/>
                </a:ext>
              </a:extLst>
            </p:cNvPr>
            <p:cNvSpPr/>
            <p:nvPr/>
          </p:nvSpPr>
          <p:spPr>
            <a:xfrm>
              <a:off x="7838110" y="24811690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1" name="pl58">
              <a:extLst>
                <a:ext uri="{FF2B5EF4-FFF2-40B4-BE49-F238E27FC236}">
                  <a16:creationId xmlns:a16="http://schemas.microsoft.com/office/drawing/2014/main" id="{050D3BE2-269C-2197-B725-2CBE8705D4F6}"/>
                </a:ext>
              </a:extLst>
            </p:cNvPr>
            <p:cNvSpPr/>
            <p:nvPr/>
          </p:nvSpPr>
          <p:spPr>
            <a:xfrm>
              <a:off x="7838110" y="24428023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2" name="pl59">
              <a:extLst>
                <a:ext uri="{FF2B5EF4-FFF2-40B4-BE49-F238E27FC236}">
                  <a16:creationId xmlns:a16="http://schemas.microsoft.com/office/drawing/2014/main" id="{DD93D9FC-9DA1-0122-E8E9-6C7ECB0A9F53}"/>
                </a:ext>
              </a:extLst>
            </p:cNvPr>
            <p:cNvSpPr/>
            <p:nvPr/>
          </p:nvSpPr>
          <p:spPr>
            <a:xfrm>
              <a:off x="7838110" y="24044356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3" name="pl60">
              <a:extLst>
                <a:ext uri="{FF2B5EF4-FFF2-40B4-BE49-F238E27FC236}">
                  <a16:creationId xmlns:a16="http://schemas.microsoft.com/office/drawing/2014/main" id="{5496B3B6-C6FF-4095-DBD5-088869E24587}"/>
                </a:ext>
              </a:extLst>
            </p:cNvPr>
            <p:cNvSpPr/>
            <p:nvPr/>
          </p:nvSpPr>
          <p:spPr>
            <a:xfrm>
              <a:off x="7838110" y="23660687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0" name="pl61">
              <a:extLst>
                <a:ext uri="{FF2B5EF4-FFF2-40B4-BE49-F238E27FC236}">
                  <a16:creationId xmlns:a16="http://schemas.microsoft.com/office/drawing/2014/main" id="{7F70898D-AC95-0113-DF5A-11FFA6BA16FA}"/>
                </a:ext>
              </a:extLst>
            </p:cNvPr>
            <p:cNvSpPr/>
            <p:nvPr/>
          </p:nvSpPr>
          <p:spPr>
            <a:xfrm>
              <a:off x="7838110" y="23277020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1" name="tx62">
              <a:extLst>
                <a:ext uri="{FF2B5EF4-FFF2-40B4-BE49-F238E27FC236}">
                  <a16:creationId xmlns:a16="http://schemas.microsoft.com/office/drawing/2014/main" id="{3E7AEB34-3F97-F21A-C674-14FA538EB02D}"/>
                </a:ext>
              </a:extLst>
            </p:cNvPr>
            <p:cNvSpPr/>
            <p:nvPr/>
          </p:nvSpPr>
          <p:spPr>
            <a:xfrm>
              <a:off x="8419330" y="25504356"/>
              <a:ext cx="125031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02" name="tx63">
              <a:extLst>
                <a:ext uri="{FF2B5EF4-FFF2-40B4-BE49-F238E27FC236}">
                  <a16:creationId xmlns:a16="http://schemas.microsoft.com/office/drawing/2014/main" id="{FEE70162-4E60-7647-7A93-8FA331ADD5AE}"/>
                </a:ext>
              </a:extLst>
            </p:cNvPr>
            <p:cNvSpPr/>
            <p:nvPr/>
          </p:nvSpPr>
          <p:spPr>
            <a:xfrm>
              <a:off x="8419330" y="25120689"/>
              <a:ext cx="125031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03" name="tx64">
              <a:extLst>
                <a:ext uri="{FF2B5EF4-FFF2-40B4-BE49-F238E27FC236}">
                  <a16:creationId xmlns:a16="http://schemas.microsoft.com/office/drawing/2014/main" id="{6602ADCF-E899-9192-E81B-22A91D85F392}"/>
                </a:ext>
              </a:extLst>
            </p:cNvPr>
            <p:cNvSpPr/>
            <p:nvPr/>
          </p:nvSpPr>
          <p:spPr>
            <a:xfrm>
              <a:off x="8419330" y="24737022"/>
              <a:ext cx="125031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04" name="tx65">
              <a:extLst>
                <a:ext uri="{FF2B5EF4-FFF2-40B4-BE49-F238E27FC236}">
                  <a16:creationId xmlns:a16="http://schemas.microsoft.com/office/drawing/2014/main" id="{8061B40D-976B-2A7C-F43C-F3641B48EA5F}"/>
                </a:ext>
              </a:extLst>
            </p:cNvPr>
            <p:cNvSpPr/>
            <p:nvPr/>
          </p:nvSpPr>
          <p:spPr>
            <a:xfrm>
              <a:off x="8419330" y="24353353"/>
              <a:ext cx="125031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05" name="tx66">
              <a:extLst>
                <a:ext uri="{FF2B5EF4-FFF2-40B4-BE49-F238E27FC236}">
                  <a16:creationId xmlns:a16="http://schemas.microsoft.com/office/drawing/2014/main" id="{16ABF613-37B3-EDF9-8582-3CBD3B5A43A8}"/>
                </a:ext>
              </a:extLst>
            </p:cNvPr>
            <p:cNvSpPr/>
            <p:nvPr/>
          </p:nvSpPr>
          <p:spPr>
            <a:xfrm>
              <a:off x="8419330" y="23969686"/>
              <a:ext cx="125031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06" name="tx67">
              <a:extLst>
                <a:ext uri="{FF2B5EF4-FFF2-40B4-BE49-F238E27FC236}">
                  <a16:creationId xmlns:a16="http://schemas.microsoft.com/office/drawing/2014/main" id="{B73BFFF4-A650-E52E-F72D-8524746E8445}"/>
                </a:ext>
              </a:extLst>
            </p:cNvPr>
            <p:cNvSpPr/>
            <p:nvPr/>
          </p:nvSpPr>
          <p:spPr>
            <a:xfrm>
              <a:off x="8419330" y="23586016"/>
              <a:ext cx="125031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207" name="tx68">
              <a:extLst>
                <a:ext uri="{FF2B5EF4-FFF2-40B4-BE49-F238E27FC236}">
                  <a16:creationId xmlns:a16="http://schemas.microsoft.com/office/drawing/2014/main" id="{73C943FA-1AF8-E3AA-B794-828BC3F9AE9E}"/>
                </a:ext>
              </a:extLst>
            </p:cNvPr>
            <p:cNvSpPr/>
            <p:nvPr/>
          </p:nvSpPr>
          <p:spPr>
            <a:xfrm>
              <a:off x="8419330" y="23202349"/>
              <a:ext cx="125031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pic>
          <p:nvPicPr>
            <p:cNvPr id="3212" name="pic6">
              <a:extLst>
                <a:ext uri="{FF2B5EF4-FFF2-40B4-BE49-F238E27FC236}">
                  <a16:creationId xmlns:a16="http://schemas.microsoft.com/office/drawing/2014/main" id="{EDBDBD1A-2D8E-7FB4-82D1-3CA63D4ABD54}"/>
                </a:ext>
              </a:extLst>
            </p:cNvPr>
            <p:cNvPicPr/>
            <p:nvPr/>
          </p:nvPicPr>
          <p:blipFill>
            <a:blip r:embed="rId4" cstate="print"/>
            <a:srcRect r="21382"/>
            <a:stretch>
              <a:fillRect/>
            </a:stretch>
          </p:blipFill>
          <p:spPr>
            <a:xfrm>
              <a:off x="11081883" y="21509622"/>
              <a:ext cx="7640858" cy="1230506"/>
            </a:xfrm>
            <a:prstGeom prst="rect">
              <a:avLst/>
            </a:prstGeom>
          </p:spPr>
        </p:pic>
        <p:sp>
          <p:nvSpPr>
            <p:cNvPr id="3213" name="pl7">
              <a:extLst>
                <a:ext uri="{FF2B5EF4-FFF2-40B4-BE49-F238E27FC236}">
                  <a16:creationId xmlns:a16="http://schemas.microsoft.com/office/drawing/2014/main" id="{11D8417F-FA97-DC2F-D343-7EA7CD5D04DD}"/>
                </a:ext>
              </a:extLst>
            </p:cNvPr>
            <p:cNvSpPr/>
            <p:nvPr/>
          </p:nvSpPr>
          <p:spPr>
            <a:xfrm>
              <a:off x="11081881" y="21509622"/>
              <a:ext cx="0" cy="1230506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214" name="tx8">
              <a:extLst>
                <a:ext uri="{FF2B5EF4-FFF2-40B4-BE49-F238E27FC236}">
                  <a16:creationId xmlns:a16="http://schemas.microsoft.com/office/drawing/2014/main" id="{B54749F5-975A-5314-4116-A708DA7F072F}"/>
                </a:ext>
              </a:extLst>
            </p:cNvPr>
            <p:cNvSpPr/>
            <p:nvPr/>
          </p:nvSpPr>
          <p:spPr>
            <a:xfrm>
              <a:off x="10925142" y="22644117"/>
              <a:ext cx="78086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15" name="tx9">
              <a:extLst>
                <a:ext uri="{FF2B5EF4-FFF2-40B4-BE49-F238E27FC236}">
                  <a16:creationId xmlns:a16="http://schemas.microsoft.com/office/drawing/2014/main" id="{2EC76056-2212-BBC5-C338-E42EB1AAEFB9}"/>
                </a:ext>
              </a:extLst>
            </p:cNvPr>
            <p:cNvSpPr/>
            <p:nvPr/>
          </p:nvSpPr>
          <p:spPr>
            <a:xfrm>
              <a:off x="10847053" y="22364456"/>
              <a:ext cx="15617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16" name="tx10">
              <a:extLst>
                <a:ext uri="{FF2B5EF4-FFF2-40B4-BE49-F238E27FC236}">
                  <a16:creationId xmlns:a16="http://schemas.microsoft.com/office/drawing/2014/main" id="{0A416005-BBFA-6912-C857-3C1CB786DF53}"/>
                </a:ext>
              </a:extLst>
            </p:cNvPr>
            <p:cNvSpPr/>
            <p:nvPr/>
          </p:nvSpPr>
          <p:spPr>
            <a:xfrm>
              <a:off x="10847053" y="22084796"/>
              <a:ext cx="15617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217" name="tx11">
              <a:extLst>
                <a:ext uri="{FF2B5EF4-FFF2-40B4-BE49-F238E27FC236}">
                  <a16:creationId xmlns:a16="http://schemas.microsoft.com/office/drawing/2014/main" id="{1575B9F3-3B68-ECAA-3040-4C6AE6CDB0E6}"/>
                </a:ext>
              </a:extLst>
            </p:cNvPr>
            <p:cNvSpPr/>
            <p:nvPr/>
          </p:nvSpPr>
          <p:spPr>
            <a:xfrm>
              <a:off x="10847053" y="21805136"/>
              <a:ext cx="15617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218" name="tx12">
              <a:extLst>
                <a:ext uri="{FF2B5EF4-FFF2-40B4-BE49-F238E27FC236}">
                  <a16:creationId xmlns:a16="http://schemas.microsoft.com/office/drawing/2014/main" id="{AAE71B5D-C0D0-1979-682E-A68A5B6A13C3}"/>
                </a:ext>
              </a:extLst>
            </p:cNvPr>
            <p:cNvSpPr/>
            <p:nvPr/>
          </p:nvSpPr>
          <p:spPr>
            <a:xfrm>
              <a:off x="10847053" y="21525476"/>
              <a:ext cx="15617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19" name="pl13">
              <a:extLst>
                <a:ext uri="{FF2B5EF4-FFF2-40B4-BE49-F238E27FC236}">
                  <a16:creationId xmlns:a16="http://schemas.microsoft.com/office/drawing/2014/main" id="{5E45D991-5A80-7668-2443-6CF97E1800FC}"/>
                </a:ext>
              </a:extLst>
            </p:cNvPr>
            <p:cNvSpPr/>
            <p:nvPr/>
          </p:nvSpPr>
          <p:spPr>
            <a:xfrm>
              <a:off x="11038190" y="22684194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20" name="pl14">
              <a:extLst>
                <a:ext uri="{FF2B5EF4-FFF2-40B4-BE49-F238E27FC236}">
                  <a16:creationId xmlns:a16="http://schemas.microsoft.com/office/drawing/2014/main" id="{F42D33A3-373C-EF13-9710-6E2137514FF9}"/>
                </a:ext>
              </a:extLst>
            </p:cNvPr>
            <p:cNvSpPr/>
            <p:nvPr/>
          </p:nvSpPr>
          <p:spPr>
            <a:xfrm>
              <a:off x="11038190" y="22404534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221" name="pl15">
              <a:extLst>
                <a:ext uri="{FF2B5EF4-FFF2-40B4-BE49-F238E27FC236}">
                  <a16:creationId xmlns:a16="http://schemas.microsoft.com/office/drawing/2014/main" id="{ACA3C3E0-377F-1495-9660-55166B485ACC}"/>
                </a:ext>
              </a:extLst>
            </p:cNvPr>
            <p:cNvSpPr/>
            <p:nvPr/>
          </p:nvSpPr>
          <p:spPr>
            <a:xfrm>
              <a:off x="11038190" y="22124874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222" name="pl16">
              <a:extLst>
                <a:ext uri="{FF2B5EF4-FFF2-40B4-BE49-F238E27FC236}">
                  <a16:creationId xmlns:a16="http://schemas.microsoft.com/office/drawing/2014/main" id="{BCCB2F46-DC33-9882-D295-71BC279DE975}"/>
                </a:ext>
              </a:extLst>
            </p:cNvPr>
            <p:cNvSpPr/>
            <p:nvPr/>
          </p:nvSpPr>
          <p:spPr>
            <a:xfrm>
              <a:off x="11038190" y="21845214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223" name="pl17">
              <a:extLst>
                <a:ext uri="{FF2B5EF4-FFF2-40B4-BE49-F238E27FC236}">
                  <a16:creationId xmlns:a16="http://schemas.microsoft.com/office/drawing/2014/main" id="{C0392D18-BDF8-299F-DA64-08AEE9113C01}"/>
                </a:ext>
              </a:extLst>
            </p:cNvPr>
            <p:cNvSpPr/>
            <p:nvPr/>
          </p:nvSpPr>
          <p:spPr>
            <a:xfrm>
              <a:off x="11038190" y="21565553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224" name="pl18">
              <a:extLst>
                <a:ext uri="{FF2B5EF4-FFF2-40B4-BE49-F238E27FC236}">
                  <a16:creationId xmlns:a16="http://schemas.microsoft.com/office/drawing/2014/main" id="{1BC087C6-4C42-3912-991C-9DE3576D3961}"/>
                </a:ext>
              </a:extLst>
            </p:cNvPr>
            <p:cNvSpPr/>
            <p:nvPr/>
          </p:nvSpPr>
          <p:spPr>
            <a:xfrm flipV="1">
              <a:off x="11081885" y="22611258"/>
              <a:ext cx="7796991" cy="128868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25" name="pl19">
              <a:extLst>
                <a:ext uri="{FF2B5EF4-FFF2-40B4-BE49-F238E27FC236}">
                  <a16:creationId xmlns:a16="http://schemas.microsoft.com/office/drawing/2014/main" id="{8EC9CE2B-E219-F6C8-E76E-25D9777CA5DA}"/>
                </a:ext>
              </a:extLst>
            </p:cNvPr>
            <p:cNvSpPr/>
            <p:nvPr/>
          </p:nvSpPr>
          <p:spPr>
            <a:xfrm>
              <a:off x="11653588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26" name="pl20">
              <a:extLst>
                <a:ext uri="{FF2B5EF4-FFF2-40B4-BE49-F238E27FC236}">
                  <a16:creationId xmlns:a16="http://schemas.microsoft.com/office/drawing/2014/main" id="{1247F626-C33D-5E13-5BC0-3EBDE3296F44}"/>
                </a:ext>
              </a:extLst>
            </p:cNvPr>
            <p:cNvSpPr/>
            <p:nvPr/>
          </p:nvSpPr>
          <p:spPr>
            <a:xfrm>
              <a:off x="12606432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27" name="pl21">
              <a:extLst>
                <a:ext uri="{FF2B5EF4-FFF2-40B4-BE49-F238E27FC236}">
                  <a16:creationId xmlns:a16="http://schemas.microsoft.com/office/drawing/2014/main" id="{9E87510D-1F85-46DD-AC6E-501DCC73FBB5}"/>
                </a:ext>
              </a:extLst>
            </p:cNvPr>
            <p:cNvSpPr/>
            <p:nvPr/>
          </p:nvSpPr>
          <p:spPr>
            <a:xfrm>
              <a:off x="13559277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28" name="pl22">
              <a:extLst>
                <a:ext uri="{FF2B5EF4-FFF2-40B4-BE49-F238E27FC236}">
                  <a16:creationId xmlns:a16="http://schemas.microsoft.com/office/drawing/2014/main" id="{856E784F-95EA-9AC0-9ECA-72F4A48D3D98}"/>
                </a:ext>
              </a:extLst>
            </p:cNvPr>
            <p:cNvSpPr/>
            <p:nvPr/>
          </p:nvSpPr>
          <p:spPr>
            <a:xfrm>
              <a:off x="14512120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29" name="pl23">
              <a:extLst>
                <a:ext uri="{FF2B5EF4-FFF2-40B4-BE49-F238E27FC236}">
                  <a16:creationId xmlns:a16="http://schemas.microsoft.com/office/drawing/2014/main" id="{E0D2F881-BFB4-44BD-A0F3-B06A5DCD1D1A}"/>
                </a:ext>
              </a:extLst>
            </p:cNvPr>
            <p:cNvSpPr/>
            <p:nvPr/>
          </p:nvSpPr>
          <p:spPr>
            <a:xfrm>
              <a:off x="15464965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30" name="pl24">
              <a:extLst>
                <a:ext uri="{FF2B5EF4-FFF2-40B4-BE49-F238E27FC236}">
                  <a16:creationId xmlns:a16="http://schemas.microsoft.com/office/drawing/2014/main" id="{64C75434-FA43-B6C8-72BF-D44F8EBBD8B7}"/>
                </a:ext>
              </a:extLst>
            </p:cNvPr>
            <p:cNvSpPr/>
            <p:nvPr/>
          </p:nvSpPr>
          <p:spPr>
            <a:xfrm>
              <a:off x="16417809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31" name="pl25">
              <a:extLst>
                <a:ext uri="{FF2B5EF4-FFF2-40B4-BE49-F238E27FC236}">
                  <a16:creationId xmlns:a16="http://schemas.microsoft.com/office/drawing/2014/main" id="{50B5B510-E265-AF4E-8E89-1D12CD931513}"/>
                </a:ext>
              </a:extLst>
            </p:cNvPr>
            <p:cNvSpPr/>
            <p:nvPr/>
          </p:nvSpPr>
          <p:spPr>
            <a:xfrm>
              <a:off x="17370654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32" name="pl26">
              <a:extLst>
                <a:ext uri="{FF2B5EF4-FFF2-40B4-BE49-F238E27FC236}">
                  <a16:creationId xmlns:a16="http://schemas.microsoft.com/office/drawing/2014/main" id="{F2929829-AA2C-4642-8C4C-93096494A6C9}"/>
                </a:ext>
              </a:extLst>
            </p:cNvPr>
            <p:cNvSpPr/>
            <p:nvPr/>
          </p:nvSpPr>
          <p:spPr>
            <a:xfrm>
              <a:off x="18323497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33" name="pl27">
              <a:extLst>
                <a:ext uri="{FF2B5EF4-FFF2-40B4-BE49-F238E27FC236}">
                  <a16:creationId xmlns:a16="http://schemas.microsoft.com/office/drawing/2014/main" id="{067DFC7F-B62C-A56E-EC55-20E51D74228B}"/>
                </a:ext>
              </a:extLst>
            </p:cNvPr>
            <p:cNvSpPr/>
            <p:nvPr/>
          </p:nvSpPr>
          <p:spPr>
            <a:xfrm>
              <a:off x="20154895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34" name="pl28">
              <a:extLst>
                <a:ext uri="{FF2B5EF4-FFF2-40B4-BE49-F238E27FC236}">
                  <a16:creationId xmlns:a16="http://schemas.microsoft.com/office/drawing/2014/main" id="{72D67414-25A8-76DD-A5B5-794AF8973931}"/>
                </a:ext>
              </a:extLst>
            </p:cNvPr>
            <p:cNvSpPr/>
            <p:nvPr/>
          </p:nvSpPr>
          <p:spPr>
            <a:xfrm>
              <a:off x="21107739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35" name="tx29">
              <a:extLst>
                <a:ext uri="{FF2B5EF4-FFF2-40B4-BE49-F238E27FC236}">
                  <a16:creationId xmlns:a16="http://schemas.microsoft.com/office/drawing/2014/main" id="{82956C15-3C9A-1B53-75F3-8EBCDBF5C0DA}"/>
                </a:ext>
              </a:extLst>
            </p:cNvPr>
            <p:cNvSpPr/>
            <p:nvPr/>
          </p:nvSpPr>
          <p:spPr>
            <a:xfrm rot="18900000">
              <a:off x="11316591" y="23143502"/>
              <a:ext cx="436482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236" name="tx30">
              <a:extLst>
                <a:ext uri="{FF2B5EF4-FFF2-40B4-BE49-F238E27FC236}">
                  <a16:creationId xmlns:a16="http://schemas.microsoft.com/office/drawing/2014/main" id="{528B80F7-83AA-0902-C42D-673627CE3FD2}"/>
                </a:ext>
              </a:extLst>
            </p:cNvPr>
            <p:cNvSpPr/>
            <p:nvPr/>
          </p:nvSpPr>
          <p:spPr>
            <a:xfrm rot="18900000">
              <a:off x="12275905" y="23141366"/>
              <a:ext cx="42890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237" name="tx31">
              <a:extLst>
                <a:ext uri="{FF2B5EF4-FFF2-40B4-BE49-F238E27FC236}">
                  <a16:creationId xmlns:a16="http://schemas.microsoft.com/office/drawing/2014/main" id="{E532ED8D-FE24-ED87-0EEA-ABA9B386844D}"/>
                </a:ext>
              </a:extLst>
            </p:cNvPr>
            <p:cNvSpPr/>
            <p:nvPr/>
          </p:nvSpPr>
          <p:spPr>
            <a:xfrm rot="18900000">
              <a:off x="13235516" y="23139134"/>
              <a:ext cx="420981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238" name="tx32">
              <a:extLst>
                <a:ext uri="{FF2B5EF4-FFF2-40B4-BE49-F238E27FC236}">
                  <a16:creationId xmlns:a16="http://schemas.microsoft.com/office/drawing/2014/main" id="{AF392608-A0D4-A1FA-AE82-41CDE32C5090}"/>
                </a:ext>
              </a:extLst>
            </p:cNvPr>
            <p:cNvSpPr/>
            <p:nvPr/>
          </p:nvSpPr>
          <p:spPr>
            <a:xfrm rot="18900000">
              <a:off x="14168366" y="23145734"/>
              <a:ext cx="444407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239" name="tx33">
              <a:extLst>
                <a:ext uri="{FF2B5EF4-FFF2-40B4-BE49-F238E27FC236}">
                  <a16:creationId xmlns:a16="http://schemas.microsoft.com/office/drawing/2014/main" id="{5827A46B-1750-6E1B-B56A-C2213BD5E05E}"/>
                </a:ext>
              </a:extLst>
            </p:cNvPr>
            <p:cNvSpPr/>
            <p:nvPr/>
          </p:nvSpPr>
          <p:spPr>
            <a:xfrm rot="18900000">
              <a:off x="15007803" y="23183163"/>
              <a:ext cx="577268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240" name="tx34">
              <a:extLst>
                <a:ext uri="{FF2B5EF4-FFF2-40B4-BE49-F238E27FC236}">
                  <a16:creationId xmlns:a16="http://schemas.microsoft.com/office/drawing/2014/main" id="{AC1675BE-EF36-B9FA-36F6-98035C85DE48}"/>
                </a:ext>
              </a:extLst>
            </p:cNvPr>
            <p:cNvSpPr/>
            <p:nvPr/>
          </p:nvSpPr>
          <p:spPr>
            <a:xfrm rot="18900000">
              <a:off x="15940850" y="23189699"/>
              <a:ext cx="600465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241" name="tx35">
              <a:extLst>
                <a:ext uri="{FF2B5EF4-FFF2-40B4-BE49-F238E27FC236}">
                  <a16:creationId xmlns:a16="http://schemas.microsoft.com/office/drawing/2014/main" id="{7949B832-60BF-0A77-3D20-1F1253587D9E}"/>
                </a:ext>
              </a:extLst>
            </p:cNvPr>
            <p:cNvSpPr/>
            <p:nvPr/>
          </p:nvSpPr>
          <p:spPr>
            <a:xfrm rot="18900000">
              <a:off x="17013762" y="23150069"/>
              <a:ext cx="45979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242" name="tx36">
              <a:extLst>
                <a:ext uri="{FF2B5EF4-FFF2-40B4-BE49-F238E27FC236}">
                  <a16:creationId xmlns:a16="http://schemas.microsoft.com/office/drawing/2014/main" id="{2B144A78-0B29-063D-0F03-53D6BFF0143F}"/>
                </a:ext>
              </a:extLst>
            </p:cNvPr>
            <p:cNvSpPr/>
            <p:nvPr/>
          </p:nvSpPr>
          <p:spPr>
            <a:xfrm rot="18900000">
              <a:off x="17959847" y="23152301"/>
              <a:ext cx="467717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243" name="tx37">
              <a:extLst>
                <a:ext uri="{FF2B5EF4-FFF2-40B4-BE49-F238E27FC236}">
                  <a16:creationId xmlns:a16="http://schemas.microsoft.com/office/drawing/2014/main" id="{BDD32A4B-0B8A-0E99-4276-7D7B297F96A6}"/>
                </a:ext>
              </a:extLst>
            </p:cNvPr>
            <p:cNvSpPr/>
            <p:nvPr/>
          </p:nvSpPr>
          <p:spPr>
            <a:xfrm rot="18900000">
              <a:off x="19684500" y="23187531"/>
              <a:ext cx="592772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244" name="tx38">
              <a:extLst>
                <a:ext uri="{FF2B5EF4-FFF2-40B4-BE49-F238E27FC236}">
                  <a16:creationId xmlns:a16="http://schemas.microsoft.com/office/drawing/2014/main" id="{B8F2F899-A968-3F14-E821-FBF00E702925}"/>
                </a:ext>
              </a:extLst>
            </p:cNvPr>
            <p:cNvSpPr/>
            <p:nvPr/>
          </p:nvSpPr>
          <p:spPr>
            <a:xfrm rot="18900000">
              <a:off x="20584319" y="23205032"/>
              <a:ext cx="654897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246" name="tx40">
              <a:extLst>
                <a:ext uri="{FF2B5EF4-FFF2-40B4-BE49-F238E27FC236}">
                  <a16:creationId xmlns:a16="http://schemas.microsoft.com/office/drawing/2014/main" id="{3A5CA8AF-80BB-40B9-A9BB-07BE0BE7410B}"/>
                </a:ext>
              </a:extLst>
            </p:cNvPr>
            <p:cNvSpPr/>
            <p:nvPr/>
          </p:nvSpPr>
          <p:spPr>
            <a:xfrm rot="16200000">
              <a:off x="10113808" y="22072655"/>
              <a:ext cx="776843" cy="12585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165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(ppt)</a:t>
              </a:r>
            </a:p>
          </p:txBody>
        </p:sp>
        <p:pic>
          <p:nvPicPr>
            <p:cNvPr id="3251" name="pic44">
              <a:extLst>
                <a:ext uri="{FF2B5EF4-FFF2-40B4-BE49-F238E27FC236}">
                  <a16:creationId xmlns:a16="http://schemas.microsoft.com/office/drawing/2014/main" id="{65A41769-0EBA-05AB-788F-B5B711FA5A8E}"/>
                </a:ext>
              </a:extLst>
            </p:cNvPr>
            <p:cNvPicPr/>
            <p:nvPr/>
          </p:nvPicPr>
          <p:blipFill>
            <a:blip r:embed="rId5" cstate="print"/>
            <a:srcRect r="19776"/>
            <a:stretch>
              <a:fillRect/>
            </a:stretch>
          </p:blipFill>
          <p:spPr>
            <a:xfrm>
              <a:off x="11081888" y="23972722"/>
              <a:ext cx="7796991" cy="1230506"/>
            </a:xfrm>
            <a:prstGeom prst="rect">
              <a:avLst/>
            </a:prstGeom>
          </p:spPr>
        </p:pic>
        <p:sp>
          <p:nvSpPr>
            <p:cNvPr id="5115" name="pl45">
              <a:extLst>
                <a:ext uri="{FF2B5EF4-FFF2-40B4-BE49-F238E27FC236}">
                  <a16:creationId xmlns:a16="http://schemas.microsoft.com/office/drawing/2014/main" id="{1F8389C6-1CEA-161B-38F5-A36BEF4CC018}"/>
                </a:ext>
              </a:extLst>
            </p:cNvPr>
            <p:cNvSpPr/>
            <p:nvPr/>
          </p:nvSpPr>
          <p:spPr>
            <a:xfrm>
              <a:off x="11081881" y="23972722"/>
              <a:ext cx="0" cy="1230506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16" name="tx46">
              <a:extLst>
                <a:ext uri="{FF2B5EF4-FFF2-40B4-BE49-F238E27FC236}">
                  <a16:creationId xmlns:a16="http://schemas.microsoft.com/office/drawing/2014/main" id="{F0F47E50-89A5-AE03-07E3-D3771D0C64B2}"/>
                </a:ext>
              </a:extLst>
            </p:cNvPr>
            <p:cNvSpPr/>
            <p:nvPr/>
          </p:nvSpPr>
          <p:spPr>
            <a:xfrm>
              <a:off x="10925142" y="25107218"/>
              <a:ext cx="78086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18" name="tx47">
              <a:extLst>
                <a:ext uri="{FF2B5EF4-FFF2-40B4-BE49-F238E27FC236}">
                  <a16:creationId xmlns:a16="http://schemas.microsoft.com/office/drawing/2014/main" id="{5D48FE5E-C964-E58A-9B4F-9F2A4BCA0554}"/>
                </a:ext>
              </a:extLst>
            </p:cNvPr>
            <p:cNvSpPr/>
            <p:nvPr/>
          </p:nvSpPr>
          <p:spPr>
            <a:xfrm>
              <a:off x="10847053" y="24782031"/>
              <a:ext cx="15617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19" name="tx48">
              <a:extLst>
                <a:ext uri="{FF2B5EF4-FFF2-40B4-BE49-F238E27FC236}">
                  <a16:creationId xmlns:a16="http://schemas.microsoft.com/office/drawing/2014/main" id="{13481E56-11D7-FC9C-297C-56AF7A6BA1EC}"/>
                </a:ext>
              </a:extLst>
            </p:cNvPr>
            <p:cNvSpPr/>
            <p:nvPr/>
          </p:nvSpPr>
          <p:spPr>
            <a:xfrm>
              <a:off x="10847053" y="24456845"/>
              <a:ext cx="15617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22" name="tx49">
              <a:extLst>
                <a:ext uri="{FF2B5EF4-FFF2-40B4-BE49-F238E27FC236}">
                  <a16:creationId xmlns:a16="http://schemas.microsoft.com/office/drawing/2014/main" id="{3CB06E96-B700-25EB-E788-FD3E53E519D8}"/>
                </a:ext>
              </a:extLst>
            </p:cNvPr>
            <p:cNvSpPr/>
            <p:nvPr/>
          </p:nvSpPr>
          <p:spPr>
            <a:xfrm>
              <a:off x="10847053" y="24131658"/>
              <a:ext cx="15617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23" name="pl50">
              <a:extLst>
                <a:ext uri="{FF2B5EF4-FFF2-40B4-BE49-F238E27FC236}">
                  <a16:creationId xmlns:a16="http://schemas.microsoft.com/office/drawing/2014/main" id="{51CC3F50-2B3C-5371-8FED-F6280CFD943E}"/>
                </a:ext>
              </a:extLst>
            </p:cNvPr>
            <p:cNvSpPr/>
            <p:nvPr/>
          </p:nvSpPr>
          <p:spPr>
            <a:xfrm>
              <a:off x="11038190" y="25147295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24" name="pl51">
              <a:extLst>
                <a:ext uri="{FF2B5EF4-FFF2-40B4-BE49-F238E27FC236}">
                  <a16:creationId xmlns:a16="http://schemas.microsoft.com/office/drawing/2014/main" id="{31B72BEC-0303-A38E-69A4-16AE23AE3C3D}"/>
                </a:ext>
              </a:extLst>
            </p:cNvPr>
            <p:cNvSpPr/>
            <p:nvPr/>
          </p:nvSpPr>
          <p:spPr>
            <a:xfrm>
              <a:off x="11038190" y="24822108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25" name="pl52">
              <a:extLst>
                <a:ext uri="{FF2B5EF4-FFF2-40B4-BE49-F238E27FC236}">
                  <a16:creationId xmlns:a16="http://schemas.microsoft.com/office/drawing/2014/main" id="{4E55A79F-5FB1-8F9F-614A-7BFB9520BAB9}"/>
                </a:ext>
              </a:extLst>
            </p:cNvPr>
            <p:cNvSpPr/>
            <p:nvPr/>
          </p:nvSpPr>
          <p:spPr>
            <a:xfrm>
              <a:off x="11038190" y="24496922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26" name="pl53">
              <a:extLst>
                <a:ext uri="{FF2B5EF4-FFF2-40B4-BE49-F238E27FC236}">
                  <a16:creationId xmlns:a16="http://schemas.microsoft.com/office/drawing/2014/main" id="{16C1A501-763D-9883-9563-69569C31049D}"/>
                </a:ext>
              </a:extLst>
            </p:cNvPr>
            <p:cNvSpPr/>
            <p:nvPr/>
          </p:nvSpPr>
          <p:spPr>
            <a:xfrm>
              <a:off x="11038190" y="24171735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49" name="tx76">
              <a:extLst>
                <a:ext uri="{FF2B5EF4-FFF2-40B4-BE49-F238E27FC236}">
                  <a16:creationId xmlns:a16="http://schemas.microsoft.com/office/drawing/2014/main" id="{7BB6C97C-7293-AFE3-93C3-7FD952B283FC}"/>
                </a:ext>
              </a:extLst>
            </p:cNvPr>
            <p:cNvSpPr/>
            <p:nvPr/>
          </p:nvSpPr>
          <p:spPr>
            <a:xfrm rot="16200000">
              <a:off x="10224015" y="24579774"/>
              <a:ext cx="641328" cy="12585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165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 (ºC)</a:t>
              </a:r>
            </a:p>
          </p:txBody>
        </p:sp>
        <p:sp>
          <p:nvSpPr>
            <p:cNvPr id="5152" name="pl19">
              <a:extLst>
                <a:ext uri="{FF2B5EF4-FFF2-40B4-BE49-F238E27FC236}">
                  <a16:creationId xmlns:a16="http://schemas.microsoft.com/office/drawing/2014/main" id="{D9B52854-C218-8516-1199-3ED3E4843088}"/>
                </a:ext>
              </a:extLst>
            </p:cNvPr>
            <p:cNvSpPr/>
            <p:nvPr/>
          </p:nvSpPr>
          <p:spPr>
            <a:xfrm>
              <a:off x="11675782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53" name="pl20">
              <a:extLst>
                <a:ext uri="{FF2B5EF4-FFF2-40B4-BE49-F238E27FC236}">
                  <a16:creationId xmlns:a16="http://schemas.microsoft.com/office/drawing/2014/main" id="{BBACEDCB-B3DD-F84E-8C1A-EC24515974BF}"/>
                </a:ext>
              </a:extLst>
            </p:cNvPr>
            <p:cNvSpPr/>
            <p:nvPr/>
          </p:nvSpPr>
          <p:spPr>
            <a:xfrm>
              <a:off x="12628626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54" name="pl21">
              <a:extLst>
                <a:ext uri="{FF2B5EF4-FFF2-40B4-BE49-F238E27FC236}">
                  <a16:creationId xmlns:a16="http://schemas.microsoft.com/office/drawing/2014/main" id="{661E3015-617C-4F3B-71A0-202B574AA5B0}"/>
                </a:ext>
              </a:extLst>
            </p:cNvPr>
            <p:cNvSpPr/>
            <p:nvPr/>
          </p:nvSpPr>
          <p:spPr>
            <a:xfrm>
              <a:off x="13581472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55" name="pl22">
              <a:extLst>
                <a:ext uri="{FF2B5EF4-FFF2-40B4-BE49-F238E27FC236}">
                  <a16:creationId xmlns:a16="http://schemas.microsoft.com/office/drawing/2014/main" id="{F2210571-A736-534F-F42C-078A00635F4D}"/>
                </a:ext>
              </a:extLst>
            </p:cNvPr>
            <p:cNvSpPr/>
            <p:nvPr/>
          </p:nvSpPr>
          <p:spPr>
            <a:xfrm>
              <a:off x="14534316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56" name="pl23">
              <a:extLst>
                <a:ext uri="{FF2B5EF4-FFF2-40B4-BE49-F238E27FC236}">
                  <a16:creationId xmlns:a16="http://schemas.microsoft.com/office/drawing/2014/main" id="{A1BF420B-2328-914F-2F2F-352953F99450}"/>
                </a:ext>
              </a:extLst>
            </p:cNvPr>
            <p:cNvSpPr/>
            <p:nvPr/>
          </p:nvSpPr>
          <p:spPr>
            <a:xfrm>
              <a:off x="15487159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57" name="pl24">
              <a:extLst>
                <a:ext uri="{FF2B5EF4-FFF2-40B4-BE49-F238E27FC236}">
                  <a16:creationId xmlns:a16="http://schemas.microsoft.com/office/drawing/2014/main" id="{96D9EFB1-CA70-5B5F-0645-AC0188F37BBE}"/>
                </a:ext>
              </a:extLst>
            </p:cNvPr>
            <p:cNvSpPr/>
            <p:nvPr/>
          </p:nvSpPr>
          <p:spPr>
            <a:xfrm>
              <a:off x="16440003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58" name="pl25">
              <a:extLst>
                <a:ext uri="{FF2B5EF4-FFF2-40B4-BE49-F238E27FC236}">
                  <a16:creationId xmlns:a16="http://schemas.microsoft.com/office/drawing/2014/main" id="{CAED0EE9-B6D2-4CE3-6B23-6EFC7F972A1B}"/>
                </a:ext>
              </a:extLst>
            </p:cNvPr>
            <p:cNvSpPr/>
            <p:nvPr/>
          </p:nvSpPr>
          <p:spPr>
            <a:xfrm>
              <a:off x="17392849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59" name="pl26">
              <a:extLst>
                <a:ext uri="{FF2B5EF4-FFF2-40B4-BE49-F238E27FC236}">
                  <a16:creationId xmlns:a16="http://schemas.microsoft.com/office/drawing/2014/main" id="{233565F8-431B-C979-596D-4D3871C403BB}"/>
                </a:ext>
              </a:extLst>
            </p:cNvPr>
            <p:cNvSpPr/>
            <p:nvPr/>
          </p:nvSpPr>
          <p:spPr>
            <a:xfrm>
              <a:off x="18345693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60" name="pl27">
              <a:extLst>
                <a:ext uri="{FF2B5EF4-FFF2-40B4-BE49-F238E27FC236}">
                  <a16:creationId xmlns:a16="http://schemas.microsoft.com/office/drawing/2014/main" id="{7A7E3493-0B93-EF04-8E75-17805C013696}"/>
                </a:ext>
              </a:extLst>
            </p:cNvPr>
            <p:cNvSpPr/>
            <p:nvPr/>
          </p:nvSpPr>
          <p:spPr>
            <a:xfrm>
              <a:off x="20154894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61" name="pl28">
              <a:extLst>
                <a:ext uri="{FF2B5EF4-FFF2-40B4-BE49-F238E27FC236}">
                  <a16:creationId xmlns:a16="http://schemas.microsoft.com/office/drawing/2014/main" id="{D45AE1F6-5712-72EE-53C0-97F4F45F1AA5}"/>
                </a:ext>
              </a:extLst>
            </p:cNvPr>
            <p:cNvSpPr/>
            <p:nvPr/>
          </p:nvSpPr>
          <p:spPr>
            <a:xfrm>
              <a:off x="21107737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62" name="tx29">
              <a:extLst>
                <a:ext uri="{FF2B5EF4-FFF2-40B4-BE49-F238E27FC236}">
                  <a16:creationId xmlns:a16="http://schemas.microsoft.com/office/drawing/2014/main" id="{67BA0CB6-395C-5B75-5582-58AEAC4406D3}"/>
                </a:ext>
              </a:extLst>
            </p:cNvPr>
            <p:cNvSpPr/>
            <p:nvPr/>
          </p:nvSpPr>
          <p:spPr>
            <a:xfrm rot="18900000">
              <a:off x="11338786" y="25591774"/>
              <a:ext cx="436482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5163" name="tx30">
              <a:extLst>
                <a:ext uri="{FF2B5EF4-FFF2-40B4-BE49-F238E27FC236}">
                  <a16:creationId xmlns:a16="http://schemas.microsoft.com/office/drawing/2014/main" id="{CB0A5B60-F869-F11E-7298-B618886643EF}"/>
                </a:ext>
              </a:extLst>
            </p:cNvPr>
            <p:cNvSpPr/>
            <p:nvPr/>
          </p:nvSpPr>
          <p:spPr>
            <a:xfrm rot="18900000">
              <a:off x="12298101" y="25589638"/>
              <a:ext cx="42890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5164" name="tx31">
              <a:extLst>
                <a:ext uri="{FF2B5EF4-FFF2-40B4-BE49-F238E27FC236}">
                  <a16:creationId xmlns:a16="http://schemas.microsoft.com/office/drawing/2014/main" id="{81BD3296-104C-5441-BC55-BC02CE9A381C}"/>
                </a:ext>
              </a:extLst>
            </p:cNvPr>
            <p:cNvSpPr/>
            <p:nvPr/>
          </p:nvSpPr>
          <p:spPr>
            <a:xfrm rot="18900000">
              <a:off x="13257713" y="25587406"/>
              <a:ext cx="420981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5165" name="tx32">
              <a:extLst>
                <a:ext uri="{FF2B5EF4-FFF2-40B4-BE49-F238E27FC236}">
                  <a16:creationId xmlns:a16="http://schemas.microsoft.com/office/drawing/2014/main" id="{3A18D772-5672-8BAC-5C37-F132C5FDA49E}"/>
                </a:ext>
              </a:extLst>
            </p:cNvPr>
            <p:cNvSpPr/>
            <p:nvPr/>
          </p:nvSpPr>
          <p:spPr>
            <a:xfrm rot="18900000">
              <a:off x="14190562" y="25594006"/>
              <a:ext cx="444407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5166" name="tx33">
              <a:extLst>
                <a:ext uri="{FF2B5EF4-FFF2-40B4-BE49-F238E27FC236}">
                  <a16:creationId xmlns:a16="http://schemas.microsoft.com/office/drawing/2014/main" id="{9BB682B0-45A6-2995-2B9B-72865C68C47B}"/>
                </a:ext>
              </a:extLst>
            </p:cNvPr>
            <p:cNvSpPr/>
            <p:nvPr/>
          </p:nvSpPr>
          <p:spPr>
            <a:xfrm rot="18900000">
              <a:off x="15029997" y="25631435"/>
              <a:ext cx="577268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5167" name="tx34">
              <a:extLst>
                <a:ext uri="{FF2B5EF4-FFF2-40B4-BE49-F238E27FC236}">
                  <a16:creationId xmlns:a16="http://schemas.microsoft.com/office/drawing/2014/main" id="{73E1D988-96C6-722D-86FC-1D6A76620FF3}"/>
                </a:ext>
              </a:extLst>
            </p:cNvPr>
            <p:cNvSpPr/>
            <p:nvPr/>
          </p:nvSpPr>
          <p:spPr>
            <a:xfrm rot="18900000">
              <a:off x="15963044" y="25637971"/>
              <a:ext cx="600465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5168" name="tx35">
              <a:extLst>
                <a:ext uri="{FF2B5EF4-FFF2-40B4-BE49-F238E27FC236}">
                  <a16:creationId xmlns:a16="http://schemas.microsoft.com/office/drawing/2014/main" id="{4FC31654-CA5E-A0FB-9A7D-F12E33DD8E0B}"/>
                </a:ext>
              </a:extLst>
            </p:cNvPr>
            <p:cNvSpPr/>
            <p:nvPr/>
          </p:nvSpPr>
          <p:spPr>
            <a:xfrm rot="18900000">
              <a:off x="17035956" y="25598341"/>
              <a:ext cx="45979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5169" name="tx36">
              <a:extLst>
                <a:ext uri="{FF2B5EF4-FFF2-40B4-BE49-F238E27FC236}">
                  <a16:creationId xmlns:a16="http://schemas.microsoft.com/office/drawing/2014/main" id="{5B671B8D-997B-AC1F-83A5-18F939DD01B0}"/>
                </a:ext>
              </a:extLst>
            </p:cNvPr>
            <p:cNvSpPr/>
            <p:nvPr/>
          </p:nvSpPr>
          <p:spPr>
            <a:xfrm rot="18900000">
              <a:off x="17982041" y="25600573"/>
              <a:ext cx="467717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5170" name="tx37">
              <a:extLst>
                <a:ext uri="{FF2B5EF4-FFF2-40B4-BE49-F238E27FC236}">
                  <a16:creationId xmlns:a16="http://schemas.microsoft.com/office/drawing/2014/main" id="{D1BA885C-29A5-871E-A342-3DB9AB0F3569}"/>
                </a:ext>
              </a:extLst>
            </p:cNvPr>
            <p:cNvSpPr/>
            <p:nvPr/>
          </p:nvSpPr>
          <p:spPr>
            <a:xfrm rot="18900000">
              <a:off x="19684500" y="25635803"/>
              <a:ext cx="592772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5171" name="tx38">
              <a:extLst>
                <a:ext uri="{FF2B5EF4-FFF2-40B4-BE49-F238E27FC236}">
                  <a16:creationId xmlns:a16="http://schemas.microsoft.com/office/drawing/2014/main" id="{3BCEC704-59C9-B9D0-9FEE-06DDD3DC8DAC}"/>
                </a:ext>
              </a:extLst>
            </p:cNvPr>
            <p:cNvSpPr/>
            <p:nvPr/>
          </p:nvSpPr>
          <p:spPr>
            <a:xfrm rot="18900000">
              <a:off x="20584319" y="25653304"/>
              <a:ext cx="654897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pic>
          <p:nvPicPr>
            <p:cNvPr id="5173" name="pic6">
              <a:extLst>
                <a:ext uri="{FF2B5EF4-FFF2-40B4-BE49-F238E27FC236}">
                  <a16:creationId xmlns:a16="http://schemas.microsoft.com/office/drawing/2014/main" id="{76A96ABD-9AF3-08D4-9300-48A0B5CC9E08}"/>
                </a:ext>
              </a:extLst>
            </p:cNvPr>
            <p:cNvPicPr/>
            <p:nvPr/>
          </p:nvPicPr>
          <p:blipFill>
            <a:blip r:embed="rId4" cstate="print"/>
            <a:srcRect l="78884"/>
            <a:stretch>
              <a:fillRect/>
            </a:stretch>
          </p:blipFill>
          <p:spPr>
            <a:xfrm>
              <a:off x="19634956" y="21488766"/>
              <a:ext cx="2052228" cy="1230506"/>
            </a:xfrm>
            <a:prstGeom prst="rect">
              <a:avLst/>
            </a:prstGeom>
          </p:spPr>
        </p:pic>
        <p:pic>
          <p:nvPicPr>
            <p:cNvPr id="5174" name="pic44">
              <a:extLst>
                <a:ext uri="{FF2B5EF4-FFF2-40B4-BE49-F238E27FC236}">
                  <a16:creationId xmlns:a16="http://schemas.microsoft.com/office/drawing/2014/main" id="{E95FA92D-1FB1-4FAA-3EB3-3A0CBA0783C0}"/>
                </a:ext>
              </a:extLst>
            </p:cNvPr>
            <p:cNvPicPr/>
            <p:nvPr/>
          </p:nvPicPr>
          <p:blipFill>
            <a:blip r:embed="rId5" cstate="print"/>
            <a:srcRect l="78884"/>
            <a:stretch>
              <a:fillRect/>
            </a:stretch>
          </p:blipFill>
          <p:spPr>
            <a:xfrm>
              <a:off x="19634956" y="23955630"/>
              <a:ext cx="2052228" cy="1230506"/>
            </a:xfrm>
            <a:prstGeom prst="rect">
              <a:avLst/>
            </a:prstGeom>
          </p:spPr>
        </p:pic>
        <p:sp>
          <p:nvSpPr>
            <p:cNvPr id="5177" name="pl18">
              <a:extLst>
                <a:ext uri="{FF2B5EF4-FFF2-40B4-BE49-F238E27FC236}">
                  <a16:creationId xmlns:a16="http://schemas.microsoft.com/office/drawing/2014/main" id="{485E7A39-7625-C0EA-B731-2B2AD1F902B7}"/>
                </a:ext>
              </a:extLst>
            </p:cNvPr>
            <p:cNvSpPr/>
            <p:nvPr/>
          </p:nvSpPr>
          <p:spPr>
            <a:xfrm flipV="1">
              <a:off x="19742968" y="22666849"/>
              <a:ext cx="1836204" cy="68579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78" name="pl18">
              <a:extLst>
                <a:ext uri="{FF2B5EF4-FFF2-40B4-BE49-F238E27FC236}">
                  <a16:creationId xmlns:a16="http://schemas.microsoft.com/office/drawing/2014/main" id="{8E98B107-2C06-FF70-4C34-6C943A94E9ED}"/>
                </a:ext>
              </a:extLst>
            </p:cNvPr>
            <p:cNvSpPr/>
            <p:nvPr/>
          </p:nvSpPr>
          <p:spPr>
            <a:xfrm flipV="1">
              <a:off x="11078666" y="25078122"/>
              <a:ext cx="7796991" cy="128868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81" name="pl18">
              <a:extLst>
                <a:ext uri="{FF2B5EF4-FFF2-40B4-BE49-F238E27FC236}">
                  <a16:creationId xmlns:a16="http://schemas.microsoft.com/office/drawing/2014/main" id="{183C77FB-0CD4-123F-06DA-44E0DE9206EC}"/>
                </a:ext>
              </a:extLst>
            </p:cNvPr>
            <p:cNvSpPr/>
            <p:nvPr/>
          </p:nvSpPr>
          <p:spPr>
            <a:xfrm flipV="1">
              <a:off x="19742968" y="25078122"/>
              <a:ext cx="1837944" cy="123444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82" name="tx98">
              <a:extLst>
                <a:ext uri="{FF2B5EF4-FFF2-40B4-BE49-F238E27FC236}">
                  <a16:creationId xmlns:a16="http://schemas.microsoft.com/office/drawing/2014/main" id="{141552FC-D9C1-0B7F-68CB-3758AF6AFBDB}"/>
                </a:ext>
              </a:extLst>
            </p:cNvPr>
            <p:cNvSpPr/>
            <p:nvPr/>
          </p:nvSpPr>
          <p:spPr>
            <a:xfrm>
              <a:off x="11747448" y="23748599"/>
              <a:ext cx="2234885" cy="15582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Temperature Trends</a:t>
              </a:r>
              <a:endPara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5183" name="tx98">
              <a:extLst>
                <a:ext uri="{FF2B5EF4-FFF2-40B4-BE49-F238E27FC236}">
                  <a16:creationId xmlns:a16="http://schemas.microsoft.com/office/drawing/2014/main" id="{A07CDC05-34AF-F45B-077C-6B0F921C645A}"/>
                </a:ext>
              </a:extLst>
            </p:cNvPr>
            <p:cNvSpPr/>
            <p:nvPr/>
          </p:nvSpPr>
          <p:spPr>
            <a:xfrm>
              <a:off x="11243392" y="21188924"/>
              <a:ext cx="2234885" cy="15582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Salinity Trends</a:t>
              </a:r>
              <a:endPara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</p:grpSp>
      <p:grpSp>
        <p:nvGrpSpPr>
          <p:cNvPr id="3252" name="Group 3251">
            <a:extLst>
              <a:ext uri="{FF2B5EF4-FFF2-40B4-BE49-F238E27FC236}">
                <a16:creationId xmlns:a16="http://schemas.microsoft.com/office/drawing/2014/main" id="{ED6A9B73-48EF-E3A7-9381-D50A50BD0D7A}"/>
              </a:ext>
            </a:extLst>
          </p:cNvPr>
          <p:cNvGrpSpPr/>
          <p:nvPr/>
        </p:nvGrpSpPr>
        <p:grpSpPr>
          <a:xfrm>
            <a:off x="4549280" y="22224742"/>
            <a:ext cx="1139287" cy="6748962"/>
            <a:chOff x="4549280" y="22224742"/>
            <a:chExt cx="1139287" cy="6748962"/>
          </a:xfrm>
        </p:grpSpPr>
        <p:sp>
          <p:nvSpPr>
            <p:cNvPr id="4928" name="pl22">
              <a:extLst>
                <a:ext uri="{FF2B5EF4-FFF2-40B4-BE49-F238E27FC236}">
                  <a16:creationId xmlns:a16="http://schemas.microsoft.com/office/drawing/2014/main" id="{E9E2786C-9B70-D8B7-E327-A0557CBEEBDD}"/>
                </a:ext>
              </a:extLst>
            </p:cNvPr>
            <p:cNvSpPr/>
            <p:nvPr/>
          </p:nvSpPr>
          <p:spPr>
            <a:xfrm>
              <a:off x="5688567" y="22224742"/>
              <a:ext cx="0" cy="6748962"/>
            </a:xfrm>
            <a:custGeom>
              <a:avLst/>
              <a:gdLst/>
              <a:ahLst/>
              <a:cxnLst/>
              <a:rect l="0" t="0" r="0" b="0"/>
              <a:pathLst>
                <a:path h="3206252">
                  <a:moveTo>
                    <a:pt x="0" y="320625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9" name="tx23">
              <a:extLst>
                <a:ext uri="{FF2B5EF4-FFF2-40B4-BE49-F238E27FC236}">
                  <a16:creationId xmlns:a16="http://schemas.microsoft.com/office/drawing/2014/main" id="{1C57E3F7-F894-59E0-9E8C-6A67D16FCEFD}"/>
                </a:ext>
              </a:extLst>
            </p:cNvPr>
            <p:cNvSpPr/>
            <p:nvPr/>
          </p:nvSpPr>
          <p:spPr>
            <a:xfrm>
              <a:off x="4811846" y="28395575"/>
              <a:ext cx="698890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4930" name="tx24">
              <a:extLst>
                <a:ext uri="{FF2B5EF4-FFF2-40B4-BE49-F238E27FC236}">
                  <a16:creationId xmlns:a16="http://schemas.microsoft.com/office/drawing/2014/main" id="{E097599C-34C5-378B-03B9-94CD50A7047C}"/>
                </a:ext>
              </a:extLst>
            </p:cNvPr>
            <p:cNvSpPr/>
            <p:nvPr/>
          </p:nvSpPr>
          <p:spPr>
            <a:xfrm>
              <a:off x="4823981" y="27572531"/>
              <a:ext cx="686754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4931" name="tx25">
              <a:extLst>
                <a:ext uri="{FF2B5EF4-FFF2-40B4-BE49-F238E27FC236}">
                  <a16:creationId xmlns:a16="http://schemas.microsoft.com/office/drawing/2014/main" id="{E373B092-0922-FED7-2CE3-2811339B14DE}"/>
                </a:ext>
              </a:extLst>
            </p:cNvPr>
            <p:cNvSpPr/>
            <p:nvPr/>
          </p:nvSpPr>
          <p:spPr>
            <a:xfrm>
              <a:off x="4836670" y="26749486"/>
              <a:ext cx="674068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4932" name="tx26">
              <a:extLst>
                <a:ext uri="{FF2B5EF4-FFF2-40B4-BE49-F238E27FC236}">
                  <a16:creationId xmlns:a16="http://schemas.microsoft.com/office/drawing/2014/main" id="{F38B4746-19F7-AC3A-C59F-47FCBE7E415F}"/>
                </a:ext>
              </a:extLst>
            </p:cNvPr>
            <p:cNvSpPr/>
            <p:nvPr/>
          </p:nvSpPr>
          <p:spPr>
            <a:xfrm>
              <a:off x="4799160" y="25926442"/>
              <a:ext cx="711576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4933" name="tx27">
              <a:extLst>
                <a:ext uri="{FF2B5EF4-FFF2-40B4-BE49-F238E27FC236}">
                  <a16:creationId xmlns:a16="http://schemas.microsoft.com/office/drawing/2014/main" id="{7FA623FD-DA08-CF2E-D756-D55C0BDFDA93}"/>
                </a:ext>
              </a:extLst>
            </p:cNvPr>
            <p:cNvSpPr/>
            <p:nvPr/>
          </p:nvSpPr>
          <p:spPr>
            <a:xfrm>
              <a:off x="4586422" y="25103397"/>
              <a:ext cx="924314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4934" name="tx28">
              <a:extLst>
                <a:ext uri="{FF2B5EF4-FFF2-40B4-BE49-F238E27FC236}">
                  <a16:creationId xmlns:a16="http://schemas.microsoft.com/office/drawing/2014/main" id="{AC5372E5-4DD8-E770-BE7E-F7FEFEAFF25B}"/>
                </a:ext>
              </a:extLst>
            </p:cNvPr>
            <p:cNvSpPr/>
            <p:nvPr/>
          </p:nvSpPr>
          <p:spPr>
            <a:xfrm>
              <a:off x="4549280" y="24280353"/>
              <a:ext cx="961456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4935" name="tx29">
              <a:extLst>
                <a:ext uri="{FF2B5EF4-FFF2-40B4-BE49-F238E27FC236}">
                  <a16:creationId xmlns:a16="http://schemas.microsoft.com/office/drawing/2014/main" id="{B1212B15-9400-DB6A-CDC6-827629DBB55B}"/>
                </a:ext>
              </a:extLst>
            </p:cNvPr>
            <p:cNvSpPr/>
            <p:nvPr/>
          </p:nvSpPr>
          <p:spPr>
            <a:xfrm>
              <a:off x="4774521" y="23457308"/>
              <a:ext cx="736215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4936" name="tx30">
              <a:extLst>
                <a:ext uri="{FF2B5EF4-FFF2-40B4-BE49-F238E27FC236}">
                  <a16:creationId xmlns:a16="http://schemas.microsoft.com/office/drawing/2014/main" id="{052188C8-801C-7A1E-3A86-DF7C137CBA28}"/>
                </a:ext>
              </a:extLst>
            </p:cNvPr>
            <p:cNvSpPr/>
            <p:nvPr/>
          </p:nvSpPr>
          <p:spPr>
            <a:xfrm>
              <a:off x="4761835" y="22634264"/>
              <a:ext cx="748903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4937" name="pl31">
              <a:extLst>
                <a:ext uri="{FF2B5EF4-FFF2-40B4-BE49-F238E27FC236}">
                  <a16:creationId xmlns:a16="http://schemas.microsoft.com/office/drawing/2014/main" id="{2AF9DF97-DED7-2410-C1F1-A4D99F671211}"/>
                </a:ext>
              </a:extLst>
            </p:cNvPr>
            <p:cNvSpPr/>
            <p:nvPr/>
          </p:nvSpPr>
          <p:spPr>
            <a:xfrm>
              <a:off x="5618600" y="28479880"/>
              <a:ext cx="6996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38" name="pl32">
              <a:extLst>
                <a:ext uri="{FF2B5EF4-FFF2-40B4-BE49-F238E27FC236}">
                  <a16:creationId xmlns:a16="http://schemas.microsoft.com/office/drawing/2014/main" id="{2060149D-047B-C88B-0E77-E8AE09872648}"/>
                </a:ext>
              </a:extLst>
            </p:cNvPr>
            <p:cNvSpPr/>
            <p:nvPr/>
          </p:nvSpPr>
          <p:spPr>
            <a:xfrm>
              <a:off x="5618600" y="27656834"/>
              <a:ext cx="6996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39" name="pl33">
              <a:extLst>
                <a:ext uri="{FF2B5EF4-FFF2-40B4-BE49-F238E27FC236}">
                  <a16:creationId xmlns:a16="http://schemas.microsoft.com/office/drawing/2014/main" id="{BD86473A-311E-25CE-94F7-D822278650E9}"/>
                </a:ext>
              </a:extLst>
            </p:cNvPr>
            <p:cNvSpPr/>
            <p:nvPr/>
          </p:nvSpPr>
          <p:spPr>
            <a:xfrm>
              <a:off x="5618600" y="26833790"/>
              <a:ext cx="6996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40" name="pl34">
              <a:extLst>
                <a:ext uri="{FF2B5EF4-FFF2-40B4-BE49-F238E27FC236}">
                  <a16:creationId xmlns:a16="http://schemas.microsoft.com/office/drawing/2014/main" id="{7AA8CE46-295D-8F35-1D99-C3B93779BA8C}"/>
                </a:ext>
              </a:extLst>
            </p:cNvPr>
            <p:cNvSpPr/>
            <p:nvPr/>
          </p:nvSpPr>
          <p:spPr>
            <a:xfrm>
              <a:off x="5618600" y="26010745"/>
              <a:ext cx="6996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41" name="pl35">
              <a:extLst>
                <a:ext uri="{FF2B5EF4-FFF2-40B4-BE49-F238E27FC236}">
                  <a16:creationId xmlns:a16="http://schemas.microsoft.com/office/drawing/2014/main" id="{F294733C-B3A4-8E8B-8E13-D4536AB68671}"/>
                </a:ext>
              </a:extLst>
            </p:cNvPr>
            <p:cNvSpPr/>
            <p:nvPr/>
          </p:nvSpPr>
          <p:spPr>
            <a:xfrm>
              <a:off x="5618600" y="25187701"/>
              <a:ext cx="6996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42" name="pl36">
              <a:extLst>
                <a:ext uri="{FF2B5EF4-FFF2-40B4-BE49-F238E27FC236}">
                  <a16:creationId xmlns:a16="http://schemas.microsoft.com/office/drawing/2014/main" id="{A8C8082E-DB38-BE9D-430D-797C2A7C259E}"/>
                </a:ext>
              </a:extLst>
            </p:cNvPr>
            <p:cNvSpPr/>
            <p:nvPr/>
          </p:nvSpPr>
          <p:spPr>
            <a:xfrm>
              <a:off x="5618600" y="24364658"/>
              <a:ext cx="6996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43" name="pl37">
              <a:extLst>
                <a:ext uri="{FF2B5EF4-FFF2-40B4-BE49-F238E27FC236}">
                  <a16:creationId xmlns:a16="http://schemas.microsoft.com/office/drawing/2014/main" id="{EED1BD27-8506-486E-81D6-6B2FA64F5B62}"/>
                </a:ext>
              </a:extLst>
            </p:cNvPr>
            <p:cNvSpPr/>
            <p:nvPr/>
          </p:nvSpPr>
          <p:spPr>
            <a:xfrm>
              <a:off x="5618600" y="23541612"/>
              <a:ext cx="6996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44" name="pl38">
              <a:extLst>
                <a:ext uri="{FF2B5EF4-FFF2-40B4-BE49-F238E27FC236}">
                  <a16:creationId xmlns:a16="http://schemas.microsoft.com/office/drawing/2014/main" id="{9D04796C-761E-E460-3F93-E0C18C9C7DBE}"/>
                </a:ext>
              </a:extLst>
            </p:cNvPr>
            <p:cNvSpPr/>
            <p:nvPr/>
          </p:nvSpPr>
          <p:spPr>
            <a:xfrm>
              <a:off x="5618600" y="22718569"/>
              <a:ext cx="6996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</p:grpSp>
      <p:sp>
        <p:nvSpPr>
          <p:cNvPr id="4946" name="pl40">
            <a:extLst>
              <a:ext uri="{FF2B5EF4-FFF2-40B4-BE49-F238E27FC236}">
                <a16:creationId xmlns:a16="http://schemas.microsoft.com/office/drawing/2014/main" id="{FA40F413-357B-6391-E86C-3B83B97FD186}"/>
              </a:ext>
            </a:extLst>
          </p:cNvPr>
          <p:cNvSpPr/>
          <p:nvPr/>
        </p:nvSpPr>
        <p:spPr>
          <a:xfrm>
            <a:off x="6160316" y="28973708"/>
            <a:ext cx="0" cy="73239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48" name="tx42">
            <a:extLst>
              <a:ext uri="{FF2B5EF4-FFF2-40B4-BE49-F238E27FC236}">
                <a16:creationId xmlns:a16="http://schemas.microsoft.com/office/drawing/2014/main" id="{1F3AA905-DFB8-D87A-520D-1B57460C0BC0}"/>
              </a:ext>
            </a:extLst>
          </p:cNvPr>
          <p:cNvSpPr/>
          <p:nvPr/>
        </p:nvSpPr>
        <p:spPr>
          <a:xfrm rot="18900000">
            <a:off x="5407121" y="29432122"/>
            <a:ext cx="949137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3247" name="pl14">
            <a:extLst>
              <a:ext uri="{FF2B5EF4-FFF2-40B4-BE49-F238E27FC236}">
                <a16:creationId xmlns:a16="http://schemas.microsoft.com/office/drawing/2014/main" id="{6874B4FC-8093-C753-72AA-A514EE300600}"/>
              </a:ext>
            </a:extLst>
          </p:cNvPr>
          <p:cNvSpPr/>
          <p:nvPr/>
        </p:nvSpPr>
        <p:spPr>
          <a:xfrm>
            <a:off x="6107989" y="19409143"/>
            <a:ext cx="32949" cy="49130"/>
          </a:xfrm>
          <a:custGeom>
            <a:avLst/>
            <a:gdLst/>
            <a:ahLst/>
            <a:cxnLst/>
            <a:rect l="0" t="0" r="0" b="0"/>
            <a:pathLst>
              <a:path w="21966" h="32753">
                <a:moveTo>
                  <a:pt x="21966" y="6178"/>
                </a:moveTo>
                <a:lnTo>
                  <a:pt x="19988" y="0"/>
                </a:lnTo>
                <a:lnTo>
                  <a:pt x="15300" y="2162"/>
                </a:lnTo>
                <a:lnTo>
                  <a:pt x="6420" y="16681"/>
                </a:lnTo>
                <a:lnTo>
                  <a:pt x="5415" y="21279"/>
                </a:lnTo>
                <a:lnTo>
                  <a:pt x="0" y="32753"/>
                </a:lnTo>
                <a:lnTo>
                  <a:pt x="2426" y="32411"/>
                </a:lnTo>
                <a:lnTo>
                  <a:pt x="12835" y="16380"/>
                </a:lnTo>
                <a:lnTo>
                  <a:pt x="21966" y="6178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83" name="pl44">
            <a:extLst>
              <a:ext uri="{FF2B5EF4-FFF2-40B4-BE49-F238E27FC236}">
                <a16:creationId xmlns:a16="http://schemas.microsoft.com/office/drawing/2014/main" id="{012462C2-855D-9CC3-7608-E6D8BF9AC15A}"/>
              </a:ext>
            </a:extLst>
          </p:cNvPr>
          <p:cNvSpPr/>
          <p:nvPr/>
        </p:nvSpPr>
        <p:spPr>
          <a:xfrm>
            <a:off x="6147423" y="19356875"/>
            <a:ext cx="66737" cy="49007"/>
          </a:xfrm>
          <a:custGeom>
            <a:avLst/>
            <a:gdLst/>
            <a:ahLst/>
            <a:cxnLst/>
            <a:rect l="0" t="0" r="0" b="0"/>
            <a:pathLst>
              <a:path w="44491" h="32671">
                <a:moveTo>
                  <a:pt x="31535" y="6746"/>
                </a:moveTo>
                <a:lnTo>
                  <a:pt x="13371" y="21286"/>
                </a:lnTo>
                <a:lnTo>
                  <a:pt x="5092" y="25104"/>
                </a:lnTo>
                <a:lnTo>
                  <a:pt x="0" y="32671"/>
                </a:lnTo>
                <a:lnTo>
                  <a:pt x="4109" y="32089"/>
                </a:lnTo>
                <a:lnTo>
                  <a:pt x="28786" y="14854"/>
                </a:lnTo>
                <a:lnTo>
                  <a:pt x="43398" y="6137"/>
                </a:lnTo>
                <a:lnTo>
                  <a:pt x="44491" y="0"/>
                </a:lnTo>
                <a:lnTo>
                  <a:pt x="42802" y="738"/>
                </a:lnTo>
                <a:lnTo>
                  <a:pt x="38944" y="5747"/>
                </a:lnTo>
                <a:lnTo>
                  <a:pt x="31535" y="6746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84" name="pl45">
            <a:extLst>
              <a:ext uri="{FF2B5EF4-FFF2-40B4-BE49-F238E27FC236}">
                <a16:creationId xmlns:a16="http://schemas.microsoft.com/office/drawing/2014/main" id="{19261783-2A71-757C-B3B2-5C2D7B4E73B5}"/>
              </a:ext>
            </a:extLst>
          </p:cNvPr>
          <p:cNvSpPr/>
          <p:nvPr/>
        </p:nvSpPr>
        <p:spPr>
          <a:xfrm>
            <a:off x="6049440" y="19474493"/>
            <a:ext cx="54434" cy="121805"/>
          </a:xfrm>
          <a:custGeom>
            <a:avLst/>
            <a:gdLst/>
            <a:ahLst/>
            <a:cxnLst/>
            <a:rect l="0" t="0" r="0" b="0"/>
            <a:pathLst>
              <a:path w="36289" h="81203">
                <a:moveTo>
                  <a:pt x="10049" y="41887"/>
                </a:moveTo>
                <a:lnTo>
                  <a:pt x="961" y="69188"/>
                </a:lnTo>
                <a:lnTo>
                  <a:pt x="0" y="81203"/>
                </a:lnTo>
                <a:lnTo>
                  <a:pt x="3491" y="73143"/>
                </a:lnTo>
                <a:lnTo>
                  <a:pt x="14988" y="39349"/>
                </a:lnTo>
                <a:lnTo>
                  <a:pt x="36289" y="0"/>
                </a:lnTo>
                <a:lnTo>
                  <a:pt x="28513" y="6007"/>
                </a:lnTo>
                <a:lnTo>
                  <a:pt x="10049" y="41887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86" name="pl47">
            <a:extLst>
              <a:ext uri="{FF2B5EF4-FFF2-40B4-BE49-F238E27FC236}">
                <a16:creationId xmlns:a16="http://schemas.microsoft.com/office/drawing/2014/main" id="{014856AB-BBAF-2926-92CB-729092638D9E}"/>
              </a:ext>
            </a:extLst>
          </p:cNvPr>
          <p:cNvSpPr/>
          <p:nvPr/>
        </p:nvSpPr>
        <p:spPr>
          <a:xfrm>
            <a:off x="6045687" y="19605975"/>
            <a:ext cx="39696" cy="227753"/>
          </a:xfrm>
          <a:custGeom>
            <a:avLst/>
            <a:gdLst/>
            <a:ahLst/>
            <a:cxnLst/>
            <a:rect l="0" t="0" r="0" b="0"/>
            <a:pathLst>
              <a:path w="26464" h="151835">
                <a:moveTo>
                  <a:pt x="2371" y="0"/>
                </a:moveTo>
                <a:lnTo>
                  <a:pt x="0" y="13492"/>
                </a:lnTo>
                <a:lnTo>
                  <a:pt x="568" y="52684"/>
                </a:lnTo>
                <a:lnTo>
                  <a:pt x="15650" y="121449"/>
                </a:lnTo>
                <a:lnTo>
                  <a:pt x="24917" y="151835"/>
                </a:lnTo>
                <a:lnTo>
                  <a:pt x="26464" y="145328"/>
                </a:lnTo>
                <a:lnTo>
                  <a:pt x="22934" y="125650"/>
                </a:lnTo>
                <a:lnTo>
                  <a:pt x="6262" y="55353"/>
                </a:lnTo>
                <a:lnTo>
                  <a:pt x="2371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76" name="pt1499">
            <a:extLst>
              <a:ext uri="{FF2B5EF4-FFF2-40B4-BE49-F238E27FC236}">
                <a16:creationId xmlns:a16="http://schemas.microsoft.com/office/drawing/2014/main" id="{06271985-CD00-D454-A9E8-CB7EE030514F}"/>
              </a:ext>
            </a:extLst>
          </p:cNvPr>
          <p:cNvSpPr/>
          <p:nvPr/>
        </p:nvSpPr>
        <p:spPr>
          <a:xfrm>
            <a:off x="5976450" y="19308524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80" name="pt1503">
            <a:extLst>
              <a:ext uri="{FF2B5EF4-FFF2-40B4-BE49-F238E27FC236}">
                <a16:creationId xmlns:a16="http://schemas.microsoft.com/office/drawing/2014/main" id="{DB5AD0CB-DFAF-A864-1B35-88E0FCC556D7}"/>
              </a:ext>
            </a:extLst>
          </p:cNvPr>
          <p:cNvSpPr/>
          <p:nvPr/>
        </p:nvSpPr>
        <p:spPr>
          <a:xfrm>
            <a:off x="6136041" y="19182914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12" name="rc1535">
            <a:extLst>
              <a:ext uri="{FF2B5EF4-FFF2-40B4-BE49-F238E27FC236}">
                <a16:creationId xmlns:a16="http://schemas.microsoft.com/office/drawing/2014/main" id="{DF7371B3-77BE-C3DC-30FE-B3A783132512}"/>
              </a:ext>
            </a:extLst>
          </p:cNvPr>
          <p:cNvSpPr/>
          <p:nvPr/>
        </p:nvSpPr>
        <p:spPr>
          <a:xfrm>
            <a:off x="5984265" y="19323354"/>
            <a:ext cx="192098" cy="192098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20" name="pl1543">
            <a:extLst>
              <a:ext uri="{FF2B5EF4-FFF2-40B4-BE49-F238E27FC236}">
                <a16:creationId xmlns:a16="http://schemas.microsoft.com/office/drawing/2014/main" id="{371AC66D-9D4A-B78D-2A93-E05D7ED0371F}"/>
              </a:ext>
            </a:extLst>
          </p:cNvPr>
          <p:cNvSpPr/>
          <p:nvPr/>
        </p:nvSpPr>
        <p:spPr>
          <a:xfrm>
            <a:off x="6074449" y="19088208"/>
            <a:ext cx="5511" cy="311328"/>
          </a:xfrm>
          <a:custGeom>
            <a:avLst/>
            <a:gdLst/>
            <a:ahLst/>
            <a:cxnLst/>
            <a:rect l="0" t="0" r="0" b="0"/>
            <a:pathLst>
              <a:path w="3674" h="207552">
                <a:moveTo>
                  <a:pt x="0" y="0"/>
                </a:moveTo>
                <a:lnTo>
                  <a:pt x="3674" y="207552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35" name="pl1558">
            <a:extLst>
              <a:ext uri="{FF2B5EF4-FFF2-40B4-BE49-F238E27FC236}">
                <a16:creationId xmlns:a16="http://schemas.microsoft.com/office/drawing/2014/main" id="{67331956-F326-331C-FF37-2C41B869FBED}"/>
              </a:ext>
            </a:extLst>
          </p:cNvPr>
          <p:cNvSpPr/>
          <p:nvPr/>
        </p:nvSpPr>
        <p:spPr>
          <a:xfrm>
            <a:off x="5610436" y="14812849"/>
            <a:ext cx="0" cy="5465000"/>
          </a:xfrm>
          <a:custGeom>
            <a:avLst/>
            <a:gdLst/>
            <a:ahLst/>
            <a:cxnLst/>
            <a:rect l="0" t="0" r="0" b="0"/>
            <a:pathLst>
              <a:path h="3643333">
                <a:moveTo>
                  <a:pt x="0" y="3643333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36" name="tx1559">
            <a:extLst>
              <a:ext uri="{FF2B5EF4-FFF2-40B4-BE49-F238E27FC236}">
                <a16:creationId xmlns:a16="http://schemas.microsoft.com/office/drawing/2014/main" id="{06ED92CC-1EAB-E29D-1536-60A2565A8534}"/>
              </a:ext>
            </a:extLst>
          </p:cNvPr>
          <p:cNvSpPr/>
          <p:nvPr/>
        </p:nvSpPr>
        <p:spPr>
          <a:xfrm>
            <a:off x="4938807" y="20006142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25</a:t>
            </a:r>
          </a:p>
        </p:txBody>
      </p:sp>
      <p:sp>
        <p:nvSpPr>
          <p:cNvPr id="6637" name="tx1560">
            <a:extLst>
              <a:ext uri="{FF2B5EF4-FFF2-40B4-BE49-F238E27FC236}">
                <a16:creationId xmlns:a16="http://schemas.microsoft.com/office/drawing/2014/main" id="{434F71FD-F8B4-DAE4-010F-3492BBFC3CD1}"/>
              </a:ext>
            </a:extLst>
          </p:cNvPr>
          <p:cNvSpPr/>
          <p:nvPr/>
        </p:nvSpPr>
        <p:spPr>
          <a:xfrm>
            <a:off x="5200721" y="19978572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38" name="tx1561">
            <a:extLst>
              <a:ext uri="{FF2B5EF4-FFF2-40B4-BE49-F238E27FC236}">
                <a16:creationId xmlns:a16="http://schemas.microsoft.com/office/drawing/2014/main" id="{E7FB9D1B-A3A1-A38A-1236-8E60AE4FC241}"/>
              </a:ext>
            </a:extLst>
          </p:cNvPr>
          <p:cNvSpPr/>
          <p:nvPr/>
        </p:nvSpPr>
        <p:spPr>
          <a:xfrm>
            <a:off x="5341368" y="20006142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39" name="tx1562">
            <a:extLst>
              <a:ext uri="{FF2B5EF4-FFF2-40B4-BE49-F238E27FC236}">
                <a16:creationId xmlns:a16="http://schemas.microsoft.com/office/drawing/2014/main" id="{C90B5DB1-5520-9C2D-E01E-8C8CF298160C}"/>
              </a:ext>
            </a:extLst>
          </p:cNvPr>
          <p:cNvSpPr/>
          <p:nvPr/>
        </p:nvSpPr>
        <p:spPr>
          <a:xfrm>
            <a:off x="4938807" y="18955042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30</a:t>
            </a:r>
          </a:p>
        </p:txBody>
      </p:sp>
      <p:sp>
        <p:nvSpPr>
          <p:cNvPr id="6640" name="tx1563">
            <a:extLst>
              <a:ext uri="{FF2B5EF4-FFF2-40B4-BE49-F238E27FC236}">
                <a16:creationId xmlns:a16="http://schemas.microsoft.com/office/drawing/2014/main" id="{17A6E78E-DBE0-3393-9807-A9E9012A29CC}"/>
              </a:ext>
            </a:extLst>
          </p:cNvPr>
          <p:cNvSpPr/>
          <p:nvPr/>
        </p:nvSpPr>
        <p:spPr>
          <a:xfrm>
            <a:off x="5200721" y="1892747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41" name="tx1564">
            <a:extLst>
              <a:ext uri="{FF2B5EF4-FFF2-40B4-BE49-F238E27FC236}">
                <a16:creationId xmlns:a16="http://schemas.microsoft.com/office/drawing/2014/main" id="{A0E9E719-00C9-47FA-8959-9E33C3370120}"/>
              </a:ext>
            </a:extLst>
          </p:cNvPr>
          <p:cNvSpPr/>
          <p:nvPr/>
        </p:nvSpPr>
        <p:spPr>
          <a:xfrm>
            <a:off x="5341368" y="18955042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42" name="tx1565">
            <a:extLst>
              <a:ext uri="{FF2B5EF4-FFF2-40B4-BE49-F238E27FC236}">
                <a16:creationId xmlns:a16="http://schemas.microsoft.com/office/drawing/2014/main" id="{E29E3B24-DBBC-9199-5061-86753ABD2389}"/>
              </a:ext>
            </a:extLst>
          </p:cNvPr>
          <p:cNvSpPr/>
          <p:nvPr/>
        </p:nvSpPr>
        <p:spPr>
          <a:xfrm>
            <a:off x="4938807" y="17904081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35</a:t>
            </a:r>
          </a:p>
        </p:txBody>
      </p:sp>
      <p:sp>
        <p:nvSpPr>
          <p:cNvPr id="6643" name="tx1566">
            <a:extLst>
              <a:ext uri="{FF2B5EF4-FFF2-40B4-BE49-F238E27FC236}">
                <a16:creationId xmlns:a16="http://schemas.microsoft.com/office/drawing/2014/main" id="{92BE4970-E654-2BF7-DE7E-3D9DCCA838AC}"/>
              </a:ext>
            </a:extLst>
          </p:cNvPr>
          <p:cNvSpPr/>
          <p:nvPr/>
        </p:nvSpPr>
        <p:spPr>
          <a:xfrm>
            <a:off x="5200721" y="17876512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44" name="tx1567">
            <a:extLst>
              <a:ext uri="{FF2B5EF4-FFF2-40B4-BE49-F238E27FC236}">
                <a16:creationId xmlns:a16="http://schemas.microsoft.com/office/drawing/2014/main" id="{3659D5D3-042C-BCEF-D030-2E2F32E7CCAA}"/>
              </a:ext>
            </a:extLst>
          </p:cNvPr>
          <p:cNvSpPr/>
          <p:nvPr/>
        </p:nvSpPr>
        <p:spPr>
          <a:xfrm>
            <a:off x="5341368" y="17904081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45" name="tx1568">
            <a:extLst>
              <a:ext uri="{FF2B5EF4-FFF2-40B4-BE49-F238E27FC236}">
                <a16:creationId xmlns:a16="http://schemas.microsoft.com/office/drawing/2014/main" id="{3B3AEB35-2EBD-3B67-9F36-F168169EA618}"/>
              </a:ext>
            </a:extLst>
          </p:cNvPr>
          <p:cNvSpPr/>
          <p:nvPr/>
        </p:nvSpPr>
        <p:spPr>
          <a:xfrm>
            <a:off x="4938807" y="16853119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6646" name="tx1569">
            <a:extLst>
              <a:ext uri="{FF2B5EF4-FFF2-40B4-BE49-F238E27FC236}">
                <a16:creationId xmlns:a16="http://schemas.microsoft.com/office/drawing/2014/main" id="{5807143E-2C73-42C1-9D27-37B18133BFE1}"/>
              </a:ext>
            </a:extLst>
          </p:cNvPr>
          <p:cNvSpPr/>
          <p:nvPr/>
        </p:nvSpPr>
        <p:spPr>
          <a:xfrm>
            <a:off x="5200721" y="16825551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47" name="tx1570">
            <a:extLst>
              <a:ext uri="{FF2B5EF4-FFF2-40B4-BE49-F238E27FC236}">
                <a16:creationId xmlns:a16="http://schemas.microsoft.com/office/drawing/2014/main" id="{568E9B8A-E5EF-9E3E-A4C5-C9867AAD54BE}"/>
              </a:ext>
            </a:extLst>
          </p:cNvPr>
          <p:cNvSpPr/>
          <p:nvPr/>
        </p:nvSpPr>
        <p:spPr>
          <a:xfrm>
            <a:off x="5341368" y="16853119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48" name="tx1571">
            <a:extLst>
              <a:ext uri="{FF2B5EF4-FFF2-40B4-BE49-F238E27FC236}">
                <a16:creationId xmlns:a16="http://schemas.microsoft.com/office/drawing/2014/main" id="{3927CE95-C735-7760-6FE8-6AC50D2598DC}"/>
              </a:ext>
            </a:extLst>
          </p:cNvPr>
          <p:cNvSpPr/>
          <p:nvPr/>
        </p:nvSpPr>
        <p:spPr>
          <a:xfrm>
            <a:off x="4938807" y="15802294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45</a:t>
            </a:r>
          </a:p>
        </p:txBody>
      </p:sp>
      <p:sp>
        <p:nvSpPr>
          <p:cNvPr id="6649" name="tx1572">
            <a:extLst>
              <a:ext uri="{FF2B5EF4-FFF2-40B4-BE49-F238E27FC236}">
                <a16:creationId xmlns:a16="http://schemas.microsoft.com/office/drawing/2014/main" id="{918CED83-0C79-FA34-AB95-93F41C6C0415}"/>
              </a:ext>
            </a:extLst>
          </p:cNvPr>
          <p:cNvSpPr/>
          <p:nvPr/>
        </p:nvSpPr>
        <p:spPr>
          <a:xfrm>
            <a:off x="5200721" y="15774726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50" name="tx1573">
            <a:extLst>
              <a:ext uri="{FF2B5EF4-FFF2-40B4-BE49-F238E27FC236}">
                <a16:creationId xmlns:a16="http://schemas.microsoft.com/office/drawing/2014/main" id="{B5C5A4C1-0FE2-9203-073D-7907704D5115}"/>
              </a:ext>
            </a:extLst>
          </p:cNvPr>
          <p:cNvSpPr/>
          <p:nvPr/>
        </p:nvSpPr>
        <p:spPr>
          <a:xfrm>
            <a:off x="5341368" y="15802294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51" name="tx1574">
            <a:extLst>
              <a:ext uri="{FF2B5EF4-FFF2-40B4-BE49-F238E27FC236}">
                <a16:creationId xmlns:a16="http://schemas.microsoft.com/office/drawing/2014/main" id="{A07122F6-4A14-BE4E-CDDF-A8AED100EFC6}"/>
              </a:ext>
            </a:extLst>
          </p:cNvPr>
          <p:cNvSpPr/>
          <p:nvPr/>
        </p:nvSpPr>
        <p:spPr>
          <a:xfrm>
            <a:off x="4938807" y="14751196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50</a:t>
            </a:r>
          </a:p>
        </p:txBody>
      </p:sp>
      <p:sp>
        <p:nvSpPr>
          <p:cNvPr id="6652" name="tx1575">
            <a:extLst>
              <a:ext uri="{FF2B5EF4-FFF2-40B4-BE49-F238E27FC236}">
                <a16:creationId xmlns:a16="http://schemas.microsoft.com/office/drawing/2014/main" id="{6FBB3F88-C3CC-50D8-E57F-CAA5126020CF}"/>
              </a:ext>
            </a:extLst>
          </p:cNvPr>
          <p:cNvSpPr/>
          <p:nvPr/>
        </p:nvSpPr>
        <p:spPr>
          <a:xfrm>
            <a:off x="5200721" y="14723626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53" name="tx1576">
            <a:extLst>
              <a:ext uri="{FF2B5EF4-FFF2-40B4-BE49-F238E27FC236}">
                <a16:creationId xmlns:a16="http://schemas.microsoft.com/office/drawing/2014/main" id="{1E482440-1CFF-C1A9-DB93-5B6CF042BE96}"/>
              </a:ext>
            </a:extLst>
          </p:cNvPr>
          <p:cNvSpPr/>
          <p:nvPr/>
        </p:nvSpPr>
        <p:spPr>
          <a:xfrm>
            <a:off x="5341368" y="14751196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54" name="pl1577">
            <a:extLst>
              <a:ext uri="{FF2B5EF4-FFF2-40B4-BE49-F238E27FC236}">
                <a16:creationId xmlns:a16="http://schemas.microsoft.com/office/drawing/2014/main" id="{0A775B8F-08CF-9FDD-5525-EF6E01BC77DC}"/>
              </a:ext>
            </a:extLst>
          </p:cNvPr>
          <p:cNvSpPr/>
          <p:nvPr/>
        </p:nvSpPr>
        <p:spPr>
          <a:xfrm>
            <a:off x="5558245" y="20067657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55" name="pl1578">
            <a:extLst>
              <a:ext uri="{FF2B5EF4-FFF2-40B4-BE49-F238E27FC236}">
                <a16:creationId xmlns:a16="http://schemas.microsoft.com/office/drawing/2014/main" id="{D20AEC73-385A-974A-F71E-D40B9C044489}"/>
              </a:ext>
            </a:extLst>
          </p:cNvPr>
          <p:cNvSpPr/>
          <p:nvPr/>
        </p:nvSpPr>
        <p:spPr>
          <a:xfrm>
            <a:off x="5558245" y="19016695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56" name="pl1579">
            <a:extLst>
              <a:ext uri="{FF2B5EF4-FFF2-40B4-BE49-F238E27FC236}">
                <a16:creationId xmlns:a16="http://schemas.microsoft.com/office/drawing/2014/main" id="{A97D03D3-FFC7-8274-0A65-1AD9A1B65C94}"/>
              </a:ext>
            </a:extLst>
          </p:cNvPr>
          <p:cNvSpPr/>
          <p:nvPr/>
        </p:nvSpPr>
        <p:spPr>
          <a:xfrm>
            <a:off x="5558245" y="17965734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57" name="pl1580">
            <a:extLst>
              <a:ext uri="{FF2B5EF4-FFF2-40B4-BE49-F238E27FC236}">
                <a16:creationId xmlns:a16="http://schemas.microsoft.com/office/drawing/2014/main" id="{6E9BDE5C-36FA-CAFF-97ED-9C6CD64D07CC}"/>
              </a:ext>
            </a:extLst>
          </p:cNvPr>
          <p:cNvSpPr/>
          <p:nvPr/>
        </p:nvSpPr>
        <p:spPr>
          <a:xfrm>
            <a:off x="5558245" y="16914772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58" name="pl1581">
            <a:extLst>
              <a:ext uri="{FF2B5EF4-FFF2-40B4-BE49-F238E27FC236}">
                <a16:creationId xmlns:a16="http://schemas.microsoft.com/office/drawing/2014/main" id="{2BBF199A-F9C1-9A57-295B-65AA8CA83B45}"/>
              </a:ext>
            </a:extLst>
          </p:cNvPr>
          <p:cNvSpPr/>
          <p:nvPr/>
        </p:nvSpPr>
        <p:spPr>
          <a:xfrm>
            <a:off x="5558245" y="15863811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59" name="pl1582">
            <a:extLst>
              <a:ext uri="{FF2B5EF4-FFF2-40B4-BE49-F238E27FC236}">
                <a16:creationId xmlns:a16="http://schemas.microsoft.com/office/drawing/2014/main" id="{B5B6B0A0-76D9-AAA9-0B17-4FB105828458}"/>
              </a:ext>
            </a:extLst>
          </p:cNvPr>
          <p:cNvSpPr/>
          <p:nvPr/>
        </p:nvSpPr>
        <p:spPr>
          <a:xfrm>
            <a:off x="5558245" y="14812849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61" name="pl1584">
            <a:extLst>
              <a:ext uri="{FF2B5EF4-FFF2-40B4-BE49-F238E27FC236}">
                <a16:creationId xmlns:a16="http://schemas.microsoft.com/office/drawing/2014/main" id="{E1630A4A-16BF-514D-2222-8F3E21414C88}"/>
              </a:ext>
            </a:extLst>
          </p:cNvPr>
          <p:cNvSpPr/>
          <p:nvPr/>
        </p:nvSpPr>
        <p:spPr>
          <a:xfrm>
            <a:off x="5610436" y="20277852"/>
            <a:ext cx="0" cy="5219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70" name="tx1593">
            <a:extLst>
              <a:ext uri="{FF2B5EF4-FFF2-40B4-BE49-F238E27FC236}">
                <a16:creationId xmlns:a16="http://schemas.microsoft.com/office/drawing/2014/main" id="{C61653E4-DC1D-7454-469D-5506608B0360}"/>
              </a:ext>
            </a:extLst>
          </p:cNvPr>
          <p:cNvSpPr/>
          <p:nvPr/>
        </p:nvSpPr>
        <p:spPr>
          <a:xfrm>
            <a:off x="5269360" y="20471904"/>
            <a:ext cx="279806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100</a:t>
            </a:r>
          </a:p>
        </p:txBody>
      </p:sp>
      <p:sp>
        <p:nvSpPr>
          <p:cNvPr id="6671" name="tx1594">
            <a:extLst>
              <a:ext uri="{FF2B5EF4-FFF2-40B4-BE49-F238E27FC236}">
                <a16:creationId xmlns:a16="http://schemas.microsoft.com/office/drawing/2014/main" id="{993182FC-7ED8-DD66-6E55-5E1E2DB0FD35}"/>
              </a:ext>
            </a:extLst>
          </p:cNvPr>
          <p:cNvSpPr/>
          <p:nvPr/>
        </p:nvSpPr>
        <p:spPr>
          <a:xfrm>
            <a:off x="5637732" y="2044433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72" name="tx1595">
            <a:extLst>
              <a:ext uri="{FF2B5EF4-FFF2-40B4-BE49-F238E27FC236}">
                <a16:creationId xmlns:a16="http://schemas.microsoft.com/office/drawing/2014/main" id="{6412A5C2-ECFE-DDCE-3609-85A10AA9F64E}"/>
              </a:ext>
            </a:extLst>
          </p:cNvPr>
          <p:cNvSpPr/>
          <p:nvPr/>
        </p:nvSpPr>
        <p:spPr>
          <a:xfrm>
            <a:off x="5773416" y="20471904"/>
            <a:ext cx="15814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6673" name="tx1596">
            <a:extLst>
              <a:ext uri="{FF2B5EF4-FFF2-40B4-BE49-F238E27FC236}">
                <a16:creationId xmlns:a16="http://schemas.microsoft.com/office/drawing/2014/main" id="{4CE6F4E5-6C2C-CB91-2568-5055B3AE7243}"/>
              </a:ext>
            </a:extLst>
          </p:cNvPr>
          <p:cNvSpPr/>
          <p:nvPr/>
        </p:nvSpPr>
        <p:spPr>
          <a:xfrm>
            <a:off x="6133456" y="20471904"/>
            <a:ext cx="233034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95</a:t>
            </a:r>
          </a:p>
        </p:txBody>
      </p:sp>
      <p:sp>
        <p:nvSpPr>
          <p:cNvPr id="6698" name="tx1621">
            <a:extLst>
              <a:ext uri="{FF2B5EF4-FFF2-40B4-BE49-F238E27FC236}">
                <a16:creationId xmlns:a16="http://schemas.microsoft.com/office/drawing/2014/main" id="{C006963F-ECCB-CDD5-B535-3E81083C31B5}"/>
              </a:ext>
            </a:extLst>
          </p:cNvPr>
          <p:cNvSpPr/>
          <p:nvPr/>
        </p:nvSpPr>
        <p:spPr>
          <a:xfrm rot="16200000">
            <a:off x="4323584" y="17470188"/>
            <a:ext cx="745739" cy="1503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Latitude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CBEAB-BAE2-67A7-0193-6DE4442BF25C}"/>
              </a:ext>
            </a:extLst>
          </p:cNvPr>
          <p:cNvGrpSpPr/>
          <p:nvPr/>
        </p:nvGrpSpPr>
        <p:grpSpPr>
          <a:xfrm>
            <a:off x="5610436" y="14168740"/>
            <a:ext cx="17876953" cy="6717664"/>
            <a:chOff x="5610436" y="14168740"/>
            <a:chExt cx="17876953" cy="6717664"/>
          </a:xfrm>
        </p:grpSpPr>
        <p:sp>
          <p:nvSpPr>
            <p:cNvPr id="4908" name="rc5">
              <a:extLst>
                <a:ext uri="{FF2B5EF4-FFF2-40B4-BE49-F238E27FC236}">
                  <a16:creationId xmlns:a16="http://schemas.microsoft.com/office/drawing/2014/main" id="{C990ED1C-A89C-1AA0-3260-31123328B8BD}"/>
                </a:ext>
              </a:extLst>
            </p:cNvPr>
            <p:cNvSpPr/>
            <p:nvPr/>
          </p:nvSpPr>
          <p:spPr>
            <a:xfrm>
              <a:off x="5610436" y="14812849"/>
              <a:ext cx="6714686" cy="5465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4910" name="pl6">
              <a:extLst>
                <a:ext uri="{FF2B5EF4-FFF2-40B4-BE49-F238E27FC236}">
                  <a16:creationId xmlns:a16="http://schemas.microsoft.com/office/drawing/2014/main" id="{5F61E4A6-5C74-34AE-AC3D-1B639372B747}"/>
                </a:ext>
              </a:extLst>
            </p:cNvPr>
            <p:cNvSpPr/>
            <p:nvPr/>
          </p:nvSpPr>
          <p:spPr>
            <a:xfrm>
              <a:off x="8729132" y="20120205"/>
              <a:ext cx="17097" cy="25236"/>
            </a:xfrm>
            <a:custGeom>
              <a:avLst/>
              <a:gdLst/>
              <a:ahLst/>
              <a:cxnLst/>
              <a:rect l="0" t="0" r="0" b="0"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4" name="pl7">
              <a:extLst>
                <a:ext uri="{FF2B5EF4-FFF2-40B4-BE49-F238E27FC236}">
                  <a16:creationId xmlns:a16="http://schemas.microsoft.com/office/drawing/2014/main" id="{5935E82D-57E8-7A39-36D1-BF7C6257EEFE}"/>
                </a:ext>
              </a:extLst>
            </p:cNvPr>
            <p:cNvSpPr/>
            <p:nvPr/>
          </p:nvSpPr>
          <p:spPr>
            <a:xfrm>
              <a:off x="8825373" y="20099968"/>
              <a:ext cx="10598" cy="8960"/>
            </a:xfrm>
            <a:custGeom>
              <a:avLst/>
              <a:gdLst/>
              <a:ahLst/>
              <a:cxnLst/>
              <a:rect l="0" t="0" r="0" b="0"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5" name="pl8">
              <a:extLst>
                <a:ext uri="{FF2B5EF4-FFF2-40B4-BE49-F238E27FC236}">
                  <a16:creationId xmlns:a16="http://schemas.microsoft.com/office/drawing/2014/main" id="{FB9194E3-77F5-7EB3-EB0A-9A3D88458AAA}"/>
                </a:ext>
              </a:extLst>
            </p:cNvPr>
            <p:cNvSpPr/>
            <p:nvPr/>
          </p:nvSpPr>
          <p:spPr>
            <a:xfrm>
              <a:off x="8856130" y="20080035"/>
              <a:ext cx="8483" cy="8970"/>
            </a:xfrm>
            <a:custGeom>
              <a:avLst/>
              <a:gdLst/>
              <a:ahLst/>
              <a:cxnLst/>
              <a:rect l="0" t="0" r="0" b="0"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8" name="pl9">
              <a:extLst>
                <a:ext uri="{FF2B5EF4-FFF2-40B4-BE49-F238E27FC236}">
                  <a16:creationId xmlns:a16="http://schemas.microsoft.com/office/drawing/2014/main" id="{8E6F7307-C51A-C68C-DEEC-9827A801D5A7}"/>
                </a:ext>
              </a:extLst>
            </p:cNvPr>
            <p:cNvSpPr/>
            <p:nvPr/>
          </p:nvSpPr>
          <p:spPr>
            <a:xfrm>
              <a:off x="11572209" y="14824544"/>
              <a:ext cx="468191" cy="181875"/>
            </a:xfrm>
            <a:custGeom>
              <a:avLst/>
              <a:gdLst/>
              <a:ahLst/>
              <a:cxnLst/>
              <a:rect l="0" t="0" r="0" b="0"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9" name="pl10">
              <a:extLst>
                <a:ext uri="{FF2B5EF4-FFF2-40B4-BE49-F238E27FC236}">
                  <a16:creationId xmlns:a16="http://schemas.microsoft.com/office/drawing/2014/main" id="{5A4068C3-8987-C5F5-9B10-44F0E2DC50FC}"/>
                </a:ext>
              </a:extLst>
            </p:cNvPr>
            <p:cNvSpPr/>
            <p:nvPr/>
          </p:nvSpPr>
          <p:spPr>
            <a:xfrm>
              <a:off x="12074114" y="15441385"/>
              <a:ext cx="251013" cy="302090"/>
            </a:xfrm>
            <a:custGeom>
              <a:avLst/>
              <a:gdLst/>
              <a:ahLst/>
              <a:cxnLst/>
              <a:rect l="0" t="0" r="0" b="0"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0" name="pl11">
              <a:extLst>
                <a:ext uri="{FF2B5EF4-FFF2-40B4-BE49-F238E27FC236}">
                  <a16:creationId xmlns:a16="http://schemas.microsoft.com/office/drawing/2014/main" id="{3E5B5679-0199-C0BF-9C2C-E14450853071}"/>
                </a:ext>
              </a:extLst>
            </p:cNvPr>
            <p:cNvSpPr/>
            <p:nvPr/>
          </p:nvSpPr>
          <p:spPr>
            <a:xfrm>
              <a:off x="11585983" y="15430490"/>
              <a:ext cx="399422" cy="230093"/>
            </a:xfrm>
            <a:custGeom>
              <a:avLst/>
              <a:gdLst/>
              <a:ahLst/>
              <a:cxnLst/>
              <a:rect l="0" t="0" r="0" b="0"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1" name="pl12">
              <a:extLst>
                <a:ext uri="{FF2B5EF4-FFF2-40B4-BE49-F238E27FC236}">
                  <a16:creationId xmlns:a16="http://schemas.microsoft.com/office/drawing/2014/main" id="{06A3681F-9573-40FB-1C19-3AFECA6191E6}"/>
                </a:ext>
              </a:extLst>
            </p:cNvPr>
            <p:cNvSpPr/>
            <p:nvPr/>
          </p:nvSpPr>
          <p:spPr>
            <a:xfrm>
              <a:off x="9969607" y="16672421"/>
              <a:ext cx="357356" cy="122441"/>
            </a:xfrm>
            <a:custGeom>
              <a:avLst/>
              <a:gdLst/>
              <a:ahLst/>
              <a:cxnLst/>
              <a:rect l="0" t="0" r="0" b="0"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45" name="pl13">
              <a:extLst>
                <a:ext uri="{FF2B5EF4-FFF2-40B4-BE49-F238E27FC236}">
                  <a16:creationId xmlns:a16="http://schemas.microsoft.com/office/drawing/2014/main" id="{0CE8CF7F-6297-6FBA-20A4-9708DB8D96AB}"/>
                </a:ext>
              </a:extLst>
            </p:cNvPr>
            <p:cNvSpPr/>
            <p:nvPr/>
          </p:nvSpPr>
          <p:spPr>
            <a:xfrm>
              <a:off x="12305408" y="16083805"/>
              <a:ext cx="19721" cy="10010"/>
            </a:xfrm>
            <a:custGeom>
              <a:avLst/>
              <a:gdLst/>
              <a:ahLst/>
              <a:cxnLst/>
              <a:rect l="0" t="0" r="0" b="0"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48" name="pl15">
              <a:extLst>
                <a:ext uri="{FF2B5EF4-FFF2-40B4-BE49-F238E27FC236}">
                  <a16:creationId xmlns:a16="http://schemas.microsoft.com/office/drawing/2014/main" id="{08459F92-0DB2-7A49-04B1-9E65965C16E3}"/>
                </a:ext>
              </a:extLst>
            </p:cNvPr>
            <p:cNvSpPr/>
            <p:nvPr/>
          </p:nvSpPr>
          <p:spPr>
            <a:xfrm>
              <a:off x="7466448" y="19068619"/>
              <a:ext cx="11909" cy="19490"/>
            </a:xfrm>
            <a:custGeom>
              <a:avLst/>
              <a:gdLst/>
              <a:ahLst/>
              <a:cxnLst/>
              <a:rect l="0" t="0" r="0" b="0"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49" name="pl16">
              <a:extLst>
                <a:ext uri="{FF2B5EF4-FFF2-40B4-BE49-F238E27FC236}">
                  <a16:creationId xmlns:a16="http://schemas.microsoft.com/office/drawing/2014/main" id="{73BF469A-EB49-8B58-97FE-3A9758816492}"/>
                </a:ext>
              </a:extLst>
            </p:cNvPr>
            <p:cNvSpPr/>
            <p:nvPr/>
          </p:nvSpPr>
          <p:spPr>
            <a:xfrm>
              <a:off x="7503499" y="18961150"/>
              <a:ext cx="27654" cy="12500"/>
            </a:xfrm>
            <a:custGeom>
              <a:avLst/>
              <a:gdLst/>
              <a:ahLst/>
              <a:cxnLst/>
              <a:rect l="0" t="0" r="0" b="0"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6" name="pl17">
              <a:extLst>
                <a:ext uri="{FF2B5EF4-FFF2-40B4-BE49-F238E27FC236}">
                  <a16:creationId xmlns:a16="http://schemas.microsoft.com/office/drawing/2014/main" id="{E470E6C6-EE5A-B281-E54F-5712C044B33C}"/>
                </a:ext>
              </a:extLst>
            </p:cNvPr>
            <p:cNvSpPr/>
            <p:nvPr/>
          </p:nvSpPr>
          <p:spPr>
            <a:xfrm>
              <a:off x="7571754" y="18959160"/>
              <a:ext cx="41114" cy="9000"/>
            </a:xfrm>
            <a:custGeom>
              <a:avLst/>
              <a:gdLst/>
              <a:ahLst/>
              <a:cxnLst/>
              <a:rect l="0" t="0" r="0" b="0"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7" name="pl18">
              <a:extLst>
                <a:ext uri="{FF2B5EF4-FFF2-40B4-BE49-F238E27FC236}">
                  <a16:creationId xmlns:a16="http://schemas.microsoft.com/office/drawing/2014/main" id="{F6085EA8-5C2C-9C53-121D-2BA23CF0E221}"/>
                </a:ext>
              </a:extLst>
            </p:cNvPr>
            <p:cNvSpPr/>
            <p:nvPr/>
          </p:nvSpPr>
          <p:spPr>
            <a:xfrm>
              <a:off x="9377054" y="20050210"/>
              <a:ext cx="49146" cy="18894"/>
            </a:xfrm>
            <a:custGeom>
              <a:avLst/>
              <a:gdLst/>
              <a:ahLst/>
              <a:cxnLst/>
              <a:rect l="0" t="0" r="0" b="0"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8" name="pl19">
              <a:extLst>
                <a:ext uri="{FF2B5EF4-FFF2-40B4-BE49-F238E27FC236}">
                  <a16:creationId xmlns:a16="http://schemas.microsoft.com/office/drawing/2014/main" id="{F2B8CD2F-43B0-65EC-1F36-A20CDB77AAEE}"/>
                </a:ext>
              </a:extLst>
            </p:cNvPr>
            <p:cNvSpPr/>
            <p:nvPr/>
          </p:nvSpPr>
          <p:spPr>
            <a:xfrm>
              <a:off x="8776856" y="20118218"/>
              <a:ext cx="34728" cy="13947"/>
            </a:xfrm>
            <a:custGeom>
              <a:avLst/>
              <a:gdLst/>
              <a:ahLst/>
              <a:cxnLst/>
              <a:rect l="0" t="0" r="0" b="0"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9" name="pl20">
              <a:extLst>
                <a:ext uri="{FF2B5EF4-FFF2-40B4-BE49-F238E27FC236}">
                  <a16:creationId xmlns:a16="http://schemas.microsoft.com/office/drawing/2014/main" id="{541DB7C6-C1EA-BD0F-0ADF-889AFA216DF4}"/>
                </a:ext>
              </a:extLst>
            </p:cNvPr>
            <p:cNvSpPr/>
            <p:nvPr/>
          </p:nvSpPr>
          <p:spPr>
            <a:xfrm>
              <a:off x="9526119" y="18028766"/>
              <a:ext cx="21434" cy="10007"/>
            </a:xfrm>
            <a:custGeom>
              <a:avLst/>
              <a:gdLst/>
              <a:ahLst/>
              <a:cxnLst/>
              <a:rect l="0" t="0" r="0" b="0"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0" name="pl21">
              <a:extLst>
                <a:ext uri="{FF2B5EF4-FFF2-40B4-BE49-F238E27FC236}">
                  <a16:creationId xmlns:a16="http://schemas.microsoft.com/office/drawing/2014/main" id="{B1AF2F48-B09C-3869-C8B3-D03A486DA892}"/>
                </a:ext>
              </a:extLst>
            </p:cNvPr>
            <p:cNvSpPr/>
            <p:nvPr/>
          </p:nvSpPr>
          <p:spPr>
            <a:xfrm>
              <a:off x="9981607" y="15715686"/>
              <a:ext cx="81326" cy="55349"/>
            </a:xfrm>
            <a:custGeom>
              <a:avLst/>
              <a:gdLst/>
              <a:ahLst/>
              <a:cxnLst/>
              <a:rect l="0" t="0" r="0" b="0"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1" name="pl22">
              <a:extLst>
                <a:ext uri="{FF2B5EF4-FFF2-40B4-BE49-F238E27FC236}">
                  <a16:creationId xmlns:a16="http://schemas.microsoft.com/office/drawing/2014/main" id="{AEA34869-1099-7710-3242-8EFA03491FA0}"/>
                </a:ext>
              </a:extLst>
            </p:cNvPr>
            <p:cNvSpPr/>
            <p:nvPr/>
          </p:nvSpPr>
          <p:spPr>
            <a:xfrm>
              <a:off x="9998873" y="15717842"/>
              <a:ext cx="47901" cy="27239"/>
            </a:xfrm>
            <a:custGeom>
              <a:avLst/>
              <a:gdLst/>
              <a:ahLst/>
              <a:cxnLst/>
              <a:rect l="0" t="0" r="0" b="0"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2" name="pl23">
              <a:extLst>
                <a:ext uri="{FF2B5EF4-FFF2-40B4-BE49-F238E27FC236}">
                  <a16:creationId xmlns:a16="http://schemas.microsoft.com/office/drawing/2014/main" id="{97175D14-3F6E-BAE5-3697-858F55F83645}"/>
                </a:ext>
              </a:extLst>
            </p:cNvPr>
            <p:cNvSpPr/>
            <p:nvPr/>
          </p:nvSpPr>
          <p:spPr>
            <a:xfrm>
              <a:off x="12143536" y="15742459"/>
              <a:ext cx="28418" cy="20096"/>
            </a:xfrm>
            <a:custGeom>
              <a:avLst/>
              <a:gdLst/>
              <a:ahLst/>
              <a:cxnLst/>
              <a:rect l="0" t="0" r="0" b="0"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3" name="pl24">
              <a:extLst>
                <a:ext uri="{FF2B5EF4-FFF2-40B4-BE49-F238E27FC236}">
                  <a16:creationId xmlns:a16="http://schemas.microsoft.com/office/drawing/2014/main" id="{D3F79EA0-B61B-A4F6-DD3F-E059B581381D}"/>
                </a:ext>
              </a:extLst>
            </p:cNvPr>
            <p:cNvSpPr/>
            <p:nvPr/>
          </p:nvSpPr>
          <p:spPr>
            <a:xfrm>
              <a:off x="11987999" y="15307479"/>
              <a:ext cx="102867" cy="89916"/>
            </a:xfrm>
            <a:custGeom>
              <a:avLst/>
              <a:gdLst/>
              <a:ahLst/>
              <a:cxnLst/>
              <a:rect l="0" t="0" r="0" b="0"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4" name="pl25">
              <a:extLst>
                <a:ext uri="{FF2B5EF4-FFF2-40B4-BE49-F238E27FC236}">
                  <a16:creationId xmlns:a16="http://schemas.microsoft.com/office/drawing/2014/main" id="{52B416A1-7A87-AF06-E7DC-A5B77DE5A81E}"/>
                </a:ext>
              </a:extLst>
            </p:cNvPr>
            <p:cNvSpPr/>
            <p:nvPr/>
          </p:nvSpPr>
          <p:spPr>
            <a:xfrm>
              <a:off x="11538738" y="15257044"/>
              <a:ext cx="29540" cy="29240"/>
            </a:xfrm>
            <a:custGeom>
              <a:avLst/>
              <a:gdLst/>
              <a:ahLst/>
              <a:cxnLst/>
              <a:rect l="0" t="0" r="0" b="0"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5" name="pl26">
              <a:extLst>
                <a:ext uri="{FF2B5EF4-FFF2-40B4-BE49-F238E27FC236}">
                  <a16:creationId xmlns:a16="http://schemas.microsoft.com/office/drawing/2014/main" id="{BE820F77-BFB5-EC57-DD24-632514C368AF}"/>
                </a:ext>
              </a:extLst>
            </p:cNvPr>
            <p:cNvSpPr/>
            <p:nvPr/>
          </p:nvSpPr>
          <p:spPr>
            <a:xfrm>
              <a:off x="11554393" y="15230341"/>
              <a:ext cx="19344" cy="22394"/>
            </a:xfrm>
            <a:custGeom>
              <a:avLst/>
              <a:gdLst/>
              <a:ahLst/>
              <a:cxnLst/>
              <a:rect l="0" t="0" r="0" b="0"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6" name="pl27">
              <a:extLst>
                <a:ext uri="{FF2B5EF4-FFF2-40B4-BE49-F238E27FC236}">
                  <a16:creationId xmlns:a16="http://schemas.microsoft.com/office/drawing/2014/main" id="{9363031D-6363-BFC3-305E-AC7187C5A133}"/>
                </a:ext>
              </a:extLst>
            </p:cNvPr>
            <p:cNvSpPr/>
            <p:nvPr/>
          </p:nvSpPr>
          <p:spPr>
            <a:xfrm>
              <a:off x="10459007" y="15444252"/>
              <a:ext cx="48827" cy="27587"/>
            </a:xfrm>
            <a:custGeom>
              <a:avLst/>
              <a:gdLst/>
              <a:ahLst/>
              <a:cxnLst/>
              <a:rect l="0" t="0" r="0" b="0"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7" name="pl28">
              <a:extLst>
                <a:ext uri="{FF2B5EF4-FFF2-40B4-BE49-F238E27FC236}">
                  <a16:creationId xmlns:a16="http://schemas.microsoft.com/office/drawing/2014/main" id="{EB7480DD-CC0E-4EBA-5760-3E25D704DAC9}"/>
                </a:ext>
              </a:extLst>
            </p:cNvPr>
            <p:cNvSpPr/>
            <p:nvPr/>
          </p:nvSpPr>
          <p:spPr>
            <a:xfrm>
              <a:off x="11263511" y="15991600"/>
              <a:ext cx="19098" cy="28316"/>
            </a:xfrm>
            <a:custGeom>
              <a:avLst/>
              <a:gdLst/>
              <a:ahLst/>
              <a:cxnLst/>
              <a:rect l="0" t="0" r="0" b="0"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8" name="pl29">
              <a:extLst>
                <a:ext uri="{FF2B5EF4-FFF2-40B4-BE49-F238E27FC236}">
                  <a16:creationId xmlns:a16="http://schemas.microsoft.com/office/drawing/2014/main" id="{291647BE-8EF2-9B69-4AE9-FE37D41BE037}"/>
                </a:ext>
              </a:extLst>
            </p:cNvPr>
            <p:cNvSpPr/>
            <p:nvPr/>
          </p:nvSpPr>
          <p:spPr>
            <a:xfrm>
              <a:off x="10864175" y="16020151"/>
              <a:ext cx="13401" cy="16800"/>
            </a:xfrm>
            <a:custGeom>
              <a:avLst/>
              <a:gdLst/>
              <a:ahLst/>
              <a:cxnLst/>
              <a:rect l="0" t="0" r="0" b="0"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9" name="pl30">
              <a:extLst>
                <a:ext uri="{FF2B5EF4-FFF2-40B4-BE49-F238E27FC236}">
                  <a16:creationId xmlns:a16="http://schemas.microsoft.com/office/drawing/2014/main" id="{7BCBD046-551C-8069-0B35-C92AF8B9DD0D}"/>
                </a:ext>
              </a:extLst>
            </p:cNvPr>
            <p:cNvSpPr/>
            <p:nvPr/>
          </p:nvSpPr>
          <p:spPr>
            <a:xfrm>
              <a:off x="11167331" y="15904725"/>
              <a:ext cx="25458" cy="37091"/>
            </a:xfrm>
            <a:custGeom>
              <a:avLst/>
              <a:gdLst/>
              <a:ahLst/>
              <a:cxnLst/>
              <a:rect l="0" t="0" r="0" b="0"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0" name="pl31">
              <a:extLst>
                <a:ext uri="{FF2B5EF4-FFF2-40B4-BE49-F238E27FC236}">
                  <a16:creationId xmlns:a16="http://schemas.microsoft.com/office/drawing/2014/main" id="{C3B027CD-9B16-5C36-A677-BD93F1B17A7E}"/>
                </a:ext>
              </a:extLst>
            </p:cNvPr>
            <p:cNvSpPr/>
            <p:nvPr/>
          </p:nvSpPr>
          <p:spPr>
            <a:xfrm>
              <a:off x="10913077" y="15978052"/>
              <a:ext cx="37679" cy="43464"/>
            </a:xfrm>
            <a:custGeom>
              <a:avLst/>
              <a:gdLst/>
              <a:ahLst/>
              <a:cxnLst/>
              <a:rect l="0" t="0" r="0" b="0"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1" name="pl32">
              <a:extLst>
                <a:ext uri="{FF2B5EF4-FFF2-40B4-BE49-F238E27FC236}">
                  <a16:creationId xmlns:a16="http://schemas.microsoft.com/office/drawing/2014/main" id="{3B63ED6A-BFCE-E08B-E81B-3423A9533378}"/>
                </a:ext>
              </a:extLst>
            </p:cNvPr>
            <p:cNvSpPr/>
            <p:nvPr/>
          </p:nvSpPr>
          <p:spPr>
            <a:xfrm>
              <a:off x="10410869" y="16584387"/>
              <a:ext cx="8213" cy="22086"/>
            </a:xfrm>
            <a:custGeom>
              <a:avLst/>
              <a:gdLst/>
              <a:ahLst/>
              <a:cxnLst/>
              <a:rect l="0" t="0" r="0" b="0"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2" name="pl33">
              <a:extLst>
                <a:ext uri="{FF2B5EF4-FFF2-40B4-BE49-F238E27FC236}">
                  <a16:creationId xmlns:a16="http://schemas.microsoft.com/office/drawing/2014/main" id="{5C2ABB95-EE74-7002-2D11-247676467AA3}"/>
                </a:ext>
              </a:extLst>
            </p:cNvPr>
            <p:cNvSpPr/>
            <p:nvPr/>
          </p:nvSpPr>
          <p:spPr>
            <a:xfrm>
              <a:off x="9932489" y="16968070"/>
              <a:ext cx="24581" cy="45620"/>
            </a:xfrm>
            <a:custGeom>
              <a:avLst/>
              <a:gdLst/>
              <a:ahLst/>
              <a:cxnLst/>
              <a:rect l="0" t="0" r="0" b="0"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3" name="pl34">
              <a:extLst>
                <a:ext uri="{FF2B5EF4-FFF2-40B4-BE49-F238E27FC236}">
                  <a16:creationId xmlns:a16="http://schemas.microsoft.com/office/drawing/2014/main" id="{A6A2768B-CA73-7EA5-63BB-EA1EFCC907D4}"/>
                </a:ext>
              </a:extLst>
            </p:cNvPr>
            <p:cNvSpPr/>
            <p:nvPr/>
          </p:nvSpPr>
          <p:spPr>
            <a:xfrm>
              <a:off x="9935386" y="16776377"/>
              <a:ext cx="28286" cy="29373"/>
            </a:xfrm>
            <a:custGeom>
              <a:avLst/>
              <a:gdLst/>
              <a:ahLst/>
              <a:cxnLst/>
              <a:rect l="0" t="0" r="0" b="0"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4" name="pl35">
              <a:extLst>
                <a:ext uri="{FF2B5EF4-FFF2-40B4-BE49-F238E27FC236}">
                  <a16:creationId xmlns:a16="http://schemas.microsoft.com/office/drawing/2014/main" id="{5B19E388-7BD3-B971-823E-E99ED3A830A6}"/>
                </a:ext>
              </a:extLst>
            </p:cNvPr>
            <p:cNvSpPr/>
            <p:nvPr/>
          </p:nvSpPr>
          <p:spPr>
            <a:xfrm>
              <a:off x="11508817" y="18514984"/>
              <a:ext cx="32655" cy="26756"/>
            </a:xfrm>
            <a:custGeom>
              <a:avLst/>
              <a:gdLst/>
              <a:ahLst/>
              <a:cxnLst/>
              <a:rect l="0" t="0" r="0" b="0"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5" name="pl36">
              <a:extLst>
                <a:ext uri="{FF2B5EF4-FFF2-40B4-BE49-F238E27FC236}">
                  <a16:creationId xmlns:a16="http://schemas.microsoft.com/office/drawing/2014/main" id="{C5E9E6EF-34AF-BADF-7272-03C31C61707C}"/>
                </a:ext>
              </a:extLst>
            </p:cNvPr>
            <p:cNvSpPr/>
            <p:nvPr/>
          </p:nvSpPr>
          <p:spPr>
            <a:xfrm>
              <a:off x="10507261" y="16608479"/>
              <a:ext cx="53597" cy="27279"/>
            </a:xfrm>
            <a:custGeom>
              <a:avLst/>
              <a:gdLst/>
              <a:ahLst/>
              <a:cxnLst/>
              <a:rect l="0" t="0" r="0" b="0"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6" name="pl37">
              <a:extLst>
                <a:ext uri="{FF2B5EF4-FFF2-40B4-BE49-F238E27FC236}">
                  <a16:creationId xmlns:a16="http://schemas.microsoft.com/office/drawing/2014/main" id="{831D9310-5D14-8A4C-5695-7A5496F95C4F}"/>
                </a:ext>
              </a:extLst>
            </p:cNvPr>
            <p:cNvSpPr/>
            <p:nvPr/>
          </p:nvSpPr>
          <p:spPr>
            <a:xfrm>
              <a:off x="10420464" y="16567054"/>
              <a:ext cx="19172" cy="39872"/>
            </a:xfrm>
            <a:custGeom>
              <a:avLst/>
              <a:gdLst/>
              <a:ahLst/>
              <a:cxnLst/>
              <a:rect l="0" t="0" r="0" b="0"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7" name="pl38">
              <a:extLst>
                <a:ext uri="{FF2B5EF4-FFF2-40B4-BE49-F238E27FC236}">
                  <a16:creationId xmlns:a16="http://schemas.microsoft.com/office/drawing/2014/main" id="{98B6170B-E7D5-D5A5-88C9-1FD2C703C4FF}"/>
                </a:ext>
              </a:extLst>
            </p:cNvPr>
            <p:cNvSpPr/>
            <p:nvPr/>
          </p:nvSpPr>
          <p:spPr>
            <a:xfrm>
              <a:off x="10607335" y="16621043"/>
              <a:ext cx="42827" cy="31107"/>
            </a:xfrm>
            <a:custGeom>
              <a:avLst/>
              <a:gdLst/>
              <a:ahLst/>
              <a:cxnLst/>
              <a:rect l="0" t="0" r="0" b="0"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8" name="pl39">
              <a:extLst>
                <a:ext uri="{FF2B5EF4-FFF2-40B4-BE49-F238E27FC236}">
                  <a16:creationId xmlns:a16="http://schemas.microsoft.com/office/drawing/2014/main" id="{C45F98F3-12B1-8D7A-4EFD-803D0D115412}"/>
                </a:ext>
              </a:extLst>
            </p:cNvPr>
            <p:cNvSpPr/>
            <p:nvPr/>
          </p:nvSpPr>
          <p:spPr>
            <a:xfrm>
              <a:off x="9641905" y="17925759"/>
              <a:ext cx="33950" cy="14994"/>
            </a:xfrm>
            <a:custGeom>
              <a:avLst/>
              <a:gdLst/>
              <a:ahLst/>
              <a:cxnLst/>
              <a:rect l="0" t="0" r="0" b="0"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9" name="pl40">
              <a:extLst>
                <a:ext uri="{FF2B5EF4-FFF2-40B4-BE49-F238E27FC236}">
                  <a16:creationId xmlns:a16="http://schemas.microsoft.com/office/drawing/2014/main" id="{E08A88E4-9A9E-53DB-91E7-926DA5584421}"/>
                </a:ext>
              </a:extLst>
            </p:cNvPr>
            <p:cNvSpPr/>
            <p:nvPr/>
          </p:nvSpPr>
          <p:spPr>
            <a:xfrm>
              <a:off x="9686723" y="17766866"/>
              <a:ext cx="13680" cy="23235"/>
            </a:xfrm>
            <a:custGeom>
              <a:avLst/>
              <a:gdLst/>
              <a:ahLst/>
              <a:cxnLst/>
              <a:rect l="0" t="0" r="0" b="0"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80" name="pl41">
              <a:extLst>
                <a:ext uri="{FF2B5EF4-FFF2-40B4-BE49-F238E27FC236}">
                  <a16:creationId xmlns:a16="http://schemas.microsoft.com/office/drawing/2014/main" id="{C3CA93FB-C12A-6109-433B-80F0E401F9E1}"/>
                </a:ext>
              </a:extLst>
            </p:cNvPr>
            <p:cNvSpPr/>
            <p:nvPr/>
          </p:nvSpPr>
          <p:spPr>
            <a:xfrm>
              <a:off x="9743575" y="17272505"/>
              <a:ext cx="47106" cy="89547"/>
            </a:xfrm>
            <a:custGeom>
              <a:avLst/>
              <a:gdLst/>
              <a:ahLst/>
              <a:cxnLst/>
              <a:rect l="0" t="0" r="0" b="0"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81" name="pl42">
              <a:extLst>
                <a:ext uri="{FF2B5EF4-FFF2-40B4-BE49-F238E27FC236}">
                  <a16:creationId xmlns:a16="http://schemas.microsoft.com/office/drawing/2014/main" id="{D9828B07-85C0-F898-E138-EBAE6272A738}"/>
                </a:ext>
              </a:extLst>
            </p:cNvPr>
            <p:cNvSpPr/>
            <p:nvPr/>
          </p:nvSpPr>
          <p:spPr>
            <a:xfrm>
              <a:off x="9691278" y="17804068"/>
              <a:ext cx="39221" cy="116930"/>
            </a:xfrm>
            <a:custGeom>
              <a:avLst/>
              <a:gdLst/>
              <a:ahLst/>
              <a:cxnLst/>
              <a:rect l="0" t="0" r="0" b="0"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82" name="pl43">
              <a:extLst>
                <a:ext uri="{FF2B5EF4-FFF2-40B4-BE49-F238E27FC236}">
                  <a16:creationId xmlns:a16="http://schemas.microsoft.com/office/drawing/2014/main" id="{23C26AF3-7AB2-7DFA-675D-24BB198F0749}"/>
                </a:ext>
              </a:extLst>
            </p:cNvPr>
            <p:cNvSpPr/>
            <p:nvPr/>
          </p:nvSpPr>
          <p:spPr>
            <a:xfrm>
              <a:off x="9550520" y="17978579"/>
              <a:ext cx="53916" cy="64617"/>
            </a:xfrm>
            <a:custGeom>
              <a:avLst/>
              <a:gdLst/>
              <a:ahLst/>
              <a:cxnLst/>
              <a:rect l="0" t="0" r="0" b="0"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85" name="pl46">
              <a:extLst>
                <a:ext uri="{FF2B5EF4-FFF2-40B4-BE49-F238E27FC236}">
                  <a16:creationId xmlns:a16="http://schemas.microsoft.com/office/drawing/2014/main" id="{C3DC3B7E-8CFD-1216-BBA6-2E2808E93A26}"/>
                </a:ext>
              </a:extLst>
            </p:cNvPr>
            <p:cNvSpPr/>
            <p:nvPr/>
          </p:nvSpPr>
          <p:spPr>
            <a:xfrm>
              <a:off x="6434724" y="19155153"/>
              <a:ext cx="54056" cy="43085"/>
            </a:xfrm>
            <a:custGeom>
              <a:avLst/>
              <a:gdLst/>
              <a:ahLst/>
              <a:cxnLst/>
              <a:rect l="0" t="0" r="0" b="0"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87" name="pl48">
              <a:extLst>
                <a:ext uri="{FF2B5EF4-FFF2-40B4-BE49-F238E27FC236}">
                  <a16:creationId xmlns:a16="http://schemas.microsoft.com/office/drawing/2014/main" id="{E8EFC41C-0A5D-3BE3-A3DF-D11ED7A11097}"/>
                </a:ext>
              </a:extLst>
            </p:cNvPr>
            <p:cNvSpPr/>
            <p:nvPr/>
          </p:nvSpPr>
          <p:spPr>
            <a:xfrm>
              <a:off x="8108845" y="19072939"/>
              <a:ext cx="63720" cy="26438"/>
            </a:xfrm>
            <a:custGeom>
              <a:avLst/>
              <a:gdLst/>
              <a:ahLst/>
              <a:cxnLst/>
              <a:rect l="0" t="0" r="0" b="0"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88" name="pl49">
              <a:extLst>
                <a:ext uri="{FF2B5EF4-FFF2-40B4-BE49-F238E27FC236}">
                  <a16:creationId xmlns:a16="http://schemas.microsoft.com/office/drawing/2014/main" id="{7D95FE19-DE14-E587-7878-4607BCFF79E3}"/>
                </a:ext>
              </a:extLst>
            </p:cNvPr>
            <p:cNvSpPr/>
            <p:nvPr/>
          </p:nvSpPr>
          <p:spPr>
            <a:xfrm>
              <a:off x="8718561" y="18812513"/>
              <a:ext cx="11016" cy="51213"/>
            </a:xfrm>
            <a:custGeom>
              <a:avLst/>
              <a:gdLst/>
              <a:ahLst/>
              <a:cxnLst/>
              <a:rect l="0" t="0" r="0" b="0"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89" name="pl50">
              <a:extLst>
                <a:ext uri="{FF2B5EF4-FFF2-40B4-BE49-F238E27FC236}">
                  <a16:creationId xmlns:a16="http://schemas.microsoft.com/office/drawing/2014/main" id="{74A1AAF2-3E02-8FD0-B8A6-F4E0C892E362}"/>
                </a:ext>
              </a:extLst>
            </p:cNvPr>
            <p:cNvSpPr/>
            <p:nvPr/>
          </p:nvSpPr>
          <p:spPr>
            <a:xfrm>
              <a:off x="7399571" y="18981246"/>
              <a:ext cx="26409" cy="27546"/>
            </a:xfrm>
            <a:custGeom>
              <a:avLst/>
              <a:gdLst/>
              <a:ahLst/>
              <a:cxnLst/>
              <a:rect l="0" t="0" r="0" b="0"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0" name="pl51">
              <a:extLst>
                <a:ext uri="{FF2B5EF4-FFF2-40B4-BE49-F238E27FC236}">
                  <a16:creationId xmlns:a16="http://schemas.microsoft.com/office/drawing/2014/main" id="{39ADC967-71DF-7204-E2F8-86493A14045C}"/>
                </a:ext>
              </a:extLst>
            </p:cNvPr>
            <p:cNvSpPr/>
            <p:nvPr/>
          </p:nvSpPr>
          <p:spPr>
            <a:xfrm>
              <a:off x="6952259" y="19091540"/>
              <a:ext cx="42360" cy="33099"/>
            </a:xfrm>
            <a:custGeom>
              <a:avLst/>
              <a:gdLst/>
              <a:ahLst/>
              <a:cxnLst/>
              <a:rect l="0" t="0" r="0" b="0"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1" name="pl52">
              <a:extLst>
                <a:ext uri="{FF2B5EF4-FFF2-40B4-BE49-F238E27FC236}">
                  <a16:creationId xmlns:a16="http://schemas.microsoft.com/office/drawing/2014/main" id="{9DD586FA-1F0F-8605-F54F-F523B4F6D9A6}"/>
                </a:ext>
              </a:extLst>
            </p:cNvPr>
            <p:cNvSpPr/>
            <p:nvPr/>
          </p:nvSpPr>
          <p:spPr>
            <a:xfrm>
              <a:off x="7479319" y="19004770"/>
              <a:ext cx="9114" cy="59034"/>
            </a:xfrm>
            <a:custGeom>
              <a:avLst/>
              <a:gdLst/>
              <a:ahLst/>
              <a:cxnLst/>
              <a:rect l="0" t="0" r="0" b="0"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2" name="pl53">
              <a:extLst>
                <a:ext uri="{FF2B5EF4-FFF2-40B4-BE49-F238E27FC236}">
                  <a16:creationId xmlns:a16="http://schemas.microsoft.com/office/drawing/2014/main" id="{D29269D7-9966-9B2E-D69C-2E7449006DC1}"/>
                </a:ext>
              </a:extLst>
            </p:cNvPr>
            <p:cNvSpPr/>
            <p:nvPr/>
          </p:nvSpPr>
          <p:spPr>
            <a:xfrm>
              <a:off x="9303535" y="20217409"/>
              <a:ext cx="78129" cy="60440"/>
            </a:xfrm>
            <a:custGeom>
              <a:avLst/>
              <a:gdLst/>
              <a:ahLst/>
              <a:cxnLst/>
              <a:rect l="0" t="0" r="0" b="0"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3" name="pl54">
              <a:extLst>
                <a:ext uri="{FF2B5EF4-FFF2-40B4-BE49-F238E27FC236}">
                  <a16:creationId xmlns:a16="http://schemas.microsoft.com/office/drawing/2014/main" id="{8B28C4C0-5579-F57F-51E1-E452C15B5E4F}"/>
                </a:ext>
              </a:extLst>
            </p:cNvPr>
            <p:cNvSpPr/>
            <p:nvPr/>
          </p:nvSpPr>
          <p:spPr>
            <a:xfrm>
              <a:off x="9312956" y="19659865"/>
              <a:ext cx="151998" cy="219572"/>
            </a:xfrm>
            <a:custGeom>
              <a:avLst/>
              <a:gdLst/>
              <a:ahLst/>
              <a:cxnLst/>
              <a:rect l="0" t="0" r="0" b="0"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4" name="pl55">
              <a:extLst>
                <a:ext uri="{FF2B5EF4-FFF2-40B4-BE49-F238E27FC236}">
                  <a16:creationId xmlns:a16="http://schemas.microsoft.com/office/drawing/2014/main" id="{74863969-7875-9204-791A-4BA539B2BDD9}"/>
                </a:ext>
              </a:extLst>
            </p:cNvPr>
            <p:cNvSpPr/>
            <p:nvPr/>
          </p:nvSpPr>
          <p:spPr>
            <a:xfrm>
              <a:off x="9883424" y="20251227"/>
              <a:ext cx="19473" cy="26622"/>
            </a:xfrm>
            <a:custGeom>
              <a:avLst/>
              <a:gdLst/>
              <a:ahLst/>
              <a:cxnLst/>
              <a:rect l="0" t="0" r="0" b="0"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5" name="pl56">
              <a:extLst>
                <a:ext uri="{FF2B5EF4-FFF2-40B4-BE49-F238E27FC236}">
                  <a16:creationId xmlns:a16="http://schemas.microsoft.com/office/drawing/2014/main" id="{F26A7446-63B1-276D-22A2-B8352BA7A11E}"/>
                </a:ext>
              </a:extLst>
            </p:cNvPr>
            <p:cNvSpPr/>
            <p:nvPr/>
          </p:nvSpPr>
          <p:spPr>
            <a:xfrm>
              <a:off x="9894542" y="20263547"/>
              <a:ext cx="8357" cy="14307"/>
            </a:xfrm>
            <a:custGeom>
              <a:avLst/>
              <a:gdLst/>
              <a:ahLst/>
              <a:cxnLst/>
              <a:rect l="0" t="0" r="0" b="0"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6" name="pl57">
              <a:extLst>
                <a:ext uri="{FF2B5EF4-FFF2-40B4-BE49-F238E27FC236}">
                  <a16:creationId xmlns:a16="http://schemas.microsoft.com/office/drawing/2014/main" id="{314F477D-57DC-715B-7301-54F7073BCFC6}"/>
                </a:ext>
              </a:extLst>
            </p:cNvPr>
            <p:cNvSpPr/>
            <p:nvPr/>
          </p:nvSpPr>
          <p:spPr>
            <a:xfrm>
              <a:off x="9508201" y="19948921"/>
              <a:ext cx="111752" cy="192426"/>
            </a:xfrm>
            <a:custGeom>
              <a:avLst/>
              <a:gdLst/>
              <a:ahLst/>
              <a:cxnLst/>
              <a:rect l="0" t="0" r="0" b="0"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7" name="pl58">
              <a:extLst>
                <a:ext uri="{FF2B5EF4-FFF2-40B4-BE49-F238E27FC236}">
                  <a16:creationId xmlns:a16="http://schemas.microsoft.com/office/drawing/2014/main" id="{8906E127-F9AD-2B79-DD84-A3AAE9BE3E40}"/>
                </a:ext>
              </a:extLst>
            </p:cNvPr>
            <p:cNvSpPr/>
            <p:nvPr/>
          </p:nvSpPr>
          <p:spPr>
            <a:xfrm>
              <a:off x="9682228" y="20131244"/>
              <a:ext cx="74237" cy="117381"/>
            </a:xfrm>
            <a:custGeom>
              <a:avLst/>
              <a:gdLst/>
              <a:ahLst/>
              <a:cxnLst/>
              <a:rect l="0" t="0" r="0" b="0"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8" name="pl59">
              <a:extLst>
                <a:ext uri="{FF2B5EF4-FFF2-40B4-BE49-F238E27FC236}">
                  <a16:creationId xmlns:a16="http://schemas.microsoft.com/office/drawing/2014/main" id="{A6A8666D-93FA-BAC5-9A38-1B1F4B275EFA}"/>
                </a:ext>
              </a:extLst>
            </p:cNvPr>
            <p:cNvSpPr/>
            <p:nvPr/>
          </p:nvSpPr>
          <p:spPr>
            <a:xfrm>
              <a:off x="8598248" y="19742273"/>
              <a:ext cx="27557" cy="25329"/>
            </a:xfrm>
            <a:custGeom>
              <a:avLst/>
              <a:gdLst/>
              <a:ahLst/>
              <a:cxnLst/>
              <a:rect l="0" t="0" r="0" b="0"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9" name="pl60">
              <a:extLst>
                <a:ext uri="{FF2B5EF4-FFF2-40B4-BE49-F238E27FC236}">
                  <a16:creationId xmlns:a16="http://schemas.microsoft.com/office/drawing/2014/main" id="{C66703DC-6030-8DC9-8CFF-AA058494A152}"/>
                </a:ext>
              </a:extLst>
            </p:cNvPr>
            <p:cNvSpPr/>
            <p:nvPr/>
          </p:nvSpPr>
          <p:spPr>
            <a:xfrm>
              <a:off x="9230446" y="20025131"/>
              <a:ext cx="117539" cy="192303"/>
            </a:xfrm>
            <a:custGeom>
              <a:avLst/>
              <a:gdLst/>
              <a:ahLst/>
              <a:cxnLst/>
              <a:rect l="0" t="0" r="0" b="0"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0" name="pl61">
              <a:extLst>
                <a:ext uri="{FF2B5EF4-FFF2-40B4-BE49-F238E27FC236}">
                  <a16:creationId xmlns:a16="http://schemas.microsoft.com/office/drawing/2014/main" id="{68994C6B-25D4-F9CE-1259-5E07D4004E7B}"/>
                </a:ext>
              </a:extLst>
            </p:cNvPr>
            <p:cNvSpPr/>
            <p:nvPr/>
          </p:nvSpPr>
          <p:spPr>
            <a:xfrm>
              <a:off x="8693911" y="20132995"/>
              <a:ext cx="16761" cy="20834"/>
            </a:xfrm>
            <a:custGeom>
              <a:avLst/>
              <a:gdLst/>
              <a:ahLst/>
              <a:cxnLst/>
              <a:rect l="0" t="0" r="0" b="0"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1" name="pl62">
              <a:extLst>
                <a:ext uri="{FF2B5EF4-FFF2-40B4-BE49-F238E27FC236}">
                  <a16:creationId xmlns:a16="http://schemas.microsoft.com/office/drawing/2014/main" id="{769DEED4-D20B-E447-7B03-4F8214217C70}"/>
                </a:ext>
              </a:extLst>
            </p:cNvPr>
            <p:cNvSpPr/>
            <p:nvPr/>
          </p:nvSpPr>
          <p:spPr>
            <a:xfrm>
              <a:off x="8894437" y="19468497"/>
              <a:ext cx="44720" cy="135732"/>
            </a:xfrm>
            <a:custGeom>
              <a:avLst/>
              <a:gdLst/>
              <a:ahLst/>
              <a:cxnLst/>
              <a:rect l="0" t="0" r="0" b="0"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2" name="pl63">
              <a:extLst>
                <a:ext uri="{FF2B5EF4-FFF2-40B4-BE49-F238E27FC236}">
                  <a16:creationId xmlns:a16="http://schemas.microsoft.com/office/drawing/2014/main" id="{F0FE98D5-BB50-92D2-CC22-49B8977B2948}"/>
                </a:ext>
              </a:extLst>
            </p:cNvPr>
            <p:cNvSpPr/>
            <p:nvPr/>
          </p:nvSpPr>
          <p:spPr>
            <a:xfrm>
              <a:off x="8603657" y="19710177"/>
              <a:ext cx="14327" cy="43536"/>
            </a:xfrm>
            <a:custGeom>
              <a:avLst/>
              <a:gdLst/>
              <a:ahLst/>
              <a:cxnLst/>
              <a:rect l="0" t="0" r="0" b="0"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3" name="pl64">
              <a:extLst>
                <a:ext uri="{FF2B5EF4-FFF2-40B4-BE49-F238E27FC236}">
                  <a16:creationId xmlns:a16="http://schemas.microsoft.com/office/drawing/2014/main" id="{F65CC996-595F-EC7C-5329-A7BCA0CAF364}"/>
                </a:ext>
              </a:extLst>
            </p:cNvPr>
            <p:cNvSpPr/>
            <p:nvPr/>
          </p:nvSpPr>
          <p:spPr>
            <a:xfrm>
              <a:off x="9138062" y="19689747"/>
              <a:ext cx="178473" cy="62483"/>
            </a:xfrm>
            <a:custGeom>
              <a:avLst/>
              <a:gdLst/>
              <a:ahLst/>
              <a:cxnLst/>
              <a:rect l="0" t="0" r="0" b="0"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4" name="pl65">
              <a:extLst>
                <a:ext uri="{FF2B5EF4-FFF2-40B4-BE49-F238E27FC236}">
                  <a16:creationId xmlns:a16="http://schemas.microsoft.com/office/drawing/2014/main" id="{C3839D50-76FA-2D21-6F93-F6D80C36AC93}"/>
                </a:ext>
              </a:extLst>
            </p:cNvPr>
            <p:cNvSpPr/>
            <p:nvPr/>
          </p:nvSpPr>
          <p:spPr>
            <a:xfrm>
              <a:off x="8870323" y="19994593"/>
              <a:ext cx="54302" cy="82680"/>
            </a:xfrm>
            <a:custGeom>
              <a:avLst/>
              <a:gdLst/>
              <a:ahLst/>
              <a:cxnLst/>
              <a:rect l="0" t="0" r="0" b="0"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5" name="pl66">
              <a:extLst>
                <a:ext uri="{FF2B5EF4-FFF2-40B4-BE49-F238E27FC236}">
                  <a16:creationId xmlns:a16="http://schemas.microsoft.com/office/drawing/2014/main" id="{869FC942-2118-B270-A9D0-C8DB08EC4BF7}"/>
                </a:ext>
              </a:extLst>
            </p:cNvPr>
            <p:cNvSpPr/>
            <p:nvPr/>
          </p:nvSpPr>
          <p:spPr>
            <a:xfrm>
              <a:off x="5985041" y="14812849"/>
              <a:ext cx="6166921" cy="5465000"/>
            </a:xfrm>
            <a:custGeom>
              <a:avLst/>
              <a:gdLst/>
              <a:ahLst/>
              <a:cxnLst/>
              <a:rect l="0" t="0" r="0" b="0"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6" name="pl67">
              <a:extLst>
                <a:ext uri="{FF2B5EF4-FFF2-40B4-BE49-F238E27FC236}">
                  <a16:creationId xmlns:a16="http://schemas.microsoft.com/office/drawing/2014/main" id="{070D73A5-A526-6841-53C4-00AF6C1AB720}"/>
                </a:ext>
              </a:extLst>
            </p:cNvPr>
            <p:cNvSpPr/>
            <p:nvPr/>
          </p:nvSpPr>
          <p:spPr>
            <a:xfrm>
              <a:off x="8663701" y="20156629"/>
              <a:ext cx="12212" cy="7224"/>
            </a:xfrm>
            <a:custGeom>
              <a:avLst/>
              <a:gdLst/>
              <a:ahLst/>
              <a:cxnLst/>
              <a:rect l="0" t="0" r="0" b="0"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7" name="rc68">
              <a:extLst>
                <a:ext uri="{FF2B5EF4-FFF2-40B4-BE49-F238E27FC236}">
                  <a16:creationId xmlns:a16="http://schemas.microsoft.com/office/drawing/2014/main" id="{AE2B9287-ABF9-B16A-01E3-99EC7255473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8" name="rc69">
              <a:extLst>
                <a:ext uri="{FF2B5EF4-FFF2-40B4-BE49-F238E27FC236}">
                  <a16:creationId xmlns:a16="http://schemas.microsoft.com/office/drawing/2014/main" id="{DEF65F00-DD0D-AB89-A414-EAA64BEC7E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9" name="rc70">
              <a:extLst>
                <a:ext uri="{FF2B5EF4-FFF2-40B4-BE49-F238E27FC236}">
                  <a16:creationId xmlns:a16="http://schemas.microsoft.com/office/drawing/2014/main" id="{DBEDAD8C-8559-9932-4ED6-71EB0823A4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10" name="rc71">
              <a:extLst>
                <a:ext uri="{FF2B5EF4-FFF2-40B4-BE49-F238E27FC236}">
                  <a16:creationId xmlns:a16="http://schemas.microsoft.com/office/drawing/2014/main" id="{FCFAC416-1A46-ABEB-DCF4-BEEF995944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11" name="rc72">
              <a:extLst>
                <a:ext uri="{FF2B5EF4-FFF2-40B4-BE49-F238E27FC236}">
                  <a16:creationId xmlns:a16="http://schemas.microsoft.com/office/drawing/2014/main" id="{6800CDC8-2801-17B7-D98F-F55E7D3EA3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12" name="rc73">
              <a:extLst>
                <a:ext uri="{FF2B5EF4-FFF2-40B4-BE49-F238E27FC236}">
                  <a16:creationId xmlns:a16="http://schemas.microsoft.com/office/drawing/2014/main" id="{E5EB1075-5976-35C5-C4DD-24E0BF09B3E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13" name="rc74">
              <a:extLst>
                <a:ext uri="{FF2B5EF4-FFF2-40B4-BE49-F238E27FC236}">
                  <a16:creationId xmlns:a16="http://schemas.microsoft.com/office/drawing/2014/main" id="{09208325-DA3A-A09F-2499-D5D547A70E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14" name="rc75">
              <a:extLst>
                <a:ext uri="{FF2B5EF4-FFF2-40B4-BE49-F238E27FC236}">
                  <a16:creationId xmlns:a16="http://schemas.microsoft.com/office/drawing/2014/main" id="{BF474A51-0C4A-5540-2A04-970EBEE562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20" name="rc76">
              <a:extLst>
                <a:ext uri="{FF2B5EF4-FFF2-40B4-BE49-F238E27FC236}">
                  <a16:creationId xmlns:a16="http://schemas.microsoft.com/office/drawing/2014/main" id="{F9F60786-159A-5DED-E06D-B660267B01D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21" name="rc77">
              <a:extLst>
                <a:ext uri="{FF2B5EF4-FFF2-40B4-BE49-F238E27FC236}">
                  <a16:creationId xmlns:a16="http://schemas.microsoft.com/office/drawing/2014/main" id="{39B1D99B-10EB-07B6-2D55-E2332F294F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27" name="rc78">
              <a:extLst>
                <a:ext uri="{FF2B5EF4-FFF2-40B4-BE49-F238E27FC236}">
                  <a16:creationId xmlns:a16="http://schemas.microsoft.com/office/drawing/2014/main" id="{0F250909-2E7E-474A-6636-3E927631C13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28" name="rc79">
              <a:extLst>
                <a:ext uri="{FF2B5EF4-FFF2-40B4-BE49-F238E27FC236}">
                  <a16:creationId xmlns:a16="http://schemas.microsoft.com/office/drawing/2014/main" id="{4D83E1C9-D344-F212-E045-C14B9302681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29" name="rc80">
              <a:extLst>
                <a:ext uri="{FF2B5EF4-FFF2-40B4-BE49-F238E27FC236}">
                  <a16:creationId xmlns:a16="http://schemas.microsoft.com/office/drawing/2014/main" id="{0174C34F-FE2A-33D0-2F3B-A9A48F839F9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0" name="rc81">
              <a:extLst>
                <a:ext uri="{FF2B5EF4-FFF2-40B4-BE49-F238E27FC236}">
                  <a16:creationId xmlns:a16="http://schemas.microsoft.com/office/drawing/2014/main" id="{96F8B7E2-27F0-E4E1-EE46-DBBD54D680E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1" name="rc82">
              <a:extLst>
                <a:ext uri="{FF2B5EF4-FFF2-40B4-BE49-F238E27FC236}">
                  <a16:creationId xmlns:a16="http://schemas.microsoft.com/office/drawing/2014/main" id="{E8CB39D2-BEE4-94A8-28F0-986BAB37AC8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2" name="rc83">
              <a:extLst>
                <a:ext uri="{FF2B5EF4-FFF2-40B4-BE49-F238E27FC236}">
                  <a16:creationId xmlns:a16="http://schemas.microsoft.com/office/drawing/2014/main" id="{72E012E9-1A2E-C7A9-CD20-66DCF8C75D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3" name="rc84">
              <a:extLst>
                <a:ext uri="{FF2B5EF4-FFF2-40B4-BE49-F238E27FC236}">
                  <a16:creationId xmlns:a16="http://schemas.microsoft.com/office/drawing/2014/main" id="{B5DF6F02-5C4E-0FB4-5DA3-BC9DD82136A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4" name="rc85">
              <a:extLst>
                <a:ext uri="{FF2B5EF4-FFF2-40B4-BE49-F238E27FC236}">
                  <a16:creationId xmlns:a16="http://schemas.microsoft.com/office/drawing/2014/main" id="{74654E7A-E2FD-A85A-C132-62D34AE9E9A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5" name="rc86">
              <a:extLst>
                <a:ext uri="{FF2B5EF4-FFF2-40B4-BE49-F238E27FC236}">
                  <a16:creationId xmlns:a16="http://schemas.microsoft.com/office/drawing/2014/main" id="{4F0F00DA-4093-2EE8-2CA5-34AE595AF6E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6" name="rc87">
              <a:extLst>
                <a:ext uri="{FF2B5EF4-FFF2-40B4-BE49-F238E27FC236}">
                  <a16:creationId xmlns:a16="http://schemas.microsoft.com/office/drawing/2014/main" id="{C0CBC971-9F88-250B-26E5-9D6CC5C63BC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7" name="rc88">
              <a:extLst>
                <a:ext uri="{FF2B5EF4-FFF2-40B4-BE49-F238E27FC236}">
                  <a16:creationId xmlns:a16="http://schemas.microsoft.com/office/drawing/2014/main" id="{B0846800-ED1F-282E-8C28-42DD6BE3AB4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8" name="rc89">
              <a:extLst>
                <a:ext uri="{FF2B5EF4-FFF2-40B4-BE49-F238E27FC236}">
                  <a16:creationId xmlns:a16="http://schemas.microsoft.com/office/drawing/2014/main" id="{BE4FB9F7-B295-E4B0-581E-976F6D4DC80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9" name="rc90">
              <a:extLst>
                <a:ext uri="{FF2B5EF4-FFF2-40B4-BE49-F238E27FC236}">
                  <a16:creationId xmlns:a16="http://schemas.microsoft.com/office/drawing/2014/main" id="{3BCC3354-EC70-91BE-021D-4529DA7C7B8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0" name="rc91">
              <a:extLst>
                <a:ext uri="{FF2B5EF4-FFF2-40B4-BE49-F238E27FC236}">
                  <a16:creationId xmlns:a16="http://schemas.microsoft.com/office/drawing/2014/main" id="{9EA43C42-F555-776E-05E6-273C14589F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1" name="rc92">
              <a:extLst>
                <a:ext uri="{FF2B5EF4-FFF2-40B4-BE49-F238E27FC236}">
                  <a16:creationId xmlns:a16="http://schemas.microsoft.com/office/drawing/2014/main" id="{9F0A344E-4553-FB84-0DF3-A3B1D946A79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2" name="rc93">
              <a:extLst>
                <a:ext uri="{FF2B5EF4-FFF2-40B4-BE49-F238E27FC236}">
                  <a16:creationId xmlns:a16="http://schemas.microsoft.com/office/drawing/2014/main" id="{1DED132A-78F8-D29C-61DA-7D313487544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3" name="rc94">
              <a:extLst>
                <a:ext uri="{FF2B5EF4-FFF2-40B4-BE49-F238E27FC236}">
                  <a16:creationId xmlns:a16="http://schemas.microsoft.com/office/drawing/2014/main" id="{BC081CCE-D436-2014-E2DF-3EBB093DC7D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4" name="rc95">
              <a:extLst>
                <a:ext uri="{FF2B5EF4-FFF2-40B4-BE49-F238E27FC236}">
                  <a16:creationId xmlns:a16="http://schemas.microsoft.com/office/drawing/2014/main" id="{1EBAC3F6-95BB-D4D1-C7B7-8441A7659B9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5" name="rc96">
              <a:extLst>
                <a:ext uri="{FF2B5EF4-FFF2-40B4-BE49-F238E27FC236}">
                  <a16:creationId xmlns:a16="http://schemas.microsoft.com/office/drawing/2014/main" id="{03885907-E0DE-9A04-2880-C00517D018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6" name="rc97">
              <a:extLst>
                <a:ext uri="{FF2B5EF4-FFF2-40B4-BE49-F238E27FC236}">
                  <a16:creationId xmlns:a16="http://schemas.microsoft.com/office/drawing/2014/main" id="{56F35F71-49F0-22B2-871C-F25B27E1732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7" name="rc98">
              <a:extLst>
                <a:ext uri="{FF2B5EF4-FFF2-40B4-BE49-F238E27FC236}">
                  <a16:creationId xmlns:a16="http://schemas.microsoft.com/office/drawing/2014/main" id="{E336F3FC-B040-141F-083B-7289D582A2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8" name="rc99">
              <a:extLst>
                <a:ext uri="{FF2B5EF4-FFF2-40B4-BE49-F238E27FC236}">
                  <a16:creationId xmlns:a16="http://schemas.microsoft.com/office/drawing/2014/main" id="{E0FD5161-2101-85F0-4915-8745092A550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50" name="rc100">
              <a:extLst>
                <a:ext uri="{FF2B5EF4-FFF2-40B4-BE49-F238E27FC236}">
                  <a16:creationId xmlns:a16="http://schemas.microsoft.com/office/drawing/2014/main" id="{423D2798-67D5-4218-7B63-C96ED923EA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51" name="rc101">
              <a:extLst>
                <a:ext uri="{FF2B5EF4-FFF2-40B4-BE49-F238E27FC236}">
                  <a16:creationId xmlns:a16="http://schemas.microsoft.com/office/drawing/2014/main" id="{5BE06AD1-F74D-98CB-0E52-F873E78CECA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72" name="rc102">
              <a:extLst>
                <a:ext uri="{FF2B5EF4-FFF2-40B4-BE49-F238E27FC236}">
                  <a16:creationId xmlns:a16="http://schemas.microsoft.com/office/drawing/2014/main" id="{0586886E-2A63-2681-C8DE-3FCD9EA7FDD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75" name="rc103">
              <a:extLst>
                <a:ext uri="{FF2B5EF4-FFF2-40B4-BE49-F238E27FC236}">
                  <a16:creationId xmlns:a16="http://schemas.microsoft.com/office/drawing/2014/main" id="{31B03B6F-07CF-13D7-36DA-30A6334BEDB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76" name="rc104">
              <a:extLst>
                <a:ext uri="{FF2B5EF4-FFF2-40B4-BE49-F238E27FC236}">
                  <a16:creationId xmlns:a16="http://schemas.microsoft.com/office/drawing/2014/main" id="{C9293D83-43F6-FC28-2895-AF1C502BEB6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79" name="rc105">
              <a:extLst>
                <a:ext uri="{FF2B5EF4-FFF2-40B4-BE49-F238E27FC236}">
                  <a16:creationId xmlns:a16="http://schemas.microsoft.com/office/drawing/2014/main" id="{E85DDA4F-7CD5-089B-1B67-7D8542CE11A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80" name="rc106">
              <a:extLst>
                <a:ext uri="{FF2B5EF4-FFF2-40B4-BE49-F238E27FC236}">
                  <a16:creationId xmlns:a16="http://schemas.microsoft.com/office/drawing/2014/main" id="{D84889F2-FA85-9FBB-70D9-FF0D97BD086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84" name="rc107">
              <a:extLst>
                <a:ext uri="{FF2B5EF4-FFF2-40B4-BE49-F238E27FC236}">
                  <a16:creationId xmlns:a16="http://schemas.microsoft.com/office/drawing/2014/main" id="{DEB28247-A4F5-3CE4-7CC9-7B8497CB72A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85" name="rc108">
              <a:extLst>
                <a:ext uri="{FF2B5EF4-FFF2-40B4-BE49-F238E27FC236}">
                  <a16:creationId xmlns:a16="http://schemas.microsoft.com/office/drawing/2014/main" id="{580871CC-5F94-7BA6-B835-F6440B2CE94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86" name="rc109">
              <a:extLst>
                <a:ext uri="{FF2B5EF4-FFF2-40B4-BE49-F238E27FC236}">
                  <a16:creationId xmlns:a16="http://schemas.microsoft.com/office/drawing/2014/main" id="{7F0DC31D-1907-99B9-8428-3A043AB4132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87" name="rc110">
              <a:extLst>
                <a:ext uri="{FF2B5EF4-FFF2-40B4-BE49-F238E27FC236}">
                  <a16:creationId xmlns:a16="http://schemas.microsoft.com/office/drawing/2014/main" id="{CBA94CCC-4E13-F1EA-095B-9AC264E57C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88" name="rc111">
              <a:extLst>
                <a:ext uri="{FF2B5EF4-FFF2-40B4-BE49-F238E27FC236}">
                  <a16:creationId xmlns:a16="http://schemas.microsoft.com/office/drawing/2014/main" id="{E90EE8BD-D0E0-D3DB-5FE7-E426E9CE28C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89" name="rc112">
              <a:extLst>
                <a:ext uri="{FF2B5EF4-FFF2-40B4-BE49-F238E27FC236}">
                  <a16:creationId xmlns:a16="http://schemas.microsoft.com/office/drawing/2014/main" id="{4C9FF4B2-73BF-1EE6-4ACD-C2396AC843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0" name="rc113">
              <a:extLst>
                <a:ext uri="{FF2B5EF4-FFF2-40B4-BE49-F238E27FC236}">
                  <a16:creationId xmlns:a16="http://schemas.microsoft.com/office/drawing/2014/main" id="{0CA358D0-ED08-B8C0-5656-B76E9DE9623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1" name="rc114">
              <a:extLst>
                <a:ext uri="{FF2B5EF4-FFF2-40B4-BE49-F238E27FC236}">
                  <a16:creationId xmlns:a16="http://schemas.microsoft.com/office/drawing/2014/main" id="{9FA4780F-DBFC-6910-1804-6FF154F83B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2" name="rc115">
              <a:extLst>
                <a:ext uri="{FF2B5EF4-FFF2-40B4-BE49-F238E27FC236}">
                  <a16:creationId xmlns:a16="http://schemas.microsoft.com/office/drawing/2014/main" id="{4493D37E-6039-4F08-3676-E69BC07863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3" name="rc116">
              <a:extLst>
                <a:ext uri="{FF2B5EF4-FFF2-40B4-BE49-F238E27FC236}">
                  <a16:creationId xmlns:a16="http://schemas.microsoft.com/office/drawing/2014/main" id="{100F8CC4-749D-2032-1A6E-E754C90D23D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4" name="rc117">
              <a:extLst>
                <a:ext uri="{FF2B5EF4-FFF2-40B4-BE49-F238E27FC236}">
                  <a16:creationId xmlns:a16="http://schemas.microsoft.com/office/drawing/2014/main" id="{7998D02B-F980-D196-8B11-3747356E29B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5" name="rc118">
              <a:extLst>
                <a:ext uri="{FF2B5EF4-FFF2-40B4-BE49-F238E27FC236}">
                  <a16:creationId xmlns:a16="http://schemas.microsoft.com/office/drawing/2014/main" id="{45A26183-3500-1FF3-16F4-EC5614CD40E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6" name="rc119">
              <a:extLst>
                <a:ext uri="{FF2B5EF4-FFF2-40B4-BE49-F238E27FC236}">
                  <a16:creationId xmlns:a16="http://schemas.microsoft.com/office/drawing/2014/main" id="{E233AFAB-5577-5A99-0DFB-6CF37D42BB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7" name="rc120">
              <a:extLst>
                <a:ext uri="{FF2B5EF4-FFF2-40B4-BE49-F238E27FC236}">
                  <a16:creationId xmlns:a16="http://schemas.microsoft.com/office/drawing/2014/main" id="{193DED9C-E64A-8154-EAB8-C5F3F19218D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8" name="rc121">
              <a:extLst>
                <a:ext uri="{FF2B5EF4-FFF2-40B4-BE49-F238E27FC236}">
                  <a16:creationId xmlns:a16="http://schemas.microsoft.com/office/drawing/2014/main" id="{6CEBE1B8-767A-9641-388D-7BF60287402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9" name="rc122">
              <a:extLst>
                <a:ext uri="{FF2B5EF4-FFF2-40B4-BE49-F238E27FC236}">
                  <a16:creationId xmlns:a16="http://schemas.microsoft.com/office/drawing/2014/main" id="{E8018B2F-1D61-4E93-9C2C-5C7C8E8300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0" name="rc123">
              <a:extLst>
                <a:ext uri="{FF2B5EF4-FFF2-40B4-BE49-F238E27FC236}">
                  <a16:creationId xmlns:a16="http://schemas.microsoft.com/office/drawing/2014/main" id="{79AE9A79-D5BD-8E11-DA17-A57E169EF4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1" name="rc124">
              <a:extLst>
                <a:ext uri="{FF2B5EF4-FFF2-40B4-BE49-F238E27FC236}">
                  <a16:creationId xmlns:a16="http://schemas.microsoft.com/office/drawing/2014/main" id="{F62880A8-87A2-06A3-6B79-DAE65BFCC3C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2" name="rc125">
              <a:extLst>
                <a:ext uri="{FF2B5EF4-FFF2-40B4-BE49-F238E27FC236}">
                  <a16:creationId xmlns:a16="http://schemas.microsoft.com/office/drawing/2014/main" id="{41EDC638-A6B5-E0E2-D5CC-054F4A40229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3" name="rc126">
              <a:extLst>
                <a:ext uri="{FF2B5EF4-FFF2-40B4-BE49-F238E27FC236}">
                  <a16:creationId xmlns:a16="http://schemas.microsoft.com/office/drawing/2014/main" id="{2106A085-FF85-5BD5-F5BA-5710BCA0A1C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4" name="rc127">
              <a:extLst>
                <a:ext uri="{FF2B5EF4-FFF2-40B4-BE49-F238E27FC236}">
                  <a16:creationId xmlns:a16="http://schemas.microsoft.com/office/drawing/2014/main" id="{BB5C1E3B-B33A-63B2-FF5C-73C800CBAD6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5" name="rc128">
              <a:extLst>
                <a:ext uri="{FF2B5EF4-FFF2-40B4-BE49-F238E27FC236}">
                  <a16:creationId xmlns:a16="http://schemas.microsoft.com/office/drawing/2014/main" id="{EA4C7A30-47B1-E90B-AD99-7F61543C8FD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6" name="rc129">
              <a:extLst>
                <a:ext uri="{FF2B5EF4-FFF2-40B4-BE49-F238E27FC236}">
                  <a16:creationId xmlns:a16="http://schemas.microsoft.com/office/drawing/2014/main" id="{199776DE-3381-A5C4-A82A-9FE3C4E68CF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7" name="rc130">
              <a:extLst>
                <a:ext uri="{FF2B5EF4-FFF2-40B4-BE49-F238E27FC236}">
                  <a16:creationId xmlns:a16="http://schemas.microsoft.com/office/drawing/2014/main" id="{8B477CF4-9B69-D308-C056-3D450CBFEC9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8" name="rc131">
              <a:extLst>
                <a:ext uri="{FF2B5EF4-FFF2-40B4-BE49-F238E27FC236}">
                  <a16:creationId xmlns:a16="http://schemas.microsoft.com/office/drawing/2014/main" id="{80EB85C7-85A9-67C6-7728-D39ED454450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9" name="rc132">
              <a:extLst>
                <a:ext uri="{FF2B5EF4-FFF2-40B4-BE49-F238E27FC236}">
                  <a16:creationId xmlns:a16="http://schemas.microsoft.com/office/drawing/2014/main" id="{E1EDDE73-9432-BF78-44BC-680024F8FE3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0" name="rc133">
              <a:extLst>
                <a:ext uri="{FF2B5EF4-FFF2-40B4-BE49-F238E27FC236}">
                  <a16:creationId xmlns:a16="http://schemas.microsoft.com/office/drawing/2014/main" id="{A9E92EDC-E38E-B2E4-2AAE-DE1477B2CF6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1" name="rc134">
              <a:extLst>
                <a:ext uri="{FF2B5EF4-FFF2-40B4-BE49-F238E27FC236}">
                  <a16:creationId xmlns:a16="http://schemas.microsoft.com/office/drawing/2014/main" id="{83E712AD-0507-0343-F72C-05C8C09943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2" name="rc135">
              <a:extLst>
                <a:ext uri="{FF2B5EF4-FFF2-40B4-BE49-F238E27FC236}">
                  <a16:creationId xmlns:a16="http://schemas.microsoft.com/office/drawing/2014/main" id="{D731A615-790A-F286-085C-2E6249F6BFA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3" name="rc136">
              <a:extLst>
                <a:ext uri="{FF2B5EF4-FFF2-40B4-BE49-F238E27FC236}">
                  <a16:creationId xmlns:a16="http://schemas.microsoft.com/office/drawing/2014/main" id="{AC02E6E9-600F-466F-BD0B-083F670D055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4" name="rc137">
              <a:extLst>
                <a:ext uri="{FF2B5EF4-FFF2-40B4-BE49-F238E27FC236}">
                  <a16:creationId xmlns:a16="http://schemas.microsoft.com/office/drawing/2014/main" id="{8BC0932E-BEBC-42F9-2DC5-DD8F896F74C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5" name="rc138">
              <a:extLst>
                <a:ext uri="{FF2B5EF4-FFF2-40B4-BE49-F238E27FC236}">
                  <a16:creationId xmlns:a16="http://schemas.microsoft.com/office/drawing/2014/main" id="{E4A673D4-F17B-60E8-B17A-20A9B44B5CF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6" name="rc139">
              <a:extLst>
                <a:ext uri="{FF2B5EF4-FFF2-40B4-BE49-F238E27FC236}">
                  <a16:creationId xmlns:a16="http://schemas.microsoft.com/office/drawing/2014/main" id="{CB741B7B-40E8-838B-EC8C-4DD0CC7A82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7" name="rc140">
              <a:extLst>
                <a:ext uri="{FF2B5EF4-FFF2-40B4-BE49-F238E27FC236}">
                  <a16:creationId xmlns:a16="http://schemas.microsoft.com/office/drawing/2014/main" id="{F7722364-C6C0-E0AA-C1BF-83418931CEF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8" name="rc141">
              <a:extLst>
                <a:ext uri="{FF2B5EF4-FFF2-40B4-BE49-F238E27FC236}">
                  <a16:creationId xmlns:a16="http://schemas.microsoft.com/office/drawing/2014/main" id="{1FEA39DB-A384-5359-114F-D835B5E8C87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9" name="rc142">
              <a:extLst>
                <a:ext uri="{FF2B5EF4-FFF2-40B4-BE49-F238E27FC236}">
                  <a16:creationId xmlns:a16="http://schemas.microsoft.com/office/drawing/2014/main" id="{7F449A8F-D8D9-8254-7CB8-ACFD091816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0" name="rc143">
              <a:extLst>
                <a:ext uri="{FF2B5EF4-FFF2-40B4-BE49-F238E27FC236}">
                  <a16:creationId xmlns:a16="http://schemas.microsoft.com/office/drawing/2014/main" id="{39A62BD4-E164-4DCA-24BA-EB6B7462095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1" name="rc144">
              <a:extLst>
                <a:ext uri="{FF2B5EF4-FFF2-40B4-BE49-F238E27FC236}">
                  <a16:creationId xmlns:a16="http://schemas.microsoft.com/office/drawing/2014/main" id="{D69CB21F-9A16-2000-0F6B-141B307D6CA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2" name="rc145">
              <a:extLst>
                <a:ext uri="{FF2B5EF4-FFF2-40B4-BE49-F238E27FC236}">
                  <a16:creationId xmlns:a16="http://schemas.microsoft.com/office/drawing/2014/main" id="{CA9C1C1D-203A-A315-B75A-4F4B6D8CA9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3" name="rc146">
              <a:extLst>
                <a:ext uri="{FF2B5EF4-FFF2-40B4-BE49-F238E27FC236}">
                  <a16:creationId xmlns:a16="http://schemas.microsoft.com/office/drawing/2014/main" id="{4DE1DC28-505D-6128-1C24-A99886D38BF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4" name="rc147">
              <a:extLst>
                <a:ext uri="{FF2B5EF4-FFF2-40B4-BE49-F238E27FC236}">
                  <a16:creationId xmlns:a16="http://schemas.microsoft.com/office/drawing/2014/main" id="{65E7E271-5DF2-E1F4-533E-484F1232AA3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5" name="rc148">
              <a:extLst>
                <a:ext uri="{FF2B5EF4-FFF2-40B4-BE49-F238E27FC236}">
                  <a16:creationId xmlns:a16="http://schemas.microsoft.com/office/drawing/2014/main" id="{50205569-BA17-588D-A090-B9860C3E940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6" name="rc149">
              <a:extLst>
                <a:ext uri="{FF2B5EF4-FFF2-40B4-BE49-F238E27FC236}">
                  <a16:creationId xmlns:a16="http://schemas.microsoft.com/office/drawing/2014/main" id="{39DB9F94-BEB2-AF36-950F-2571F746DE9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7" name="rc150">
              <a:extLst>
                <a:ext uri="{FF2B5EF4-FFF2-40B4-BE49-F238E27FC236}">
                  <a16:creationId xmlns:a16="http://schemas.microsoft.com/office/drawing/2014/main" id="{2B806826-5888-DEFD-F1F3-B64B08A58C5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8" name="rc151">
              <a:extLst>
                <a:ext uri="{FF2B5EF4-FFF2-40B4-BE49-F238E27FC236}">
                  <a16:creationId xmlns:a16="http://schemas.microsoft.com/office/drawing/2014/main" id="{588E8249-153C-3061-CFCE-AA3B745CFBE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9" name="rc152">
              <a:extLst>
                <a:ext uri="{FF2B5EF4-FFF2-40B4-BE49-F238E27FC236}">
                  <a16:creationId xmlns:a16="http://schemas.microsoft.com/office/drawing/2014/main" id="{D34543CE-94DF-0A71-14B9-3792B1CF82C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0" name="rc153">
              <a:extLst>
                <a:ext uri="{FF2B5EF4-FFF2-40B4-BE49-F238E27FC236}">
                  <a16:creationId xmlns:a16="http://schemas.microsoft.com/office/drawing/2014/main" id="{922CC137-FCCC-07E2-D522-E15DD88AD66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1" name="rc154">
              <a:extLst>
                <a:ext uri="{FF2B5EF4-FFF2-40B4-BE49-F238E27FC236}">
                  <a16:creationId xmlns:a16="http://schemas.microsoft.com/office/drawing/2014/main" id="{00E5EE92-3389-A0CB-D7D0-C19E88B8435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2" name="rc155">
              <a:extLst>
                <a:ext uri="{FF2B5EF4-FFF2-40B4-BE49-F238E27FC236}">
                  <a16:creationId xmlns:a16="http://schemas.microsoft.com/office/drawing/2014/main" id="{9A72FE0C-F111-120E-737C-A8F0C348C8F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3" name="rc156">
              <a:extLst>
                <a:ext uri="{FF2B5EF4-FFF2-40B4-BE49-F238E27FC236}">
                  <a16:creationId xmlns:a16="http://schemas.microsoft.com/office/drawing/2014/main" id="{8892CACF-BF18-79A9-3916-8AC5AC5D26C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4" name="rc157">
              <a:extLst>
                <a:ext uri="{FF2B5EF4-FFF2-40B4-BE49-F238E27FC236}">
                  <a16:creationId xmlns:a16="http://schemas.microsoft.com/office/drawing/2014/main" id="{22EAB854-CFB0-38A7-D313-DE2BBF72F3F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5" name="rc158">
              <a:extLst>
                <a:ext uri="{FF2B5EF4-FFF2-40B4-BE49-F238E27FC236}">
                  <a16:creationId xmlns:a16="http://schemas.microsoft.com/office/drawing/2014/main" id="{D0D1C67D-3826-C025-2D7C-567BFF74481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6" name="rc159">
              <a:extLst>
                <a:ext uri="{FF2B5EF4-FFF2-40B4-BE49-F238E27FC236}">
                  <a16:creationId xmlns:a16="http://schemas.microsoft.com/office/drawing/2014/main" id="{71A95373-5E26-F11C-F44D-B383225DD49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7" name="rc160">
              <a:extLst>
                <a:ext uri="{FF2B5EF4-FFF2-40B4-BE49-F238E27FC236}">
                  <a16:creationId xmlns:a16="http://schemas.microsoft.com/office/drawing/2014/main" id="{63529C3E-FCAB-5114-A87C-E3CAD73B001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8" name="rc161">
              <a:extLst>
                <a:ext uri="{FF2B5EF4-FFF2-40B4-BE49-F238E27FC236}">
                  <a16:creationId xmlns:a16="http://schemas.microsoft.com/office/drawing/2014/main" id="{263B60F9-AEC6-81F4-5D5C-C2AFAC7784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9" name="rc162">
              <a:extLst>
                <a:ext uri="{FF2B5EF4-FFF2-40B4-BE49-F238E27FC236}">
                  <a16:creationId xmlns:a16="http://schemas.microsoft.com/office/drawing/2014/main" id="{FF1FABF2-FBC5-058D-BB09-DCFEBC7B8B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0" name="rc163">
              <a:extLst>
                <a:ext uri="{FF2B5EF4-FFF2-40B4-BE49-F238E27FC236}">
                  <a16:creationId xmlns:a16="http://schemas.microsoft.com/office/drawing/2014/main" id="{E28F1C23-6594-E6D8-EC14-661F518EAE2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1" name="rc164">
              <a:extLst>
                <a:ext uri="{FF2B5EF4-FFF2-40B4-BE49-F238E27FC236}">
                  <a16:creationId xmlns:a16="http://schemas.microsoft.com/office/drawing/2014/main" id="{7BE48DC3-DAC7-D21F-76B1-5D8E382D35B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2" name="rc165">
              <a:extLst>
                <a:ext uri="{FF2B5EF4-FFF2-40B4-BE49-F238E27FC236}">
                  <a16:creationId xmlns:a16="http://schemas.microsoft.com/office/drawing/2014/main" id="{F83A1786-286D-CEFB-B9A4-0B364C1BE8F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3" name="rc166">
              <a:extLst>
                <a:ext uri="{FF2B5EF4-FFF2-40B4-BE49-F238E27FC236}">
                  <a16:creationId xmlns:a16="http://schemas.microsoft.com/office/drawing/2014/main" id="{3A272C19-BF5E-42D0-F248-46F8A8FCDA7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4" name="rc167">
              <a:extLst>
                <a:ext uri="{FF2B5EF4-FFF2-40B4-BE49-F238E27FC236}">
                  <a16:creationId xmlns:a16="http://schemas.microsoft.com/office/drawing/2014/main" id="{A83EAAD2-299A-E6BE-D41F-CE3A7104B17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5" name="rc168">
              <a:extLst>
                <a:ext uri="{FF2B5EF4-FFF2-40B4-BE49-F238E27FC236}">
                  <a16:creationId xmlns:a16="http://schemas.microsoft.com/office/drawing/2014/main" id="{1E373D05-BED1-554A-7850-E2BF3E16676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6" name="rc169">
              <a:extLst>
                <a:ext uri="{FF2B5EF4-FFF2-40B4-BE49-F238E27FC236}">
                  <a16:creationId xmlns:a16="http://schemas.microsoft.com/office/drawing/2014/main" id="{5B87B7FB-EB93-8E5A-B4C7-74EB981536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7" name="rc170">
              <a:extLst>
                <a:ext uri="{FF2B5EF4-FFF2-40B4-BE49-F238E27FC236}">
                  <a16:creationId xmlns:a16="http://schemas.microsoft.com/office/drawing/2014/main" id="{EE529D9E-A336-F293-5AED-DD0FB7AF678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8" name="rc171">
              <a:extLst>
                <a:ext uri="{FF2B5EF4-FFF2-40B4-BE49-F238E27FC236}">
                  <a16:creationId xmlns:a16="http://schemas.microsoft.com/office/drawing/2014/main" id="{F3A51559-9F22-BEB8-4356-476B28D49ED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9" name="rc172">
              <a:extLst>
                <a:ext uri="{FF2B5EF4-FFF2-40B4-BE49-F238E27FC236}">
                  <a16:creationId xmlns:a16="http://schemas.microsoft.com/office/drawing/2014/main" id="{880300A7-2670-04FE-5E06-1C1778C9916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0" name="rc173">
              <a:extLst>
                <a:ext uri="{FF2B5EF4-FFF2-40B4-BE49-F238E27FC236}">
                  <a16:creationId xmlns:a16="http://schemas.microsoft.com/office/drawing/2014/main" id="{476EDC17-AEA3-A6D3-D7B4-F88B12E1C60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1" name="rc174">
              <a:extLst>
                <a:ext uri="{FF2B5EF4-FFF2-40B4-BE49-F238E27FC236}">
                  <a16:creationId xmlns:a16="http://schemas.microsoft.com/office/drawing/2014/main" id="{50E6FA80-2A10-2E50-EA0E-54A1307CB7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2" name="rc175">
              <a:extLst>
                <a:ext uri="{FF2B5EF4-FFF2-40B4-BE49-F238E27FC236}">
                  <a16:creationId xmlns:a16="http://schemas.microsoft.com/office/drawing/2014/main" id="{4BDD024D-45A7-B18B-0D36-4E214400591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3" name="rc176">
              <a:extLst>
                <a:ext uri="{FF2B5EF4-FFF2-40B4-BE49-F238E27FC236}">
                  <a16:creationId xmlns:a16="http://schemas.microsoft.com/office/drawing/2014/main" id="{24655D60-DA22-E423-727E-3E10ED291BB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4" name="rc177">
              <a:extLst>
                <a:ext uri="{FF2B5EF4-FFF2-40B4-BE49-F238E27FC236}">
                  <a16:creationId xmlns:a16="http://schemas.microsoft.com/office/drawing/2014/main" id="{273F3E61-BFF0-7EC7-0A4E-DF6C4FA457C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5" name="rc178">
              <a:extLst>
                <a:ext uri="{FF2B5EF4-FFF2-40B4-BE49-F238E27FC236}">
                  <a16:creationId xmlns:a16="http://schemas.microsoft.com/office/drawing/2014/main" id="{54D9A41E-619E-4013-7E51-EA02933ABF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6" name="rc179">
              <a:extLst>
                <a:ext uri="{FF2B5EF4-FFF2-40B4-BE49-F238E27FC236}">
                  <a16:creationId xmlns:a16="http://schemas.microsoft.com/office/drawing/2014/main" id="{771CA77E-14F5-2553-E53E-F3516BEA21D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7" name="rc180">
              <a:extLst>
                <a:ext uri="{FF2B5EF4-FFF2-40B4-BE49-F238E27FC236}">
                  <a16:creationId xmlns:a16="http://schemas.microsoft.com/office/drawing/2014/main" id="{1079CE4B-ED07-F290-53E6-A9A55FD757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8" name="rc181">
              <a:extLst>
                <a:ext uri="{FF2B5EF4-FFF2-40B4-BE49-F238E27FC236}">
                  <a16:creationId xmlns:a16="http://schemas.microsoft.com/office/drawing/2014/main" id="{BD28797C-B0CB-49EF-2E80-CB775807388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9" name="rc182">
              <a:extLst>
                <a:ext uri="{FF2B5EF4-FFF2-40B4-BE49-F238E27FC236}">
                  <a16:creationId xmlns:a16="http://schemas.microsoft.com/office/drawing/2014/main" id="{259E4660-CC1F-52AE-210F-BD4BAD2319A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0" name="rc183">
              <a:extLst>
                <a:ext uri="{FF2B5EF4-FFF2-40B4-BE49-F238E27FC236}">
                  <a16:creationId xmlns:a16="http://schemas.microsoft.com/office/drawing/2014/main" id="{52DEEA69-618F-150E-7130-14F67FA8CB7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1" name="rc184">
              <a:extLst>
                <a:ext uri="{FF2B5EF4-FFF2-40B4-BE49-F238E27FC236}">
                  <a16:creationId xmlns:a16="http://schemas.microsoft.com/office/drawing/2014/main" id="{E3ED5538-D536-9706-9DC5-78811334BC5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2" name="rc185">
              <a:extLst>
                <a:ext uri="{FF2B5EF4-FFF2-40B4-BE49-F238E27FC236}">
                  <a16:creationId xmlns:a16="http://schemas.microsoft.com/office/drawing/2014/main" id="{3DD1C1EA-B50E-966E-98F3-91DFB4C7343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3" name="rc186">
              <a:extLst>
                <a:ext uri="{FF2B5EF4-FFF2-40B4-BE49-F238E27FC236}">
                  <a16:creationId xmlns:a16="http://schemas.microsoft.com/office/drawing/2014/main" id="{4772B763-7028-D4BF-D232-FC449E03606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4" name="rc187">
              <a:extLst>
                <a:ext uri="{FF2B5EF4-FFF2-40B4-BE49-F238E27FC236}">
                  <a16:creationId xmlns:a16="http://schemas.microsoft.com/office/drawing/2014/main" id="{957A2BEF-1FF1-F03F-0571-2137D59590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5" name="rc188">
              <a:extLst>
                <a:ext uri="{FF2B5EF4-FFF2-40B4-BE49-F238E27FC236}">
                  <a16:creationId xmlns:a16="http://schemas.microsoft.com/office/drawing/2014/main" id="{EE52983C-EB64-67AE-3285-4539AC81B97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6" name="rc189">
              <a:extLst>
                <a:ext uri="{FF2B5EF4-FFF2-40B4-BE49-F238E27FC236}">
                  <a16:creationId xmlns:a16="http://schemas.microsoft.com/office/drawing/2014/main" id="{CDD00F8D-177C-037E-F65F-2946CE03E76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7" name="rc190">
              <a:extLst>
                <a:ext uri="{FF2B5EF4-FFF2-40B4-BE49-F238E27FC236}">
                  <a16:creationId xmlns:a16="http://schemas.microsoft.com/office/drawing/2014/main" id="{8DDCA912-D129-6413-0C0C-DC95F0C69B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8" name="rc191">
              <a:extLst>
                <a:ext uri="{FF2B5EF4-FFF2-40B4-BE49-F238E27FC236}">
                  <a16:creationId xmlns:a16="http://schemas.microsoft.com/office/drawing/2014/main" id="{B246FF5D-20ED-35A5-BB78-66D6E8506A6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9" name="rc192">
              <a:extLst>
                <a:ext uri="{FF2B5EF4-FFF2-40B4-BE49-F238E27FC236}">
                  <a16:creationId xmlns:a16="http://schemas.microsoft.com/office/drawing/2014/main" id="{03DFD1A6-6539-2860-AA50-76BF11BD19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0" name="rc193">
              <a:extLst>
                <a:ext uri="{FF2B5EF4-FFF2-40B4-BE49-F238E27FC236}">
                  <a16:creationId xmlns:a16="http://schemas.microsoft.com/office/drawing/2014/main" id="{12E47281-334C-87C6-09EE-10EB8CC63A0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1" name="rc194">
              <a:extLst>
                <a:ext uri="{FF2B5EF4-FFF2-40B4-BE49-F238E27FC236}">
                  <a16:creationId xmlns:a16="http://schemas.microsoft.com/office/drawing/2014/main" id="{E746CC66-4688-829C-7DF8-91F20AA6A1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2" name="rc195">
              <a:extLst>
                <a:ext uri="{FF2B5EF4-FFF2-40B4-BE49-F238E27FC236}">
                  <a16:creationId xmlns:a16="http://schemas.microsoft.com/office/drawing/2014/main" id="{411EE424-090F-C753-CBC7-1E03466F3FD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3" name="rc196">
              <a:extLst>
                <a:ext uri="{FF2B5EF4-FFF2-40B4-BE49-F238E27FC236}">
                  <a16:creationId xmlns:a16="http://schemas.microsoft.com/office/drawing/2014/main" id="{2AE3A9B7-7354-4984-FEFC-F2924FC9FFB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4" name="rc197">
              <a:extLst>
                <a:ext uri="{FF2B5EF4-FFF2-40B4-BE49-F238E27FC236}">
                  <a16:creationId xmlns:a16="http://schemas.microsoft.com/office/drawing/2014/main" id="{29BA752F-21DD-D153-3E96-5B7978AE37C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5" name="rc198">
              <a:extLst>
                <a:ext uri="{FF2B5EF4-FFF2-40B4-BE49-F238E27FC236}">
                  <a16:creationId xmlns:a16="http://schemas.microsoft.com/office/drawing/2014/main" id="{8E15B510-683A-E226-6701-8550C0FC731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6" name="rc199">
              <a:extLst>
                <a:ext uri="{FF2B5EF4-FFF2-40B4-BE49-F238E27FC236}">
                  <a16:creationId xmlns:a16="http://schemas.microsoft.com/office/drawing/2014/main" id="{FD22175B-8636-3A7E-999E-68DA420CA51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7" name="rc200">
              <a:extLst>
                <a:ext uri="{FF2B5EF4-FFF2-40B4-BE49-F238E27FC236}">
                  <a16:creationId xmlns:a16="http://schemas.microsoft.com/office/drawing/2014/main" id="{936C5177-BA82-DEEA-07E2-0E7898796BD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8" name="rc201">
              <a:extLst>
                <a:ext uri="{FF2B5EF4-FFF2-40B4-BE49-F238E27FC236}">
                  <a16:creationId xmlns:a16="http://schemas.microsoft.com/office/drawing/2014/main" id="{91745550-DC0F-13F5-99BB-656B3357C69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9" name="rc202">
              <a:extLst>
                <a:ext uri="{FF2B5EF4-FFF2-40B4-BE49-F238E27FC236}">
                  <a16:creationId xmlns:a16="http://schemas.microsoft.com/office/drawing/2014/main" id="{42B340E4-C418-E1C2-00A0-87783E1EC6B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0" name="rc203">
              <a:extLst>
                <a:ext uri="{FF2B5EF4-FFF2-40B4-BE49-F238E27FC236}">
                  <a16:creationId xmlns:a16="http://schemas.microsoft.com/office/drawing/2014/main" id="{24594E72-E43D-A921-08A3-2D84E3F9019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1" name="rc204">
              <a:extLst>
                <a:ext uri="{FF2B5EF4-FFF2-40B4-BE49-F238E27FC236}">
                  <a16:creationId xmlns:a16="http://schemas.microsoft.com/office/drawing/2014/main" id="{C2A1A9F7-E646-CA33-DB49-A70B5B2228D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2" name="rc205">
              <a:extLst>
                <a:ext uri="{FF2B5EF4-FFF2-40B4-BE49-F238E27FC236}">
                  <a16:creationId xmlns:a16="http://schemas.microsoft.com/office/drawing/2014/main" id="{944207A2-4FCC-A018-B70E-FBDD386DF19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3" name="rc206">
              <a:extLst>
                <a:ext uri="{FF2B5EF4-FFF2-40B4-BE49-F238E27FC236}">
                  <a16:creationId xmlns:a16="http://schemas.microsoft.com/office/drawing/2014/main" id="{9600DF7F-F034-48FD-0CE6-115EDC06BC6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4" name="rc207">
              <a:extLst>
                <a:ext uri="{FF2B5EF4-FFF2-40B4-BE49-F238E27FC236}">
                  <a16:creationId xmlns:a16="http://schemas.microsoft.com/office/drawing/2014/main" id="{51960B9C-91DD-9713-F2AF-4A65FA00DF9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5" name="rc208">
              <a:extLst>
                <a:ext uri="{FF2B5EF4-FFF2-40B4-BE49-F238E27FC236}">
                  <a16:creationId xmlns:a16="http://schemas.microsoft.com/office/drawing/2014/main" id="{8E29D7C5-E2B3-913B-CDCF-216D402F317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6" name="rc209">
              <a:extLst>
                <a:ext uri="{FF2B5EF4-FFF2-40B4-BE49-F238E27FC236}">
                  <a16:creationId xmlns:a16="http://schemas.microsoft.com/office/drawing/2014/main" id="{73C0A723-FFED-D7B3-F7C6-E3F9DE234C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7" name="rc210">
              <a:extLst>
                <a:ext uri="{FF2B5EF4-FFF2-40B4-BE49-F238E27FC236}">
                  <a16:creationId xmlns:a16="http://schemas.microsoft.com/office/drawing/2014/main" id="{72596C51-9C57-7FC0-2007-185D2FAB51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8" name="rc211">
              <a:extLst>
                <a:ext uri="{FF2B5EF4-FFF2-40B4-BE49-F238E27FC236}">
                  <a16:creationId xmlns:a16="http://schemas.microsoft.com/office/drawing/2014/main" id="{F71B67DF-130F-F928-B125-9FBD14D608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9" name="rc212">
              <a:extLst>
                <a:ext uri="{FF2B5EF4-FFF2-40B4-BE49-F238E27FC236}">
                  <a16:creationId xmlns:a16="http://schemas.microsoft.com/office/drawing/2014/main" id="{71C093F1-640E-0F93-3E5D-6F9A5659B18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0" name="rc213">
              <a:extLst>
                <a:ext uri="{FF2B5EF4-FFF2-40B4-BE49-F238E27FC236}">
                  <a16:creationId xmlns:a16="http://schemas.microsoft.com/office/drawing/2014/main" id="{92CAFD94-EED4-4D07-1DC5-7C82246EB98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1" name="rc214">
              <a:extLst>
                <a:ext uri="{FF2B5EF4-FFF2-40B4-BE49-F238E27FC236}">
                  <a16:creationId xmlns:a16="http://schemas.microsoft.com/office/drawing/2014/main" id="{13F5A87C-2218-D546-63D1-3F29F36F37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2" name="rc215">
              <a:extLst>
                <a:ext uri="{FF2B5EF4-FFF2-40B4-BE49-F238E27FC236}">
                  <a16:creationId xmlns:a16="http://schemas.microsoft.com/office/drawing/2014/main" id="{28DF212D-27F8-31CE-4821-4EA49F7097B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3" name="rc216">
              <a:extLst>
                <a:ext uri="{FF2B5EF4-FFF2-40B4-BE49-F238E27FC236}">
                  <a16:creationId xmlns:a16="http://schemas.microsoft.com/office/drawing/2014/main" id="{9D6C98E8-9F9A-50AA-56C0-BD1C7BE4A16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4" name="rc217">
              <a:extLst>
                <a:ext uri="{FF2B5EF4-FFF2-40B4-BE49-F238E27FC236}">
                  <a16:creationId xmlns:a16="http://schemas.microsoft.com/office/drawing/2014/main" id="{D3F19393-2066-33AF-2300-125981120FD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5" name="rc218">
              <a:extLst>
                <a:ext uri="{FF2B5EF4-FFF2-40B4-BE49-F238E27FC236}">
                  <a16:creationId xmlns:a16="http://schemas.microsoft.com/office/drawing/2014/main" id="{50E702A6-C6CE-44D2-669A-93D6F21B4EB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6" name="rc219">
              <a:extLst>
                <a:ext uri="{FF2B5EF4-FFF2-40B4-BE49-F238E27FC236}">
                  <a16:creationId xmlns:a16="http://schemas.microsoft.com/office/drawing/2014/main" id="{5DDBCA8C-C118-237D-8626-CD5FAC37EFC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7" name="rc220">
              <a:extLst>
                <a:ext uri="{FF2B5EF4-FFF2-40B4-BE49-F238E27FC236}">
                  <a16:creationId xmlns:a16="http://schemas.microsoft.com/office/drawing/2014/main" id="{6476AB22-9F7C-D410-BDB6-0AA39EBC98C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8" name="rc221">
              <a:extLst>
                <a:ext uri="{FF2B5EF4-FFF2-40B4-BE49-F238E27FC236}">
                  <a16:creationId xmlns:a16="http://schemas.microsoft.com/office/drawing/2014/main" id="{05596A2D-31CC-B491-D948-DDB73E1BDE9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9" name="rc222">
              <a:extLst>
                <a:ext uri="{FF2B5EF4-FFF2-40B4-BE49-F238E27FC236}">
                  <a16:creationId xmlns:a16="http://schemas.microsoft.com/office/drawing/2014/main" id="{D6C9B71F-37FB-4ABB-50BD-070B12488EC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0" name="rc223">
              <a:extLst>
                <a:ext uri="{FF2B5EF4-FFF2-40B4-BE49-F238E27FC236}">
                  <a16:creationId xmlns:a16="http://schemas.microsoft.com/office/drawing/2014/main" id="{BE680834-0814-B9B6-1B6A-6B7406A565A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1" name="rc224">
              <a:extLst>
                <a:ext uri="{FF2B5EF4-FFF2-40B4-BE49-F238E27FC236}">
                  <a16:creationId xmlns:a16="http://schemas.microsoft.com/office/drawing/2014/main" id="{21DC4E82-683B-F855-D5C5-4B94B6B9934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2" name="rc225">
              <a:extLst>
                <a:ext uri="{FF2B5EF4-FFF2-40B4-BE49-F238E27FC236}">
                  <a16:creationId xmlns:a16="http://schemas.microsoft.com/office/drawing/2014/main" id="{6A403F11-11EE-C5EA-56D2-6112979ECE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3" name="rc226">
              <a:extLst>
                <a:ext uri="{FF2B5EF4-FFF2-40B4-BE49-F238E27FC236}">
                  <a16:creationId xmlns:a16="http://schemas.microsoft.com/office/drawing/2014/main" id="{97E2DF0B-793B-0E66-BF9F-E16510F2880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4" name="rc227">
              <a:extLst>
                <a:ext uri="{FF2B5EF4-FFF2-40B4-BE49-F238E27FC236}">
                  <a16:creationId xmlns:a16="http://schemas.microsoft.com/office/drawing/2014/main" id="{025B5AD7-E6BA-81FB-20DA-03DC3562845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5" name="rc228">
              <a:extLst>
                <a:ext uri="{FF2B5EF4-FFF2-40B4-BE49-F238E27FC236}">
                  <a16:creationId xmlns:a16="http://schemas.microsoft.com/office/drawing/2014/main" id="{D7D4F30E-8FAC-69AA-33DA-6CB8A92480F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6" name="rc229">
              <a:extLst>
                <a:ext uri="{FF2B5EF4-FFF2-40B4-BE49-F238E27FC236}">
                  <a16:creationId xmlns:a16="http://schemas.microsoft.com/office/drawing/2014/main" id="{6C22EFE5-97AA-9164-3B06-CE25B9614A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7" name="rc230">
              <a:extLst>
                <a:ext uri="{FF2B5EF4-FFF2-40B4-BE49-F238E27FC236}">
                  <a16:creationId xmlns:a16="http://schemas.microsoft.com/office/drawing/2014/main" id="{4BE62086-C854-D1AC-30EF-832499C1A43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8" name="rc231">
              <a:extLst>
                <a:ext uri="{FF2B5EF4-FFF2-40B4-BE49-F238E27FC236}">
                  <a16:creationId xmlns:a16="http://schemas.microsoft.com/office/drawing/2014/main" id="{9268A2EB-389B-F03E-E53A-E7D8D15052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9" name="rc232">
              <a:extLst>
                <a:ext uri="{FF2B5EF4-FFF2-40B4-BE49-F238E27FC236}">
                  <a16:creationId xmlns:a16="http://schemas.microsoft.com/office/drawing/2014/main" id="{1EE6A80B-467F-74D1-6B03-5FADDC8198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0" name="rc233">
              <a:extLst>
                <a:ext uri="{FF2B5EF4-FFF2-40B4-BE49-F238E27FC236}">
                  <a16:creationId xmlns:a16="http://schemas.microsoft.com/office/drawing/2014/main" id="{6726EA9D-52A0-8FB1-28A1-A0113EFD65D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1" name="rc234">
              <a:extLst>
                <a:ext uri="{FF2B5EF4-FFF2-40B4-BE49-F238E27FC236}">
                  <a16:creationId xmlns:a16="http://schemas.microsoft.com/office/drawing/2014/main" id="{1A4E1BBC-6EA3-667D-9E4E-40C3BBA0A1E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2" name="rc235">
              <a:extLst>
                <a:ext uri="{FF2B5EF4-FFF2-40B4-BE49-F238E27FC236}">
                  <a16:creationId xmlns:a16="http://schemas.microsoft.com/office/drawing/2014/main" id="{2223D520-D1B5-61BC-0CAA-F2B0B17C07E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3" name="rc236">
              <a:extLst>
                <a:ext uri="{FF2B5EF4-FFF2-40B4-BE49-F238E27FC236}">
                  <a16:creationId xmlns:a16="http://schemas.microsoft.com/office/drawing/2014/main" id="{C3EF1D0D-03F6-B789-8CAC-BB0F5833EA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4" name="rc237">
              <a:extLst>
                <a:ext uri="{FF2B5EF4-FFF2-40B4-BE49-F238E27FC236}">
                  <a16:creationId xmlns:a16="http://schemas.microsoft.com/office/drawing/2014/main" id="{022FC88B-E5E2-24C0-99B3-A2E26F9D318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5" name="rc238">
              <a:extLst>
                <a:ext uri="{FF2B5EF4-FFF2-40B4-BE49-F238E27FC236}">
                  <a16:creationId xmlns:a16="http://schemas.microsoft.com/office/drawing/2014/main" id="{1704016D-0752-CD6C-D14E-43D8B8F7A3C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6" name="rc239">
              <a:extLst>
                <a:ext uri="{FF2B5EF4-FFF2-40B4-BE49-F238E27FC236}">
                  <a16:creationId xmlns:a16="http://schemas.microsoft.com/office/drawing/2014/main" id="{3E235D7C-1A11-68AD-FCCA-0A44CA24C4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7" name="rc240">
              <a:extLst>
                <a:ext uri="{FF2B5EF4-FFF2-40B4-BE49-F238E27FC236}">
                  <a16:creationId xmlns:a16="http://schemas.microsoft.com/office/drawing/2014/main" id="{44EE64DA-9755-9F5E-FF09-62B115E1E6A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8" name="rc241">
              <a:extLst>
                <a:ext uri="{FF2B5EF4-FFF2-40B4-BE49-F238E27FC236}">
                  <a16:creationId xmlns:a16="http://schemas.microsoft.com/office/drawing/2014/main" id="{E95CD0F8-BC32-1C83-4A36-AEC800CD34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9" name="rc242">
              <a:extLst>
                <a:ext uri="{FF2B5EF4-FFF2-40B4-BE49-F238E27FC236}">
                  <a16:creationId xmlns:a16="http://schemas.microsoft.com/office/drawing/2014/main" id="{2A276029-C2D3-3E73-92CB-1E0409E391D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0" name="rc243">
              <a:extLst>
                <a:ext uri="{FF2B5EF4-FFF2-40B4-BE49-F238E27FC236}">
                  <a16:creationId xmlns:a16="http://schemas.microsoft.com/office/drawing/2014/main" id="{8EE00E71-DC22-69FA-A954-B792120E0C8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1" name="rc244">
              <a:extLst>
                <a:ext uri="{FF2B5EF4-FFF2-40B4-BE49-F238E27FC236}">
                  <a16:creationId xmlns:a16="http://schemas.microsoft.com/office/drawing/2014/main" id="{495CBAEA-9E83-7E39-A9F2-AE7905EADAA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2" name="rc245">
              <a:extLst>
                <a:ext uri="{FF2B5EF4-FFF2-40B4-BE49-F238E27FC236}">
                  <a16:creationId xmlns:a16="http://schemas.microsoft.com/office/drawing/2014/main" id="{2A9DDE60-FAFF-0F65-41C4-52B8062DB2D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3" name="rc246">
              <a:extLst>
                <a:ext uri="{FF2B5EF4-FFF2-40B4-BE49-F238E27FC236}">
                  <a16:creationId xmlns:a16="http://schemas.microsoft.com/office/drawing/2014/main" id="{E3ED30AE-AB34-CCBE-01FB-2B75353886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4" name="rc247">
              <a:extLst>
                <a:ext uri="{FF2B5EF4-FFF2-40B4-BE49-F238E27FC236}">
                  <a16:creationId xmlns:a16="http://schemas.microsoft.com/office/drawing/2014/main" id="{55139EB7-721C-41D0-6E90-6D085A58464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5" name="rc248">
              <a:extLst>
                <a:ext uri="{FF2B5EF4-FFF2-40B4-BE49-F238E27FC236}">
                  <a16:creationId xmlns:a16="http://schemas.microsoft.com/office/drawing/2014/main" id="{93E722FE-49E1-D03D-0095-D6995D5B36D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6" name="rc249">
              <a:extLst>
                <a:ext uri="{FF2B5EF4-FFF2-40B4-BE49-F238E27FC236}">
                  <a16:creationId xmlns:a16="http://schemas.microsoft.com/office/drawing/2014/main" id="{BE4487A4-5251-48E1-167D-13ED42BB58E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7" name="rc250">
              <a:extLst>
                <a:ext uri="{FF2B5EF4-FFF2-40B4-BE49-F238E27FC236}">
                  <a16:creationId xmlns:a16="http://schemas.microsoft.com/office/drawing/2014/main" id="{4EDF2C77-3250-0CAD-4DC0-E84A33591E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8" name="rc251">
              <a:extLst>
                <a:ext uri="{FF2B5EF4-FFF2-40B4-BE49-F238E27FC236}">
                  <a16:creationId xmlns:a16="http://schemas.microsoft.com/office/drawing/2014/main" id="{655D1F53-36AC-9BD6-FCE3-8DF3E6AF983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9" name="rc252">
              <a:extLst>
                <a:ext uri="{FF2B5EF4-FFF2-40B4-BE49-F238E27FC236}">
                  <a16:creationId xmlns:a16="http://schemas.microsoft.com/office/drawing/2014/main" id="{F74139DE-1705-3717-EC5B-6CC43262867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0" name="rc253">
              <a:extLst>
                <a:ext uri="{FF2B5EF4-FFF2-40B4-BE49-F238E27FC236}">
                  <a16:creationId xmlns:a16="http://schemas.microsoft.com/office/drawing/2014/main" id="{99CCCCAA-43C6-29E6-41B7-8219620E208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1" name="rc254">
              <a:extLst>
                <a:ext uri="{FF2B5EF4-FFF2-40B4-BE49-F238E27FC236}">
                  <a16:creationId xmlns:a16="http://schemas.microsoft.com/office/drawing/2014/main" id="{49BFAA2C-07B9-D71E-9183-D30DFBDB2F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2" name="rc255">
              <a:extLst>
                <a:ext uri="{FF2B5EF4-FFF2-40B4-BE49-F238E27FC236}">
                  <a16:creationId xmlns:a16="http://schemas.microsoft.com/office/drawing/2014/main" id="{1C247B0A-5C95-6ECF-51F4-A8C5073C75E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3" name="rc256">
              <a:extLst>
                <a:ext uri="{FF2B5EF4-FFF2-40B4-BE49-F238E27FC236}">
                  <a16:creationId xmlns:a16="http://schemas.microsoft.com/office/drawing/2014/main" id="{4D943989-286C-50D4-7E7C-5DA0F42E082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4" name="rc257">
              <a:extLst>
                <a:ext uri="{FF2B5EF4-FFF2-40B4-BE49-F238E27FC236}">
                  <a16:creationId xmlns:a16="http://schemas.microsoft.com/office/drawing/2014/main" id="{EB9DF14F-6331-DD25-FCF3-97FD28FEABF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5" name="rc258">
              <a:extLst>
                <a:ext uri="{FF2B5EF4-FFF2-40B4-BE49-F238E27FC236}">
                  <a16:creationId xmlns:a16="http://schemas.microsoft.com/office/drawing/2014/main" id="{1F62880B-5D55-4D02-D287-574EDC5F417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6" name="rc259">
              <a:extLst>
                <a:ext uri="{FF2B5EF4-FFF2-40B4-BE49-F238E27FC236}">
                  <a16:creationId xmlns:a16="http://schemas.microsoft.com/office/drawing/2014/main" id="{9FEC4969-7FC4-5CA4-55A3-33A51FD60E2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7" name="rc260">
              <a:extLst>
                <a:ext uri="{FF2B5EF4-FFF2-40B4-BE49-F238E27FC236}">
                  <a16:creationId xmlns:a16="http://schemas.microsoft.com/office/drawing/2014/main" id="{B4B644F4-171C-07E9-C1D2-B9A71FCA020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8" name="rc261">
              <a:extLst>
                <a:ext uri="{FF2B5EF4-FFF2-40B4-BE49-F238E27FC236}">
                  <a16:creationId xmlns:a16="http://schemas.microsoft.com/office/drawing/2014/main" id="{37421BAA-B497-645C-65CA-3FC223DE9F3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9" name="rc262">
              <a:extLst>
                <a:ext uri="{FF2B5EF4-FFF2-40B4-BE49-F238E27FC236}">
                  <a16:creationId xmlns:a16="http://schemas.microsoft.com/office/drawing/2014/main" id="{2A21FD0B-578E-2271-30AD-A99E2312CAD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0" name="rc263">
              <a:extLst>
                <a:ext uri="{FF2B5EF4-FFF2-40B4-BE49-F238E27FC236}">
                  <a16:creationId xmlns:a16="http://schemas.microsoft.com/office/drawing/2014/main" id="{BA838CE0-6486-6717-282C-A10A7BAC7A0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1" name="rc264">
              <a:extLst>
                <a:ext uri="{FF2B5EF4-FFF2-40B4-BE49-F238E27FC236}">
                  <a16:creationId xmlns:a16="http://schemas.microsoft.com/office/drawing/2014/main" id="{23CF505E-1911-1B9A-E0BD-6112E6C0CBC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2" name="rc265">
              <a:extLst>
                <a:ext uri="{FF2B5EF4-FFF2-40B4-BE49-F238E27FC236}">
                  <a16:creationId xmlns:a16="http://schemas.microsoft.com/office/drawing/2014/main" id="{E4B4D698-AE3D-3F63-C615-7525F37FE8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3" name="rc266">
              <a:extLst>
                <a:ext uri="{FF2B5EF4-FFF2-40B4-BE49-F238E27FC236}">
                  <a16:creationId xmlns:a16="http://schemas.microsoft.com/office/drawing/2014/main" id="{6E978EC6-313C-BEDF-1500-0C29D290199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4" name="rc267">
              <a:extLst>
                <a:ext uri="{FF2B5EF4-FFF2-40B4-BE49-F238E27FC236}">
                  <a16:creationId xmlns:a16="http://schemas.microsoft.com/office/drawing/2014/main" id="{9CAE1B49-19E7-80FE-CC94-82F0F0E2367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5" name="rc268">
              <a:extLst>
                <a:ext uri="{FF2B5EF4-FFF2-40B4-BE49-F238E27FC236}">
                  <a16:creationId xmlns:a16="http://schemas.microsoft.com/office/drawing/2014/main" id="{B6A8B4B0-B9A0-7759-8E79-4DC6AC3112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6" name="rc269">
              <a:extLst>
                <a:ext uri="{FF2B5EF4-FFF2-40B4-BE49-F238E27FC236}">
                  <a16:creationId xmlns:a16="http://schemas.microsoft.com/office/drawing/2014/main" id="{1B3650C9-C674-4049-2EDA-7B1895CD80A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7" name="rc270">
              <a:extLst>
                <a:ext uri="{FF2B5EF4-FFF2-40B4-BE49-F238E27FC236}">
                  <a16:creationId xmlns:a16="http://schemas.microsoft.com/office/drawing/2014/main" id="{231D6242-BC89-1467-2A15-F305EDF8399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8" name="rc271">
              <a:extLst>
                <a:ext uri="{FF2B5EF4-FFF2-40B4-BE49-F238E27FC236}">
                  <a16:creationId xmlns:a16="http://schemas.microsoft.com/office/drawing/2014/main" id="{7DFEE379-1E4C-6BC9-D214-2CEF13C1D0E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9" name="rc272">
              <a:extLst>
                <a:ext uri="{FF2B5EF4-FFF2-40B4-BE49-F238E27FC236}">
                  <a16:creationId xmlns:a16="http://schemas.microsoft.com/office/drawing/2014/main" id="{327987A7-2FF5-76FD-F1CE-031172148DD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0" name="rc273">
              <a:extLst>
                <a:ext uri="{FF2B5EF4-FFF2-40B4-BE49-F238E27FC236}">
                  <a16:creationId xmlns:a16="http://schemas.microsoft.com/office/drawing/2014/main" id="{650CC50F-EC8E-D649-FC06-4DDBB039EB0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1" name="rc274">
              <a:extLst>
                <a:ext uri="{FF2B5EF4-FFF2-40B4-BE49-F238E27FC236}">
                  <a16:creationId xmlns:a16="http://schemas.microsoft.com/office/drawing/2014/main" id="{2E24D76B-0393-7B06-DFC9-C2A4380B023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2" name="rc275">
              <a:extLst>
                <a:ext uri="{FF2B5EF4-FFF2-40B4-BE49-F238E27FC236}">
                  <a16:creationId xmlns:a16="http://schemas.microsoft.com/office/drawing/2014/main" id="{F99A9176-75C7-DECC-0C32-3EE4B8BA2FC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3" name="rc276">
              <a:extLst>
                <a:ext uri="{FF2B5EF4-FFF2-40B4-BE49-F238E27FC236}">
                  <a16:creationId xmlns:a16="http://schemas.microsoft.com/office/drawing/2014/main" id="{0E23B785-376D-B0DA-5166-5D5F41B7E80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4" name="rc277">
              <a:extLst>
                <a:ext uri="{FF2B5EF4-FFF2-40B4-BE49-F238E27FC236}">
                  <a16:creationId xmlns:a16="http://schemas.microsoft.com/office/drawing/2014/main" id="{3C4FD469-BB3D-7836-2045-F08A80CD52A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5" name="rc278">
              <a:extLst>
                <a:ext uri="{FF2B5EF4-FFF2-40B4-BE49-F238E27FC236}">
                  <a16:creationId xmlns:a16="http://schemas.microsoft.com/office/drawing/2014/main" id="{27B2DB64-43A0-2C62-B681-21BC5C86E6A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6" name="rc279">
              <a:extLst>
                <a:ext uri="{FF2B5EF4-FFF2-40B4-BE49-F238E27FC236}">
                  <a16:creationId xmlns:a16="http://schemas.microsoft.com/office/drawing/2014/main" id="{95E09956-F82C-62CF-F737-29CB1DAA0A9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7" name="rc280">
              <a:extLst>
                <a:ext uri="{FF2B5EF4-FFF2-40B4-BE49-F238E27FC236}">
                  <a16:creationId xmlns:a16="http://schemas.microsoft.com/office/drawing/2014/main" id="{990DB60F-D998-E62A-32AD-FDC7E7B622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8" name="rc281">
              <a:extLst>
                <a:ext uri="{FF2B5EF4-FFF2-40B4-BE49-F238E27FC236}">
                  <a16:creationId xmlns:a16="http://schemas.microsoft.com/office/drawing/2014/main" id="{4644B733-668D-4AE6-BDCB-4534EBA9AAA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9" name="rc282">
              <a:extLst>
                <a:ext uri="{FF2B5EF4-FFF2-40B4-BE49-F238E27FC236}">
                  <a16:creationId xmlns:a16="http://schemas.microsoft.com/office/drawing/2014/main" id="{820C30C8-7EAE-0710-4372-46B7C99CE72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0" name="rc283">
              <a:extLst>
                <a:ext uri="{FF2B5EF4-FFF2-40B4-BE49-F238E27FC236}">
                  <a16:creationId xmlns:a16="http://schemas.microsoft.com/office/drawing/2014/main" id="{FA3C09EB-DD3C-2D1B-C327-7A35A356C2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1" name="rc284">
              <a:extLst>
                <a:ext uri="{FF2B5EF4-FFF2-40B4-BE49-F238E27FC236}">
                  <a16:creationId xmlns:a16="http://schemas.microsoft.com/office/drawing/2014/main" id="{8BAFE703-E5A9-2A84-193A-FEFFAA600C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2" name="rc285">
              <a:extLst>
                <a:ext uri="{FF2B5EF4-FFF2-40B4-BE49-F238E27FC236}">
                  <a16:creationId xmlns:a16="http://schemas.microsoft.com/office/drawing/2014/main" id="{FC3DAA97-7D3D-80E9-FEC9-12D45E19142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3" name="rc286">
              <a:extLst>
                <a:ext uri="{FF2B5EF4-FFF2-40B4-BE49-F238E27FC236}">
                  <a16:creationId xmlns:a16="http://schemas.microsoft.com/office/drawing/2014/main" id="{9F8B1A64-C111-4DC8-E851-315B4B0B01D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4" name="rc287">
              <a:extLst>
                <a:ext uri="{FF2B5EF4-FFF2-40B4-BE49-F238E27FC236}">
                  <a16:creationId xmlns:a16="http://schemas.microsoft.com/office/drawing/2014/main" id="{C3A2DCE5-790F-BCED-3D2A-83B1F521F4F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5" name="rc288">
              <a:extLst>
                <a:ext uri="{FF2B5EF4-FFF2-40B4-BE49-F238E27FC236}">
                  <a16:creationId xmlns:a16="http://schemas.microsoft.com/office/drawing/2014/main" id="{56B793FB-E584-ABF4-68EF-6DFC50D839E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6" name="rc289">
              <a:extLst>
                <a:ext uri="{FF2B5EF4-FFF2-40B4-BE49-F238E27FC236}">
                  <a16:creationId xmlns:a16="http://schemas.microsoft.com/office/drawing/2014/main" id="{16192504-A1FB-244B-8FE2-67F4B0314FD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7" name="rc290">
              <a:extLst>
                <a:ext uri="{FF2B5EF4-FFF2-40B4-BE49-F238E27FC236}">
                  <a16:creationId xmlns:a16="http://schemas.microsoft.com/office/drawing/2014/main" id="{D71D8A92-10B0-403F-5984-5675C4C2AA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8" name="rc291">
              <a:extLst>
                <a:ext uri="{FF2B5EF4-FFF2-40B4-BE49-F238E27FC236}">
                  <a16:creationId xmlns:a16="http://schemas.microsoft.com/office/drawing/2014/main" id="{349D01A5-EA1B-AD7B-0933-ED3DB019F4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9" name="rc292">
              <a:extLst>
                <a:ext uri="{FF2B5EF4-FFF2-40B4-BE49-F238E27FC236}">
                  <a16:creationId xmlns:a16="http://schemas.microsoft.com/office/drawing/2014/main" id="{39666C37-B269-7BC5-3B56-4914B25BFB1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0" name="rc293">
              <a:extLst>
                <a:ext uri="{FF2B5EF4-FFF2-40B4-BE49-F238E27FC236}">
                  <a16:creationId xmlns:a16="http://schemas.microsoft.com/office/drawing/2014/main" id="{ACDDCC5D-1CB4-CE63-82FC-0468568B15A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1" name="rc294">
              <a:extLst>
                <a:ext uri="{FF2B5EF4-FFF2-40B4-BE49-F238E27FC236}">
                  <a16:creationId xmlns:a16="http://schemas.microsoft.com/office/drawing/2014/main" id="{FA2DCBDD-60D0-30CA-0658-13940DED8EA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2" name="rc295">
              <a:extLst>
                <a:ext uri="{FF2B5EF4-FFF2-40B4-BE49-F238E27FC236}">
                  <a16:creationId xmlns:a16="http://schemas.microsoft.com/office/drawing/2014/main" id="{31FFC9CF-17F8-E77D-EA33-0F649BD93CF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3" name="rc296">
              <a:extLst>
                <a:ext uri="{FF2B5EF4-FFF2-40B4-BE49-F238E27FC236}">
                  <a16:creationId xmlns:a16="http://schemas.microsoft.com/office/drawing/2014/main" id="{473D05D2-ADE3-5800-292C-971D156013E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4" name="rc297">
              <a:extLst>
                <a:ext uri="{FF2B5EF4-FFF2-40B4-BE49-F238E27FC236}">
                  <a16:creationId xmlns:a16="http://schemas.microsoft.com/office/drawing/2014/main" id="{C8BA52E8-78A4-DC29-9B94-8E4A1DB3974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5" name="rc298">
              <a:extLst>
                <a:ext uri="{FF2B5EF4-FFF2-40B4-BE49-F238E27FC236}">
                  <a16:creationId xmlns:a16="http://schemas.microsoft.com/office/drawing/2014/main" id="{B32260C0-4941-B822-FCCE-A7E475C591D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6" name="rc299">
              <a:extLst>
                <a:ext uri="{FF2B5EF4-FFF2-40B4-BE49-F238E27FC236}">
                  <a16:creationId xmlns:a16="http://schemas.microsoft.com/office/drawing/2014/main" id="{AC1DBD9D-2CA7-2EE5-D3DA-982A7C5B074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7" name="rc300">
              <a:extLst>
                <a:ext uri="{FF2B5EF4-FFF2-40B4-BE49-F238E27FC236}">
                  <a16:creationId xmlns:a16="http://schemas.microsoft.com/office/drawing/2014/main" id="{500699CE-B529-2CD4-95F0-FC5547BBC5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8" name="rc301">
              <a:extLst>
                <a:ext uri="{FF2B5EF4-FFF2-40B4-BE49-F238E27FC236}">
                  <a16:creationId xmlns:a16="http://schemas.microsoft.com/office/drawing/2014/main" id="{F2BB058B-E0BF-6A01-A4D5-70B48DD85F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9" name="rc302">
              <a:extLst>
                <a:ext uri="{FF2B5EF4-FFF2-40B4-BE49-F238E27FC236}">
                  <a16:creationId xmlns:a16="http://schemas.microsoft.com/office/drawing/2014/main" id="{95B3A94C-E3C6-71E0-F606-7A52F536267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0" name="rc303">
              <a:extLst>
                <a:ext uri="{FF2B5EF4-FFF2-40B4-BE49-F238E27FC236}">
                  <a16:creationId xmlns:a16="http://schemas.microsoft.com/office/drawing/2014/main" id="{F8900A68-907B-D09C-E7C2-CA8342C5F6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1" name="rc304">
              <a:extLst>
                <a:ext uri="{FF2B5EF4-FFF2-40B4-BE49-F238E27FC236}">
                  <a16:creationId xmlns:a16="http://schemas.microsoft.com/office/drawing/2014/main" id="{D6DC313A-C50F-88A1-745F-D0E8FA3365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2" name="rc305">
              <a:extLst>
                <a:ext uri="{FF2B5EF4-FFF2-40B4-BE49-F238E27FC236}">
                  <a16:creationId xmlns:a16="http://schemas.microsoft.com/office/drawing/2014/main" id="{06388482-B79A-4A52-2B9C-24C56E2AE0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3" name="rc306">
              <a:extLst>
                <a:ext uri="{FF2B5EF4-FFF2-40B4-BE49-F238E27FC236}">
                  <a16:creationId xmlns:a16="http://schemas.microsoft.com/office/drawing/2014/main" id="{64EF8C8D-AD37-9F2E-B9EF-F0908528EE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4" name="rc307">
              <a:extLst>
                <a:ext uri="{FF2B5EF4-FFF2-40B4-BE49-F238E27FC236}">
                  <a16:creationId xmlns:a16="http://schemas.microsoft.com/office/drawing/2014/main" id="{C12D4712-0183-9052-3E8C-BB38F82E68D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5" name="rc308">
              <a:extLst>
                <a:ext uri="{FF2B5EF4-FFF2-40B4-BE49-F238E27FC236}">
                  <a16:creationId xmlns:a16="http://schemas.microsoft.com/office/drawing/2014/main" id="{3D957699-A8A8-1420-3977-FD9C7902AD8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6" name="rc309">
              <a:extLst>
                <a:ext uri="{FF2B5EF4-FFF2-40B4-BE49-F238E27FC236}">
                  <a16:creationId xmlns:a16="http://schemas.microsoft.com/office/drawing/2014/main" id="{6D59D7E5-380D-63F1-BCB5-EEBC7508A53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7" name="rc310">
              <a:extLst>
                <a:ext uri="{FF2B5EF4-FFF2-40B4-BE49-F238E27FC236}">
                  <a16:creationId xmlns:a16="http://schemas.microsoft.com/office/drawing/2014/main" id="{41E5E49A-7265-5F56-B56A-380C1FE130F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8" name="rc311">
              <a:extLst>
                <a:ext uri="{FF2B5EF4-FFF2-40B4-BE49-F238E27FC236}">
                  <a16:creationId xmlns:a16="http://schemas.microsoft.com/office/drawing/2014/main" id="{ED1CCD86-4927-CAF4-2454-2CDAEEBD991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9" name="rc312">
              <a:extLst>
                <a:ext uri="{FF2B5EF4-FFF2-40B4-BE49-F238E27FC236}">
                  <a16:creationId xmlns:a16="http://schemas.microsoft.com/office/drawing/2014/main" id="{DBB323A8-363D-7168-F561-F871E3BD71F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0" name="rc313">
              <a:extLst>
                <a:ext uri="{FF2B5EF4-FFF2-40B4-BE49-F238E27FC236}">
                  <a16:creationId xmlns:a16="http://schemas.microsoft.com/office/drawing/2014/main" id="{A41E1D76-1FC8-B009-8CF8-526A90C1385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1" name="rc314">
              <a:extLst>
                <a:ext uri="{FF2B5EF4-FFF2-40B4-BE49-F238E27FC236}">
                  <a16:creationId xmlns:a16="http://schemas.microsoft.com/office/drawing/2014/main" id="{9EFF0D4B-D131-7505-FAB2-DFC5D1F0482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2" name="rc315">
              <a:extLst>
                <a:ext uri="{FF2B5EF4-FFF2-40B4-BE49-F238E27FC236}">
                  <a16:creationId xmlns:a16="http://schemas.microsoft.com/office/drawing/2014/main" id="{31165A31-1A5D-6CFF-D77F-02E8098A0BC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3" name="rc316">
              <a:extLst>
                <a:ext uri="{FF2B5EF4-FFF2-40B4-BE49-F238E27FC236}">
                  <a16:creationId xmlns:a16="http://schemas.microsoft.com/office/drawing/2014/main" id="{0D8A90E8-E52D-CC2D-1645-C7E7ABCFF48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4" name="rc317">
              <a:extLst>
                <a:ext uri="{FF2B5EF4-FFF2-40B4-BE49-F238E27FC236}">
                  <a16:creationId xmlns:a16="http://schemas.microsoft.com/office/drawing/2014/main" id="{7CB137E4-5DA1-2C59-3782-36C2874E3DE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5" name="rc318">
              <a:extLst>
                <a:ext uri="{FF2B5EF4-FFF2-40B4-BE49-F238E27FC236}">
                  <a16:creationId xmlns:a16="http://schemas.microsoft.com/office/drawing/2014/main" id="{B1315732-44E0-C62C-419C-59DA981616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6" name="rc319">
              <a:extLst>
                <a:ext uri="{FF2B5EF4-FFF2-40B4-BE49-F238E27FC236}">
                  <a16:creationId xmlns:a16="http://schemas.microsoft.com/office/drawing/2014/main" id="{C5251169-928D-11AC-4540-7AE362CE484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7" name="rc320">
              <a:extLst>
                <a:ext uri="{FF2B5EF4-FFF2-40B4-BE49-F238E27FC236}">
                  <a16:creationId xmlns:a16="http://schemas.microsoft.com/office/drawing/2014/main" id="{29D3C892-5101-1967-71A3-20C5DCF89E0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8" name="rc321">
              <a:extLst>
                <a:ext uri="{FF2B5EF4-FFF2-40B4-BE49-F238E27FC236}">
                  <a16:creationId xmlns:a16="http://schemas.microsoft.com/office/drawing/2014/main" id="{853440FA-1EA7-A6D2-A686-56B4CB0D23B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9" name="rc322">
              <a:extLst>
                <a:ext uri="{FF2B5EF4-FFF2-40B4-BE49-F238E27FC236}">
                  <a16:creationId xmlns:a16="http://schemas.microsoft.com/office/drawing/2014/main" id="{B8A96224-77C2-B64C-075B-E344DED3D90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0" name="rc323">
              <a:extLst>
                <a:ext uri="{FF2B5EF4-FFF2-40B4-BE49-F238E27FC236}">
                  <a16:creationId xmlns:a16="http://schemas.microsoft.com/office/drawing/2014/main" id="{E38CD7BA-BDCC-5A1C-04B8-D6C4747A01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1" name="rc324">
              <a:extLst>
                <a:ext uri="{FF2B5EF4-FFF2-40B4-BE49-F238E27FC236}">
                  <a16:creationId xmlns:a16="http://schemas.microsoft.com/office/drawing/2014/main" id="{1038DCDA-11CF-7530-D849-BF754F2B7B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2" name="rc325">
              <a:extLst>
                <a:ext uri="{FF2B5EF4-FFF2-40B4-BE49-F238E27FC236}">
                  <a16:creationId xmlns:a16="http://schemas.microsoft.com/office/drawing/2014/main" id="{C41E25B7-5141-6648-5317-0CEC711F850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3" name="rc326">
              <a:extLst>
                <a:ext uri="{FF2B5EF4-FFF2-40B4-BE49-F238E27FC236}">
                  <a16:creationId xmlns:a16="http://schemas.microsoft.com/office/drawing/2014/main" id="{967A929A-6921-9703-9889-27E4CB77EDE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4" name="rc327">
              <a:extLst>
                <a:ext uri="{FF2B5EF4-FFF2-40B4-BE49-F238E27FC236}">
                  <a16:creationId xmlns:a16="http://schemas.microsoft.com/office/drawing/2014/main" id="{D2E62A15-74C6-9A1C-CE1F-B4CC8053F69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5" name="rc328">
              <a:extLst>
                <a:ext uri="{FF2B5EF4-FFF2-40B4-BE49-F238E27FC236}">
                  <a16:creationId xmlns:a16="http://schemas.microsoft.com/office/drawing/2014/main" id="{805CC32A-9724-CD5E-2E42-9B85EBEE3C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6" name="rc329">
              <a:extLst>
                <a:ext uri="{FF2B5EF4-FFF2-40B4-BE49-F238E27FC236}">
                  <a16:creationId xmlns:a16="http://schemas.microsoft.com/office/drawing/2014/main" id="{7619ADF3-66FB-7907-FEC3-B90DBD7AC21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7" name="rc330">
              <a:extLst>
                <a:ext uri="{FF2B5EF4-FFF2-40B4-BE49-F238E27FC236}">
                  <a16:creationId xmlns:a16="http://schemas.microsoft.com/office/drawing/2014/main" id="{16FB5E2C-B3EC-29B2-4BC7-7E191D465C6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8" name="rc331">
              <a:extLst>
                <a:ext uri="{FF2B5EF4-FFF2-40B4-BE49-F238E27FC236}">
                  <a16:creationId xmlns:a16="http://schemas.microsoft.com/office/drawing/2014/main" id="{8093FF1A-B802-B4A5-5992-E0FE71609E9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9" name="rc332">
              <a:extLst>
                <a:ext uri="{FF2B5EF4-FFF2-40B4-BE49-F238E27FC236}">
                  <a16:creationId xmlns:a16="http://schemas.microsoft.com/office/drawing/2014/main" id="{6C688D69-1BD2-9A48-F534-E31EB9BC901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0" name="rc333">
              <a:extLst>
                <a:ext uri="{FF2B5EF4-FFF2-40B4-BE49-F238E27FC236}">
                  <a16:creationId xmlns:a16="http://schemas.microsoft.com/office/drawing/2014/main" id="{D9CD42F2-D900-C9B0-1476-41B7A478769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1" name="rc334">
              <a:extLst>
                <a:ext uri="{FF2B5EF4-FFF2-40B4-BE49-F238E27FC236}">
                  <a16:creationId xmlns:a16="http://schemas.microsoft.com/office/drawing/2014/main" id="{F082C55C-FA61-F958-C482-8E1E583B85C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2" name="rc335">
              <a:extLst>
                <a:ext uri="{FF2B5EF4-FFF2-40B4-BE49-F238E27FC236}">
                  <a16:creationId xmlns:a16="http://schemas.microsoft.com/office/drawing/2014/main" id="{0B23710E-F56B-1AD5-D15D-4363DB0FBC5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3" name="rc336">
              <a:extLst>
                <a:ext uri="{FF2B5EF4-FFF2-40B4-BE49-F238E27FC236}">
                  <a16:creationId xmlns:a16="http://schemas.microsoft.com/office/drawing/2014/main" id="{B971067A-3E40-83FB-C089-489A597C6CC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4" name="rc337">
              <a:extLst>
                <a:ext uri="{FF2B5EF4-FFF2-40B4-BE49-F238E27FC236}">
                  <a16:creationId xmlns:a16="http://schemas.microsoft.com/office/drawing/2014/main" id="{5B961E93-4486-C43C-9418-BEF16956B0B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5" name="rc338">
              <a:extLst>
                <a:ext uri="{FF2B5EF4-FFF2-40B4-BE49-F238E27FC236}">
                  <a16:creationId xmlns:a16="http://schemas.microsoft.com/office/drawing/2014/main" id="{16769597-E778-7C28-9D9A-8F063B52E83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6" name="rc339">
              <a:extLst>
                <a:ext uri="{FF2B5EF4-FFF2-40B4-BE49-F238E27FC236}">
                  <a16:creationId xmlns:a16="http://schemas.microsoft.com/office/drawing/2014/main" id="{EA70EF52-C9B4-9F57-684F-DCD77116B0F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7" name="rc340">
              <a:extLst>
                <a:ext uri="{FF2B5EF4-FFF2-40B4-BE49-F238E27FC236}">
                  <a16:creationId xmlns:a16="http://schemas.microsoft.com/office/drawing/2014/main" id="{93C7CBC0-1D3F-C56F-E7A2-66DAE5A1FD7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8" name="rc341">
              <a:extLst>
                <a:ext uri="{FF2B5EF4-FFF2-40B4-BE49-F238E27FC236}">
                  <a16:creationId xmlns:a16="http://schemas.microsoft.com/office/drawing/2014/main" id="{9C540A1B-2A0D-6B66-289D-A7D3D2C17E5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9" name="rc342">
              <a:extLst>
                <a:ext uri="{FF2B5EF4-FFF2-40B4-BE49-F238E27FC236}">
                  <a16:creationId xmlns:a16="http://schemas.microsoft.com/office/drawing/2014/main" id="{F6D87A36-52B6-6FBD-B6A6-4FB1047BDEB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0" name="rc343">
              <a:extLst>
                <a:ext uri="{FF2B5EF4-FFF2-40B4-BE49-F238E27FC236}">
                  <a16:creationId xmlns:a16="http://schemas.microsoft.com/office/drawing/2014/main" id="{970E1DF7-FB9E-EF23-4755-EFAD0CF416F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1" name="rc344">
              <a:extLst>
                <a:ext uri="{FF2B5EF4-FFF2-40B4-BE49-F238E27FC236}">
                  <a16:creationId xmlns:a16="http://schemas.microsoft.com/office/drawing/2014/main" id="{5BD9EC5D-0AA1-0877-E84A-590064C5A96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2" name="rc345">
              <a:extLst>
                <a:ext uri="{FF2B5EF4-FFF2-40B4-BE49-F238E27FC236}">
                  <a16:creationId xmlns:a16="http://schemas.microsoft.com/office/drawing/2014/main" id="{354440AC-58AB-6896-CE85-661C35E23EF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3" name="rc346">
              <a:extLst>
                <a:ext uri="{FF2B5EF4-FFF2-40B4-BE49-F238E27FC236}">
                  <a16:creationId xmlns:a16="http://schemas.microsoft.com/office/drawing/2014/main" id="{6886DBEE-53ED-D9F3-88F3-FBB3FADE2C2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4" name="rc347">
              <a:extLst>
                <a:ext uri="{FF2B5EF4-FFF2-40B4-BE49-F238E27FC236}">
                  <a16:creationId xmlns:a16="http://schemas.microsoft.com/office/drawing/2014/main" id="{4C7774A1-B976-992C-3902-A23ADA316DC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5" name="rc348">
              <a:extLst>
                <a:ext uri="{FF2B5EF4-FFF2-40B4-BE49-F238E27FC236}">
                  <a16:creationId xmlns:a16="http://schemas.microsoft.com/office/drawing/2014/main" id="{F3827B00-C2BE-9B34-C127-B44555098E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6" name="rc349">
              <a:extLst>
                <a:ext uri="{FF2B5EF4-FFF2-40B4-BE49-F238E27FC236}">
                  <a16:creationId xmlns:a16="http://schemas.microsoft.com/office/drawing/2014/main" id="{AAD2ACBF-D9B0-8154-3043-0E0CE75028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7" name="rc350">
              <a:extLst>
                <a:ext uri="{FF2B5EF4-FFF2-40B4-BE49-F238E27FC236}">
                  <a16:creationId xmlns:a16="http://schemas.microsoft.com/office/drawing/2014/main" id="{1D987F10-B0FD-2723-920E-1044C0CE5CB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8" name="rc351">
              <a:extLst>
                <a:ext uri="{FF2B5EF4-FFF2-40B4-BE49-F238E27FC236}">
                  <a16:creationId xmlns:a16="http://schemas.microsoft.com/office/drawing/2014/main" id="{5D2F3DEE-59A3-40BE-4EC1-C733341D8F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9" name="rc352">
              <a:extLst>
                <a:ext uri="{FF2B5EF4-FFF2-40B4-BE49-F238E27FC236}">
                  <a16:creationId xmlns:a16="http://schemas.microsoft.com/office/drawing/2014/main" id="{63CB9C72-CD16-B64B-58E4-670085E4172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0" name="rc353">
              <a:extLst>
                <a:ext uri="{FF2B5EF4-FFF2-40B4-BE49-F238E27FC236}">
                  <a16:creationId xmlns:a16="http://schemas.microsoft.com/office/drawing/2014/main" id="{B0FE89DB-67BE-2ED9-81B5-DA6C3E22BFF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1" name="rc354">
              <a:extLst>
                <a:ext uri="{FF2B5EF4-FFF2-40B4-BE49-F238E27FC236}">
                  <a16:creationId xmlns:a16="http://schemas.microsoft.com/office/drawing/2014/main" id="{6F67FC71-14B9-AE65-9B47-D0523390E3B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2" name="rc355">
              <a:extLst>
                <a:ext uri="{FF2B5EF4-FFF2-40B4-BE49-F238E27FC236}">
                  <a16:creationId xmlns:a16="http://schemas.microsoft.com/office/drawing/2014/main" id="{DA6771E4-02AE-2C6A-DA6F-844C58027E3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3" name="rc356">
              <a:extLst>
                <a:ext uri="{FF2B5EF4-FFF2-40B4-BE49-F238E27FC236}">
                  <a16:creationId xmlns:a16="http://schemas.microsoft.com/office/drawing/2014/main" id="{939D549D-E453-8741-A51C-C7810F5F560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4" name="rc357">
              <a:extLst>
                <a:ext uri="{FF2B5EF4-FFF2-40B4-BE49-F238E27FC236}">
                  <a16:creationId xmlns:a16="http://schemas.microsoft.com/office/drawing/2014/main" id="{821F08DC-914E-9B4B-37E2-BD1BC2EEE54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5" name="rc358">
              <a:extLst>
                <a:ext uri="{FF2B5EF4-FFF2-40B4-BE49-F238E27FC236}">
                  <a16:creationId xmlns:a16="http://schemas.microsoft.com/office/drawing/2014/main" id="{A61C0980-FED7-739B-5DF8-E54FACE04D9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6" name="rc359">
              <a:extLst>
                <a:ext uri="{FF2B5EF4-FFF2-40B4-BE49-F238E27FC236}">
                  <a16:creationId xmlns:a16="http://schemas.microsoft.com/office/drawing/2014/main" id="{DBCCDEFB-1189-B328-6441-C60D0978F71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7" name="rc360">
              <a:extLst>
                <a:ext uri="{FF2B5EF4-FFF2-40B4-BE49-F238E27FC236}">
                  <a16:creationId xmlns:a16="http://schemas.microsoft.com/office/drawing/2014/main" id="{785FB9BE-835C-302A-E0FD-366A79DBA92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8" name="rc361">
              <a:extLst>
                <a:ext uri="{FF2B5EF4-FFF2-40B4-BE49-F238E27FC236}">
                  <a16:creationId xmlns:a16="http://schemas.microsoft.com/office/drawing/2014/main" id="{CE6E469B-C82F-5AF4-B448-982D1B4B8D7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9" name="rc362">
              <a:extLst>
                <a:ext uri="{FF2B5EF4-FFF2-40B4-BE49-F238E27FC236}">
                  <a16:creationId xmlns:a16="http://schemas.microsoft.com/office/drawing/2014/main" id="{CFC2D97D-2161-D469-AF2D-7291EC827A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0" name="rc363">
              <a:extLst>
                <a:ext uri="{FF2B5EF4-FFF2-40B4-BE49-F238E27FC236}">
                  <a16:creationId xmlns:a16="http://schemas.microsoft.com/office/drawing/2014/main" id="{5AB1061D-4397-CD35-1333-40ACF261EA4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1" name="rc364">
              <a:extLst>
                <a:ext uri="{FF2B5EF4-FFF2-40B4-BE49-F238E27FC236}">
                  <a16:creationId xmlns:a16="http://schemas.microsoft.com/office/drawing/2014/main" id="{17B8CC54-3E26-FCD1-82B9-47AB297A8C0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2" name="rc365">
              <a:extLst>
                <a:ext uri="{FF2B5EF4-FFF2-40B4-BE49-F238E27FC236}">
                  <a16:creationId xmlns:a16="http://schemas.microsoft.com/office/drawing/2014/main" id="{3F106EFA-269F-0369-EF06-A7500A5365C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3" name="rc366">
              <a:extLst>
                <a:ext uri="{FF2B5EF4-FFF2-40B4-BE49-F238E27FC236}">
                  <a16:creationId xmlns:a16="http://schemas.microsoft.com/office/drawing/2014/main" id="{6F66615A-43F3-A632-9BD4-85CF41C1E7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4" name="rc367">
              <a:extLst>
                <a:ext uri="{FF2B5EF4-FFF2-40B4-BE49-F238E27FC236}">
                  <a16:creationId xmlns:a16="http://schemas.microsoft.com/office/drawing/2014/main" id="{B436DE7E-F4E5-0EB3-CEA4-BF994F0E783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5" name="rc368">
              <a:extLst>
                <a:ext uri="{FF2B5EF4-FFF2-40B4-BE49-F238E27FC236}">
                  <a16:creationId xmlns:a16="http://schemas.microsoft.com/office/drawing/2014/main" id="{6BD1902C-33C6-87A6-46A0-8B830B55346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6" name="rc369">
              <a:extLst>
                <a:ext uri="{FF2B5EF4-FFF2-40B4-BE49-F238E27FC236}">
                  <a16:creationId xmlns:a16="http://schemas.microsoft.com/office/drawing/2014/main" id="{355ADC43-95D1-DF78-D9C5-C339D3B1752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7" name="rc370">
              <a:extLst>
                <a:ext uri="{FF2B5EF4-FFF2-40B4-BE49-F238E27FC236}">
                  <a16:creationId xmlns:a16="http://schemas.microsoft.com/office/drawing/2014/main" id="{1C4907C7-3172-EFCD-FA1E-2B8FD4EB82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8" name="rc371">
              <a:extLst>
                <a:ext uri="{FF2B5EF4-FFF2-40B4-BE49-F238E27FC236}">
                  <a16:creationId xmlns:a16="http://schemas.microsoft.com/office/drawing/2014/main" id="{03202A9D-ABF1-1A21-7B3F-53CC59DE11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9" name="rc372">
              <a:extLst>
                <a:ext uri="{FF2B5EF4-FFF2-40B4-BE49-F238E27FC236}">
                  <a16:creationId xmlns:a16="http://schemas.microsoft.com/office/drawing/2014/main" id="{5F01A432-10DC-37A4-B6C2-093CDC8E5D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0" name="rc373">
              <a:extLst>
                <a:ext uri="{FF2B5EF4-FFF2-40B4-BE49-F238E27FC236}">
                  <a16:creationId xmlns:a16="http://schemas.microsoft.com/office/drawing/2014/main" id="{59ECADE4-F576-B92B-EB22-7ACEDE837F8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1" name="rc374">
              <a:extLst>
                <a:ext uri="{FF2B5EF4-FFF2-40B4-BE49-F238E27FC236}">
                  <a16:creationId xmlns:a16="http://schemas.microsoft.com/office/drawing/2014/main" id="{9AFCD818-3268-AE8F-8FF5-4A8DB979129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2" name="rc375">
              <a:extLst>
                <a:ext uri="{FF2B5EF4-FFF2-40B4-BE49-F238E27FC236}">
                  <a16:creationId xmlns:a16="http://schemas.microsoft.com/office/drawing/2014/main" id="{2EE294DC-13FE-3285-618A-4F24797F03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3" name="rc376">
              <a:extLst>
                <a:ext uri="{FF2B5EF4-FFF2-40B4-BE49-F238E27FC236}">
                  <a16:creationId xmlns:a16="http://schemas.microsoft.com/office/drawing/2014/main" id="{07018ACB-D6BA-CDE5-31CF-0F64F5815B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4" name="rc377">
              <a:extLst>
                <a:ext uri="{FF2B5EF4-FFF2-40B4-BE49-F238E27FC236}">
                  <a16:creationId xmlns:a16="http://schemas.microsoft.com/office/drawing/2014/main" id="{4E627565-1D42-63ED-E6D5-47665CC1C3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5" name="rc378">
              <a:extLst>
                <a:ext uri="{FF2B5EF4-FFF2-40B4-BE49-F238E27FC236}">
                  <a16:creationId xmlns:a16="http://schemas.microsoft.com/office/drawing/2014/main" id="{45C5678C-4F2E-E06C-4C68-364E9748F0F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6" name="rc379">
              <a:extLst>
                <a:ext uri="{FF2B5EF4-FFF2-40B4-BE49-F238E27FC236}">
                  <a16:creationId xmlns:a16="http://schemas.microsoft.com/office/drawing/2014/main" id="{08A1DCFA-5195-3C15-F410-A94951A69D4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7" name="rc380">
              <a:extLst>
                <a:ext uri="{FF2B5EF4-FFF2-40B4-BE49-F238E27FC236}">
                  <a16:creationId xmlns:a16="http://schemas.microsoft.com/office/drawing/2014/main" id="{B8430596-DA84-97BD-00C3-87F3257616B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8" name="rc381">
              <a:extLst>
                <a:ext uri="{FF2B5EF4-FFF2-40B4-BE49-F238E27FC236}">
                  <a16:creationId xmlns:a16="http://schemas.microsoft.com/office/drawing/2014/main" id="{7557EA43-B7CA-393D-0A35-5C60984E13B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9" name="rc382">
              <a:extLst>
                <a:ext uri="{FF2B5EF4-FFF2-40B4-BE49-F238E27FC236}">
                  <a16:creationId xmlns:a16="http://schemas.microsoft.com/office/drawing/2014/main" id="{7407D93E-73CB-936B-4BF9-6C8C818445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0" name="rc383">
              <a:extLst>
                <a:ext uri="{FF2B5EF4-FFF2-40B4-BE49-F238E27FC236}">
                  <a16:creationId xmlns:a16="http://schemas.microsoft.com/office/drawing/2014/main" id="{ABD33DDB-47BE-1BA3-D1E1-D3F14283EC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1" name="rc384">
              <a:extLst>
                <a:ext uri="{FF2B5EF4-FFF2-40B4-BE49-F238E27FC236}">
                  <a16:creationId xmlns:a16="http://schemas.microsoft.com/office/drawing/2014/main" id="{04386BAA-4EEB-D811-0C39-9140CD1630C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2" name="rc385">
              <a:extLst>
                <a:ext uri="{FF2B5EF4-FFF2-40B4-BE49-F238E27FC236}">
                  <a16:creationId xmlns:a16="http://schemas.microsoft.com/office/drawing/2014/main" id="{AF8ABF0A-E34C-D84D-0F40-E3C7970044A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3" name="rc386">
              <a:extLst>
                <a:ext uri="{FF2B5EF4-FFF2-40B4-BE49-F238E27FC236}">
                  <a16:creationId xmlns:a16="http://schemas.microsoft.com/office/drawing/2014/main" id="{B738CC74-D889-E975-5CBB-663EE69B425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4" name="rc387">
              <a:extLst>
                <a:ext uri="{FF2B5EF4-FFF2-40B4-BE49-F238E27FC236}">
                  <a16:creationId xmlns:a16="http://schemas.microsoft.com/office/drawing/2014/main" id="{E7CD794D-7A5A-39F4-0B1C-1610617AF51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5" name="rc388">
              <a:extLst>
                <a:ext uri="{FF2B5EF4-FFF2-40B4-BE49-F238E27FC236}">
                  <a16:creationId xmlns:a16="http://schemas.microsoft.com/office/drawing/2014/main" id="{5C87AD80-7416-BA0A-EE42-878F450C264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6" name="rc389">
              <a:extLst>
                <a:ext uri="{FF2B5EF4-FFF2-40B4-BE49-F238E27FC236}">
                  <a16:creationId xmlns:a16="http://schemas.microsoft.com/office/drawing/2014/main" id="{14863013-67D3-A835-7158-54C19252FF7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7" name="rc390">
              <a:extLst>
                <a:ext uri="{FF2B5EF4-FFF2-40B4-BE49-F238E27FC236}">
                  <a16:creationId xmlns:a16="http://schemas.microsoft.com/office/drawing/2014/main" id="{FBA1A72D-68BA-DB9F-73ED-D67846EC0DF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8" name="rc391">
              <a:extLst>
                <a:ext uri="{FF2B5EF4-FFF2-40B4-BE49-F238E27FC236}">
                  <a16:creationId xmlns:a16="http://schemas.microsoft.com/office/drawing/2014/main" id="{4D74D9EF-EDAD-831C-D08D-6E1166E2210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9" name="rc392">
              <a:extLst>
                <a:ext uri="{FF2B5EF4-FFF2-40B4-BE49-F238E27FC236}">
                  <a16:creationId xmlns:a16="http://schemas.microsoft.com/office/drawing/2014/main" id="{929FC960-BBFD-C79C-1FFB-8D945C55DBF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0" name="rc393">
              <a:extLst>
                <a:ext uri="{FF2B5EF4-FFF2-40B4-BE49-F238E27FC236}">
                  <a16:creationId xmlns:a16="http://schemas.microsoft.com/office/drawing/2014/main" id="{13FEB1E5-A41F-E2BC-9A1B-10F3553BEC4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1" name="rc394">
              <a:extLst>
                <a:ext uri="{FF2B5EF4-FFF2-40B4-BE49-F238E27FC236}">
                  <a16:creationId xmlns:a16="http://schemas.microsoft.com/office/drawing/2014/main" id="{F8D4F1A9-4BD0-3112-FEFC-C116B234199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2" name="rc395">
              <a:extLst>
                <a:ext uri="{FF2B5EF4-FFF2-40B4-BE49-F238E27FC236}">
                  <a16:creationId xmlns:a16="http://schemas.microsoft.com/office/drawing/2014/main" id="{24249CCD-B635-5643-A50F-F6D7659E7A5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3" name="rc396">
              <a:extLst>
                <a:ext uri="{FF2B5EF4-FFF2-40B4-BE49-F238E27FC236}">
                  <a16:creationId xmlns:a16="http://schemas.microsoft.com/office/drawing/2014/main" id="{C8121F72-5C0F-6F9D-59E1-82E58FCBA3A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4" name="rc397">
              <a:extLst>
                <a:ext uri="{FF2B5EF4-FFF2-40B4-BE49-F238E27FC236}">
                  <a16:creationId xmlns:a16="http://schemas.microsoft.com/office/drawing/2014/main" id="{E7A9E443-5C6B-22ED-6B1F-884741C7230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5" name="rc398">
              <a:extLst>
                <a:ext uri="{FF2B5EF4-FFF2-40B4-BE49-F238E27FC236}">
                  <a16:creationId xmlns:a16="http://schemas.microsoft.com/office/drawing/2014/main" id="{FB547EF4-28A1-EBF8-A178-91329ECF651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6" name="rc399">
              <a:extLst>
                <a:ext uri="{FF2B5EF4-FFF2-40B4-BE49-F238E27FC236}">
                  <a16:creationId xmlns:a16="http://schemas.microsoft.com/office/drawing/2014/main" id="{56D631F9-1431-B773-F7E6-1E53719544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7" name="rc400">
              <a:extLst>
                <a:ext uri="{FF2B5EF4-FFF2-40B4-BE49-F238E27FC236}">
                  <a16:creationId xmlns:a16="http://schemas.microsoft.com/office/drawing/2014/main" id="{B77F0A29-9F23-E387-EC50-3CDF15DC4E7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8" name="rc401">
              <a:extLst>
                <a:ext uri="{FF2B5EF4-FFF2-40B4-BE49-F238E27FC236}">
                  <a16:creationId xmlns:a16="http://schemas.microsoft.com/office/drawing/2014/main" id="{7B00FA8B-9F99-9D45-F151-74B547C950A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9" name="rc402">
              <a:extLst>
                <a:ext uri="{FF2B5EF4-FFF2-40B4-BE49-F238E27FC236}">
                  <a16:creationId xmlns:a16="http://schemas.microsoft.com/office/drawing/2014/main" id="{CA46CA73-153B-9507-270C-BA40906366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0" name="rc403">
              <a:extLst>
                <a:ext uri="{FF2B5EF4-FFF2-40B4-BE49-F238E27FC236}">
                  <a16:creationId xmlns:a16="http://schemas.microsoft.com/office/drawing/2014/main" id="{B9E4E17F-3DE8-5438-1D17-91FAF0178D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1" name="rc404">
              <a:extLst>
                <a:ext uri="{FF2B5EF4-FFF2-40B4-BE49-F238E27FC236}">
                  <a16:creationId xmlns:a16="http://schemas.microsoft.com/office/drawing/2014/main" id="{7C420945-73B8-AE8D-D26F-BFF1B1101C2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2" name="rc405">
              <a:extLst>
                <a:ext uri="{FF2B5EF4-FFF2-40B4-BE49-F238E27FC236}">
                  <a16:creationId xmlns:a16="http://schemas.microsoft.com/office/drawing/2014/main" id="{61B9949A-5656-E5D1-619B-F268E71EC0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3" name="rc406">
              <a:extLst>
                <a:ext uri="{FF2B5EF4-FFF2-40B4-BE49-F238E27FC236}">
                  <a16:creationId xmlns:a16="http://schemas.microsoft.com/office/drawing/2014/main" id="{B3AB8730-3FD9-FFE2-D633-D7062913657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4" name="rc407">
              <a:extLst>
                <a:ext uri="{FF2B5EF4-FFF2-40B4-BE49-F238E27FC236}">
                  <a16:creationId xmlns:a16="http://schemas.microsoft.com/office/drawing/2014/main" id="{6ABDAA1C-CE74-050E-4BA4-ECBC86D7A40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5" name="rc408">
              <a:extLst>
                <a:ext uri="{FF2B5EF4-FFF2-40B4-BE49-F238E27FC236}">
                  <a16:creationId xmlns:a16="http://schemas.microsoft.com/office/drawing/2014/main" id="{D2B6CB7E-4B4A-F735-05BB-2DF8E3BBD71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6" name="rc409">
              <a:extLst>
                <a:ext uri="{FF2B5EF4-FFF2-40B4-BE49-F238E27FC236}">
                  <a16:creationId xmlns:a16="http://schemas.microsoft.com/office/drawing/2014/main" id="{C551159C-51EE-093E-3FD9-BC240C55B70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7" name="rc410">
              <a:extLst>
                <a:ext uri="{FF2B5EF4-FFF2-40B4-BE49-F238E27FC236}">
                  <a16:creationId xmlns:a16="http://schemas.microsoft.com/office/drawing/2014/main" id="{C87AAADF-37BC-72C5-1AE4-B10FCA600D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8" name="rc411">
              <a:extLst>
                <a:ext uri="{FF2B5EF4-FFF2-40B4-BE49-F238E27FC236}">
                  <a16:creationId xmlns:a16="http://schemas.microsoft.com/office/drawing/2014/main" id="{C9B743CB-E0C5-0102-2628-24A93B23F8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9" name="rc412">
              <a:extLst>
                <a:ext uri="{FF2B5EF4-FFF2-40B4-BE49-F238E27FC236}">
                  <a16:creationId xmlns:a16="http://schemas.microsoft.com/office/drawing/2014/main" id="{E4652C2C-AE2D-1227-A743-70E5C4DC18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0" name="rc413">
              <a:extLst>
                <a:ext uri="{FF2B5EF4-FFF2-40B4-BE49-F238E27FC236}">
                  <a16:creationId xmlns:a16="http://schemas.microsoft.com/office/drawing/2014/main" id="{EEDC1753-5AB1-F6B3-D995-F56110EB08A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1" name="rc414">
              <a:extLst>
                <a:ext uri="{FF2B5EF4-FFF2-40B4-BE49-F238E27FC236}">
                  <a16:creationId xmlns:a16="http://schemas.microsoft.com/office/drawing/2014/main" id="{CF0932B5-BE00-8E65-0199-EF2ECDA0F00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2" name="rc415">
              <a:extLst>
                <a:ext uri="{FF2B5EF4-FFF2-40B4-BE49-F238E27FC236}">
                  <a16:creationId xmlns:a16="http://schemas.microsoft.com/office/drawing/2014/main" id="{E1026887-969F-B7A3-114B-D4562B3B9FF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3" name="rc416">
              <a:extLst>
                <a:ext uri="{FF2B5EF4-FFF2-40B4-BE49-F238E27FC236}">
                  <a16:creationId xmlns:a16="http://schemas.microsoft.com/office/drawing/2014/main" id="{F0F2341D-B814-B706-6E6A-F4F9F3770FC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4" name="rc417">
              <a:extLst>
                <a:ext uri="{FF2B5EF4-FFF2-40B4-BE49-F238E27FC236}">
                  <a16:creationId xmlns:a16="http://schemas.microsoft.com/office/drawing/2014/main" id="{0397EBB6-900D-84A6-A3F3-F5DC65CE85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5" name="rc418">
              <a:extLst>
                <a:ext uri="{FF2B5EF4-FFF2-40B4-BE49-F238E27FC236}">
                  <a16:creationId xmlns:a16="http://schemas.microsoft.com/office/drawing/2014/main" id="{64654D46-3607-9D19-A93C-4B4ACEE746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6" name="rc419">
              <a:extLst>
                <a:ext uri="{FF2B5EF4-FFF2-40B4-BE49-F238E27FC236}">
                  <a16:creationId xmlns:a16="http://schemas.microsoft.com/office/drawing/2014/main" id="{37AB54AE-9B3A-0B7A-7BBD-2008B072A01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7" name="rc420">
              <a:extLst>
                <a:ext uri="{FF2B5EF4-FFF2-40B4-BE49-F238E27FC236}">
                  <a16:creationId xmlns:a16="http://schemas.microsoft.com/office/drawing/2014/main" id="{92D334CD-B49A-439A-3C62-FBC8B9A9CB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8" name="rc421">
              <a:extLst>
                <a:ext uri="{FF2B5EF4-FFF2-40B4-BE49-F238E27FC236}">
                  <a16:creationId xmlns:a16="http://schemas.microsoft.com/office/drawing/2014/main" id="{8A15B314-9D3F-D49D-0AC0-F5F31333C58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9" name="rc422">
              <a:extLst>
                <a:ext uri="{FF2B5EF4-FFF2-40B4-BE49-F238E27FC236}">
                  <a16:creationId xmlns:a16="http://schemas.microsoft.com/office/drawing/2014/main" id="{07749747-3CB8-5246-97E6-A9B9911A66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0" name="rc423">
              <a:extLst>
                <a:ext uri="{FF2B5EF4-FFF2-40B4-BE49-F238E27FC236}">
                  <a16:creationId xmlns:a16="http://schemas.microsoft.com/office/drawing/2014/main" id="{CB8D8CE9-FF44-8536-9E4B-F0C8739637D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1" name="rc424">
              <a:extLst>
                <a:ext uri="{FF2B5EF4-FFF2-40B4-BE49-F238E27FC236}">
                  <a16:creationId xmlns:a16="http://schemas.microsoft.com/office/drawing/2014/main" id="{D71AA95E-67DB-0C60-D66E-08316B79FBC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2" name="rc425">
              <a:extLst>
                <a:ext uri="{FF2B5EF4-FFF2-40B4-BE49-F238E27FC236}">
                  <a16:creationId xmlns:a16="http://schemas.microsoft.com/office/drawing/2014/main" id="{23A412A2-C23B-F7E7-3734-7AD963B42B0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3" name="rc426">
              <a:extLst>
                <a:ext uri="{FF2B5EF4-FFF2-40B4-BE49-F238E27FC236}">
                  <a16:creationId xmlns:a16="http://schemas.microsoft.com/office/drawing/2014/main" id="{B2E3C078-97E7-6635-115D-A4E46A0EFF4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4" name="rc427">
              <a:extLst>
                <a:ext uri="{FF2B5EF4-FFF2-40B4-BE49-F238E27FC236}">
                  <a16:creationId xmlns:a16="http://schemas.microsoft.com/office/drawing/2014/main" id="{81F02153-E695-6EB2-3DD6-D7C2E9D60F6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5" name="rc428">
              <a:extLst>
                <a:ext uri="{FF2B5EF4-FFF2-40B4-BE49-F238E27FC236}">
                  <a16:creationId xmlns:a16="http://schemas.microsoft.com/office/drawing/2014/main" id="{C68CD6B2-BC17-CF30-8D24-325A62FF00D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6" name="rc429">
              <a:extLst>
                <a:ext uri="{FF2B5EF4-FFF2-40B4-BE49-F238E27FC236}">
                  <a16:creationId xmlns:a16="http://schemas.microsoft.com/office/drawing/2014/main" id="{CEDB4297-3BE0-166D-84D9-18D8BAA0389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7" name="rc430">
              <a:extLst>
                <a:ext uri="{FF2B5EF4-FFF2-40B4-BE49-F238E27FC236}">
                  <a16:creationId xmlns:a16="http://schemas.microsoft.com/office/drawing/2014/main" id="{BEC13D8E-DD01-9BAB-21C7-93DB997EE4E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8" name="rc431">
              <a:extLst>
                <a:ext uri="{FF2B5EF4-FFF2-40B4-BE49-F238E27FC236}">
                  <a16:creationId xmlns:a16="http://schemas.microsoft.com/office/drawing/2014/main" id="{FE8A6B44-FA71-AFA1-2B76-0F71BEB6DA2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9" name="rc432">
              <a:extLst>
                <a:ext uri="{FF2B5EF4-FFF2-40B4-BE49-F238E27FC236}">
                  <a16:creationId xmlns:a16="http://schemas.microsoft.com/office/drawing/2014/main" id="{480A20E9-1CBF-BA38-5B4C-B233D47126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0" name="rc433">
              <a:extLst>
                <a:ext uri="{FF2B5EF4-FFF2-40B4-BE49-F238E27FC236}">
                  <a16:creationId xmlns:a16="http://schemas.microsoft.com/office/drawing/2014/main" id="{C3E28D79-88C4-F74E-B7BB-9F77F7F4F49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1" name="rc434">
              <a:extLst>
                <a:ext uri="{FF2B5EF4-FFF2-40B4-BE49-F238E27FC236}">
                  <a16:creationId xmlns:a16="http://schemas.microsoft.com/office/drawing/2014/main" id="{63F5B2EC-9B17-A684-1834-DF6C191FB74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2" name="rc435">
              <a:extLst>
                <a:ext uri="{FF2B5EF4-FFF2-40B4-BE49-F238E27FC236}">
                  <a16:creationId xmlns:a16="http://schemas.microsoft.com/office/drawing/2014/main" id="{B8ECC88A-29FD-3A2B-F744-1D4AF30A6B1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3" name="rc436">
              <a:extLst>
                <a:ext uri="{FF2B5EF4-FFF2-40B4-BE49-F238E27FC236}">
                  <a16:creationId xmlns:a16="http://schemas.microsoft.com/office/drawing/2014/main" id="{6AB8A7CD-391F-FE05-0B4D-7105681A7ED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4" name="rc437">
              <a:extLst>
                <a:ext uri="{FF2B5EF4-FFF2-40B4-BE49-F238E27FC236}">
                  <a16:creationId xmlns:a16="http://schemas.microsoft.com/office/drawing/2014/main" id="{6060DAD5-4BFF-0889-0AE8-7556509C059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5" name="rc438">
              <a:extLst>
                <a:ext uri="{FF2B5EF4-FFF2-40B4-BE49-F238E27FC236}">
                  <a16:creationId xmlns:a16="http://schemas.microsoft.com/office/drawing/2014/main" id="{EEC117A2-EBEF-B470-88D7-32612567378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6" name="rc439">
              <a:extLst>
                <a:ext uri="{FF2B5EF4-FFF2-40B4-BE49-F238E27FC236}">
                  <a16:creationId xmlns:a16="http://schemas.microsoft.com/office/drawing/2014/main" id="{EAC2CFB8-EAE6-6D00-8B80-78EE23F3F20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7" name="rc440">
              <a:extLst>
                <a:ext uri="{FF2B5EF4-FFF2-40B4-BE49-F238E27FC236}">
                  <a16:creationId xmlns:a16="http://schemas.microsoft.com/office/drawing/2014/main" id="{BCD72485-A254-A4C4-6D55-EFCC3F62D76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8" name="rc441">
              <a:extLst>
                <a:ext uri="{FF2B5EF4-FFF2-40B4-BE49-F238E27FC236}">
                  <a16:creationId xmlns:a16="http://schemas.microsoft.com/office/drawing/2014/main" id="{52E155D0-678D-5875-9175-079F1D65FE6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9" name="rc442">
              <a:extLst>
                <a:ext uri="{FF2B5EF4-FFF2-40B4-BE49-F238E27FC236}">
                  <a16:creationId xmlns:a16="http://schemas.microsoft.com/office/drawing/2014/main" id="{AA7CF724-60F2-8396-0567-19365D8D645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0" name="rc443">
              <a:extLst>
                <a:ext uri="{FF2B5EF4-FFF2-40B4-BE49-F238E27FC236}">
                  <a16:creationId xmlns:a16="http://schemas.microsoft.com/office/drawing/2014/main" id="{5A443842-A2EE-C51B-7DB6-B24865EA387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1" name="rc444">
              <a:extLst>
                <a:ext uri="{FF2B5EF4-FFF2-40B4-BE49-F238E27FC236}">
                  <a16:creationId xmlns:a16="http://schemas.microsoft.com/office/drawing/2014/main" id="{F059C8F2-0011-91F8-2FDB-3278495AEA6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2" name="rc445">
              <a:extLst>
                <a:ext uri="{FF2B5EF4-FFF2-40B4-BE49-F238E27FC236}">
                  <a16:creationId xmlns:a16="http://schemas.microsoft.com/office/drawing/2014/main" id="{B4CCB896-BECE-66ED-F6DA-74E5E21819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3" name="rc446">
              <a:extLst>
                <a:ext uri="{FF2B5EF4-FFF2-40B4-BE49-F238E27FC236}">
                  <a16:creationId xmlns:a16="http://schemas.microsoft.com/office/drawing/2014/main" id="{F2B95F96-D404-2D2E-6881-F1161C78013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4" name="rc447">
              <a:extLst>
                <a:ext uri="{FF2B5EF4-FFF2-40B4-BE49-F238E27FC236}">
                  <a16:creationId xmlns:a16="http://schemas.microsoft.com/office/drawing/2014/main" id="{A4C31999-EF68-3F6A-D598-3A0C26E9A81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5" name="rc448">
              <a:extLst>
                <a:ext uri="{FF2B5EF4-FFF2-40B4-BE49-F238E27FC236}">
                  <a16:creationId xmlns:a16="http://schemas.microsoft.com/office/drawing/2014/main" id="{DFD835B6-3AEE-E89D-9318-8631BB0FC6B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6" name="rc449">
              <a:extLst>
                <a:ext uri="{FF2B5EF4-FFF2-40B4-BE49-F238E27FC236}">
                  <a16:creationId xmlns:a16="http://schemas.microsoft.com/office/drawing/2014/main" id="{03AF5E9D-29B8-96AC-2C69-F227087B1AE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7" name="rc450">
              <a:extLst>
                <a:ext uri="{FF2B5EF4-FFF2-40B4-BE49-F238E27FC236}">
                  <a16:creationId xmlns:a16="http://schemas.microsoft.com/office/drawing/2014/main" id="{E895E5B8-0BFB-37B0-F2A8-1B0A2910DB4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8" name="rc451">
              <a:extLst>
                <a:ext uri="{FF2B5EF4-FFF2-40B4-BE49-F238E27FC236}">
                  <a16:creationId xmlns:a16="http://schemas.microsoft.com/office/drawing/2014/main" id="{60CE5FB3-AAC5-1DEE-6AC5-E4C3BF53C0A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9" name="rc452">
              <a:extLst>
                <a:ext uri="{FF2B5EF4-FFF2-40B4-BE49-F238E27FC236}">
                  <a16:creationId xmlns:a16="http://schemas.microsoft.com/office/drawing/2014/main" id="{4EDB637A-AF45-B783-E8C3-74A6E38A03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0" name="rc453">
              <a:extLst>
                <a:ext uri="{FF2B5EF4-FFF2-40B4-BE49-F238E27FC236}">
                  <a16:creationId xmlns:a16="http://schemas.microsoft.com/office/drawing/2014/main" id="{975D4F83-697A-1B7B-D284-22B6230279F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1" name="rc454">
              <a:extLst>
                <a:ext uri="{FF2B5EF4-FFF2-40B4-BE49-F238E27FC236}">
                  <a16:creationId xmlns:a16="http://schemas.microsoft.com/office/drawing/2014/main" id="{392B100D-4FDA-B8D1-4618-14D1E7A14E1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2" name="rc455">
              <a:extLst>
                <a:ext uri="{FF2B5EF4-FFF2-40B4-BE49-F238E27FC236}">
                  <a16:creationId xmlns:a16="http://schemas.microsoft.com/office/drawing/2014/main" id="{806685D4-C6EE-58BF-DB49-A942B26FF44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3" name="rc456">
              <a:extLst>
                <a:ext uri="{FF2B5EF4-FFF2-40B4-BE49-F238E27FC236}">
                  <a16:creationId xmlns:a16="http://schemas.microsoft.com/office/drawing/2014/main" id="{BA83AB06-602C-FEFB-8D84-FFB93092947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4" name="rc457">
              <a:extLst>
                <a:ext uri="{FF2B5EF4-FFF2-40B4-BE49-F238E27FC236}">
                  <a16:creationId xmlns:a16="http://schemas.microsoft.com/office/drawing/2014/main" id="{9C4FB7E1-92C1-1CE2-7C57-A71EBE119DB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5" name="rc458">
              <a:extLst>
                <a:ext uri="{FF2B5EF4-FFF2-40B4-BE49-F238E27FC236}">
                  <a16:creationId xmlns:a16="http://schemas.microsoft.com/office/drawing/2014/main" id="{F638695E-8191-326C-EAE1-81AE3B5E8A1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6" name="rc459">
              <a:extLst>
                <a:ext uri="{FF2B5EF4-FFF2-40B4-BE49-F238E27FC236}">
                  <a16:creationId xmlns:a16="http://schemas.microsoft.com/office/drawing/2014/main" id="{1C9672DD-D59D-170F-2472-A1EE56A9646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7" name="rc460">
              <a:extLst>
                <a:ext uri="{FF2B5EF4-FFF2-40B4-BE49-F238E27FC236}">
                  <a16:creationId xmlns:a16="http://schemas.microsoft.com/office/drawing/2014/main" id="{DA10CC56-28F8-9122-35F1-B38D37F4A5F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8" name="rc461">
              <a:extLst>
                <a:ext uri="{FF2B5EF4-FFF2-40B4-BE49-F238E27FC236}">
                  <a16:creationId xmlns:a16="http://schemas.microsoft.com/office/drawing/2014/main" id="{A7D69097-A592-257C-8898-C0D2F2F678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9" name="rc462">
              <a:extLst>
                <a:ext uri="{FF2B5EF4-FFF2-40B4-BE49-F238E27FC236}">
                  <a16:creationId xmlns:a16="http://schemas.microsoft.com/office/drawing/2014/main" id="{1DA9E811-C01D-B7CA-D458-E7CC8F7033F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0" name="rc463">
              <a:extLst>
                <a:ext uri="{FF2B5EF4-FFF2-40B4-BE49-F238E27FC236}">
                  <a16:creationId xmlns:a16="http://schemas.microsoft.com/office/drawing/2014/main" id="{DF187DBE-D637-B0D7-6E77-6D9CBA9074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1" name="rc464">
              <a:extLst>
                <a:ext uri="{FF2B5EF4-FFF2-40B4-BE49-F238E27FC236}">
                  <a16:creationId xmlns:a16="http://schemas.microsoft.com/office/drawing/2014/main" id="{9A8C81D9-E291-B801-2194-B59B642168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2" name="rc465">
              <a:extLst>
                <a:ext uri="{FF2B5EF4-FFF2-40B4-BE49-F238E27FC236}">
                  <a16:creationId xmlns:a16="http://schemas.microsoft.com/office/drawing/2014/main" id="{BF7267A0-0FFC-643B-14CB-4E3F6D2CD2A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3" name="rc466">
              <a:extLst>
                <a:ext uri="{FF2B5EF4-FFF2-40B4-BE49-F238E27FC236}">
                  <a16:creationId xmlns:a16="http://schemas.microsoft.com/office/drawing/2014/main" id="{1B362E23-EBB3-5157-D0B9-7368E849BE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4" name="rc467">
              <a:extLst>
                <a:ext uri="{FF2B5EF4-FFF2-40B4-BE49-F238E27FC236}">
                  <a16:creationId xmlns:a16="http://schemas.microsoft.com/office/drawing/2014/main" id="{1754C460-EC88-357D-9D04-8937A72E598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5" name="rc468">
              <a:extLst>
                <a:ext uri="{FF2B5EF4-FFF2-40B4-BE49-F238E27FC236}">
                  <a16:creationId xmlns:a16="http://schemas.microsoft.com/office/drawing/2014/main" id="{67E5D8A5-1E91-E1F6-99C0-90DE852A274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6" name="rc469">
              <a:extLst>
                <a:ext uri="{FF2B5EF4-FFF2-40B4-BE49-F238E27FC236}">
                  <a16:creationId xmlns:a16="http://schemas.microsoft.com/office/drawing/2014/main" id="{A0EA3345-A2FE-25F2-BB92-70EF445A37D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7" name="rc470">
              <a:extLst>
                <a:ext uri="{FF2B5EF4-FFF2-40B4-BE49-F238E27FC236}">
                  <a16:creationId xmlns:a16="http://schemas.microsoft.com/office/drawing/2014/main" id="{79FA503B-3E3D-C2B2-659E-9CCFEE8FED1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8" name="rc471">
              <a:extLst>
                <a:ext uri="{FF2B5EF4-FFF2-40B4-BE49-F238E27FC236}">
                  <a16:creationId xmlns:a16="http://schemas.microsoft.com/office/drawing/2014/main" id="{802DD60F-8249-8EAF-F07C-E4762E88E08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9" name="rc472">
              <a:extLst>
                <a:ext uri="{FF2B5EF4-FFF2-40B4-BE49-F238E27FC236}">
                  <a16:creationId xmlns:a16="http://schemas.microsoft.com/office/drawing/2014/main" id="{5B49388D-F795-15B8-7C91-C779FEABF30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0" name="rc473">
              <a:extLst>
                <a:ext uri="{FF2B5EF4-FFF2-40B4-BE49-F238E27FC236}">
                  <a16:creationId xmlns:a16="http://schemas.microsoft.com/office/drawing/2014/main" id="{0277A312-4916-5A97-E27C-743952FF8B2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1" name="rc474">
              <a:extLst>
                <a:ext uri="{FF2B5EF4-FFF2-40B4-BE49-F238E27FC236}">
                  <a16:creationId xmlns:a16="http://schemas.microsoft.com/office/drawing/2014/main" id="{FFE009CC-7440-92C5-70D7-9B8B1500CE9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2" name="rc475">
              <a:extLst>
                <a:ext uri="{FF2B5EF4-FFF2-40B4-BE49-F238E27FC236}">
                  <a16:creationId xmlns:a16="http://schemas.microsoft.com/office/drawing/2014/main" id="{9ED1A5F7-A8C2-B777-CD73-34E88063AC3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3" name="rc476">
              <a:extLst>
                <a:ext uri="{FF2B5EF4-FFF2-40B4-BE49-F238E27FC236}">
                  <a16:creationId xmlns:a16="http://schemas.microsoft.com/office/drawing/2014/main" id="{C4EEE139-4E83-95A9-5DA4-0667F86CE20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4" name="rc477">
              <a:extLst>
                <a:ext uri="{FF2B5EF4-FFF2-40B4-BE49-F238E27FC236}">
                  <a16:creationId xmlns:a16="http://schemas.microsoft.com/office/drawing/2014/main" id="{471A8B81-457C-641C-E56A-12501AB3A0D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5" name="rc478">
              <a:extLst>
                <a:ext uri="{FF2B5EF4-FFF2-40B4-BE49-F238E27FC236}">
                  <a16:creationId xmlns:a16="http://schemas.microsoft.com/office/drawing/2014/main" id="{C03B2B28-B6DD-0F7D-C6DF-D7F37E1DE4C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6" name="rc479">
              <a:extLst>
                <a:ext uri="{FF2B5EF4-FFF2-40B4-BE49-F238E27FC236}">
                  <a16:creationId xmlns:a16="http://schemas.microsoft.com/office/drawing/2014/main" id="{92394116-5A0B-AECE-FF61-3E26C47C7E2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7" name="rc480">
              <a:extLst>
                <a:ext uri="{FF2B5EF4-FFF2-40B4-BE49-F238E27FC236}">
                  <a16:creationId xmlns:a16="http://schemas.microsoft.com/office/drawing/2014/main" id="{141C948F-A75C-C5D9-FE1D-1EAF651EC1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8" name="rc481">
              <a:extLst>
                <a:ext uri="{FF2B5EF4-FFF2-40B4-BE49-F238E27FC236}">
                  <a16:creationId xmlns:a16="http://schemas.microsoft.com/office/drawing/2014/main" id="{641C458E-FB76-20A0-7D31-3448F5BFD33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9" name="rc482">
              <a:extLst>
                <a:ext uri="{FF2B5EF4-FFF2-40B4-BE49-F238E27FC236}">
                  <a16:creationId xmlns:a16="http://schemas.microsoft.com/office/drawing/2014/main" id="{9917EBE2-1ABD-5F75-4D41-C32A8C23343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0" name="rc483">
              <a:extLst>
                <a:ext uri="{FF2B5EF4-FFF2-40B4-BE49-F238E27FC236}">
                  <a16:creationId xmlns:a16="http://schemas.microsoft.com/office/drawing/2014/main" id="{E03D33DC-95D6-A4ED-4DAB-1289FBEFB2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1" name="rc484">
              <a:extLst>
                <a:ext uri="{FF2B5EF4-FFF2-40B4-BE49-F238E27FC236}">
                  <a16:creationId xmlns:a16="http://schemas.microsoft.com/office/drawing/2014/main" id="{1537F1C5-ADA6-CA94-08F8-FE3F6FF98F2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2" name="rc485">
              <a:extLst>
                <a:ext uri="{FF2B5EF4-FFF2-40B4-BE49-F238E27FC236}">
                  <a16:creationId xmlns:a16="http://schemas.microsoft.com/office/drawing/2014/main" id="{FE4512C6-BF3C-0AF8-6E30-0145F30A866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3" name="rc486">
              <a:extLst>
                <a:ext uri="{FF2B5EF4-FFF2-40B4-BE49-F238E27FC236}">
                  <a16:creationId xmlns:a16="http://schemas.microsoft.com/office/drawing/2014/main" id="{077226FB-182B-350F-8801-4D269FA995A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4" name="rc487">
              <a:extLst>
                <a:ext uri="{FF2B5EF4-FFF2-40B4-BE49-F238E27FC236}">
                  <a16:creationId xmlns:a16="http://schemas.microsoft.com/office/drawing/2014/main" id="{BF73D9B8-EEAD-B300-459C-F6D535520B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5" name="rc488">
              <a:extLst>
                <a:ext uri="{FF2B5EF4-FFF2-40B4-BE49-F238E27FC236}">
                  <a16:creationId xmlns:a16="http://schemas.microsoft.com/office/drawing/2014/main" id="{6CE81E52-A04F-ED1E-3EE4-C961490614A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6" name="rc489">
              <a:extLst>
                <a:ext uri="{FF2B5EF4-FFF2-40B4-BE49-F238E27FC236}">
                  <a16:creationId xmlns:a16="http://schemas.microsoft.com/office/drawing/2014/main" id="{37118715-21B4-E7C3-5CAA-4CABF2B6770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7" name="rc490">
              <a:extLst>
                <a:ext uri="{FF2B5EF4-FFF2-40B4-BE49-F238E27FC236}">
                  <a16:creationId xmlns:a16="http://schemas.microsoft.com/office/drawing/2014/main" id="{65E53D38-24AE-21C0-75FF-F5BD1D90F9D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8" name="rc491">
              <a:extLst>
                <a:ext uri="{FF2B5EF4-FFF2-40B4-BE49-F238E27FC236}">
                  <a16:creationId xmlns:a16="http://schemas.microsoft.com/office/drawing/2014/main" id="{25C92169-2C89-BABA-E200-109FF915E77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9" name="rc492">
              <a:extLst>
                <a:ext uri="{FF2B5EF4-FFF2-40B4-BE49-F238E27FC236}">
                  <a16:creationId xmlns:a16="http://schemas.microsoft.com/office/drawing/2014/main" id="{80DCA5BF-C05C-8B66-2589-A3DFDB2485A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0" name="rc493">
              <a:extLst>
                <a:ext uri="{FF2B5EF4-FFF2-40B4-BE49-F238E27FC236}">
                  <a16:creationId xmlns:a16="http://schemas.microsoft.com/office/drawing/2014/main" id="{3478C894-CD52-24CC-7893-8D5D160CEEB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1" name="rc494">
              <a:extLst>
                <a:ext uri="{FF2B5EF4-FFF2-40B4-BE49-F238E27FC236}">
                  <a16:creationId xmlns:a16="http://schemas.microsoft.com/office/drawing/2014/main" id="{0569E576-FC66-6AA8-0E95-E74707A8F9F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2" name="rc495">
              <a:extLst>
                <a:ext uri="{FF2B5EF4-FFF2-40B4-BE49-F238E27FC236}">
                  <a16:creationId xmlns:a16="http://schemas.microsoft.com/office/drawing/2014/main" id="{59760C6D-DC91-9992-FACB-326570E6023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3" name="rc496">
              <a:extLst>
                <a:ext uri="{FF2B5EF4-FFF2-40B4-BE49-F238E27FC236}">
                  <a16:creationId xmlns:a16="http://schemas.microsoft.com/office/drawing/2014/main" id="{AE1EE40C-03AB-A5FE-437C-0CEB2842ECC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4" name="rc497">
              <a:extLst>
                <a:ext uri="{FF2B5EF4-FFF2-40B4-BE49-F238E27FC236}">
                  <a16:creationId xmlns:a16="http://schemas.microsoft.com/office/drawing/2014/main" id="{C8752271-F4BF-4E27-A2E6-B0F7D5D2C50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5" name="rc498">
              <a:extLst>
                <a:ext uri="{FF2B5EF4-FFF2-40B4-BE49-F238E27FC236}">
                  <a16:creationId xmlns:a16="http://schemas.microsoft.com/office/drawing/2014/main" id="{F175430A-C873-C87C-23E8-43F553C773D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6" name="rc499">
              <a:extLst>
                <a:ext uri="{FF2B5EF4-FFF2-40B4-BE49-F238E27FC236}">
                  <a16:creationId xmlns:a16="http://schemas.microsoft.com/office/drawing/2014/main" id="{84F547B3-29A5-A72C-E843-9B7BC7A1C5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7" name="rc500">
              <a:extLst>
                <a:ext uri="{FF2B5EF4-FFF2-40B4-BE49-F238E27FC236}">
                  <a16:creationId xmlns:a16="http://schemas.microsoft.com/office/drawing/2014/main" id="{9FAD99A1-CC8D-DFC3-903B-DC5FD6054CD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8" name="rc501">
              <a:extLst>
                <a:ext uri="{FF2B5EF4-FFF2-40B4-BE49-F238E27FC236}">
                  <a16:creationId xmlns:a16="http://schemas.microsoft.com/office/drawing/2014/main" id="{6927E344-8699-53BF-0DF7-90E9E6D270B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9" name="rc502">
              <a:extLst>
                <a:ext uri="{FF2B5EF4-FFF2-40B4-BE49-F238E27FC236}">
                  <a16:creationId xmlns:a16="http://schemas.microsoft.com/office/drawing/2014/main" id="{26F964B7-D444-8AB1-337E-673EB5F24DE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0" name="rc503">
              <a:extLst>
                <a:ext uri="{FF2B5EF4-FFF2-40B4-BE49-F238E27FC236}">
                  <a16:creationId xmlns:a16="http://schemas.microsoft.com/office/drawing/2014/main" id="{AFB2D1C9-E106-A8DB-4D73-17C847A8209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1" name="rc504">
              <a:extLst>
                <a:ext uri="{FF2B5EF4-FFF2-40B4-BE49-F238E27FC236}">
                  <a16:creationId xmlns:a16="http://schemas.microsoft.com/office/drawing/2014/main" id="{90F189DB-208B-B441-A0D4-6DD38868009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2" name="rc505">
              <a:extLst>
                <a:ext uri="{FF2B5EF4-FFF2-40B4-BE49-F238E27FC236}">
                  <a16:creationId xmlns:a16="http://schemas.microsoft.com/office/drawing/2014/main" id="{F7520F18-A58A-CC51-A8D9-809FFF11635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3" name="rc506">
              <a:extLst>
                <a:ext uri="{FF2B5EF4-FFF2-40B4-BE49-F238E27FC236}">
                  <a16:creationId xmlns:a16="http://schemas.microsoft.com/office/drawing/2014/main" id="{9FA17737-67A2-6020-4F64-D3A2EA6C478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4" name="rc507">
              <a:extLst>
                <a:ext uri="{FF2B5EF4-FFF2-40B4-BE49-F238E27FC236}">
                  <a16:creationId xmlns:a16="http://schemas.microsoft.com/office/drawing/2014/main" id="{A3A1CF38-4B42-9BEA-C08D-83F6DE27BF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5" name="rc508">
              <a:extLst>
                <a:ext uri="{FF2B5EF4-FFF2-40B4-BE49-F238E27FC236}">
                  <a16:creationId xmlns:a16="http://schemas.microsoft.com/office/drawing/2014/main" id="{5FD4F147-3DAD-1385-1C6E-9D58B3D77F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6" name="rc509">
              <a:extLst>
                <a:ext uri="{FF2B5EF4-FFF2-40B4-BE49-F238E27FC236}">
                  <a16:creationId xmlns:a16="http://schemas.microsoft.com/office/drawing/2014/main" id="{0ED3AE1E-54A8-12A6-9EE7-CD35EF9456F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7" name="rc510">
              <a:extLst>
                <a:ext uri="{FF2B5EF4-FFF2-40B4-BE49-F238E27FC236}">
                  <a16:creationId xmlns:a16="http://schemas.microsoft.com/office/drawing/2014/main" id="{C6FB65E8-C7D7-0F89-8228-985E0BA8314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8" name="rc511">
              <a:extLst>
                <a:ext uri="{FF2B5EF4-FFF2-40B4-BE49-F238E27FC236}">
                  <a16:creationId xmlns:a16="http://schemas.microsoft.com/office/drawing/2014/main" id="{F74747C1-0F77-9899-E08C-EB6F485561D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9" name="rc512">
              <a:extLst>
                <a:ext uri="{FF2B5EF4-FFF2-40B4-BE49-F238E27FC236}">
                  <a16:creationId xmlns:a16="http://schemas.microsoft.com/office/drawing/2014/main" id="{9F440BA9-F980-856C-0D81-31441887979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0" name="rc513">
              <a:extLst>
                <a:ext uri="{FF2B5EF4-FFF2-40B4-BE49-F238E27FC236}">
                  <a16:creationId xmlns:a16="http://schemas.microsoft.com/office/drawing/2014/main" id="{CB7357C2-46ED-3562-07C5-2BB9EE6520E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1" name="rc514">
              <a:extLst>
                <a:ext uri="{FF2B5EF4-FFF2-40B4-BE49-F238E27FC236}">
                  <a16:creationId xmlns:a16="http://schemas.microsoft.com/office/drawing/2014/main" id="{71A17203-EA02-D639-A365-4934DBD238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2" name="rc515">
              <a:extLst>
                <a:ext uri="{FF2B5EF4-FFF2-40B4-BE49-F238E27FC236}">
                  <a16:creationId xmlns:a16="http://schemas.microsoft.com/office/drawing/2014/main" id="{25CC28C0-2FD5-7579-E517-2578EDE189F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3" name="rc516">
              <a:extLst>
                <a:ext uri="{FF2B5EF4-FFF2-40B4-BE49-F238E27FC236}">
                  <a16:creationId xmlns:a16="http://schemas.microsoft.com/office/drawing/2014/main" id="{86DBB0D3-6721-4D30-E1DA-190398F6D7C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4" name="rc517">
              <a:extLst>
                <a:ext uri="{FF2B5EF4-FFF2-40B4-BE49-F238E27FC236}">
                  <a16:creationId xmlns:a16="http://schemas.microsoft.com/office/drawing/2014/main" id="{30C18541-8AF1-4ED2-E0AF-3A27320E8C8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5" name="rc518">
              <a:extLst>
                <a:ext uri="{FF2B5EF4-FFF2-40B4-BE49-F238E27FC236}">
                  <a16:creationId xmlns:a16="http://schemas.microsoft.com/office/drawing/2014/main" id="{1B1D1B80-AD27-5ECA-730C-0FA4CCC9A84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6" name="rc519">
              <a:extLst>
                <a:ext uri="{FF2B5EF4-FFF2-40B4-BE49-F238E27FC236}">
                  <a16:creationId xmlns:a16="http://schemas.microsoft.com/office/drawing/2014/main" id="{4B891F3A-8BFE-E233-7A9A-3C0F33342B3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7" name="rc520">
              <a:extLst>
                <a:ext uri="{FF2B5EF4-FFF2-40B4-BE49-F238E27FC236}">
                  <a16:creationId xmlns:a16="http://schemas.microsoft.com/office/drawing/2014/main" id="{F390A874-7989-0B29-E834-254351C46C1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8" name="rc521">
              <a:extLst>
                <a:ext uri="{FF2B5EF4-FFF2-40B4-BE49-F238E27FC236}">
                  <a16:creationId xmlns:a16="http://schemas.microsoft.com/office/drawing/2014/main" id="{87C38F7B-9B9B-FE54-B0B4-F4DCAF153C8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9" name="rc522">
              <a:extLst>
                <a:ext uri="{FF2B5EF4-FFF2-40B4-BE49-F238E27FC236}">
                  <a16:creationId xmlns:a16="http://schemas.microsoft.com/office/drawing/2014/main" id="{38F26864-E039-867B-7B4A-C7184D9E8DF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0" name="rc523">
              <a:extLst>
                <a:ext uri="{FF2B5EF4-FFF2-40B4-BE49-F238E27FC236}">
                  <a16:creationId xmlns:a16="http://schemas.microsoft.com/office/drawing/2014/main" id="{F2F1B053-BBB0-C149-5B1D-E9A8809C0DB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1" name="rc524">
              <a:extLst>
                <a:ext uri="{FF2B5EF4-FFF2-40B4-BE49-F238E27FC236}">
                  <a16:creationId xmlns:a16="http://schemas.microsoft.com/office/drawing/2014/main" id="{406652D3-EF9F-86CB-CF3D-AD6ED83F278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2" name="rc525">
              <a:extLst>
                <a:ext uri="{FF2B5EF4-FFF2-40B4-BE49-F238E27FC236}">
                  <a16:creationId xmlns:a16="http://schemas.microsoft.com/office/drawing/2014/main" id="{A64BECDF-82FE-8787-85A3-5F751F1EAC4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3" name="rc526">
              <a:extLst>
                <a:ext uri="{FF2B5EF4-FFF2-40B4-BE49-F238E27FC236}">
                  <a16:creationId xmlns:a16="http://schemas.microsoft.com/office/drawing/2014/main" id="{2BF49EB1-BCC1-7408-07BD-0DE7820734C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4" name="rc527">
              <a:extLst>
                <a:ext uri="{FF2B5EF4-FFF2-40B4-BE49-F238E27FC236}">
                  <a16:creationId xmlns:a16="http://schemas.microsoft.com/office/drawing/2014/main" id="{E5FA262B-D7E3-120B-44D1-8F26BACD0AE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5" name="rc528">
              <a:extLst>
                <a:ext uri="{FF2B5EF4-FFF2-40B4-BE49-F238E27FC236}">
                  <a16:creationId xmlns:a16="http://schemas.microsoft.com/office/drawing/2014/main" id="{BB438493-637F-EC29-4DF1-73ED9F3AAF4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6" name="rc529">
              <a:extLst>
                <a:ext uri="{FF2B5EF4-FFF2-40B4-BE49-F238E27FC236}">
                  <a16:creationId xmlns:a16="http://schemas.microsoft.com/office/drawing/2014/main" id="{5158CD3D-672D-2AE0-5874-66CB9A9994A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7" name="rc530">
              <a:extLst>
                <a:ext uri="{FF2B5EF4-FFF2-40B4-BE49-F238E27FC236}">
                  <a16:creationId xmlns:a16="http://schemas.microsoft.com/office/drawing/2014/main" id="{A58B5E11-08F3-A2C5-6097-1BD77A7B1A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8" name="rc531">
              <a:extLst>
                <a:ext uri="{FF2B5EF4-FFF2-40B4-BE49-F238E27FC236}">
                  <a16:creationId xmlns:a16="http://schemas.microsoft.com/office/drawing/2014/main" id="{8738E0A5-6C4A-E606-D4B4-3B7F73EB633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9" name="rc532">
              <a:extLst>
                <a:ext uri="{FF2B5EF4-FFF2-40B4-BE49-F238E27FC236}">
                  <a16:creationId xmlns:a16="http://schemas.microsoft.com/office/drawing/2014/main" id="{6506796C-5FCA-6E85-83AC-3FFBCA01A69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0" name="rc533">
              <a:extLst>
                <a:ext uri="{FF2B5EF4-FFF2-40B4-BE49-F238E27FC236}">
                  <a16:creationId xmlns:a16="http://schemas.microsoft.com/office/drawing/2014/main" id="{B1D7A8EF-958B-84B9-844B-6443C7A9AD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1" name="rc534">
              <a:extLst>
                <a:ext uri="{FF2B5EF4-FFF2-40B4-BE49-F238E27FC236}">
                  <a16:creationId xmlns:a16="http://schemas.microsoft.com/office/drawing/2014/main" id="{BD49B773-98E9-B336-3A82-1317B00E7A3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2" name="rc535">
              <a:extLst>
                <a:ext uri="{FF2B5EF4-FFF2-40B4-BE49-F238E27FC236}">
                  <a16:creationId xmlns:a16="http://schemas.microsoft.com/office/drawing/2014/main" id="{DF64ACEE-E72E-87BE-C638-1C1E986F6E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3" name="rc536">
              <a:extLst>
                <a:ext uri="{FF2B5EF4-FFF2-40B4-BE49-F238E27FC236}">
                  <a16:creationId xmlns:a16="http://schemas.microsoft.com/office/drawing/2014/main" id="{52260A7F-639A-2093-A37A-69391B31115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4" name="rc537">
              <a:extLst>
                <a:ext uri="{FF2B5EF4-FFF2-40B4-BE49-F238E27FC236}">
                  <a16:creationId xmlns:a16="http://schemas.microsoft.com/office/drawing/2014/main" id="{0C7E83CC-EA62-2D52-0A99-4EEC3D66633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5" name="rc538">
              <a:extLst>
                <a:ext uri="{FF2B5EF4-FFF2-40B4-BE49-F238E27FC236}">
                  <a16:creationId xmlns:a16="http://schemas.microsoft.com/office/drawing/2014/main" id="{A2760D66-9C46-8F8E-7079-221A676D023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6" name="rc539">
              <a:extLst>
                <a:ext uri="{FF2B5EF4-FFF2-40B4-BE49-F238E27FC236}">
                  <a16:creationId xmlns:a16="http://schemas.microsoft.com/office/drawing/2014/main" id="{F6112A9F-225E-5408-3C3A-18D43E24CFD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7" name="rc540">
              <a:extLst>
                <a:ext uri="{FF2B5EF4-FFF2-40B4-BE49-F238E27FC236}">
                  <a16:creationId xmlns:a16="http://schemas.microsoft.com/office/drawing/2014/main" id="{C097D261-A78F-9822-B2F7-379F0BBF85F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8" name="rc541">
              <a:extLst>
                <a:ext uri="{FF2B5EF4-FFF2-40B4-BE49-F238E27FC236}">
                  <a16:creationId xmlns:a16="http://schemas.microsoft.com/office/drawing/2014/main" id="{EF5136A4-718D-BEBB-EAD6-09FF7A1F48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9" name="rc542">
              <a:extLst>
                <a:ext uri="{FF2B5EF4-FFF2-40B4-BE49-F238E27FC236}">
                  <a16:creationId xmlns:a16="http://schemas.microsoft.com/office/drawing/2014/main" id="{BB6C7BE9-5F52-CED4-29B6-B996174B064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0" name="rc543">
              <a:extLst>
                <a:ext uri="{FF2B5EF4-FFF2-40B4-BE49-F238E27FC236}">
                  <a16:creationId xmlns:a16="http://schemas.microsoft.com/office/drawing/2014/main" id="{8EC88335-27AA-E520-61B8-5DA84FEDDA1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1" name="rc544">
              <a:extLst>
                <a:ext uri="{FF2B5EF4-FFF2-40B4-BE49-F238E27FC236}">
                  <a16:creationId xmlns:a16="http://schemas.microsoft.com/office/drawing/2014/main" id="{D71EA471-FDC0-C96D-E9DC-079BDCB5C6D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2" name="rc545">
              <a:extLst>
                <a:ext uri="{FF2B5EF4-FFF2-40B4-BE49-F238E27FC236}">
                  <a16:creationId xmlns:a16="http://schemas.microsoft.com/office/drawing/2014/main" id="{55016242-0B95-065E-ADBA-922CA2D5AC6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3" name="rc546">
              <a:extLst>
                <a:ext uri="{FF2B5EF4-FFF2-40B4-BE49-F238E27FC236}">
                  <a16:creationId xmlns:a16="http://schemas.microsoft.com/office/drawing/2014/main" id="{4EEAA840-5336-4077-EF21-995F97918C6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4" name="rc547">
              <a:extLst>
                <a:ext uri="{FF2B5EF4-FFF2-40B4-BE49-F238E27FC236}">
                  <a16:creationId xmlns:a16="http://schemas.microsoft.com/office/drawing/2014/main" id="{F1E9DB73-60AE-8112-6BBC-05C66945D5C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5" name="rc548">
              <a:extLst>
                <a:ext uri="{FF2B5EF4-FFF2-40B4-BE49-F238E27FC236}">
                  <a16:creationId xmlns:a16="http://schemas.microsoft.com/office/drawing/2014/main" id="{973B1685-C7E8-EDEA-0EDE-612D4B55623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6" name="rc549">
              <a:extLst>
                <a:ext uri="{FF2B5EF4-FFF2-40B4-BE49-F238E27FC236}">
                  <a16:creationId xmlns:a16="http://schemas.microsoft.com/office/drawing/2014/main" id="{6D521BC7-66B0-2F17-62AD-862844A510F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7" name="rc550">
              <a:extLst>
                <a:ext uri="{FF2B5EF4-FFF2-40B4-BE49-F238E27FC236}">
                  <a16:creationId xmlns:a16="http://schemas.microsoft.com/office/drawing/2014/main" id="{1759A3ED-5DA9-FED3-2A1F-22D9E98499F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8" name="rc551">
              <a:extLst>
                <a:ext uri="{FF2B5EF4-FFF2-40B4-BE49-F238E27FC236}">
                  <a16:creationId xmlns:a16="http://schemas.microsoft.com/office/drawing/2014/main" id="{B36DD9A2-B127-4F43-5D47-991E330A5B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9" name="rc552">
              <a:extLst>
                <a:ext uri="{FF2B5EF4-FFF2-40B4-BE49-F238E27FC236}">
                  <a16:creationId xmlns:a16="http://schemas.microsoft.com/office/drawing/2014/main" id="{9F23BC20-E875-4AB9-3BA3-67CDFBA28FA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0" name="rc553">
              <a:extLst>
                <a:ext uri="{FF2B5EF4-FFF2-40B4-BE49-F238E27FC236}">
                  <a16:creationId xmlns:a16="http://schemas.microsoft.com/office/drawing/2014/main" id="{9908E215-1C2A-E270-9B68-42DEFCA684C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1" name="rc554">
              <a:extLst>
                <a:ext uri="{FF2B5EF4-FFF2-40B4-BE49-F238E27FC236}">
                  <a16:creationId xmlns:a16="http://schemas.microsoft.com/office/drawing/2014/main" id="{E75AA6F2-59F5-47A3-18FE-8CF8CE94527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2" name="rc555">
              <a:extLst>
                <a:ext uri="{FF2B5EF4-FFF2-40B4-BE49-F238E27FC236}">
                  <a16:creationId xmlns:a16="http://schemas.microsoft.com/office/drawing/2014/main" id="{42FB185B-B097-5E46-C405-3AE25C80040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3" name="rc556">
              <a:extLst>
                <a:ext uri="{FF2B5EF4-FFF2-40B4-BE49-F238E27FC236}">
                  <a16:creationId xmlns:a16="http://schemas.microsoft.com/office/drawing/2014/main" id="{5C53D8A2-0896-BA3D-2E84-CA947098573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4" name="rc557">
              <a:extLst>
                <a:ext uri="{FF2B5EF4-FFF2-40B4-BE49-F238E27FC236}">
                  <a16:creationId xmlns:a16="http://schemas.microsoft.com/office/drawing/2014/main" id="{122A057F-5C14-9B87-638B-48AED5EDDB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5" name="rc558">
              <a:extLst>
                <a:ext uri="{FF2B5EF4-FFF2-40B4-BE49-F238E27FC236}">
                  <a16:creationId xmlns:a16="http://schemas.microsoft.com/office/drawing/2014/main" id="{73FBAEC0-4A62-966B-A2A1-9B82BCF6593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6" name="rc559">
              <a:extLst>
                <a:ext uri="{FF2B5EF4-FFF2-40B4-BE49-F238E27FC236}">
                  <a16:creationId xmlns:a16="http://schemas.microsoft.com/office/drawing/2014/main" id="{B1AD955A-D09D-3EEC-6B97-B914670E494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7" name="rc560">
              <a:extLst>
                <a:ext uri="{FF2B5EF4-FFF2-40B4-BE49-F238E27FC236}">
                  <a16:creationId xmlns:a16="http://schemas.microsoft.com/office/drawing/2014/main" id="{1717DAED-81C3-54D2-0946-6DEAB4F0215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8" name="rc561">
              <a:extLst>
                <a:ext uri="{FF2B5EF4-FFF2-40B4-BE49-F238E27FC236}">
                  <a16:creationId xmlns:a16="http://schemas.microsoft.com/office/drawing/2014/main" id="{9153535F-C421-43E0-3CD1-9D64E164E7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9" name="rc562">
              <a:extLst>
                <a:ext uri="{FF2B5EF4-FFF2-40B4-BE49-F238E27FC236}">
                  <a16:creationId xmlns:a16="http://schemas.microsoft.com/office/drawing/2014/main" id="{3E69C24A-C8B2-E1DD-4BE8-6100F6933E2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0" name="rc563">
              <a:extLst>
                <a:ext uri="{FF2B5EF4-FFF2-40B4-BE49-F238E27FC236}">
                  <a16:creationId xmlns:a16="http://schemas.microsoft.com/office/drawing/2014/main" id="{D41823DE-FFF3-7F3E-4868-375D34C6652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1" name="rc564">
              <a:extLst>
                <a:ext uri="{FF2B5EF4-FFF2-40B4-BE49-F238E27FC236}">
                  <a16:creationId xmlns:a16="http://schemas.microsoft.com/office/drawing/2014/main" id="{41452B6E-0C38-555D-EB97-7A884ACE651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2" name="rc565">
              <a:extLst>
                <a:ext uri="{FF2B5EF4-FFF2-40B4-BE49-F238E27FC236}">
                  <a16:creationId xmlns:a16="http://schemas.microsoft.com/office/drawing/2014/main" id="{53C3143F-E4D4-E1C8-D4FD-4B80A696B81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3" name="rc566">
              <a:extLst>
                <a:ext uri="{FF2B5EF4-FFF2-40B4-BE49-F238E27FC236}">
                  <a16:creationId xmlns:a16="http://schemas.microsoft.com/office/drawing/2014/main" id="{2AB13C97-D1B1-D41C-0285-C409DCDD66C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4" name="rc567">
              <a:extLst>
                <a:ext uri="{FF2B5EF4-FFF2-40B4-BE49-F238E27FC236}">
                  <a16:creationId xmlns:a16="http://schemas.microsoft.com/office/drawing/2014/main" id="{6CD22E38-A167-6982-A3A4-C023BBD97BC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5" name="rc568">
              <a:extLst>
                <a:ext uri="{FF2B5EF4-FFF2-40B4-BE49-F238E27FC236}">
                  <a16:creationId xmlns:a16="http://schemas.microsoft.com/office/drawing/2014/main" id="{0767A739-58CC-A1B0-75E7-BBFFA93E90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6" name="rc569">
              <a:extLst>
                <a:ext uri="{FF2B5EF4-FFF2-40B4-BE49-F238E27FC236}">
                  <a16:creationId xmlns:a16="http://schemas.microsoft.com/office/drawing/2014/main" id="{3B64190D-F224-052A-2184-228215AFAD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7" name="rc570">
              <a:extLst>
                <a:ext uri="{FF2B5EF4-FFF2-40B4-BE49-F238E27FC236}">
                  <a16:creationId xmlns:a16="http://schemas.microsoft.com/office/drawing/2014/main" id="{1C6C6843-432B-6F53-B3F3-ED1AE089C2B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8" name="rc571">
              <a:extLst>
                <a:ext uri="{FF2B5EF4-FFF2-40B4-BE49-F238E27FC236}">
                  <a16:creationId xmlns:a16="http://schemas.microsoft.com/office/drawing/2014/main" id="{1FF07E46-070B-5F65-BE8F-09353EA2035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9" name="rc572">
              <a:extLst>
                <a:ext uri="{FF2B5EF4-FFF2-40B4-BE49-F238E27FC236}">
                  <a16:creationId xmlns:a16="http://schemas.microsoft.com/office/drawing/2014/main" id="{DC0130A4-2260-B152-115B-CA7E05F674A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0" name="rc573">
              <a:extLst>
                <a:ext uri="{FF2B5EF4-FFF2-40B4-BE49-F238E27FC236}">
                  <a16:creationId xmlns:a16="http://schemas.microsoft.com/office/drawing/2014/main" id="{D3B5C57D-E7F3-DEA7-F839-FF2A64A8082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1" name="rc574">
              <a:extLst>
                <a:ext uri="{FF2B5EF4-FFF2-40B4-BE49-F238E27FC236}">
                  <a16:creationId xmlns:a16="http://schemas.microsoft.com/office/drawing/2014/main" id="{A8801571-A30B-94F1-1500-CC5C9CAB68D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2" name="rc575">
              <a:extLst>
                <a:ext uri="{FF2B5EF4-FFF2-40B4-BE49-F238E27FC236}">
                  <a16:creationId xmlns:a16="http://schemas.microsoft.com/office/drawing/2014/main" id="{36F89EE0-40B7-F59C-A6E2-1C1B2AEEEB9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3" name="rc576">
              <a:extLst>
                <a:ext uri="{FF2B5EF4-FFF2-40B4-BE49-F238E27FC236}">
                  <a16:creationId xmlns:a16="http://schemas.microsoft.com/office/drawing/2014/main" id="{ED25B8FE-1109-A839-9B15-6B6ADA417A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4" name="rc577">
              <a:extLst>
                <a:ext uri="{FF2B5EF4-FFF2-40B4-BE49-F238E27FC236}">
                  <a16:creationId xmlns:a16="http://schemas.microsoft.com/office/drawing/2014/main" id="{1AEA85DC-4D7A-9E71-D0D8-2DE3BE1DC7F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5" name="rc578">
              <a:extLst>
                <a:ext uri="{FF2B5EF4-FFF2-40B4-BE49-F238E27FC236}">
                  <a16:creationId xmlns:a16="http://schemas.microsoft.com/office/drawing/2014/main" id="{D8FDC690-D0D5-6E8F-745A-5CD9F3EB79B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6" name="rc579">
              <a:extLst>
                <a:ext uri="{FF2B5EF4-FFF2-40B4-BE49-F238E27FC236}">
                  <a16:creationId xmlns:a16="http://schemas.microsoft.com/office/drawing/2014/main" id="{4EF6DD14-0561-8582-B2F2-DF43857D7E5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7" name="rc580">
              <a:extLst>
                <a:ext uri="{FF2B5EF4-FFF2-40B4-BE49-F238E27FC236}">
                  <a16:creationId xmlns:a16="http://schemas.microsoft.com/office/drawing/2014/main" id="{3F99FAB9-CFAF-945F-8EB8-7476A3A6449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8" name="rc581">
              <a:extLst>
                <a:ext uri="{FF2B5EF4-FFF2-40B4-BE49-F238E27FC236}">
                  <a16:creationId xmlns:a16="http://schemas.microsoft.com/office/drawing/2014/main" id="{06F585C4-F605-5E43-1B64-8326707372F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9" name="rc582">
              <a:extLst>
                <a:ext uri="{FF2B5EF4-FFF2-40B4-BE49-F238E27FC236}">
                  <a16:creationId xmlns:a16="http://schemas.microsoft.com/office/drawing/2014/main" id="{7422A48A-9B70-081A-7D0F-BE86214EB7E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0" name="rc583">
              <a:extLst>
                <a:ext uri="{FF2B5EF4-FFF2-40B4-BE49-F238E27FC236}">
                  <a16:creationId xmlns:a16="http://schemas.microsoft.com/office/drawing/2014/main" id="{89640874-E732-E159-DFC5-8A4A9BA1D09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1" name="rc584">
              <a:extLst>
                <a:ext uri="{FF2B5EF4-FFF2-40B4-BE49-F238E27FC236}">
                  <a16:creationId xmlns:a16="http://schemas.microsoft.com/office/drawing/2014/main" id="{E887EB88-E989-571D-2FA3-2314C7F513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2" name="rc585">
              <a:extLst>
                <a:ext uri="{FF2B5EF4-FFF2-40B4-BE49-F238E27FC236}">
                  <a16:creationId xmlns:a16="http://schemas.microsoft.com/office/drawing/2014/main" id="{D6AA6517-7A0A-F01A-9791-552D3724786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3" name="rc586">
              <a:extLst>
                <a:ext uri="{FF2B5EF4-FFF2-40B4-BE49-F238E27FC236}">
                  <a16:creationId xmlns:a16="http://schemas.microsoft.com/office/drawing/2014/main" id="{B8E5AACE-DCD4-FB13-B697-DEE98F494A0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4" name="rc587">
              <a:extLst>
                <a:ext uri="{FF2B5EF4-FFF2-40B4-BE49-F238E27FC236}">
                  <a16:creationId xmlns:a16="http://schemas.microsoft.com/office/drawing/2014/main" id="{844528BB-DD30-749E-E900-E9A51F41E6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5" name="rc588">
              <a:extLst>
                <a:ext uri="{FF2B5EF4-FFF2-40B4-BE49-F238E27FC236}">
                  <a16:creationId xmlns:a16="http://schemas.microsoft.com/office/drawing/2014/main" id="{C074EA39-D92E-53CB-4996-FF053C3BE76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6" name="rc589">
              <a:extLst>
                <a:ext uri="{FF2B5EF4-FFF2-40B4-BE49-F238E27FC236}">
                  <a16:creationId xmlns:a16="http://schemas.microsoft.com/office/drawing/2014/main" id="{2E7763A7-19A9-5A31-0108-75221219FD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7" name="rc590">
              <a:extLst>
                <a:ext uri="{FF2B5EF4-FFF2-40B4-BE49-F238E27FC236}">
                  <a16:creationId xmlns:a16="http://schemas.microsoft.com/office/drawing/2014/main" id="{1210E61A-EC2C-068E-C0FB-092725471F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8" name="rc591">
              <a:extLst>
                <a:ext uri="{FF2B5EF4-FFF2-40B4-BE49-F238E27FC236}">
                  <a16:creationId xmlns:a16="http://schemas.microsoft.com/office/drawing/2014/main" id="{A87BF513-4846-2D1B-A567-772AF29E401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9" name="rc592">
              <a:extLst>
                <a:ext uri="{FF2B5EF4-FFF2-40B4-BE49-F238E27FC236}">
                  <a16:creationId xmlns:a16="http://schemas.microsoft.com/office/drawing/2014/main" id="{AE2A4BD4-E70F-931D-364C-4B3FBD14098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0" name="rc593">
              <a:extLst>
                <a:ext uri="{FF2B5EF4-FFF2-40B4-BE49-F238E27FC236}">
                  <a16:creationId xmlns:a16="http://schemas.microsoft.com/office/drawing/2014/main" id="{9EB70C97-8D69-9BB5-9C98-852AA7AA02C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1" name="rc594">
              <a:extLst>
                <a:ext uri="{FF2B5EF4-FFF2-40B4-BE49-F238E27FC236}">
                  <a16:creationId xmlns:a16="http://schemas.microsoft.com/office/drawing/2014/main" id="{CEA8B327-F3BA-20F0-6402-62E10A6A384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2" name="rc595">
              <a:extLst>
                <a:ext uri="{FF2B5EF4-FFF2-40B4-BE49-F238E27FC236}">
                  <a16:creationId xmlns:a16="http://schemas.microsoft.com/office/drawing/2014/main" id="{D602D6FD-7FDD-79E6-1B33-98D5544C85C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3" name="rc596">
              <a:extLst>
                <a:ext uri="{FF2B5EF4-FFF2-40B4-BE49-F238E27FC236}">
                  <a16:creationId xmlns:a16="http://schemas.microsoft.com/office/drawing/2014/main" id="{9F5D33E9-4EAF-13EB-684D-07A86DDCFB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4" name="rc597">
              <a:extLst>
                <a:ext uri="{FF2B5EF4-FFF2-40B4-BE49-F238E27FC236}">
                  <a16:creationId xmlns:a16="http://schemas.microsoft.com/office/drawing/2014/main" id="{B282E180-EF3A-08FB-48DE-9A3C40F5218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5" name="rc598">
              <a:extLst>
                <a:ext uri="{FF2B5EF4-FFF2-40B4-BE49-F238E27FC236}">
                  <a16:creationId xmlns:a16="http://schemas.microsoft.com/office/drawing/2014/main" id="{58402C1D-B61D-16E2-F54C-03222CA7974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6" name="rc599">
              <a:extLst>
                <a:ext uri="{FF2B5EF4-FFF2-40B4-BE49-F238E27FC236}">
                  <a16:creationId xmlns:a16="http://schemas.microsoft.com/office/drawing/2014/main" id="{FC8DE40F-25B2-31E8-CB8D-0C0B688EE4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7" name="rc600">
              <a:extLst>
                <a:ext uri="{FF2B5EF4-FFF2-40B4-BE49-F238E27FC236}">
                  <a16:creationId xmlns:a16="http://schemas.microsoft.com/office/drawing/2014/main" id="{25A8A331-B3A1-E159-8F7A-C075F6BA3C2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8" name="rc601">
              <a:extLst>
                <a:ext uri="{FF2B5EF4-FFF2-40B4-BE49-F238E27FC236}">
                  <a16:creationId xmlns:a16="http://schemas.microsoft.com/office/drawing/2014/main" id="{4CD2AF24-DA70-A0C1-111B-75354929EA8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9" name="rc602">
              <a:extLst>
                <a:ext uri="{FF2B5EF4-FFF2-40B4-BE49-F238E27FC236}">
                  <a16:creationId xmlns:a16="http://schemas.microsoft.com/office/drawing/2014/main" id="{FEE928EF-9F73-E57D-287E-D7B7C206B0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0" name="rc603">
              <a:extLst>
                <a:ext uri="{FF2B5EF4-FFF2-40B4-BE49-F238E27FC236}">
                  <a16:creationId xmlns:a16="http://schemas.microsoft.com/office/drawing/2014/main" id="{E61E407B-3B2D-751A-AF33-43825008770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1" name="rc604">
              <a:extLst>
                <a:ext uri="{FF2B5EF4-FFF2-40B4-BE49-F238E27FC236}">
                  <a16:creationId xmlns:a16="http://schemas.microsoft.com/office/drawing/2014/main" id="{DDA75A59-5527-48EC-4992-B7D5A276156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2" name="rc605">
              <a:extLst>
                <a:ext uri="{FF2B5EF4-FFF2-40B4-BE49-F238E27FC236}">
                  <a16:creationId xmlns:a16="http://schemas.microsoft.com/office/drawing/2014/main" id="{E85A6935-58DA-C544-FD39-85F671A8458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3" name="rc606">
              <a:extLst>
                <a:ext uri="{FF2B5EF4-FFF2-40B4-BE49-F238E27FC236}">
                  <a16:creationId xmlns:a16="http://schemas.microsoft.com/office/drawing/2014/main" id="{956C1AEE-26A4-D795-DDEE-A3C06DBF8EA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4" name="rc607">
              <a:extLst>
                <a:ext uri="{FF2B5EF4-FFF2-40B4-BE49-F238E27FC236}">
                  <a16:creationId xmlns:a16="http://schemas.microsoft.com/office/drawing/2014/main" id="{13C9D2D6-1437-30B9-C26D-8369E6E4999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5" name="rc608">
              <a:extLst>
                <a:ext uri="{FF2B5EF4-FFF2-40B4-BE49-F238E27FC236}">
                  <a16:creationId xmlns:a16="http://schemas.microsoft.com/office/drawing/2014/main" id="{88772115-9BE4-2052-2BAF-495E04C2EA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6" name="rc609">
              <a:extLst>
                <a:ext uri="{FF2B5EF4-FFF2-40B4-BE49-F238E27FC236}">
                  <a16:creationId xmlns:a16="http://schemas.microsoft.com/office/drawing/2014/main" id="{B355E65D-F40A-3C4C-14FD-B291ABC6ECB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7" name="rc610">
              <a:extLst>
                <a:ext uri="{FF2B5EF4-FFF2-40B4-BE49-F238E27FC236}">
                  <a16:creationId xmlns:a16="http://schemas.microsoft.com/office/drawing/2014/main" id="{25DCF8F2-5B5A-43C3-FF86-06E80B0F9BF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8" name="rc611">
              <a:extLst>
                <a:ext uri="{FF2B5EF4-FFF2-40B4-BE49-F238E27FC236}">
                  <a16:creationId xmlns:a16="http://schemas.microsoft.com/office/drawing/2014/main" id="{FEEC3A29-1D6C-1851-BC5B-EC7B0FE05EA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9" name="rc612">
              <a:extLst>
                <a:ext uri="{FF2B5EF4-FFF2-40B4-BE49-F238E27FC236}">
                  <a16:creationId xmlns:a16="http://schemas.microsoft.com/office/drawing/2014/main" id="{001591E4-661A-9EF8-5BCC-DAB66CD5EEA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0" name="rc613">
              <a:extLst>
                <a:ext uri="{FF2B5EF4-FFF2-40B4-BE49-F238E27FC236}">
                  <a16:creationId xmlns:a16="http://schemas.microsoft.com/office/drawing/2014/main" id="{A10FFD76-EAFF-81AD-53FB-9985EAD3677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1" name="rc614">
              <a:extLst>
                <a:ext uri="{FF2B5EF4-FFF2-40B4-BE49-F238E27FC236}">
                  <a16:creationId xmlns:a16="http://schemas.microsoft.com/office/drawing/2014/main" id="{C6C819ED-80A7-44CA-97C9-C6E0E9D67E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2" name="rc615">
              <a:extLst>
                <a:ext uri="{FF2B5EF4-FFF2-40B4-BE49-F238E27FC236}">
                  <a16:creationId xmlns:a16="http://schemas.microsoft.com/office/drawing/2014/main" id="{FCD25EAC-83E0-87CF-3BC7-DD9292E9FB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3" name="rc616">
              <a:extLst>
                <a:ext uri="{FF2B5EF4-FFF2-40B4-BE49-F238E27FC236}">
                  <a16:creationId xmlns:a16="http://schemas.microsoft.com/office/drawing/2014/main" id="{A2CA3A7F-EC54-1252-93A9-185E96E70AC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4" name="rc617">
              <a:extLst>
                <a:ext uri="{FF2B5EF4-FFF2-40B4-BE49-F238E27FC236}">
                  <a16:creationId xmlns:a16="http://schemas.microsoft.com/office/drawing/2014/main" id="{1EBA0C16-D3E3-F3DF-E122-48B53CC52E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5" name="rc618">
              <a:extLst>
                <a:ext uri="{FF2B5EF4-FFF2-40B4-BE49-F238E27FC236}">
                  <a16:creationId xmlns:a16="http://schemas.microsoft.com/office/drawing/2014/main" id="{EED19391-B220-3A65-C33F-C9723F73C3B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6" name="rc619">
              <a:extLst>
                <a:ext uri="{FF2B5EF4-FFF2-40B4-BE49-F238E27FC236}">
                  <a16:creationId xmlns:a16="http://schemas.microsoft.com/office/drawing/2014/main" id="{D459E056-2966-EDE1-04AC-21BCE23E4DE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7" name="rc620">
              <a:extLst>
                <a:ext uri="{FF2B5EF4-FFF2-40B4-BE49-F238E27FC236}">
                  <a16:creationId xmlns:a16="http://schemas.microsoft.com/office/drawing/2014/main" id="{51C80C99-8EB9-4AFB-42D6-C51DAE10824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8" name="rc621">
              <a:extLst>
                <a:ext uri="{FF2B5EF4-FFF2-40B4-BE49-F238E27FC236}">
                  <a16:creationId xmlns:a16="http://schemas.microsoft.com/office/drawing/2014/main" id="{86DF8F34-A45A-8BF4-454E-36F59F997CF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9" name="rc622">
              <a:extLst>
                <a:ext uri="{FF2B5EF4-FFF2-40B4-BE49-F238E27FC236}">
                  <a16:creationId xmlns:a16="http://schemas.microsoft.com/office/drawing/2014/main" id="{32A70D41-6CB5-50A4-C7D1-FE7CBF76F5B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0" name="rc623">
              <a:extLst>
                <a:ext uri="{FF2B5EF4-FFF2-40B4-BE49-F238E27FC236}">
                  <a16:creationId xmlns:a16="http://schemas.microsoft.com/office/drawing/2014/main" id="{C41585E7-B6F7-F745-1B47-4CEA6282C8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1" name="rc624">
              <a:extLst>
                <a:ext uri="{FF2B5EF4-FFF2-40B4-BE49-F238E27FC236}">
                  <a16:creationId xmlns:a16="http://schemas.microsoft.com/office/drawing/2014/main" id="{A09303C7-BBDE-FD71-68E5-8639FA923BE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2" name="rc625">
              <a:extLst>
                <a:ext uri="{FF2B5EF4-FFF2-40B4-BE49-F238E27FC236}">
                  <a16:creationId xmlns:a16="http://schemas.microsoft.com/office/drawing/2014/main" id="{0A1C8A02-7539-2A42-7BD0-2AF271E167C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3" name="rc626">
              <a:extLst>
                <a:ext uri="{FF2B5EF4-FFF2-40B4-BE49-F238E27FC236}">
                  <a16:creationId xmlns:a16="http://schemas.microsoft.com/office/drawing/2014/main" id="{D64D20F7-482F-455B-4899-56889B76E91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4" name="rc627">
              <a:extLst>
                <a:ext uri="{FF2B5EF4-FFF2-40B4-BE49-F238E27FC236}">
                  <a16:creationId xmlns:a16="http://schemas.microsoft.com/office/drawing/2014/main" id="{A20FEDA5-9D5C-7231-D188-C5AB92FBD5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5" name="rc628">
              <a:extLst>
                <a:ext uri="{FF2B5EF4-FFF2-40B4-BE49-F238E27FC236}">
                  <a16:creationId xmlns:a16="http://schemas.microsoft.com/office/drawing/2014/main" id="{40A0B79D-9DA6-292B-93D0-F39D572EFAD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6" name="rc629">
              <a:extLst>
                <a:ext uri="{FF2B5EF4-FFF2-40B4-BE49-F238E27FC236}">
                  <a16:creationId xmlns:a16="http://schemas.microsoft.com/office/drawing/2014/main" id="{EE4ECA87-D44C-20B2-AA6A-4B3A2B67270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7" name="rc630">
              <a:extLst>
                <a:ext uri="{FF2B5EF4-FFF2-40B4-BE49-F238E27FC236}">
                  <a16:creationId xmlns:a16="http://schemas.microsoft.com/office/drawing/2014/main" id="{A288FF56-558C-133A-7D78-2499FCD718D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8" name="rc631">
              <a:extLst>
                <a:ext uri="{FF2B5EF4-FFF2-40B4-BE49-F238E27FC236}">
                  <a16:creationId xmlns:a16="http://schemas.microsoft.com/office/drawing/2014/main" id="{3413B2F8-3C30-E65C-E713-91EE1DC2861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9" name="rc632">
              <a:extLst>
                <a:ext uri="{FF2B5EF4-FFF2-40B4-BE49-F238E27FC236}">
                  <a16:creationId xmlns:a16="http://schemas.microsoft.com/office/drawing/2014/main" id="{8208F13C-02A8-EBD0-8219-D20EB8F928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0" name="rc633">
              <a:extLst>
                <a:ext uri="{FF2B5EF4-FFF2-40B4-BE49-F238E27FC236}">
                  <a16:creationId xmlns:a16="http://schemas.microsoft.com/office/drawing/2014/main" id="{A8C666B2-2CD7-1D5F-1AB6-CE089BA2827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1" name="rc634">
              <a:extLst>
                <a:ext uri="{FF2B5EF4-FFF2-40B4-BE49-F238E27FC236}">
                  <a16:creationId xmlns:a16="http://schemas.microsoft.com/office/drawing/2014/main" id="{FC38EE38-02E1-F509-9109-5B52A2B38F1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2" name="rc635">
              <a:extLst>
                <a:ext uri="{FF2B5EF4-FFF2-40B4-BE49-F238E27FC236}">
                  <a16:creationId xmlns:a16="http://schemas.microsoft.com/office/drawing/2014/main" id="{11BDF6D4-F314-4B32-379F-8E077B755F5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3" name="rc636">
              <a:extLst>
                <a:ext uri="{FF2B5EF4-FFF2-40B4-BE49-F238E27FC236}">
                  <a16:creationId xmlns:a16="http://schemas.microsoft.com/office/drawing/2014/main" id="{2775136B-4236-69C3-AC21-CB304371A80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4" name="rc637">
              <a:extLst>
                <a:ext uri="{FF2B5EF4-FFF2-40B4-BE49-F238E27FC236}">
                  <a16:creationId xmlns:a16="http://schemas.microsoft.com/office/drawing/2014/main" id="{CBFF539E-DEC6-E4B7-E6EC-996075C39B4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5" name="rc638">
              <a:extLst>
                <a:ext uri="{FF2B5EF4-FFF2-40B4-BE49-F238E27FC236}">
                  <a16:creationId xmlns:a16="http://schemas.microsoft.com/office/drawing/2014/main" id="{C1878D97-8192-FB4A-DBF0-1061E8D6A86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6" name="rc639">
              <a:extLst>
                <a:ext uri="{FF2B5EF4-FFF2-40B4-BE49-F238E27FC236}">
                  <a16:creationId xmlns:a16="http://schemas.microsoft.com/office/drawing/2014/main" id="{901A140B-B5CC-EF34-4EDC-79714BC8C10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7" name="rc640">
              <a:extLst>
                <a:ext uri="{FF2B5EF4-FFF2-40B4-BE49-F238E27FC236}">
                  <a16:creationId xmlns:a16="http://schemas.microsoft.com/office/drawing/2014/main" id="{FD0E4824-389D-F294-4983-AA730C89B07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8" name="rc641">
              <a:extLst>
                <a:ext uri="{FF2B5EF4-FFF2-40B4-BE49-F238E27FC236}">
                  <a16:creationId xmlns:a16="http://schemas.microsoft.com/office/drawing/2014/main" id="{2E0EFD01-C67C-249D-3846-E6F4A0B0C77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9" name="rc642">
              <a:extLst>
                <a:ext uri="{FF2B5EF4-FFF2-40B4-BE49-F238E27FC236}">
                  <a16:creationId xmlns:a16="http://schemas.microsoft.com/office/drawing/2014/main" id="{1549FB4C-55B6-FFF2-4B4A-4ACEF06F9B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0" name="rc643">
              <a:extLst>
                <a:ext uri="{FF2B5EF4-FFF2-40B4-BE49-F238E27FC236}">
                  <a16:creationId xmlns:a16="http://schemas.microsoft.com/office/drawing/2014/main" id="{D54C5FC8-7237-7D4D-075C-AD28A82744C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1" name="rc644">
              <a:extLst>
                <a:ext uri="{FF2B5EF4-FFF2-40B4-BE49-F238E27FC236}">
                  <a16:creationId xmlns:a16="http://schemas.microsoft.com/office/drawing/2014/main" id="{886A8E8F-9529-7216-D541-B8A0A227186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2" name="rc645">
              <a:extLst>
                <a:ext uri="{FF2B5EF4-FFF2-40B4-BE49-F238E27FC236}">
                  <a16:creationId xmlns:a16="http://schemas.microsoft.com/office/drawing/2014/main" id="{0B77B089-9352-4ABF-02F8-86BAD116771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3" name="rc646">
              <a:extLst>
                <a:ext uri="{FF2B5EF4-FFF2-40B4-BE49-F238E27FC236}">
                  <a16:creationId xmlns:a16="http://schemas.microsoft.com/office/drawing/2014/main" id="{BB1AE8D5-7BDA-DF5D-2A40-9017D033B20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4" name="rc647">
              <a:extLst>
                <a:ext uri="{FF2B5EF4-FFF2-40B4-BE49-F238E27FC236}">
                  <a16:creationId xmlns:a16="http://schemas.microsoft.com/office/drawing/2014/main" id="{DB0E5F72-325B-2972-469C-5B03A1E760A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5" name="rc648">
              <a:extLst>
                <a:ext uri="{FF2B5EF4-FFF2-40B4-BE49-F238E27FC236}">
                  <a16:creationId xmlns:a16="http://schemas.microsoft.com/office/drawing/2014/main" id="{6D7474FF-FC95-8010-9FC6-097F96AEB98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6" name="rc649">
              <a:extLst>
                <a:ext uri="{FF2B5EF4-FFF2-40B4-BE49-F238E27FC236}">
                  <a16:creationId xmlns:a16="http://schemas.microsoft.com/office/drawing/2014/main" id="{DD8C5953-679F-B5FF-E219-C1B9587BE0C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7" name="rc650">
              <a:extLst>
                <a:ext uri="{FF2B5EF4-FFF2-40B4-BE49-F238E27FC236}">
                  <a16:creationId xmlns:a16="http://schemas.microsoft.com/office/drawing/2014/main" id="{8A32CB8A-E1ED-EB8C-92B8-83E5F65CC8A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8" name="rc651">
              <a:extLst>
                <a:ext uri="{FF2B5EF4-FFF2-40B4-BE49-F238E27FC236}">
                  <a16:creationId xmlns:a16="http://schemas.microsoft.com/office/drawing/2014/main" id="{0402CEB6-3EDA-F1B4-D986-243CB9EEC79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9" name="rc652">
              <a:extLst>
                <a:ext uri="{FF2B5EF4-FFF2-40B4-BE49-F238E27FC236}">
                  <a16:creationId xmlns:a16="http://schemas.microsoft.com/office/drawing/2014/main" id="{87F3F4E7-E0AC-A7FA-7A55-A43563C407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0" name="rc653">
              <a:extLst>
                <a:ext uri="{FF2B5EF4-FFF2-40B4-BE49-F238E27FC236}">
                  <a16:creationId xmlns:a16="http://schemas.microsoft.com/office/drawing/2014/main" id="{7B972670-299B-4DDB-4D52-B7EB9053573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1" name="rc654">
              <a:extLst>
                <a:ext uri="{FF2B5EF4-FFF2-40B4-BE49-F238E27FC236}">
                  <a16:creationId xmlns:a16="http://schemas.microsoft.com/office/drawing/2014/main" id="{5EC0BFDD-6F46-987A-67AC-3E3C806DD5F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2" name="rc655">
              <a:extLst>
                <a:ext uri="{FF2B5EF4-FFF2-40B4-BE49-F238E27FC236}">
                  <a16:creationId xmlns:a16="http://schemas.microsoft.com/office/drawing/2014/main" id="{31E14194-85F5-0129-A17D-EFE66B032BE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3" name="rc656">
              <a:extLst>
                <a:ext uri="{FF2B5EF4-FFF2-40B4-BE49-F238E27FC236}">
                  <a16:creationId xmlns:a16="http://schemas.microsoft.com/office/drawing/2014/main" id="{FB4E124B-C641-E4AC-AA9B-0F2DC28DB69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4" name="rc657">
              <a:extLst>
                <a:ext uri="{FF2B5EF4-FFF2-40B4-BE49-F238E27FC236}">
                  <a16:creationId xmlns:a16="http://schemas.microsoft.com/office/drawing/2014/main" id="{06BA6474-DE6C-BA56-5463-8AF754A376E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5" name="rc658">
              <a:extLst>
                <a:ext uri="{FF2B5EF4-FFF2-40B4-BE49-F238E27FC236}">
                  <a16:creationId xmlns:a16="http://schemas.microsoft.com/office/drawing/2014/main" id="{F94EF9A0-407A-8EAC-50BB-59579B94123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6" name="rc659">
              <a:extLst>
                <a:ext uri="{FF2B5EF4-FFF2-40B4-BE49-F238E27FC236}">
                  <a16:creationId xmlns:a16="http://schemas.microsoft.com/office/drawing/2014/main" id="{3A91A1FA-1C90-40B4-CE7D-7654DB4E0EB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7" name="rc660">
              <a:extLst>
                <a:ext uri="{FF2B5EF4-FFF2-40B4-BE49-F238E27FC236}">
                  <a16:creationId xmlns:a16="http://schemas.microsoft.com/office/drawing/2014/main" id="{9A047CA1-507F-13E8-6736-DE30A6DC8F5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8" name="rc661">
              <a:extLst>
                <a:ext uri="{FF2B5EF4-FFF2-40B4-BE49-F238E27FC236}">
                  <a16:creationId xmlns:a16="http://schemas.microsoft.com/office/drawing/2014/main" id="{95A30C0D-14B5-D524-3F9B-8C2C1CCA83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9" name="rc662">
              <a:extLst>
                <a:ext uri="{FF2B5EF4-FFF2-40B4-BE49-F238E27FC236}">
                  <a16:creationId xmlns:a16="http://schemas.microsoft.com/office/drawing/2014/main" id="{9146F7F5-7EE1-85DE-D1B8-72244965E9E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0" name="rc663">
              <a:extLst>
                <a:ext uri="{FF2B5EF4-FFF2-40B4-BE49-F238E27FC236}">
                  <a16:creationId xmlns:a16="http://schemas.microsoft.com/office/drawing/2014/main" id="{922F98B7-026B-5E6E-B79A-AE366C03C2D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1" name="rc664">
              <a:extLst>
                <a:ext uri="{FF2B5EF4-FFF2-40B4-BE49-F238E27FC236}">
                  <a16:creationId xmlns:a16="http://schemas.microsoft.com/office/drawing/2014/main" id="{9D1EA368-C6BD-5201-1456-F8A21C4C7FA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2" name="rc665">
              <a:extLst>
                <a:ext uri="{FF2B5EF4-FFF2-40B4-BE49-F238E27FC236}">
                  <a16:creationId xmlns:a16="http://schemas.microsoft.com/office/drawing/2014/main" id="{3E53C027-C3F1-1FB6-44BA-119B7B2C18D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3" name="rc666">
              <a:extLst>
                <a:ext uri="{FF2B5EF4-FFF2-40B4-BE49-F238E27FC236}">
                  <a16:creationId xmlns:a16="http://schemas.microsoft.com/office/drawing/2014/main" id="{294E53F6-614F-A50B-BC88-EE99C613838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4" name="rc667">
              <a:extLst>
                <a:ext uri="{FF2B5EF4-FFF2-40B4-BE49-F238E27FC236}">
                  <a16:creationId xmlns:a16="http://schemas.microsoft.com/office/drawing/2014/main" id="{F383FCEA-3F11-B5E7-C3E9-276FAB09F60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5" name="rc668">
              <a:extLst>
                <a:ext uri="{FF2B5EF4-FFF2-40B4-BE49-F238E27FC236}">
                  <a16:creationId xmlns:a16="http://schemas.microsoft.com/office/drawing/2014/main" id="{AAA86E28-F16E-5805-AF00-6CDDC167DA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6" name="rc669">
              <a:extLst>
                <a:ext uri="{FF2B5EF4-FFF2-40B4-BE49-F238E27FC236}">
                  <a16:creationId xmlns:a16="http://schemas.microsoft.com/office/drawing/2014/main" id="{CF4F6962-2C2A-CF48-2384-CFD49A6AA95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7" name="rc670">
              <a:extLst>
                <a:ext uri="{FF2B5EF4-FFF2-40B4-BE49-F238E27FC236}">
                  <a16:creationId xmlns:a16="http://schemas.microsoft.com/office/drawing/2014/main" id="{A28ED48B-B1C3-D95D-DE67-C0060123116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8" name="rc671">
              <a:extLst>
                <a:ext uri="{FF2B5EF4-FFF2-40B4-BE49-F238E27FC236}">
                  <a16:creationId xmlns:a16="http://schemas.microsoft.com/office/drawing/2014/main" id="{78D7B19C-D27B-2B55-3778-29D425002D0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9" name="rc672">
              <a:extLst>
                <a:ext uri="{FF2B5EF4-FFF2-40B4-BE49-F238E27FC236}">
                  <a16:creationId xmlns:a16="http://schemas.microsoft.com/office/drawing/2014/main" id="{E73336C3-911E-BF8E-8136-FA2B42C77D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0" name="rc673">
              <a:extLst>
                <a:ext uri="{FF2B5EF4-FFF2-40B4-BE49-F238E27FC236}">
                  <a16:creationId xmlns:a16="http://schemas.microsoft.com/office/drawing/2014/main" id="{CD47586F-7633-8D64-E545-5CD38A88492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1" name="rc674">
              <a:extLst>
                <a:ext uri="{FF2B5EF4-FFF2-40B4-BE49-F238E27FC236}">
                  <a16:creationId xmlns:a16="http://schemas.microsoft.com/office/drawing/2014/main" id="{7C659C18-4540-CC24-C281-2C11BD933FE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2" name="rc675">
              <a:extLst>
                <a:ext uri="{FF2B5EF4-FFF2-40B4-BE49-F238E27FC236}">
                  <a16:creationId xmlns:a16="http://schemas.microsoft.com/office/drawing/2014/main" id="{3D31275E-8A58-CF81-BF1D-8F7B788344E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3" name="rc676">
              <a:extLst>
                <a:ext uri="{FF2B5EF4-FFF2-40B4-BE49-F238E27FC236}">
                  <a16:creationId xmlns:a16="http://schemas.microsoft.com/office/drawing/2014/main" id="{8B85379F-B1D6-8206-CC22-224DBD3BA68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4" name="rc677">
              <a:extLst>
                <a:ext uri="{FF2B5EF4-FFF2-40B4-BE49-F238E27FC236}">
                  <a16:creationId xmlns:a16="http://schemas.microsoft.com/office/drawing/2014/main" id="{72701C67-0E84-9D8F-4447-74C2242846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5" name="rc678">
              <a:extLst>
                <a:ext uri="{FF2B5EF4-FFF2-40B4-BE49-F238E27FC236}">
                  <a16:creationId xmlns:a16="http://schemas.microsoft.com/office/drawing/2014/main" id="{B2EE06C4-E784-1C6D-3AB7-C21B33FFF5F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6" name="rc679">
              <a:extLst>
                <a:ext uri="{FF2B5EF4-FFF2-40B4-BE49-F238E27FC236}">
                  <a16:creationId xmlns:a16="http://schemas.microsoft.com/office/drawing/2014/main" id="{37C2A1EF-77FC-03DE-A85B-EC5A9E117D4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7" name="rc680">
              <a:extLst>
                <a:ext uri="{FF2B5EF4-FFF2-40B4-BE49-F238E27FC236}">
                  <a16:creationId xmlns:a16="http://schemas.microsoft.com/office/drawing/2014/main" id="{4F1C2C2F-EAF2-AE55-F93C-6B2686D72FB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8" name="rc681">
              <a:extLst>
                <a:ext uri="{FF2B5EF4-FFF2-40B4-BE49-F238E27FC236}">
                  <a16:creationId xmlns:a16="http://schemas.microsoft.com/office/drawing/2014/main" id="{8DB2299D-867C-AC55-7E53-29C789E3872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9" name="rc682">
              <a:extLst>
                <a:ext uri="{FF2B5EF4-FFF2-40B4-BE49-F238E27FC236}">
                  <a16:creationId xmlns:a16="http://schemas.microsoft.com/office/drawing/2014/main" id="{90D2A0DB-F2AE-17CB-7A36-603D223ED29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0" name="rc683">
              <a:extLst>
                <a:ext uri="{FF2B5EF4-FFF2-40B4-BE49-F238E27FC236}">
                  <a16:creationId xmlns:a16="http://schemas.microsoft.com/office/drawing/2014/main" id="{F6218CDA-6DC8-8040-5B35-346EAEE2540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1" name="rc684">
              <a:extLst>
                <a:ext uri="{FF2B5EF4-FFF2-40B4-BE49-F238E27FC236}">
                  <a16:creationId xmlns:a16="http://schemas.microsoft.com/office/drawing/2014/main" id="{F052404F-57EC-AE35-B267-2CE362F20E8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2" name="rc685">
              <a:extLst>
                <a:ext uri="{FF2B5EF4-FFF2-40B4-BE49-F238E27FC236}">
                  <a16:creationId xmlns:a16="http://schemas.microsoft.com/office/drawing/2014/main" id="{73FAD271-4634-DCD8-5E3E-C95B747BDBE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3" name="rc686">
              <a:extLst>
                <a:ext uri="{FF2B5EF4-FFF2-40B4-BE49-F238E27FC236}">
                  <a16:creationId xmlns:a16="http://schemas.microsoft.com/office/drawing/2014/main" id="{826FB1D2-A609-544D-5A05-AFE7BD5CB72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4" name="rc687">
              <a:extLst>
                <a:ext uri="{FF2B5EF4-FFF2-40B4-BE49-F238E27FC236}">
                  <a16:creationId xmlns:a16="http://schemas.microsoft.com/office/drawing/2014/main" id="{86DFABBA-4DF7-343A-DC08-AA370232FA1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5" name="rc688">
              <a:extLst>
                <a:ext uri="{FF2B5EF4-FFF2-40B4-BE49-F238E27FC236}">
                  <a16:creationId xmlns:a16="http://schemas.microsoft.com/office/drawing/2014/main" id="{755D9E48-0B86-78DB-6233-EC4051A5ED4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6" name="rc689">
              <a:extLst>
                <a:ext uri="{FF2B5EF4-FFF2-40B4-BE49-F238E27FC236}">
                  <a16:creationId xmlns:a16="http://schemas.microsoft.com/office/drawing/2014/main" id="{CB83214F-81E6-8108-9C09-2F41273EB1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7" name="rc690">
              <a:extLst>
                <a:ext uri="{FF2B5EF4-FFF2-40B4-BE49-F238E27FC236}">
                  <a16:creationId xmlns:a16="http://schemas.microsoft.com/office/drawing/2014/main" id="{855DEEB2-9FD3-3DFD-39EC-4A05088CB9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8" name="rc691">
              <a:extLst>
                <a:ext uri="{FF2B5EF4-FFF2-40B4-BE49-F238E27FC236}">
                  <a16:creationId xmlns:a16="http://schemas.microsoft.com/office/drawing/2014/main" id="{394D0153-D648-7FC7-CA60-B201553EB93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9" name="rc692">
              <a:extLst>
                <a:ext uri="{FF2B5EF4-FFF2-40B4-BE49-F238E27FC236}">
                  <a16:creationId xmlns:a16="http://schemas.microsoft.com/office/drawing/2014/main" id="{76E6E8CC-2D26-1E55-BD6F-81C0C20CE49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0" name="rc693">
              <a:extLst>
                <a:ext uri="{FF2B5EF4-FFF2-40B4-BE49-F238E27FC236}">
                  <a16:creationId xmlns:a16="http://schemas.microsoft.com/office/drawing/2014/main" id="{B6DC465E-44F6-9621-6279-53D787D2609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1" name="rc694">
              <a:extLst>
                <a:ext uri="{FF2B5EF4-FFF2-40B4-BE49-F238E27FC236}">
                  <a16:creationId xmlns:a16="http://schemas.microsoft.com/office/drawing/2014/main" id="{FECE59E5-7C03-9659-E4DA-D79EE022CC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2" name="rc695">
              <a:extLst>
                <a:ext uri="{FF2B5EF4-FFF2-40B4-BE49-F238E27FC236}">
                  <a16:creationId xmlns:a16="http://schemas.microsoft.com/office/drawing/2014/main" id="{1F596A28-63CF-5896-5E4B-24739B30876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3" name="rc696">
              <a:extLst>
                <a:ext uri="{FF2B5EF4-FFF2-40B4-BE49-F238E27FC236}">
                  <a16:creationId xmlns:a16="http://schemas.microsoft.com/office/drawing/2014/main" id="{71CA5399-987D-FAD1-B0B6-CF6C510CAE0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4" name="rc697">
              <a:extLst>
                <a:ext uri="{FF2B5EF4-FFF2-40B4-BE49-F238E27FC236}">
                  <a16:creationId xmlns:a16="http://schemas.microsoft.com/office/drawing/2014/main" id="{C5EB8806-13A3-193B-BBAD-186C87CCB5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5" name="rc698">
              <a:extLst>
                <a:ext uri="{FF2B5EF4-FFF2-40B4-BE49-F238E27FC236}">
                  <a16:creationId xmlns:a16="http://schemas.microsoft.com/office/drawing/2014/main" id="{3F8A1D29-BE63-EBBB-CD7F-307A9EE8429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6" name="rc699">
              <a:extLst>
                <a:ext uri="{FF2B5EF4-FFF2-40B4-BE49-F238E27FC236}">
                  <a16:creationId xmlns:a16="http://schemas.microsoft.com/office/drawing/2014/main" id="{3E61EB1F-B9AB-8390-8A1F-F4632B41F0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7" name="rc700">
              <a:extLst>
                <a:ext uri="{FF2B5EF4-FFF2-40B4-BE49-F238E27FC236}">
                  <a16:creationId xmlns:a16="http://schemas.microsoft.com/office/drawing/2014/main" id="{5B1652EB-7795-BA85-46F3-FF0FCADFECB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8" name="rc701">
              <a:extLst>
                <a:ext uri="{FF2B5EF4-FFF2-40B4-BE49-F238E27FC236}">
                  <a16:creationId xmlns:a16="http://schemas.microsoft.com/office/drawing/2014/main" id="{254D8DD3-D7C5-E260-8CE1-074B3CBF74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9" name="rc702">
              <a:extLst>
                <a:ext uri="{FF2B5EF4-FFF2-40B4-BE49-F238E27FC236}">
                  <a16:creationId xmlns:a16="http://schemas.microsoft.com/office/drawing/2014/main" id="{1A86881C-B6E7-9B3D-B277-CDF842406B2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0" name="rc703">
              <a:extLst>
                <a:ext uri="{FF2B5EF4-FFF2-40B4-BE49-F238E27FC236}">
                  <a16:creationId xmlns:a16="http://schemas.microsoft.com/office/drawing/2014/main" id="{4C034B0E-0EBF-1F5E-57EF-F11860E71F2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1" name="rc704">
              <a:extLst>
                <a:ext uri="{FF2B5EF4-FFF2-40B4-BE49-F238E27FC236}">
                  <a16:creationId xmlns:a16="http://schemas.microsoft.com/office/drawing/2014/main" id="{611681D4-F69A-400C-1AE3-F77B193146F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2" name="rc705">
              <a:extLst>
                <a:ext uri="{FF2B5EF4-FFF2-40B4-BE49-F238E27FC236}">
                  <a16:creationId xmlns:a16="http://schemas.microsoft.com/office/drawing/2014/main" id="{63FA4CAE-E2F4-386F-E668-17FDCFC968A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3" name="rc706">
              <a:extLst>
                <a:ext uri="{FF2B5EF4-FFF2-40B4-BE49-F238E27FC236}">
                  <a16:creationId xmlns:a16="http://schemas.microsoft.com/office/drawing/2014/main" id="{4F5746C8-82E8-114D-FEF1-5961E74EF80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4" name="rc707">
              <a:extLst>
                <a:ext uri="{FF2B5EF4-FFF2-40B4-BE49-F238E27FC236}">
                  <a16:creationId xmlns:a16="http://schemas.microsoft.com/office/drawing/2014/main" id="{88713919-7525-6CB2-EBB6-4A7B2D07620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5" name="rc708">
              <a:extLst>
                <a:ext uri="{FF2B5EF4-FFF2-40B4-BE49-F238E27FC236}">
                  <a16:creationId xmlns:a16="http://schemas.microsoft.com/office/drawing/2014/main" id="{F8E1BE6D-1932-2839-E74E-CB41F365D22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6" name="rc709">
              <a:extLst>
                <a:ext uri="{FF2B5EF4-FFF2-40B4-BE49-F238E27FC236}">
                  <a16:creationId xmlns:a16="http://schemas.microsoft.com/office/drawing/2014/main" id="{B24FEE3C-8B34-4054-1A06-EC66269A745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7" name="rc710">
              <a:extLst>
                <a:ext uri="{FF2B5EF4-FFF2-40B4-BE49-F238E27FC236}">
                  <a16:creationId xmlns:a16="http://schemas.microsoft.com/office/drawing/2014/main" id="{8C24424F-1617-FDAB-94C1-48CAE47A7B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8" name="rc711">
              <a:extLst>
                <a:ext uri="{FF2B5EF4-FFF2-40B4-BE49-F238E27FC236}">
                  <a16:creationId xmlns:a16="http://schemas.microsoft.com/office/drawing/2014/main" id="{B1AA53E1-BCAE-AC1A-021A-26324B6461F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9" name="rc712">
              <a:extLst>
                <a:ext uri="{FF2B5EF4-FFF2-40B4-BE49-F238E27FC236}">
                  <a16:creationId xmlns:a16="http://schemas.microsoft.com/office/drawing/2014/main" id="{9C28352D-1EDD-33E5-0004-27DEAB02C1A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0" name="rc713">
              <a:extLst>
                <a:ext uri="{FF2B5EF4-FFF2-40B4-BE49-F238E27FC236}">
                  <a16:creationId xmlns:a16="http://schemas.microsoft.com/office/drawing/2014/main" id="{B683C7DD-B7A3-FCF8-FF89-2E21CA9A033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1" name="rc714">
              <a:extLst>
                <a:ext uri="{FF2B5EF4-FFF2-40B4-BE49-F238E27FC236}">
                  <a16:creationId xmlns:a16="http://schemas.microsoft.com/office/drawing/2014/main" id="{BD65E955-ACC5-0415-2191-EB9906A6849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2" name="rc715">
              <a:extLst>
                <a:ext uri="{FF2B5EF4-FFF2-40B4-BE49-F238E27FC236}">
                  <a16:creationId xmlns:a16="http://schemas.microsoft.com/office/drawing/2014/main" id="{64766A90-D07B-79DE-6ECD-2A53179DF16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3" name="rc716">
              <a:extLst>
                <a:ext uri="{FF2B5EF4-FFF2-40B4-BE49-F238E27FC236}">
                  <a16:creationId xmlns:a16="http://schemas.microsoft.com/office/drawing/2014/main" id="{F5BF0277-999C-8F18-FE46-E517B976341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4" name="rc717">
              <a:extLst>
                <a:ext uri="{FF2B5EF4-FFF2-40B4-BE49-F238E27FC236}">
                  <a16:creationId xmlns:a16="http://schemas.microsoft.com/office/drawing/2014/main" id="{530303E1-085F-D9A1-4294-0D196B9FE85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5" name="rc718">
              <a:extLst>
                <a:ext uri="{FF2B5EF4-FFF2-40B4-BE49-F238E27FC236}">
                  <a16:creationId xmlns:a16="http://schemas.microsoft.com/office/drawing/2014/main" id="{995CFD3F-3F05-1CC3-3866-539B27DA7F9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6" name="rc719">
              <a:extLst>
                <a:ext uri="{FF2B5EF4-FFF2-40B4-BE49-F238E27FC236}">
                  <a16:creationId xmlns:a16="http://schemas.microsoft.com/office/drawing/2014/main" id="{2CBF5AD4-1D25-9F89-2506-5EDFA790A9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7" name="rc720">
              <a:extLst>
                <a:ext uri="{FF2B5EF4-FFF2-40B4-BE49-F238E27FC236}">
                  <a16:creationId xmlns:a16="http://schemas.microsoft.com/office/drawing/2014/main" id="{103C9000-D435-F0F2-6F44-F44E69D13B9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8" name="rc721">
              <a:extLst>
                <a:ext uri="{FF2B5EF4-FFF2-40B4-BE49-F238E27FC236}">
                  <a16:creationId xmlns:a16="http://schemas.microsoft.com/office/drawing/2014/main" id="{815CD922-8933-FAF3-C570-42647C6CDDF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9" name="rc722">
              <a:extLst>
                <a:ext uri="{FF2B5EF4-FFF2-40B4-BE49-F238E27FC236}">
                  <a16:creationId xmlns:a16="http://schemas.microsoft.com/office/drawing/2014/main" id="{92E325D0-26E9-23EA-F48B-48B4F749FE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0" name="rc723">
              <a:extLst>
                <a:ext uri="{FF2B5EF4-FFF2-40B4-BE49-F238E27FC236}">
                  <a16:creationId xmlns:a16="http://schemas.microsoft.com/office/drawing/2014/main" id="{51BE8EC0-A748-10B1-0CCE-F9E48513C2B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1" name="rc724">
              <a:extLst>
                <a:ext uri="{FF2B5EF4-FFF2-40B4-BE49-F238E27FC236}">
                  <a16:creationId xmlns:a16="http://schemas.microsoft.com/office/drawing/2014/main" id="{8CFB90F5-39DA-B44A-D8A2-F4D3003288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2" name="rc725">
              <a:extLst>
                <a:ext uri="{FF2B5EF4-FFF2-40B4-BE49-F238E27FC236}">
                  <a16:creationId xmlns:a16="http://schemas.microsoft.com/office/drawing/2014/main" id="{7D8ABEE8-9BF4-D31B-999F-8C589DC4B44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3" name="rc726">
              <a:extLst>
                <a:ext uri="{FF2B5EF4-FFF2-40B4-BE49-F238E27FC236}">
                  <a16:creationId xmlns:a16="http://schemas.microsoft.com/office/drawing/2014/main" id="{F8B73A15-F9D8-71AA-AA36-05829C3DB82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4" name="rc727">
              <a:extLst>
                <a:ext uri="{FF2B5EF4-FFF2-40B4-BE49-F238E27FC236}">
                  <a16:creationId xmlns:a16="http://schemas.microsoft.com/office/drawing/2014/main" id="{AB465769-F250-BC4E-F95F-C2F96B4046A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5" name="rc728">
              <a:extLst>
                <a:ext uri="{FF2B5EF4-FFF2-40B4-BE49-F238E27FC236}">
                  <a16:creationId xmlns:a16="http://schemas.microsoft.com/office/drawing/2014/main" id="{08CBDA27-4A93-4A8B-E5EA-3FA96B59202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6" name="rc729">
              <a:extLst>
                <a:ext uri="{FF2B5EF4-FFF2-40B4-BE49-F238E27FC236}">
                  <a16:creationId xmlns:a16="http://schemas.microsoft.com/office/drawing/2014/main" id="{4FAA4E0F-0547-AB70-A1BD-38D01AA1117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7" name="rc730">
              <a:extLst>
                <a:ext uri="{FF2B5EF4-FFF2-40B4-BE49-F238E27FC236}">
                  <a16:creationId xmlns:a16="http://schemas.microsoft.com/office/drawing/2014/main" id="{9715E0AB-BF29-4634-AAF3-5C4F787918E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8" name="rc731">
              <a:extLst>
                <a:ext uri="{FF2B5EF4-FFF2-40B4-BE49-F238E27FC236}">
                  <a16:creationId xmlns:a16="http://schemas.microsoft.com/office/drawing/2014/main" id="{D0964EAC-0CDA-72F6-5503-53932D2E92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9" name="rc732">
              <a:extLst>
                <a:ext uri="{FF2B5EF4-FFF2-40B4-BE49-F238E27FC236}">
                  <a16:creationId xmlns:a16="http://schemas.microsoft.com/office/drawing/2014/main" id="{20C043D1-25A8-8AD9-B6AA-390191FA8B7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0" name="rc733">
              <a:extLst>
                <a:ext uri="{FF2B5EF4-FFF2-40B4-BE49-F238E27FC236}">
                  <a16:creationId xmlns:a16="http://schemas.microsoft.com/office/drawing/2014/main" id="{972CF074-6087-7C88-79E5-DA5C52C4BD5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1" name="rc734">
              <a:extLst>
                <a:ext uri="{FF2B5EF4-FFF2-40B4-BE49-F238E27FC236}">
                  <a16:creationId xmlns:a16="http://schemas.microsoft.com/office/drawing/2014/main" id="{EE4FBEEF-5E50-9F83-BF15-058C3B0757D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2" name="rc735">
              <a:extLst>
                <a:ext uri="{FF2B5EF4-FFF2-40B4-BE49-F238E27FC236}">
                  <a16:creationId xmlns:a16="http://schemas.microsoft.com/office/drawing/2014/main" id="{C2FD6829-31E8-3694-EDBC-0BC2CD19380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3" name="rc736">
              <a:extLst>
                <a:ext uri="{FF2B5EF4-FFF2-40B4-BE49-F238E27FC236}">
                  <a16:creationId xmlns:a16="http://schemas.microsoft.com/office/drawing/2014/main" id="{C626227C-9A4D-21FA-95D3-EBA6446F5FF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4" name="rc737">
              <a:extLst>
                <a:ext uri="{FF2B5EF4-FFF2-40B4-BE49-F238E27FC236}">
                  <a16:creationId xmlns:a16="http://schemas.microsoft.com/office/drawing/2014/main" id="{D8783129-0396-348E-3C94-397E9FE9092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5" name="rc738">
              <a:extLst>
                <a:ext uri="{FF2B5EF4-FFF2-40B4-BE49-F238E27FC236}">
                  <a16:creationId xmlns:a16="http://schemas.microsoft.com/office/drawing/2014/main" id="{303BB6EF-FA3A-242C-2E25-0961331D34D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6" name="rc739">
              <a:extLst>
                <a:ext uri="{FF2B5EF4-FFF2-40B4-BE49-F238E27FC236}">
                  <a16:creationId xmlns:a16="http://schemas.microsoft.com/office/drawing/2014/main" id="{F1326895-CBAC-CBA5-3BE2-CD57C8BA0FF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7" name="rc740">
              <a:extLst>
                <a:ext uri="{FF2B5EF4-FFF2-40B4-BE49-F238E27FC236}">
                  <a16:creationId xmlns:a16="http://schemas.microsoft.com/office/drawing/2014/main" id="{46001F79-B2BE-E58C-2766-84BA3E383B1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8" name="rc741">
              <a:extLst>
                <a:ext uri="{FF2B5EF4-FFF2-40B4-BE49-F238E27FC236}">
                  <a16:creationId xmlns:a16="http://schemas.microsoft.com/office/drawing/2014/main" id="{3ACA8CAC-FF1E-3F49-BFCC-38D3CDDA4F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9" name="rc742">
              <a:extLst>
                <a:ext uri="{FF2B5EF4-FFF2-40B4-BE49-F238E27FC236}">
                  <a16:creationId xmlns:a16="http://schemas.microsoft.com/office/drawing/2014/main" id="{56A30A01-1F90-4465-1D49-7E794DD339A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0" name="rc743">
              <a:extLst>
                <a:ext uri="{FF2B5EF4-FFF2-40B4-BE49-F238E27FC236}">
                  <a16:creationId xmlns:a16="http://schemas.microsoft.com/office/drawing/2014/main" id="{FE147EA8-FD0C-3885-FDE4-12C183992A6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1" name="rc744">
              <a:extLst>
                <a:ext uri="{FF2B5EF4-FFF2-40B4-BE49-F238E27FC236}">
                  <a16:creationId xmlns:a16="http://schemas.microsoft.com/office/drawing/2014/main" id="{7C732A28-3B07-AEE6-F674-BC62FF3A22B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2" name="rc745">
              <a:extLst>
                <a:ext uri="{FF2B5EF4-FFF2-40B4-BE49-F238E27FC236}">
                  <a16:creationId xmlns:a16="http://schemas.microsoft.com/office/drawing/2014/main" id="{4F95F5F1-63F8-EA1E-7D44-09CF2F7319A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3" name="rc746">
              <a:extLst>
                <a:ext uri="{FF2B5EF4-FFF2-40B4-BE49-F238E27FC236}">
                  <a16:creationId xmlns:a16="http://schemas.microsoft.com/office/drawing/2014/main" id="{0F8FA68D-EE39-1484-F6B2-5494B1BFDFF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4" name="rc747">
              <a:extLst>
                <a:ext uri="{FF2B5EF4-FFF2-40B4-BE49-F238E27FC236}">
                  <a16:creationId xmlns:a16="http://schemas.microsoft.com/office/drawing/2014/main" id="{73DE1F68-9829-E0D2-6FF2-4B7D725A16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5" name="rc748">
              <a:extLst>
                <a:ext uri="{FF2B5EF4-FFF2-40B4-BE49-F238E27FC236}">
                  <a16:creationId xmlns:a16="http://schemas.microsoft.com/office/drawing/2014/main" id="{B4BF5F24-DEB3-1783-A483-A3F85C5C057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6" name="rc749">
              <a:extLst>
                <a:ext uri="{FF2B5EF4-FFF2-40B4-BE49-F238E27FC236}">
                  <a16:creationId xmlns:a16="http://schemas.microsoft.com/office/drawing/2014/main" id="{0A6185BF-747F-D879-36A5-57AFC326B9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7" name="rc750">
              <a:extLst>
                <a:ext uri="{FF2B5EF4-FFF2-40B4-BE49-F238E27FC236}">
                  <a16:creationId xmlns:a16="http://schemas.microsoft.com/office/drawing/2014/main" id="{7832753B-EF05-2A0A-8EBE-8D648941061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8" name="rc751">
              <a:extLst>
                <a:ext uri="{FF2B5EF4-FFF2-40B4-BE49-F238E27FC236}">
                  <a16:creationId xmlns:a16="http://schemas.microsoft.com/office/drawing/2014/main" id="{6A8D1BCE-15A4-0E87-BEC3-2D4F70821CB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9" name="rc752">
              <a:extLst>
                <a:ext uri="{FF2B5EF4-FFF2-40B4-BE49-F238E27FC236}">
                  <a16:creationId xmlns:a16="http://schemas.microsoft.com/office/drawing/2014/main" id="{094D551E-B84F-42A5-FF56-535B44F4789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0" name="rc753">
              <a:extLst>
                <a:ext uri="{FF2B5EF4-FFF2-40B4-BE49-F238E27FC236}">
                  <a16:creationId xmlns:a16="http://schemas.microsoft.com/office/drawing/2014/main" id="{ADCE977D-4FDD-2282-7185-209E7E38B5C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1" name="rc754">
              <a:extLst>
                <a:ext uri="{FF2B5EF4-FFF2-40B4-BE49-F238E27FC236}">
                  <a16:creationId xmlns:a16="http://schemas.microsoft.com/office/drawing/2014/main" id="{A686D3A4-6370-1F2A-5C01-5CC19836CB4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2" name="rc755">
              <a:extLst>
                <a:ext uri="{FF2B5EF4-FFF2-40B4-BE49-F238E27FC236}">
                  <a16:creationId xmlns:a16="http://schemas.microsoft.com/office/drawing/2014/main" id="{422D4476-332B-7C62-F673-4CC4290623E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3" name="rc756">
              <a:extLst>
                <a:ext uri="{FF2B5EF4-FFF2-40B4-BE49-F238E27FC236}">
                  <a16:creationId xmlns:a16="http://schemas.microsoft.com/office/drawing/2014/main" id="{ED582DCA-DF52-02B8-9786-34B930E8CF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4" name="rc757">
              <a:extLst>
                <a:ext uri="{FF2B5EF4-FFF2-40B4-BE49-F238E27FC236}">
                  <a16:creationId xmlns:a16="http://schemas.microsoft.com/office/drawing/2014/main" id="{8E9598D6-C27B-046D-5590-3DBE4B976F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5" name="rc758">
              <a:extLst>
                <a:ext uri="{FF2B5EF4-FFF2-40B4-BE49-F238E27FC236}">
                  <a16:creationId xmlns:a16="http://schemas.microsoft.com/office/drawing/2014/main" id="{6560CC38-0F79-054B-5F76-02639A5970F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6" name="rc759">
              <a:extLst>
                <a:ext uri="{FF2B5EF4-FFF2-40B4-BE49-F238E27FC236}">
                  <a16:creationId xmlns:a16="http://schemas.microsoft.com/office/drawing/2014/main" id="{C8E8534B-A036-1901-7750-1515F92080B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7" name="rc760">
              <a:extLst>
                <a:ext uri="{FF2B5EF4-FFF2-40B4-BE49-F238E27FC236}">
                  <a16:creationId xmlns:a16="http://schemas.microsoft.com/office/drawing/2014/main" id="{F2DE0998-E1F4-2590-F1A5-83847FC010C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8" name="rc761">
              <a:extLst>
                <a:ext uri="{FF2B5EF4-FFF2-40B4-BE49-F238E27FC236}">
                  <a16:creationId xmlns:a16="http://schemas.microsoft.com/office/drawing/2014/main" id="{2728DB62-053B-C9AB-A9FD-322585B5C7F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9" name="rc762">
              <a:extLst>
                <a:ext uri="{FF2B5EF4-FFF2-40B4-BE49-F238E27FC236}">
                  <a16:creationId xmlns:a16="http://schemas.microsoft.com/office/drawing/2014/main" id="{F30E07D8-FB50-6C2D-D594-A2535563859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0" name="rc763">
              <a:extLst>
                <a:ext uri="{FF2B5EF4-FFF2-40B4-BE49-F238E27FC236}">
                  <a16:creationId xmlns:a16="http://schemas.microsoft.com/office/drawing/2014/main" id="{12C9B645-0932-0D86-C1A4-2FF82416CE3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1" name="rc764">
              <a:extLst>
                <a:ext uri="{FF2B5EF4-FFF2-40B4-BE49-F238E27FC236}">
                  <a16:creationId xmlns:a16="http://schemas.microsoft.com/office/drawing/2014/main" id="{1EDC8DBA-BF8E-0461-E0FF-B31DEACD64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2" name="rc765">
              <a:extLst>
                <a:ext uri="{FF2B5EF4-FFF2-40B4-BE49-F238E27FC236}">
                  <a16:creationId xmlns:a16="http://schemas.microsoft.com/office/drawing/2014/main" id="{98660FC1-584D-6296-4886-709F42A62AA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3" name="rc766">
              <a:extLst>
                <a:ext uri="{FF2B5EF4-FFF2-40B4-BE49-F238E27FC236}">
                  <a16:creationId xmlns:a16="http://schemas.microsoft.com/office/drawing/2014/main" id="{58F0E26E-8880-77FC-3C1A-3D006CEC63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4" name="rc767">
              <a:extLst>
                <a:ext uri="{FF2B5EF4-FFF2-40B4-BE49-F238E27FC236}">
                  <a16:creationId xmlns:a16="http://schemas.microsoft.com/office/drawing/2014/main" id="{E06FF44B-DCA4-E69F-B44E-08DBF033447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5" name="rc768">
              <a:extLst>
                <a:ext uri="{FF2B5EF4-FFF2-40B4-BE49-F238E27FC236}">
                  <a16:creationId xmlns:a16="http://schemas.microsoft.com/office/drawing/2014/main" id="{98116EE5-548C-6003-A129-3CE81D72323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6" name="rc769">
              <a:extLst>
                <a:ext uri="{FF2B5EF4-FFF2-40B4-BE49-F238E27FC236}">
                  <a16:creationId xmlns:a16="http://schemas.microsoft.com/office/drawing/2014/main" id="{633AA85B-D979-68E3-5178-5CC63333AE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7" name="rc770">
              <a:extLst>
                <a:ext uri="{FF2B5EF4-FFF2-40B4-BE49-F238E27FC236}">
                  <a16:creationId xmlns:a16="http://schemas.microsoft.com/office/drawing/2014/main" id="{53722218-1196-0A0D-B1AB-4CA53071C14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8" name="rc771">
              <a:extLst>
                <a:ext uri="{FF2B5EF4-FFF2-40B4-BE49-F238E27FC236}">
                  <a16:creationId xmlns:a16="http://schemas.microsoft.com/office/drawing/2014/main" id="{426B9C49-D77E-F3AE-10B6-8ADF960913C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9" name="rc772">
              <a:extLst>
                <a:ext uri="{FF2B5EF4-FFF2-40B4-BE49-F238E27FC236}">
                  <a16:creationId xmlns:a16="http://schemas.microsoft.com/office/drawing/2014/main" id="{A54FC091-BCCF-BA11-5B68-384186FFD5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0" name="rc773">
              <a:extLst>
                <a:ext uri="{FF2B5EF4-FFF2-40B4-BE49-F238E27FC236}">
                  <a16:creationId xmlns:a16="http://schemas.microsoft.com/office/drawing/2014/main" id="{4A8337A1-3D9F-D2B8-808C-8E5E5DDFB4B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1" name="rc774">
              <a:extLst>
                <a:ext uri="{FF2B5EF4-FFF2-40B4-BE49-F238E27FC236}">
                  <a16:creationId xmlns:a16="http://schemas.microsoft.com/office/drawing/2014/main" id="{28635225-79BD-62A2-A525-92124B51D43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2" name="rc775">
              <a:extLst>
                <a:ext uri="{FF2B5EF4-FFF2-40B4-BE49-F238E27FC236}">
                  <a16:creationId xmlns:a16="http://schemas.microsoft.com/office/drawing/2014/main" id="{6587854E-9105-7DC2-0761-B99FF737B0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3" name="rc776">
              <a:extLst>
                <a:ext uri="{FF2B5EF4-FFF2-40B4-BE49-F238E27FC236}">
                  <a16:creationId xmlns:a16="http://schemas.microsoft.com/office/drawing/2014/main" id="{8D810441-0D41-01B0-CAE1-1348F7FDB89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4" name="rc777">
              <a:extLst>
                <a:ext uri="{FF2B5EF4-FFF2-40B4-BE49-F238E27FC236}">
                  <a16:creationId xmlns:a16="http://schemas.microsoft.com/office/drawing/2014/main" id="{73DBB709-2946-B25B-DA21-34E78A7B0B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5" name="rc778">
              <a:extLst>
                <a:ext uri="{FF2B5EF4-FFF2-40B4-BE49-F238E27FC236}">
                  <a16:creationId xmlns:a16="http://schemas.microsoft.com/office/drawing/2014/main" id="{2E67BD22-8741-F347-62B3-B1A0405C349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6" name="rc779">
              <a:extLst>
                <a:ext uri="{FF2B5EF4-FFF2-40B4-BE49-F238E27FC236}">
                  <a16:creationId xmlns:a16="http://schemas.microsoft.com/office/drawing/2014/main" id="{6867B76A-575D-906A-26A4-AD0F7C2F3D7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7" name="rc780">
              <a:extLst>
                <a:ext uri="{FF2B5EF4-FFF2-40B4-BE49-F238E27FC236}">
                  <a16:creationId xmlns:a16="http://schemas.microsoft.com/office/drawing/2014/main" id="{693CC46A-EB47-CE55-B8AA-B5FD226F2C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8" name="rc781">
              <a:extLst>
                <a:ext uri="{FF2B5EF4-FFF2-40B4-BE49-F238E27FC236}">
                  <a16:creationId xmlns:a16="http://schemas.microsoft.com/office/drawing/2014/main" id="{B33600D5-C9EA-E145-56BA-B4FF67638E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9" name="rc782">
              <a:extLst>
                <a:ext uri="{FF2B5EF4-FFF2-40B4-BE49-F238E27FC236}">
                  <a16:creationId xmlns:a16="http://schemas.microsoft.com/office/drawing/2014/main" id="{6C6AF014-A2DD-1F9A-E7D0-94A4422AC3E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0" name="rc783">
              <a:extLst>
                <a:ext uri="{FF2B5EF4-FFF2-40B4-BE49-F238E27FC236}">
                  <a16:creationId xmlns:a16="http://schemas.microsoft.com/office/drawing/2014/main" id="{1FBA3134-EFAC-8CEE-5E0F-D8DABFA1EBE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1" name="rc784">
              <a:extLst>
                <a:ext uri="{FF2B5EF4-FFF2-40B4-BE49-F238E27FC236}">
                  <a16:creationId xmlns:a16="http://schemas.microsoft.com/office/drawing/2014/main" id="{51167406-F157-1A4F-7722-44257CA9D98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2" name="rc785">
              <a:extLst>
                <a:ext uri="{FF2B5EF4-FFF2-40B4-BE49-F238E27FC236}">
                  <a16:creationId xmlns:a16="http://schemas.microsoft.com/office/drawing/2014/main" id="{AD55EB8F-9CBF-4C6D-57DF-ED08EAE92C0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3" name="rc786">
              <a:extLst>
                <a:ext uri="{FF2B5EF4-FFF2-40B4-BE49-F238E27FC236}">
                  <a16:creationId xmlns:a16="http://schemas.microsoft.com/office/drawing/2014/main" id="{294BDBC3-4D58-66D7-F8FE-53F0B27BE42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4" name="rc787">
              <a:extLst>
                <a:ext uri="{FF2B5EF4-FFF2-40B4-BE49-F238E27FC236}">
                  <a16:creationId xmlns:a16="http://schemas.microsoft.com/office/drawing/2014/main" id="{3532CE7E-5B78-D6DC-AAC8-700D83DB232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5" name="rc788">
              <a:extLst>
                <a:ext uri="{FF2B5EF4-FFF2-40B4-BE49-F238E27FC236}">
                  <a16:creationId xmlns:a16="http://schemas.microsoft.com/office/drawing/2014/main" id="{EEB6C803-9371-F681-5781-BE45D516D6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6" name="rc789">
              <a:extLst>
                <a:ext uri="{FF2B5EF4-FFF2-40B4-BE49-F238E27FC236}">
                  <a16:creationId xmlns:a16="http://schemas.microsoft.com/office/drawing/2014/main" id="{2681CA02-69E5-1782-AEF5-BD77088D023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7" name="rc790">
              <a:extLst>
                <a:ext uri="{FF2B5EF4-FFF2-40B4-BE49-F238E27FC236}">
                  <a16:creationId xmlns:a16="http://schemas.microsoft.com/office/drawing/2014/main" id="{236C171E-E4BD-7D73-0F77-11766C0E77F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8" name="rc791">
              <a:extLst>
                <a:ext uri="{FF2B5EF4-FFF2-40B4-BE49-F238E27FC236}">
                  <a16:creationId xmlns:a16="http://schemas.microsoft.com/office/drawing/2014/main" id="{98B48423-E3E7-BAF5-F3F4-CCA074D70F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9" name="rc792">
              <a:extLst>
                <a:ext uri="{FF2B5EF4-FFF2-40B4-BE49-F238E27FC236}">
                  <a16:creationId xmlns:a16="http://schemas.microsoft.com/office/drawing/2014/main" id="{42BF14C6-ACB1-45E6-DD7C-F9C4287D974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0" name="rc793">
              <a:extLst>
                <a:ext uri="{FF2B5EF4-FFF2-40B4-BE49-F238E27FC236}">
                  <a16:creationId xmlns:a16="http://schemas.microsoft.com/office/drawing/2014/main" id="{36CBD5F7-26B5-1A8A-9BFB-D6AA858BE06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1" name="rc794">
              <a:extLst>
                <a:ext uri="{FF2B5EF4-FFF2-40B4-BE49-F238E27FC236}">
                  <a16:creationId xmlns:a16="http://schemas.microsoft.com/office/drawing/2014/main" id="{412F2C55-E4C2-0C56-D3E7-2D2DD23D46C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2" name="rc795">
              <a:extLst>
                <a:ext uri="{FF2B5EF4-FFF2-40B4-BE49-F238E27FC236}">
                  <a16:creationId xmlns:a16="http://schemas.microsoft.com/office/drawing/2014/main" id="{8B71C870-E707-6739-EF1E-ABCEF47905D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3" name="rc796">
              <a:extLst>
                <a:ext uri="{FF2B5EF4-FFF2-40B4-BE49-F238E27FC236}">
                  <a16:creationId xmlns:a16="http://schemas.microsoft.com/office/drawing/2014/main" id="{85720B8A-7E70-7070-5FEE-95204A52B29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4" name="rc797">
              <a:extLst>
                <a:ext uri="{FF2B5EF4-FFF2-40B4-BE49-F238E27FC236}">
                  <a16:creationId xmlns:a16="http://schemas.microsoft.com/office/drawing/2014/main" id="{8A4384D7-0EC6-C3E9-1A05-EF1B1706FD6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5" name="rc798">
              <a:extLst>
                <a:ext uri="{FF2B5EF4-FFF2-40B4-BE49-F238E27FC236}">
                  <a16:creationId xmlns:a16="http://schemas.microsoft.com/office/drawing/2014/main" id="{648A34BC-50D4-3BFE-9B18-38172C33D0B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6" name="rc799">
              <a:extLst>
                <a:ext uri="{FF2B5EF4-FFF2-40B4-BE49-F238E27FC236}">
                  <a16:creationId xmlns:a16="http://schemas.microsoft.com/office/drawing/2014/main" id="{566E0628-2B67-DBE8-928D-AFEF1AB52DE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7" name="rc800">
              <a:extLst>
                <a:ext uri="{FF2B5EF4-FFF2-40B4-BE49-F238E27FC236}">
                  <a16:creationId xmlns:a16="http://schemas.microsoft.com/office/drawing/2014/main" id="{4E48498C-E1E3-068D-A765-FC573DBB4D2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8" name="rc801">
              <a:extLst>
                <a:ext uri="{FF2B5EF4-FFF2-40B4-BE49-F238E27FC236}">
                  <a16:creationId xmlns:a16="http://schemas.microsoft.com/office/drawing/2014/main" id="{FF68B96A-5809-E5A5-646A-19FA564390E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9" name="rc802">
              <a:extLst>
                <a:ext uri="{FF2B5EF4-FFF2-40B4-BE49-F238E27FC236}">
                  <a16:creationId xmlns:a16="http://schemas.microsoft.com/office/drawing/2014/main" id="{A1C7D103-C3BB-DE52-EAED-7CC2865268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0" name="rc803">
              <a:extLst>
                <a:ext uri="{FF2B5EF4-FFF2-40B4-BE49-F238E27FC236}">
                  <a16:creationId xmlns:a16="http://schemas.microsoft.com/office/drawing/2014/main" id="{6142D5F9-9276-072B-A6A4-FD8CD44D31F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1" name="rc804">
              <a:extLst>
                <a:ext uri="{FF2B5EF4-FFF2-40B4-BE49-F238E27FC236}">
                  <a16:creationId xmlns:a16="http://schemas.microsoft.com/office/drawing/2014/main" id="{6BC463A7-F8F5-846E-82EB-F5AD21A21C0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2" name="rc805">
              <a:extLst>
                <a:ext uri="{FF2B5EF4-FFF2-40B4-BE49-F238E27FC236}">
                  <a16:creationId xmlns:a16="http://schemas.microsoft.com/office/drawing/2014/main" id="{5C9C2D03-C046-41DA-E4FE-8D4A6E9F62C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3" name="rc806">
              <a:extLst>
                <a:ext uri="{FF2B5EF4-FFF2-40B4-BE49-F238E27FC236}">
                  <a16:creationId xmlns:a16="http://schemas.microsoft.com/office/drawing/2014/main" id="{ADDDD0A3-5334-66E1-90C2-6ADFCA826C3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4" name="rc807">
              <a:extLst>
                <a:ext uri="{FF2B5EF4-FFF2-40B4-BE49-F238E27FC236}">
                  <a16:creationId xmlns:a16="http://schemas.microsoft.com/office/drawing/2014/main" id="{A70EE462-87EC-5D57-1ADE-4BB746264D7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5" name="rc808">
              <a:extLst>
                <a:ext uri="{FF2B5EF4-FFF2-40B4-BE49-F238E27FC236}">
                  <a16:creationId xmlns:a16="http://schemas.microsoft.com/office/drawing/2014/main" id="{1A444111-D2A1-F280-FE13-E353FA8A483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6" name="rc809">
              <a:extLst>
                <a:ext uri="{FF2B5EF4-FFF2-40B4-BE49-F238E27FC236}">
                  <a16:creationId xmlns:a16="http://schemas.microsoft.com/office/drawing/2014/main" id="{C1AE9343-0168-CD48-DAB9-C7C2AAA5EF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7" name="rc810">
              <a:extLst>
                <a:ext uri="{FF2B5EF4-FFF2-40B4-BE49-F238E27FC236}">
                  <a16:creationId xmlns:a16="http://schemas.microsoft.com/office/drawing/2014/main" id="{918C94D8-6EAD-E910-1813-753D6C30CE2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8" name="rc811">
              <a:extLst>
                <a:ext uri="{FF2B5EF4-FFF2-40B4-BE49-F238E27FC236}">
                  <a16:creationId xmlns:a16="http://schemas.microsoft.com/office/drawing/2014/main" id="{5EE8D987-E6CA-33D6-3715-0D3481D881B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9" name="rc812">
              <a:extLst>
                <a:ext uri="{FF2B5EF4-FFF2-40B4-BE49-F238E27FC236}">
                  <a16:creationId xmlns:a16="http://schemas.microsoft.com/office/drawing/2014/main" id="{D05E0201-6119-021D-3777-ECB29488310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0" name="rc813">
              <a:extLst>
                <a:ext uri="{FF2B5EF4-FFF2-40B4-BE49-F238E27FC236}">
                  <a16:creationId xmlns:a16="http://schemas.microsoft.com/office/drawing/2014/main" id="{25B34E46-9378-C021-5B69-6ED7F6B62F5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1" name="rc814">
              <a:extLst>
                <a:ext uri="{FF2B5EF4-FFF2-40B4-BE49-F238E27FC236}">
                  <a16:creationId xmlns:a16="http://schemas.microsoft.com/office/drawing/2014/main" id="{3C9A99D8-3642-310A-1944-A63FD05E833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2" name="rc815">
              <a:extLst>
                <a:ext uri="{FF2B5EF4-FFF2-40B4-BE49-F238E27FC236}">
                  <a16:creationId xmlns:a16="http://schemas.microsoft.com/office/drawing/2014/main" id="{8813CD3D-B2EB-44FB-C799-FC78306ED5A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3" name="rc816">
              <a:extLst>
                <a:ext uri="{FF2B5EF4-FFF2-40B4-BE49-F238E27FC236}">
                  <a16:creationId xmlns:a16="http://schemas.microsoft.com/office/drawing/2014/main" id="{AE4DF406-D3B6-147D-9C29-EDEE382AF41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4" name="rc817">
              <a:extLst>
                <a:ext uri="{FF2B5EF4-FFF2-40B4-BE49-F238E27FC236}">
                  <a16:creationId xmlns:a16="http://schemas.microsoft.com/office/drawing/2014/main" id="{90644D9F-8F47-B363-B0BD-E968299754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5" name="rc818">
              <a:extLst>
                <a:ext uri="{FF2B5EF4-FFF2-40B4-BE49-F238E27FC236}">
                  <a16:creationId xmlns:a16="http://schemas.microsoft.com/office/drawing/2014/main" id="{CB297F54-6D31-BC5D-35B6-530C6A7BCC4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6" name="rc819">
              <a:extLst>
                <a:ext uri="{FF2B5EF4-FFF2-40B4-BE49-F238E27FC236}">
                  <a16:creationId xmlns:a16="http://schemas.microsoft.com/office/drawing/2014/main" id="{4853AE95-A053-4BCB-4EA7-945D9C4D4D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7" name="rc820">
              <a:extLst>
                <a:ext uri="{FF2B5EF4-FFF2-40B4-BE49-F238E27FC236}">
                  <a16:creationId xmlns:a16="http://schemas.microsoft.com/office/drawing/2014/main" id="{2FAF66F7-16DC-B7B3-2550-5318A0CD47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8" name="rc821">
              <a:extLst>
                <a:ext uri="{FF2B5EF4-FFF2-40B4-BE49-F238E27FC236}">
                  <a16:creationId xmlns:a16="http://schemas.microsoft.com/office/drawing/2014/main" id="{B23B2CC0-B351-D93C-D571-6EC3060E15A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9" name="rc822">
              <a:extLst>
                <a:ext uri="{FF2B5EF4-FFF2-40B4-BE49-F238E27FC236}">
                  <a16:creationId xmlns:a16="http://schemas.microsoft.com/office/drawing/2014/main" id="{89112B37-F3EE-EC55-E5CC-ECE50306C43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0" name="rc823">
              <a:extLst>
                <a:ext uri="{FF2B5EF4-FFF2-40B4-BE49-F238E27FC236}">
                  <a16:creationId xmlns:a16="http://schemas.microsoft.com/office/drawing/2014/main" id="{76FB6A6B-7725-CC02-C401-EE7F829358F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1" name="rc824">
              <a:extLst>
                <a:ext uri="{FF2B5EF4-FFF2-40B4-BE49-F238E27FC236}">
                  <a16:creationId xmlns:a16="http://schemas.microsoft.com/office/drawing/2014/main" id="{524D957A-DE3B-8CED-4F44-E449D107787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2" name="rc825">
              <a:extLst>
                <a:ext uri="{FF2B5EF4-FFF2-40B4-BE49-F238E27FC236}">
                  <a16:creationId xmlns:a16="http://schemas.microsoft.com/office/drawing/2014/main" id="{7441A84D-B9E0-BEB8-86F1-BE29CCAC09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3" name="rc826">
              <a:extLst>
                <a:ext uri="{FF2B5EF4-FFF2-40B4-BE49-F238E27FC236}">
                  <a16:creationId xmlns:a16="http://schemas.microsoft.com/office/drawing/2014/main" id="{0A58725B-84BB-37E6-C087-06ACF3DE27B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4" name="rc827">
              <a:extLst>
                <a:ext uri="{FF2B5EF4-FFF2-40B4-BE49-F238E27FC236}">
                  <a16:creationId xmlns:a16="http://schemas.microsoft.com/office/drawing/2014/main" id="{E9ACA852-3F97-0010-0F3B-F704843B0BB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5" name="rc828">
              <a:extLst>
                <a:ext uri="{FF2B5EF4-FFF2-40B4-BE49-F238E27FC236}">
                  <a16:creationId xmlns:a16="http://schemas.microsoft.com/office/drawing/2014/main" id="{0BC8171C-19D2-F57D-87FB-B7E69C175D3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6" name="rc829">
              <a:extLst>
                <a:ext uri="{FF2B5EF4-FFF2-40B4-BE49-F238E27FC236}">
                  <a16:creationId xmlns:a16="http://schemas.microsoft.com/office/drawing/2014/main" id="{B290A274-B475-8B2D-63E6-9561DA3A5ED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7" name="rc830">
              <a:extLst>
                <a:ext uri="{FF2B5EF4-FFF2-40B4-BE49-F238E27FC236}">
                  <a16:creationId xmlns:a16="http://schemas.microsoft.com/office/drawing/2014/main" id="{9D2326E7-7425-0779-D749-9F5A9FFDB61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8" name="rc831">
              <a:extLst>
                <a:ext uri="{FF2B5EF4-FFF2-40B4-BE49-F238E27FC236}">
                  <a16:creationId xmlns:a16="http://schemas.microsoft.com/office/drawing/2014/main" id="{57995CA9-8FEE-9400-F7F2-47D7252E3E2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9" name="rc832">
              <a:extLst>
                <a:ext uri="{FF2B5EF4-FFF2-40B4-BE49-F238E27FC236}">
                  <a16:creationId xmlns:a16="http://schemas.microsoft.com/office/drawing/2014/main" id="{C4794B49-058B-60BB-5F2A-FA6F65E856F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0" name="rc833">
              <a:extLst>
                <a:ext uri="{FF2B5EF4-FFF2-40B4-BE49-F238E27FC236}">
                  <a16:creationId xmlns:a16="http://schemas.microsoft.com/office/drawing/2014/main" id="{B220A157-EF88-A7CF-4E9C-D93B679A6BC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1" name="rc834">
              <a:extLst>
                <a:ext uri="{FF2B5EF4-FFF2-40B4-BE49-F238E27FC236}">
                  <a16:creationId xmlns:a16="http://schemas.microsoft.com/office/drawing/2014/main" id="{9D0990EF-4B81-8674-B908-CD2ADBE66BE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2" name="rc835">
              <a:extLst>
                <a:ext uri="{FF2B5EF4-FFF2-40B4-BE49-F238E27FC236}">
                  <a16:creationId xmlns:a16="http://schemas.microsoft.com/office/drawing/2014/main" id="{350A369D-24BB-8CC9-35FF-99897B7B0B5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3" name="rc836">
              <a:extLst>
                <a:ext uri="{FF2B5EF4-FFF2-40B4-BE49-F238E27FC236}">
                  <a16:creationId xmlns:a16="http://schemas.microsoft.com/office/drawing/2014/main" id="{D67C637E-E8C9-E20C-2B1A-E5FB6A7EFC2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4" name="rc837">
              <a:extLst>
                <a:ext uri="{FF2B5EF4-FFF2-40B4-BE49-F238E27FC236}">
                  <a16:creationId xmlns:a16="http://schemas.microsoft.com/office/drawing/2014/main" id="{7A536F50-4B6A-9F1B-4B3D-ABC5A054A07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5" name="rc838">
              <a:extLst>
                <a:ext uri="{FF2B5EF4-FFF2-40B4-BE49-F238E27FC236}">
                  <a16:creationId xmlns:a16="http://schemas.microsoft.com/office/drawing/2014/main" id="{E029E60D-5464-7237-B082-470BC51C1F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6" name="rc839">
              <a:extLst>
                <a:ext uri="{FF2B5EF4-FFF2-40B4-BE49-F238E27FC236}">
                  <a16:creationId xmlns:a16="http://schemas.microsoft.com/office/drawing/2014/main" id="{9E7CFAB6-5785-31F2-6E79-6A6C526B8C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7" name="rc840">
              <a:extLst>
                <a:ext uri="{FF2B5EF4-FFF2-40B4-BE49-F238E27FC236}">
                  <a16:creationId xmlns:a16="http://schemas.microsoft.com/office/drawing/2014/main" id="{35740533-E147-CF32-FDC0-3D10A89B024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8" name="rc841">
              <a:extLst>
                <a:ext uri="{FF2B5EF4-FFF2-40B4-BE49-F238E27FC236}">
                  <a16:creationId xmlns:a16="http://schemas.microsoft.com/office/drawing/2014/main" id="{EB3B5C1F-B6FD-03C0-4FDF-E817BE6142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9" name="rc842">
              <a:extLst>
                <a:ext uri="{FF2B5EF4-FFF2-40B4-BE49-F238E27FC236}">
                  <a16:creationId xmlns:a16="http://schemas.microsoft.com/office/drawing/2014/main" id="{18B283E2-4C24-95B5-27E3-E10598B00DB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0" name="rc843">
              <a:extLst>
                <a:ext uri="{FF2B5EF4-FFF2-40B4-BE49-F238E27FC236}">
                  <a16:creationId xmlns:a16="http://schemas.microsoft.com/office/drawing/2014/main" id="{566EBF8F-7699-25B5-9BDC-B8F40BB0B06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1" name="rc844">
              <a:extLst>
                <a:ext uri="{FF2B5EF4-FFF2-40B4-BE49-F238E27FC236}">
                  <a16:creationId xmlns:a16="http://schemas.microsoft.com/office/drawing/2014/main" id="{EACF8F74-904C-E83C-AB8F-9318C7792A8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2" name="rc845">
              <a:extLst>
                <a:ext uri="{FF2B5EF4-FFF2-40B4-BE49-F238E27FC236}">
                  <a16:creationId xmlns:a16="http://schemas.microsoft.com/office/drawing/2014/main" id="{653E58CF-820C-10CA-2829-86D59F64C46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3" name="rc846">
              <a:extLst>
                <a:ext uri="{FF2B5EF4-FFF2-40B4-BE49-F238E27FC236}">
                  <a16:creationId xmlns:a16="http://schemas.microsoft.com/office/drawing/2014/main" id="{0B4E1CD1-FDF9-58FC-E1A9-2F9DC156584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4" name="rc847">
              <a:extLst>
                <a:ext uri="{FF2B5EF4-FFF2-40B4-BE49-F238E27FC236}">
                  <a16:creationId xmlns:a16="http://schemas.microsoft.com/office/drawing/2014/main" id="{1839CF8C-8DA6-24C8-6F72-014BE70E084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5" name="rc848">
              <a:extLst>
                <a:ext uri="{FF2B5EF4-FFF2-40B4-BE49-F238E27FC236}">
                  <a16:creationId xmlns:a16="http://schemas.microsoft.com/office/drawing/2014/main" id="{4592CD75-B831-D31E-950F-4C3164E618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6" name="rc849">
              <a:extLst>
                <a:ext uri="{FF2B5EF4-FFF2-40B4-BE49-F238E27FC236}">
                  <a16:creationId xmlns:a16="http://schemas.microsoft.com/office/drawing/2014/main" id="{E7904D58-F3E0-D343-1EA1-E18AB82EDC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7" name="rc850">
              <a:extLst>
                <a:ext uri="{FF2B5EF4-FFF2-40B4-BE49-F238E27FC236}">
                  <a16:creationId xmlns:a16="http://schemas.microsoft.com/office/drawing/2014/main" id="{5904C75A-B5CF-1182-E022-4B11278DC1B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8" name="rc851">
              <a:extLst>
                <a:ext uri="{FF2B5EF4-FFF2-40B4-BE49-F238E27FC236}">
                  <a16:creationId xmlns:a16="http://schemas.microsoft.com/office/drawing/2014/main" id="{5977BB81-D671-C1B5-BA79-5C596B9DFE3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9" name="rc852">
              <a:extLst>
                <a:ext uri="{FF2B5EF4-FFF2-40B4-BE49-F238E27FC236}">
                  <a16:creationId xmlns:a16="http://schemas.microsoft.com/office/drawing/2014/main" id="{098FCE26-EB1A-6B38-044C-7728EB66F89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0" name="rc853">
              <a:extLst>
                <a:ext uri="{FF2B5EF4-FFF2-40B4-BE49-F238E27FC236}">
                  <a16:creationId xmlns:a16="http://schemas.microsoft.com/office/drawing/2014/main" id="{28943294-1EFB-953A-57B6-698517637A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1" name="rc854">
              <a:extLst>
                <a:ext uri="{FF2B5EF4-FFF2-40B4-BE49-F238E27FC236}">
                  <a16:creationId xmlns:a16="http://schemas.microsoft.com/office/drawing/2014/main" id="{F604F0A6-6E2B-1DAF-A970-ED6F36B2ED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2" name="rc855">
              <a:extLst>
                <a:ext uri="{FF2B5EF4-FFF2-40B4-BE49-F238E27FC236}">
                  <a16:creationId xmlns:a16="http://schemas.microsoft.com/office/drawing/2014/main" id="{9B8C7B74-8980-CFD9-42E7-A0EB81CA97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3" name="rc856">
              <a:extLst>
                <a:ext uri="{FF2B5EF4-FFF2-40B4-BE49-F238E27FC236}">
                  <a16:creationId xmlns:a16="http://schemas.microsoft.com/office/drawing/2014/main" id="{80068793-898C-D20E-49DC-585799DBA2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4" name="rc857">
              <a:extLst>
                <a:ext uri="{FF2B5EF4-FFF2-40B4-BE49-F238E27FC236}">
                  <a16:creationId xmlns:a16="http://schemas.microsoft.com/office/drawing/2014/main" id="{CB0000B0-673B-A5C1-A888-118A5F64E78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5" name="rc858">
              <a:extLst>
                <a:ext uri="{FF2B5EF4-FFF2-40B4-BE49-F238E27FC236}">
                  <a16:creationId xmlns:a16="http://schemas.microsoft.com/office/drawing/2014/main" id="{ADBE8C7B-AC64-2A83-D961-7ADB08F6DB5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6" name="rc859">
              <a:extLst>
                <a:ext uri="{FF2B5EF4-FFF2-40B4-BE49-F238E27FC236}">
                  <a16:creationId xmlns:a16="http://schemas.microsoft.com/office/drawing/2014/main" id="{FE221B27-9BEC-9DCC-9FDA-C4B3D62DC21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7" name="rc860">
              <a:extLst>
                <a:ext uri="{FF2B5EF4-FFF2-40B4-BE49-F238E27FC236}">
                  <a16:creationId xmlns:a16="http://schemas.microsoft.com/office/drawing/2014/main" id="{ABABD88B-26AF-8799-146D-2C5C8F3C365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8" name="rc861">
              <a:extLst>
                <a:ext uri="{FF2B5EF4-FFF2-40B4-BE49-F238E27FC236}">
                  <a16:creationId xmlns:a16="http://schemas.microsoft.com/office/drawing/2014/main" id="{351E5284-E2D0-5DB3-D277-9DD40878FBD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9" name="rc862">
              <a:extLst>
                <a:ext uri="{FF2B5EF4-FFF2-40B4-BE49-F238E27FC236}">
                  <a16:creationId xmlns:a16="http://schemas.microsoft.com/office/drawing/2014/main" id="{D95D7148-C69E-FABD-2C10-CD318DB7B3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0" name="rc863">
              <a:extLst>
                <a:ext uri="{FF2B5EF4-FFF2-40B4-BE49-F238E27FC236}">
                  <a16:creationId xmlns:a16="http://schemas.microsoft.com/office/drawing/2014/main" id="{201B6D3B-10F9-0664-679B-B0CA9AF3E4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1" name="rc864">
              <a:extLst>
                <a:ext uri="{FF2B5EF4-FFF2-40B4-BE49-F238E27FC236}">
                  <a16:creationId xmlns:a16="http://schemas.microsoft.com/office/drawing/2014/main" id="{0A99466F-1418-6232-D348-D44A405D8E2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2" name="rc865">
              <a:extLst>
                <a:ext uri="{FF2B5EF4-FFF2-40B4-BE49-F238E27FC236}">
                  <a16:creationId xmlns:a16="http://schemas.microsoft.com/office/drawing/2014/main" id="{30F65685-B98A-6F54-B91B-449FC5B172B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3" name="rc866">
              <a:extLst>
                <a:ext uri="{FF2B5EF4-FFF2-40B4-BE49-F238E27FC236}">
                  <a16:creationId xmlns:a16="http://schemas.microsoft.com/office/drawing/2014/main" id="{854CED4E-CA86-2FC0-DB88-00EF6C3C135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4" name="rc867">
              <a:extLst>
                <a:ext uri="{FF2B5EF4-FFF2-40B4-BE49-F238E27FC236}">
                  <a16:creationId xmlns:a16="http://schemas.microsoft.com/office/drawing/2014/main" id="{0AADD637-57F8-6DDA-EE81-711813EDA99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5" name="rc868">
              <a:extLst>
                <a:ext uri="{FF2B5EF4-FFF2-40B4-BE49-F238E27FC236}">
                  <a16:creationId xmlns:a16="http://schemas.microsoft.com/office/drawing/2014/main" id="{F98C1E7F-9C85-FEEF-FBF9-783E355FBD6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6" name="rc869">
              <a:extLst>
                <a:ext uri="{FF2B5EF4-FFF2-40B4-BE49-F238E27FC236}">
                  <a16:creationId xmlns:a16="http://schemas.microsoft.com/office/drawing/2014/main" id="{7095B025-3A4E-130E-9F6D-41CC5278E5B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7" name="rc870">
              <a:extLst>
                <a:ext uri="{FF2B5EF4-FFF2-40B4-BE49-F238E27FC236}">
                  <a16:creationId xmlns:a16="http://schemas.microsoft.com/office/drawing/2014/main" id="{59B60A40-2E26-34A2-61DD-73EE4B9C9A0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8" name="rc871">
              <a:extLst>
                <a:ext uri="{FF2B5EF4-FFF2-40B4-BE49-F238E27FC236}">
                  <a16:creationId xmlns:a16="http://schemas.microsoft.com/office/drawing/2014/main" id="{4111A53C-5EBA-61EE-DA6B-1153896695B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9" name="rc872">
              <a:extLst>
                <a:ext uri="{FF2B5EF4-FFF2-40B4-BE49-F238E27FC236}">
                  <a16:creationId xmlns:a16="http://schemas.microsoft.com/office/drawing/2014/main" id="{430DC13E-87AE-B916-ACFC-5E15CC539CD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0" name="rc873">
              <a:extLst>
                <a:ext uri="{FF2B5EF4-FFF2-40B4-BE49-F238E27FC236}">
                  <a16:creationId xmlns:a16="http://schemas.microsoft.com/office/drawing/2014/main" id="{922107F1-E6D4-DDB9-DD95-8393C7F3333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1" name="rc874">
              <a:extLst>
                <a:ext uri="{FF2B5EF4-FFF2-40B4-BE49-F238E27FC236}">
                  <a16:creationId xmlns:a16="http://schemas.microsoft.com/office/drawing/2014/main" id="{5A5A9361-75BC-A693-097A-23B0DB243E1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2" name="rc875">
              <a:extLst>
                <a:ext uri="{FF2B5EF4-FFF2-40B4-BE49-F238E27FC236}">
                  <a16:creationId xmlns:a16="http://schemas.microsoft.com/office/drawing/2014/main" id="{ECD6D38C-4914-FD80-1981-FAE75FB15B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3" name="rc876">
              <a:extLst>
                <a:ext uri="{FF2B5EF4-FFF2-40B4-BE49-F238E27FC236}">
                  <a16:creationId xmlns:a16="http://schemas.microsoft.com/office/drawing/2014/main" id="{21F307CC-FDBC-C63A-E73C-07C3080A339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4" name="rc877">
              <a:extLst>
                <a:ext uri="{FF2B5EF4-FFF2-40B4-BE49-F238E27FC236}">
                  <a16:creationId xmlns:a16="http://schemas.microsoft.com/office/drawing/2014/main" id="{29602D5E-8303-030B-278B-1D22D858542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5" name="rc878">
              <a:extLst>
                <a:ext uri="{FF2B5EF4-FFF2-40B4-BE49-F238E27FC236}">
                  <a16:creationId xmlns:a16="http://schemas.microsoft.com/office/drawing/2014/main" id="{30405994-B599-1206-F7C3-EB1237391CF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6" name="rc879">
              <a:extLst>
                <a:ext uri="{FF2B5EF4-FFF2-40B4-BE49-F238E27FC236}">
                  <a16:creationId xmlns:a16="http://schemas.microsoft.com/office/drawing/2014/main" id="{5E4359DE-FEBA-4C91-D543-D2BF0FF40E5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7" name="rc880">
              <a:extLst>
                <a:ext uri="{FF2B5EF4-FFF2-40B4-BE49-F238E27FC236}">
                  <a16:creationId xmlns:a16="http://schemas.microsoft.com/office/drawing/2014/main" id="{90D252DA-1D66-9272-AD8E-7214EB5302E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8" name="rc881">
              <a:extLst>
                <a:ext uri="{FF2B5EF4-FFF2-40B4-BE49-F238E27FC236}">
                  <a16:creationId xmlns:a16="http://schemas.microsoft.com/office/drawing/2014/main" id="{38AB1C55-BBFC-5021-94D8-A41C9433ED3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9" name="rc882">
              <a:extLst>
                <a:ext uri="{FF2B5EF4-FFF2-40B4-BE49-F238E27FC236}">
                  <a16:creationId xmlns:a16="http://schemas.microsoft.com/office/drawing/2014/main" id="{ABB1D792-3D32-EB0D-817B-70F1DA816BA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0" name="rc883">
              <a:extLst>
                <a:ext uri="{FF2B5EF4-FFF2-40B4-BE49-F238E27FC236}">
                  <a16:creationId xmlns:a16="http://schemas.microsoft.com/office/drawing/2014/main" id="{B7F57990-9570-A1A1-555F-170A0DA7D8A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1" name="rc884">
              <a:extLst>
                <a:ext uri="{FF2B5EF4-FFF2-40B4-BE49-F238E27FC236}">
                  <a16:creationId xmlns:a16="http://schemas.microsoft.com/office/drawing/2014/main" id="{8DE5C8BC-F588-6EB2-69C8-8C5BF4BCB4B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2" name="rc885">
              <a:extLst>
                <a:ext uri="{FF2B5EF4-FFF2-40B4-BE49-F238E27FC236}">
                  <a16:creationId xmlns:a16="http://schemas.microsoft.com/office/drawing/2014/main" id="{C2EC3905-A24E-D758-4B95-FDC34B4FCE5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3" name="rc886">
              <a:extLst>
                <a:ext uri="{FF2B5EF4-FFF2-40B4-BE49-F238E27FC236}">
                  <a16:creationId xmlns:a16="http://schemas.microsoft.com/office/drawing/2014/main" id="{38424A47-CF22-3BD4-FAE6-84F2E807FAC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4" name="rc887">
              <a:extLst>
                <a:ext uri="{FF2B5EF4-FFF2-40B4-BE49-F238E27FC236}">
                  <a16:creationId xmlns:a16="http://schemas.microsoft.com/office/drawing/2014/main" id="{9B2CF9F4-903F-D47E-9400-4AD0EEBE23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5" name="rc888">
              <a:extLst>
                <a:ext uri="{FF2B5EF4-FFF2-40B4-BE49-F238E27FC236}">
                  <a16:creationId xmlns:a16="http://schemas.microsoft.com/office/drawing/2014/main" id="{10918969-C13C-B09C-DE10-7074C0F1959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6" name="rc889">
              <a:extLst>
                <a:ext uri="{FF2B5EF4-FFF2-40B4-BE49-F238E27FC236}">
                  <a16:creationId xmlns:a16="http://schemas.microsoft.com/office/drawing/2014/main" id="{AA78E70C-9FF5-46A9-33E7-4147404094E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7" name="rc890">
              <a:extLst>
                <a:ext uri="{FF2B5EF4-FFF2-40B4-BE49-F238E27FC236}">
                  <a16:creationId xmlns:a16="http://schemas.microsoft.com/office/drawing/2014/main" id="{02F6C5BA-9AA3-9055-E479-18C3B27CFA2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8" name="rc891">
              <a:extLst>
                <a:ext uri="{FF2B5EF4-FFF2-40B4-BE49-F238E27FC236}">
                  <a16:creationId xmlns:a16="http://schemas.microsoft.com/office/drawing/2014/main" id="{CCF088E5-9CC7-099C-4AD3-3B0EAB71AF5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9" name="rc892">
              <a:extLst>
                <a:ext uri="{FF2B5EF4-FFF2-40B4-BE49-F238E27FC236}">
                  <a16:creationId xmlns:a16="http://schemas.microsoft.com/office/drawing/2014/main" id="{65B1D65B-6EF5-4D48-B243-2DF97544D71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0" name="rc893">
              <a:extLst>
                <a:ext uri="{FF2B5EF4-FFF2-40B4-BE49-F238E27FC236}">
                  <a16:creationId xmlns:a16="http://schemas.microsoft.com/office/drawing/2014/main" id="{7F8BDB2A-E0F5-625F-0BD4-850F7C4CD68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1" name="rc894">
              <a:extLst>
                <a:ext uri="{FF2B5EF4-FFF2-40B4-BE49-F238E27FC236}">
                  <a16:creationId xmlns:a16="http://schemas.microsoft.com/office/drawing/2014/main" id="{659E4F16-81AA-B900-8E5E-68FBA27793D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2" name="rc895">
              <a:extLst>
                <a:ext uri="{FF2B5EF4-FFF2-40B4-BE49-F238E27FC236}">
                  <a16:creationId xmlns:a16="http://schemas.microsoft.com/office/drawing/2014/main" id="{94D1A024-4217-06DE-DE10-A86A9A690D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3" name="rc896">
              <a:extLst>
                <a:ext uri="{FF2B5EF4-FFF2-40B4-BE49-F238E27FC236}">
                  <a16:creationId xmlns:a16="http://schemas.microsoft.com/office/drawing/2014/main" id="{21123335-8D57-C701-11B0-1FFFB00C465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4" name="rc897">
              <a:extLst>
                <a:ext uri="{FF2B5EF4-FFF2-40B4-BE49-F238E27FC236}">
                  <a16:creationId xmlns:a16="http://schemas.microsoft.com/office/drawing/2014/main" id="{4A9CCE2E-1625-298D-CB95-83423621B9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5" name="rc898">
              <a:extLst>
                <a:ext uri="{FF2B5EF4-FFF2-40B4-BE49-F238E27FC236}">
                  <a16:creationId xmlns:a16="http://schemas.microsoft.com/office/drawing/2014/main" id="{1128DE20-D79F-3550-A098-B36579E684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6" name="rc899">
              <a:extLst>
                <a:ext uri="{FF2B5EF4-FFF2-40B4-BE49-F238E27FC236}">
                  <a16:creationId xmlns:a16="http://schemas.microsoft.com/office/drawing/2014/main" id="{292FF3E2-3A95-E4CF-C661-F4835B3BEEF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7" name="rc900">
              <a:extLst>
                <a:ext uri="{FF2B5EF4-FFF2-40B4-BE49-F238E27FC236}">
                  <a16:creationId xmlns:a16="http://schemas.microsoft.com/office/drawing/2014/main" id="{87515E77-E691-EBEA-E9DA-521678AB00F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8" name="rc901">
              <a:extLst>
                <a:ext uri="{FF2B5EF4-FFF2-40B4-BE49-F238E27FC236}">
                  <a16:creationId xmlns:a16="http://schemas.microsoft.com/office/drawing/2014/main" id="{5ABC8FE4-D73B-ABC9-D89E-7D85A8781B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9" name="rc902">
              <a:extLst>
                <a:ext uri="{FF2B5EF4-FFF2-40B4-BE49-F238E27FC236}">
                  <a16:creationId xmlns:a16="http://schemas.microsoft.com/office/drawing/2014/main" id="{0F243A2F-042D-E5A5-A538-B6BD7281EB5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0" name="rc903">
              <a:extLst>
                <a:ext uri="{FF2B5EF4-FFF2-40B4-BE49-F238E27FC236}">
                  <a16:creationId xmlns:a16="http://schemas.microsoft.com/office/drawing/2014/main" id="{8BAA5940-6299-C34F-3634-8FFD71E344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1" name="rc904">
              <a:extLst>
                <a:ext uri="{FF2B5EF4-FFF2-40B4-BE49-F238E27FC236}">
                  <a16:creationId xmlns:a16="http://schemas.microsoft.com/office/drawing/2014/main" id="{94947544-F4AC-8A61-5FE5-41223C2C5F7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2" name="rc905">
              <a:extLst>
                <a:ext uri="{FF2B5EF4-FFF2-40B4-BE49-F238E27FC236}">
                  <a16:creationId xmlns:a16="http://schemas.microsoft.com/office/drawing/2014/main" id="{8CDA07B1-CF69-B457-2B58-9168A6C34D0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3" name="rc906">
              <a:extLst>
                <a:ext uri="{FF2B5EF4-FFF2-40B4-BE49-F238E27FC236}">
                  <a16:creationId xmlns:a16="http://schemas.microsoft.com/office/drawing/2014/main" id="{725948F5-9230-25D1-40C5-4DA8EB67698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4" name="rc907">
              <a:extLst>
                <a:ext uri="{FF2B5EF4-FFF2-40B4-BE49-F238E27FC236}">
                  <a16:creationId xmlns:a16="http://schemas.microsoft.com/office/drawing/2014/main" id="{90F86AC7-BD0F-782B-61C0-3D93463E0C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5" name="rc908">
              <a:extLst>
                <a:ext uri="{FF2B5EF4-FFF2-40B4-BE49-F238E27FC236}">
                  <a16:creationId xmlns:a16="http://schemas.microsoft.com/office/drawing/2014/main" id="{B6A2016A-C00C-A665-DE6B-5C873F37729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6" name="rc909">
              <a:extLst>
                <a:ext uri="{FF2B5EF4-FFF2-40B4-BE49-F238E27FC236}">
                  <a16:creationId xmlns:a16="http://schemas.microsoft.com/office/drawing/2014/main" id="{FC8979D2-5C43-FB2E-3FF0-5185B98075B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7" name="rc910">
              <a:extLst>
                <a:ext uri="{FF2B5EF4-FFF2-40B4-BE49-F238E27FC236}">
                  <a16:creationId xmlns:a16="http://schemas.microsoft.com/office/drawing/2014/main" id="{3C62DE3D-F3CA-551C-AA50-8CE136CA90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8" name="rc911">
              <a:extLst>
                <a:ext uri="{FF2B5EF4-FFF2-40B4-BE49-F238E27FC236}">
                  <a16:creationId xmlns:a16="http://schemas.microsoft.com/office/drawing/2014/main" id="{D8333CC2-9142-D9D2-6A45-A72EE199321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9" name="rc912">
              <a:extLst>
                <a:ext uri="{FF2B5EF4-FFF2-40B4-BE49-F238E27FC236}">
                  <a16:creationId xmlns:a16="http://schemas.microsoft.com/office/drawing/2014/main" id="{2137F04E-64F9-70D9-C2AC-D167EEC74D3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0" name="rc913">
              <a:extLst>
                <a:ext uri="{FF2B5EF4-FFF2-40B4-BE49-F238E27FC236}">
                  <a16:creationId xmlns:a16="http://schemas.microsoft.com/office/drawing/2014/main" id="{AEFF1D5D-3E90-A239-1EB1-DCF0E2A5A42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1" name="rc914">
              <a:extLst>
                <a:ext uri="{FF2B5EF4-FFF2-40B4-BE49-F238E27FC236}">
                  <a16:creationId xmlns:a16="http://schemas.microsoft.com/office/drawing/2014/main" id="{EE9080B6-5B2D-09E1-74F1-812A2BF4445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2" name="rc915">
              <a:extLst>
                <a:ext uri="{FF2B5EF4-FFF2-40B4-BE49-F238E27FC236}">
                  <a16:creationId xmlns:a16="http://schemas.microsoft.com/office/drawing/2014/main" id="{1A9A7CC2-E391-010A-CB1D-36EB843371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3" name="rc916">
              <a:extLst>
                <a:ext uri="{FF2B5EF4-FFF2-40B4-BE49-F238E27FC236}">
                  <a16:creationId xmlns:a16="http://schemas.microsoft.com/office/drawing/2014/main" id="{1AFC5612-D8CA-A36E-F0FD-7E9E6953CD5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4" name="rc917">
              <a:extLst>
                <a:ext uri="{FF2B5EF4-FFF2-40B4-BE49-F238E27FC236}">
                  <a16:creationId xmlns:a16="http://schemas.microsoft.com/office/drawing/2014/main" id="{44BC9DB8-69FD-D4BF-38BC-2145E4DFCCD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5" name="rc918">
              <a:extLst>
                <a:ext uri="{FF2B5EF4-FFF2-40B4-BE49-F238E27FC236}">
                  <a16:creationId xmlns:a16="http://schemas.microsoft.com/office/drawing/2014/main" id="{3A4717D8-6684-90AA-253A-341F0F0695D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6" name="rc919">
              <a:extLst>
                <a:ext uri="{FF2B5EF4-FFF2-40B4-BE49-F238E27FC236}">
                  <a16:creationId xmlns:a16="http://schemas.microsoft.com/office/drawing/2014/main" id="{860581C3-9218-A66B-4F57-B6234FB8C1A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7" name="rc920">
              <a:extLst>
                <a:ext uri="{FF2B5EF4-FFF2-40B4-BE49-F238E27FC236}">
                  <a16:creationId xmlns:a16="http://schemas.microsoft.com/office/drawing/2014/main" id="{AA37E59B-CBF8-AC59-C4FC-0B41F6CDE4A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8" name="rc921">
              <a:extLst>
                <a:ext uri="{FF2B5EF4-FFF2-40B4-BE49-F238E27FC236}">
                  <a16:creationId xmlns:a16="http://schemas.microsoft.com/office/drawing/2014/main" id="{0BE2B47A-717F-7CF2-084C-A526FD08CE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9" name="rc922">
              <a:extLst>
                <a:ext uri="{FF2B5EF4-FFF2-40B4-BE49-F238E27FC236}">
                  <a16:creationId xmlns:a16="http://schemas.microsoft.com/office/drawing/2014/main" id="{70A807CA-54AF-5392-9F6D-FAF7B8E1D6B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0" name="rc923">
              <a:extLst>
                <a:ext uri="{FF2B5EF4-FFF2-40B4-BE49-F238E27FC236}">
                  <a16:creationId xmlns:a16="http://schemas.microsoft.com/office/drawing/2014/main" id="{23E739E1-08FF-CFB0-66D9-5DDD98E7C53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1" name="rc924">
              <a:extLst>
                <a:ext uri="{FF2B5EF4-FFF2-40B4-BE49-F238E27FC236}">
                  <a16:creationId xmlns:a16="http://schemas.microsoft.com/office/drawing/2014/main" id="{87638DF5-79FF-B1AF-919F-E0FBED1B02B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2" name="rc925">
              <a:extLst>
                <a:ext uri="{FF2B5EF4-FFF2-40B4-BE49-F238E27FC236}">
                  <a16:creationId xmlns:a16="http://schemas.microsoft.com/office/drawing/2014/main" id="{9DF75339-5835-BB6F-59F5-2FA513D268F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3" name="rc926">
              <a:extLst>
                <a:ext uri="{FF2B5EF4-FFF2-40B4-BE49-F238E27FC236}">
                  <a16:creationId xmlns:a16="http://schemas.microsoft.com/office/drawing/2014/main" id="{7B311F4C-44A6-D5BB-B261-B1075B98613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4" name="rc927">
              <a:extLst>
                <a:ext uri="{FF2B5EF4-FFF2-40B4-BE49-F238E27FC236}">
                  <a16:creationId xmlns:a16="http://schemas.microsoft.com/office/drawing/2014/main" id="{D7E8DC74-5486-5A65-B797-6FD02AD3C3B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5" name="rc928">
              <a:extLst>
                <a:ext uri="{FF2B5EF4-FFF2-40B4-BE49-F238E27FC236}">
                  <a16:creationId xmlns:a16="http://schemas.microsoft.com/office/drawing/2014/main" id="{F878F795-6C7A-38BD-BB05-CE17A98ADF9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6" name="rc929">
              <a:extLst>
                <a:ext uri="{FF2B5EF4-FFF2-40B4-BE49-F238E27FC236}">
                  <a16:creationId xmlns:a16="http://schemas.microsoft.com/office/drawing/2014/main" id="{FDEA0A8C-252A-E232-DB28-C53EBCB6B2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7" name="rc930">
              <a:extLst>
                <a:ext uri="{FF2B5EF4-FFF2-40B4-BE49-F238E27FC236}">
                  <a16:creationId xmlns:a16="http://schemas.microsoft.com/office/drawing/2014/main" id="{E0CA43E5-D04B-ED02-F324-3FE807E4A86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8" name="rc931">
              <a:extLst>
                <a:ext uri="{FF2B5EF4-FFF2-40B4-BE49-F238E27FC236}">
                  <a16:creationId xmlns:a16="http://schemas.microsoft.com/office/drawing/2014/main" id="{DD3113BD-6A1E-41E6-A3E7-B0BA8223CB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9" name="rc932">
              <a:extLst>
                <a:ext uri="{FF2B5EF4-FFF2-40B4-BE49-F238E27FC236}">
                  <a16:creationId xmlns:a16="http://schemas.microsoft.com/office/drawing/2014/main" id="{50D98BE8-692E-4AAB-0CC0-9E7C55588EF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0" name="rc933">
              <a:extLst>
                <a:ext uri="{FF2B5EF4-FFF2-40B4-BE49-F238E27FC236}">
                  <a16:creationId xmlns:a16="http://schemas.microsoft.com/office/drawing/2014/main" id="{7B51CE1A-75BF-DF8A-C2CD-0630A067B4A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1" name="rc934">
              <a:extLst>
                <a:ext uri="{FF2B5EF4-FFF2-40B4-BE49-F238E27FC236}">
                  <a16:creationId xmlns:a16="http://schemas.microsoft.com/office/drawing/2014/main" id="{43DB3C59-B9BB-7BB1-6CEC-B70DC23AC19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2" name="rc935">
              <a:extLst>
                <a:ext uri="{FF2B5EF4-FFF2-40B4-BE49-F238E27FC236}">
                  <a16:creationId xmlns:a16="http://schemas.microsoft.com/office/drawing/2014/main" id="{B3EF5832-5843-DF53-0CD9-75F8C4370B5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3" name="rc936">
              <a:extLst>
                <a:ext uri="{FF2B5EF4-FFF2-40B4-BE49-F238E27FC236}">
                  <a16:creationId xmlns:a16="http://schemas.microsoft.com/office/drawing/2014/main" id="{D439782B-E98D-A91B-5148-409C388BE3A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4" name="rc937">
              <a:extLst>
                <a:ext uri="{FF2B5EF4-FFF2-40B4-BE49-F238E27FC236}">
                  <a16:creationId xmlns:a16="http://schemas.microsoft.com/office/drawing/2014/main" id="{F9900B8F-4053-5D46-ABCD-5D4AA54E77C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5" name="rc938">
              <a:extLst>
                <a:ext uri="{FF2B5EF4-FFF2-40B4-BE49-F238E27FC236}">
                  <a16:creationId xmlns:a16="http://schemas.microsoft.com/office/drawing/2014/main" id="{7E64490A-CD19-DAA3-0A2A-0DD8F84F47C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6" name="rc939">
              <a:extLst>
                <a:ext uri="{FF2B5EF4-FFF2-40B4-BE49-F238E27FC236}">
                  <a16:creationId xmlns:a16="http://schemas.microsoft.com/office/drawing/2014/main" id="{FDA35BE6-7344-9EA5-3268-8AFD78B1E6A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7" name="rc940">
              <a:extLst>
                <a:ext uri="{FF2B5EF4-FFF2-40B4-BE49-F238E27FC236}">
                  <a16:creationId xmlns:a16="http://schemas.microsoft.com/office/drawing/2014/main" id="{51FB2763-A4C0-8D72-407A-644EC116A1D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8" name="rc941">
              <a:extLst>
                <a:ext uri="{FF2B5EF4-FFF2-40B4-BE49-F238E27FC236}">
                  <a16:creationId xmlns:a16="http://schemas.microsoft.com/office/drawing/2014/main" id="{30E3BFC0-B654-09E7-4055-30D0CCD39F5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9" name="rc942">
              <a:extLst>
                <a:ext uri="{FF2B5EF4-FFF2-40B4-BE49-F238E27FC236}">
                  <a16:creationId xmlns:a16="http://schemas.microsoft.com/office/drawing/2014/main" id="{0A766B53-C2D5-124D-0090-DC98F647B42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0" name="rc943">
              <a:extLst>
                <a:ext uri="{FF2B5EF4-FFF2-40B4-BE49-F238E27FC236}">
                  <a16:creationId xmlns:a16="http://schemas.microsoft.com/office/drawing/2014/main" id="{651AD323-DBCF-2ADE-DE55-8DBA49A8603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1" name="rc944">
              <a:extLst>
                <a:ext uri="{FF2B5EF4-FFF2-40B4-BE49-F238E27FC236}">
                  <a16:creationId xmlns:a16="http://schemas.microsoft.com/office/drawing/2014/main" id="{27C60B78-A246-F130-7854-0E7CCF544DE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2" name="rc945">
              <a:extLst>
                <a:ext uri="{FF2B5EF4-FFF2-40B4-BE49-F238E27FC236}">
                  <a16:creationId xmlns:a16="http://schemas.microsoft.com/office/drawing/2014/main" id="{31CD727D-9240-C4EC-77A7-7466424CEBA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3" name="rc946">
              <a:extLst>
                <a:ext uri="{FF2B5EF4-FFF2-40B4-BE49-F238E27FC236}">
                  <a16:creationId xmlns:a16="http://schemas.microsoft.com/office/drawing/2014/main" id="{42525492-3ECD-90BE-243D-9F6F197E324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4" name="rc947">
              <a:extLst>
                <a:ext uri="{FF2B5EF4-FFF2-40B4-BE49-F238E27FC236}">
                  <a16:creationId xmlns:a16="http://schemas.microsoft.com/office/drawing/2014/main" id="{A75CB8E6-1E91-C252-AAA7-5654A398AFD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5" name="rc948">
              <a:extLst>
                <a:ext uri="{FF2B5EF4-FFF2-40B4-BE49-F238E27FC236}">
                  <a16:creationId xmlns:a16="http://schemas.microsoft.com/office/drawing/2014/main" id="{1A9C5608-FB4B-1694-3B97-36448AED05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6" name="rc949">
              <a:extLst>
                <a:ext uri="{FF2B5EF4-FFF2-40B4-BE49-F238E27FC236}">
                  <a16:creationId xmlns:a16="http://schemas.microsoft.com/office/drawing/2014/main" id="{82A8611B-19E1-1042-33F7-ED614FD5277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7" name="rc950">
              <a:extLst>
                <a:ext uri="{FF2B5EF4-FFF2-40B4-BE49-F238E27FC236}">
                  <a16:creationId xmlns:a16="http://schemas.microsoft.com/office/drawing/2014/main" id="{09BF8624-09F3-1DC1-AB2E-2449C1C363B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8" name="rc951">
              <a:extLst>
                <a:ext uri="{FF2B5EF4-FFF2-40B4-BE49-F238E27FC236}">
                  <a16:creationId xmlns:a16="http://schemas.microsoft.com/office/drawing/2014/main" id="{4716EEAB-69F4-851B-40B5-571D41CD1E3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9" name="rc952">
              <a:extLst>
                <a:ext uri="{FF2B5EF4-FFF2-40B4-BE49-F238E27FC236}">
                  <a16:creationId xmlns:a16="http://schemas.microsoft.com/office/drawing/2014/main" id="{FA5B00CA-61A0-4804-7887-96EA137B8B0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0" name="rc953">
              <a:extLst>
                <a:ext uri="{FF2B5EF4-FFF2-40B4-BE49-F238E27FC236}">
                  <a16:creationId xmlns:a16="http://schemas.microsoft.com/office/drawing/2014/main" id="{F81AB49D-AAB8-6D26-CD46-555D5EE94E5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1" name="rc954">
              <a:extLst>
                <a:ext uri="{FF2B5EF4-FFF2-40B4-BE49-F238E27FC236}">
                  <a16:creationId xmlns:a16="http://schemas.microsoft.com/office/drawing/2014/main" id="{B05584C7-A821-45C8-9791-17771BBFAE2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2" name="rc955">
              <a:extLst>
                <a:ext uri="{FF2B5EF4-FFF2-40B4-BE49-F238E27FC236}">
                  <a16:creationId xmlns:a16="http://schemas.microsoft.com/office/drawing/2014/main" id="{9FD36328-7BE0-43D3-5087-1CE3F668A3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3" name="rc956">
              <a:extLst>
                <a:ext uri="{FF2B5EF4-FFF2-40B4-BE49-F238E27FC236}">
                  <a16:creationId xmlns:a16="http://schemas.microsoft.com/office/drawing/2014/main" id="{481837C0-1BD1-6394-C023-109DE3A5004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4" name="rc957">
              <a:extLst>
                <a:ext uri="{FF2B5EF4-FFF2-40B4-BE49-F238E27FC236}">
                  <a16:creationId xmlns:a16="http://schemas.microsoft.com/office/drawing/2014/main" id="{A09191A6-48EA-1CAF-05BF-B0E5A7CA3F8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5" name="rc958">
              <a:extLst>
                <a:ext uri="{FF2B5EF4-FFF2-40B4-BE49-F238E27FC236}">
                  <a16:creationId xmlns:a16="http://schemas.microsoft.com/office/drawing/2014/main" id="{9EE784F1-DC4B-6B89-ABE5-26DFECCC25A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6" name="rc959">
              <a:extLst>
                <a:ext uri="{FF2B5EF4-FFF2-40B4-BE49-F238E27FC236}">
                  <a16:creationId xmlns:a16="http://schemas.microsoft.com/office/drawing/2014/main" id="{7E532A81-C734-FB9A-03BF-FE15A913909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7" name="rc960">
              <a:extLst>
                <a:ext uri="{FF2B5EF4-FFF2-40B4-BE49-F238E27FC236}">
                  <a16:creationId xmlns:a16="http://schemas.microsoft.com/office/drawing/2014/main" id="{7B75615E-E0DC-6DA2-8C77-4522C9FC26F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8" name="rc961">
              <a:extLst>
                <a:ext uri="{FF2B5EF4-FFF2-40B4-BE49-F238E27FC236}">
                  <a16:creationId xmlns:a16="http://schemas.microsoft.com/office/drawing/2014/main" id="{5EF06539-B384-9066-33B7-67B524AE0B3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9" name="rc962">
              <a:extLst>
                <a:ext uri="{FF2B5EF4-FFF2-40B4-BE49-F238E27FC236}">
                  <a16:creationId xmlns:a16="http://schemas.microsoft.com/office/drawing/2014/main" id="{234F2E93-6E63-CCB0-896F-57AD0976EAB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0" name="rc963">
              <a:extLst>
                <a:ext uri="{FF2B5EF4-FFF2-40B4-BE49-F238E27FC236}">
                  <a16:creationId xmlns:a16="http://schemas.microsoft.com/office/drawing/2014/main" id="{B964C222-654D-7447-3FF1-78A18394FCF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1" name="rc964">
              <a:extLst>
                <a:ext uri="{FF2B5EF4-FFF2-40B4-BE49-F238E27FC236}">
                  <a16:creationId xmlns:a16="http://schemas.microsoft.com/office/drawing/2014/main" id="{7F0038B8-297F-A62C-EFBC-EA4912C2BE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2" name="rc965">
              <a:extLst>
                <a:ext uri="{FF2B5EF4-FFF2-40B4-BE49-F238E27FC236}">
                  <a16:creationId xmlns:a16="http://schemas.microsoft.com/office/drawing/2014/main" id="{46BB638E-CC24-5891-DA72-5F5E8D0F788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3" name="rc966">
              <a:extLst>
                <a:ext uri="{FF2B5EF4-FFF2-40B4-BE49-F238E27FC236}">
                  <a16:creationId xmlns:a16="http://schemas.microsoft.com/office/drawing/2014/main" id="{AE76EF1B-CDF9-2B89-E4CC-47F0ED30D82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4" name="rc967">
              <a:extLst>
                <a:ext uri="{FF2B5EF4-FFF2-40B4-BE49-F238E27FC236}">
                  <a16:creationId xmlns:a16="http://schemas.microsoft.com/office/drawing/2014/main" id="{2D6C393D-C5BE-A56B-4F76-61DD3839F84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5" name="rc968">
              <a:extLst>
                <a:ext uri="{FF2B5EF4-FFF2-40B4-BE49-F238E27FC236}">
                  <a16:creationId xmlns:a16="http://schemas.microsoft.com/office/drawing/2014/main" id="{B0334312-4269-6563-378B-FB5DA7EA51C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6" name="rc969">
              <a:extLst>
                <a:ext uri="{FF2B5EF4-FFF2-40B4-BE49-F238E27FC236}">
                  <a16:creationId xmlns:a16="http://schemas.microsoft.com/office/drawing/2014/main" id="{FD159CA3-80E1-81D6-BDDA-6490608BD8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7" name="rc970">
              <a:extLst>
                <a:ext uri="{FF2B5EF4-FFF2-40B4-BE49-F238E27FC236}">
                  <a16:creationId xmlns:a16="http://schemas.microsoft.com/office/drawing/2014/main" id="{31886E15-85EA-A570-7B56-A88207759C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8" name="rc971">
              <a:extLst>
                <a:ext uri="{FF2B5EF4-FFF2-40B4-BE49-F238E27FC236}">
                  <a16:creationId xmlns:a16="http://schemas.microsoft.com/office/drawing/2014/main" id="{43B5932A-A092-8CE9-317D-A976A3E28F0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9" name="rc972">
              <a:extLst>
                <a:ext uri="{FF2B5EF4-FFF2-40B4-BE49-F238E27FC236}">
                  <a16:creationId xmlns:a16="http://schemas.microsoft.com/office/drawing/2014/main" id="{F85359FC-AED0-5DD0-5D67-F2D4198568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0" name="rc973">
              <a:extLst>
                <a:ext uri="{FF2B5EF4-FFF2-40B4-BE49-F238E27FC236}">
                  <a16:creationId xmlns:a16="http://schemas.microsoft.com/office/drawing/2014/main" id="{9E77B462-90FB-D59E-824A-6E91CD99EB6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1" name="rc974">
              <a:extLst>
                <a:ext uri="{FF2B5EF4-FFF2-40B4-BE49-F238E27FC236}">
                  <a16:creationId xmlns:a16="http://schemas.microsoft.com/office/drawing/2014/main" id="{3A587A51-0AC2-4120-C148-FE3710D798E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2" name="rc975">
              <a:extLst>
                <a:ext uri="{FF2B5EF4-FFF2-40B4-BE49-F238E27FC236}">
                  <a16:creationId xmlns:a16="http://schemas.microsoft.com/office/drawing/2014/main" id="{0B69668F-B073-1147-70E9-AE68080F60E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3" name="rc976">
              <a:extLst>
                <a:ext uri="{FF2B5EF4-FFF2-40B4-BE49-F238E27FC236}">
                  <a16:creationId xmlns:a16="http://schemas.microsoft.com/office/drawing/2014/main" id="{EC0B3861-ACDA-BD57-BE70-2CAD38BC2E2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4" name="rc977">
              <a:extLst>
                <a:ext uri="{FF2B5EF4-FFF2-40B4-BE49-F238E27FC236}">
                  <a16:creationId xmlns:a16="http://schemas.microsoft.com/office/drawing/2014/main" id="{942CA647-7C7E-FA28-EBDD-20D875158AF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5" name="rc978">
              <a:extLst>
                <a:ext uri="{FF2B5EF4-FFF2-40B4-BE49-F238E27FC236}">
                  <a16:creationId xmlns:a16="http://schemas.microsoft.com/office/drawing/2014/main" id="{97875AF3-AC7E-8A27-83AF-48936A8B623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6" name="rc979">
              <a:extLst>
                <a:ext uri="{FF2B5EF4-FFF2-40B4-BE49-F238E27FC236}">
                  <a16:creationId xmlns:a16="http://schemas.microsoft.com/office/drawing/2014/main" id="{52AC73A3-56CE-2104-9B0E-C2B1CFB0E3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7" name="rc980">
              <a:extLst>
                <a:ext uri="{FF2B5EF4-FFF2-40B4-BE49-F238E27FC236}">
                  <a16:creationId xmlns:a16="http://schemas.microsoft.com/office/drawing/2014/main" id="{02E3BBA3-3314-7E93-E2CB-888852891B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8" name="rc981">
              <a:extLst>
                <a:ext uri="{FF2B5EF4-FFF2-40B4-BE49-F238E27FC236}">
                  <a16:creationId xmlns:a16="http://schemas.microsoft.com/office/drawing/2014/main" id="{EEB1E342-4421-C9A2-D16D-A94B33964F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9" name="rc982">
              <a:extLst>
                <a:ext uri="{FF2B5EF4-FFF2-40B4-BE49-F238E27FC236}">
                  <a16:creationId xmlns:a16="http://schemas.microsoft.com/office/drawing/2014/main" id="{47292289-DF11-AEC2-C190-6F76FC763A6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0" name="rc983">
              <a:extLst>
                <a:ext uri="{FF2B5EF4-FFF2-40B4-BE49-F238E27FC236}">
                  <a16:creationId xmlns:a16="http://schemas.microsoft.com/office/drawing/2014/main" id="{70EC1F95-B796-6BE6-E008-4650F191E04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1" name="rc984">
              <a:extLst>
                <a:ext uri="{FF2B5EF4-FFF2-40B4-BE49-F238E27FC236}">
                  <a16:creationId xmlns:a16="http://schemas.microsoft.com/office/drawing/2014/main" id="{39D42814-043D-E095-19EE-F6E520B6F33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2" name="rc985">
              <a:extLst>
                <a:ext uri="{FF2B5EF4-FFF2-40B4-BE49-F238E27FC236}">
                  <a16:creationId xmlns:a16="http://schemas.microsoft.com/office/drawing/2014/main" id="{B033F6D8-DB45-F19E-5B87-77451B25C63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3" name="rc986">
              <a:extLst>
                <a:ext uri="{FF2B5EF4-FFF2-40B4-BE49-F238E27FC236}">
                  <a16:creationId xmlns:a16="http://schemas.microsoft.com/office/drawing/2014/main" id="{DEF8DDCF-3B83-68EC-AFF8-A2FF17FEA5E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4" name="rc987">
              <a:extLst>
                <a:ext uri="{FF2B5EF4-FFF2-40B4-BE49-F238E27FC236}">
                  <a16:creationId xmlns:a16="http://schemas.microsoft.com/office/drawing/2014/main" id="{D7ED64AD-2CC0-6B61-8A7A-F66C166F881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5" name="rc988">
              <a:extLst>
                <a:ext uri="{FF2B5EF4-FFF2-40B4-BE49-F238E27FC236}">
                  <a16:creationId xmlns:a16="http://schemas.microsoft.com/office/drawing/2014/main" id="{0AA668FB-8439-F481-BB43-EA8E6F42E82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6" name="rc989">
              <a:extLst>
                <a:ext uri="{FF2B5EF4-FFF2-40B4-BE49-F238E27FC236}">
                  <a16:creationId xmlns:a16="http://schemas.microsoft.com/office/drawing/2014/main" id="{1D349CB8-CCF0-85FE-CE2A-22555E03CF6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7" name="rc990">
              <a:extLst>
                <a:ext uri="{FF2B5EF4-FFF2-40B4-BE49-F238E27FC236}">
                  <a16:creationId xmlns:a16="http://schemas.microsoft.com/office/drawing/2014/main" id="{2465D472-D6D7-36DC-520A-3653F00E647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8" name="rc991">
              <a:extLst>
                <a:ext uri="{FF2B5EF4-FFF2-40B4-BE49-F238E27FC236}">
                  <a16:creationId xmlns:a16="http://schemas.microsoft.com/office/drawing/2014/main" id="{D54C445B-FA2F-9CBB-C108-8DA306AB417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9" name="rc992">
              <a:extLst>
                <a:ext uri="{FF2B5EF4-FFF2-40B4-BE49-F238E27FC236}">
                  <a16:creationId xmlns:a16="http://schemas.microsoft.com/office/drawing/2014/main" id="{22C851B2-DE8C-04E5-0FFF-6990936B108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0" name="rc993">
              <a:extLst>
                <a:ext uri="{FF2B5EF4-FFF2-40B4-BE49-F238E27FC236}">
                  <a16:creationId xmlns:a16="http://schemas.microsoft.com/office/drawing/2014/main" id="{F2E59312-7515-D870-B8C6-E2B4F7CAFAC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1" name="rc994">
              <a:extLst>
                <a:ext uri="{FF2B5EF4-FFF2-40B4-BE49-F238E27FC236}">
                  <a16:creationId xmlns:a16="http://schemas.microsoft.com/office/drawing/2014/main" id="{C4C50FA3-E4D5-8450-D6B8-AE2FB0E284D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2" name="rc995">
              <a:extLst>
                <a:ext uri="{FF2B5EF4-FFF2-40B4-BE49-F238E27FC236}">
                  <a16:creationId xmlns:a16="http://schemas.microsoft.com/office/drawing/2014/main" id="{D9A31245-FC28-F47D-68E3-08067D120C3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3" name="rc996">
              <a:extLst>
                <a:ext uri="{FF2B5EF4-FFF2-40B4-BE49-F238E27FC236}">
                  <a16:creationId xmlns:a16="http://schemas.microsoft.com/office/drawing/2014/main" id="{1124A0F0-A2D1-63CE-BCED-032431BB16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4" name="rc997">
              <a:extLst>
                <a:ext uri="{FF2B5EF4-FFF2-40B4-BE49-F238E27FC236}">
                  <a16:creationId xmlns:a16="http://schemas.microsoft.com/office/drawing/2014/main" id="{003D4353-520E-81BC-5B02-A0B0DEC9AE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5" name="rc998">
              <a:extLst>
                <a:ext uri="{FF2B5EF4-FFF2-40B4-BE49-F238E27FC236}">
                  <a16:creationId xmlns:a16="http://schemas.microsoft.com/office/drawing/2014/main" id="{51085B55-28AA-55B6-CF2E-C3ACDD41BE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6" name="rc999">
              <a:extLst>
                <a:ext uri="{FF2B5EF4-FFF2-40B4-BE49-F238E27FC236}">
                  <a16:creationId xmlns:a16="http://schemas.microsoft.com/office/drawing/2014/main" id="{FC000317-4276-37C4-7296-74F6C09558F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7" name="rc1000">
              <a:extLst>
                <a:ext uri="{FF2B5EF4-FFF2-40B4-BE49-F238E27FC236}">
                  <a16:creationId xmlns:a16="http://schemas.microsoft.com/office/drawing/2014/main" id="{4AF5F478-FCA0-E38D-CBB9-22E26B0B8F9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8" name="rc1001">
              <a:extLst>
                <a:ext uri="{FF2B5EF4-FFF2-40B4-BE49-F238E27FC236}">
                  <a16:creationId xmlns:a16="http://schemas.microsoft.com/office/drawing/2014/main" id="{920DD6D6-CAD8-F8D1-1825-850EE7FEA4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9" name="rc1002">
              <a:extLst>
                <a:ext uri="{FF2B5EF4-FFF2-40B4-BE49-F238E27FC236}">
                  <a16:creationId xmlns:a16="http://schemas.microsoft.com/office/drawing/2014/main" id="{DAB2FD6B-3EEE-95E2-F5D5-B4C5CE6CD69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0" name="rc1003">
              <a:extLst>
                <a:ext uri="{FF2B5EF4-FFF2-40B4-BE49-F238E27FC236}">
                  <a16:creationId xmlns:a16="http://schemas.microsoft.com/office/drawing/2014/main" id="{60C803C7-F699-34C4-AC45-E4B7CE79569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1" name="rc1004">
              <a:extLst>
                <a:ext uri="{FF2B5EF4-FFF2-40B4-BE49-F238E27FC236}">
                  <a16:creationId xmlns:a16="http://schemas.microsoft.com/office/drawing/2014/main" id="{243CDAAE-9129-CB30-764D-694417234D9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2" name="rc1005">
              <a:extLst>
                <a:ext uri="{FF2B5EF4-FFF2-40B4-BE49-F238E27FC236}">
                  <a16:creationId xmlns:a16="http://schemas.microsoft.com/office/drawing/2014/main" id="{B45571E8-0E6F-CC27-6D04-FD99C9E925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3" name="rc1006">
              <a:extLst>
                <a:ext uri="{FF2B5EF4-FFF2-40B4-BE49-F238E27FC236}">
                  <a16:creationId xmlns:a16="http://schemas.microsoft.com/office/drawing/2014/main" id="{04C77727-5A37-6B3E-C5BB-DAB1BB6F58B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4" name="rc1007">
              <a:extLst>
                <a:ext uri="{FF2B5EF4-FFF2-40B4-BE49-F238E27FC236}">
                  <a16:creationId xmlns:a16="http://schemas.microsoft.com/office/drawing/2014/main" id="{350D4710-FAC1-C1B3-E38F-B0908DE6CFE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5" name="rc1008">
              <a:extLst>
                <a:ext uri="{FF2B5EF4-FFF2-40B4-BE49-F238E27FC236}">
                  <a16:creationId xmlns:a16="http://schemas.microsoft.com/office/drawing/2014/main" id="{559EBE9A-4C6F-6311-F564-4520B44B7D3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6" name="rc1009">
              <a:extLst>
                <a:ext uri="{FF2B5EF4-FFF2-40B4-BE49-F238E27FC236}">
                  <a16:creationId xmlns:a16="http://schemas.microsoft.com/office/drawing/2014/main" id="{9F073FFC-8DA8-3788-C4AE-80D6C9B9BE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7" name="rc1010">
              <a:extLst>
                <a:ext uri="{FF2B5EF4-FFF2-40B4-BE49-F238E27FC236}">
                  <a16:creationId xmlns:a16="http://schemas.microsoft.com/office/drawing/2014/main" id="{C175F40A-E346-E16F-71BE-A99B1B27967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8" name="rc1011">
              <a:extLst>
                <a:ext uri="{FF2B5EF4-FFF2-40B4-BE49-F238E27FC236}">
                  <a16:creationId xmlns:a16="http://schemas.microsoft.com/office/drawing/2014/main" id="{3AE2BA16-8FC7-1697-3667-B20D600E03D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9" name="rc1012">
              <a:extLst>
                <a:ext uri="{FF2B5EF4-FFF2-40B4-BE49-F238E27FC236}">
                  <a16:creationId xmlns:a16="http://schemas.microsoft.com/office/drawing/2014/main" id="{6DDB8C63-90EE-32A4-5512-E3D941A1DA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0" name="rc1013">
              <a:extLst>
                <a:ext uri="{FF2B5EF4-FFF2-40B4-BE49-F238E27FC236}">
                  <a16:creationId xmlns:a16="http://schemas.microsoft.com/office/drawing/2014/main" id="{10BBAFA6-54F3-6054-C427-2646070693D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1" name="rc1014">
              <a:extLst>
                <a:ext uri="{FF2B5EF4-FFF2-40B4-BE49-F238E27FC236}">
                  <a16:creationId xmlns:a16="http://schemas.microsoft.com/office/drawing/2014/main" id="{69F7B091-DE86-77E1-22D7-4273987ADFB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2" name="rc1015">
              <a:extLst>
                <a:ext uri="{FF2B5EF4-FFF2-40B4-BE49-F238E27FC236}">
                  <a16:creationId xmlns:a16="http://schemas.microsoft.com/office/drawing/2014/main" id="{3F577F84-3D8A-39CF-9134-F9D49667EEE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3" name="rc1016">
              <a:extLst>
                <a:ext uri="{FF2B5EF4-FFF2-40B4-BE49-F238E27FC236}">
                  <a16:creationId xmlns:a16="http://schemas.microsoft.com/office/drawing/2014/main" id="{6E576E3C-A9AC-189C-E3BF-D71E3264518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4" name="rc1017">
              <a:extLst>
                <a:ext uri="{FF2B5EF4-FFF2-40B4-BE49-F238E27FC236}">
                  <a16:creationId xmlns:a16="http://schemas.microsoft.com/office/drawing/2014/main" id="{2C6FD9FC-A879-9645-554B-C2EB2D08C54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5" name="rc1018">
              <a:extLst>
                <a:ext uri="{FF2B5EF4-FFF2-40B4-BE49-F238E27FC236}">
                  <a16:creationId xmlns:a16="http://schemas.microsoft.com/office/drawing/2014/main" id="{6E39FD6A-34EF-03B9-FE4D-8147E76E01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6" name="rc1019">
              <a:extLst>
                <a:ext uri="{FF2B5EF4-FFF2-40B4-BE49-F238E27FC236}">
                  <a16:creationId xmlns:a16="http://schemas.microsoft.com/office/drawing/2014/main" id="{A6D57CE5-4445-5D2A-34B7-2959F8AE201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7" name="rc1020">
              <a:extLst>
                <a:ext uri="{FF2B5EF4-FFF2-40B4-BE49-F238E27FC236}">
                  <a16:creationId xmlns:a16="http://schemas.microsoft.com/office/drawing/2014/main" id="{5CDCF92F-98A1-2567-9A9E-F3DF8FFD53E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8" name="rc1021">
              <a:extLst>
                <a:ext uri="{FF2B5EF4-FFF2-40B4-BE49-F238E27FC236}">
                  <a16:creationId xmlns:a16="http://schemas.microsoft.com/office/drawing/2014/main" id="{A8A81217-9C5B-A57B-3B8C-4F1B9187F6A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9" name="rc1022">
              <a:extLst>
                <a:ext uri="{FF2B5EF4-FFF2-40B4-BE49-F238E27FC236}">
                  <a16:creationId xmlns:a16="http://schemas.microsoft.com/office/drawing/2014/main" id="{8531E16F-B402-DBAC-176A-96DC930948E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0" name="rc1023">
              <a:extLst>
                <a:ext uri="{FF2B5EF4-FFF2-40B4-BE49-F238E27FC236}">
                  <a16:creationId xmlns:a16="http://schemas.microsoft.com/office/drawing/2014/main" id="{225D920F-49D1-2213-330E-5C3C16D85C3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1" name="rc1024">
              <a:extLst>
                <a:ext uri="{FF2B5EF4-FFF2-40B4-BE49-F238E27FC236}">
                  <a16:creationId xmlns:a16="http://schemas.microsoft.com/office/drawing/2014/main" id="{0BA9E868-B1EE-3E5C-7593-31E11D7F2D7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2" name="rc1025">
              <a:extLst>
                <a:ext uri="{FF2B5EF4-FFF2-40B4-BE49-F238E27FC236}">
                  <a16:creationId xmlns:a16="http://schemas.microsoft.com/office/drawing/2014/main" id="{D920CB43-6CF2-2105-9A0C-176FB2AA036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3" name="rc1026">
              <a:extLst>
                <a:ext uri="{FF2B5EF4-FFF2-40B4-BE49-F238E27FC236}">
                  <a16:creationId xmlns:a16="http://schemas.microsoft.com/office/drawing/2014/main" id="{7264EE3C-E3EB-0D1E-9E64-D96C3FA3EE6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4" name="rc1027">
              <a:extLst>
                <a:ext uri="{FF2B5EF4-FFF2-40B4-BE49-F238E27FC236}">
                  <a16:creationId xmlns:a16="http://schemas.microsoft.com/office/drawing/2014/main" id="{8F46E1AC-02AC-C860-25AC-4E9E72CF488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5" name="rc1028">
              <a:extLst>
                <a:ext uri="{FF2B5EF4-FFF2-40B4-BE49-F238E27FC236}">
                  <a16:creationId xmlns:a16="http://schemas.microsoft.com/office/drawing/2014/main" id="{C933F92D-F4A8-0EE5-6D55-494743746B0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6" name="rc1029">
              <a:extLst>
                <a:ext uri="{FF2B5EF4-FFF2-40B4-BE49-F238E27FC236}">
                  <a16:creationId xmlns:a16="http://schemas.microsoft.com/office/drawing/2014/main" id="{CC4A87FE-4274-842F-5222-5D9722BAC1D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7" name="rc1030">
              <a:extLst>
                <a:ext uri="{FF2B5EF4-FFF2-40B4-BE49-F238E27FC236}">
                  <a16:creationId xmlns:a16="http://schemas.microsoft.com/office/drawing/2014/main" id="{74CE0A08-09C9-541B-3B1C-EF6DB885EEF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8" name="rc1031">
              <a:extLst>
                <a:ext uri="{FF2B5EF4-FFF2-40B4-BE49-F238E27FC236}">
                  <a16:creationId xmlns:a16="http://schemas.microsoft.com/office/drawing/2014/main" id="{15BF09E4-9A8D-0C72-F304-0A8482B7EC2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9" name="rc1032">
              <a:extLst>
                <a:ext uri="{FF2B5EF4-FFF2-40B4-BE49-F238E27FC236}">
                  <a16:creationId xmlns:a16="http://schemas.microsoft.com/office/drawing/2014/main" id="{21CEEAEB-5596-E614-0684-338A7EBEEB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0" name="rc1033">
              <a:extLst>
                <a:ext uri="{FF2B5EF4-FFF2-40B4-BE49-F238E27FC236}">
                  <a16:creationId xmlns:a16="http://schemas.microsoft.com/office/drawing/2014/main" id="{427C3972-574C-8004-3417-152F1A9A66B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1" name="rc1034">
              <a:extLst>
                <a:ext uri="{FF2B5EF4-FFF2-40B4-BE49-F238E27FC236}">
                  <a16:creationId xmlns:a16="http://schemas.microsoft.com/office/drawing/2014/main" id="{4FDE1E76-2F44-B9DF-0A78-ED374BB3164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2" name="rc1035">
              <a:extLst>
                <a:ext uri="{FF2B5EF4-FFF2-40B4-BE49-F238E27FC236}">
                  <a16:creationId xmlns:a16="http://schemas.microsoft.com/office/drawing/2014/main" id="{F0EA0022-8557-7DAD-AB15-513B4437592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3" name="rc1036">
              <a:extLst>
                <a:ext uri="{FF2B5EF4-FFF2-40B4-BE49-F238E27FC236}">
                  <a16:creationId xmlns:a16="http://schemas.microsoft.com/office/drawing/2014/main" id="{4B169827-A727-F830-2347-142C8E2E52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4" name="rc1037">
              <a:extLst>
                <a:ext uri="{FF2B5EF4-FFF2-40B4-BE49-F238E27FC236}">
                  <a16:creationId xmlns:a16="http://schemas.microsoft.com/office/drawing/2014/main" id="{9A16B96E-50F0-A4B9-CFBF-2AF1EBA74E1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5" name="rc1038">
              <a:extLst>
                <a:ext uri="{FF2B5EF4-FFF2-40B4-BE49-F238E27FC236}">
                  <a16:creationId xmlns:a16="http://schemas.microsoft.com/office/drawing/2014/main" id="{F29C9EB5-21A9-6E2E-6979-9E5D1DCA95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6" name="rc1039">
              <a:extLst>
                <a:ext uri="{FF2B5EF4-FFF2-40B4-BE49-F238E27FC236}">
                  <a16:creationId xmlns:a16="http://schemas.microsoft.com/office/drawing/2014/main" id="{2C3DBB31-0F57-5A9D-E0D0-72D47B05A4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7" name="rc1040">
              <a:extLst>
                <a:ext uri="{FF2B5EF4-FFF2-40B4-BE49-F238E27FC236}">
                  <a16:creationId xmlns:a16="http://schemas.microsoft.com/office/drawing/2014/main" id="{CE31B01B-FF35-378C-0493-11347B1F1D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8" name="rc1041">
              <a:extLst>
                <a:ext uri="{FF2B5EF4-FFF2-40B4-BE49-F238E27FC236}">
                  <a16:creationId xmlns:a16="http://schemas.microsoft.com/office/drawing/2014/main" id="{CA074BAF-7A35-5B84-779B-592BEA9E535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9" name="rc1042">
              <a:extLst>
                <a:ext uri="{FF2B5EF4-FFF2-40B4-BE49-F238E27FC236}">
                  <a16:creationId xmlns:a16="http://schemas.microsoft.com/office/drawing/2014/main" id="{C65CB0E4-F877-8FC5-A55A-AFE21627240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0" name="rc1043">
              <a:extLst>
                <a:ext uri="{FF2B5EF4-FFF2-40B4-BE49-F238E27FC236}">
                  <a16:creationId xmlns:a16="http://schemas.microsoft.com/office/drawing/2014/main" id="{953389D5-5A4C-7FED-EC97-69D9EA4858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1" name="rc1044">
              <a:extLst>
                <a:ext uri="{FF2B5EF4-FFF2-40B4-BE49-F238E27FC236}">
                  <a16:creationId xmlns:a16="http://schemas.microsoft.com/office/drawing/2014/main" id="{0B9D5DB7-8C20-F326-2867-3CBF8CEF19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2" name="rc1045">
              <a:extLst>
                <a:ext uri="{FF2B5EF4-FFF2-40B4-BE49-F238E27FC236}">
                  <a16:creationId xmlns:a16="http://schemas.microsoft.com/office/drawing/2014/main" id="{2A8F022F-D1A7-D73B-5440-F3112EF6EA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3" name="rc1046">
              <a:extLst>
                <a:ext uri="{FF2B5EF4-FFF2-40B4-BE49-F238E27FC236}">
                  <a16:creationId xmlns:a16="http://schemas.microsoft.com/office/drawing/2014/main" id="{9539E36F-BBF2-85D9-9A53-C580E9E0373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4" name="rc1047">
              <a:extLst>
                <a:ext uri="{FF2B5EF4-FFF2-40B4-BE49-F238E27FC236}">
                  <a16:creationId xmlns:a16="http://schemas.microsoft.com/office/drawing/2014/main" id="{9E5BE299-ED1A-439F-84E1-9ED6615F17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5" name="rc1048">
              <a:extLst>
                <a:ext uri="{FF2B5EF4-FFF2-40B4-BE49-F238E27FC236}">
                  <a16:creationId xmlns:a16="http://schemas.microsoft.com/office/drawing/2014/main" id="{FAC89782-9D19-3DE9-002D-380465D6D9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6" name="rc1049">
              <a:extLst>
                <a:ext uri="{FF2B5EF4-FFF2-40B4-BE49-F238E27FC236}">
                  <a16:creationId xmlns:a16="http://schemas.microsoft.com/office/drawing/2014/main" id="{310E567B-4CD3-6B5E-2EC0-DF7B661431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7" name="rc1050">
              <a:extLst>
                <a:ext uri="{FF2B5EF4-FFF2-40B4-BE49-F238E27FC236}">
                  <a16:creationId xmlns:a16="http://schemas.microsoft.com/office/drawing/2014/main" id="{DADD86CE-0FF6-613A-D2C0-2DA72A483A3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8" name="rc1051">
              <a:extLst>
                <a:ext uri="{FF2B5EF4-FFF2-40B4-BE49-F238E27FC236}">
                  <a16:creationId xmlns:a16="http://schemas.microsoft.com/office/drawing/2014/main" id="{07D79C84-E57B-5C7E-82F9-D4C38D83A7B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9" name="rc1052">
              <a:extLst>
                <a:ext uri="{FF2B5EF4-FFF2-40B4-BE49-F238E27FC236}">
                  <a16:creationId xmlns:a16="http://schemas.microsoft.com/office/drawing/2014/main" id="{1CE12F96-D184-CBDB-C624-DF03A6EF500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0" name="rc1053">
              <a:extLst>
                <a:ext uri="{FF2B5EF4-FFF2-40B4-BE49-F238E27FC236}">
                  <a16:creationId xmlns:a16="http://schemas.microsoft.com/office/drawing/2014/main" id="{28EBB07E-3F02-AB5E-0882-3D998C54ED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1" name="rc1054">
              <a:extLst>
                <a:ext uri="{FF2B5EF4-FFF2-40B4-BE49-F238E27FC236}">
                  <a16:creationId xmlns:a16="http://schemas.microsoft.com/office/drawing/2014/main" id="{D87476D3-22BB-AE39-FBCD-7F01E5D2E54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2" name="rc1055">
              <a:extLst>
                <a:ext uri="{FF2B5EF4-FFF2-40B4-BE49-F238E27FC236}">
                  <a16:creationId xmlns:a16="http://schemas.microsoft.com/office/drawing/2014/main" id="{4096B0F8-9525-21AB-96DA-4894D1F4C34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3" name="rc1056">
              <a:extLst>
                <a:ext uri="{FF2B5EF4-FFF2-40B4-BE49-F238E27FC236}">
                  <a16:creationId xmlns:a16="http://schemas.microsoft.com/office/drawing/2014/main" id="{29882ADE-4140-E28F-300C-35192EFEEC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4" name="rc1057">
              <a:extLst>
                <a:ext uri="{FF2B5EF4-FFF2-40B4-BE49-F238E27FC236}">
                  <a16:creationId xmlns:a16="http://schemas.microsoft.com/office/drawing/2014/main" id="{AF0CDAA4-55AD-2A4F-1DFA-81799832523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5" name="rc1058">
              <a:extLst>
                <a:ext uri="{FF2B5EF4-FFF2-40B4-BE49-F238E27FC236}">
                  <a16:creationId xmlns:a16="http://schemas.microsoft.com/office/drawing/2014/main" id="{29589A67-D148-8DE1-D723-C3960FD6BC2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6" name="rc1059">
              <a:extLst>
                <a:ext uri="{FF2B5EF4-FFF2-40B4-BE49-F238E27FC236}">
                  <a16:creationId xmlns:a16="http://schemas.microsoft.com/office/drawing/2014/main" id="{D7C95330-A828-A778-A98E-8DA56465C84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7" name="rc1060">
              <a:extLst>
                <a:ext uri="{FF2B5EF4-FFF2-40B4-BE49-F238E27FC236}">
                  <a16:creationId xmlns:a16="http://schemas.microsoft.com/office/drawing/2014/main" id="{C92CC565-7A82-6DC9-2895-2472FF1015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8" name="rc1061">
              <a:extLst>
                <a:ext uri="{FF2B5EF4-FFF2-40B4-BE49-F238E27FC236}">
                  <a16:creationId xmlns:a16="http://schemas.microsoft.com/office/drawing/2014/main" id="{A51840AA-B470-97FF-942D-AF1CF3AE390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9" name="rc1062">
              <a:extLst>
                <a:ext uri="{FF2B5EF4-FFF2-40B4-BE49-F238E27FC236}">
                  <a16:creationId xmlns:a16="http://schemas.microsoft.com/office/drawing/2014/main" id="{49983335-92A3-D25A-78CA-4532E59DCE0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0" name="rc1063">
              <a:extLst>
                <a:ext uri="{FF2B5EF4-FFF2-40B4-BE49-F238E27FC236}">
                  <a16:creationId xmlns:a16="http://schemas.microsoft.com/office/drawing/2014/main" id="{9BC1862E-CA12-4D9F-03E9-6D1E550E061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1" name="rc1064">
              <a:extLst>
                <a:ext uri="{FF2B5EF4-FFF2-40B4-BE49-F238E27FC236}">
                  <a16:creationId xmlns:a16="http://schemas.microsoft.com/office/drawing/2014/main" id="{03636D79-3EF6-70E6-042F-C0BD9F742E6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2" name="rc1065">
              <a:extLst>
                <a:ext uri="{FF2B5EF4-FFF2-40B4-BE49-F238E27FC236}">
                  <a16:creationId xmlns:a16="http://schemas.microsoft.com/office/drawing/2014/main" id="{FB4F0F3D-539E-D424-D65A-C154E98EA2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3" name="rc1066">
              <a:extLst>
                <a:ext uri="{FF2B5EF4-FFF2-40B4-BE49-F238E27FC236}">
                  <a16:creationId xmlns:a16="http://schemas.microsoft.com/office/drawing/2014/main" id="{22134419-4C29-3B96-86CB-BD247408274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4" name="rc1067">
              <a:extLst>
                <a:ext uri="{FF2B5EF4-FFF2-40B4-BE49-F238E27FC236}">
                  <a16:creationId xmlns:a16="http://schemas.microsoft.com/office/drawing/2014/main" id="{682DFD5E-B56C-504A-EB44-9C0D10FD6C2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5" name="rc1068">
              <a:extLst>
                <a:ext uri="{FF2B5EF4-FFF2-40B4-BE49-F238E27FC236}">
                  <a16:creationId xmlns:a16="http://schemas.microsoft.com/office/drawing/2014/main" id="{60F37CFB-237F-F306-F20C-7AA10EDC847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6" name="rc1069">
              <a:extLst>
                <a:ext uri="{FF2B5EF4-FFF2-40B4-BE49-F238E27FC236}">
                  <a16:creationId xmlns:a16="http://schemas.microsoft.com/office/drawing/2014/main" id="{28D8C515-637B-A124-CD9D-45719B5C4CF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7" name="rc1070">
              <a:extLst>
                <a:ext uri="{FF2B5EF4-FFF2-40B4-BE49-F238E27FC236}">
                  <a16:creationId xmlns:a16="http://schemas.microsoft.com/office/drawing/2014/main" id="{F2878E6F-B7FD-15CD-6F9E-7EB783319FA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8" name="rc1071">
              <a:extLst>
                <a:ext uri="{FF2B5EF4-FFF2-40B4-BE49-F238E27FC236}">
                  <a16:creationId xmlns:a16="http://schemas.microsoft.com/office/drawing/2014/main" id="{B0AA7FD5-B4E8-08F8-89F0-7BD80C3DBB7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9" name="rc1072">
              <a:extLst>
                <a:ext uri="{FF2B5EF4-FFF2-40B4-BE49-F238E27FC236}">
                  <a16:creationId xmlns:a16="http://schemas.microsoft.com/office/drawing/2014/main" id="{9FD95D05-6FAF-0702-AEFA-C2B436447B5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0" name="rc1073">
              <a:extLst>
                <a:ext uri="{FF2B5EF4-FFF2-40B4-BE49-F238E27FC236}">
                  <a16:creationId xmlns:a16="http://schemas.microsoft.com/office/drawing/2014/main" id="{F22C4CC3-F7B1-CB0C-2541-343666520B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1" name="rc1074">
              <a:extLst>
                <a:ext uri="{FF2B5EF4-FFF2-40B4-BE49-F238E27FC236}">
                  <a16:creationId xmlns:a16="http://schemas.microsoft.com/office/drawing/2014/main" id="{EFB621AC-4634-E270-4138-5860559B4B9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2" name="rc1075">
              <a:extLst>
                <a:ext uri="{FF2B5EF4-FFF2-40B4-BE49-F238E27FC236}">
                  <a16:creationId xmlns:a16="http://schemas.microsoft.com/office/drawing/2014/main" id="{E8202F93-E5CB-A43F-EBF7-FC8692975D2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3" name="rc1076">
              <a:extLst>
                <a:ext uri="{FF2B5EF4-FFF2-40B4-BE49-F238E27FC236}">
                  <a16:creationId xmlns:a16="http://schemas.microsoft.com/office/drawing/2014/main" id="{AF1B558B-AA75-6EFA-8E94-4E9A0F8CD30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4" name="rc1077">
              <a:extLst>
                <a:ext uri="{FF2B5EF4-FFF2-40B4-BE49-F238E27FC236}">
                  <a16:creationId xmlns:a16="http://schemas.microsoft.com/office/drawing/2014/main" id="{6360C02E-2E26-4F4F-571D-47B935845E2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5" name="rc1078">
              <a:extLst>
                <a:ext uri="{FF2B5EF4-FFF2-40B4-BE49-F238E27FC236}">
                  <a16:creationId xmlns:a16="http://schemas.microsoft.com/office/drawing/2014/main" id="{EDA08797-8290-689E-B64D-B09E565F32F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6" name="rc1079">
              <a:extLst>
                <a:ext uri="{FF2B5EF4-FFF2-40B4-BE49-F238E27FC236}">
                  <a16:creationId xmlns:a16="http://schemas.microsoft.com/office/drawing/2014/main" id="{49927847-3500-EC4E-A9AD-1ACFBCCE0B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7" name="rc1080">
              <a:extLst>
                <a:ext uri="{FF2B5EF4-FFF2-40B4-BE49-F238E27FC236}">
                  <a16:creationId xmlns:a16="http://schemas.microsoft.com/office/drawing/2014/main" id="{3F88F028-017F-E65B-2FB6-F3074A548D4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8" name="rc1081">
              <a:extLst>
                <a:ext uri="{FF2B5EF4-FFF2-40B4-BE49-F238E27FC236}">
                  <a16:creationId xmlns:a16="http://schemas.microsoft.com/office/drawing/2014/main" id="{99FA6FF6-D13A-F0E0-1482-CFF79DCDFDF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9" name="rc1082">
              <a:extLst>
                <a:ext uri="{FF2B5EF4-FFF2-40B4-BE49-F238E27FC236}">
                  <a16:creationId xmlns:a16="http://schemas.microsoft.com/office/drawing/2014/main" id="{9BC84ADF-28FD-87E0-DADA-A3027E4E0B5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0" name="rc1083">
              <a:extLst>
                <a:ext uri="{FF2B5EF4-FFF2-40B4-BE49-F238E27FC236}">
                  <a16:creationId xmlns:a16="http://schemas.microsoft.com/office/drawing/2014/main" id="{19103997-E1D9-17E8-E82C-226B5EEFAA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1" name="rc1084">
              <a:extLst>
                <a:ext uri="{FF2B5EF4-FFF2-40B4-BE49-F238E27FC236}">
                  <a16:creationId xmlns:a16="http://schemas.microsoft.com/office/drawing/2014/main" id="{7CB0AB10-CC75-9556-7742-5401770014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2" name="rc1085">
              <a:extLst>
                <a:ext uri="{FF2B5EF4-FFF2-40B4-BE49-F238E27FC236}">
                  <a16:creationId xmlns:a16="http://schemas.microsoft.com/office/drawing/2014/main" id="{44F39A65-92B7-93D8-8299-9D05E2A3B3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3" name="rc1086">
              <a:extLst>
                <a:ext uri="{FF2B5EF4-FFF2-40B4-BE49-F238E27FC236}">
                  <a16:creationId xmlns:a16="http://schemas.microsoft.com/office/drawing/2014/main" id="{08BD29FE-5EFD-E7B2-6D4E-E152939B3FE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4" name="rc1087">
              <a:extLst>
                <a:ext uri="{FF2B5EF4-FFF2-40B4-BE49-F238E27FC236}">
                  <a16:creationId xmlns:a16="http://schemas.microsoft.com/office/drawing/2014/main" id="{9BB95CEE-A4A1-022A-CDBF-016CCFB8086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5" name="rc1088">
              <a:extLst>
                <a:ext uri="{FF2B5EF4-FFF2-40B4-BE49-F238E27FC236}">
                  <a16:creationId xmlns:a16="http://schemas.microsoft.com/office/drawing/2014/main" id="{F0EA7022-D33D-1F17-7933-2A4433EBFF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6" name="rc1089">
              <a:extLst>
                <a:ext uri="{FF2B5EF4-FFF2-40B4-BE49-F238E27FC236}">
                  <a16:creationId xmlns:a16="http://schemas.microsoft.com/office/drawing/2014/main" id="{64606DA8-9CBC-3C9A-A07B-05CAF4B0EF3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7" name="rc1090">
              <a:extLst>
                <a:ext uri="{FF2B5EF4-FFF2-40B4-BE49-F238E27FC236}">
                  <a16:creationId xmlns:a16="http://schemas.microsoft.com/office/drawing/2014/main" id="{5A365775-5DA8-766B-D0CB-F4D142FF5A5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8" name="rc1091">
              <a:extLst>
                <a:ext uri="{FF2B5EF4-FFF2-40B4-BE49-F238E27FC236}">
                  <a16:creationId xmlns:a16="http://schemas.microsoft.com/office/drawing/2014/main" id="{FDE00C90-C34E-89E5-A7E1-62C31401DD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9" name="rc1092">
              <a:extLst>
                <a:ext uri="{FF2B5EF4-FFF2-40B4-BE49-F238E27FC236}">
                  <a16:creationId xmlns:a16="http://schemas.microsoft.com/office/drawing/2014/main" id="{C53115ED-780F-E94F-F802-4A98FA80B5E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0" name="rc1093">
              <a:extLst>
                <a:ext uri="{FF2B5EF4-FFF2-40B4-BE49-F238E27FC236}">
                  <a16:creationId xmlns:a16="http://schemas.microsoft.com/office/drawing/2014/main" id="{82134419-2D10-5CEB-1225-851F1248B08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1" name="rc1094">
              <a:extLst>
                <a:ext uri="{FF2B5EF4-FFF2-40B4-BE49-F238E27FC236}">
                  <a16:creationId xmlns:a16="http://schemas.microsoft.com/office/drawing/2014/main" id="{BF6BF202-B26E-A4B1-1A9D-55772F9011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2" name="rc1095">
              <a:extLst>
                <a:ext uri="{FF2B5EF4-FFF2-40B4-BE49-F238E27FC236}">
                  <a16:creationId xmlns:a16="http://schemas.microsoft.com/office/drawing/2014/main" id="{9538DDA6-4887-BD56-C071-8A5B1108C20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3" name="rc1096">
              <a:extLst>
                <a:ext uri="{FF2B5EF4-FFF2-40B4-BE49-F238E27FC236}">
                  <a16:creationId xmlns:a16="http://schemas.microsoft.com/office/drawing/2014/main" id="{B80867D2-F23A-DEDC-051F-A6B5FF91006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4" name="rc1097">
              <a:extLst>
                <a:ext uri="{FF2B5EF4-FFF2-40B4-BE49-F238E27FC236}">
                  <a16:creationId xmlns:a16="http://schemas.microsoft.com/office/drawing/2014/main" id="{F0234D41-7EEB-81A9-9307-5F195793A2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5" name="rc1098">
              <a:extLst>
                <a:ext uri="{FF2B5EF4-FFF2-40B4-BE49-F238E27FC236}">
                  <a16:creationId xmlns:a16="http://schemas.microsoft.com/office/drawing/2014/main" id="{D979F5CB-13CB-B7AF-97CA-1D839154D9A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6" name="rc1099">
              <a:extLst>
                <a:ext uri="{FF2B5EF4-FFF2-40B4-BE49-F238E27FC236}">
                  <a16:creationId xmlns:a16="http://schemas.microsoft.com/office/drawing/2014/main" id="{32067F69-65A3-0A8A-1E39-B2A2D432773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7" name="rc1100">
              <a:extLst>
                <a:ext uri="{FF2B5EF4-FFF2-40B4-BE49-F238E27FC236}">
                  <a16:creationId xmlns:a16="http://schemas.microsoft.com/office/drawing/2014/main" id="{394E0599-FD9D-D5BD-268A-618503013A8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8" name="rc1101">
              <a:extLst>
                <a:ext uri="{FF2B5EF4-FFF2-40B4-BE49-F238E27FC236}">
                  <a16:creationId xmlns:a16="http://schemas.microsoft.com/office/drawing/2014/main" id="{029359FA-F938-76A5-CB5F-7DA2B5A1982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9" name="rc1102">
              <a:extLst>
                <a:ext uri="{FF2B5EF4-FFF2-40B4-BE49-F238E27FC236}">
                  <a16:creationId xmlns:a16="http://schemas.microsoft.com/office/drawing/2014/main" id="{3089ADDC-9FED-6BF7-9231-B56C9ADEBCC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0" name="rc1103">
              <a:extLst>
                <a:ext uri="{FF2B5EF4-FFF2-40B4-BE49-F238E27FC236}">
                  <a16:creationId xmlns:a16="http://schemas.microsoft.com/office/drawing/2014/main" id="{125D9349-60B3-38D4-0C85-29570CDC70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1" name="rc1104">
              <a:extLst>
                <a:ext uri="{FF2B5EF4-FFF2-40B4-BE49-F238E27FC236}">
                  <a16:creationId xmlns:a16="http://schemas.microsoft.com/office/drawing/2014/main" id="{DB4BFDDA-6365-DE10-6DB9-5AED9641D84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2" name="rc1105">
              <a:extLst>
                <a:ext uri="{FF2B5EF4-FFF2-40B4-BE49-F238E27FC236}">
                  <a16:creationId xmlns:a16="http://schemas.microsoft.com/office/drawing/2014/main" id="{EF4CDD48-ABEE-845B-5E57-3014BC37F26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3" name="rc1106">
              <a:extLst>
                <a:ext uri="{FF2B5EF4-FFF2-40B4-BE49-F238E27FC236}">
                  <a16:creationId xmlns:a16="http://schemas.microsoft.com/office/drawing/2014/main" id="{41AA5B1C-1810-3AB8-F4E9-18C915A2D3D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4" name="rc1107">
              <a:extLst>
                <a:ext uri="{FF2B5EF4-FFF2-40B4-BE49-F238E27FC236}">
                  <a16:creationId xmlns:a16="http://schemas.microsoft.com/office/drawing/2014/main" id="{37BA9250-71E9-25BD-3388-F9E2FBD01C9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5" name="rc1108">
              <a:extLst>
                <a:ext uri="{FF2B5EF4-FFF2-40B4-BE49-F238E27FC236}">
                  <a16:creationId xmlns:a16="http://schemas.microsoft.com/office/drawing/2014/main" id="{45992BA1-FB04-5FAD-181E-C5D3591CF1A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6" name="rc1109">
              <a:extLst>
                <a:ext uri="{FF2B5EF4-FFF2-40B4-BE49-F238E27FC236}">
                  <a16:creationId xmlns:a16="http://schemas.microsoft.com/office/drawing/2014/main" id="{02D181D1-876F-1551-3265-FD5BCF0E470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7" name="rc1110">
              <a:extLst>
                <a:ext uri="{FF2B5EF4-FFF2-40B4-BE49-F238E27FC236}">
                  <a16:creationId xmlns:a16="http://schemas.microsoft.com/office/drawing/2014/main" id="{30AC5632-E08E-4B6A-B602-4BAB8CBE0FC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8" name="rc1111">
              <a:extLst>
                <a:ext uri="{FF2B5EF4-FFF2-40B4-BE49-F238E27FC236}">
                  <a16:creationId xmlns:a16="http://schemas.microsoft.com/office/drawing/2014/main" id="{DD863485-1A66-AAA6-3D25-51BF45CA64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9" name="rc1112">
              <a:extLst>
                <a:ext uri="{FF2B5EF4-FFF2-40B4-BE49-F238E27FC236}">
                  <a16:creationId xmlns:a16="http://schemas.microsoft.com/office/drawing/2014/main" id="{893283DC-5E8D-A7A2-6053-8FD71AE9BD8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0" name="rc1113">
              <a:extLst>
                <a:ext uri="{FF2B5EF4-FFF2-40B4-BE49-F238E27FC236}">
                  <a16:creationId xmlns:a16="http://schemas.microsoft.com/office/drawing/2014/main" id="{96B56906-86C5-6116-63E7-507B45E5F67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1" name="rc1114">
              <a:extLst>
                <a:ext uri="{FF2B5EF4-FFF2-40B4-BE49-F238E27FC236}">
                  <a16:creationId xmlns:a16="http://schemas.microsoft.com/office/drawing/2014/main" id="{D13931AF-41B8-1006-9789-BB1FEE098F2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2" name="rc1115">
              <a:extLst>
                <a:ext uri="{FF2B5EF4-FFF2-40B4-BE49-F238E27FC236}">
                  <a16:creationId xmlns:a16="http://schemas.microsoft.com/office/drawing/2014/main" id="{A709D6DE-4A07-6762-8389-7FE3CFF65E0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3" name="rc1116">
              <a:extLst>
                <a:ext uri="{FF2B5EF4-FFF2-40B4-BE49-F238E27FC236}">
                  <a16:creationId xmlns:a16="http://schemas.microsoft.com/office/drawing/2014/main" id="{BC833EA9-B0E9-317B-975F-BD1296635BD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4" name="rc1117">
              <a:extLst>
                <a:ext uri="{FF2B5EF4-FFF2-40B4-BE49-F238E27FC236}">
                  <a16:creationId xmlns:a16="http://schemas.microsoft.com/office/drawing/2014/main" id="{B2DFB162-E350-8A5B-D469-FF58B47ABB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5" name="rc1118">
              <a:extLst>
                <a:ext uri="{FF2B5EF4-FFF2-40B4-BE49-F238E27FC236}">
                  <a16:creationId xmlns:a16="http://schemas.microsoft.com/office/drawing/2014/main" id="{E37B8B01-C7BE-3405-04BC-0E31E163155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6" name="rc1119">
              <a:extLst>
                <a:ext uri="{FF2B5EF4-FFF2-40B4-BE49-F238E27FC236}">
                  <a16:creationId xmlns:a16="http://schemas.microsoft.com/office/drawing/2014/main" id="{B8B62148-F442-0CFE-36A1-E37764A625A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7" name="rc1120">
              <a:extLst>
                <a:ext uri="{FF2B5EF4-FFF2-40B4-BE49-F238E27FC236}">
                  <a16:creationId xmlns:a16="http://schemas.microsoft.com/office/drawing/2014/main" id="{D84DC345-ACF6-46B0-3FF9-3BBF6AC8443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8" name="rc1121">
              <a:extLst>
                <a:ext uri="{FF2B5EF4-FFF2-40B4-BE49-F238E27FC236}">
                  <a16:creationId xmlns:a16="http://schemas.microsoft.com/office/drawing/2014/main" id="{BC58359B-22F7-D957-8257-4DA9BA9C2C2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9" name="rc1122">
              <a:extLst>
                <a:ext uri="{FF2B5EF4-FFF2-40B4-BE49-F238E27FC236}">
                  <a16:creationId xmlns:a16="http://schemas.microsoft.com/office/drawing/2014/main" id="{E69892FD-00AA-E912-42F3-F9D2E94A467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0" name="rc1123">
              <a:extLst>
                <a:ext uri="{FF2B5EF4-FFF2-40B4-BE49-F238E27FC236}">
                  <a16:creationId xmlns:a16="http://schemas.microsoft.com/office/drawing/2014/main" id="{DA7AC999-101B-5449-F75F-430A79CA9B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1" name="rc1124">
              <a:extLst>
                <a:ext uri="{FF2B5EF4-FFF2-40B4-BE49-F238E27FC236}">
                  <a16:creationId xmlns:a16="http://schemas.microsoft.com/office/drawing/2014/main" id="{4194184B-464A-670F-829F-23911441ED6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2" name="rc1125">
              <a:extLst>
                <a:ext uri="{FF2B5EF4-FFF2-40B4-BE49-F238E27FC236}">
                  <a16:creationId xmlns:a16="http://schemas.microsoft.com/office/drawing/2014/main" id="{1DE8EDA4-B17C-D704-081B-44F82966E5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3" name="rc1126">
              <a:extLst>
                <a:ext uri="{FF2B5EF4-FFF2-40B4-BE49-F238E27FC236}">
                  <a16:creationId xmlns:a16="http://schemas.microsoft.com/office/drawing/2014/main" id="{2FC56AF8-37F1-48A1-0375-88187A517C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4" name="rc1127">
              <a:extLst>
                <a:ext uri="{FF2B5EF4-FFF2-40B4-BE49-F238E27FC236}">
                  <a16:creationId xmlns:a16="http://schemas.microsoft.com/office/drawing/2014/main" id="{6D742648-A20C-937A-76D2-A5E79128CAF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5" name="rc1128">
              <a:extLst>
                <a:ext uri="{FF2B5EF4-FFF2-40B4-BE49-F238E27FC236}">
                  <a16:creationId xmlns:a16="http://schemas.microsoft.com/office/drawing/2014/main" id="{0FCDE4AD-5133-716D-777E-03051D40BBC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6" name="rc1129">
              <a:extLst>
                <a:ext uri="{FF2B5EF4-FFF2-40B4-BE49-F238E27FC236}">
                  <a16:creationId xmlns:a16="http://schemas.microsoft.com/office/drawing/2014/main" id="{4F35E875-0E95-61EA-FE5B-568180043E8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7" name="rc1130">
              <a:extLst>
                <a:ext uri="{FF2B5EF4-FFF2-40B4-BE49-F238E27FC236}">
                  <a16:creationId xmlns:a16="http://schemas.microsoft.com/office/drawing/2014/main" id="{D43D8928-FC01-D04A-EC38-53440F1803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8" name="rc1131">
              <a:extLst>
                <a:ext uri="{FF2B5EF4-FFF2-40B4-BE49-F238E27FC236}">
                  <a16:creationId xmlns:a16="http://schemas.microsoft.com/office/drawing/2014/main" id="{C285702C-A39F-A860-3223-04E4B975C9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9" name="rc1132">
              <a:extLst>
                <a:ext uri="{FF2B5EF4-FFF2-40B4-BE49-F238E27FC236}">
                  <a16:creationId xmlns:a16="http://schemas.microsoft.com/office/drawing/2014/main" id="{697B023A-0276-A1C3-26A8-221A847657B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0" name="rc1133">
              <a:extLst>
                <a:ext uri="{FF2B5EF4-FFF2-40B4-BE49-F238E27FC236}">
                  <a16:creationId xmlns:a16="http://schemas.microsoft.com/office/drawing/2014/main" id="{54DA7FBB-DCA5-A679-02EC-8C50B17CF9B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1" name="rc1134">
              <a:extLst>
                <a:ext uri="{FF2B5EF4-FFF2-40B4-BE49-F238E27FC236}">
                  <a16:creationId xmlns:a16="http://schemas.microsoft.com/office/drawing/2014/main" id="{7DB21A39-AFBE-18E7-C547-9FF84D9A889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2" name="rc1135">
              <a:extLst>
                <a:ext uri="{FF2B5EF4-FFF2-40B4-BE49-F238E27FC236}">
                  <a16:creationId xmlns:a16="http://schemas.microsoft.com/office/drawing/2014/main" id="{B67EBA70-25C4-AC63-D153-7531377D850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3" name="rc1136">
              <a:extLst>
                <a:ext uri="{FF2B5EF4-FFF2-40B4-BE49-F238E27FC236}">
                  <a16:creationId xmlns:a16="http://schemas.microsoft.com/office/drawing/2014/main" id="{409F2DC5-1CBB-5982-AF37-2154B88A57B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4" name="rc1137">
              <a:extLst>
                <a:ext uri="{FF2B5EF4-FFF2-40B4-BE49-F238E27FC236}">
                  <a16:creationId xmlns:a16="http://schemas.microsoft.com/office/drawing/2014/main" id="{AEDE6D43-9B9E-C0A8-7D8B-69E046CBC8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5" name="rc1138">
              <a:extLst>
                <a:ext uri="{FF2B5EF4-FFF2-40B4-BE49-F238E27FC236}">
                  <a16:creationId xmlns:a16="http://schemas.microsoft.com/office/drawing/2014/main" id="{CCB3FF65-1774-1F18-D2B9-C70646ED499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6" name="rc1139">
              <a:extLst>
                <a:ext uri="{FF2B5EF4-FFF2-40B4-BE49-F238E27FC236}">
                  <a16:creationId xmlns:a16="http://schemas.microsoft.com/office/drawing/2014/main" id="{16970239-96F6-6EF4-24FD-C7C8AACB612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7" name="rc1140">
              <a:extLst>
                <a:ext uri="{FF2B5EF4-FFF2-40B4-BE49-F238E27FC236}">
                  <a16:creationId xmlns:a16="http://schemas.microsoft.com/office/drawing/2014/main" id="{36CB186A-0D2E-1625-77D8-0CCABB662B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8" name="rc1141">
              <a:extLst>
                <a:ext uri="{FF2B5EF4-FFF2-40B4-BE49-F238E27FC236}">
                  <a16:creationId xmlns:a16="http://schemas.microsoft.com/office/drawing/2014/main" id="{2B265E6E-A158-3150-9056-38D5B24840B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9" name="rc1142">
              <a:extLst>
                <a:ext uri="{FF2B5EF4-FFF2-40B4-BE49-F238E27FC236}">
                  <a16:creationId xmlns:a16="http://schemas.microsoft.com/office/drawing/2014/main" id="{C755D961-3787-CC75-A841-597348970AD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0" name="rc1143">
              <a:extLst>
                <a:ext uri="{FF2B5EF4-FFF2-40B4-BE49-F238E27FC236}">
                  <a16:creationId xmlns:a16="http://schemas.microsoft.com/office/drawing/2014/main" id="{2B87CE19-E186-8D81-D65B-1DE7FA67945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1" name="rc1144">
              <a:extLst>
                <a:ext uri="{FF2B5EF4-FFF2-40B4-BE49-F238E27FC236}">
                  <a16:creationId xmlns:a16="http://schemas.microsoft.com/office/drawing/2014/main" id="{7A06DC9D-349C-0B04-AB96-5E51C79FEC6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2" name="rc1145">
              <a:extLst>
                <a:ext uri="{FF2B5EF4-FFF2-40B4-BE49-F238E27FC236}">
                  <a16:creationId xmlns:a16="http://schemas.microsoft.com/office/drawing/2014/main" id="{4B455A43-A551-E71D-3C32-B7491778243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3" name="rc1146">
              <a:extLst>
                <a:ext uri="{FF2B5EF4-FFF2-40B4-BE49-F238E27FC236}">
                  <a16:creationId xmlns:a16="http://schemas.microsoft.com/office/drawing/2014/main" id="{6B16C804-8BF0-F790-675D-5AB37AC75C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4" name="rc1147">
              <a:extLst>
                <a:ext uri="{FF2B5EF4-FFF2-40B4-BE49-F238E27FC236}">
                  <a16:creationId xmlns:a16="http://schemas.microsoft.com/office/drawing/2014/main" id="{3F61F312-EE43-2B91-037F-6EC3A17073D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5" name="rc1148">
              <a:extLst>
                <a:ext uri="{FF2B5EF4-FFF2-40B4-BE49-F238E27FC236}">
                  <a16:creationId xmlns:a16="http://schemas.microsoft.com/office/drawing/2014/main" id="{9349119C-77F3-255B-E282-DE39E0FD9DD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6" name="rc1149">
              <a:extLst>
                <a:ext uri="{FF2B5EF4-FFF2-40B4-BE49-F238E27FC236}">
                  <a16:creationId xmlns:a16="http://schemas.microsoft.com/office/drawing/2014/main" id="{B6BD7170-3612-B236-A6BD-20364E0DB6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7" name="rc1150">
              <a:extLst>
                <a:ext uri="{FF2B5EF4-FFF2-40B4-BE49-F238E27FC236}">
                  <a16:creationId xmlns:a16="http://schemas.microsoft.com/office/drawing/2014/main" id="{64F4CB0D-33DC-07A9-F72D-1F9F1FD1F33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8" name="rc1151">
              <a:extLst>
                <a:ext uri="{FF2B5EF4-FFF2-40B4-BE49-F238E27FC236}">
                  <a16:creationId xmlns:a16="http://schemas.microsoft.com/office/drawing/2014/main" id="{5B620D61-7C76-2E99-2206-4F47667F72A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9" name="rc1152">
              <a:extLst>
                <a:ext uri="{FF2B5EF4-FFF2-40B4-BE49-F238E27FC236}">
                  <a16:creationId xmlns:a16="http://schemas.microsoft.com/office/drawing/2014/main" id="{3A210244-F9B5-0612-1C4F-E93ED4A4036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0" name="rc1153">
              <a:extLst>
                <a:ext uri="{FF2B5EF4-FFF2-40B4-BE49-F238E27FC236}">
                  <a16:creationId xmlns:a16="http://schemas.microsoft.com/office/drawing/2014/main" id="{59F8C24A-3FE0-94DC-725B-D1C8A54FB1A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1" name="rc1154">
              <a:extLst>
                <a:ext uri="{FF2B5EF4-FFF2-40B4-BE49-F238E27FC236}">
                  <a16:creationId xmlns:a16="http://schemas.microsoft.com/office/drawing/2014/main" id="{03CFAE63-D4D5-E342-8D7E-66BEDA07297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2" name="rc1155">
              <a:extLst>
                <a:ext uri="{FF2B5EF4-FFF2-40B4-BE49-F238E27FC236}">
                  <a16:creationId xmlns:a16="http://schemas.microsoft.com/office/drawing/2014/main" id="{5C1B70CE-6826-E502-16D1-8546E283FB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3" name="rc1156">
              <a:extLst>
                <a:ext uri="{FF2B5EF4-FFF2-40B4-BE49-F238E27FC236}">
                  <a16:creationId xmlns:a16="http://schemas.microsoft.com/office/drawing/2014/main" id="{3E016B3C-461C-31FB-008F-20F18ED6B71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4" name="rc1157">
              <a:extLst>
                <a:ext uri="{FF2B5EF4-FFF2-40B4-BE49-F238E27FC236}">
                  <a16:creationId xmlns:a16="http://schemas.microsoft.com/office/drawing/2014/main" id="{7ABEEEE1-D06A-297C-D547-86A27ACB02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5" name="rc1158">
              <a:extLst>
                <a:ext uri="{FF2B5EF4-FFF2-40B4-BE49-F238E27FC236}">
                  <a16:creationId xmlns:a16="http://schemas.microsoft.com/office/drawing/2014/main" id="{3C0773B8-2497-F785-9789-B7041E36C88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6" name="rc1159">
              <a:extLst>
                <a:ext uri="{FF2B5EF4-FFF2-40B4-BE49-F238E27FC236}">
                  <a16:creationId xmlns:a16="http://schemas.microsoft.com/office/drawing/2014/main" id="{E08E7709-0861-4123-8546-20CB476AA51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7" name="rc1160">
              <a:extLst>
                <a:ext uri="{FF2B5EF4-FFF2-40B4-BE49-F238E27FC236}">
                  <a16:creationId xmlns:a16="http://schemas.microsoft.com/office/drawing/2014/main" id="{C4097434-934E-9715-908D-A1754EB01C8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8" name="rc1161">
              <a:extLst>
                <a:ext uri="{FF2B5EF4-FFF2-40B4-BE49-F238E27FC236}">
                  <a16:creationId xmlns:a16="http://schemas.microsoft.com/office/drawing/2014/main" id="{F780619F-52D7-600B-EFBC-43DD6F01F6C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9" name="rc1162">
              <a:extLst>
                <a:ext uri="{FF2B5EF4-FFF2-40B4-BE49-F238E27FC236}">
                  <a16:creationId xmlns:a16="http://schemas.microsoft.com/office/drawing/2014/main" id="{452E0C28-AE5D-711E-8FD5-BDFFFAC418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0" name="rc1163">
              <a:extLst>
                <a:ext uri="{FF2B5EF4-FFF2-40B4-BE49-F238E27FC236}">
                  <a16:creationId xmlns:a16="http://schemas.microsoft.com/office/drawing/2014/main" id="{1E194F3B-498C-F89A-41EF-A0EFAE66FB5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1" name="rc1164">
              <a:extLst>
                <a:ext uri="{FF2B5EF4-FFF2-40B4-BE49-F238E27FC236}">
                  <a16:creationId xmlns:a16="http://schemas.microsoft.com/office/drawing/2014/main" id="{30D3B492-D493-93FB-1C55-F5DCB0B2FC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2" name="rc1165">
              <a:extLst>
                <a:ext uri="{FF2B5EF4-FFF2-40B4-BE49-F238E27FC236}">
                  <a16:creationId xmlns:a16="http://schemas.microsoft.com/office/drawing/2014/main" id="{5CE854F6-D8E8-156F-30CA-92A87CF1E7A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3" name="rc1166">
              <a:extLst>
                <a:ext uri="{FF2B5EF4-FFF2-40B4-BE49-F238E27FC236}">
                  <a16:creationId xmlns:a16="http://schemas.microsoft.com/office/drawing/2014/main" id="{B3BBE5D4-5025-C577-2079-DFDD5901C28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4" name="rc1167">
              <a:extLst>
                <a:ext uri="{FF2B5EF4-FFF2-40B4-BE49-F238E27FC236}">
                  <a16:creationId xmlns:a16="http://schemas.microsoft.com/office/drawing/2014/main" id="{3EA15F6C-5D1F-70C9-A0F1-C36171A0453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5" name="rc1168">
              <a:extLst>
                <a:ext uri="{FF2B5EF4-FFF2-40B4-BE49-F238E27FC236}">
                  <a16:creationId xmlns:a16="http://schemas.microsoft.com/office/drawing/2014/main" id="{DEF3EF2C-D207-C47F-3094-85D4B03E11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6" name="rc1169">
              <a:extLst>
                <a:ext uri="{FF2B5EF4-FFF2-40B4-BE49-F238E27FC236}">
                  <a16:creationId xmlns:a16="http://schemas.microsoft.com/office/drawing/2014/main" id="{72CC1312-5C35-5880-A6C8-8DD3280B07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7" name="rc1170">
              <a:extLst>
                <a:ext uri="{FF2B5EF4-FFF2-40B4-BE49-F238E27FC236}">
                  <a16:creationId xmlns:a16="http://schemas.microsoft.com/office/drawing/2014/main" id="{0758711C-9E4C-9E5C-DDA3-095A3442F9C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8" name="rc1171">
              <a:extLst>
                <a:ext uri="{FF2B5EF4-FFF2-40B4-BE49-F238E27FC236}">
                  <a16:creationId xmlns:a16="http://schemas.microsoft.com/office/drawing/2014/main" id="{B9F162D6-126D-AC59-F5D5-5F69B5EC470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9" name="rc1172">
              <a:extLst>
                <a:ext uri="{FF2B5EF4-FFF2-40B4-BE49-F238E27FC236}">
                  <a16:creationId xmlns:a16="http://schemas.microsoft.com/office/drawing/2014/main" id="{D8D2ADB6-C3BE-896F-7A70-8DF77911B89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0" name="rc1173">
              <a:extLst>
                <a:ext uri="{FF2B5EF4-FFF2-40B4-BE49-F238E27FC236}">
                  <a16:creationId xmlns:a16="http://schemas.microsoft.com/office/drawing/2014/main" id="{09C5EEEF-094D-569F-573B-99949A9B0A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1" name="rc1174">
              <a:extLst>
                <a:ext uri="{FF2B5EF4-FFF2-40B4-BE49-F238E27FC236}">
                  <a16:creationId xmlns:a16="http://schemas.microsoft.com/office/drawing/2014/main" id="{DF391B0A-D463-424C-E57A-4E9107E1B7A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2" name="rc1175">
              <a:extLst>
                <a:ext uri="{FF2B5EF4-FFF2-40B4-BE49-F238E27FC236}">
                  <a16:creationId xmlns:a16="http://schemas.microsoft.com/office/drawing/2014/main" id="{E9797425-AFCC-6E69-56ED-973AE1246FA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3" name="rc1176">
              <a:extLst>
                <a:ext uri="{FF2B5EF4-FFF2-40B4-BE49-F238E27FC236}">
                  <a16:creationId xmlns:a16="http://schemas.microsoft.com/office/drawing/2014/main" id="{8B0717AC-9C3A-3083-5176-2A85C2EAD0D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4" name="rc1177">
              <a:extLst>
                <a:ext uri="{FF2B5EF4-FFF2-40B4-BE49-F238E27FC236}">
                  <a16:creationId xmlns:a16="http://schemas.microsoft.com/office/drawing/2014/main" id="{B887E1B9-CB7B-8782-C92C-59647F672F3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5" name="rc1178">
              <a:extLst>
                <a:ext uri="{FF2B5EF4-FFF2-40B4-BE49-F238E27FC236}">
                  <a16:creationId xmlns:a16="http://schemas.microsoft.com/office/drawing/2014/main" id="{A333882F-F8D2-594C-6FF4-3FAC7F640DA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6" name="rc1179">
              <a:extLst>
                <a:ext uri="{FF2B5EF4-FFF2-40B4-BE49-F238E27FC236}">
                  <a16:creationId xmlns:a16="http://schemas.microsoft.com/office/drawing/2014/main" id="{51DCB383-57BF-C7E8-910B-975A2FD7AF9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7" name="rc1180">
              <a:extLst>
                <a:ext uri="{FF2B5EF4-FFF2-40B4-BE49-F238E27FC236}">
                  <a16:creationId xmlns:a16="http://schemas.microsoft.com/office/drawing/2014/main" id="{EB89AC3D-E2F3-6816-E902-E11D8E60EFE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8" name="rc1181">
              <a:extLst>
                <a:ext uri="{FF2B5EF4-FFF2-40B4-BE49-F238E27FC236}">
                  <a16:creationId xmlns:a16="http://schemas.microsoft.com/office/drawing/2014/main" id="{3125894A-688E-936D-B487-1000F77BC97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9" name="rc1182">
              <a:extLst>
                <a:ext uri="{FF2B5EF4-FFF2-40B4-BE49-F238E27FC236}">
                  <a16:creationId xmlns:a16="http://schemas.microsoft.com/office/drawing/2014/main" id="{6C3AD836-1679-4E07-FBD5-A231553C59D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0" name="rc1183">
              <a:extLst>
                <a:ext uri="{FF2B5EF4-FFF2-40B4-BE49-F238E27FC236}">
                  <a16:creationId xmlns:a16="http://schemas.microsoft.com/office/drawing/2014/main" id="{31303158-B830-AACA-0D27-F0C1EE76060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1" name="rc1184">
              <a:extLst>
                <a:ext uri="{FF2B5EF4-FFF2-40B4-BE49-F238E27FC236}">
                  <a16:creationId xmlns:a16="http://schemas.microsoft.com/office/drawing/2014/main" id="{0DAB01DA-7150-99F9-6A23-251773ACC1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2" name="rc1185">
              <a:extLst>
                <a:ext uri="{FF2B5EF4-FFF2-40B4-BE49-F238E27FC236}">
                  <a16:creationId xmlns:a16="http://schemas.microsoft.com/office/drawing/2014/main" id="{B5776F92-BF3E-25CF-CEE8-35E912EEAE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3" name="rc1186">
              <a:extLst>
                <a:ext uri="{FF2B5EF4-FFF2-40B4-BE49-F238E27FC236}">
                  <a16:creationId xmlns:a16="http://schemas.microsoft.com/office/drawing/2014/main" id="{73FC7038-62D1-53BF-C360-CAB661EFEBF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4" name="rc1187">
              <a:extLst>
                <a:ext uri="{FF2B5EF4-FFF2-40B4-BE49-F238E27FC236}">
                  <a16:creationId xmlns:a16="http://schemas.microsoft.com/office/drawing/2014/main" id="{7B09FFEB-4F21-5DB9-02A3-42B1BF8EA53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5" name="rc1188">
              <a:extLst>
                <a:ext uri="{FF2B5EF4-FFF2-40B4-BE49-F238E27FC236}">
                  <a16:creationId xmlns:a16="http://schemas.microsoft.com/office/drawing/2014/main" id="{9F0F3D8C-648C-DED1-391D-B7E61CE1900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6" name="rc1189">
              <a:extLst>
                <a:ext uri="{FF2B5EF4-FFF2-40B4-BE49-F238E27FC236}">
                  <a16:creationId xmlns:a16="http://schemas.microsoft.com/office/drawing/2014/main" id="{0750FEBD-C13A-9483-8A67-846C4D503FD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7" name="rc1190">
              <a:extLst>
                <a:ext uri="{FF2B5EF4-FFF2-40B4-BE49-F238E27FC236}">
                  <a16:creationId xmlns:a16="http://schemas.microsoft.com/office/drawing/2014/main" id="{B16518B8-B6E3-C1A9-727D-461A600EAD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8" name="rc1191">
              <a:extLst>
                <a:ext uri="{FF2B5EF4-FFF2-40B4-BE49-F238E27FC236}">
                  <a16:creationId xmlns:a16="http://schemas.microsoft.com/office/drawing/2014/main" id="{AC14D548-D7F5-6006-82C9-C9FAB5288C0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9" name="rc1192">
              <a:extLst>
                <a:ext uri="{FF2B5EF4-FFF2-40B4-BE49-F238E27FC236}">
                  <a16:creationId xmlns:a16="http://schemas.microsoft.com/office/drawing/2014/main" id="{BBE7A20A-8744-B208-4917-D7DFDDD8DD8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0" name="rc1193">
              <a:extLst>
                <a:ext uri="{FF2B5EF4-FFF2-40B4-BE49-F238E27FC236}">
                  <a16:creationId xmlns:a16="http://schemas.microsoft.com/office/drawing/2014/main" id="{249A1E6F-4B31-71FF-A8E8-30FD36E3245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1" name="rc1194">
              <a:extLst>
                <a:ext uri="{FF2B5EF4-FFF2-40B4-BE49-F238E27FC236}">
                  <a16:creationId xmlns:a16="http://schemas.microsoft.com/office/drawing/2014/main" id="{D19201D0-26FA-DDB2-9815-0F5C49A77E2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2" name="rc1195">
              <a:extLst>
                <a:ext uri="{FF2B5EF4-FFF2-40B4-BE49-F238E27FC236}">
                  <a16:creationId xmlns:a16="http://schemas.microsoft.com/office/drawing/2014/main" id="{8F010D29-466B-6778-D9BE-9DF0108C2CF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3" name="rc1196">
              <a:extLst>
                <a:ext uri="{FF2B5EF4-FFF2-40B4-BE49-F238E27FC236}">
                  <a16:creationId xmlns:a16="http://schemas.microsoft.com/office/drawing/2014/main" id="{1EF24FF4-9333-6BD4-57F2-DA8328DA95A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4" name="rc1197">
              <a:extLst>
                <a:ext uri="{FF2B5EF4-FFF2-40B4-BE49-F238E27FC236}">
                  <a16:creationId xmlns:a16="http://schemas.microsoft.com/office/drawing/2014/main" id="{D61BFF91-EBB6-1AEB-43F9-BB4879258EE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5" name="rc1198">
              <a:extLst>
                <a:ext uri="{FF2B5EF4-FFF2-40B4-BE49-F238E27FC236}">
                  <a16:creationId xmlns:a16="http://schemas.microsoft.com/office/drawing/2014/main" id="{D01263BE-E65A-9377-550E-73AB125377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6" name="rc1199">
              <a:extLst>
                <a:ext uri="{FF2B5EF4-FFF2-40B4-BE49-F238E27FC236}">
                  <a16:creationId xmlns:a16="http://schemas.microsoft.com/office/drawing/2014/main" id="{D623EE57-D0E5-6845-97C0-77B59912204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7" name="rc1200">
              <a:extLst>
                <a:ext uri="{FF2B5EF4-FFF2-40B4-BE49-F238E27FC236}">
                  <a16:creationId xmlns:a16="http://schemas.microsoft.com/office/drawing/2014/main" id="{B01D8375-2055-A2E4-CADF-2226A7FF359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8" name="rc1201">
              <a:extLst>
                <a:ext uri="{FF2B5EF4-FFF2-40B4-BE49-F238E27FC236}">
                  <a16:creationId xmlns:a16="http://schemas.microsoft.com/office/drawing/2014/main" id="{5EA9C29D-D77E-8889-9F3C-6BD4A5AC15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9" name="rc1202">
              <a:extLst>
                <a:ext uri="{FF2B5EF4-FFF2-40B4-BE49-F238E27FC236}">
                  <a16:creationId xmlns:a16="http://schemas.microsoft.com/office/drawing/2014/main" id="{6EAE9DB2-37B5-DC3A-8423-0753C0D0FD1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0" name="rc1203">
              <a:extLst>
                <a:ext uri="{FF2B5EF4-FFF2-40B4-BE49-F238E27FC236}">
                  <a16:creationId xmlns:a16="http://schemas.microsoft.com/office/drawing/2014/main" id="{E2488295-C3F2-644B-8ED5-3D2A32CBD9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1" name="rc1204">
              <a:extLst>
                <a:ext uri="{FF2B5EF4-FFF2-40B4-BE49-F238E27FC236}">
                  <a16:creationId xmlns:a16="http://schemas.microsoft.com/office/drawing/2014/main" id="{95B11FB9-3FDF-A7B8-284A-1E726D6B155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2" name="rc1205">
              <a:extLst>
                <a:ext uri="{FF2B5EF4-FFF2-40B4-BE49-F238E27FC236}">
                  <a16:creationId xmlns:a16="http://schemas.microsoft.com/office/drawing/2014/main" id="{FA220CC8-0206-40FF-1933-2755D5F269F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3" name="rc1206">
              <a:extLst>
                <a:ext uri="{FF2B5EF4-FFF2-40B4-BE49-F238E27FC236}">
                  <a16:creationId xmlns:a16="http://schemas.microsoft.com/office/drawing/2014/main" id="{B3E556C9-ED50-AB4C-B314-3C71250B9D5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4" name="rc1207">
              <a:extLst>
                <a:ext uri="{FF2B5EF4-FFF2-40B4-BE49-F238E27FC236}">
                  <a16:creationId xmlns:a16="http://schemas.microsoft.com/office/drawing/2014/main" id="{F5AD0DC5-8529-753D-B5C8-D54935CCD6F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5" name="rc1208">
              <a:extLst>
                <a:ext uri="{FF2B5EF4-FFF2-40B4-BE49-F238E27FC236}">
                  <a16:creationId xmlns:a16="http://schemas.microsoft.com/office/drawing/2014/main" id="{37C56C72-4387-E0AA-41AA-8D11CC13DBC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6" name="rc1209">
              <a:extLst>
                <a:ext uri="{FF2B5EF4-FFF2-40B4-BE49-F238E27FC236}">
                  <a16:creationId xmlns:a16="http://schemas.microsoft.com/office/drawing/2014/main" id="{41E4EADB-14EB-048E-FCF1-1D5CA658DD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7" name="rc1210">
              <a:extLst>
                <a:ext uri="{FF2B5EF4-FFF2-40B4-BE49-F238E27FC236}">
                  <a16:creationId xmlns:a16="http://schemas.microsoft.com/office/drawing/2014/main" id="{6FCCD815-6058-51E3-ECB7-88FF0FB28E4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8" name="rc1211">
              <a:extLst>
                <a:ext uri="{FF2B5EF4-FFF2-40B4-BE49-F238E27FC236}">
                  <a16:creationId xmlns:a16="http://schemas.microsoft.com/office/drawing/2014/main" id="{EE472FFA-D3A2-6231-88C8-B6120C8E59A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9" name="rc1212">
              <a:extLst>
                <a:ext uri="{FF2B5EF4-FFF2-40B4-BE49-F238E27FC236}">
                  <a16:creationId xmlns:a16="http://schemas.microsoft.com/office/drawing/2014/main" id="{D2572F9E-AAA3-5536-92FB-DFC13D1831D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0" name="rc1213">
              <a:extLst>
                <a:ext uri="{FF2B5EF4-FFF2-40B4-BE49-F238E27FC236}">
                  <a16:creationId xmlns:a16="http://schemas.microsoft.com/office/drawing/2014/main" id="{ECAD1A2A-998D-1ADF-8738-401DC6CECFD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1" name="rc1214">
              <a:extLst>
                <a:ext uri="{FF2B5EF4-FFF2-40B4-BE49-F238E27FC236}">
                  <a16:creationId xmlns:a16="http://schemas.microsoft.com/office/drawing/2014/main" id="{5C81978B-F8BE-072D-D4B4-769C95042D2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2" name="rc1215">
              <a:extLst>
                <a:ext uri="{FF2B5EF4-FFF2-40B4-BE49-F238E27FC236}">
                  <a16:creationId xmlns:a16="http://schemas.microsoft.com/office/drawing/2014/main" id="{14D07B8C-7EF0-E19C-C997-A5410CD6FDF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3" name="rc1216">
              <a:extLst>
                <a:ext uri="{FF2B5EF4-FFF2-40B4-BE49-F238E27FC236}">
                  <a16:creationId xmlns:a16="http://schemas.microsoft.com/office/drawing/2014/main" id="{E6C35AE7-FCCC-24A9-E336-47F54913009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4" name="rc1217">
              <a:extLst>
                <a:ext uri="{FF2B5EF4-FFF2-40B4-BE49-F238E27FC236}">
                  <a16:creationId xmlns:a16="http://schemas.microsoft.com/office/drawing/2014/main" id="{19C29517-1F62-4BE0-F552-48D77C689E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5" name="rc1218">
              <a:extLst>
                <a:ext uri="{FF2B5EF4-FFF2-40B4-BE49-F238E27FC236}">
                  <a16:creationId xmlns:a16="http://schemas.microsoft.com/office/drawing/2014/main" id="{7C8EDC03-383C-0D89-6ED6-E50D492F471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6" name="rc1219">
              <a:extLst>
                <a:ext uri="{FF2B5EF4-FFF2-40B4-BE49-F238E27FC236}">
                  <a16:creationId xmlns:a16="http://schemas.microsoft.com/office/drawing/2014/main" id="{BAC13860-5D32-47BF-5788-70B145BD721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7" name="rc1220">
              <a:extLst>
                <a:ext uri="{FF2B5EF4-FFF2-40B4-BE49-F238E27FC236}">
                  <a16:creationId xmlns:a16="http://schemas.microsoft.com/office/drawing/2014/main" id="{5C1721EA-24DE-D897-BCD4-9BD6B0FEBFB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8" name="rc1221">
              <a:extLst>
                <a:ext uri="{FF2B5EF4-FFF2-40B4-BE49-F238E27FC236}">
                  <a16:creationId xmlns:a16="http://schemas.microsoft.com/office/drawing/2014/main" id="{6E2EA3BD-95B8-E131-BD33-EFC67013B37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9" name="rc1222">
              <a:extLst>
                <a:ext uri="{FF2B5EF4-FFF2-40B4-BE49-F238E27FC236}">
                  <a16:creationId xmlns:a16="http://schemas.microsoft.com/office/drawing/2014/main" id="{A288B113-3BA1-9454-6F7E-A4EEC47A928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0" name="rc1223">
              <a:extLst>
                <a:ext uri="{FF2B5EF4-FFF2-40B4-BE49-F238E27FC236}">
                  <a16:creationId xmlns:a16="http://schemas.microsoft.com/office/drawing/2014/main" id="{A50C28BD-E0A2-D546-4EAD-6D31B8F84F8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1" name="rc1224">
              <a:extLst>
                <a:ext uri="{FF2B5EF4-FFF2-40B4-BE49-F238E27FC236}">
                  <a16:creationId xmlns:a16="http://schemas.microsoft.com/office/drawing/2014/main" id="{D13C26F9-E32E-D40D-8309-25A8BC1C039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2" name="rc1225">
              <a:extLst>
                <a:ext uri="{FF2B5EF4-FFF2-40B4-BE49-F238E27FC236}">
                  <a16:creationId xmlns:a16="http://schemas.microsoft.com/office/drawing/2014/main" id="{B0482EF6-9457-ACE3-DD66-C2E0D8837D9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3" name="rc1226">
              <a:extLst>
                <a:ext uri="{FF2B5EF4-FFF2-40B4-BE49-F238E27FC236}">
                  <a16:creationId xmlns:a16="http://schemas.microsoft.com/office/drawing/2014/main" id="{CE6DEBE5-68A0-4174-0C69-5267CBF009D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4" name="rc1227">
              <a:extLst>
                <a:ext uri="{FF2B5EF4-FFF2-40B4-BE49-F238E27FC236}">
                  <a16:creationId xmlns:a16="http://schemas.microsoft.com/office/drawing/2014/main" id="{40CD2F39-9FF4-2721-0777-DE5817F70CB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5" name="rc1228">
              <a:extLst>
                <a:ext uri="{FF2B5EF4-FFF2-40B4-BE49-F238E27FC236}">
                  <a16:creationId xmlns:a16="http://schemas.microsoft.com/office/drawing/2014/main" id="{7413E691-5BBA-9967-1FD6-F6EBA03C239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6" name="rc1229">
              <a:extLst>
                <a:ext uri="{FF2B5EF4-FFF2-40B4-BE49-F238E27FC236}">
                  <a16:creationId xmlns:a16="http://schemas.microsoft.com/office/drawing/2014/main" id="{3DB489FF-C431-E93C-0A09-12FE82AB195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7" name="rc1230">
              <a:extLst>
                <a:ext uri="{FF2B5EF4-FFF2-40B4-BE49-F238E27FC236}">
                  <a16:creationId xmlns:a16="http://schemas.microsoft.com/office/drawing/2014/main" id="{26D5BAB7-4100-B31F-2971-F2DF29494E1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8" name="rc1231">
              <a:extLst>
                <a:ext uri="{FF2B5EF4-FFF2-40B4-BE49-F238E27FC236}">
                  <a16:creationId xmlns:a16="http://schemas.microsoft.com/office/drawing/2014/main" id="{333A2D95-1581-0288-9609-4B158A9F835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9" name="rc1232">
              <a:extLst>
                <a:ext uri="{FF2B5EF4-FFF2-40B4-BE49-F238E27FC236}">
                  <a16:creationId xmlns:a16="http://schemas.microsoft.com/office/drawing/2014/main" id="{9A540AC8-54B9-1317-7B7E-9AEFD7ACCA3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0" name="rc1233">
              <a:extLst>
                <a:ext uri="{FF2B5EF4-FFF2-40B4-BE49-F238E27FC236}">
                  <a16:creationId xmlns:a16="http://schemas.microsoft.com/office/drawing/2014/main" id="{46038A5B-92D2-8DAE-B62F-333CEFAE517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1" name="rc1234">
              <a:extLst>
                <a:ext uri="{FF2B5EF4-FFF2-40B4-BE49-F238E27FC236}">
                  <a16:creationId xmlns:a16="http://schemas.microsoft.com/office/drawing/2014/main" id="{7A7F5221-6998-072B-D33B-89ADE18005F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2" name="rc1235">
              <a:extLst>
                <a:ext uri="{FF2B5EF4-FFF2-40B4-BE49-F238E27FC236}">
                  <a16:creationId xmlns:a16="http://schemas.microsoft.com/office/drawing/2014/main" id="{5FF052DE-C4AF-7AE5-9544-42890EE790D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3" name="rc1236">
              <a:extLst>
                <a:ext uri="{FF2B5EF4-FFF2-40B4-BE49-F238E27FC236}">
                  <a16:creationId xmlns:a16="http://schemas.microsoft.com/office/drawing/2014/main" id="{C4B02AB1-EFA6-EEE3-E7A2-6C287E0B20B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4" name="rc1237">
              <a:extLst>
                <a:ext uri="{FF2B5EF4-FFF2-40B4-BE49-F238E27FC236}">
                  <a16:creationId xmlns:a16="http://schemas.microsoft.com/office/drawing/2014/main" id="{95BE6171-7192-3617-A387-A417A15DEAC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5" name="rc1238">
              <a:extLst>
                <a:ext uri="{FF2B5EF4-FFF2-40B4-BE49-F238E27FC236}">
                  <a16:creationId xmlns:a16="http://schemas.microsoft.com/office/drawing/2014/main" id="{A579066F-AE20-0BAF-5B8C-3CEE0EB5288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6" name="rc1239">
              <a:extLst>
                <a:ext uri="{FF2B5EF4-FFF2-40B4-BE49-F238E27FC236}">
                  <a16:creationId xmlns:a16="http://schemas.microsoft.com/office/drawing/2014/main" id="{EE671FD4-5CEF-ED36-2DA9-7D46AD129E7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7" name="rc1240">
              <a:extLst>
                <a:ext uri="{FF2B5EF4-FFF2-40B4-BE49-F238E27FC236}">
                  <a16:creationId xmlns:a16="http://schemas.microsoft.com/office/drawing/2014/main" id="{3F7E210D-F473-F7D3-74C0-3F56182B2BF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8" name="rc1241">
              <a:extLst>
                <a:ext uri="{FF2B5EF4-FFF2-40B4-BE49-F238E27FC236}">
                  <a16:creationId xmlns:a16="http://schemas.microsoft.com/office/drawing/2014/main" id="{00F4AEE8-9FAA-94CE-F9DB-9A4670251C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9" name="rc1242">
              <a:extLst>
                <a:ext uri="{FF2B5EF4-FFF2-40B4-BE49-F238E27FC236}">
                  <a16:creationId xmlns:a16="http://schemas.microsoft.com/office/drawing/2014/main" id="{7E7A6E23-AF1D-CC13-6620-EF07152BC8A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0" name="rc1243">
              <a:extLst>
                <a:ext uri="{FF2B5EF4-FFF2-40B4-BE49-F238E27FC236}">
                  <a16:creationId xmlns:a16="http://schemas.microsoft.com/office/drawing/2014/main" id="{46A5F35C-2EBB-6BCC-6B67-8C802E72A22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1" name="rc1244">
              <a:extLst>
                <a:ext uri="{FF2B5EF4-FFF2-40B4-BE49-F238E27FC236}">
                  <a16:creationId xmlns:a16="http://schemas.microsoft.com/office/drawing/2014/main" id="{38B35CCC-BCAD-E894-1DD6-1EEEDF002F7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2" name="rc1245">
              <a:extLst>
                <a:ext uri="{FF2B5EF4-FFF2-40B4-BE49-F238E27FC236}">
                  <a16:creationId xmlns:a16="http://schemas.microsoft.com/office/drawing/2014/main" id="{841F4AFF-AC00-4F04-6949-7270E90F853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3" name="rc1246">
              <a:extLst>
                <a:ext uri="{FF2B5EF4-FFF2-40B4-BE49-F238E27FC236}">
                  <a16:creationId xmlns:a16="http://schemas.microsoft.com/office/drawing/2014/main" id="{2FC604CF-1C94-14D8-1531-F242D7C5BA7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4" name="rc1247">
              <a:extLst>
                <a:ext uri="{FF2B5EF4-FFF2-40B4-BE49-F238E27FC236}">
                  <a16:creationId xmlns:a16="http://schemas.microsoft.com/office/drawing/2014/main" id="{EC7819D0-E9CB-F9B1-0CF7-251F8677B9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5" name="rc1248">
              <a:extLst>
                <a:ext uri="{FF2B5EF4-FFF2-40B4-BE49-F238E27FC236}">
                  <a16:creationId xmlns:a16="http://schemas.microsoft.com/office/drawing/2014/main" id="{87587D02-9332-AFB5-0365-228DAEB1CF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6" name="rc1249">
              <a:extLst>
                <a:ext uri="{FF2B5EF4-FFF2-40B4-BE49-F238E27FC236}">
                  <a16:creationId xmlns:a16="http://schemas.microsoft.com/office/drawing/2014/main" id="{80662861-EC24-6CCB-1028-6903B24A47F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7" name="rc1250">
              <a:extLst>
                <a:ext uri="{FF2B5EF4-FFF2-40B4-BE49-F238E27FC236}">
                  <a16:creationId xmlns:a16="http://schemas.microsoft.com/office/drawing/2014/main" id="{A84836EF-5746-FDDD-E14F-BF8BC693C3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8" name="rc1251">
              <a:extLst>
                <a:ext uri="{FF2B5EF4-FFF2-40B4-BE49-F238E27FC236}">
                  <a16:creationId xmlns:a16="http://schemas.microsoft.com/office/drawing/2014/main" id="{56AD5243-38BF-B9D9-15C5-B189999CFB2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9" name="rc1252">
              <a:extLst>
                <a:ext uri="{FF2B5EF4-FFF2-40B4-BE49-F238E27FC236}">
                  <a16:creationId xmlns:a16="http://schemas.microsoft.com/office/drawing/2014/main" id="{C6316BD3-6E0D-251D-8105-639350E88C6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0" name="rc1253">
              <a:extLst>
                <a:ext uri="{FF2B5EF4-FFF2-40B4-BE49-F238E27FC236}">
                  <a16:creationId xmlns:a16="http://schemas.microsoft.com/office/drawing/2014/main" id="{0C39DAD9-0563-6A0A-235D-E4E9B5F988C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1" name="rc1254">
              <a:extLst>
                <a:ext uri="{FF2B5EF4-FFF2-40B4-BE49-F238E27FC236}">
                  <a16:creationId xmlns:a16="http://schemas.microsoft.com/office/drawing/2014/main" id="{9057CC7B-08C1-1CDD-859A-89E981A5D1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2" name="rc1255">
              <a:extLst>
                <a:ext uri="{FF2B5EF4-FFF2-40B4-BE49-F238E27FC236}">
                  <a16:creationId xmlns:a16="http://schemas.microsoft.com/office/drawing/2014/main" id="{02B83DB7-B880-B1A7-0440-673CFE4F8F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3" name="rc1256">
              <a:extLst>
                <a:ext uri="{FF2B5EF4-FFF2-40B4-BE49-F238E27FC236}">
                  <a16:creationId xmlns:a16="http://schemas.microsoft.com/office/drawing/2014/main" id="{72D032E3-3C62-0B55-D18F-31294B65B71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4" name="rc1257">
              <a:extLst>
                <a:ext uri="{FF2B5EF4-FFF2-40B4-BE49-F238E27FC236}">
                  <a16:creationId xmlns:a16="http://schemas.microsoft.com/office/drawing/2014/main" id="{DB27794E-A373-B97B-7E8C-91DA7E09BD1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5" name="rc1258">
              <a:extLst>
                <a:ext uri="{FF2B5EF4-FFF2-40B4-BE49-F238E27FC236}">
                  <a16:creationId xmlns:a16="http://schemas.microsoft.com/office/drawing/2014/main" id="{2FECEC81-D63C-30D8-B3AD-36B3F6B25D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6" name="rc1259">
              <a:extLst>
                <a:ext uri="{FF2B5EF4-FFF2-40B4-BE49-F238E27FC236}">
                  <a16:creationId xmlns:a16="http://schemas.microsoft.com/office/drawing/2014/main" id="{1BA57410-B7AE-714A-A58A-DBA9897DEB6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7" name="rc1260">
              <a:extLst>
                <a:ext uri="{FF2B5EF4-FFF2-40B4-BE49-F238E27FC236}">
                  <a16:creationId xmlns:a16="http://schemas.microsoft.com/office/drawing/2014/main" id="{BD499F9D-79A5-6B49-8778-E48C31B713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8" name="rc1261">
              <a:extLst>
                <a:ext uri="{FF2B5EF4-FFF2-40B4-BE49-F238E27FC236}">
                  <a16:creationId xmlns:a16="http://schemas.microsoft.com/office/drawing/2014/main" id="{BB389011-F2AE-A685-10F1-A7458E3E41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9" name="rc1262">
              <a:extLst>
                <a:ext uri="{FF2B5EF4-FFF2-40B4-BE49-F238E27FC236}">
                  <a16:creationId xmlns:a16="http://schemas.microsoft.com/office/drawing/2014/main" id="{78BB3ADA-8769-F460-B3D3-EA332C908B1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0" name="rc1263">
              <a:extLst>
                <a:ext uri="{FF2B5EF4-FFF2-40B4-BE49-F238E27FC236}">
                  <a16:creationId xmlns:a16="http://schemas.microsoft.com/office/drawing/2014/main" id="{BCFEEAC4-869C-E1B1-00CB-F72C695A3D8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1" name="rc1264">
              <a:extLst>
                <a:ext uri="{FF2B5EF4-FFF2-40B4-BE49-F238E27FC236}">
                  <a16:creationId xmlns:a16="http://schemas.microsoft.com/office/drawing/2014/main" id="{32F6C843-3C79-5AF5-9805-84E88E2B2A5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2" name="rc1265">
              <a:extLst>
                <a:ext uri="{FF2B5EF4-FFF2-40B4-BE49-F238E27FC236}">
                  <a16:creationId xmlns:a16="http://schemas.microsoft.com/office/drawing/2014/main" id="{03D3CB75-E356-13C5-AC0B-5180D6A26DB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3" name="rc1266">
              <a:extLst>
                <a:ext uri="{FF2B5EF4-FFF2-40B4-BE49-F238E27FC236}">
                  <a16:creationId xmlns:a16="http://schemas.microsoft.com/office/drawing/2014/main" id="{3C0D7443-0BED-43F1-C3C9-A7B58F9C8BD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4" name="rc1267">
              <a:extLst>
                <a:ext uri="{FF2B5EF4-FFF2-40B4-BE49-F238E27FC236}">
                  <a16:creationId xmlns:a16="http://schemas.microsoft.com/office/drawing/2014/main" id="{E737CEF7-DA69-2E7A-E5EA-CFFE9E50896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5" name="rc1268">
              <a:extLst>
                <a:ext uri="{FF2B5EF4-FFF2-40B4-BE49-F238E27FC236}">
                  <a16:creationId xmlns:a16="http://schemas.microsoft.com/office/drawing/2014/main" id="{44C38AC3-AACD-47E5-542F-49951617066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6" name="rc1269">
              <a:extLst>
                <a:ext uri="{FF2B5EF4-FFF2-40B4-BE49-F238E27FC236}">
                  <a16:creationId xmlns:a16="http://schemas.microsoft.com/office/drawing/2014/main" id="{FF760EB0-33C3-E479-19D4-B42AA5E2E8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7" name="rc1270">
              <a:extLst>
                <a:ext uri="{FF2B5EF4-FFF2-40B4-BE49-F238E27FC236}">
                  <a16:creationId xmlns:a16="http://schemas.microsoft.com/office/drawing/2014/main" id="{6DC1CDC5-AF44-9434-C5A8-E4C9A10C0CF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8" name="rc1271">
              <a:extLst>
                <a:ext uri="{FF2B5EF4-FFF2-40B4-BE49-F238E27FC236}">
                  <a16:creationId xmlns:a16="http://schemas.microsoft.com/office/drawing/2014/main" id="{327FD65B-8F66-0CDE-E975-190E3C5F66B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9" name="rc1272">
              <a:extLst>
                <a:ext uri="{FF2B5EF4-FFF2-40B4-BE49-F238E27FC236}">
                  <a16:creationId xmlns:a16="http://schemas.microsoft.com/office/drawing/2014/main" id="{EAFBB0EF-6D66-A1CB-5782-2C12570E9D6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0" name="rc1273">
              <a:extLst>
                <a:ext uri="{FF2B5EF4-FFF2-40B4-BE49-F238E27FC236}">
                  <a16:creationId xmlns:a16="http://schemas.microsoft.com/office/drawing/2014/main" id="{E4343F4B-3C6D-A28E-BE40-D85E5FB0471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1" name="rc1274">
              <a:extLst>
                <a:ext uri="{FF2B5EF4-FFF2-40B4-BE49-F238E27FC236}">
                  <a16:creationId xmlns:a16="http://schemas.microsoft.com/office/drawing/2014/main" id="{5EC14FC3-5B26-16E9-EC43-DAA048BE138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2" name="rc1275">
              <a:extLst>
                <a:ext uri="{FF2B5EF4-FFF2-40B4-BE49-F238E27FC236}">
                  <a16:creationId xmlns:a16="http://schemas.microsoft.com/office/drawing/2014/main" id="{69A297C3-60F9-7B34-DE1D-AB10744344A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3" name="rc1276">
              <a:extLst>
                <a:ext uri="{FF2B5EF4-FFF2-40B4-BE49-F238E27FC236}">
                  <a16:creationId xmlns:a16="http://schemas.microsoft.com/office/drawing/2014/main" id="{4CE66720-0FB6-3733-763D-F6F9CF8686F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4" name="rc1277">
              <a:extLst>
                <a:ext uri="{FF2B5EF4-FFF2-40B4-BE49-F238E27FC236}">
                  <a16:creationId xmlns:a16="http://schemas.microsoft.com/office/drawing/2014/main" id="{77C7229F-408A-6BE0-74D2-1FEF3340E9D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5" name="rc1278">
              <a:extLst>
                <a:ext uri="{FF2B5EF4-FFF2-40B4-BE49-F238E27FC236}">
                  <a16:creationId xmlns:a16="http://schemas.microsoft.com/office/drawing/2014/main" id="{2929DE2E-00C4-5C55-EAFC-0ACF70294C9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6" name="rc1279">
              <a:extLst>
                <a:ext uri="{FF2B5EF4-FFF2-40B4-BE49-F238E27FC236}">
                  <a16:creationId xmlns:a16="http://schemas.microsoft.com/office/drawing/2014/main" id="{3BDD8CEE-70DD-3077-8816-8F4DE8D1B7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7" name="rc1280">
              <a:extLst>
                <a:ext uri="{FF2B5EF4-FFF2-40B4-BE49-F238E27FC236}">
                  <a16:creationId xmlns:a16="http://schemas.microsoft.com/office/drawing/2014/main" id="{70527AD6-DCB1-BD05-D510-7F8E68A070F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8" name="rc1281">
              <a:extLst>
                <a:ext uri="{FF2B5EF4-FFF2-40B4-BE49-F238E27FC236}">
                  <a16:creationId xmlns:a16="http://schemas.microsoft.com/office/drawing/2014/main" id="{A811F971-A89A-80A2-DD53-036FBD700C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9" name="rc1282">
              <a:extLst>
                <a:ext uri="{FF2B5EF4-FFF2-40B4-BE49-F238E27FC236}">
                  <a16:creationId xmlns:a16="http://schemas.microsoft.com/office/drawing/2014/main" id="{FD3BB041-4BBE-7026-CB40-D70E9AF95F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0" name="rc1283">
              <a:extLst>
                <a:ext uri="{FF2B5EF4-FFF2-40B4-BE49-F238E27FC236}">
                  <a16:creationId xmlns:a16="http://schemas.microsoft.com/office/drawing/2014/main" id="{03170848-AC51-D23A-3E05-8FA285B5491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1" name="rc1284">
              <a:extLst>
                <a:ext uri="{FF2B5EF4-FFF2-40B4-BE49-F238E27FC236}">
                  <a16:creationId xmlns:a16="http://schemas.microsoft.com/office/drawing/2014/main" id="{DF6A43A9-B966-A66F-25AD-E4B04EAF41A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2" name="rc1285">
              <a:extLst>
                <a:ext uri="{FF2B5EF4-FFF2-40B4-BE49-F238E27FC236}">
                  <a16:creationId xmlns:a16="http://schemas.microsoft.com/office/drawing/2014/main" id="{8639EF61-94AC-423C-0786-FA304DEDF2E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3" name="rc1286">
              <a:extLst>
                <a:ext uri="{FF2B5EF4-FFF2-40B4-BE49-F238E27FC236}">
                  <a16:creationId xmlns:a16="http://schemas.microsoft.com/office/drawing/2014/main" id="{F7256674-198A-8042-C0F6-EBA3CFC27EB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4" name="rc1287">
              <a:extLst>
                <a:ext uri="{FF2B5EF4-FFF2-40B4-BE49-F238E27FC236}">
                  <a16:creationId xmlns:a16="http://schemas.microsoft.com/office/drawing/2014/main" id="{A3D35202-25DD-A111-4C7E-B0DB0BDBD72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5" name="rc1288">
              <a:extLst>
                <a:ext uri="{FF2B5EF4-FFF2-40B4-BE49-F238E27FC236}">
                  <a16:creationId xmlns:a16="http://schemas.microsoft.com/office/drawing/2014/main" id="{7C2F1CFE-5E21-A89F-EFC1-5BDD7B1B5DC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6" name="rc1289">
              <a:extLst>
                <a:ext uri="{FF2B5EF4-FFF2-40B4-BE49-F238E27FC236}">
                  <a16:creationId xmlns:a16="http://schemas.microsoft.com/office/drawing/2014/main" id="{8AD62418-F1A4-BC52-DF90-8322581B59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7" name="rc1290">
              <a:extLst>
                <a:ext uri="{FF2B5EF4-FFF2-40B4-BE49-F238E27FC236}">
                  <a16:creationId xmlns:a16="http://schemas.microsoft.com/office/drawing/2014/main" id="{B54CBD3D-22D9-3D32-CD60-3113B06C61C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8" name="rc1291">
              <a:extLst>
                <a:ext uri="{FF2B5EF4-FFF2-40B4-BE49-F238E27FC236}">
                  <a16:creationId xmlns:a16="http://schemas.microsoft.com/office/drawing/2014/main" id="{868EE6B2-5B7C-63BB-3025-624B564792B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9" name="rc1292">
              <a:extLst>
                <a:ext uri="{FF2B5EF4-FFF2-40B4-BE49-F238E27FC236}">
                  <a16:creationId xmlns:a16="http://schemas.microsoft.com/office/drawing/2014/main" id="{A8E01B59-8538-0801-6CFD-5C1A5EE7E65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0" name="rc1293">
              <a:extLst>
                <a:ext uri="{FF2B5EF4-FFF2-40B4-BE49-F238E27FC236}">
                  <a16:creationId xmlns:a16="http://schemas.microsoft.com/office/drawing/2014/main" id="{01F184F5-D721-EC9D-7DB1-27F9275C421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1" name="rc1294">
              <a:extLst>
                <a:ext uri="{FF2B5EF4-FFF2-40B4-BE49-F238E27FC236}">
                  <a16:creationId xmlns:a16="http://schemas.microsoft.com/office/drawing/2014/main" id="{1214D2C6-A2F4-03F9-A27F-A54AEC221ED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2" name="rc1295">
              <a:extLst>
                <a:ext uri="{FF2B5EF4-FFF2-40B4-BE49-F238E27FC236}">
                  <a16:creationId xmlns:a16="http://schemas.microsoft.com/office/drawing/2014/main" id="{6420E3CA-4763-BAA0-53C7-04CD640D73E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3" name="rc1296">
              <a:extLst>
                <a:ext uri="{FF2B5EF4-FFF2-40B4-BE49-F238E27FC236}">
                  <a16:creationId xmlns:a16="http://schemas.microsoft.com/office/drawing/2014/main" id="{87189981-5001-253B-E4CD-C6BA07F91A5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4" name="rc1297">
              <a:extLst>
                <a:ext uri="{FF2B5EF4-FFF2-40B4-BE49-F238E27FC236}">
                  <a16:creationId xmlns:a16="http://schemas.microsoft.com/office/drawing/2014/main" id="{A300178D-C3F0-DA0D-9A8E-EAD577BF784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5" name="rc1298">
              <a:extLst>
                <a:ext uri="{FF2B5EF4-FFF2-40B4-BE49-F238E27FC236}">
                  <a16:creationId xmlns:a16="http://schemas.microsoft.com/office/drawing/2014/main" id="{020B008D-4023-6725-60E3-5DCE6DEB9BB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6" name="rc1299">
              <a:extLst>
                <a:ext uri="{FF2B5EF4-FFF2-40B4-BE49-F238E27FC236}">
                  <a16:creationId xmlns:a16="http://schemas.microsoft.com/office/drawing/2014/main" id="{BD73FC4A-1B4A-B61D-7A3D-083F118721F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7" name="rc1300">
              <a:extLst>
                <a:ext uri="{FF2B5EF4-FFF2-40B4-BE49-F238E27FC236}">
                  <a16:creationId xmlns:a16="http://schemas.microsoft.com/office/drawing/2014/main" id="{68FFAF95-6FDD-47BA-CC60-A5DAC41586F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8" name="rc1301">
              <a:extLst>
                <a:ext uri="{FF2B5EF4-FFF2-40B4-BE49-F238E27FC236}">
                  <a16:creationId xmlns:a16="http://schemas.microsoft.com/office/drawing/2014/main" id="{9237B791-0BC8-01F2-B509-12C81F2820D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9" name="rc1302">
              <a:extLst>
                <a:ext uri="{FF2B5EF4-FFF2-40B4-BE49-F238E27FC236}">
                  <a16:creationId xmlns:a16="http://schemas.microsoft.com/office/drawing/2014/main" id="{38384F91-B9C2-C146-02A8-4FC30D82E81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0" name="rc1303">
              <a:extLst>
                <a:ext uri="{FF2B5EF4-FFF2-40B4-BE49-F238E27FC236}">
                  <a16:creationId xmlns:a16="http://schemas.microsoft.com/office/drawing/2014/main" id="{2CB363EB-C8A2-DF35-4DCA-8EEF7EFA0A1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1" name="rc1304">
              <a:extLst>
                <a:ext uri="{FF2B5EF4-FFF2-40B4-BE49-F238E27FC236}">
                  <a16:creationId xmlns:a16="http://schemas.microsoft.com/office/drawing/2014/main" id="{889009E7-FCC6-6D91-CBFA-EBB8F4EF35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2" name="rc1305">
              <a:extLst>
                <a:ext uri="{FF2B5EF4-FFF2-40B4-BE49-F238E27FC236}">
                  <a16:creationId xmlns:a16="http://schemas.microsoft.com/office/drawing/2014/main" id="{F167CBC7-9A7C-90F6-5068-0D4D79FE3E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3" name="rc1306">
              <a:extLst>
                <a:ext uri="{FF2B5EF4-FFF2-40B4-BE49-F238E27FC236}">
                  <a16:creationId xmlns:a16="http://schemas.microsoft.com/office/drawing/2014/main" id="{B001F284-3414-145E-CD1F-AC089C2FA4F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4" name="rc1307">
              <a:extLst>
                <a:ext uri="{FF2B5EF4-FFF2-40B4-BE49-F238E27FC236}">
                  <a16:creationId xmlns:a16="http://schemas.microsoft.com/office/drawing/2014/main" id="{88DB0467-40C5-C466-912F-5ADC0B1E7D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5" name="rc1308">
              <a:extLst>
                <a:ext uri="{FF2B5EF4-FFF2-40B4-BE49-F238E27FC236}">
                  <a16:creationId xmlns:a16="http://schemas.microsoft.com/office/drawing/2014/main" id="{6176930E-CB17-B10F-679B-D8684A95E87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6" name="rc1309">
              <a:extLst>
                <a:ext uri="{FF2B5EF4-FFF2-40B4-BE49-F238E27FC236}">
                  <a16:creationId xmlns:a16="http://schemas.microsoft.com/office/drawing/2014/main" id="{08286A25-26F1-A390-FCEA-A9A23222847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7" name="rc1310">
              <a:extLst>
                <a:ext uri="{FF2B5EF4-FFF2-40B4-BE49-F238E27FC236}">
                  <a16:creationId xmlns:a16="http://schemas.microsoft.com/office/drawing/2014/main" id="{58BB8BC4-729E-289D-24A4-1035347F99C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8" name="rc1311">
              <a:extLst>
                <a:ext uri="{FF2B5EF4-FFF2-40B4-BE49-F238E27FC236}">
                  <a16:creationId xmlns:a16="http://schemas.microsoft.com/office/drawing/2014/main" id="{DE69E26D-0D20-A7DC-750C-6AE6F4A82DA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9" name="rc1312">
              <a:extLst>
                <a:ext uri="{FF2B5EF4-FFF2-40B4-BE49-F238E27FC236}">
                  <a16:creationId xmlns:a16="http://schemas.microsoft.com/office/drawing/2014/main" id="{8A4671AA-6DDC-C03A-9177-F97BA292707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0" name="rc1313">
              <a:extLst>
                <a:ext uri="{FF2B5EF4-FFF2-40B4-BE49-F238E27FC236}">
                  <a16:creationId xmlns:a16="http://schemas.microsoft.com/office/drawing/2014/main" id="{01EB0CB1-17E4-4D24-1F3B-AD684F57892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1" name="rc1314">
              <a:extLst>
                <a:ext uri="{FF2B5EF4-FFF2-40B4-BE49-F238E27FC236}">
                  <a16:creationId xmlns:a16="http://schemas.microsoft.com/office/drawing/2014/main" id="{797503F1-A0A5-13A8-4971-0B2AD42F710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2" name="rc1315">
              <a:extLst>
                <a:ext uri="{FF2B5EF4-FFF2-40B4-BE49-F238E27FC236}">
                  <a16:creationId xmlns:a16="http://schemas.microsoft.com/office/drawing/2014/main" id="{4DDD7C53-A636-A596-9363-23F8C919314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3" name="rc1316">
              <a:extLst>
                <a:ext uri="{FF2B5EF4-FFF2-40B4-BE49-F238E27FC236}">
                  <a16:creationId xmlns:a16="http://schemas.microsoft.com/office/drawing/2014/main" id="{987E8CD3-8A52-A8E7-01AA-BDCFD6184A5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4" name="rc1317">
              <a:extLst>
                <a:ext uri="{FF2B5EF4-FFF2-40B4-BE49-F238E27FC236}">
                  <a16:creationId xmlns:a16="http://schemas.microsoft.com/office/drawing/2014/main" id="{AE7BE6C2-D21F-8F9C-50B3-902EA214B8F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5" name="rc1318">
              <a:extLst>
                <a:ext uri="{FF2B5EF4-FFF2-40B4-BE49-F238E27FC236}">
                  <a16:creationId xmlns:a16="http://schemas.microsoft.com/office/drawing/2014/main" id="{59429ABA-B4AB-6176-3DAA-A9A5F010796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6" name="rc1319">
              <a:extLst>
                <a:ext uri="{FF2B5EF4-FFF2-40B4-BE49-F238E27FC236}">
                  <a16:creationId xmlns:a16="http://schemas.microsoft.com/office/drawing/2014/main" id="{57DF2D14-4B50-487C-8660-4B7613BB033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7" name="rc1320">
              <a:extLst>
                <a:ext uri="{FF2B5EF4-FFF2-40B4-BE49-F238E27FC236}">
                  <a16:creationId xmlns:a16="http://schemas.microsoft.com/office/drawing/2014/main" id="{C26BFF82-80B1-A7AD-4CF9-C45F9FBB7E3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8" name="rc1321">
              <a:extLst>
                <a:ext uri="{FF2B5EF4-FFF2-40B4-BE49-F238E27FC236}">
                  <a16:creationId xmlns:a16="http://schemas.microsoft.com/office/drawing/2014/main" id="{E618371D-D893-D0FB-81C4-42260C76299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9" name="rc1322">
              <a:extLst>
                <a:ext uri="{FF2B5EF4-FFF2-40B4-BE49-F238E27FC236}">
                  <a16:creationId xmlns:a16="http://schemas.microsoft.com/office/drawing/2014/main" id="{7D7D89EA-D40B-ED98-25F4-E4FDD0347C5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0" name="rc1323">
              <a:extLst>
                <a:ext uri="{FF2B5EF4-FFF2-40B4-BE49-F238E27FC236}">
                  <a16:creationId xmlns:a16="http://schemas.microsoft.com/office/drawing/2014/main" id="{3190764F-3000-9E63-4E79-596790EB9D7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1" name="rc1324">
              <a:extLst>
                <a:ext uri="{FF2B5EF4-FFF2-40B4-BE49-F238E27FC236}">
                  <a16:creationId xmlns:a16="http://schemas.microsoft.com/office/drawing/2014/main" id="{97061219-A0D1-267F-0F47-3E44C94A8BA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2" name="rc1325">
              <a:extLst>
                <a:ext uri="{FF2B5EF4-FFF2-40B4-BE49-F238E27FC236}">
                  <a16:creationId xmlns:a16="http://schemas.microsoft.com/office/drawing/2014/main" id="{599C489F-26E4-724A-A10E-CD31868C3D9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3" name="rc1326">
              <a:extLst>
                <a:ext uri="{FF2B5EF4-FFF2-40B4-BE49-F238E27FC236}">
                  <a16:creationId xmlns:a16="http://schemas.microsoft.com/office/drawing/2014/main" id="{AF92427A-F1F4-454B-AD90-0A3260692E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4" name="rc1327">
              <a:extLst>
                <a:ext uri="{FF2B5EF4-FFF2-40B4-BE49-F238E27FC236}">
                  <a16:creationId xmlns:a16="http://schemas.microsoft.com/office/drawing/2014/main" id="{C603E70C-AA46-5FD3-EA92-CF4F3F9D48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5" name="rc1328">
              <a:extLst>
                <a:ext uri="{FF2B5EF4-FFF2-40B4-BE49-F238E27FC236}">
                  <a16:creationId xmlns:a16="http://schemas.microsoft.com/office/drawing/2014/main" id="{AEA7E345-3B1C-2471-DDF3-AF7C24DEB14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6" name="rc1329">
              <a:extLst>
                <a:ext uri="{FF2B5EF4-FFF2-40B4-BE49-F238E27FC236}">
                  <a16:creationId xmlns:a16="http://schemas.microsoft.com/office/drawing/2014/main" id="{20422180-7E75-7DFC-A2ED-3792AA76609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7" name="rc1330">
              <a:extLst>
                <a:ext uri="{FF2B5EF4-FFF2-40B4-BE49-F238E27FC236}">
                  <a16:creationId xmlns:a16="http://schemas.microsoft.com/office/drawing/2014/main" id="{EEE72430-ED25-00D4-9832-643CED3C934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8" name="rc1331">
              <a:extLst>
                <a:ext uri="{FF2B5EF4-FFF2-40B4-BE49-F238E27FC236}">
                  <a16:creationId xmlns:a16="http://schemas.microsoft.com/office/drawing/2014/main" id="{55141F19-7709-C89C-D4C7-0FB3FC5FF6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9" name="rc1332">
              <a:extLst>
                <a:ext uri="{FF2B5EF4-FFF2-40B4-BE49-F238E27FC236}">
                  <a16:creationId xmlns:a16="http://schemas.microsoft.com/office/drawing/2014/main" id="{208DC0AC-A187-1533-3B95-97D96DCC2A9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0" name="rc1333">
              <a:extLst>
                <a:ext uri="{FF2B5EF4-FFF2-40B4-BE49-F238E27FC236}">
                  <a16:creationId xmlns:a16="http://schemas.microsoft.com/office/drawing/2014/main" id="{A9D0C12C-B207-B488-25B6-019455427C2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1" name="rc1334">
              <a:extLst>
                <a:ext uri="{FF2B5EF4-FFF2-40B4-BE49-F238E27FC236}">
                  <a16:creationId xmlns:a16="http://schemas.microsoft.com/office/drawing/2014/main" id="{785086B8-8A67-190A-70AB-835939B9149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2" name="rc1335">
              <a:extLst>
                <a:ext uri="{FF2B5EF4-FFF2-40B4-BE49-F238E27FC236}">
                  <a16:creationId xmlns:a16="http://schemas.microsoft.com/office/drawing/2014/main" id="{27D84977-D813-536F-744B-62B5C2DE3BC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3" name="rc1336">
              <a:extLst>
                <a:ext uri="{FF2B5EF4-FFF2-40B4-BE49-F238E27FC236}">
                  <a16:creationId xmlns:a16="http://schemas.microsoft.com/office/drawing/2014/main" id="{E28647FA-4ABF-DC8E-FCBB-0FB86C5EE9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4" name="rc1337">
              <a:extLst>
                <a:ext uri="{FF2B5EF4-FFF2-40B4-BE49-F238E27FC236}">
                  <a16:creationId xmlns:a16="http://schemas.microsoft.com/office/drawing/2014/main" id="{61BDFE4D-B76F-3EB7-FF69-9689FD6229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5" name="rc1338">
              <a:extLst>
                <a:ext uri="{FF2B5EF4-FFF2-40B4-BE49-F238E27FC236}">
                  <a16:creationId xmlns:a16="http://schemas.microsoft.com/office/drawing/2014/main" id="{6A528406-03D0-E6B2-113E-84CD41C082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6" name="rc1339">
              <a:extLst>
                <a:ext uri="{FF2B5EF4-FFF2-40B4-BE49-F238E27FC236}">
                  <a16:creationId xmlns:a16="http://schemas.microsoft.com/office/drawing/2014/main" id="{DCA84C16-2E85-E405-0661-E3FB9C3681F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7" name="rc1340">
              <a:extLst>
                <a:ext uri="{FF2B5EF4-FFF2-40B4-BE49-F238E27FC236}">
                  <a16:creationId xmlns:a16="http://schemas.microsoft.com/office/drawing/2014/main" id="{3F08CBBB-AB35-68B3-8508-58D3DE98A15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8" name="rc1341">
              <a:extLst>
                <a:ext uri="{FF2B5EF4-FFF2-40B4-BE49-F238E27FC236}">
                  <a16:creationId xmlns:a16="http://schemas.microsoft.com/office/drawing/2014/main" id="{B8C19E43-D357-4874-E988-488C9E8B824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9" name="rc1342">
              <a:extLst>
                <a:ext uri="{FF2B5EF4-FFF2-40B4-BE49-F238E27FC236}">
                  <a16:creationId xmlns:a16="http://schemas.microsoft.com/office/drawing/2014/main" id="{33813113-CB32-FB05-145F-BC01773460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0" name="rc1343">
              <a:extLst>
                <a:ext uri="{FF2B5EF4-FFF2-40B4-BE49-F238E27FC236}">
                  <a16:creationId xmlns:a16="http://schemas.microsoft.com/office/drawing/2014/main" id="{425337B7-07B1-CD06-45BA-A0913D8F5A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1" name="rc1344">
              <a:extLst>
                <a:ext uri="{FF2B5EF4-FFF2-40B4-BE49-F238E27FC236}">
                  <a16:creationId xmlns:a16="http://schemas.microsoft.com/office/drawing/2014/main" id="{39FB86B8-7518-B9FB-E8DA-F93ACDEC271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2" name="rc1345">
              <a:extLst>
                <a:ext uri="{FF2B5EF4-FFF2-40B4-BE49-F238E27FC236}">
                  <a16:creationId xmlns:a16="http://schemas.microsoft.com/office/drawing/2014/main" id="{1734D3EC-25AB-E1D9-6DA2-202B03D0CC2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3" name="rc1346">
              <a:extLst>
                <a:ext uri="{FF2B5EF4-FFF2-40B4-BE49-F238E27FC236}">
                  <a16:creationId xmlns:a16="http://schemas.microsoft.com/office/drawing/2014/main" id="{F33B0FF3-1A02-85A5-6B99-34D5A780E60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4" name="rc1347">
              <a:extLst>
                <a:ext uri="{FF2B5EF4-FFF2-40B4-BE49-F238E27FC236}">
                  <a16:creationId xmlns:a16="http://schemas.microsoft.com/office/drawing/2014/main" id="{49357626-61CA-12B6-F6D9-D4988D4F85D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5" name="rc1348">
              <a:extLst>
                <a:ext uri="{FF2B5EF4-FFF2-40B4-BE49-F238E27FC236}">
                  <a16:creationId xmlns:a16="http://schemas.microsoft.com/office/drawing/2014/main" id="{5DC1C5DC-93B6-28E8-7A32-CE8A371E05F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6" name="rc1349">
              <a:extLst>
                <a:ext uri="{FF2B5EF4-FFF2-40B4-BE49-F238E27FC236}">
                  <a16:creationId xmlns:a16="http://schemas.microsoft.com/office/drawing/2014/main" id="{A892A42B-365C-7F3A-D3D9-5BEAB171A6B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7" name="rc1350">
              <a:extLst>
                <a:ext uri="{FF2B5EF4-FFF2-40B4-BE49-F238E27FC236}">
                  <a16:creationId xmlns:a16="http://schemas.microsoft.com/office/drawing/2014/main" id="{9E338B82-02FB-8997-6BCC-67CD6DB1BF5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8" name="rc1351">
              <a:extLst>
                <a:ext uri="{FF2B5EF4-FFF2-40B4-BE49-F238E27FC236}">
                  <a16:creationId xmlns:a16="http://schemas.microsoft.com/office/drawing/2014/main" id="{8AAE666C-325D-0E6B-B23C-86B1AC39335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9" name="rc1352">
              <a:extLst>
                <a:ext uri="{FF2B5EF4-FFF2-40B4-BE49-F238E27FC236}">
                  <a16:creationId xmlns:a16="http://schemas.microsoft.com/office/drawing/2014/main" id="{696D4F27-1D71-36DC-D672-D68471AD2EB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0" name="rc1353">
              <a:extLst>
                <a:ext uri="{FF2B5EF4-FFF2-40B4-BE49-F238E27FC236}">
                  <a16:creationId xmlns:a16="http://schemas.microsoft.com/office/drawing/2014/main" id="{9DCD8612-1035-653F-30F3-CAB1892EF67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1" name="rc1354">
              <a:extLst>
                <a:ext uri="{FF2B5EF4-FFF2-40B4-BE49-F238E27FC236}">
                  <a16:creationId xmlns:a16="http://schemas.microsoft.com/office/drawing/2014/main" id="{3D11011B-B801-A921-ECCE-873E71BD168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2" name="rc1355">
              <a:extLst>
                <a:ext uri="{FF2B5EF4-FFF2-40B4-BE49-F238E27FC236}">
                  <a16:creationId xmlns:a16="http://schemas.microsoft.com/office/drawing/2014/main" id="{1E79E246-7AEA-22F4-828B-10C3F3D4689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3" name="rc1356">
              <a:extLst>
                <a:ext uri="{FF2B5EF4-FFF2-40B4-BE49-F238E27FC236}">
                  <a16:creationId xmlns:a16="http://schemas.microsoft.com/office/drawing/2014/main" id="{D3644DC8-EAF8-B229-687C-3404468E792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4" name="rc1357">
              <a:extLst>
                <a:ext uri="{FF2B5EF4-FFF2-40B4-BE49-F238E27FC236}">
                  <a16:creationId xmlns:a16="http://schemas.microsoft.com/office/drawing/2014/main" id="{EDEC8AF0-64F1-AFD3-5F7E-C3BF777AF8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5" name="rc1358">
              <a:extLst>
                <a:ext uri="{FF2B5EF4-FFF2-40B4-BE49-F238E27FC236}">
                  <a16:creationId xmlns:a16="http://schemas.microsoft.com/office/drawing/2014/main" id="{AF3927E7-B967-B1BE-06E8-9D40207EFA4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6" name="rc1359">
              <a:extLst>
                <a:ext uri="{FF2B5EF4-FFF2-40B4-BE49-F238E27FC236}">
                  <a16:creationId xmlns:a16="http://schemas.microsoft.com/office/drawing/2014/main" id="{EB0093C2-C0DF-DCEB-CC8B-15EB0F96082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7" name="rc1360">
              <a:extLst>
                <a:ext uri="{FF2B5EF4-FFF2-40B4-BE49-F238E27FC236}">
                  <a16:creationId xmlns:a16="http://schemas.microsoft.com/office/drawing/2014/main" id="{1538F66D-D545-8DD7-0A81-F656D86BA7C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8" name="rc1361">
              <a:extLst>
                <a:ext uri="{FF2B5EF4-FFF2-40B4-BE49-F238E27FC236}">
                  <a16:creationId xmlns:a16="http://schemas.microsoft.com/office/drawing/2014/main" id="{710ACF74-5DD7-3564-8B02-AF56389B1C9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9" name="rc1362">
              <a:extLst>
                <a:ext uri="{FF2B5EF4-FFF2-40B4-BE49-F238E27FC236}">
                  <a16:creationId xmlns:a16="http://schemas.microsoft.com/office/drawing/2014/main" id="{8074EEE2-2D9C-BD03-010C-F32136AF683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0" name="rc1363">
              <a:extLst>
                <a:ext uri="{FF2B5EF4-FFF2-40B4-BE49-F238E27FC236}">
                  <a16:creationId xmlns:a16="http://schemas.microsoft.com/office/drawing/2014/main" id="{CD5BC8D5-996C-B3D5-DF05-E8027B54335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1" name="rc1364">
              <a:extLst>
                <a:ext uri="{FF2B5EF4-FFF2-40B4-BE49-F238E27FC236}">
                  <a16:creationId xmlns:a16="http://schemas.microsoft.com/office/drawing/2014/main" id="{6B5957CA-B43B-0D2F-2E0F-E319426C3FF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2" name="rc1365">
              <a:extLst>
                <a:ext uri="{FF2B5EF4-FFF2-40B4-BE49-F238E27FC236}">
                  <a16:creationId xmlns:a16="http://schemas.microsoft.com/office/drawing/2014/main" id="{E3115404-401C-B7CC-6F04-F39204FC92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3" name="rc1366">
              <a:extLst>
                <a:ext uri="{FF2B5EF4-FFF2-40B4-BE49-F238E27FC236}">
                  <a16:creationId xmlns:a16="http://schemas.microsoft.com/office/drawing/2014/main" id="{BC83FB3D-9E63-6955-B777-D20FBF4B66E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4" name="rc1367">
              <a:extLst>
                <a:ext uri="{FF2B5EF4-FFF2-40B4-BE49-F238E27FC236}">
                  <a16:creationId xmlns:a16="http://schemas.microsoft.com/office/drawing/2014/main" id="{9CE8914B-F591-1E98-D002-DD62A6EAE2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5" name="rc1368">
              <a:extLst>
                <a:ext uri="{FF2B5EF4-FFF2-40B4-BE49-F238E27FC236}">
                  <a16:creationId xmlns:a16="http://schemas.microsoft.com/office/drawing/2014/main" id="{BAE0C744-0003-BDEB-5D87-11CAF26DAE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6" name="rc1369">
              <a:extLst>
                <a:ext uri="{FF2B5EF4-FFF2-40B4-BE49-F238E27FC236}">
                  <a16:creationId xmlns:a16="http://schemas.microsoft.com/office/drawing/2014/main" id="{94EDC93D-0FC7-8AC1-5988-28A4831D27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7" name="rc1370">
              <a:extLst>
                <a:ext uri="{FF2B5EF4-FFF2-40B4-BE49-F238E27FC236}">
                  <a16:creationId xmlns:a16="http://schemas.microsoft.com/office/drawing/2014/main" id="{1653D91C-EB11-5C9A-6F97-CDECDB8675E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8" name="rc1371">
              <a:extLst>
                <a:ext uri="{FF2B5EF4-FFF2-40B4-BE49-F238E27FC236}">
                  <a16:creationId xmlns:a16="http://schemas.microsoft.com/office/drawing/2014/main" id="{52F9E864-D472-DFEF-DCD5-D370D25C06F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9" name="rc1372">
              <a:extLst>
                <a:ext uri="{FF2B5EF4-FFF2-40B4-BE49-F238E27FC236}">
                  <a16:creationId xmlns:a16="http://schemas.microsoft.com/office/drawing/2014/main" id="{3413034A-4460-8290-8B28-184F50DE575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0" name="rc1373">
              <a:extLst>
                <a:ext uri="{FF2B5EF4-FFF2-40B4-BE49-F238E27FC236}">
                  <a16:creationId xmlns:a16="http://schemas.microsoft.com/office/drawing/2014/main" id="{F87A51D5-C13F-0EB4-78B0-0A0999225C1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1" name="rc1374">
              <a:extLst>
                <a:ext uri="{FF2B5EF4-FFF2-40B4-BE49-F238E27FC236}">
                  <a16:creationId xmlns:a16="http://schemas.microsoft.com/office/drawing/2014/main" id="{5AB6F99D-F843-EA89-58D3-7D87F05506A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2" name="rc1375">
              <a:extLst>
                <a:ext uri="{FF2B5EF4-FFF2-40B4-BE49-F238E27FC236}">
                  <a16:creationId xmlns:a16="http://schemas.microsoft.com/office/drawing/2014/main" id="{CBF33842-2929-AA40-4752-8D4BC4DD9B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3" name="rc1376">
              <a:extLst>
                <a:ext uri="{FF2B5EF4-FFF2-40B4-BE49-F238E27FC236}">
                  <a16:creationId xmlns:a16="http://schemas.microsoft.com/office/drawing/2014/main" id="{1F468021-C59C-3AC5-681C-23ED21F7A8B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4" name="rc1377">
              <a:extLst>
                <a:ext uri="{FF2B5EF4-FFF2-40B4-BE49-F238E27FC236}">
                  <a16:creationId xmlns:a16="http://schemas.microsoft.com/office/drawing/2014/main" id="{214C553B-D181-5D0C-D251-730DD48A2AD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5" name="rc1378">
              <a:extLst>
                <a:ext uri="{FF2B5EF4-FFF2-40B4-BE49-F238E27FC236}">
                  <a16:creationId xmlns:a16="http://schemas.microsoft.com/office/drawing/2014/main" id="{CFD6AB0D-EC40-6E5F-072E-97188FC97FD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6" name="rc1379">
              <a:extLst>
                <a:ext uri="{FF2B5EF4-FFF2-40B4-BE49-F238E27FC236}">
                  <a16:creationId xmlns:a16="http://schemas.microsoft.com/office/drawing/2014/main" id="{0F49DF5D-7FB4-FD9F-1F87-80AB55F8A79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7" name="rc1380">
              <a:extLst>
                <a:ext uri="{FF2B5EF4-FFF2-40B4-BE49-F238E27FC236}">
                  <a16:creationId xmlns:a16="http://schemas.microsoft.com/office/drawing/2014/main" id="{A8F79AE4-4FAA-462C-6DE8-709F325C728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8" name="rc1381">
              <a:extLst>
                <a:ext uri="{FF2B5EF4-FFF2-40B4-BE49-F238E27FC236}">
                  <a16:creationId xmlns:a16="http://schemas.microsoft.com/office/drawing/2014/main" id="{9381D124-8CE7-9701-2DF5-65EC387CA2A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9" name="rc1382">
              <a:extLst>
                <a:ext uri="{FF2B5EF4-FFF2-40B4-BE49-F238E27FC236}">
                  <a16:creationId xmlns:a16="http://schemas.microsoft.com/office/drawing/2014/main" id="{7629EEB1-4F58-6D90-0C18-7DFD8487DA7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0" name="rc1383">
              <a:extLst>
                <a:ext uri="{FF2B5EF4-FFF2-40B4-BE49-F238E27FC236}">
                  <a16:creationId xmlns:a16="http://schemas.microsoft.com/office/drawing/2014/main" id="{BAB55857-296E-BC37-EB8F-97955EA17C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1" name="rc1384">
              <a:extLst>
                <a:ext uri="{FF2B5EF4-FFF2-40B4-BE49-F238E27FC236}">
                  <a16:creationId xmlns:a16="http://schemas.microsoft.com/office/drawing/2014/main" id="{7C153F53-2416-4EC4-DF01-EAFAE0A3B1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2" name="rc1385">
              <a:extLst>
                <a:ext uri="{FF2B5EF4-FFF2-40B4-BE49-F238E27FC236}">
                  <a16:creationId xmlns:a16="http://schemas.microsoft.com/office/drawing/2014/main" id="{8D376DB2-2ADA-67E4-C38E-35739295A0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3" name="rc1386">
              <a:extLst>
                <a:ext uri="{FF2B5EF4-FFF2-40B4-BE49-F238E27FC236}">
                  <a16:creationId xmlns:a16="http://schemas.microsoft.com/office/drawing/2014/main" id="{8E54F2EB-A466-32BA-12D8-3D2CAE3CB24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4" name="rc1387">
              <a:extLst>
                <a:ext uri="{FF2B5EF4-FFF2-40B4-BE49-F238E27FC236}">
                  <a16:creationId xmlns:a16="http://schemas.microsoft.com/office/drawing/2014/main" id="{C62786B5-25AE-03FD-19C0-4E29C56E6B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5" name="rc1388">
              <a:extLst>
                <a:ext uri="{FF2B5EF4-FFF2-40B4-BE49-F238E27FC236}">
                  <a16:creationId xmlns:a16="http://schemas.microsoft.com/office/drawing/2014/main" id="{1A2B0DB6-2272-5297-57C0-4680A76B719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6" name="rc1389">
              <a:extLst>
                <a:ext uri="{FF2B5EF4-FFF2-40B4-BE49-F238E27FC236}">
                  <a16:creationId xmlns:a16="http://schemas.microsoft.com/office/drawing/2014/main" id="{6E0C0B7A-D6F6-E26A-2C6A-FEE3C686CB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7" name="rc1390">
              <a:extLst>
                <a:ext uri="{FF2B5EF4-FFF2-40B4-BE49-F238E27FC236}">
                  <a16:creationId xmlns:a16="http://schemas.microsoft.com/office/drawing/2014/main" id="{D94C2F4E-34A6-5EFC-C499-4DE70A9F8AD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8" name="rc1391">
              <a:extLst>
                <a:ext uri="{FF2B5EF4-FFF2-40B4-BE49-F238E27FC236}">
                  <a16:creationId xmlns:a16="http://schemas.microsoft.com/office/drawing/2014/main" id="{63393533-DC9A-CF1B-5D78-86D878D5A3A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9" name="rc1392">
              <a:extLst>
                <a:ext uri="{FF2B5EF4-FFF2-40B4-BE49-F238E27FC236}">
                  <a16:creationId xmlns:a16="http://schemas.microsoft.com/office/drawing/2014/main" id="{B8498EE0-1689-E1E4-3CAA-EAA5B17FC4C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0" name="rc1393">
              <a:extLst>
                <a:ext uri="{FF2B5EF4-FFF2-40B4-BE49-F238E27FC236}">
                  <a16:creationId xmlns:a16="http://schemas.microsoft.com/office/drawing/2014/main" id="{915C83C8-7770-3D19-2A37-F1B27C6CD08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1" name="rc1394">
              <a:extLst>
                <a:ext uri="{FF2B5EF4-FFF2-40B4-BE49-F238E27FC236}">
                  <a16:creationId xmlns:a16="http://schemas.microsoft.com/office/drawing/2014/main" id="{572C3BEB-39D5-27B4-8199-D6D91A3241D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2" name="rc1395">
              <a:extLst>
                <a:ext uri="{FF2B5EF4-FFF2-40B4-BE49-F238E27FC236}">
                  <a16:creationId xmlns:a16="http://schemas.microsoft.com/office/drawing/2014/main" id="{C055FB4A-D027-C522-77B5-11870001E21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3" name="rc1396">
              <a:extLst>
                <a:ext uri="{FF2B5EF4-FFF2-40B4-BE49-F238E27FC236}">
                  <a16:creationId xmlns:a16="http://schemas.microsoft.com/office/drawing/2014/main" id="{4D2876EF-DCC9-5093-334A-6EE8D91E1E8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4" name="rc1397">
              <a:extLst>
                <a:ext uri="{FF2B5EF4-FFF2-40B4-BE49-F238E27FC236}">
                  <a16:creationId xmlns:a16="http://schemas.microsoft.com/office/drawing/2014/main" id="{AC16FCA9-1888-2B85-705D-463F37757B5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5" name="rc1398">
              <a:extLst>
                <a:ext uri="{FF2B5EF4-FFF2-40B4-BE49-F238E27FC236}">
                  <a16:creationId xmlns:a16="http://schemas.microsoft.com/office/drawing/2014/main" id="{D57C22D2-81A3-09BF-0B31-0187A54888C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6" name="rc1399">
              <a:extLst>
                <a:ext uri="{FF2B5EF4-FFF2-40B4-BE49-F238E27FC236}">
                  <a16:creationId xmlns:a16="http://schemas.microsoft.com/office/drawing/2014/main" id="{4947B093-ED95-7306-DFA9-3964F3191A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7" name="rc1400">
              <a:extLst>
                <a:ext uri="{FF2B5EF4-FFF2-40B4-BE49-F238E27FC236}">
                  <a16:creationId xmlns:a16="http://schemas.microsoft.com/office/drawing/2014/main" id="{E27F46AF-4585-5BC3-2687-49428DFB9B4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8" name="rc1401">
              <a:extLst>
                <a:ext uri="{FF2B5EF4-FFF2-40B4-BE49-F238E27FC236}">
                  <a16:creationId xmlns:a16="http://schemas.microsoft.com/office/drawing/2014/main" id="{E0B94143-F678-CA47-DC89-45258A58C8E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9" name="rc1402">
              <a:extLst>
                <a:ext uri="{FF2B5EF4-FFF2-40B4-BE49-F238E27FC236}">
                  <a16:creationId xmlns:a16="http://schemas.microsoft.com/office/drawing/2014/main" id="{F1DDE717-3DD4-9EC1-C231-8DF3DEE37AD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0" name="rc1403">
              <a:extLst>
                <a:ext uri="{FF2B5EF4-FFF2-40B4-BE49-F238E27FC236}">
                  <a16:creationId xmlns:a16="http://schemas.microsoft.com/office/drawing/2014/main" id="{778F71E2-711A-D68B-420C-66DD8A34F3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1" name="rc1404">
              <a:extLst>
                <a:ext uri="{FF2B5EF4-FFF2-40B4-BE49-F238E27FC236}">
                  <a16:creationId xmlns:a16="http://schemas.microsoft.com/office/drawing/2014/main" id="{79F480A4-D6A3-8305-3F50-E45D7F0B4C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2" name="rc1405">
              <a:extLst>
                <a:ext uri="{FF2B5EF4-FFF2-40B4-BE49-F238E27FC236}">
                  <a16:creationId xmlns:a16="http://schemas.microsoft.com/office/drawing/2014/main" id="{48D57978-957F-3B27-9550-84F9C4690A7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3" name="rc1406">
              <a:extLst>
                <a:ext uri="{FF2B5EF4-FFF2-40B4-BE49-F238E27FC236}">
                  <a16:creationId xmlns:a16="http://schemas.microsoft.com/office/drawing/2014/main" id="{DAC88435-A7C8-193A-CCE4-EB0EEB4510A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4" name="rc1407">
              <a:extLst>
                <a:ext uri="{FF2B5EF4-FFF2-40B4-BE49-F238E27FC236}">
                  <a16:creationId xmlns:a16="http://schemas.microsoft.com/office/drawing/2014/main" id="{51589F91-AF1D-CEFD-C1CA-326305E7BFC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5" name="rc1408">
              <a:extLst>
                <a:ext uri="{FF2B5EF4-FFF2-40B4-BE49-F238E27FC236}">
                  <a16:creationId xmlns:a16="http://schemas.microsoft.com/office/drawing/2014/main" id="{92BF2DB7-49B8-BA55-2E34-FC24D75A619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6" name="rc1409">
              <a:extLst>
                <a:ext uri="{FF2B5EF4-FFF2-40B4-BE49-F238E27FC236}">
                  <a16:creationId xmlns:a16="http://schemas.microsoft.com/office/drawing/2014/main" id="{701C162C-48C0-1B40-1ECF-CD0684580B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7" name="rc1410">
              <a:extLst>
                <a:ext uri="{FF2B5EF4-FFF2-40B4-BE49-F238E27FC236}">
                  <a16:creationId xmlns:a16="http://schemas.microsoft.com/office/drawing/2014/main" id="{4FA50160-CDE9-FE51-B7F0-E1E01A9A1F2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8" name="rc1411">
              <a:extLst>
                <a:ext uri="{FF2B5EF4-FFF2-40B4-BE49-F238E27FC236}">
                  <a16:creationId xmlns:a16="http://schemas.microsoft.com/office/drawing/2014/main" id="{F2A3B9AA-4454-47BF-A599-0C48ED4BFD5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9" name="rc1412">
              <a:extLst>
                <a:ext uri="{FF2B5EF4-FFF2-40B4-BE49-F238E27FC236}">
                  <a16:creationId xmlns:a16="http://schemas.microsoft.com/office/drawing/2014/main" id="{8195904A-25D1-C6EB-3505-BC44E54967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0" name="rc1413">
              <a:extLst>
                <a:ext uri="{FF2B5EF4-FFF2-40B4-BE49-F238E27FC236}">
                  <a16:creationId xmlns:a16="http://schemas.microsoft.com/office/drawing/2014/main" id="{6483E8B6-8954-DB8B-B820-B84FED1FAC8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1" name="rc1414">
              <a:extLst>
                <a:ext uri="{FF2B5EF4-FFF2-40B4-BE49-F238E27FC236}">
                  <a16:creationId xmlns:a16="http://schemas.microsoft.com/office/drawing/2014/main" id="{8E0EEDDD-E75F-C585-FAD9-B3F2815702D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2" name="rc1415">
              <a:extLst>
                <a:ext uri="{FF2B5EF4-FFF2-40B4-BE49-F238E27FC236}">
                  <a16:creationId xmlns:a16="http://schemas.microsoft.com/office/drawing/2014/main" id="{A11DD5A9-C45A-D351-9F3C-CB632066F9A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3" name="rc1416">
              <a:extLst>
                <a:ext uri="{FF2B5EF4-FFF2-40B4-BE49-F238E27FC236}">
                  <a16:creationId xmlns:a16="http://schemas.microsoft.com/office/drawing/2014/main" id="{C5F017AE-982D-0E1F-2AA8-4746C741A17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4" name="rc1417">
              <a:extLst>
                <a:ext uri="{FF2B5EF4-FFF2-40B4-BE49-F238E27FC236}">
                  <a16:creationId xmlns:a16="http://schemas.microsoft.com/office/drawing/2014/main" id="{82DBD9A0-47CD-07F9-13A6-CF5EA3E1816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5" name="rc1418">
              <a:extLst>
                <a:ext uri="{FF2B5EF4-FFF2-40B4-BE49-F238E27FC236}">
                  <a16:creationId xmlns:a16="http://schemas.microsoft.com/office/drawing/2014/main" id="{F99D0DB2-1FCF-6340-822C-EC8BF70D68E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6" name="rc1419">
              <a:extLst>
                <a:ext uri="{FF2B5EF4-FFF2-40B4-BE49-F238E27FC236}">
                  <a16:creationId xmlns:a16="http://schemas.microsoft.com/office/drawing/2014/main" id="{798FBA8F-F7A7-A192-DF10-572D47301BA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7" name="rc1420">
              <a:extLst>
                <a:ext uri="{FF2B5EF4-FFF2-40B4-BE49-F238E27FC236}">
                  <a16:creationId xmlns:a16="http://schemas.microsoft.com/office/drawing/2014/main" id="{B3C891F4-0DEF-0F58-5FAA-4BC8BE5AAFD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8" name="rc1421">
              <a:extLst>
                <a:ext uri="{FF2B5EF4-FFF2-40B4-BE49-F238E27FC236}">
                  <a16:creationId xmlns:a16="http://schemas.microsoft.com/office/drawing/2014/main" id="{CDEE08D7-2937-074F-005B-FB127F3A6D5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9" name="rc1422">
              <a:extLst>
                <a:ext uri="{FF2B5EF4-FFF2-40B4-BE49-F238E27FC236}">
                  <a16:creationId xmlns:a16="http://schemas.microsoft.com/office/drawing/2014/main" id="{B6B782CD-1FAF-F488-D143-DC978086138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0" name="rc1423">
              <a:extLst>
                <a:ext uri="{FF2B5EF4-FFF2-40B4-BE49-F238E27FC236}">
                  <a16:creationId xmlns:a16="http://schemas.microsoft.com/office/drawing/2014/main" id="{0A3C0E6E-5D5A-70A2-0E06-BB04C1BC10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1" name="rc1424">
              <a:extLst>
                <a:ext uri="{FF2B5EF4-FFF2-40B4-BE49-F238E27FC236}">
                  <a16:creationId xmlns:a16="http://schemas.microsoft.com/office/drawing/2014/main" id="{89BD614C-3930-F5E0-AB7F-51C0997D1E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2" name="rc1425">
              <a:extLst>
                <a:ext uri="{FF2B5EF4-FFF2-40B4-BE49-F238E27FC236}">
                  <a16:creationId xmlns:a16="http://schemas.microsoft.com/office/drawing/2014/main" id="{91678F93-9316-D4AC-FBA0-5106DF2FFD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3" name="rc1426">
              <a:extLst>
                <a:ext uri="{FF2B5EF4-FFF2-40B4-BE49-F238E27FC236}">
                  <a16:creationId xmlns:a16="http://schemas.microsoft.com/office/drawing/2014/main" id="{A0AD0877-B208-6668-8E2C-2EA84BC5644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4" name="rc1427">
              <a:extLst>
                <a:ext uri="{FF2B5EF4-FFF2-40B4-BE49-F238E27FC236}">
                  <a16:creationId xmlns:a16="http://schemas.microsoft.com/office/drawing/2014/main" id="{F39E55D5-1782-DCCC-F5D3-DFFB3E367D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5" name="rc1428">
              <a:extLst>
                <a:ext uri="{FF2B5EF4-FFF2-40B4-BE49-F238E27FC236}">
                  <a16:creationId xmlns:a16="http://schemas.microsoft.com/office/drawing/2014/main" id="{FAA99F20-38A2-9740-D4D2-9A827267AD8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6" name="rc1429">
              <a:extLst>
                <a:ext uri="{FF2B5EF4-FFF2-40B4-BE49-F238E27FC236}">
                  <a16:creationId xmlns:a16="http://schemas.microsoft.com/office/drawing/2014/main" id="{DE1167E9-2E0A-D5B5-73EF-D0161D0BDF2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7" name="rc1430">
              <a:extLst>
                <a:ext uri="{FF2B5EF4-FFF2-40B4-BE49-F238E27FC236}">
                  <a16:creationId xmlns:a16="http://schemas.microsoft.com/office/drawing/2014/main" id="{27DE5AD4-4788-9A0D-85BD-024CC237BAD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8" name="rc1431">
              <a:extLst>
                <a:ext uri="{FF2B5EF4-FFF2-40B4-BE49-F238E27FC236}">
                  <a16:creationId xmlns:a16="http://schemas.microsoft.com/office/drawing/2014/main" id="{539983E7-926A-8DAC-C085-F31A31B5337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9" name="rc1432">
              <a:extLst>
                <a:ext uri="{FF2B5EF4-FFF2-40B4-BE49-F238E27FC236}">
                  <a16:creationId xmlns:a16="http://schemas.microsoft.com/office/drawing/2014/main" id="{CE760B1F-BE9C-8979-90BF-DC55C2890F1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0" name="rc1433">
              <a:extLst>
                <a:ext uri="{FF2B5EF4-FFF2-40B4-BE49-F238E27FC236}">
                  <a16:creationId xmlns:a16="http://schemas.microsoft.com/office/drawing/2014/main" id="{201D8954-51E4-E83F-D65A-AF1749956B9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1" name="rc1434">
              <a:extLst>
                <a:ext uri="{FF2B5EF4-FFF2-40B4-BE49-F238E27FC236}">
                  <a16:creationId xmlns:a16="http://schemas.microsoft.com/office/drawing/2014/main" id="{84CB0AF6-A2EF-A199-4269-C88B3C24E64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2" name="rc1435">
              <a:extLst>
                <a:ext uri="{FF2B5EF4-FFF2-40B4-BE49-F238E27FC236}">
                  <a16:creationId xmlns:a16="http://schemas.microsoft.com/office/drawing/2014/main" id="{339BC8A9-4E2B-64BA-6246-3698C8B6BD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3" name="rc1436">
              <a:extLst>
                <a:ext uri="{FF2B5EF4-FFF2-40B4-BE49-F238E27FC236}">
                  <a16:creationId xmlns:a16="http://schemas.microsoft.com/office/drawing/2014/main" id="{9856C2E6-1915-5E86-3472-233EBECB993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4" name="rc1437">
              <a:extLst>
                <a:ext uri="{FF2B5EF4-FFF2-40B4-BE49-F238E27FC236}">
                  <a16:creationId xmlns:a16="http://schemas.microsoft.com/office/drawing/2014/main" id="{F2431B3F-857B-852C-EFA1-3440CEC1DB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5" name="rc1438">
              <a:extLst>
                <a:ext uri="{FF2B5EF4-FFF2-40B4-BE49-F238E27FC236}">
                  <a16:creationId xmlns:a16="http://schemas.microsoft.com/office/drawing/2014/main" id="{6C382C0C-1148-4C0B-8596-CB3F41A04F9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6" name="rc1439">
              <a:extLst>
                <a:ext uri="{FF2B5EF4-FFF2-40B4-BE49-F238E27FC236}">
                  <a16:creationId xmlns:a16="http://schemas.microsoft.com/office/drawing/2014/main" id="{BBDA64AC-0F2B-CAD4-062F-02703F168B5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7" name="rc1440">
              <a:extLst>
                <a:ext uri="{FF2B5EF4-FFF2-40B4-BE49-F238E27FC236}">
                  <a16:creationId xmlns:a16="http://schemas.microsoft.com/office/drawing/2014/main" id="{E4E9F92E-6287-056C-4619-90C440CAA62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8" name="rc1441">
              <a:extLst>
                <a:ext uri="{FF2B5EF4-FFF2-40B4-BE49-F238E27FC236}">
                  <a16:creationId xmlns:a16="http://schemas.microsoft.com/office/drawing/2014/main" id="{D2043755-A1BB-C19C-23F7-12541EB5733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9" name="rc1442">
              <a:extLst>
                <a:ext uri="{FF2B5EF4-FFF2-40B4-BE49-F238E27FC236}">
                  <a16:creationId xmlns:a16="http://schemas.microsoft.com/office/drawing/2014/main" id="{56DC1E2F-2163-8941-F291-8C60166BE68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0" name="rc1443">
              <a:extLst>
                <a:ext uri="{FF2B5EF4-FFF2-40B4-BE49-F238E27FC236}">
                  <a16:creationId xmlns:a16="http://schemas.microsoft.com/office/drawing/2014/main" id="{DC2C53CC-2041-EF79-7231-3A76B31DB9C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1" name="rc1444">
              <a:extLst>
                <a:ext uri="{FF2B5EF4-FFF2-40B4-BE49-F238E27FC236}">
                  <a16:creationId xmlns:a16="http://schemas.microsoft.com/office/drawing/2014/main" id="{FF048D3C-80D2-2293-1A6A-69A934762A8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2" name="rc1445">
              <a:extLst>
                <a:ext uri="{FF2B5EF4-FFF2-40B4-BE49-F238E27FC236}">
                  <a16:creationId xmlns:a16="http://schemas.microsoft.com/office/drawing/2014/main" id="{F544BAA8-04F4-13FC-3631-2C4B22549BB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3" name="rc1446">
              <a:extLst>
                <a:ext uri="{FF2B5EF4-FFF2-40B4-BE49-F238E27FC236}">
                  <a16:creationId xmlns:a16="http://schemas.microsoft.com/office/drawing/2014/main" id="{0E97B98E-1D1B-AE14-2155-776F78BBB1D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4" name="rc1447">
              <a:extLst>
                <a:ext uri="{FF2B5EF4-FFF2-40B4-BE49-F238E27FC236}">
                  <a16:creationId xmlns:a16="http://schemas.microsoft.com/office/drawing/2014/main" id="{2487125B-370F-A7A2-588B-422E02ECA4A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5" name="rc1448">
              <a:extLst>
                <a:ext uri="{FF2B5EF4-FFF2-40B4-BE49-F238E27FC236}">
                  <a16:creationId xmlns:a16="http://schemas.microsoft.com/office/drawing/2014/main" id="{F9449341-5E31-3C90-2579-5DB40BD676E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6" name="rc1449">
              <a:extLst>
                <a:ext uri="{FF2B5EF4-FFF2-40B4-BE49-F238E27FC236}">
                  <a16:creationId xmlns:a16="http://schemas.microsoft.com/office/drawing/2014/main" id="{C1168E00-2E78-F70B-CC35-BF6E416203A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7" name="rc1450">
              <a:extLst>
                <a:ext uri="{FF2B5EF4-FFF2-40B4-BE49-F238E27FC236}">
                  <a16:creationId xmlns:a16="http://schemas.microsoft.com/office/drawing/2014/main" id="{DF19E8CD-EDAB-4AE2-C65E-6935EF45EA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8" name="rc1451">
              <a:extLst>
                <a:ext uri="{FF2B5EF4-FFF2-40B4-BE49-F238E27FC236}">
                  <a16:creationId xmlns:a16="http://schemas.microsoft.com/office/drawing/2014/main" id="{E273AFDA-8174-731A-3632-BDF366BE76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9" name="rc1452">
              <a:extLst>
                <a:ext uri="{FF2B5EF4-FFF2-40B4-BE49-F238E27FC236}">
                  <a16:creationId xmlns:a16="http://schemas.microsoft.com/office/drawing/2014/main" id="{928164F6-D78E-9926-9003-1761DF7447D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0" name="rc1453">
              <a:extLst>
                <a:ext uri="{FF2B5EF4-FFF2-40B4-BE49-F238E27FC236}">
                  <a16:creationId xmlns:a16="http://schemas.microsoft.com/office/drawing/2014/main" id="{D629901E-0B3F-1866-44EF-A8711007C40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1" name="rc1454">
              <a:extLst>
                <a:ext uri="{FF2B5EF4-FFF2-40B4-BE49-F238E27FC236}">
                  <a16:creationId xmlns:a16="http://schemas.microsoft.com/office/drawing/2014/main" id="{13073F52-41EB-046D-E9E5-67E3D2288CE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2" name="rc1455">
              <a:extLst>
                <a:ext uri="{FF2B5EF4-FFF2-40B4-BE49-F238E27FC236}">
                  <a16:creationId xmlns:a16="http://schemas.microsoft.com/office/drawing/2014/main" id="{A9DBCC31-8F73-0BDD-63B4-87D46BDF49B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3" name="rc1456">
              <a:extLst>
                <a:ext uri="{FF2B5EF4-FFF2-40B4-BE49-F238E27FC236}">
                  <a16:creationId xmlns:a16="http://schemas.microsoft.com/office/drawing/2014/main" id="{4C0B0CFC-8959-99C7-7D28-CA51FEE662B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4" name="rc1457">
              <a:extLst>
                <a:ext uri="{FF2B5EF4-FFF2-40B4-BE49-F238E27FC236}">
                  <a16:creationId xmlns:a16="http://schemas.microsoft.com/office/drawing/2014/main" id="{9E66BEB4-45F4-DA0E-6469-AA58AA12FA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5" name="rc1458">
              <a:extLst>
                <a:ext uri="{FF2B5EF4-FFF2-40B4-BE49-F238E27FC236}">
                  <a16:creationId xmlns:a16="http://schemas.microsoft.com/office/drawing/2014/main" id="{99657DDF-8040-4B35-D2F7-8EBE9C94CFD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6" name="rc1459">
              <a:extLst>
                <a:ext uri="{FF2B5EF4-FFF2-40B4-BE49-F238E27FC236}">
                  <a16:creationId xmlns:a16="http://schemas.microsoft.com/office/drawing/2014/main" id="{6F6454B6-98D3-19F2-EB22-4249437087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7" name="rc1460">
              <a:extLst>
                <a:ext uri="{FF2B5EF4-FFF2-40B4-BE49-F238E27FC236}">
                  <a16:creationId xmlns:a16="http://schemas.microsoft.com/office/drawing/2014/main" id="{979DB408-DBE9-D7BA-D82C-D0F1C421F6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8" name="rc1461">
              <a:extLst>
                <a:ext uri="{FF2B5EF4-FFF2-40B4-BE49-F238E27FC236}">
                  <a16:creationId xmlns:a16="http://schemas.microsoft.com/office/drawing/2014/main" id="{90219D9F-78D2-2A2A-F6B7-ADFCB1ADCEB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9" name="rc1462">
              <a:extLst>
                <a:ext uri="{FF2B5EF4-FFF2-40B4-BE49-F238E27FC236}">
                  <a16:creationId xmlns:a16="http://schemas.microsoft.com/office/drawing/2014/main" id="{275B5FBD-7724-A903-73D5-6D315E28C02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0" name="rc1463">
              <a:extLst>
                <a:ext uri="{FF2B5EF4-FFF2-40B4-BE49-F238E27FC236}">
                  <a16:creationId xmlns:a16="http://schemas.microsoft.com/office/drawing/2014/main" id="{911A2EA2-1A03-37A3-D4F5-BED6943F04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1" name="rc1464">
              <a:extLst>
                <a:ext uri="{FF2B5EF4-FFF2-40B4-BE49-F238E27FC236}">
                  <a16:creationId xmlns:a16="http://schemas.microsoft.com/office/drawing/2014/main" id="{36900849-B0BB-D500-770D-478F0790A8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2" name="rc1465">
              <a:extLst>
                <a:ext uri="{FF2B5EF4-FFF2-40B4-BE49-F238E27FC236}">
                  <a16:creationId xmlns:a16="http://schemas.microsoft.com/office/drawing/2014/main" id="{F8819BFF-C566-508E-8797-857BA1C5859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3" name="rc1466">
              <a:extLst>
                <a:ext uri="{FF2B5EF4-FFF2-40B4-BE49-F238E27FC236}">
                  <a16:creationId xmlns:a16="http://schemas.microsoft.com/office/drawing/2014/main" id="{6D1758B5-A79E-30F5-3F30-049EEDFAF57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4" name="rc1467">
              <a:extLst>
                <a:ext uri="{FF2B5EF4-FFF2-40B4-BE49-F238E27FC236}">
                  <a16:creationId xmlns:a16="http://schemas.microsoft.com/office/drawing/2014/main" id="{CF6AF874-8288-10E0-FDF8-97676FF7435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5" name="rc1468">
              <a:extLst>
                <a:ext uri="{FF2B5EF4-FFF2-40B4-BE49-F238E27FC236}">
                  <a16:creationId xmlns:a16="http://schemas.microsoft.com/office/drawing/2014/main" id="{95321420-1578-06DB-76CD-ABB0CF772C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6" name="rc1469">
              <a:extLst>
                <a:ext uri="{FF2B5EF4-FFF2-40B4-BE49-F238E27FC236}">
                  <a16:creationId xmlns:a16="http://schemas.microsoft.com/office/drawing/2014/main" id="{BFA75485-206B-AB4B-9437-764C2935AA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7" name="rc1470">
              <a:extLst>
                <a:ext uri="{FF2B5EF4-FFF2-40B4-BE49-F238E27FC236}">
                  <a16:creationId xmlns:a16="http://schemas.microsoft.com/office/drawing/2014/main" id="{87666121-A89C-6DA1-7977-D0707512C7D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8" name="rc1471">
              <a:extLst>
                <a:ext uri="{FF2B5EF4-FFF2-40B4-BE49-F238E27FC236}">
                  <a16:creationId xmlns:a16="http://schemas.microsoft.com/office/drawing/2014/main" id="{BAAB86FB-5FFE-6FAC-9E59-121B50BFB8A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9" name="rc1472">
              <a:extLst>
                <a:ext uri="{FF2B5EF4-FFF2-40B4-BE49-F238E27FC236}">
                  <a16:creationId xmlns:a16="http://schemas.microsoft.com/office/drawing/2014/main" id="{F4C3AD0E-6828-CA8D-C850-8E5DE016ADA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0" name="rc1473">
              <a:extLst>
                <a:ext uri="{FF2B5EF4-FFF2-40B4-BE49-F238E27FC236}">
                  <a16:creationId xmlns:a16="http://schemas.microsoft.com/office/drawing/2014/main" id="{1D59BA8D-8191-9CF2-BD60-4C7AEA2A934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1" name="rc1474">
              <a:extLst>
                <a:ext uri="{FF2B5EF4-FFF2-40B4-BE49-F238E27FC236}">
                  <a16:creationId xmlns:a16="http://schemas.microsoft.com/office/drawing/2014/main" id="{F8DED3BC-75E4-16F6-8660-FD4F295E0D3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2" name="rc1475">
              <a:extLst>
                <a:ext uri="{FF2B5EF4-FFF2-40B4-BE49-F238E27FC236}">
                  <a16:creationId xmlns:a16="http://schemas.microsoft.com/office/drawing/2014/main" id="{42A561D7-F810-7EE4-BCCF-55903464A8F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3" name="rc1476">
              <a:extLst>
                <a:ext uri="{FF2B5EF4-FFF2-40B4-BE49-F238E27FC236}">
                  <a16:creationId xmlns:a16="http://schemas.microsoft.com/office/drawing/2014/main" id="{2F32D800-7B83-2142-35F4-FDCC513D955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4" name="rc1477">
              <a:extLst>
                <a:ext uri="{FF2B5EF4-FFF2-40B4-BE49-F238E27FC236}">
                  <a16:creationId xmlns:a16="http://schemas.microsoft.com/office/drawing/2014/main" id="{F6F6E261-F38B-B4E4-1868-E8A2EA44CC0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5" name="rc1478">
              <a:extLst>
                <a:ext uri="{FF2B5EF4-FFF2-40B4-BE49-F238E27FC236}">
                  <a16:creationId xmlns:a16="http://schemas.microsoft.com/office/drawing/2014/main" id="{62677116-34D1-C4AE-25C7-6A2C790BCC0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6" name="rc1479">
              <a:extLst>
                <a:ext uri="{FF2B5EF4-FFF2-40B4-BE49-F238E27FC236}">
                  <a16:creationId xmlns:a16="http://schemas.microsoft.com/office/drawing/2014/main" id="{D8D5F627-30BE-2862-EA03-215F71B45D5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7" name="rc1480">
              <a:extLst>
                <a:ext uri="{FF2B5EF4-FFF2-40B4-BE49-F238E27FC236}">
                  <a16:creationId xmlns:a16="http://schemas.microsoft.com/office/drawing/2014/main" id="{8B26357F-40C6-A7E5-F7B4-A35F4F34222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8" name="rc1481">
              <a:extLst>
                <a:ext uri="{FF2B5EF4-FFF2-40B4-BE49-F238E27FC236}">
                  <a16:creationId xmlns:a16="http://schemas.microsoft.com/office/drawing/2014/main" id="{DB80C5CE-3C6C-AF33-CD28-67C5C5880BA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9" name="rc1482">
              <a:extLst>
                <a:ext uri="{FF2B5EF4-FFF2-40B4-BE49-F238E27FC236}">
                  <a16:creationId xmlns:a16="http://schemas.microsoft.com/office/drawing/2014/main" id="{0C461399-4EC2-298C-F305-4A76A0ABB2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0" name="rc1483">
              <a:extLst>
                <a:ext uri="{FF2B5EF4-FFF2-40B4-BE49-F238E27FC236}">
                  <a16:creationId xmlns:a16="http://schemas.microsoft.com/office/drawing/2014/main" id="{56306FCE-A834-736E-C542-33C3A65377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1" name="rc1484">
              <a:extLst>
                <a:ext uri="{FF2B5EF4-FFF2-40B4-BE49-F238E27FC236}">
                  <a16:creationId xmlns:a16="http://schemas.microsoft.com/office/drawing/2014/main" id="{95F9403C-0CAE-9628-3A60-5E8695E1FA4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2" name="rc1485">
              <a:extLst>
                <a:ext uri="{FF2B5EF4-FFF2-40B4-BE49-F238E27FC236}">
                  <a16:creationId xmlns:a16="http://schemas.microsoft.com/office/drawing/2014/main" id="{56CC1ACC-97F3-30CC-FFAD-13B9626B19A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3" name="rc1486">
              <a:extLst>
                <a:ext uri="{FF2B5EF4-FFF2-40B4-BE49-F238E27FC236}">
                  <a16:creationId xmlns:a16="http://schemas.microsoft.com/office/drawing/2014/main" id="{0599D81D-C8D1-6CE3-58FB-180A69AF448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4" name="rc1487">
              <a:extLst>
                <a:ext uri="{FF2B5EF4-FFF2-40B4-BE49-F238E27FC236}">
                  <a16:creationId xmlns:a16="http://schemas.microsoft.com/office/drawing/2014/main" id="{60487036-65C1-296A-1773-FD7BFEADE9A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5" name="rc1488">
              <a:extLst>
                <a:ext uri="{FF2B5EF4-FFF2-40B4-BE49-F238E27FC236}">
                  <a16:creationId xmlns:a16="http://schemas.microsoft.com/office/drawing/2014/main" id="{A4C14675-826D-11DD-AE74-6B9ED5C485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6" name="rc1489">
              <a:extLst>
                <a:ext uri="{FF2B5EF4-FFF2-40B4-BE49-F238E27FC236}">
                  <a16:creationId xmlns:a16="http://schemas.microsoft.com/office/drawing/2014/main" id="{5039AC54-BBC6-0362-0777-25920BB1B5B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7" name="rc1490">
              <a:extLst>
                <a:ext uri="{FF2B5EF4-FFF2-40B4-BE49-F238E27FC236}">
                  <a16:creationId xmlns:a16="http://schemas.microsoft.com/office/drawing/2014/main" id="{2D7C3777-CB99-EA30-2692-981CF8E0E6C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8" name="rc1491">
              <a:extLst>
                <a:ext uri="{FF2B5EF4-FFF2-40B4-BE49-F238E27FC236}">
                  <a16:creationId xmlns:a16="http://schemas.microsoft.com/office/drawing/2014/main" id="{B6B63D16-9415-3512-1AAA-CA197887578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9" name="rc1492">
              <a:extLst>
                <a:ext uri="{FF2B5EF4-FFF2-40B4-BE49-F238E27FC236}">
                  <a16:creationId xmlns:a16="http://schemas.microsoft.com/office/drawing/2014/main" id="{A74F29DA-2B3C-E79F-7A38-373DC124EF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0" name="rc1493">
              <a:extLst>
                <a:ext uri="{FF2B5EF4-FFF2-40B4-BE49-F238E27FC236}">
                  <a16:creationId xmlns:a16="http://schemas.microsoft.com/office/drawing/2014/main" id="{D25B1D4E-75CA-68DA-E117-7EFE4585B7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1" name="rc1494">
              <a:extLst>
                <a:ext uri="{FF2B5EF4-FFF2-40B4-BE49-F238E27FC236}">
                  <a16:creationId xmlns:a16="http://schemas.microsoft.com/office/drawing/2014/main" id="{5F839565-BF99-D10B-4346-AE0A98A6D4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2" name="rc1495">
              <a:extLst>
                <a:ext uri="{FF2B5EF4-FFF2-40B4-BE49-F238E27FC236}">
                  <a16:creationId xmlns:a16="http://schemas.microsoft.com/office/drawing/2014/main" id="{292E291F-8D72-C277-B888-8BCA0235C4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3" name="pt1496">
              <a:extLst>
                <a:ext uri="{FF2B5EF4-FFF2-40B4-BE49-F238E27FC236}">
                  <a16:creationId xmlns:a16="http://schemas.microsoft.com/office/drawing/2014/main" id="{546E5CFB-F74D-C0E5-62D5-6BE1DDB43767}"/>
                </a:ext>
              </a:extLst>
            </p:cNvPr>
            <p:cNvSpPr/>
            <p:nvPr/>
          </p:nvSpPr>
          <p:spPr>
            <a:xfrm>
              <a:off x="7265068" y="18983192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4" name="pt1497">
              <a:extLst>
                <a:ext uri="{FF2B5EF4-FFF2-40B4-BE49-F238E27FC236}">
                  <a16:creationId xmlns:a16="http://schemas.microsoft.com/office/drawing/2014/main" id="{49FD2960-1954-D0C4-09BD-35D85B9DAAE2}"/>
                </a:ext>
              </a:extLst>
            </p:cNvPr>
            <p:cNvSpPr/>
            <p:nvPr/>
          </p:nvSpPr>
          <p:spPr>
            <a:xfrm>
              <a:off x="9016891" y="18167702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5" name="pt1498">
              <a:extLst>
                <a:ext uri="{FF2B5EF4-FFF2-40B4-BE49-F238E27FC236}">
                  <a16:creationId xmlns:a16="http://schemas.microsoft.com/office/drawing/2014/main" id="{8CA08ECF-5126-B98C-0440-7EFFC5B5B4EF}"/>
                </a:ext>
              </a:extLst>
            </p:cNvPr>
            <p:cNvSpPr/>
            <p:nvPr/>
          </p:nvSpPr>
          <p:spPr>
            <a:xfrm>
              <a:off x="6348343" y="18989945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7" name="pt1500">
              <a:extLst>
                <a:ext uri="{FF2B5EF4-FFF2-40B4-BE49-F238E27FC236}">
                  <a16:creationId xmlns:a16="http://schemas.microsoft.com/office/drawing/2014/main" id="{E3610316-E9AC-ACE3-93EF-71FB79D7B7F4}"/>
                </a:ext>
              </a:extLst>
            </p:cNvPr>
            <p:cNvSpPr/>
            <p:nvPr/>
          </p:nvSpPr>
          <p:spPr>
            <a:xfrm>
              <a:off x="8704627" y="18484319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8" name="pt1501">
              <a:extLst>
                <a:ext uri="{FF2B5EF4-FFF2-40B4-BE49-F238E27FC236}">
                  <a16:creationId xmlns:a16="http://schemas.microsoft.com/office/drawing/2014/main" id="{13DBB0DF-8CDE-D1C7-803E-E3FE242727E4}"/>
                </a:ext>
              </a:extLst>
            </p:cNvPr>
            <p:cNvSpPr/>
            <p:nvPr/>
          </p:nvSpPr>
          <p:spPr>
            <a:xfrm>
              <a:off x="8687890" y="18490049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9" name="pt1502">
              <a:extLst>
                <a:ext uri="{FF2B5EF4-FFF2-40B4-BE49-F238E27FC236}">
                  <a16:creationId xmlns:a16="http://schemas.microsoft.com/office/drawing/2014/main" id="{DBE0CB05-A73C-D7BB-6C07-B7AB64584A21}"/>
                </a:ext>
              </a:extLst>
            </p:cNvPr>
            <p:cNvSpPr/>
            <p:nvPr/>
          </p:nvSpPr>
          <p:spPr>
            <a:xfrm>
              <a:off x="7177520" y="19029470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1" name="pt1504">
              <a:extLst>
                <a:ext uri="{FF2B5EF4-FFF2-40B4-BE49-F238E27FC236}">
                  <a16:creationId xmlns:a16="http://schemas.microsoft.com/office/drawing/2014/main" id="{93DAEE7F-5D00-D4B3-A3DE-2232990B4813}"/>
                </a:ext>
              </a:extLst>
            </p:cNvPr>
            <p:cNvSpPr/>
            <p:nvPr/>
          </p:nvSpPr>
          <p:spPr>
            <a:xfrm>
              <a:off x="9587288" y="17307365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2" name="pt1505">
              <a:extLst>
                <a:ext uri="{FF2B5EF4-FFF2-40B4-BE49-F238E27FC236}">
                  <a16:creationId xmlns:a16="http://schemas.microsoft.com/office/drawing/2014/main" id="{65341D4E-9015-E107-06E5-982002DCF6BD}"/>
                </a:ext>
              </a:extLst>
            </p:cNvPr>
            <p:cNvSpPr/>
            <p:nvPr/>
          </p:nvSpPr>
          <p:spPr>
            <a:xfrm>
              <a:off x="8641888" y="18610316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3" name="pt1506">
              <a:extLst>
                <a:ext uri="{FF2B5EF4-FFF2-40B4-BE49-F238E27FC236}">
                  <a16:creationId xmlns:a16="http://schemas.microsoft.com/office/drawing/2014/main" id="{33CA29B5-EE53-6E85-48A2-236124357BDD}"/>
                </a:ext>
              </a:extLst>
            </p:cNvPr>
            <p:cNvSpPr/>
            <p:nvPr/>
          </p:nvSpPr>
          <p:spPr>
            <a:xfrm>
              <a:off x="8630573" y="18602804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4" name="pt1507">
              <a:extLst>
                <a:ext uri="{FF2B5EF4-FFF2-40B4-BE49-F238E27FC236}">
                  <a16:creationId xmlns:a16="http://schemas.microsoft.com/office/drawing/2014/main" id="{8D89750A-4C7E-8722-C7C2-C0EB0C513720}"/>
                </a:ext>
              </a:extLst>
            </p:cNvPr>
            <p:cNvSpPr/>
            <p:nvPr/>
          </p:nvSpPr>
          <p:spPr>
            <a:xfrm>
              <a:off x="6894157" y="19030316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5" name="pt1508">
              <a:extLst>
                <a:ext uri="{FF2B5EF4-FFF2-40B4-BE49-F238E27FC236}">
                  <a16:creationId xmlns:a16="http://schemas.microsoft.com/office/drawing/2014/main" id="{41F2E17E-C0A8-E450-E2DF-FC1367D0B2C2}"/>
                </a:ext>
              </a:extLst>
            </p:cNvPr>
            <p:cNvSpPr/>
            <p:nvPr/>
          </p:nvSpPr>
          <p:spPr>
            <a:xfrm>
              <a:off x="7027745" y="19068083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6" name="pt1509">
              <a:extLst>
                <a:ext uri="{FF2B5EF4-FFF2-40B4-BE49-F238E27FC236}">
                  <a16:creationId xmlns:a16="http://schemas.microsoft.com/office/drawing/2014/main" id="{502E4E4C-1B68-04E1-259D-9527EE04E1B2}"/>
                </a:ext>
              </a:extLst>
            </p:cNvPr>
            <p:cNvSpPr/>
            <p:nvPr/>
          </p:nvSpPr>
          <p:spPr>
            <a:xfrm>
              <a:off x="8876582" y="18329807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7" name="pt1510">
              <a:extLst>
                <a:ext uri="{FF2B5EF4-FFF2-40B4-BE49-F238E27FC236}">
                  <a16:creationId xmlns:a16="http://schemas.microsoft.com/office/drawing/2014/main" id="{5ED5661A-ADEA-46FA-F270-A039DEA222BF}"/>
                </a:ext>
              </a:extLst>
            </p:cNvPr>
            <p:cNvSpPr/>
            <p:nvPr/>
          </p:nvSpPr>
          <p:spPr>
            <a:xfrm>
              <a:off x="6623767" y="18940901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8" name="pt1511">
              <a:extLst>
                <a:ext uri="{FF2B5EF4-FFF2-40B4-BE49-F238E27FC236}">
                  <a16:creationId xmlns:a16="http://schemas.microsoft.com/office/drawing/2014/main" id="{B0C9771C-7D16-88BD-0BFB-384F133E5912}"/>
                </a:ext>
              </a:extLst>
            </p:cNvPr>
            <p:cNvSpPr/>
            <p:nvPr/>
          </p:nvSpPr>
          <p:spPr>
            <a:xfrm>
              <a:off x="10385057" y="16164524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9" name="pt1512">
              <a:extLst>
                <a:ext uri="{FF2B5EF4-FFF2-40B4-BE49-F238E27FC236}">
                  <a16:creationId xmlns:a16="http://schemas.microsoft.com/office/drawing/2014/main" id="{65CBD7E0-43E8-5D6A-F3DB-900F796CDBDB}"/>
                </a:ext>
              </a:extLst>
            </p:cNvPr>
            <p:cNvSpPr/>
            <p:nvPr/>
          </p:nvSpPr>
          <p:spPr>
            <a:xfrm>
              <a:off x="10294166" y="16490057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0" name="pt1513">
              <a:extLst>
                <a:ext uri="{FF2B5EF4-FFF2-40B4-BE49-F238E27FC236}">
                  <a16:creationId xmlns:a16="http://schemas.microsoft.com/office/drawing/2014/main" id="{2930F0A5-7CC7-CD1A-0602-126C60267077}"/>
                </a:ext>
              </a:extLst>
            </p:cNvPr>
            <p:cNvSpPr/>
            <p:nvPr/>
          </p:nvSpPr>
          <p:spPr>
            <a:xfrm>
              <a:off x="10296704" y="16478714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1" name="pt1514">
              <a:extLst>
                <a:ext uri="{FF2B5EF4-FFF2-40B4-BE49-F238E27FC236}">
                  <a16:creationId xmlns:a16="http://schemas.microsoft.com/office/drawing/2014/main" id="{33EF212D-180E-2AB4-1EE5-08A7777FFDBF}"/>
                </a:ext>
              </a:extLst>
            </p:cNvPr>
            <p:cNvSpPr/>
            <p:nvPr/>
          </p:nvSpPr>
          <p:spPr>
            <a:xfrm>
              <a:off x="8618284" y="18815831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2" name="pt1515">
              <a:extLst>
                <a:ext uri="{FF2B5EF4-FFF2-40B4-BE49-F238E27FC236}">
                  <a16:creationId xmlns:a16="http://schemas.microsoft.com/office/drawing/2014/main" id="{1AEB8D68-40AD-1F5C-16B8-3F3E1FB5EAF3}"/>
                </a:ext>
              </a:extLst>
            </p:cNvPr>
            <p:cNvSpPr/>
            <p:nvPr/>
          </p:nvSpPr>
          <p:spPr>
            <a:xfrm>
              <a:off x="7463030" y="18829964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3" name="pt1516">
              <a:extLst>
                <a:ext uri="{FF2B5EF4-FFF2-40B4-BE49-F238E27FC236}">
                  <a16:creationId xmlns:a16="http://schemas.microsoft.com/office/drawing/2014/main" id="{11F6394F-9690-6D29-4A27-70854C164809}"/>
                </a:ext>
              </a:extLst>
            </p:cNvPr>
            <p:cNvSpPr/>
            <p:nvPr/>
          </p:nvSpPr>
          <p:spPr>
            <a:xfrm>
              <a:off x="10397642" y="16228004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4" name="pt1517">
              <a:extLst>
                <a:ext uri="{FF2B5EF4-FFF2-40B4-BE49-F238E27FC236}">
                  <a16:creationId xmlns:a16="http://schemas.microsoft.com/office/drawing/2014/main" id="{7CE72390-E484-B8F0-7871-8FBF4DB130F6}"/>
                </a:ext>
              </a:extLst>
            </p:cNvPr>
            <p:cNvSpPr/>
            <p:nvPr/>
          </p:nvSpPr>
          <p:spPr>
            <a:xfrm>
              <a:off x="9713342" y="17001122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5" name="pt1518">
              <a:extLst>
                <a:ext uri="{FF2B5EF4-FFF2-40B4-BE49-F238E27FC236}">
                  <a16:creationId xmlns:a16="http://schemas.microsoft.com/office/drawing/2014/main" id="{7F56E975-56B3-B8E8-3D01-EE75130FC788}"/>
                </a:ext>
              </a:extLst>
            </p:cNvPr>
            <p:cNvSpPr/>
            <p:nvPr/>
          </p:nvSpPr>
          <p:spPr>
            <a:xfrm>
              <a:off x="9611962" y="16925216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6" name="pt1519">
              <a:extLst>
                <a:ext uri="{FF2B5EF4-FFF2-40B4-BE49-F238E27FC236}">
                  <a16:creationId xmlns:a16="http://schemas.microsoft.com/office/drawing/2014/main" id="{2018AE5D-F139-8F54-38EC-E60B1541C334}"/>
                </a:ext>
              </a:extLst>
            </p:cNvPr>
            <p:cNvSpPr/>
            <p:nvPr/>
          </p:nvSpPr>
          <p:spPr>
            <a:xfrm>
              <a:off x="11224561" y="16005041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7" name="pt1520">
              <a:extLst>
                <a:ext uri="{FF2B5EF4-FFF2-40B4-BE49-F238E27FC236}">
                  <a16:creationId xmlns:a16="http://schemas.microsoft.com/office/drawing/2014/main" id="{7E32A380-13AD-0E36-3DC6-6A002B7A4772}"/>
                </a:ext>
              </a:extLst>
            </p:cNvPr>
            <p:cNvSpPr/>
            <p:nvPr/>
          </p:nvSpPr>
          <p:spPr>
            <a:xfrm>
              <a:off x="11226205" y="16001894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8" name="pt1521">
              <a:extLst>
                <a:ext uri="{FF2B5EF4-FFF2-40B4-BE49-F238E27FC236}">
                  <a16:creationId xmlns:a16="http://schemas.microsoft.com/office/drawing/2014/main" id="{3F08D451-9399-7813-7F96-969C1701EE53}"/>
                </a:ext>
              </a:extLst>
            </p:cNvPr>
            <p:cNvSpPr/>
            <p:nvPr/>
          </p:nvSpPr>
          <p:spPr>
            <a:xfrm>
              <a:off x="6523019" y="18953513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9" name="pt1522">
              <a:extLst>
                <a:ext uri="{FF2B5EF4-FFF2-40B4-BE49-F238E27FC236}">
                  <a16:creationId xmlns:a16="http://schemas.microsoft.com/office/drawing/2014/main" id="{2E3C489F-03DF-3FD2-08D0-A39233F68881}"/>
                </a:ext>
              </a:extLst>
            </p:cNvPr>
            <p:cNvSpPr/>
            <p:nvPr/>
          </p:nvSpPr>
          <p:spPr>
            <a:xfrm>
              <a:off x="9436400" y="17423561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0" name="pt1523">
              <a:extLst>
                <a:ext uri="{FF2B5EF4-FFF2-40B4-BE49-F238E27FC236}">
                  <a16:creationId xmlns:a16="http://schemas.microsoft.com/office/drawing/2014/main" id="{5E88F066-9006-91CF-A5E2-AD75AF8F5564}"/>
                </a:ext>
              </a:extLst>
            </p:cNvPr>
            <p:cNvSpPr/>
            <p:nvPr/>
          </p:nvSpPr>
          <p:spPr>
            <a:xfrm>
              <a:off x="9424187" y="17405681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1" name="pt1524">
              <a:extLst>
                <a:ext uri="{FF2B5EF4-FFF2-40B4-BE49-F238E27FC236}">
                  <a16:creationId xmlns:a16="http://schemas.microsoft.com/office/drawing/2014/main" id="{8F60CCBC-CF15-63B9-64D5-9D0D5C453E0E}"/>
                </a:ext>
              </a:extLst>
            </p:cNvPr>
            <p:cNvSpPr/>
            <p:nvPr/>
          </p:nvSpPr>
          <p:spPr>
            <a:xfrm>
              <a:off x="9606451" y="17690489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2" name="pt1525">
              <a:extLst>
                <a:ext uri="{FF2B5EF4-FFF2-40B4-BE49-F238E27FC236}">
                  <a16:creationId xmlns:a16="http://schemas.microsoft.com/office/drawing/2014/main" id="{BE67BD08-C427-65C7-5FAC-C2109B620DEA}"/>
                </a:ext>
              </a:extLst>
            </p:cNvPr>
            <p:cNvSpPr/>
            <p:nvPr/>
          </p:nvSpPr>
          <p:spPr>
            <a:xfrm>
              <a:off x="11732039" y="15514571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3" name="pt1526">
              <a:extLst>
                <a:ext uri="{FF2B5EF4-FFF2-40B4-BE49-F238E27FC236}">
                  <a16:creationId xmlns:a16="http://schemas.microsoft.com/office/drawing/2014/main" id="{CD83F1DA-1206-C5CF-AEEF-40BE6752F934}"/>
                </a:ext>
              </a:extLst>
            </p:cNvPr>
            <p:cNvSpPr/>
            <p:nvPr/>
          </p:nvSpPr>
          <p:spPr>
            <a:xfrm>
              <a:off x="9366919" y="17155955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4" name="pt1527">
              <a:extLst>
                <a:ext uri="{FF2B5EF4-FFF2-40B4-BE49-F238E27FC236}">
                  <a16:creationId xmlns:a16="http://schemas.microsoft.com/office/drawing/2014/main" id="{4328EBB8-FC26-1247-360E-C19195EBE765}"/>
                </a:ext>
              </a:extLst>
            </p:cNvPr>
            <p:cNvSpPr/>
            <p:nvPr/>
          </p:nvSpPr>
          <p:spPr>
            <a:xfrm>
              <a:off x="10616633" y="15960473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5" name="pt1528">
              <a:extLst>
                <a:ext uri="{FF2B5EF4-FFF2-40B4-BE49-F238E27FC236}">
                  <a16:creationId xmlns:a16="http://schemas.microsoft.com/office/drawing/2014/main" id="{0C816900-8BF7-213D-6697-A037B6DB078C}"/>
                </a:ext>
              </a:extLst>
            </p:cNvPr>
            <p:cNvSpPr/>
            <p:nvPr/>
          </p:nvSpPr>
          <p:spPr>
            <a:xfrm>
              <a:off x="10552292" y="16001075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6" name="pt1529">
              <a:extLst>
                <a:ext uri="{FF2B5EF4-FFF2-40B4-BE49-F238E27FC236}">
                  <a16:creationId xmlns:a16="http://schemas.microsoft.com/office/drawing/2014/main" id="{30F27B77-6D57-269C-5273-DE31839843C7}"/>
                </a:ext>
              </a:extLst>
            </p:cNvPr>
            <p:cNvSpPr/>
            <p:nvPr/>
          </p:nvSpPr>
          <p:spPr>
            <a:xfrm>
              <a:off x="9218032" y="18038075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7" name="pt1530">
              <a:extLst>
                <a:ext uri="{FF2B5EF4-FFF2-40B4-BE49-F238E27FC236}">
                  <a16:creationId xmlns:a16="http://schemas.microsoft.com/office/drawing/2014/main" id="{45F0B190-0FEA-256B-D032-28C53A19D146}"/>
                </a:ext>
              </a:extLst>
            </p:cNvPr>
            <p:cNvSpPr/>
            <p:nvPr/>
          </p:nvSpPr>
          <p:spPr>
            <a:xfrm>
              <a:off x="9204904" y="18076235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8" name="pt1531">
              <a:extLst>
                <a:ext uri="{FF2B5EF4-FFF2-40B4-BE49-F238E27FC236}">
                  <a16:creationId xmlns:a16="http://schemas.microsoft.com/office/drawing/2014/main" id="{5AB5A2B7-7CA3-D20B-84A1-6FCB80849300}"/>
                </a:ext>
              </a:extLst>
            </p:cNvPr>
            <p:cNvSpPr/>
            <p:nvPr/>
          </p:nvSpPr>
          <p:spPr>
            <a:xfrm>
              <a:off x="9994898" y="16565426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9" name="pt1532">
              <a:extLst>
                <a:ext uri="{FF2B5EF4-FFF2-40B4-BE49-F238E27FC236}">
                  <a16:creationId xmlns:a16="http://schemas.microsoft.com/office/drawing/2014/main" id="{86F90E43-EFD7-C6F6-EDA6-FF8DFA25A6FF}"/>
                </a:ext>
              </a:extLst>
            </p:cNvPr>
            <p:cNvSpPr/>
            <p:nvPr/>
          </p:nvSpPr>
          <p:spPr>
            <a:xfrm>
              <a:off x="7983014" y="18973667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0" name="pt1533">
              <a:extLst>
                <a:ext uri="{FF2B5EF4-FFF2-40B4-BE49-F238E27FC236}">
                  <a16:creationId xmlns:a16="http://schemas.microsoft.com/office/drawing/2014/main" id="{29C4B160-D9C8-94E4-0501-89142088F561}"/>
                </a:ext>
              </a:extLst>
            </p:cNvPr>
            <p:cNvSpPr/>
            <p:nvPr/>
          </p:nvSpPr>
          <p:spPr>
            <a:xfrm>
              <a:off x="8055437" y="18972287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1" name="pt1534">
              <a:extLst>
                <a:ext uri="{FF2B5EF4-FFF2-40B4-BE49-F238E27FC236}">
                  <a16:creationId xmlns:a16="http://schemas.microsoft.com/office/drawing/2014/main" id="{3F93184D-77CB-FFFF-F222-870381187B6E}"/>
                </a:ext>
              </a:extLst>
            </p:cNvPr>
            <p:cNvSpPr/>
            <p:nvPr/>
          </p:nvSpPr>
          <p:spPr>
            <a:xfrm>
              <a:off x="10103951" y="16539035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3" name="rc1536">
              <a:extLst>
                <a:ext uri="{FF2B5EF4-FFF2-40B4-BE49-F238E27FC236}">
                  <a16:creationId xmlns:a16="http://schemas.microsoft.com/office/drawing/2014/main" id="{D97085E1-FB2A-0DEA-E954-0F4A3A0E71A4}"/>
                </a:ext>
              </a:extLst>
            </p:cNvPr>
            <p:cNvSpPr/>
            <p:nvPr/>
          </p:nvSpPr>
          <p:spPr>
            <a:xfrm>
              <a:off x="7038436" y="19078468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4" name="rc1537">
              <a:extLst>
                <a:ext uri="{FF2B5EF4-FFF2-40B4-BE49-F238E27FC236}">
                  <a16:creationId xmlns:a16="http://schemas.microsoft.com/office/drawing/2014/main" id="{4AD6272F-D4B0-E817-CECA-F10770C5B00E}"/>
                </a:ext>
              </a:extLst>
            </p:cNvPr>
            <p:cNvSpPr/>
            <p:nvPr/>
          </p:nvSpPr>
          <p:spPr>
            <a:xfrm>
              <a:off x="8630158" y="18827920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5" name="rc1538">
              <a:extLst>
                <a:ext uri="{FF2B5EF4-FFF2-40B4-BE49-F238E27FC236}">
                  <a16:creationId xmlns:a16="http://schemas.microsoft.com/office/drawing/2014/main" id="{EA9427DA-B40C-F281-1C3F-BED3BA6B1BA0}"/>
                </a:ext>
              </a:extLst>
            </p:cNvPr>
            <p:cNvSpPr/>
            <p:nvPr/>
          </p:nvSpPr>
          <p:spPr>
            <a:xfrm>
              <a:off x="9411088" y="17404951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6" name="rc1539">
              <a:extLst>
                <a:ext uri="{FF2B5EF4-FFF2-40B4-BE49-F238E27FC236}">
                  <a16:creationId xmlns:a16="http://schemas.microsoft.com/office/drawing/2014/main" id="{ABCEB49D-6A68-2A33-A0D2-78D465EC4731}"/>
                </a:ext>
              </a:extLst>
            </p:cNvPr>
            <p:cNvSpPr/>
            <p:nvPr/>
          </p:nvSpPr>
          <p:spPr>
            <a:xfrm>
              <a:off x="9465663" y="17243251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7" name="rc1540">
              <a:extLst>
                <a:ext uri="{FF2B5EF4-FFF2-40B4-BE49-F238E27FC236}">
                  <a16:creationId xmlns:a16="http://schemas.microsoft.com/office/drawing/2014/main" id="{B6B5C33A-6C37-C72E-EEAF-3AB1B6643E64}"/>
                </a:ext>
              </a:extLst>
            </p:cNvPr>
            <p:cNvSpPr/>
            <p:nvPr/>
          </p:nvSpPr>
          <p:spPr>
            <a:xfrm>
              <a:off x="9459372" y="17397325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8" name="rc1541">
              <a:extLst>
                <a:ext uri="{FF2B5EF4-FFF2-40B4-BE49-F238E27FC236}">
                  <a16:creationId xmlns:a16="http://schemas.microsoft.com/office/drawing/2014/main" id="{86F16517-A622-1377-69F6-6F7B5D398012}"/>
                </a:ext>
              </a:extLst>
            </p:cNvPr>
            <p:cNvSpPr/>
            <p:nvPr/>
          </p:nvSpPr>
          <p:spPr>
            <a:xfrm>
              <a:off x="10397341" y="16177132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9" name="rc1542">
              <a:extLst>
                <a:ext uri="{FF2B5EF4-FFF2-40B4-BE49-F238E27FC236}">
                  <a16:creationId xmlns:a16="http://schemas.microsoft.com/office/drawing/2014/main" id="{D2816A7D-CE62-ED6F-5AAA-5FBEF57E1678}"/>
                </a:ext>
              </a:extLst>
            </p:cNvPr>
            <p:cNvSpPr/>
            <p:nvPr/>
          </p:nvSpPr>
          <p:spPr>
            <a:xfrm>
              <a:off x="10625944" y="15980899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21" name="pl1544">
              <a:extLst>
                <a:ext uri="{FF2B5EF4-FFF2-40B4-BE49-F238E27FC236}">
                  <a16:creationId xmlns:a16="http://schemas.microsoft.com/office/drawing/2014/main" id="{8AD07B16-F7AE-0405-D759-D44378813C3F}"/>
                </a:ext>
              </a:extLst>
            </p:cNvPr>
            <p:cNvSpPr/>
            <p:nvPr/>
          </p:nvSpPr>
          <p:spPr>
            <a:xfrm>
              <a:off x="6939724" y="18663141"/>
              <a:ext cx="187532" cy="492401"/>
            </a:xfrm>
            <a:custGeom>
              <a:avLst/>
              <a:gdLst/>
              <a:ahLst/>
              <a:cxnLst/>
              <a:rect l="0" t="0" r="0" b="0"/>
              <a:pathLst>
                <a:path w="125021" h="328267">
                  <a:moveTo>
                    <a:pt x="0" y="0"/>
                  </a:moveTo>
                  <a:lnTo>
                    <a:pt x="125021" y="32826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22" name="pl1545">
              <a:extLst>
                <a:ext uri="{FF2B5EF4-FFF2-40B4-BE49-F238E27FC236}">
                  <a16:creationId xmlns:a16="http://schemas.microsoft.com/office/drawing/2014/main" id="{E2A37238-13F2-6D5B-A0E6-B2F8D367614F}"/>
                </a:ext>
              </a:extLst>
            </p:cNvPr>
            <p:cNvSpPr/>
            <p:nvPr/>
          </p:nvSpPr>
          <p:spPr>
            <a:xfrm>
              <a:off x="8453258" y="18542440"/>
              <a:ext cx="260669" cy="364358"/>
            </a:xfrm>
            <a:custGeom>
              <a:avLst/>
              <a:gdLst/>
              <a:ahLst/>
              <a:cxnLst/>
              <a:rect l="0" t="0" r="0" b="0"/>
              <a:pathLst>
                <a:path w="173779" h="242905">
                  <a:moveTo>
                    <a:pt x="0" y="0"/>
                  </a:moveTo>
                  <a:lnTo>
                    <a:pt x="173779" y="2429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23" name="pl1546">
              <a:extLst>
                <a:ext uri="{FF2B5EF4-FFF2-40B4-BE49-F238E27FC236}">
                  <a16:creationId xmlns:a16="http://schemas.microsoft.com/office/drawing/2014/main" id="{0E0F8572-B526-C470-C583-D5FA1D82EE64}"/>
                </a:ext>
              </a:extLst>
            </p:cNvPr>
            <p:cNvSpPr/>
            <p:nvPr/>
          </p:nvSpPr>
          <p:spPr>
            <a:xfrm>
              <a:off x="10428864" y="15954145"/>
              <a:ext cx="60558" cy="299432"/>
            </a:xfrm>
            <a:custGeom>
              <a:avLst/>
              <a:gdLst/>
              <a:ahLst/>
              <a:cxnLst/>
              <a:rect l="0" t="0" r="0" b="0"/>
              <a:pathLst>
                <a:path w="40372" h="199621">
                  <a:moveTo>
                    <a:pt x="0" y="0"/>
                  </a:moveTo>
                  <a:lnTo>
                    <a:pt x="40372" y="1996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24" name="pl1547">
              <a:extLst>
                <a:ext uri="{FF2B5EF4-FFF2-40B4-BE49-F238E27FC236}">
                  <a16:creationId xmlns:a16="http://schemas.microsoft.com/office/drawing/2014/main" id="{B85100D0-0B1F-3143-C9B4-A376C3611263}"/>
                </a:ext>
              </a:extLst>
            </p:cNvPr>
            <p:cNvSpPr/>
            <p:nvPr/>
          </p:nvSpPr>
          <p:spPr>
            <a:xfrm>
              <a:off x="10547267" y="15618961"/>
              <a:ext cx="167489" cy="439010"/>
            </a:xfrm>
            <a:custGeom>
              <a:avLst/>
              <a:gdLst/>
              <a:ahLst/>
              <a:cxnLst/>
              <a:rect l="0" t="0" r="0" b="0"/>
              <a:pathLst>
                <a:path w="111659" h="292673">
                  <a:moveTo>
                    <a:pt x="0" y="0"/>
                  </a:moveTo>
                  <a:lnTo>
                    <a:pt x="111659" y="2926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25" name="pg1548">
              <a:extLst>
                <a:ext uri="{FF2B5EF4-FFF2-40B4-BE49-F238E27FC236}">
                  <a16:creationId xmlns:a16="http://schemas.microsoft.com/office/drawing/2014/main" id="{1C49FE80-A6E6-2904-53FE-4E8C5FA8DB2D}"/>
                </a:ext>
              </a:extLst>
            </p:cNvPr>
            <p:cNvSpPr/>
            <p:nvPr/>
          </p:nvSpPr>
          <p:spPr>
            <a:xfrm>
              <a:off x="5679018" y="18800310"/>
              <a:ext cx="790865" cy="287898"/>
            </a:xfrm>
            <a:custGeom>
              <a:avLst/>
              <a:gdLst/>
              <a:ahLst/>
              <a:cxnLst/>
              <a:rect l="0" t="0" r="0" b="0"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2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26" name="tx1549">
              <a:extLst>
                <a:ext uri="{FF2B5EF4-FFF2-40B4-BE49-F238E27FC236}">
                  <a16:creationId xmlns:a16="http://schemas.microsoft.com/office/drawing/2014/main" id="{14E46413-EF24-1B20-170F-81A6D53A5A8D}"/>
                </a:ext>
              </a:extLst>
            </p:cNvPr>
            <p:cNvSpPr/>
            <p:nvPr/>
          </p:nvSpPr>
          <p:spPr>
            <a:xfrm>
              <a:off x="5747598" y="18868890"/>
              <a:ext cx="653705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6627" name="pg1550">
              <a:extLst>
                <a:ext uri="{FF2B5EF4-FFF2-40B4-BE49-F238E27FC236}">
                  <a16:creationId xmlns:a16="http://schemas.microsoft.com/office/drawing/2014/main" id="{E7CE8721-FB4B-687D-89CA-1C89C3F7C240}"/>
                </a:ext>
              </a:extLst>
            </p:cNvPr>
            <p:cNvSpPr/>
            <p:nvPr/>
          </p:nvSpPr>
          <p:spPr>
            <a:xfrm>
              <a:off x="6539964" y="18375237"/>
              <a:ext cx="779344" cy="287898"/>
            </a:xfrm>
            <a:custGeom>
              <a:avLst/>
              <a:gdLst/>
              <a:ahLst/>
              <a:cxnLst/>
              <a:rect l="0" t="0" r="0" b="0"/>
              <a:pathLst>
                <a:path w="519562" h="191932">
                  <a:moveTo>
                    <a:pt x="27431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1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28" name="tx1551">
              <a:extLst>
                <a:ext uri="{FF2B5EF4-FFF2-40B4-BE49-F238E27FC236}">
                  <a16:creationId xmlns:a16="http://schemas.microsoft.com/office/drawing/2014/main" id="{8F4DF97A-A0EF-64DF-60FD-98E3B50467DB}"/>
                </a:ext>
              </a:extLst>
            </p:cNvPr>
            <p:cNvSpPr/>
            <p:nvPr/>
          </p:nvSpPr>
          <p:spPr>
            <a:xfrm>
              <a:off x="6608548" y="18443817"/>
              <a:ext cx="642183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6629" name="pg1552">
              <a:extLst>
                <a:ext uri="{FF2B5EF4-FFF2-40B4-BE49-F238E27FC236}">
                  <a16:creationId xmlns:a16="http://schemas.microsoft.com/office/drawing/2014/main" id="{D9345D11-A6B6-692A-12E6-835E64E102D2}"/>
                </a:ext>
              </a:extLst>
            </p:cNvPr>
            <p:cNvSpPr/>
            <p:nvPr/>
          </p:nvSpPr>
          <p:spPr>
            <a:xfrm>
              <a:off x="8006694" y="18254541"/>
              <a:ext cx="767548" cy="287898"/>
            </a:xfrm>
            <a:custGeom>
              <a:avLst/>
              <a:gdLst/>
              <a:ahLst/>
              <a:cxnLst/>
              <a:rect l="0" t="0" r="0" b="0"/>
              <a:pathLst>
                <a:path w="511698" h="191932">
                  <a:moveTo>
                    <a:pt x="27432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30" name="tx1553">
              <a:extLst>
                <a:ext uri="{FF2B5EF4-FFF2-40B4-BE49-F238E27FC236}">
                  <a16:creationId xmlns:a16="http://schemas.microsoft.com/office/drawing/2014/main" id="{9028D34A-3654-A5D1-5FF2-13B82BE4EC52}"/>
                </a:ext>
              </a:extLst>
            </p:cNvPr>
            <p:cNvSpPr/>
            <p:nvPr/>
          </p:nvSpPr>
          <p:spPr>
            <a:xfrm>
              <a:off x="8075279" y="18323121"/>
              <a:ext cx="630387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6631" name="pg1554">
              <a:extLst>
                <a:ext uri="{FF2B5EF4-FFF2-40B4-BE49-F238E27FC236}">
                  <a16:creationId xmlns:a16="http://schemas.microsoft.com/office/drawing/2014/main" id="{8F9D4DDE-C3D1-C1C3-847D-0E7D60BDF6E7}"/>
                </a:ext>
              </a:extLst>
            </p:cNvPr>
            <p:cNvSpPr/>
            <p:nvPr/>
          </p:nvSpPr>
          <p:spPr>
            <a:xfrm>
              <a:off x="9603165" y="15756070"/>
              <a:ext cx="825703" cy="287898"/>
            </a:xfrm>
            <a:custGeom>
              <a:avLst/>
              <a:gdLst/>
              <a:ahLst/>
              <a:cxnLst/>
              <a:rect l="0" t="0" r="0" b="0"/>
              <a:pathLst>
                <a:path w="550468" h="191932">
                  <a:moveTo>
                    <a:pt x="27431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32" name="tx1555">
              <a:extLst>
                <a:ext uri="{FF2B5EF4-FFF2-40B4-BE49-F238E27FC236}">
                  <a16:creationId xmlns:a16="http://schemas.microsoft.com/office/drawing/2014/main" id="{8896E376-74BD-7C1A-BBAB-4692B1D1C422}"/>
                </a:ext>
              </a:extLst>
            </p:cNvPr>
            <p:cNvSpPr/>
            <p:nvPr/>
          </p:nvSpPr>
          <p:spPr>
            <a:xfrm>
              <a:off x="9671740" y="15824650"/>
              <a:ext cx="688542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6633" name="pg1556">
              <a:extLst>
                <a:ext uri="{FF2B5EF4-FFF2-40B4-BE49-F238E27FC236}">
                  <a16:creationId xmlns:a16="http://schemas.microsoft.com/office/drawing/2014/main" id="{AFFA1F82-7CD4-6155-6087-B47268734847}"/>
                </a:ext>
              </a:extLst>
            </p:cNvPr>
            <p:cNvSpPr/>
            <p:nvPr/>
          </p:nvSpPr>
          <p:spPr>
            <a:xfrm>
              <a:off x="10119431" y="15331062"/>
              <a:ext cx="837499" cy="287898"/>
            </a:xfrm>
            <a:custGeom>
              <a:avLst/>
              <a:gdLst/>
              <a:ahLst/>
              <a:cxnLst/>
              <a:rect l="0" t="0" r="0" b="0"/>
              <a:pathLst>
                <a:path w="558332" h="191932">
                  <a:moveTo>
                    <a:pt x="27432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1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34" name="tx1557">
              <a:extLst>
                <a:ext uri="{FF2B5EF4-FFF2-40B4-BE49-F238E27FC236}">
                  <a16:creationId xmlns:a16="http://schemas.microsoft.com/office/drawing/2014/main" id="{86CD97C9-98AB-26C7-13E0-24DD01C0B33E}"/>
                </a:ext>
              </a:extLst>
            </p:cNvPr>
            <p:cNvSpPr/>
            <p:nvPr/>
          </p:nvSpPr>
          <p:spPr>
            <a:xfrm>
              <a:off x="10188006" y="15399642"/>
              <a:ext cx="700338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6660" name="pl1583">
              <a:extLst>
                <a:ext uri="{FF2B5EF4-FFF2-40B4-BE49-F238E27FC236}">
                  <a16:creationId xmlns:a16="http://schemas.microsoft.com/office/drawing/2014/main" id="{856D5384-A297-8AE9-EC6C-97C31EEABD15}"/>
                </a:ext>
              </a:extLst>
            </p:cNvPr>
            <p:cNvSpPr/>
            <p:nvPr/>
          </p:nvSpPr>
          <p:spPr>
            <a:xfrm>
              <a:off x="5610436" y="20277850"/>
              <a:ext cx="6714686" cy="0"/>
            </a:xfrm>
            <a:custGeom>
              <a:avLst/>
              <a:gdLst/>
              <a:ahLst/>
              <a:cxnLst/>
              <a:rect l="0" t="0" r="0" b="0"/>
              <a:pathLst>
                <a:path w="4476454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62" name="pl1585">
              <a:extLst>
                <a:ext uri="{FF2B5EF4-FFF2-40B4-BE49-F238E27FC236}">
                  <a16:creationId xmlns:a16="http://schemas.microsoft.com/office/drawing/2014/main" id="{32A64E73-0848-A334-66FA-F1A2757F0B86}"/>
                </a:ext>
              </a:extLst>
            </p:cNvPr>
            <p:cNvSpPr/>
            <p:nvPr/>
          </p:nvSpPr>
          <p:spPr>
            <a:xfrm>
              <a:off x="6449772" y="20277854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63" name="pl1586">
              <a:extLst>
                <a:ext uri="{FF2B5EF4-FFF2-40B4-BE49-F238E27FC236}">
                  <a16:creationId xmlns:a16="http://schemas.microsoft.com/office/drawing/2014/main" id="{E9A1782B-2A67-8879-3849-7896787B0213}"/>
                </a:ext>
              </a:extLst>
            </p:cNvPr>
            <p:cNvSpPr/>
            <p:nvPr/>
          </p:nvSpPr>
          <p:spPr>
            <a:xfrm>
              <a:off x="7289108" y="20277854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64" name="pl1587">
              <a:extLst>
                <a:ext uri="{FF2B5EF4-FFF2-40B4-BE49-F238E27FC236}">
                  <a16:creationId xmlns:a16="http://schemas.microsoft.com/office/drawing/2014/main" id="{CC94D648-5B5A-8A40-B8BC-1B5483CB0C29}"/>
                </a:ext>
              </a:extLst>
            </p:cNvPr>
            <p:cNvSpPr/>
            <p:nvPr/>
          </p:nvSpPr>
          <p:spPr>
            <a:xfrm>
              <a:off x="8128444" y="20277854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65" name="pl1588">
              <a:extLst>
                <a:ext uri="{FF2B5EF4-FFF2-40B4-BE49-F238E27FC236}">
                  <a16:creationId xmlns:a16="http://schemas.microsoft.com/office/drawing/2014/main" id="{EAAC340E-4392-069E-BB48-A80F0739B19E}"/>
                </a:ext>
              </a:extLst>
            </p:cNvPr>
            <p:cNvSpPr/>
            <p:nvPr/>
          </p:nvSpPr>
          <p:spPr>
            <a:xfrm>
              <a:off x="8967780" y="20277854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66" name="pl1589">
              <a:extLst>
                <a:ext uri="{FF2B5EF4-FFF2-40B4-BE49-F238E27FC236}">
                  <a16:creationId xmlns:a16="http://schemas.microsoft.com/office/drawing/2014/main" id="{6CD5A437-FE3B-9F83-6B39-912E1CF4899F}"/>
                </a:ext>
              </a:extLst>
            </p:cNvPr>
            <p:cNvSpPr/>
            <p:nvPr/>
          </p:nvSpPr>
          <p:spPr>
            <a:xfrm>
              <a:off x="9807115" y="20277854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67" name="pl1590">
              <a:extLst>
                <a:ext uri="{FF2B5EF4-FFF2-40B4-BE49-F238E27FC236}">
                  <a16:creationId xmlns:a16="http://schemas.microsoft.com/office/drawing/2014/main" id="{D4B9CEA9-1F0D-5539-ADB4-9F6D3C809CB5}"/>
                </a:ext>
              </a:extLst>
            </p:cNvPr>
            <p:cNvSpPr/>
            <p:nvPr/>
          </p:nvSpPr>
          <p:spPr>
            <a:xfrm>
              <a:off x="10646451" y="20277854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68" name="pl1591">
              <a:extLst>
                <a:ext uri="{FF2B5EF4-FFF2-40B4-BE49-F238E27FC236}">
                  <a16:creationId xmlns:a16="http://schemas.microsoft.com/office/drawing/2014/main" id="{396ADE8F-A052-C21C-792A-AFA474757B53}"/>
                </a:ext>
              </a:extLst>
            </p:cNvPr>
            <p:cNvSpPr/>
            <p:nvPr/>
          </p:nvSpPr>
          <p:spPr>
            <a:xfrm>
              <a:off x="11485787" y="20277854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69" name="pl1592">
              <a:extLst>
                <a:ext uri="{FF2B5EF4-FFF2-40B4-BE49-F238E27FC236}">
                  <a16:creationId xmlns:a16="http://schemas.microsoft.com/office/drawing/2014/main" id="{13623146-B3F0-9F9E-DE95-6A88536405AF}"/>
                </a:ext>
              </a:extLst>
            </p:cNvPr>
            <p:cNvSpPr/>
            <p:nvPr/>
          </p:nvSpPr>
          <p:spPr>
            <a:xfrm>
              <a:off x="12325123" y="20277854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74" name="tx1597">
              <a:extLst>
                <a:ext uri="{FF2B5EF4-FFF2-40B4-BE49-F238E27FC236}">
                  <a16:creationId xmlns:a16="http://schemas.microsoft.com/office/drawing/2014/main" id="{BF3C287F-4F48-957E-1C2D-F8345876FAEC}"/>
                </a:ext>
              </a:extLst>
            </p:cNvPr>
            <p:cNvSpPr/>
            <p:nvPr/>
          </p:nvSpPr>
          <p:spPr>
            <a:xfrm>
              <a:off x="6453686" y="2044433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675" name="tx1598">
              <a:extLst>
                <a:ext uri="{FF2B5EF4-FFF2-40B4-BE49-F238E27FC236}">
                  <a16:creationId xmlns:a16="http://schemas.microsoft.com/office/drawing/2014/main" id="{861E829A-08E4-DC0E-F8E7-74E649764EA6}"/>
                </a:ext>
              </a:extLst>
            </p:cNvPr>
            <p:cNvSpPr/>
            <p:nvPr/>
          </p:nvSpPr>
          <p:spPr>
            <a:xfrm>
              <a:off x="6565508" y="20471905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676" name="tx1599">
              <a:extLst>
                <a:ext uri="{FF2B5EF4-FFF2-40B4-BE49-F238E27FC236}">
                  <a16:creationId xmlns:a16="http://schemas.microsoft.com/office/drawing/2014/main" id="{3DF194D4-CDF2-FC04-C8D4-E552F3CB7569}"/>
                </a:ext>
              </a:extLst>
            </p:cNvPr>
            <p:cNvSpPr/>
            <p:nvPr/>
          </p:nvSpPr>
          <p:spPr>
            <a:xfrm>
              <a:off x="6997552" y="20471905"/>
              <a:ext cx="23303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6677" name="tx1600">
              <a:extLst>
                <a:ext uri="{FF2B5EF4-FFF2-40B4-BE49-F238E27FC236}">
                  <a16:creationId xmlns:a16="http://schemas.microsoft.com/office/drawing/2014/main" id="{FC53CC38-84D8-F632-30BA-A216BE9AB2D7}"/>
                </a:ext>
              </a:extLst>
            </p:cNvPr>
            <p:cNvSpPr/>
            <p:nvPr/>
          </p:nvSpPr>
          <p:spPr>
            <a:xfrm>
              <a:off x="7293022" y="2044433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678" name="tx1601">
              <a:extLst>
                <a:ext uri="{FF2B5EF4-FFF2-40B4-BE49-F238E27FC236}">
                  <a16:creationId xmlns:a16="http://schemas.microsoft.com/office/drawing/2014/main" id="{2B424F33-1477-1A5B-9274-9A03176159E4}"/>
                </a:ext>
              </a:extLst>
            </p:cNvPr>
            <p:cNvSpPr/>
            <p:nvPr/>
          </p:nvSpPr>
          <p:spPr>
            <a:xfrm>
              <a:off x="7429604" y="20471905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679" name="tx1602">
              <a:extLst>
                <a:ext uri="{FF2B5EF4-FFF2-40B4-BE49-F238E27FC236}">
                  <a16:creationId xmlns:a16="http://schemas.microsoft.com/office/drawing/2014/main" id="{EB730E6F-9E11-C515-3D23-51166EC3C588}"/>
                </a:ext>
              </a:extLst>
            </p:cNvPr>
            <p:cNvSpPr/>
            <p:nvPr/>
          </p:nvSpPr>
          <p:spPr>
            <a:xfrm>
              <a:off x="7844638" y="20471905"/>
              <a:ext cx="23303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6680" name="tx1603">
              <a:extLst>
                <a:ext uri="{FF2B5EF4-FFF2-40B4-BE49-F238E27FC236}">
                  <a16:creationId xmlns:a16="http://schemas.microsoft.com/office/drawing/2014/main" id="{66CB4763-7655-8BB6-54C0-9FE2AA7A7485}"/>
                </a:ext>
              </a:extLst>
            </p:cNvPr>
            <p:cNvSpPr/>
            <p:nvPr/>
          </p:nvSpPr>
          <p:spPr>
            <a:xfrm>
              <a:off x="8132357" y="2044433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681" name="tx1604">
              <a:extLst>
                <a:ext uri="{FF2B5EF4-FFF2-40B4-BE49-F238E27FC236}">
                  <a16:creationId xmlns:a16="http://schemas.microsoft.com/office/drawing/2014/main" id="{4BA90D77-B1A2-2BC1-A90B-76448C9AE786}"/>
                </a:ext>
              </a:extLst>
            </p:cNvPr>
            <p:cNvSpPr/>
            <p:nvPr/>
          </p:nvSpPr>
          <p:spPr>
            <a:xfrm>
              <a:off x="8279572" y="20471905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682" name="tx1605">
              <a:extLst>
                <a:ext uri="{FF2B5EF4-FFF2-40B4-BE49-F238E27FC236}">
                  <a16:creationId xmlns:a16="http://schemas.microsoft.com/office/drawing/2014/main" id="{8D35068F-C1D9-0B66-1CF7-71A372C8227B}"/>
                </a:ext>
              </a:extLst>
            </p:cNvPr>
            <p:cNvSpPr/>
            <p:nvPr/>
          </p:nvSpPr>
          <p:spPr>
            <a:xfrm>
              <a:off x="8653736" y="20471905"/>
              <a:ext cx="23303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6683" name="tx1606">
              <a:extLst>
                <a:ext uri="{FF2B5EF4-FFF2-40B4-BE49-F238E27FC236}">
                  <a16:creationId xmlns:a16="http://schemas.microsoft.com/office/drawing/2014/main" id="{518053FE-E98B-98BC-A750-2FBFA2BD8285}"/>
                </a:ext>
              </a:extLst>
            </p:cNvPr>
            <p:cNvSpPr/>
            <p:nvPr/>
          </p:nvSpPr>
          <p:spPr>
            <a:xfrm>
              <a:off x="8971694" y="2044433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684" name="tx1607">
              <a:extLst>
                <a:ext uri="{FF2B5EF4-FFF2-40B4-BE49-F238E27FC236}">
                  <a16:creationId xmlns:a16="http://schemas.microsoft.com/office/drawing/2014/main" id="{3357B233-93E6-2FF2-1EE1-F872B8B97492}"/>
                </a:ext>
              </a:extLst>
            </p:cNvPr>
            <p:cNvSpPr/>
            <p:nvPr/>
          </p:nvSpPr>
          <p:spPr>
            <a:xfrm>
              <a:off x="9085789" y="20471905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685" name="tx1608">
              <a:extLst>
                <a:ext uri="{FF2B5EF4-FFF2-40B4-BE49-F238E27FC236}">
                  <a16:creationId xmlns:a16="http://schemas.microsoft.com/office/drawing/2014/main" id="{F0E84BC7-66C3-D918-470F-FA1D06E42341}"/>
                </a:ext>
              </a:extLst>
            </p:cNvPr>
            <p:cNvSpPr/>
            <p:nvPr/>
          </p:nvSpPr>
          <p:spPr>
            <a:xfrm>
              <a:off x="9517832" y="20471905"/>
              <a:ext cx="23303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6686" name="tx1609">
              <a:extLst>
                <a:ext uri="{FF2B5EF4-FFF2-40B4-BE49-F238E27FC236}">
                  <a16:creationId xmlns:a16="http://schemas.microsoft.com/office/drawing/2014/main" id="{68CB7B89-6F0C-836C-AC20-668824C70BC2}"/>
                </a:ext>
              </a:extLst>
            </p:cNvPr>
            <p:cNvSpPr/>
            <p:nvPr/>
          </p:nvSpPr>
          <p:spPr>
            <a:xfrm>
              <a:off x="9811028" y="2044433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687" name="tx1610">
              <a:extLst>
                <a:ext uri="{FF2B5EF4-FFF2-40B4-BE49-F238E27FC236}">
                  <a16:creationId xmlns:a16="http://schemas.microsoft.com/office/drawing/2014/main" id="{F95BB541-E6B6-6236-E342-630FD5743879}"/>
                </a:ext>
              </a:extLst>
            </p:cNvPr>
            <p:cNvSpPr/>
            <p:nvPr/>
          </p:nvSpPr>
          <p:spPr>
            <a:xfrm>
              <a:off x="9935756" y="20471905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688" name="tx1611">
              <a:extLst>
                <a:ext uri="{FF2B5EF4-FFF2-40B4-BE49-F238E27FC236}">
                  <a16:creationId xmlns:a16="http://schemas.microsoft.com/office/drawing/2014/main" id="{60398684-798B-1E79-B8C7-18CD5C12E2F4}"/>
                </a:ext>
              </a:extLst>
            </p:cNvPr>
            <p:cNvSpPr/>
            <p:nvPr/>
          </p:nvSpPr>
          <p:spPr>
            <a:xfrm>
              <a:off x="10309920" y="20471905"/>
              <a:ext cx="23303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6689" name="tx1612">
              <a:extLst>
                <a:ext uri="{FF2B5EF4-FFF2-40B4-BE49-F238E27FC236}">
                  <a16:creationId xmlns:a16="http://schemas.microsoft.com/office/drawing/2014/main" id="{2D7CDA6B-9FCE-D835-48D8-183F94A986CF}"/>
                </a:ext>
              </a:extLst>
            </p:cNvPr>
            <p:cNvSpPr/>
            <p:nvPr/>
          </p:nvSpPr>
          <p:spPr>
            <a:xfrm>
              <a:off x="10650365" y="2044433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690" name="tx1613">
              <a:extLst>
                <a:ext uri="{FF2B5EF4-FFF2-40B4-BE49-F238E27FC236}">
                  <a16:creationId xmlns:a16="http://schemas.microsoft.com/office/drawing/2014/main" id="{8F43B420-C87C-53B3-927A-D4B9FA90CD9B}"/>
                </a:ext>
              </a:extLst>
            </p:cNvPr>
            <p:cNvSpPr/>
            <p:nvPr/>
          </p:nvSpPr>
          <p:spPr>
            <a:xfrm>
              <a:off x="10799852" y="20471905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691" name="tx1614">
              <a:extLst>
                <a:ext uri="{FF2B5EF4-FFF2-40B4-BE49-F238E27FC236}">
                  <a16:creationId xmlns:a16="http://schemas.microsoft.com/office/drawing/2014/main" id="{394FB01F-E5BA-A0E4-4A99-F5A1CB471EEF}"/>
                </a:ext>
              </a:extLst>
            </p:cNvPr>
            <p:cNvSpPr/>
            <p:nvPr/>
          </p:nvSpPr>
          <p:spPr>
            <a:xfrm>
              <a:off x="11174016" y="20471905"/>
              <a:ext cx="23303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6692" name="tx1615">
              <a:extLst>
                <a:ext uri="{FF2B5EF4-FFF2-40B4-BE49-F238E27FC236}">
                  <a16:creationId xmlns:a16="http://schemas.microsoft.com/office/drawing/2014/main" id="{7BA6958F-81CE-EBFB-C513-A34E9149CBC0}"/>
                </a:ext>
              </a:extLst>
            </p:cNvPr>
            <p:cNvSpPr/>
            <p:nvPr/>
          </p:nvSpPr>
          <p:spPr>
            <a:xfrm>
              <a:off x="11489701" y="2044433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693" name="tx1616">
              <a:extLst>
                <a:ext uri="{FF2B5EF4-FFF2-40B4-BE49-F238E27FC236}">
                  <a16:creationId xmlns:a16="http://schemas.microsoft.com/office/drawing/2014/main" id="{CF14E5BC-8E9B-4BC1-822B-8FA34F20CC43}"/>
                </a:ext>
              </a:extLst>
            </p:cNvPr>
            <p:cNvSpPr/>
            <p:nvPr/>
          </p:nvSpPr>
          <p:spPr>
            <a:xfrm>
              <a:off x="11606069" y="20471905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694" name="tx1617">
              <a:extLst>
                <a:ext uri="{FF2B5EF4-FFF2-40B4-BE49-F238E27FC236}">
                  <a16:creationId xmlns:a16="http://schemas.microsoft.com/office/drawing/2014/main" id="{A532ACA1-E756-A766-042F-044FD4361CAD}"/>
                </a:ext>
              </a:extLst>
            </p:cNvPr>
            <p:cNvSpPr/>
            <p:nvPr/>
          </p:nvSpPr>
          <p:spPr>
            <a:xfrm>
              <a:off x="12038112" y="20471905"/>
              <a:ext cx="23303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6695" name="tx1618">
              <a:extLst>
                <a:ext uri="{FF2B5EF4-FFF2-40B4-BE49-F238E27FC236}">
                  <a16:creationId xmlns:a16="http://schemas.microsoft.com/office/drawing/2014/main" id="{08B3FCD0-66B7-3D4E-34B2-E114FA900624}"/>
                </a:ext>
              </a:extLst>
            </p:cNvPr>
            <p:cNvSpPr/>
            <p:nvPr/>
          </p:nvSpPr>
          <p:spPr>
            <a:xfrm>
              <a:off x="12329036" y="2044433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696" name="tx1619">
              <a:extLst>
                <a:ext uri="{FF2B5EF4-FFF2-40B4-BE49-F238E27FC236}">
                  <a16:creationId xmlns:a16="http://schemas.microsoft.com/office/drawing/2014/main" id="{56050106-52DC-B3C2-861C-CF6E2B73801A}"/>
                </a:ext>
              </a:extLst>
            </p:cNvPr>
            <p:cNvSpPr/>
            <p:nvPr/>
          </p:nvSpPr>
          <p:spPr>
            <a:xfrm>
              <a:off x="12456035" y="20471905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697" name="tx1620">
              <a:extLst>
                <a:ext uri="{FF2B5EF4-FFF2-40B4-BE49-F238E27FC236}">
                  <a16:creationId xmlns:a16="http://schemas.microsoft.com/office/drawing/2014/main" id="{84C1E3CF-0E65-5858-BC5A-3D48C9FFC7D8}"/>
                </a:ext>
              </a:extLst>
            </p:cNvPr>
            <p:cNvSpPr/>
            <p:nvPr/>
          </p:nvSpPr>
          <p:spPr>
            <a:xfrm>
              <a:off x="8507407" y="20729765"/>
              <a:ext cx="920755" cy="15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6699" name="tx1622">
              <a:extLst>
                <a:ext uri="{FF2B5EF4-FFF2-40B4-BE49-F238E27FC236}">
                  <a16:creationId xmlns:a16="http://schemas.microsoft.com/office/drawing/2014/main" id="{20A0DCF5-4C03-7673-4222-39678A30AEEE}"/>
                </a:ext>
              </a:extLst>
            </p:cNvPr>
            <p:cNvSpPr/>
            <p:nvPr/>
          </p:nvSpPr>
          <p:spPr>
            <a:xfrm>
              <a:off x="6143055" y="14168740"/>
              <a:ext cx="7407227" cy="2216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Map of Seascape Populations &amp; Experimental</a:t>
              </a: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Source Sites</a:t>
              </a:r>
              <a:endPara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6705" name="pl6">
              <a:extLst>
                <a:ext uri="{FF2B5EF4-FFF2-40B4-BE49-F238E27FC236}">
                  <a16:creationId xmlns:a16="http://schemas.microsoft.com/office/drawing/2014/main" id="{10C19799-D874-51C5-6ECD-5CC0D22AFA4A}"/>
                </a:ext>
              </a:extLst>
            </p:cNvPr>
            <p:cNvSpPr/>
            <p:nvPr/>
          </p:nvSpPr>
          <p:spPr>
            <a:xfrm>
              <a:off x="19780674" y="14849415"/>
              <a:ext cx="168935" cy="317660"/>
            </a:xfrm>
            <a:custGeom>
              <a:avLst/>
              <a:gdLst/>
              <a:ahLst/>
              <a:cxnLst/>
              <a:rect l="0" t="0" r="0" b="0"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06" name="pl7">
              <a:extLst>
                <a:ext uri="{FF2B5EF4-FFF2-40B4-BE49-F238E27FC236}">
                  <a16:creationId xmlns:a16="http://schemas.microsoft.com/office/drawing/2014/main" id="{6AD2D579-1AFD-6440-54D6-956500DF4E14}"/>
                </a:ext>
              </a:extLst>
            </p:cNvPr>
            <p:cNvSpPr/>
            <p:nvPr/>
          </p:nvSpPr>
          <p:spPr>
            <a:xfrm>
              <a:off x="18482416" y="16969197"/>
              <a:ext cx="323732" cy="623528"/>
            </a:xfrm>
            <a:custGeom>
              <a:avLst/>
              <a:gdLst/>
              <a:ahLst/>
              <a:cxnLst/>
              <a:rect l="0" t="0" r="0" b="0"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07" name="pl8">
              <a:extLst>
                <a:ext uri="{FF2B5EF4-FFF2-40B4-BE49-F238E27FC236}">
                  <a16:creationId xmlns:a16="http://schemas.microsoft.com/office/drawing/2014/main" id="{FE8BE9E4-DCF0-7011-625B-BE8038401752}"/>
                </a:ext>
              </a:extLst>
            </p:cNvPr>
            <p:cNvSpPr/>
            <p:nvPr/>
          </p:nvSpPr>
          <p:spPr>
            <a:xfrm>
              <a:off x="16911696" y="19997294"/>
              <a:ext cx="152903" cy="279420"/>
            </a:xfrm>
            <a:custGeom>
              <a:avLst/>
              <a:gdLst/>
              <a:ahLst/>
              <a:cxnLst/>
              <a:rect l="0" t="0" r="0" b="0"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08" name="pl9">
              <a:extLst>
                <a:ext uri="{FF2B5EF4-FFF2-40B4-BE49-F238E27FC236}">
                  <a16:creationId xmlns:a16="http://schemas.microsoft.com/office/drawing/2014/main" id="{EE8594C9-F5D6-15D7-4279-61CAD95695E3}"/>
                </a:ext>
              </a:extLst>
            </p:cNvPr>
            <p:cNvSpPr/>
            <p:nvPr/>
          </p:nvSpPr>
          <p:spPr>
            <a:xfrm>
              <a:off x="17233288" y="19368052"/>
              <a:ext cx="888324" cy="904641"/>
            </a:xfrm>
            <a:custGeom>
              <a:avLst/>
              <a:gdLst/>
              <a:ahLst/>
              <a:cxnLst/>
              <a:rect l="0" t="0" r="0" b="0"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09" name="pl10">
              <a:extLst>
                <a:ext uri="{FF2B5EF4-FFF2-40B4-BE49-F238E27FC236}">
                  <a16:creationId xmlns:a16="http://schemas.microsoft.com/office/drawing/2014/main" id="{30D2B8E0-E8DD-8809-97B2-B519FBC6DC88}"/>
                </a:ext>
              </a:extLst>
            </p:cNvPr>
            <p:cNvSpPr/>
            <p:nvPr/>
          </p:nvSpPr>
          <p:spPr>
            <a:xfrm>
              <a:off x="16249921" y="14567339"/>
              <a:ext cx="2627771" cy="5698008"/>
            </a:xfrm>
            <a:custGeom>
              <a:avLst/>
              <a:gdLst/>
              <a:ahLst/>
              <a:cxnLst/>
              <a:rect l="0" t="0" r="0" b="0"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0" name="pl11">
              <a:extLst>
                <a:ext uri="{FF2B5EF4-FFF2-40B4-BE49-F238E27FC236}">
                  <a16:creationId xmlns:a16="http://schemas.microsoft.com/office/drawing/2014/main" id="{2782C6F0-334D-DC19-8AC2-3C80726C0B3D}"/>
                </a:ext>
              </a:extLst>
            </p:cNvPr>
            <p:cNvSpPr/>
            <p:nvPr/>
          </p:nvSpPr>
          <p:spPr>
            <a:xfrm>
              <a:off x="18314324" y="14567344"/>
              <a:ext cx="1623396" cy="1460739"/>
            </a:xfrm>
            <a:custGeom>
              <a:avLst/>
              <a:gdLst/>
              <a:ahLst/>
              <a:cxnLst/>
              <a:rect l="0" t="0" r="0" b="0"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1" name="pl12">
              <a:extLst>
                <a:ext uri="{FF2B5EF4-FFF2-40B4-BE49-F238E27FC236}">
                  <a16:creationId xmlns:a16="http://schemas.microsoft.com/office/drawing/2014/main" id="{A43AE70C-0883-DEF7-73E7-FDDE02EF6CEE}"/>
                </a:ext>
              </a:extLst>
            </p:cNvPr>
            <p:cNvSpPr/>
            <p:nvPr/>
          </p:nvSpPr>
          <p:spPr>
            <a:xfrm>
              <a:off x="19975855" y="14567344"/>
              <a:ext cx="42996" cy="221043"/>
            </a:xfrm>
            <a:custGeom>
              <a:avLst/>
              <a:gdLst/>
              <a:ahLst/>
              <a:cxnLst/>
              <a:rect l="0" t="0" r="0" b="0"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2" name="rc13">
              <a:extLst>
                <a:ext uri="{FF2B5EF4-FFF2-40B4-BE49-F238E27FC236}">
                  <a16:creationId xmlns:a16="http://schemas.microsoft.com/office/drawing/2014/main" id="{F323AFE7-62E8-A276-5986-A2F43FC4D07B}"/>
                </a:ext>
              </a:extLst>
            </p:cNvPr>
            <p:cNvSpPr/>
            <p:nvPr/>
          </p:nvSpPr>
          <p:spPr>
            <a:xfrm>
              <a:off x="16761465" y="18464215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3" name="rc14">
              <a:extLst>
                <a:ext uri="{FF2B5EF4-FFF2-40B4-BE49-F238E27FC236}">
                  <a16:creationId xmlns:a16="http://schemas.microsoft.com/office/drawing/2014/main" id="{AE3A77EA-BACF-8AC6-230D-0C9BE82C61A9}"/>
                </a:ext>
              </a:extLst>
            </p:cNvPr>
            <p:cNvSpPr/>
            <p:nvPr/>
          </p:nvSpPr>
          <p:spPr>
            <a:xfrm>
              <a:off x="17136517" y="17338272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4" name="rc15">
              <a:extLst>
                <a:ext uri="{FF2B5EF4-FFF2-40B4-BE49-F238E27FC236}">
                  <a16:creationId xmlns:a16="http://schemas.microsoft.com/office/drawing/2014/main" id="{6FB2F022-240B-8FFF-A7A0-766E785C365B}"/>
                </a:ext>
              </a:extLst>
            </p:cNvPr>
            <p:cNvSpPr/>
            <p:nvPr/>
          </p:nvSpPr>
          <p:spPr>
            <a:xfrm>
              <a:off x="17093292" y="18411111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5" name="pt16">
              <a:extLst>
                <a:ext uri="{FF2B5EF4-FFF2-40B4-BE49-F238E27FC236}">
                  <a16:creationId xmlns:a16="http://schemas.microsoft.com/office/drawing/2014/main" id="{EDEF8871-F103-9563-1E02-83F7F56FB101}"/>
                </a:ext>
              </a:extLst>
            </p:cNvPr>
            <p:cNvSpPr/>
            <p:nvPr/>
          </p:nvSpPr>
          <p:spPr>
            <a:xfrm>
              <a:off x="18044768" y="17858230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6" name="pt17">
              <a:extLst>
                <a:ext uri="{FF2B5EF4-FFF2-40B4-BE49-F238E27FC236}">
                  <a16:creationId xmlns:a16="http://schemas.microsoft.com/office/drawing/2014/main" id="{347CCA1B-FBA6-57B4-56DF-295F0034F6F4}"/>
                </a:ext>
              </a:extLst>
            </p:cNvPr>
            <p:cNvSpPr/>
            <p:nvPr/>
          </p:nvSpPr>
          <p:spPr>
            <a:xfrm>
              <a:off x="18911063" y="15725809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7" name="pt18">
              <a:extLst>
                <a:ext uri="{FF2B5EF4-FFF2-40B4-BE49-F238E27FC236}">
                  <a16:creationId xmlns:a16="http://schemas.microsoft.com/office/drawing/2014/main" id="{5B8850B5-B1F6-F21C-97EE-9B6E4454DDDE}"/>
                </a:ext>
              </a:extLst>
            </p:cNvPr>
            <p:cNvSpPr/>
            <p:nvPr/>
          </p:nvSpPr>
          <p:spPr>
            <a:xfrm>
              <a:off x="18214342" y="15197261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8" name="pt19">
              <a:extLst>
                <a:ext uri="{FF2B5EF4-FFF2-40B4-BE49-F238E27FC236}">
                  <a16:creationId xmlns:a16="http://schemas.microsoft.com/office/drawing/2014/main" id="{B9C6C7A3-9EDC-0A06-F165-11082777618C}"/>
                </a:ext>
              </a:extLst>
            </p:cNvPr>
            <p:cNvSpPr/>
            <p:nvPr/>
          </p:nvSpPr>
          <p:spPr>
            <a:xfrm>
              <a:off x="17007806" y="18667304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9" name="pt20">
              <a:extLst>
                <a:ext uri="{FF2B5EF4-FFF2-40B4-BE49-F238E27FC236}">
                  <a16:creationId xmlns:a16="http://schemas.microsoft.com/office/drawing/2014/main" id="{6ACB8029-FF43-F3B8-CFE4-2AEF2B481B13}"/>
                </a:ext>
              </a:extLst>
            </p:cNvPr>
            <p:cNvSpPr/>
            <p:nvPr/>
          </p:nvSpPr>
          <p:spPr>
            <a:xfrm>
              <a:off x="16923871" y="18542807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20" name="pt21">
              <a:extLst>
                <a:ext uri="{FF2B5EF4-FFF2-40B4-BE49-F238E27FC236}">
                  <a16:creationId xmlns:a16="http://schemas.microsoft.com/office/drawing/2014/main" id="{46E95E10-3F1E-CC75-3BF1-E66AFC544B2A}"/>
                </a:ext>
              </a:extLst>
            </p:cNvPr>
            <p:cNvSpPr/>
            <p:nvPr/>
          </p:nvSpPr>
          <p:spPr>
            <a:xfrm>
              <a:off x="16530302" y="16803940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21" name="pg22">
              <a:extLst>
                <a:ext uri="{FF2B5EF4-FFF2-40B4-BE49-F238E27FC236}">
                  <a16:creationId xmlns:a16="http://schemas.microsoft.com/office/drawing/2014/main" id="{5634E8DA-9967-5078-7F76-2BF17CCA4E53}"/>
                </a:ext>
              </a:extLst>
            </p:cNvPr>
            <p:cNvSpPr/>
            <p:nvPr/>
          </p:nvSpPr>
          <p:spPr>
            <a:xfrm>
              <a:off x="16913556" y="17265783"/>
              <a:ext cx="291926" cy="252815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22" name="pg23">
              <a:extLst>
                <a:ext uri="{FF2B5EF4-FFF2-40B4-BE49-F238E27FC236}">
                  <a16:creationId xmlns:a16="http://schemas.microsoft.com/office/drawing/2014/main" id="{BBD55DCF-DC40-33D0-FC67-5A1ACCD170B9}"/>
                </a:ext>
              </a:extLst>
            </p:cNvPr>
            <p:cNvSpPr/>
            <p:nvPr/>
          </p:nvSpPr>
          <p:spPr>
            <a:xfrm>
              <a:off x="16870329" y="18338620"/>
              <a:ext cx="291926" cy="252815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23" name="pl24">
              <a:extLst>
                <a:ext uri="{FF2B5EF4-FFF2-40B4-BE49-F238E27FC236}">
                  <a16:creationId xmlns:a16="http://schemas.microsoft.com/office/drawing/2014/main" id="{03A0BEBC-F514-7966-8723-991F4A10A4DB}"/>
                </a:ext>
              </a:extLst>
            </p:cNvPr>
            <p:cNvSpPr/>
            <p:nvPr/>
          </p:nvSpPr>
          <p:spPr>
            <a:xfrm>
              <a:off x="17254104" y="17434325"/>
              <a:ext cx="631340" cy="3"/>
            </a:xfrm>
            <a:custGeom>
              <a:avLst/>
              <a:gdLst/>
              <a:ahLst/>
              <a:cxnLst/>
              <a:rect l="0" t="0" r="0" b="0"/>
              <a:pathLst>
                <a:path w="420893" h="2">
                  <a:moveTo>
                    <a:pt x="420893" y="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24" name="pl25">
              <a:extLst>
                <a:ext uri="{FF2B5EF4-FFF2-40B4-BE49-F238E27FC236}">
                  <a16:creationId xmlns:a16="http://schemas.microsoft.com/office/drawing/2014/main" id="{62FFF0C5-739F-1E62-FEE7-9A46EC511AAB}"/>
                </a:ext>
              </a:extLst>
            </p:cNvPr>
            <p:cNvSpPr/>
            <p:nvPr/>
          </p:nvSpPr>
          <p:spPr>
            <a:xfrm>
              <a:off x="17210881" y="18507159"/>
              <a:ext cx="613923" cy="2"/>
            </a:xfrm>
            <a:custGeom>
              <a:avLst/>
              <a:gdLst/>
              <a:ahLst/>
              <a:cxnLst/>
              <a:rect l="0" t="0" r="0" b="0"/>
              <a:pathLst>
                <a:path w="409282" h="1">
                  <a:moveTo>
                    <a:pt x="409282" y="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25" name="pg26">
              <a:extLst>
                <a:ext uri="{FF2B5EF4-FFF2-40B4-BE49-F238E27FC236}">
                  <a16:creationId xmlns:a16="http://schemas.microsoft.com/office/drawing/2014/main" id="{AB7D627E-F814-790F-52A3-19AF32954EA9}"/>
                </a:ext>
              </a:extLst>
            </p:cNvPr>
            <p:cNvSpPr/>
            <p:nvPr/>
          </p:nvSpPr>
          <p:spPr>
            <a:xfrm>
              <a:off x="17885447" y="17290375"/>
              <a:ext cx="1001541" cy="287898"/>
            </a:xfrm>
            <a:custGeom>
              <a:avLst/>
              <a:gdLst/>
              <a:ahLst/>
              <a:cxnLst/>
              <a:rect l="0" t="0" r="0" b="0"/>
              <a:pathLst>
                <a:path w="667694" h="191932">
                  <a:moveTo>
                    <a:pt x="27431" y="191932"/>
                  </a:moveTo>
                  <a:lnTo>
                    <a:pt x="640262" y="191932"/>
                  </a:lnTo>
                  <a:lnTo>
                    <a:pt x="639158" y="191910"/>
                  </a:lnTo>
                  <a:lnTo>
                    <a:pt x="643569" y="191732"/>
                  </a:lnTo>
                  <a:lnTo>
                    <a:pt x="647894" y="190849"/>
                  </a:lnTo>
                  <a:lnTo>
                    <a:pt x="652022" y="189284"/>
                  </a:lnTo>
                  <a:lnTo>
                    <a:pt x="655846" y="187076"/>
                  </a:lnTo>
                  <a:lnTo>
                    <a:pt x="659265" y="184284"/>
                  </a:lnTo>
                  <a:lnTo>
                    <a:pt x="662193" y="180980"/>
                  </a:lnTo>
                  <a:lnTo>
                    <a:pt x="664552" y="177248"/>
                  </a:lnTo>
                  <a:lnTo>
                    <a:pt x="666283" y="173187"/>
                  </a:lnTo>
                  <a:lnTo>
                    <a:pt x="667339" y="168900"/>
                  </a:lnTo>
                  <a:lnTo>
                    <a:pt x="667694" y="164500"/>
                  </a:lnTo>
                  <a:lnTo>
                    <a:pt x="667694" y="27432"/>
                  </a:lnTo>
                  <a:lnTo>
                    <a:pt x="667339" y="23031"/>
                  </a:lnTo>
                  <a:lnTo>
                    <a:pt x="666283" y="18745"/>
                  </a:lnTo>
                  <a:lnTo>
                    <a:pt x="664552" y="14683"/>
                  </a:lnTo>
                  <a:lnTo>
                    <a:pt x="662193" y="10952"/>
                  </a:lnTo>
                  <a:lnTo>
                    <a:pt x="659265" y="7647"/>
                  </a:lnTo>
                  <a:lnTo>
                    <a:pt x="655846" y="4855"/>
                  </a:lnTo>
                  <a:lnTo>
                    <a:pt x="652022" y="2648"/>
                  </a:lnTo>
                  <a:lnTo>
                    <a:pt x="647894" y="1083"/>
                  </a:lnTo>
                  <a:lnTo>
                    <a:pt x="643569" y="200"/>
                  </a:lnTo>
                  <a:lnTo>
                    <a:pt x="64026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26" name="tx27">
              <a:extLst>
                <a:ext uri="{FF2B5EF4-FFF2-40B4-BE49-F238E27FC236}">
                  <a16:creationId xmlns:a16="http://schemas.microsoft.com/office/drawing/2014/main" id="{57E9DD96-629E-B315-0792-A26D494C03B4}"/>
                </a:ext>
              </a:extLst>
            </p:cNvPr>
            <p:cNvSpPr/>
            <p:nvPr/>
          </p:nvSpPr>
          <p:spPr>
            <a:xfrm>
              <a:off x="17954027" y="17358955"/>
              <a:ext cx="864381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6727" name="pg28">
              <a:extLst>
                <a:ext uri="{FF2B5EF4-FFF2-40B4-BE49-F238E27FC236}">
                  <a16:creationId xmlns:a16="http://schemas.microsoft.com/office/drawing/2014/main" id="{B6D92B40-C7B3-DF7F-7E88-4ACC0427B1D5}"/>
                </a:ext>
              </a:extLst>
            </p:cNvPr>
            <p:cNvSpPr/>
            <p:nvPr/>
          </p:nvSpPr>
          <p:spPr>
            <a:xfrm>
              <a:off x="17824801" y="18363211"/>
              <a:ext cx="1036380" cy="287898"/>
            </a:xfrm>
            <a:custGeom>
              <a:avLst/>
              <a:gdLst/>
              <a:ahLst/>
              <a:cxnLst/>
              <a:rect l="0" t="0" r="0" b="0"/>
              <a:pathLst>
                <a:path w="690920" h="191932">
                  <a:moveTo>
                    <a:pt x="27432" y="191932"/>
                  </a:moveTo>
                  <a:lnTo>
                    <a:pt x="663488" y="191932"/>
                  </a:lnTo>
                  <a:lnTo>
                    <a:pt x="662384" y="191910"/>
                  </a:lnTo>
                  <a:lnTo>
                    <a:pt x="666795" y="191732"/>
                  </a:lnTo>
                  <a:lnTo>
                    <a:pt x="671120" y="190849"/>
                  </a:lnTo>
                  <a:lnTo>
                    <a:pt x="675248" y="189284"/>
                  </a:lnTo>
                  <a:lnTo>
                    <a:pt x="679071" y="187076"/>
                  </a:lnTo>
                  <a:lnTo>
                    <a:pt x="682491" y="184284"/>
                  </a:lnTo>
                  <a:lnTo>
                    <a:pt x="685418" y="180980"/>
                  </a:lnTo>
                  <a:lnTo>
                    <a:pt x="687778" y="177248"/>
                  </a:lnTo>
                  <a:lnTo>
                    <a:pt x="689508" y="173187"/>
                  </a:lnTo>
                  <a:lnTo>
                    <a:pt x="690565" y="168900"/>
                  </a:lnTo>
                  <a:lnTo>
                    <a:pt x="690920" y="164500"/>
                  </a:lnTo>
                  <a:lnTo>
                    <a:pt x="690920" y="27432"/>
                  </a:lnTo>
                  <a:lnTo>
                    <a:pt x="690565" y="23031"/>
                  </a:lnTo>
                  <a:lnTo>
                    <a:pt x="689508" y="18745"/>
                  </a:lnTo>
                  <a:lnTo>
                    <a:pt x="687778" y="14683"/>
                  </a:lnTo>
                  <a:lnTo>
                    <a:pt x="685418" y="10952"/>
                  </a:lnTo>
                  <a:lnTo>
                    <a:pt x="682491" y="7647"/>
                  </a:lnTo>
                  <a:lnTo>
                    <a:pt x="679071" y="4855"/>
                  </a:lnTo>
                  <a:lnTo>
                    <a:pt x="675248" y="2648"/>
                  </a:lnTo>
                  <a:lnTo>
                    <a:pt x="671120" y="1083"/>
                  </a:lnTo>
                  <a:lnTo>
                    <a:pt x="666795" y="200"/>
                  </a:lnTo>
                  <a:lnTo>
                    <a:pt x="66348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28" name="tx29">
              <a:extLst>
                <a:ext uri="{FF2B5EF4-FFF2-40B4-BE49-F238E27FC236}">
                  <a16:creationId xmlns:a16="http://schemas.microsoft.com/office/drawing/2014/main" id="{924E5300-4D41-2C0B-1B34-ABD95B604E81}"/>
                </a:ext>
              </a:extLst>
            </p:cNvPr>
            <p:cNvSpPr/>
            <p:nvPr/>
          </p:nvSpPr>
          <p:spPr>
            <a:xfrm>
              <a:off x="17893381" y="18431791"/>
              <a:ext cx="899220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6729" name="pl30">
              <a:extLst>
                <a:ext uri="{FF2B5EF4-FFF2-40B4-BE49-F238E27FC236}">
                  <a16:creationId xmlns:a16="http://schemas.microsoft.com/office/drawing/2014/main" id="{6C82D8BF-DB64-4006-5803-AAC98923479B}"/>
                </a:ext>
              </a:extLst>
            </p:cNvPr>
            <p:cNvSpPr/>
            <p:nvPr/>
          </p:nvSpPr>
          <p:spPr>
            <a:xfrm>
              <a:off x="16764402" y="17199809"/>
              <a:ext cx="278417" cy="221238"/>
            </a:xfrm>
            <a:custGeom>
              <a:avLst/>
              <a:gdLst/>
              <a:ahLst/>
              <a:cxnLst/>
              <a:rect l="0" t="0" r="0" b="0"/>
              <a:pathLst>
                <a:path w="185611" h="147492">
                  <a:moveTo>
                    <a:pt x="0" y="0"/>
                  </a:moveTo>
                  <a:lnTo>
                    <a:pt x="185611" y="14749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30" name="pl31">
              <a:extLst>
                <a:ext uri="{FF2B5EF4-FFF2-40B4-BE49-F238E27FC236}">
                  <a16:creationId xmlns:a16="http://schemas.microsoft.com/office/drawing/2014/main" id="{6917F159-07E1-DA4E-4448-6007CE987116}"/>
                </a:ext>
              </a:extLst>
            </p:cNvPr>
            <p:cNvSpPr/>
            <p:nvPr/>
          </p:nvSpPr>
          <p:spPr>
            <a:xfrm>
              <a:off x="16810149" y="18286045"/>
              <a:ext cx="191651" cy="205569"/>
            </a:xfrm>
            <a:custGeom>
              <a:avLst/>
              <a:gdLst/>
              <a:ahLst/>
              <a:cxnLst/>
              <a:rect l="0" t="0" r="0" b="0"/>
              <a:pathLst>
                <a:path w="127767" h="137046">
                  <a:moveTo>
                    <a:pt x="0" y="0"/>
                  </a:moveTo>
                  <a:lnTo>
                    <a:pt x="127767" y="1370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31" name="pg32">
              <a:extLst>
                <a:ext uri="{FF2B5EF4-FFF2-40B4-BE49-F238E27FC236}">
                  <a16:creationId xmlns:a16="http://schemas.microsoft.com/office/drawing/2014/main" id="{AB8C4990-7B5C-2E7F-98D2-B34B6A74A5A5}"/>
                </a:ext>
              </a:extLst>
            </p:cNvPr>
            <p:cNvSpPr/>
            <p:nvPr/>
          </p:nvSpPr>
          <p:spPr>
            <a:xfrm>
              <a:off x="15739543" y="17026918"/>
              <a:ext cx="1024859" cy="287898"/>
            </a:xfrm>
            <a:custGeom>
              <a:avLst/>
              <a:gdLst/>
              <a:ahLst/>
              <a:cxnLst/>
              <a:rect l="0" t="0" r="0" b="0"/>
              <a:pathLst>
                <a:path w="683239" h="191932">
                  <a:moveTo>
                    <a:pt x="27431" y="191932"/>
                  </a:moveTo>
                  <a:lnTo>
                    <a:pt x="655807" y="191932"/>
                  </a:lnTo>
                  <a:lnTo>
                    <a:pt x="654703" y="191910"/>
                  </a:lnTo>
                  <a:lnTo>
                    <a:pt x="659114" y="191732"/>
                  </a:lnTo>
                  <a:lnTo>
                    <a:pt x="663439" y="190849"/>
                  </a:lnTo>
                  <a:lnTo>
                    <a:pt x="667567" y="189284"/>
                  </a:lnTo>
                  <a:lnTo>
                    <a:pt x="671390" y="187076"/>
                  </a:lnTo>
                  <a:lnTo>
                    <a:pt x="674810" y="184284"/>
                  </a:lnTo>
                  <a:lnTo>
                    <a:pt x="677737" y="180980"/>
                  </a:lnTo>
                  <a:lnTo>
                    <a:pt x="680097" y="177248"/>
                  </a:lnTo>
                  <a:lnTo>
                    <a:pt x="681827" y="173187"/>
                  </a:lnTo>
                  <a:lnTo>
                    <a:pt x="682884" y="168900"/>
                  </a:lnTo>
                  <a:lnTo>
                    <a:pt x="683239" y="164500"/>
                  </a:lnTo>
                  <a:lnTo>
                    <a:pt x="683239" y="27432"/>
                  </a:lnTo>
                  <a:lnTo>
                    <a:pt x="682884" y="23031"/>
                  </a:lnTo>
                  <a:lnTo>
                    <a:pt x="681827" y="18745"/>
                  </a:lnTo>
                  <a:lnTo>
                    <a:pt x="680097" y="14683"/>
                  </a:lnTo>
                  <a:lnTo>
                    <a:pt x="677737" y="10952"/>
                  </a:lnTo>
                  <a:lnTo>
                    <a:pt x="674810" y="7647"/>
                  </a:lnTo>
                  <a:lnTo>
                    <a:pt x="671390" y="4855"/>
                  </a:lnTo>
                  <a:lnTo>
                    <a:pt x="667567" y="2648"/>
                  </a:lnTo>
                  <a:lnTo>
                    <a:pt x="663439" y="1083"/>
                  </a:lnTo>
                  <a:lnTo>
                    <a:pt x="659114" y="200"/>
                  </a:lnTo>
                  <a:lnTo>
                    <a:pt x="655807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32" name="tx33">
              <a:extLst>
                <a:ext uri="{FF2B5EF4-FFF2-40B4-BE49-F238E27FC236}">
                  <a16:creationId xmlns:a16="http://schemas.microsoft.com/office/drawing/2014/main" id="{A22FC02F-71CA-2436-2CA9-F7563BC25700}"/>
                </a:ext>
              </a:extLst>
            </p:cNvPr>
            <p:cNvSpPr/>
            <p:nvPr/>
          </p:nvSpPr>
          <p:spPr>
            <a:xfrm>
              <a:off x="15808123" y="17095498"/>
              <a:ext cx="887699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6733" name="pg34">
              <a:extLst>
                <a:ext uri="{FF2B5EF4-FFF2-40B4-BE49-F238E27FC236}">
                  <a16:creationId xmlns:a16="http://schemas.microsoft.com/office/drawing/2014/main" id="{E15EB9FC-AAB5-3FE4-15CB-10FBBBC2EE23}"/>
                </a:ext>
              </a:extLst>
            </p:cNvPr>
            <p:cNvSpPr/>
            <p:nvPr/>
          </p:nvSpPr>
          <p:spPr>
            <a:xfrm>
              <a:off x="15692290" y="18099770"/>
              <a:ext cx="1117854" cy="287898"/>
            </a:xfrm>
            <a:custGeom>
              <a:avLst/>
              <a:gdLst/>
              <a:ahLst/>
              <a:cxnLst/>
              <a:rect l="0" t="0" r="0" b="0"/>
              <a:pathLst>
                <a:path w="745236" h="191932">
                  <a:moveTo>
                    <a:pt x="27431" y="191932"/>
                  </a:moveTo>
                  <a:lnTo>
                    <a:pt x="717804" y="191932"/>
                  </a:lnTo>
                  <a:lnTo>
                    <a:pt x="716699" y="191910"/>
                  </a:lnTo>
                  <a:lnTo>
                    <a:pt x="721110" y="191732"/>
                  </a:lnTo>
                  <a:lnTo>
                    <a:pt x="725436" y="190849"/>
                  </a:lnTo>
                  <a:lnTo>
                    <a:pt x="729563" y="189284"/>
                  </a:lnTo>
                  <a:lnTo>
                    <a:pt x="733387" y="187076"/>
                  </a:lnTo>
                  <a:lnTo>
                    <a:pt x="736806" y="184284"/>
                  </a:lnTo>
                  <a:lnTo>
                    <a:pt x="739734" y="180980"/>
                  </a:lnTo>
                  <a:lnTo>
                    <a:pt x="742093" y="177248"/>
                  </a:lnTo>
                  <a:lnTo>
                    <a:pt x="743824" y="173187"/>
                  </a:lnTo>
                  <a:lnTo>
                    <a:pt x="744880" y="168900"/>
                  </a:lnTo>
                  <a:lnTo>
                    <a:pt x="745236" y="164500"/>
                  </a:lnTo>
                  <a:lnTo>
                    <a:pt x="745236" y="27432"/>
                  </a:lnTo>
                  <a:lnTo>
                    <a:pt x="744880" y="23031"/>
                  </a:lnTo>
                  <a:lnTo>
                    <a:pt x="743824" y="18745"/>
                  </a:lnTo>
                  <a:lnTo>
                    <a:pt x="742093" y="14683"/>
                  </a:lnTo>
                  <a:lnTo>
                    <a:pt x="739734" y="10952"/>
                  </a:lnTo>
                  <a:lnTo>
                    <a:pt x="736806" y="7647"/>
                  </a:lnTo>
                  <a:lnTo>
                    <a:pt x="733387" y="4855"/>
                  </a:lnTo>
                  <a:lnTo>
                    <a:pt x="729563" y="2648"/>
                  </a:lnTo>
                  <a:lnTo>
                    <a:pt x="725436" y="1083"/>
                  </a:lnTo>
                  <a:lnTo>
                    <a:pt x="721110" y="200"/>
                  </a:lnTo>
                  <a:lnTo>
                    <a:pt x="71780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34" name="tx35">
              <a:extLst>
                <a:ext uri="{FF2B5EF4-FFF2-40B4-BE49-F238E27FC236}">
                  <a16:creationId xmlns:a16="http://schemas.microsoft.com/office/drawing/2014/main" id="{D5CE9BAC-A5C2-2CDF-301A-80F903FF7125}"/>
                </a:ext>
              </a:extLst>
            </p:cNvPr>
            <p:cNvSpPr/>
            <p:nvPr/>
          </p:nvSpPr>
          <p:spPr>
            <a:xfrm>
              <a:off x="15760870" y="18168350"/>
              <a:ext cx="980694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6735" name="pl36">
              <a:extLst>
                <a:ext uri="{FF2B5EF4-FFF2-40B4-BE49-F238E27FC236}">
                  <a16:creationId xmlns:a16="http://schemas.microsoft.com/office/drawing/2014/main" id="{D71A75C5-CA28-50AC-4CC1-109054BAA6F2}"/>
                </a:ext>
              </a:extLst>
            </p:cNvPr>
            <p:cNvSpPr/>
            <p:nvPr/>
          </p:nvSpPr>
          <p:spPr>
            <a:xfrm>
              <a:off x="16861138" y="18580994"/>
              <a:ext cx="171881" cy="984153"/>
            </a:xfrm>
            <a:custGeom>
              <a:avLst/>
              <a:gdLst/>
              <a:ahLst/>
              <a:cxnLst/>
              <a:rect l="0" t="0" r="0" b="0"/>
              <a:pathLst>
                <a:path w="114587" h="656102">
                  <a:moveTo>
                    <a:pt x="114587" y="65610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36" name="pg37">
              <a:extLst>
                <a:ext uri="{FF2B5EF4-FFF2-40B4-BE49-F238E27FC236}">
                  <a16:creationId xmlns:a16="http://schemas.microsoft.com/office/drawing/2014/main" id="{009BB754-BCDC-2D42-EDF5-9D96845ED6AA}"/>
                </a:ext>
              </a:extLst>
            </p:cNvPr>
            <p:cNvSpPr/>
            <p:nvPr/>
          </p:nvSpPr>
          <p:spPr>
            <a:xfrm>
              <a:off x="17033018" y="19440826"/>
              <a:ext cx="802659" cy="287898"/>
            </a:xfrm>
            <a:custGeom>
              <a:avLst/>
              <a:gdLst/>
              <a:ahLst/>
              <a:cxnLst/>
              <a:rect l="0" t="0" r="0" b="0"/>
              <a:pathLst>
                <a:path w="535106" h="191932">
                  <a:moveTo>
                    <a:pt x="27431" y="191932"/>
                  </a:moveTo>
                  <a:lnTo>
                    <a:pt x="507674" y="191932"/>
                  </a:lnTo>
                  <a:lnTo>
                    <a:pt x="506570" y="191910"/>
                  </a:lnTo>
                  <a:lnTo>
                    <a:pt x="510981" y="191732"/>
                  </a:lnTo>
                  <a:lnTo>
                    <a:pt x="515306" y="190849"/>
                  </a:lnTo>
                  <a:lnTo>
                    <a:pt x="519434" y="189284"/>
                  </a:lnTo>
                  <a:lnTo>
                    <a:pt x="523258" y="187076"/>
                  </a:lnTo>
                  <a:lnTo>
                    <a:pt x="526677" y="184284"/>
                  </a:lnTo>
                  <a:lnTo>
                    <a:pt x="529605" y="180980"/>
                  </a:lnTo>
                  <a:lnTo>
                    <a:pt x="531964" y="177248"/>
                  </a:lnTo>
                  <a:lnTo>
                    <a:pt x="533695" y="173187"/>
                  </a:lnTo>
                  <a:lnTo>
                    <a:pt x="534751" y="168900"/>
                  </a:lnTo>
                  <a:lnTo>
                    <a:pt x="535106" y="164500"/>
                  </a:lnTo>
                  <a:lnTo>
                    <a:pt x="535106" y="27431"/>
                  </a:lnTo>
                  <a:lnTo>
                    <a:pt x="534751" y="23031"/>
                  </a:lnTo>
                  <a:lnTo>
                    <a:pt x="533695" y="18745"/>
                  </a:lnTo>
                  <a:lnTo>
                    <a:pt x="531964" y="14683"/>
                  </a:lnTo>
                  <a:lnTo>
                    <a:pt x="529605" y="10952"/>
                  </a:lnTo>
                  <a:lnTo>
                    <a:pt x="526677" y="7647"/>
                  </a:lnTo>
                  <a:lnTo>
                    <a:pt x="523258" y="4855"/>
                  </a:lnTo>
                  <a:lnTo>
                    <a:pt x="519434" y="2648"/>
                  </a:lnTo>
                  <a:lnTo>
                    <a:pt x="515306" y="1083"/>
                  </a:lnTo>
                  <a:lnTo>
                    <a:pt x="510981" y="200"/>
                  </a:lnTo>
                  <a:lnTo>
                    <a:pt x="50767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37" name="tx38">
              <a:extLst>
                <a:ext uri="{FF2B5EF4-FFF2-40B4-BE49-F238E27FC236}">
                  <a16:creationId xmlns:a16="http://schemas.microsoft.com/office/drawing/2014/main" id="{3EC1D309-DE89-CE29-F59D-F3D6754412E0}"/>
                </a:ext>
              </a:extLst>
            </p:cNvPr>
            <p:cNvSpPr/>
            <p:nvPr/>
          </p:nvSpPr>
          <p:spPr>
            <a:xfrm>
              <a:off x="17101598" y="19509406"/>
              <a:ext cx="665499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6738" name="pl39">
              <a:extLst>
                <a:ext uri="{FF2B5EF4-FFF2-40B4-BE49-F238E27FC236}">
                  <a16:creationId xmlns:a16="http://schemas.microsoft.com/office/drawing/2014/main" id="{EBEB1EFA-51AD-EA28-6B45-0D9CFFB3DF99}"/>
                </a:ext>
              </a:extLst>
            </p:cNvPr>
            <p:cNvSpPr/>
            <p:nvPr/>
          </p:nvSpPr>
          <p:spPr>
            <a:xfrm>
              <a:off x="15623710" y="14567339"/>
              <a:ext cx="0" cy="5736714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39" name="tx40">
              <a:extLst>
                <a:ext uri="{FF2B5EF4-FFF2-40B4-BE49-F238E27FC236}">
                  <a16:creationId xmlns:a16="http://schemas.microsoft.com/office/drawing/2014/main" id="{A1F1BF12-023D-A005-E570-F9F6BF4A36D1}"/>
                </a:ext>
              </a:extLst>
            </p:cNvPr>
            <p:cNvSpPr/>
            <p:nvPr/>
          </p:nvSpPr>
          <p:spPr>
            <a:xfrm>
              <a:off x="14846429" y="19539226"/>
              <a:ext cx="32630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36.5</a:t>
              </a:r>
            </a:p>
          </p:txBody>
        </p:sp>
        <p:sp>
          <p:nvSpPr>
            <p:cNvPr id="6740" name="tx41">
              <a:extLst>
                <a:ext uri="{FF2B5EF4-FFF2-40B4-BE49-F238E27FC236}">
                  <a16:creationId xmlns:a16="http://schemas.microsoft.com/office/drawing/2014/main" id="{2D63ECAC-0C09-BA30-FB22-B3BA47C91726}"/>
                </a:ext>
              </a:extLst>
            </p:cNvPr>
            <p:cNvSpPr/>
            <p:nvPr/>
          </p:nvSpPr>
          <p:spPr>
            <a:xfrm>
              <a:off x="15277595" y="19511657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41" name="tx42">
              <a:extLst>
                <a:ext uri="{FF2B5EF4-FFF2-40B4-BE49-F238E27FC236}">
                  <a16:creationId xmlns:a16="http://schemas.microsoft.com/office/drawing/2014/main" id="{BF33341F-0232-9415-0346-78EE63F7D4A1}"/>
                </a:ext>
              </a:extLst>
            </p:cNvPr>
            <p:cNvSpPr/>
            <p:nvPr/>
          </p:nvSpPr>
          <p:spPr>
            <a:xfrm>
              <a:off x="15373526" y="19539226"/>
              <a:ext cx="12097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742" name="tx43">
              <a:extLst>
                <a:ext uri="{FF2B5EF4-FFF2-40B4-BE49-F238E27FC236}">
                  <a16:creationId xmlns:a16="http://schemas.microsoft.com/office/drawing/2014/main" id="{48D56CE0-2365-1C57-C3A5-69DF6D134EA0}"/>
                </a:ext>
              </a:extLst>
            </p:cNvPr>
            <p:cNvSpPr/>
            <p:nvPr/>
          </p:nvSpPr>
          <p:spPr>
            <a:xfrm>
              <a:off x="14846429" y="18807429"/>
              <a:ext cx="32630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37.0</a:t>
              </a:r>
            </a:p>
          </p:txBody>
        </p:sp>
        <p:sp>
          <p:nvSpPr>
            <p:cNvPr id="6743" name="tx44">
              <a:extLst>
                <a:ext uri="{FF2B5EF4-FFF2-40B4-BE49-F238E27FC236}">
                  <a16:creationId xmlns:a16="http://schemas.microsoft.com/office/drawing/2014/main" id="{0C9E828D-E206-B870-F760-716F3ED9F7A4}"/>
                </a:ext>
              </a:extLst>
            </p:cNvPr>
            <p:cNvSpPr/>
            <p:nvPr/>
          </p:nvSpPr>
          <p:spPr>
            <a:xfrm>
              <a:off x="15277595" y="18779860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44" name="tx45">
              <a:extLst>
                <a:ext uri="{FF2B5EF4-FFF2-40B4-BE49-F238E27FC236}">
                  <a16:creationId xmlns:a16="http://schemas.microsoft.com/office/drawing/2014/main" id="{B8100AC0-0F37-590F-667E-2B76A2DE943F}"/>
                </a:ext>
              </a:extLst>
            </p:cNvPr>
            <p:cNvSpPr/>
            <p:nvPr/>
          </p:nvSpPr>
          <p:spPr>
            <a:xfrm>
              <a:off x="15373526" y="18807429"/>
              <a:ext cx="12097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745" name="tx46">
              <a:extLst>
                <a:ext uri="{FF2B5EF4-FFF2-40B4-BE49-F238E27FC236}">
                  <a16:creationId xmlns:a16="http://schemas.microsoft.com/office/drawing/2014/main" id="{C1C37F38-F765-BCE0-1110-799110F31576}"/>
                </a:ext>
              </a:extLst>
            </p:cNvPr>
            <p:cNvSpPr/>
            <p:nvPr/>
          </p:nvSpPr>
          <p:spPr>
            <a:xfrm>
              <a:off x="14846429" y="18075633"/>
              <a:ext cx="32630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37.5</a:t>
              </a:r>
            </a:p>
          </p:txBody>
        </p:sp>
        <p:sp>
          <p:nvSpPr>
            <p:cNvPr id="6746" name="tx47">
              <a:extLst>
                <a:ext uri="{FF2B5EF4-FFF2-40B4-BE49-F238E27FC236}">
                  <a16:creationId xmlns:a16="http://schemas.microsoft.com/office/drawing/2014/main" id="{094C3317-EA15-3F71-9610-3D746A4AA120}"/>
                </a:ext>
              </a:extLst>
            </p:cNvPr>
            <p:cNvSpPr/>
            <p:nvPr/>
          </p:nvSpPr>
          <p:spPr>
            <a:xfrm>
              <a:off x="15277595" y="18048062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47" name="tx48">
              <a:extLst>
                <a:ext uri="{FF2B5EF4-FFF2-40B4-BE49-F238E27FC236}">
                  <a16:creationId xmlns:a16="http://schemas.microsoft.com/office/drawing/2014/main" id="{91E61CB9-3111-DCEA-9FA7-279B6FF642A7}"/>
                </a:ext>
              </a:extLst>
            </p:cNvPr>
            <p:cNvSpPr/>
            <p:nvPr/>
          </p:nvSpPr>
          <p:spPr>
            <a:xfrm>
              <a:off x="15373526" y="18075633"/>
              <a:ext cx="12097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748" name="tx49">
              <a:extLst>
                <a:ext uri="{FF2B5EF4-FFF2-40B4-BE49-F238E27FC236}">
                  <a16:creationId xmlns:a16="http://schemas.microsoft.com/office/drawing/2014/main" id="{859C6FBF-7F3C-C77C-0F37-041BCBB861A3}"/>
                </a:ext>
              </a:extLst>
            </p:cNvPr>
            <p:cNvSpPr/>
            <p:nvPr/>
          </p:nvSpPr>
          <p:spPr>
            <a:xfrm>
              <a:off x="14846429" y="17343766"/>
              <a:ext cx="32630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38.0</a:t>
              </a:r>
            </a:p>
          </p:txBody>
        </p:sp>
        <p:sp>
          <p:nvSpPr>
            <p:cNvPr id="6749" name="tx50">
              <a:extLst>
                <a:ext uri="{FF2B5EF4-FFF2-40B4-BE49-F238E27FC236}">
                  <a16:creationId xmlns:a16="http://schemas.microsoft.com/office/drawing/2014/main" id="{090850E2-6810-3FC8-4E0F-8DA6D9531748}"/>
                </a:ext>
              </a:extLst>
            </p:cNvPr>
            <p:cNvSpPr/>
            <p:nvPr/>
          </p:nvSpPr>
          <p:spPr>
            <a:xfrm>
              <a:off x="15277595" y="17316196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50" name="tx51">
              <a:extLst>
                <a:ext uri="{FF2B5EF4-FFF2-40B4-BE49-F238E27FC236}">
                  <a16:creationId xmlns:a16="http://schemas.microsoft.com/office/drawing/2014/main" id="{33332126-9936-51AE-88BF-94F917B7A95B}"/>
                </a:ext>
              </a:extLst>
            </p:cNvPr>
            <p:cNvSpPr/>
            <p:nvPr/>
          </p:nvSpPr>
          <p:spPr>
            <a:xfrm>
              <a:off x="15373526" y="17343766"/>
              <a:ext cx="12097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751" name="tx52">
              <a:extLst>
                <a:ext uri="{FF2B5EF4-FFF2-40B4-BE49-F238E27FC236}">
                  <a16:creationId xmlns:a16="http://schemas.microsoft.com/office/drawing/2014/main" id="{D0E09186-9D99-1F8E-E647-426C23F4036B}"/>
                </a:ext>
              </a:extLst>
            </p:cNvPr>
            <p:cNvSpPr/>
            <p:nvPr/>
          </p:nvSpPr>
          <p:spPr>
            <a:xfrm>
              <a:off x="14808158" y="16611969"/>
              <a:ext cx="32630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38.5</a:t>
              </a:r>
            </a:p>
          </p:txBody>
        </p:sp>
        <p:sp>
          <p:nvSpPr>
            <p:cNvPr id="6752" name="tx53">
              <a:extLst>
                <a:ext uri="{FF2B5EF4-FFF2-40B4-BE49-F238E27FC236}">
                  <a16:creationId xmlns:a16="http://schemas.microsoft.com/office/drawing/2014/main" id="{5A3566B1-50C2-FC50-9A52-E5659E1E8D42}"/>
                </a:ext>
              </a:extLst>
            </p:cNvPr>
            <p:cNvSpPr/>
            <p:nvPr/>
          </p:nvSpPr>
          <p:spPr>
            <a:xfrm>
              <a:off x="15244739" y="16584400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53" name="tx54">
              <a:extLst>
                <a:ext uri="{FF2B5EF4-FFF2-40B4-BE49-F238E27FC236}">
                  <a16:creationId xmlns:a16="http://schemas.microsoft.com/office/drawing/2014/main" id="{CCC1116D-1592-9B21-7A76-12BA197D8AC0}"/>
                </a:ext>
              </a:extLst>
            </p:cNvPr>
            <p:cNvSpPr/>
            <p:nvPr/>
          </p:nvSpPr>
          <p:spPr>
            <a:xfrm>
              <a:off x="15373526" y="16611969"/>
              <a:ext cx="12097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754" name="tx55">
              <a:extLst>
                <a:ext uri="{FF2B5EF4-FFF2-40B4-BE49-F238E27FC236}">
                  <a16:creationId xmlns:a16="http://schemas.microsoft.com/office/drawing/2014/main" id="{EF866F13-729C-A005-9353-BB199500ECDB}"/>
                </a:ext>
              </a:extLst>
            </p:cNvPr>
            <p:cNvSpPr/>
            <p:nvPr/>
          </p:nvSpPr>
          <p:spPr>
            <a:xfrm>
              <a:off x="14808158" y="15880240"/>
              <a:ext cx="32630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39.0</a:t>
              </a:r>
            </a:p>
          </p:txBody>
        </p:sp>
        <p:sp>
          <p:nvSpPr>
            <p:cNvPr id="6755" name="tx56">
              <a:extLst>
                <a:ext uri="{FF2B5EF4-FFF2-40B4-BE49-F238E27FC236}">
                  <a16:creationId xmlns:a16="http://schemas.microsoft.com/office/drawing/2014/main" id="{A8A4E603-2786-D2CD-3A34-8BC13670C69D}"/>
                </a:ext>
              </a:extLst>
            </p:cNvPr>
            <p:cNvSpPr/>
            <p:nvPr/>
          </p:nvSpPr>
          <p:spPr>
            <a:xfrm>
              <a:off x="15244739" y="15852670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56" name="tx57">
              <a:extLst>
                <a:ext uri="{FF2B5EF4-FFF2-40B4-BE49-F238E27FC236}">
                  <a16:creationId xmlns:a16="http://schemas.microsoft.com/office/drawing/2014/main" id="{10E994AD-7445-9159-A84C-A28DAD92CF2A}"/>
                </a:ext>
              </a:extLst>
            </p:cNvPr>
            <p:cNvSpPr/>
            <p:nvPr/>
          </p:nvSpPr>
          <p:spPr>
            <a:xfrm>
              <a:off x="15373526" y="15880240"/>
              <a:ext cx="12097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757" name="tx58">
              <a:extLst>
                <a:ext uri="{FF2B5EF4-FFF2-40B4-BE49-F238E27FC236}">
                  <a16:creationId xmlns:a16="http://schemas.microsoft.com/office/drawing/2014/main" id="{54D2CF0E-DF1F-1CA0-049F-CB97F9B96879}"/>
                </a:ext>
              </a:extLst>
            </p:cNvPr>
            <p:cNvSpPr/>
            <p:nvPr/>
          </p:nvSpPr>
          <p:spPr>
            <a:xfrm>
              <a:off x="14774421" y="15148443"/>
              <a:ext cx="32630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39.5</a:t>
              </a:r>
            </a:p>
          </p:txBody>
        </p:sp>
        <p:sp>
          <p:nvSpPr>
            <p:cNvPr id="6758" name="tx59">
              <a:extLst>
                <a:ext uri="{FF2B5EF4-FFF2-40B4-BE49-F238E27FC236}">
                  <a16:creationId xmlns:a16="http://schemas.microsoft.com/office/drawing/2014/main" id="{7AE9B539-E6C3-D057-AC12-AB812D0C0D4E}"/>
                </a:ext>
              </a:extLst>
            </p:cNvPr>
            <p:cNvSpPr/>
            <p:nvPr/>
          </p:nvSpPr>
          <p:spPr>
            <a:xfrm>
              <a:off x="15205586" y="1512087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59" name="tx60">
              <a:extLst>
                <a:ext uri="{FF2B5EF4-FFF2-40B4-BE49-F238E27FC236}">
                  <a16:creationId xmlns:a16="http://schemas.microsoft.com/office/drawing/2014/main" id="{1BDAB741-5A89-BDDC-19D4-5E332C4BBA4E}"/>
                </a:ext>
              </a:extLst>
            </p:cNvPr>
            <p:cNvSpPr/>
            <p:nvPr/>
          </p:nvSpPr>
          <p:spPr>
            <a:xfrm>
              <a:off x="15373526" y="15148443"/>
              <a:ext cx="12097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760" name="pl61">
              <a:extLst>
                <a:ext uri="{FF2B5EF4-FFF2-40B4-BE49-F238E27FC236}">
                  <a16:creationId xmlns:a16="http://schemas.microsoft.com/office/drawing/2014/main" id="{589C005B-5432-FC2F-182F-52C2315C62D4}"/>
                </a:ext>
              </a:extLst>
            </p:cNvPr>
            <p:cNvSpPr/>
            <p:nvPr/>
          </p:nvSpPr>
          <p:spPr>
            <a:xfrm>
              <a:off x="15571522" y="19600880"/>
              <a:ext cx="5219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61" name="pl62">
              <a:extLst>
                <a:ext uri="{FF2B5EF4-FFF2-40B4-BE49-F238E27FC236}">
                  <a16:creationId xmlns:a16="http://schemas.microsoft.com/office/drawing/2014/main" id="{C65B36CC-B50C-70C8-D3BF-AC7AE4123125}"/>
                </a:ext>
              </a:extLst>
            </p:cNvPr>
            <p:cNvSpPr/>
            <p:nvPr/>
          </p:nvSpPr>
          <p:spPr>
            <a:xfrm>
              <a:off x="15571522" y="18869083"/>
              <a:ext cx="5219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62" name="pl63">
              <a:extLst>
                <a:ext uri="{FF2B5EF4-FFF2-40B4-BE49-F238E27FC236}">
                  <a16:creationId xmlns:a16="http://schemas.microsoft.com/office/drawing/2014/main" id="{8C8DA631-55A8-9160-8A69-29311E5EC7A3}"/>
                </a:ext>
              </a:extLst>
            </p:cNvPr>
            <p:cNvSpPr/>
            <p:nvPr/>
          </p:nvSpPr>
          <p:spPr>
            <a:xfrm>
              <a:off x="15571522" y="18137285"/>
              <a:ext cx="5219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63" name="pl64">
              <a:extLst>
                <a:ext uri="{FF2B5EF4-FFF2-40B4-BE49-F238E27FC236}">
                  <a16:creationId xmlns:a16="http://schemas.microsoft.com/office/drawing/2014/main" id="{92C11737-ADD0-044A-5546-8600AE70C20D}"/>
                </a:ext>
              </a:extLst>
            </p:cNvPr>
            <p:cNvSpPr/>
            <p:nvPr/>
          </p:nvSpPr>
          <p:spPr>
            <a:xfrm>
              <a:off x="15571522" y="17405488"/>
              <a:ext cx="5219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64" name="pl65">
              <a:extLst>
                <a:ext uri="{FF2B5EF4-FFF2-40B4-BE49-F238E27FC236}">
                  <a16:creationId xmlns:a16="http://schemas.microsoft.com/office/drawing/2014/main" id="{A4F3EC24-6CDD-B3F3-F190-99655208EE4E}"/>
                </a:ext>
              </a:extLst>
            </p:cNvPr>
            <p:cNvSpPr/>
            <p:nvPr/>
          </p:nvSpPr>
          <p:spPr>
            <a:xfrm>
              <a:off x="15571522" y="16673690"/>
              <a:ext cx="5219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65" name="pl66">
              <a:extLst>
                <a:ext uri="{FF2B5EF4-FFF2-40B4-BE49-F238E27FC236}">
                  <a16:creationId xmlns:a16="http://schemas.microsoft.com/office/drawing/2014/main" id="{CAE5FDDE-2E28-FC50-C8F3-8C1C0519FDBA}"/>
                </a:ext>
              </a:extLst>
            </p:cNvPr>
            <p:cNvSpPr/>
            <p:nvPr/>
          </p:nvSpPr>
          <p:spPr>
            <a:xfrm>
              <a:off x="15571522" y="15941893"/>
              <a:ext cx="5219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66" name="pl67">
              <a:extLst>
                <a:ext uri="{FF2B5EF4-FFF2-40B4-BE49-F238E27FC236}">
                  <a16:creationId xmlns:a16="http://schemas.microsoft.com/office/drawing/2014/main" id="{5C0C5E13-B61E-C53C-DE1B-B78AE2FD2B87}"/>
                </a:ext>
              </a:extLst>
            </p:cNvPr>
            <p:cNvSpPr/>
            <p:nvPr/>
          </p:nvSpPr>
          <p:spPr>
            <a:xfrm>
              <a:off x="15571522" y="15210095"/>
              <a:ext cx="5219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67" name="pl68">
              <a:extLst>
                <a:ext uri="{FF2B5EF4-FFF2-40B4-BE49-F238E27FC236}">
                  <a16:creationId xmlns:a16="http://schemas.microsoft.com/office/drawing/2014/main" id="{8692459F-87A8-EA05-EBD1-FF0612189E51}"/>
                </a:ext>
              </a:extLst>
            </p:cNvPr>
            <p:cNvSpPr/>
            <p:nvPr/>
          </p:nvSpPr>
          <p:spPr>
            <a:xfrm>
              <a:off x="15623710" y="20304053"/>
              <a:ext cx="5876348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68" name="pl69">
              <a:extLst>
                <a:ext uri="{FF2B5EF4-FFF2-40B4-BE49-F238E27FC236}">
                  <a16:creationId xmlns:a16="http://schemas.microsoft.com/office/drawing/2014/main" id="{66A47A0A-D41A-0A99-66DA-6A6C4070BD7A}"/>
                </a:ext>
              </a:extLst>
            </p:cNvPr>
            <p:cNvSpPr/>
            <p:nvPr/>
          </p:nvSpPr>
          <p:spPr>
            <a:xfrm>
              <a:off x="16611785" y="20304058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000"/>
            </a:p>
          </p:txBody>
        </p:sp>
        <p:sp>
          <p:nvSpPr>
            <p:cNvPr id="6769" name="pl70">
              <a:extLst>
                <a:ext uri="{FF2B5EF4-FFF2-40B4-BE49-F238E27FC236}">
                  <a16:creationId xmlns:a16="http://schemas.microsoft.com/office/drawing/2014/main" id="{4965E2BA-5472-6849-18F8-158A812CC409}"/>
                </a:ext>
              </a:extLst>
            </p:cNvPr>
            <p:cNvSpPr/>
            <p:nvPr/>
          </p:nvSpPr>
          <p:spPr>
            <a:xfrm>
              <a:off x="17765438" y="20304058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000"/>
            </a:p>
          </p:txBody>
        </p:sp>
        <p:sp>
          <p:nvSpPr>
            <p:cNvPr id="6770" name="pl71">
              <a:extLst>
                <a:ext uri="{FF2B5EF4-FFF2-40B4-BE49-F238E27FC236}">
                  <a16:creationId xmlns:a16="http://schemas.microsoft.com/office/drawing/2014/main" id="{4E4AE61F-7BA4-7D13-A6A7-ABBF67A86C53}"/>
                </a:ext>
              </a:extLst>
            </p:cNvPr>
            <p:cNvSpPr/>
            <p:nvPr/>
          </p:nvSpPr>
          <p:spPr>
            <a:xfrm>
              <a:off x="18919091" y="20304058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000"/>
            </a:p>
          </p:txBody>
        </p:sp>
        <p:sp>
          <p:nvSpPr>
            <p:cNvPr id="6771" name="pl72">
              <a:extLst>
                <a:ext uri="{FF2B5EF4-FFF2-40B4-BE49-F238E27FC236}">
                  <a16:creationId xmlns:a16="http://schemas.microsoft.com/office/drawing/2014/main" id="{5905A118-2A61-74AA-AC8A-9004004995A6}"/>
                </a:ext>
              </a:extLst>
            </p:cNvPr>
            <p:cNvSpPr/>
            <p:nvPr/>
          </p:nvSpPr>
          <p:spPr>
            <a:xfrm>
              <a:off x="20072745" y="20304058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000"/>
            </a:p>
          </p:txBody>
        </p:sp>
        <p:sp>
          <p:nvSpPr>
            <p:cNvPr id="6772" name="pl73">
              <a:extLst>
                <a:ext uri="{FF2B5EF4-FFF2-40B4-BE49-F238E27FC236}">
                  <a16:creationId xmlns:a16="http://schemas.microsoft.com/office/drawing/2014/main" id="{448AC6C2-7D41-CF4E-54A5-F006A100CF77}"/>
                </a:ext>
              </a:extLst>
            </p:cNvPr>
            <p:cNvSpPr/>
            <p:nvPr/>
          </p:nvSpPr>
          <p:spPr>
            <a:xfrm>
              <a:off x="21226398" y="20304058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000"/>
            </a:p>
          </p:txBody>
        </p:sp>
        <p:sp>
          <p:nvSpPr>
            <p:cNvPr id="6773" name="tx74">
              <a:extLst>
                <a:ext uri="{FF2B5EF4-FFF2-40B4-BE49-F238E27FC236}">
                  <a16:creationId xmlns:a16="http://schemas.microsoft.com/office/drawing/2014/main" id="{E9961BDA-D0E6-1F50-D417-1E40B0DD1023}"/>
                </a:ext>
              </a:extLst>
            </p:cNvPr>
            <p:cNvSpPr/>
            <p:nvPr/>
          </p:nvSpPr>
          <p:spPr>
            <a:xfrm>
              <a:off x="16316075" y="20517093"/>
              <a:ext cx="18653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6774" name="tx75">
              <a:extLst>
                <a:ext uri="{FF2B5EF4-FFF2-40B4-BE49-F238E27FC236}">
                  <a16:creationId xmlns:a16="http://schemas.microsoft.com/office/drawing/2014/main" id="{BD808131-9277-4AC0-85A7-9549CFFA96A3}"/>
                </a:ext>
              </a:extLst>
            </p:cNvPr>
            <p:cNvSpPr/>
            <p:nvPr/>
          </p:nvSpPr>
          <p:spPr>
            <a:xfrm>
              <a:off x="16592450" y="2048952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75" name="tx76">
              <a:extLst>
                <a:ext uri="{FF2B5EF4-FFF2-40B4-BE49-F238E27FC236}">
                  <a16:creationId xmlns:a16="http://schemas.microsoft.com/office/drawing/2014/main" id="{9FFCD26E-9CF2-081F-CD3E-2856A42DC4A7}"/>
                </a:ext>
              </a:extLst>
            </p:cNvPr>
            <p:cNvSpPr/>
            <p:nvPr/>
          </p:nvSpPr>
          <p:spPr>
            <a:xfrm>
              <a:off x="16776515" y="20517093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776" name="tx77">
              <a:extLst>
                <a:ext uri="{FF2B5EF4-FFF2-40B4-BE49-F238E27FC236}">
                  <a16:creationId xmlns:a16="http://schemas.microsoft.com/office/drawing/2014/main" id="{6B9D086C-8B20-61BB-3B77-3CDAD9D83E8F}"/>
                </a:ext>
              </a:extLst>
            </p:cNvPr>
            <p:cNvSpPr/>
            <p:nvPr/>
          </p:nvSpPr>
          <p:spPr>
            <a:xfrm>
              <a:off x="17468204" y="20517093"/>
              <a:ext cx="18653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6777" name="tx78">
              <a:extLst>
                <a:ext uri="{FF2B5EF4-FFF2-40B4-BE49-F238E27FC236}">
                  <a16:creationId xmlns:a16="http://schemas.microsoft.com/office/drawing/2014/main" id="{A6F87EA8-038C-5456-9441-D5AB71A12508}"/>
                </a:ext>
              </a:extLst>
            </p:cNvPr>
            <p:cNvSpPr/>
            <p:nvPr/>
          </p:nvSpPr>
          <p:spPr>
            <a:xfrm>
              <a:off x="17746103" y="2048952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78" name="tx79">
              <a:extLst>
                <a:ext uri="{FF2B5EF4-FFF2-40B4-BE49-F238E27FC236}">
                  <a16:creationId xmlns:a16="http://schemas.microsoft.com/office/drawing/2014/main" id="{94E16882-BA4A-0187-0D59-6DEA17295FA6}"/>
                </a:ext>
              </a:extLst>
            </p:cNvPr>
            <p:cNvSpPr/>
            <p:nvPr/>
          </p:nvSpPr>
          <p:spPr>
            <a:xfrm>
              <a:off x="17928644" y="20517093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779" name="tx80">
              <a:extLst>
                <a:ext uri="{FF2B5EF4-FFF2-40B4-BE49-F238E27FC236}">
                  <a16:creationId xmlns:a16="http://schemas.microsoft.com/office/drawing/2014/main" id="{D2615C24-D83E-96E5-DC34-EF1F44CE5C1B}"/>
                </a:ext>
              </a:extLst>
            </p:cNvPr>
            <p:cNvSpPr/>
            <p:nvPr/>
          </p:nvSpPr>
          <p:spPr>
            <a:xfrm>
              <a:off x="18620332" y="20517093"/>
              <a:ext cx="18653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780" name="tx81">
              <a:extLst>
                <a:ext uri="{FF2B5EF4-FFF2-40B4-BE49-F238E27FC236}">
                  <a16:creationId xmlns:a16="http://schemas.microsoft.com/office/drawing/2014/main" id="{DAF94A10-B88A-0BA5-531D-DA67BDF5F35B}"/>
                </a:ext>
              </a:extLst>
            </p:cNvPr>
            <p:cNvSpPr/>
            <p:nvPr/>
          </p:nvSpPr>
          <p:spPr>
            <a:xfrm>
              <a:off x="18899756" y="2048952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81" name="tx82">
              <a:extLst>
                <a:ext uri="{FF2B5EF4-FFF2-40B4-BE49-F238E27FC236}">
                  <a16:creationId xmlns:a16="http://schemas.microsoft.com/office/drawing/2014/main" id="{028E92DF-C2C3-8722-60CE-04383F29B392}"/>
                </a:ext>
              </a:extLst>
            </p:cNvPr>
            <p:cNvSpPr/>
            <p:nvPr/>
          </p:nvSpPr>
          <p:spPr>
            <a:xfrm>
              <a:off x="19080772" y="20517093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782" name="tx83">
              <a:extLst>
                <a:ext uri="{FF2B5EF4-FFF2-40B4-BE49-F238E27FC236}">
                  <a16:creationId xmlns:a16="http://schemas.microsoft.com/office/drawing/2014/main" id="{85817044-44EB-5B86-0018-D3A0E7510511}"/>
                </a:ext>
              </a:extLst>
            </p:cNvPr>
            <p:cNvSpPr/>
            <p:nvPr/>
          </p:nvSpPr>
          <p:spPr>
            <a:xfrm>
              <a:off x="19772459" y="20517093"/>
              <a:ext cx="18653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6783" name="tx84">
              <a:extLst>
                <a:ext uri="{FF2B5EF4-FFF2-40B4-BE49-F238E27FC236}">
                  <a16:creationId xmlns:a16="http://schemas.microsoft.com/office/drawing/2014/main" id="{CB632056-4E87-78E1-DA24-8F227BB28AD5}"/>
                </a:ext>
              </a:extLst>
            </p:cNvPr>
            <p:cNvSpPr/>
            <p:nvPr/>
          </p:nvSpPr>
          <p:spPr>
            <a:xfrm>
              <a:off x="20053409" y="2048952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84" name="tx85">
              <a:extLst>
                <a:ext uri="{FF2B5EF4-FFF2-40B4-BE49-F238E27FC236}">
                  <a16:creationId xmlns:a16="http://schemas.microsoft.com/office/drawing/2014/main" id="{550BC0F5-821A-E124-5609-556787870F39}"/>
                </a:ext>
              </a:extLst>
            </p:cNvPr>
            <p:cNvSpPr/>
            <p:nvPr/>
          </p:nvSpPr>
          <p:spPr>
            <a:xfrm>
              <a:off x="20232899" y="20517093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785" name="tx86">
              <a:extLst>
                <a:ext uri="{FF2B5EF4-FFF2-40B4-BE49-F238E27FC236}">
                  <a16:creationId xmlns:a16="http://schemas.microsoft.com/office/drawing/2014/main" id="{EAE3792C-EC4F-EDD6-7551-43F8FC9718DD}"/>
                </a:ext>
              </a:extLst>
            </p:cNvPr>
            <p:cNvSpPr/>
            <p:nvPr/>
          </p:nvSpPr>
          <p:spPr>
            <a:xfrm>
              <a:off x="20924588" y="20517093"/>
              <a:ext cx="18653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6786" name="tx87">
              <a:extLst>
                <a:ext uri="{FF2B5EF4-FFF2-40B4-BE49-F238E27FC236}">
                  <a16:creationId xmlns:a16="http://schemas.microsoft.com/office/drawing/2014/main" id="{89D7072D-F97F-566A-13BC-251847F3A190}"/>
                </a:ext>
              </a:extLst>
            </p:cNvPr>
            <p:cNvSpPr/>
            <p:nvPr/>
          </p:nvSpPr>
          <p:spPr>
            <a:xfrm>
              <a:off x="21207062" y="2048952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87" name="tx88">
              <a:extLst>
                <a:ext uri="{FF2B5EF4-FFF2-40B4-BE49-F238E27FC236}">
                  <a16:creationId xmlns:a16="http://schemas.microsoft.com/office/drawing/2014/main" id="{8C1C852A-A3E8-1EDC-B32B-5135C6BDF3BE}"/>
                </a:ext>
              </a:extLst>
            </p:cNvPr>
            <p:cNvSpPr/>
            <p:nvPr/>
          </p:nvSpPr>
          <p:spPr>
            <a:xfrm>
              <a:off x="21385028" y="20517093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788" name="tx89">
              <a:extLst>
                <a:ext uri="{FF2B5EF4-FFF2-40B4-BE49-F238E27FC236}">
                  <a16:creationId xmlns:a16="http://schemas.microsoft.com/office/drawing/2014/main" id="{4F676338-AD2B-F9B5-A58B-29CE1CADD5DA}"/>
                </a:ext>
              </a:extLst>
            </p:cNvPr>
            <p:cNvSpPr/>
            <p:nvPr/>
          </p:nvSpPr>
          <p:spPr>
            <a:xfrm>
              <a:off x="18101506" y="20736077"/>
              <a:ext cx="920754" cy="15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6789" name="tx90">
              <a:extLst>
                <a:ext uri="{FF2B5EF4-FFF2-40B4-BE49-F238E27FC236}">
                  <a16:creationId xmlns:a16="http://schemas.microsoft.com/office/drawing/2014/main" id="{BF1ECE5F-D91A-3BE4-80F2-459A5F4C4778}"/>
                </a:ext>
              </a:extLst>
            </p:cNvPr>
            <p:cNvSpPr/>
            <p:nvPr/>
          </p:nvSpPr>
          <p:spPr>
            <a:xfrm rot="16200000">
              <a:off x="14260691" y="17360537"/>
              <a:ext cx="745739" cy="15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6790" name="rc91">
              <a:extLst>
                <a:ext uri="{FF2B5EF4-FFF2-40B4-BE49-F238E27FC236}">
                  <a16:creationId xmlns:a16="http://schemas.microsoft.com/office/drawing/2014/main" id="{423DBAF1-5A7D-314F-6A27-C2FB68A32539}"/>
                </a:ext>
              </a:extLst>
            </p:cNvPr>
            <p:cNvSpPr/>
            <p:nvPr/>
          </p:nvSpPr>
          <p:spPr>
            <a:xfrm>
              <a:off x="21708826" y="16522409"/>
              <a:ext cx="1620560" cy="18265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6791" name="tx92">
              <a:extLst>
                <a:ext uri="{FF2B5EF4-FFF2-40B4-BE49-F238E27FC236}">
                  <a16:creationId xmlns:a16="http://schemas.microsoft.com/office/drawing/2014/main" id="{7D64C4BA-68FF-E4E3-7128-CD8024698431}"/>
                </a:ext>
              </a:extLst>
            </p:cNvPr>
            <p:cNvSpPr/>
            <p:nvPr/>
          </p:nvSpPr>
          <p:spPr>
            <a:xfrm>
              <a:off x="21813215" y="16559612"/>
              <a:ext cx="361005" cy="15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6792" name="rc93">
              <a:extLst>
                <a:ext uri="{FF2B5EF4-FFF2-40B4-BE49-F238E27FC236}">
                  <a16:creationId xmlns:a16="http://schemas.microsoft.com/office/drawing/2014/main" id="{DB8B17E0-C157-AA38-47F3-564C89FA2E05}"/>
                </a:ext>
              </a:extLst>
            </p:cNvPr>
            <p:cNvSpPr/>
            <p:nvPr/>
          </p:nvSpPr>
          <p:spPr>
            <a:xfrm>
              <a:off x="21813215" y="16927864"/>
              <a:ext cx="329183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6793" name="pt94">
              <a:extLst>
                <a:ext uri="{FF2B5EF4-FFF2-40B4-BE49-F238E27FC236}">
                  <a16:creationId xmlns:a16="http://schemas.microsoft.com/office/drawing/2014/main" id="{20BBDD73-3702-468C-6F36-3564AB40B55A}"/>
                </a:ext>
              </a:extLst>
            </p:cNvPr>
            <p:cNvSpPr/>
            <p:nvPr/>
          </p:nvSpPr>
          <p:spPr>
            <a:xfrm>
              <a:off x="21716998" y="16847641"/>
              <a:ext cx="365760" cy="36576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17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95" name="rc96">
              <a:extLst>
                <a:ext uri="{FF2B5EF4-FFF2-40B4-BE49-F238E27FC236}">
                  <a16:creationId xmlns:a16="http://schemas.microsoft.com/office/drawing/2014/main" id="{DE9BAC60-C116-BA73-2DC7-873438AA5679}"/>
                </a:ext>
              </a:extLst>
            </p:cNvPr>
            <p:cNvSpPr/>
            <p:nvPr/>
          </p:nvSpPr>
          <p:spPr>
            <a:xfrm>
              <a:off x="21716998" y="17351696"/>
              <a:ext cx="365760" cy="365760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97" name="pg98">
              <a:extLst>
                <a:ext uri="{FF2B5EF4-FFF2-40B4-BE49-F238E27FC236}">
                  <a16:creationId xmlns:a16="http://schemas.microsoft.com/office/drawing/2014/main" id="{9466ADD9-1A0A-5C34-1B56-B4D4C353A8F6}"/>
                </a:ext>
              </a:extLst>
            </p:cNvPr>
            <p:cNvSpPr/>
            <p:nvPr/>
          </p:nvSpPr>
          <p:spPr>
            <a:xfrm>
              <a:off x="21691920" y="17850032"/>
              <a:ext cx="457200" cy="365760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99" name="pg100">
              <a:extLst>
                <a:ext uri="{FF2B5EF4-FFF2-40B4-BE49-F238E27FC236}">
                  <a16:creationId xmlns:a16="http://schemas.microsoft.com/office/drawing/2014/main" id="{D6C0BE88-BB17-22D9-C546-A786FF94C9C7}"/>
                </a:ext>
              </a:extLst>
            </p:cNvPr>
            <p:cNvSpPr/>
            <p:nvPr/>
          </p:nvSpPr>
          <p:spPr>
            <a:xfrm>
              <a:off x="21691920" y="18354088"/>
              <a:ext cx="457200" cy="365760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800" name="tx101">
              <a:extLst>
                <a:ext uri="{FF2B5EF4-FFF2-40B4-BE49-F238E27FC236}">
                  <a16:creationId xmlns:a16="http://schemas.microsoft.com/office/drawing/2014/main" id="{8151516B-C9A8-B1CF-5C43-0CC23529C006}"/>
                </a:ext>
              </a:extLst>
            </p:cNvPr>
            <p:cNvSpPr/>
            <p:nvPr/>
          </p:nvSpPr>
          <p:spPr>
            <a:xfrm>
              <a:off x="22411497" y="17032380"/>
              <a:ext cx="745739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Seascape</a:t>
              </a:r>
            </a:p>
          </p:txBody>
        </p:sp>
        <p:sp>
          <p:nvSpPr>
            <p:cNvPr id="6801" name="tx102">
              <a:extLst>
                <a:ext uri="{FF2B5EF4-FFF2-40B4-BE49-F238E27FC236}">
                  <a16:creationId xmlns:a16="http://schemas.microsoft.com/office/drawing/2014/main" id="{11282455-5977-64A0-4FA8-694E2B078C36}"/>
                </a:ext>
              </a:extLst>
            </p:cNvPr>
            <p:cNvSpPr/>
            <p:nvPr/>
          </p:nvSpPr>
          <p:spPr>
            <a:xfrm>
              <a:off x="22509164" y="17567721"/>
              <a:ext cx="97822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</a:t>
              </a:r>
            </a:p>
          </p:txBody>
        </p:sp>
        <p:sp>
          <p:nvSpPr>
            <p:cNvPr id="6802" name="tx103">
              <a:extLst>
                <a:ext uri="{FF2B5EF4-FFF2-40B4-BE49-F238E27FC236}">
                  <a16:creationId xmlns:a16="http://schemas.microsoft.com/office/drawing/2014/main" id="{8A855F02-D302-DAFB-5FC5-C1B4B9267543}"/>
                </a:ext>
              </a:extLst>
            </p:cNvPr>
            <p:cNvSpPr/>
            <p:nvPr/>
          </p:nvSpPr>
          <p:spPr>
            <a:xfrm>
              <a:off x="22449211" y="18095640"/>
              <a:ext cx="708020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6803" name="tx104">
              <a:extLst>
                <a:ext uri="{FF2B5EF4-FFF2-40B4-BE49-F238E27FC236}">
                  <a16:creationId xmlns:a16="http://schemas.microsoft.com/office/drawing/2014/main" id="{684DBFF6-65BF-8CE4-69C6-009F648EFF55}"/>
                </a:ext>
              </a:extLst>
            </p:cNvPr>
            <p:cNvSpPr/>
            <p:nvPr/>
          </p:nvSpPr>
          <p:spPr>
            <a:xfrm>
              <a:off x="22447022" y="18599697"/>
              <a:ext cx="78222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253" name="Conector reto 3252">
              <a:extLst>
                <a:ext uri="{FF2B5EF4-FFF2-40B4-BE49-F238E27FC236}">
                  <a16:creationId xmlns:a16="http://schemas.microsoft.com/office/drawing/2014/main" id="{2380A1B4-7B81-4C97-971D-45BFE3DDA0BF}"/>
                </a:ext>
              </a:extLst>
            </p:cNvPr>
            <p:cNvSpPr/>
            <p:nvPr/>
          </p:nvSpPr>
          <p:spPr>
            <a:xfrm rot="-1435982">
              <a:off x="9945205" y="15722965"/>
              <a:ext cx="5931153" cy="84494"/>
            </a:xfrm>
            <a:prstGeom prst="line">
              <a:avLst/>
            </a:prstGeom>
            <a:solidFill>
              <a:srgbClr val="000000">
                <a:alpha val="5000"/>
              </a:srgbClr>
            </a:solidFill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rtlCol="0" anchor="ctr" anchorCtr="1"/>
            <a:lstStyle/>
            <a:p>
              <a:endParaRPr lang="en-US" sz="4837">
                <a:solidFill>
                  <a:srgbClr val="000000"/>
                </a:solidFill>
              </a:endParaRPr>
            </a:p>
          </p:txBody>
        </p:sp>
        <p:sp>
          <p:nvSpPr>
            <p:cNvPr id="3254" name="Straight Connector 3253">
              <a:extLst>
                <a:ext uri="{FF2B5EF4-FFF2-40B4-BE49-F238E27FC236}">
                  <a16:creationId xmlns:a16="http://schemas.microsoft.com/office/drawing/2014/main" id="{0BEC1FD2-E99F-4C48-B1C5-7B51DE41E969}"/>
                </a:ext>
              </a:extLst>
            </p:cNvPr>
            <p:cNvSpPr/>
            <p:nvPr/>
          </p:nvSpPr>
          <p:spPr>
            <a:xfrm rot="1514043" flipV="1">
              <a:off x="9909048" y="19006946"/>
              <a:ext cx="6011778" cy="21233"/>
            </a:xfrm>
            <a:prstGeom prst="line">
              <a:avLst/>
            </a:prstGeom>
            <a:solidFill>
              <a:srgbClr val="000000">
                <a:alpha val="5000"/>
              </a:srgbClr>
            </a:solidFill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rtlCol="0" anchor="ctr" anchorCtr="1"/>
            <a:lstStyle/>
            <a:p>
              <a:endParaRPr lang="en-US" sz="4837">
                <a:solidFill>
                  <a:srgbClr val="0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97266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66D2-8919-C48C-E10F-082369699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2" name="Group 3291">
            <a:extLst>
              <a:ext uri="{FF2B5EF4-FFF2-40B4-BE49-F238E27FC236}">
                <a16:creationId xmlns:a16="http://schemas.microsoft.com/office/drawing/2014/main" id="{2E92926D-8958-33F1-B597-571647D985AE}"/>
              </a:ext>
            </a:extLst>
          </p:cNvPr>
          <p:cNvGrpSpPr/>
          <p:nvPr/>
        </p:nvGrpSpPr>
        <p:grpSpPr>
          <a:xfrm>
            <a:off x="19238912" y="5437594"/>
            <a:ext cx="2448272" cy="2610462"/>
            <a:chOff x="13284038" y="7444499"/>
            <a:chExt cx="2448272" cy="2610462"/>
          </a:xfrm>
        </p:grpSpPr>
        <p:sp>
          <p:nvSpPr>
            <p:cNvPr id="1657" name="pl35">
              <a:extLst>
                <a:ext uri="{FF2B5EF4-FFF2-40B4-BE49-F238E27FC236}">
                  <a16:creationId xmlns:a16="http://schemas.microsoft.com/office/drawing/2014/main" id="{E29BB174-AAA1-6C5C-5964-B0763ABC205E}"/>
                </a:ext>
              </a:extLst>
            </p:cNvPr>
            <p:cNvSpPr/>
            <p:nvPr/>
          </p:nvSpPr>
          <p:spPr>
            <a:xfrm>
              <a:off x="13405053" y="7919573"/>
              <a:ext cx="64608" cy="48288"/>
            </a:xfrm>
            <a:custGeom>
              <a:avLst/>
              <a:gdLst/>
              <a:ahLst/>
              <a:cxnLst/>
              <a:rect l="0" t="0" r="0" b="0"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400"/>
            </a:p>
          </p:txBody>
        </p:sp>
        <p:sp>
          <p:nvSpPr>
            <p:cNvPr id="1610" name="tx92">
              <a:extLst>
                <a:ext uri="{FF2B5EF4-FFF2-40B4-BE49-F238E27FC236}">
                  <a16:creationId xmlns:a16="http://schemas.microsoft.com/office/drawing/2014/main" id="{E96FEDC2-1C30-ADDD-198A-3EF469BC9707}"/>
                </a:ext>
              </a:extLst>
            </p:cNvPr>
            <p:cNvSpPr/>
            <p:nvPr/>
          </p:nvSpPr>
          <p:spPr>
            <a:xfrm>
              <a:off x="13834456" y="7444499"/>
              <a:ext cx="673718" cy="2559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Type</a:t>
              </a:r>
              <a:endPara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611" name="rc93">
              <a:extLst>
                <a:ext uri="{FF2B5EF4-FFF2-40B4-BE49-F238E27FC236}">
                  <a16:creationId xmlns:a16="http://schemas.microsoft.com/office/drawing/2014/main" id="{92EB5C99-AC46-0274-1314-4A8CB40A3203}"/>
                </a:ext>
              </a:extLst>
            </p:cNvPr>
            <p:cNvSpPr/>
            <p:nvPr/>
          </p:nvSpPr>
          <p:spPr>
            <a:xfrm>
              <a:off x="13284038" y="7813431"/>
              <a:ext cx="614331" cy="5603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2400"/>
            </a:p>
          </p:txBody>
        </p:sp>
        <p:sp>
          <p:nvSpPr>
            <p:cNvPr id="1612" name="pt94">
              <a:extLst>
                <a:ext uri="{FF2B5EF4-FFF2-40B4-BE49-F238E27FC236}">
                  <a16:creationId xmlns:a16="http://schemas.microsoft.com/office/drawing/2014/main" id="{09EFC8E7-CD96-1ABD-D6B0-D29A060F5A7C}"/>
                </a:ext>
              </a:extLst>
            </p:cNvPr>
            <p:cNvSpPr/>
            <p:nvPr/>
          </p:nvSpPr>
          <p:spPr>
            <a:xfrm>
              <a:off x="13388942" y="7909125"/>
              <a:ext cx="404522" cy="368997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400"/>
            </a:p>
          </p:txBody>
        </p:sp>
        <p:sp>
          <p:nvSpPr>
            <p:cNvPr id="1613" name="rc95">
              <a:extLst>
                <a:ext uri="{FF2B5EF4-FFF2-40B4-BE49-F238E27FC236}">
                  <a16:creationId xmlns:a16="http://schemas.microsoft.com/office/drawing/2014/main" id="{CA596683-7CDC-7361-9C58-A1466A02BB9B}"/>
                </a:ext>
              </a:extLst>
            </p:cNvPr>
            <p:cNvSpPr/>
            <p:nvPr/>
          </p:nvSpPr>
          <p:spPr>
            <a:xfrm>
              <a:off x="13284038" y="8373814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2400"/>
            </a:p>
          </p:txBody>
        </p:sp>
        <p:sp>
          <p:nvSpPr>
            <p:cNvPr id="1614" name="rc96">
              <a:extLst>
                <a:ext uri="{FF2B5EF4-FFF2-40B4-BE49-F238E27FC236}">
                  <a16:creationId xmlns:a16="http://schemas.microsoft.com/office/drawing/2014/main" id="{7C9347AB-01E9-D3D3-0E6F-CAA5CD8D7195}"/>
                </a:ext>
              </a:extLst>
            </p:cNvPr>
            <p:cNvSpPr/>
            <p:nvPr/>
          </p:nvSpPr>
          <p:spPr>
            <a:xfrm>
              <a:off x="13411953" y="8490498"/>
              <a:ext cx="358499" cy="327016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400"/>
            </a:p>
          </p:txBody>
        </p:sp>
        <p:sp>
          <p:nvSpPr>
            <p:cNvPr id="1615" name="rc97">
              <a:extLst>
                <a:ext uri="{FF2B5EF4-FFF2-40B4-BE49-F238E27FC236}">
                  <a16:creationId xmlns:a16="http://schemas.microsoft.com/office/drawing/2014/main" id="{81481334-169E-41D5-4313-21171CE19508}"/>
                </a:ext>
              </a:extLst>
            </p:cNvPr>
            <p:cNvSpPr/>
            <p:nvPr/>
          </p:nvSpPr>
          <p:spPr>
            <a:xfrm>
              <a:off x="13284038" y="8934197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2400"/>
            </a:p>
          </p:txBody>
        </p:sp>
        <p:sp>
          <p:nvSpPr>
            <p:cNvPr id="1616" name="pg98">
              <a:extLst>
                <a:ext uri="{FF2B5EF4-FFF2-40B4-BE49-F238E27FC236}">
                  <a16:creationId xmlns:a16="http://schemas.microsoft.com/office/drawing/2014/main" id="{EF389723-00F1-03D5-84C9-935543E60053}"/>
                </a:ext>
              </a:extLst>
            </p:cNvPr>
            <p:cNvSpPr/>
            <p:nvPr/>
          </p:nvSpPr>
          <p:spPr>
            <a:xfrm>
              <a:off x="13318802" y="8927471"/>
              <a:ext cx="544801" cy="430377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400"/>
            </a:p>
          </p:txBody>
        </p:sp>
        <p:sp>
          <p:nvSpPr>
            <p:cNvPr id="1617" name="rc99">
              <a:extLst>
                <a:ext uri="{FF2B5EF4-FFF2-40B4-BE49-F238E27FC236}">
                  <a16:creationId xmlns:a16="http://schemas.microsoft.com/office/drawing/2014/main" id="{2D12C5FE-1E2D-F4B5-E5B5-D9AFCEB3AC58}"/>
                </a:ext>
              </a:extLst>
            </p:cNvPr>
            <p:cNvSpPr/>
            <p:nvPr/>
          </p:nvSpPr>
          <p:spPr>
            <a:xfrm>
              <a:off x="13284038" y="9494580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2400"/>
            </a:p>
          </p:txBody>
        </p:sp>
        <p:sp>
          <p:nvSpPr>
            <p:cNvPr id="1618" name="pg100">
              <a:extLst>
                <a:ext uri="{FF2B5EF4-FFF2-40B4-BE49-F238E27FC236}">
                  <a16:creationId xmlns:a16="http://schemas.microsoft.com/office/drawing/2014/main" id="{10F79CF4-B76D-F5C5-AFF3-9CCFBC096136}"/>
                </a:ext>
              </a:extLst>
            </p:cNvPr>
            <p:cNvSpPr/>
            <p:nvPr/>
          </p:nvSpPr>
          <p:spPr>
            <a:xfrm>
              <a:off x="13318802" y="9487854"/>
              <a:ext cx="544801" cy="430377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400"/>
            </a:p>
          </p:txBody>
        </p:sp>
        <p:sp>
          <p:nvSpPr>
            <p:cNvPr id="1619" name="tx101">
              <a:extLst>
                <a:ext uri="{FF2B5EF4-FFF2-40B4-BE49-F238E27FC236}">
                  <a16:creationId xmlns:a16="http://schemas.microsoft.com/office/drawing/2014/main" id="{912CC3B5-C4A5-EE59-1969-A05E6280CF4C}"/>
                </a:ext>
              </a:extLst>
            </p:cNvPr>
            <p:cNvSpPr/>
            <p:nvPr/>
          </p:nvSpPr>
          <p:spPr>
            <a:xfrm>
              <a:off x="13949157" y="8033531"/>
              <a:ext cx="1391720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Seascape</a:t>
              </a:r>
            </a:p>
          </p:txBody>
        </p:sp>
        <p:sp>
          <p:nvSpPr>
            <p:cNvPr id="1620" name="tx102">
              <a:extLst>
                <a:ext uri="{FF2B5EF4-FFF2-40B4-BE49-F238E27FC236}">
                  <a16:creationId xmlns:a16="http://schemas.microsoft.com/office/drawing/2014/main" id="{AD0F045C-A674-0A1C-DBF9-28FDA78875A8}"/>
                </a:ext>
              </a:extLst>
            </p:cNvPr>
            <p:cNvSpPr/>
            <p:nvPr/>
          </p:nvSpPr>
          <p:spPr>
            <a:xfrm>
              <a:off x="13906718" y="8624691"/>
              <a:ext cx="1825592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</a:t>
              </a:r>
            </a:p>
          </p:txBody>
        </p:sp>
        <p:sp>
          <p:nvSpPr>
            <p:cNvPr id="1621" name="tx103">
              <a:extLst>
                <a:ext uri="{FF2B5EF4-FFF2-40B4-BE49-F238E27FC236}">
                  <a16:creationId xmlns:a16="http://schemas.microsoft.com/office/drawing/2014/main" id="{8433AFAC-8712-81FB-4DEE-CF6F1058F824}"/>
                </a:ext>
              </a:extLst>
            </p:cNvPr>
            <p:cNvSpPr/>
            <p:nvPr/>
          </p:nvSpPr>
          <p:spPr>
            <a:xfrm>
              <a:off x="13949157" y="9150166"/>
              <a:ext cx="1321327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622" name="tx104">
              <a:extLst>
                <a:ext uri="{FF2B5EF4-FFF2-40B4-BE49-F238E27FC236}">
                  <a16:creationId xmlns:a16="http://schemas.microsoft.com/office/drawing/2014/main" id="{07212098-DC3F-E68D-878F-4D1AC08DE759}"/>
                </a:ext>
              </a:extLst>
            </p:cNvPr>
            <p:cNvSpPr/>
            <p:nvPr/>
          </p:nvSpPr>
          <p:spPr>
            <a:xfrm>
              <a:off x="13949157" y="9741325"/>
              <a:ext cx="1459807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</p:grpSp>
      <p:grpSp>
        <p:nvGrpSpPr>
          <p:cNvPr id="3293" name="Group 3292">
            <a:extLst>
              <a:ext uri="{FF2B5EF4-FFF2-40B4-BE49-F238E27FC236}">
                <a16:creationId xmlns:a16="http://schemas.microsoft.com/office/drawing/2014/main" id="{BF91FFA0-FA50-AD54-D581-661760E55FAD}"/>
              </a:ext>
            </a:extLst>
          </p:cNvPr>
          <p:cNvGrpSpPr/>
          <p:nvPr/>
        </p:nvGrpSpPr>
        <p:grpSpPr>
          <a:xfrm>
            <a:off x="1956992" y="1639345"/>
            <a:ext cx="17870193" cy="12457383"/>
            <a:chOff x="315616" y="380728"/>
            <a:chExt cx="15157851" cy="11545325"/>
          </a:xfrm>
        </p:grpSpPr>
        <p:sp>
          <p:nvSpPr>
            <p:cNvPr id="1628" name="pl6">
              <a:extLst>
                <a:ext uri="{FF2B5EF4-FFF2-40B4-BE49-F238E27FC236}">
                  <a16:creationId xmlns:a16="http://schemas.microsoft.com/office/drawing/2014/main" id="{75AA72E3-648F-489D-2C29-139AD24DF87D}"/>
                </a:ext>
              </a:extLst>
            </p:cNvPr>
            <p:cNvSpPr/>
            <p:nvPr/>
          </p:nvSpPr>
          <p:spPr>
            <a:xfrm>
              <a:off x="7905401" y="10816623"/>
              <a:ext cx="33827" cy="45545"/>
            </a:xfrm>
            <a:custGeom>
              <a:avLst/>
              <a:gdLst/>
              <a:ahLst/>
              <a:cxnLst/>
              <a:rect l="0" t="0" r="0" b="0"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9" name="pl7">
              <a:extLst>
                <a:ext uri="{FF2B5EF4-FFF2-40B4-BE49-F238E27FC236}">
                  <a16:creationId xmlns:a16="http://schemas.microsoft.com/office/drawing/2014/main" id="{535A4D8D-8C03-8F4F-C558-085DF71032CE}"/>
                </a:ext>
              </a:extLst>
            </p:cNvPr>
            <p:cNvSpPr/>
            <p:nvPr/>
          </p:nvSpPr>
          <p:spPr>
            <a:xfrm>
              <a:off x="8095824" y="10780098"/>
              <a:ext cx="20968" cy="16171"/>
            </a:xfrm>
            <a:custGeom>
              <a:avLst/>
              <a:gdLst/>
              <a:ahLst/>
              <a:cxnLst/>
              <a:rect l="0" t="0" r="0" b="0"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0" name="pl8">
              <a:extLst>
                <a:ext uri="{FF2B5EF4-FFF2-40B4-BE49-F238E27FC236}">
                  <a16:creationId xmlns:a16="http://schemas.microsoft.com/office/drawing/2014/main" id="{0E8624F6-DAF0-466B-DF83-98F8C797C7E5}"/>
                </a:ext>
              </a:extLst>
            </p:cNvPr>
            <p:cNvSpPr/>
            <p:nvPr/>
          </p:nvSpPr>
          <p:spPr>
            <a:xfrm>
              <a:off x="8156669" y="10744126"/>
              <a:ext cx="16784" cy="16188"/>
            </a:xfrm>
            <a:custGeom>
              <a:avLst/>
              <a:gdLst/>
              <a:ahLst/>
              <a:cxnLst/>
              <a:rect l="0" t="0" r="0" b="0"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1" name="pl9">
              <a:extLst>
                <a:ext uri="{FF2B5EF4-FFF2-40B4-BE49-F238E27FC236}">
                  <a16:creationId xmlns:a16="http://schemas.microsoft.com/office/drawing/2014/main" id="{2ABE27CD-C83D-E0E5-52FC-0A36A573F2FD}"/>
                </a:ext>
              </a:extLst>
            </p:cNvPr>
            <p:cNvSpPr/>
            <p:nvPr/>
          </p:nvSpPr>
          <p:spPr>
            <a:xfrm>
              <a:off x="13530475" y="1259179"/>
              <a:ext cx="926324" cy="328242"/>
            </a:xfrm>
            <a:custGeom>
              <a:avLst/>
              <a:gdLst/>
              <a:ahLst/>
              <a:cxnLst/>
              <a:rect l="0" t="0" r="0" b="0"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2" name="pl10">
              <a:extLst>
                <a:ext uri="{FF2B5EF4-FFF2-40B4-BE49-F238E27FC236}">
                  <a16:creationId xmlns:a16="http://schemas.microsoft.com/office/drawing/2014/main" id="{6D514B1C-70BA-3E4C-F2A2-67BB889C7D8A}"/>
                </a:ext>
              </a:extLst>
            </p:cNvPr>
            <p:cNvSpPr/>
            <p:nvPr/>
          </p:nvSpPr>
          <p:spPr>
            <a:xfrm>
              <a:off x="14523501" y="2372441"/>
              <a:ext cx="496634" cy="545202"/>
            </a:xfrm>
            <a:custGeom>
              <a:avLst/>
              <a:gdLst/>
              <a:ahLst/>
              <a:cxnLst/>
              <a:rect l="0" t="0" r="0" b="0"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3" name="pl11">
              <a:extLst>
                <a:ext uri="{FF2B5EF4-FFF2-40B4-BE49-F238E27FC236}">
                  <a16:creationId xmlns:a16="http://schemas.microsoft.com/office/drawing/2014/main" id="{0D2F0D68-A156-A15E-A85E-1310FB9126B4}"/>
                </a:ext>
              </a:extLst>
            </p:cNvPr>
            <p:cNvSpPr/>
            <p:nvPr/>
          </p:nvSpPr>
          <p:spPr>
            <a:xfrm>
              <a:off x="13557737" y="2352770"/>
              <a:ext cx="790264" cy="415264"/>
            </a:xfrm>
            <a:custGeom>
              <a:avLst/>
              <a:gdLst/>
              <a:ahLst/>
              <a:cxnLst/>
              <a:rect l="0" t="0" r="0" b="0"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4" name="pl12">
              <a:extLst>
                <a:ext uri="{FF2B5EF4-FFF2-40B4-BE49-F238E27FC236}">
                  <a16:creationId xmlns:a16="http://schemas.microsoft.com/office/drawing/2014/main" id="{757783DE-88F0-0EB2-BAD3-151444A1C44A}"/>
                </a:ext>
              </a:extLst>
            </p:cNvPr>
            <p:cNvSpPr/>
            <p:nvPr/>
          </p:nvSpPr>
          <p:spPr>
            <a:xfrm>
              <a:off x="10359709" y="4594167"/>
              <a:ext cx="707035" cy="220978"/>
            </a:xfrm>
            <a:custGeom>
              <a:avLst/>
              <a:gdLst/>
              <a:ahLst/>
              <a:cxnLst/>
              <a:rect l="0" t="0" r="0" b="0"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5" name="pl13">
              <a:extLst>
                <a:ext uri="{FF2B5EF4-FFF2-40B4-BE49-F238E27FC236}">
                  <a16:creationId xmlns:a16="http://schemas.microsoft.com/office/drawing/2014/main" id="{2DBB2371-C0C2-CD5F-69D5-1E22AE909AC8}"/>
                </a:ext>
              </a:extLst>
            </p:cNvPr>
            <p:cNvSpPr/>
            <p:nvPr/>
          </p:nvSpPr>
          <p:spPr>
            <a:xfrm>
              <a:off x="14981121" y="3531861"/>
              <a:ext cx="39018" cy="18066"/>
            </a:xfrm>
            <a:custGeom>
              <a:avLst/>
              <a:gdLst/>
              <a:ahLst/>
              <a:cxnLst/>
              <a:rect l="0" t="0" r="0" b="0"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6" name="pl14">
              <a:extLst>
                <a:ext uri="{FF2B5EF4-FFF2-40B4-BE49-F238E27FC236}">
                  <a16:creationId xmlns:a16="http://schemas.microsoft.com/office/drawing/2014/main" id="{8DFAAA35-E6AD-F6DC-9C30-430D389C8E46}"/>
                </a:ext>
              </a:extLst>
            </p:cNvPr>
            <p:cNvSpPr/>
            <p:nvPr/>
          </p:nvSpPr>
          <p:spPr>
            <a:xfrm>
              <a:off x="2719437" y="9533322"/>
              <a:ext cx="65190" cy="88669"/>
            </a:xfrm>
            <a:custGeom>
              <a:avLst/>
              <a:gdLst/>
              <a:ahLst/>
              <a:cxnLst/>
              <a:rect l="0" t="0" r="0" b="0"/>
              <a:pathLst>
                <a:path w="21966" h="32753">
                  <a:moveTo>
                    <a:pt x="21966" y="6178"/>
                  </a:moveTo>
                  <a:lnTo>
                    <a:pt x="19988" y="0"/>
                  </a:lnTo>
                  <a:lnTo>
                    <a:pt x="15300" y="2162"/>
                  </a:lnTo>
                  <a:lnTo>
                    <a:pt x="6420" y="16681"/>
                  </a:lnTo>
                  <a:lnTo>
                    <a:pt x="5415" y="21279"/>
                  </a:lnTo>
                  <a:lnTo>
                    <a:pt x="0" y="32753"/>
                  </a:lnTo>
                  <a:lnTo>
                    <a:pt x="2426" y="32411"/>
                  </a:lnTo>
                  <a:lnTo>
                    <a:pt x="12835" y="16380"/>
                  </a:lnTo>
                  <a:lnTo>
                    <a:pt x="21966" y="617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7" name="pl15">
              <a:extLst>
                <a:ext uri="{FF2B5EF4-FFF2-40B4-BE49-F238E27FC236}">
                  <a16:creationId xmlns:a16="http://schemas.microsoft.com/office/drawing/2014/main" id="{7EC833E1-1B13-3692-70D9-606AB98CEACC}"/>
                </a:ext>
              </a:extLst>
            </p:cNvPr>
            <p:cNvSpPr/>
            <p:nvPr/>
          </p:nvSpPr>
          <p:spPr>
            <a:xfrm>
              <a:off x="5407160" y="8918753"/>
              <a:ext cx="23562" cy="35175"/>
            </a:xfrm>
            <a:custGeom>
              <a:avLst/>
              <a:gdLst/>
              <a:ahLst/>
              <a:cxnLst/>
              <a:rect l="0" t="0" r="0" b="0"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8" name="pl16">
              <a:extLst>
                <a:ext uri="{FF2B5EF4-FFF2-40B4-BE49-F238E27FC236}">
                  <a16:creationId xmlns:a16="http://schemas.microsoft.com/office/drawing/2014/main" id="{4E6520AB-3BDE-D11D-5AD8-832857C6D8BD}"/>
                </a:ext>
              </a:extLst>
            </p:cNvPr>
            <p:cNvSpPr/>
            <p:nvPr/>
          </p:nvSpPr>
          <p:spPr>
            <a:xfrm>
              <a:off x="5480476" y="8724799"/>
              <a:ext cx="54714" cy="22559"/>
            </a:xfrm>
            <a:custGeom>
              <a:avLst/>
              <a:gdLst/>
              <a:ahLst/>
              <a:cxnLst/>
              <a:rect l="0" t="0" r="0" b="0"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9" name="pl17">
              <a:extLst>
                <a:ext uri="{FF2B5EF4-FFF2-40B4-BE49-F238E27FC236}">
                  <a16:creationId xmlns:a16="http://schemas.microsoft.com/office/drawing/2014/main" id="{BBCF465D-17E3-3969-5361-99D551E0408B}"/>
                </a:ext>
              </a:extLst>
            </p:cNvPr>
            <p:cNvSpPr/>
            <p:nvPr/>
          </p:nvSpPr>
          <p:spPr>
            <a:xfrm>
              <a:off x="5615518" y="8721207"/>
              <a:ext cx="81345" cy="16243"/>
            </a:xfrm>
            <a:custGeom>
              <a:avLst/>
              <a:gdLst/>
              <a:ahLst/>
              <a:cxnLst/>
              <a:rect l="0" t="0" r="0" b="0"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0" name="pl18">
              <a:extLst>
                <a:ext uri="{FF2B5EF4-FFF2-40B4-BE49-F238E27FC236}">
                  <a16:creationId xmlns:a16="http://schemas.microsoft.com/office/drawing/2014/main" id="{2D8AC4BC-B526-57AB-A23A-0069CDC8E06B}"/>
                </a:ext>
              </a:extLst>
            </p:cNvPr>
            <p:cNvSpPr/>
            <p:nvPr/>
          </p:nvSpPr>
          <p:spPr>
            <a:xfrm>
              <a:off x="9187336" y="10690298"/>
              <a:ext cx="97236" cy="34099"/>
            </a:xfrm>
            <a:custGeom>
              <a:avLst/>
              <a:gdLst/>
              <a:ahLst/>
              <a:cxnLst/>
              <a:rect l="0" t="0" r="0" b="0"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1" name="pl19">
              <a:extLst>
                <a:ext uri="{FF2B5EF4-FFF2-40B4-BE49-F238E27FC236}">
                  <a16:creationId xmlns:a16="http://schemas.microsoft.com/office/drawing/2014/main" id="{5E95C4FD-E037-2B2C-8D2D-8298900CEEA0}"/>
                </a:ext>
              </a:extLst>
            </p:cNvPr>
            <p:cNvSpPr/>
            <p:nvPr/>
          </p:nvSpPr>
          <p:spPr>
            <a:xfrm>
              <a:off x="7999834" y="10813029"/>
              <a:ext cx="68710" cy="25171"/>
            </a:xfrm>
            <a:custGeom>
              <a:avLst/>
              <a:gdLst/>
              <a:ahLst/>
              <a:cxnLst/>
              <a:rect l="0" t="0" r="0" b="0"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2" name="pl20">
              <a:extLst>
                <a:ext uri="{FF2B5EF4-FFF2-40B4-BE49-F238E27FC236}">
                  <a16:creationId xmlns:a16="http://schemas.microsoft.com/office/drawing/2014/main" id="{43E3125D-043E-96B6-D516-52DE5B6D486D}"/>
                </a:ext>
              </a:extLst>
            </p:cNvPr>
            <p:cNvSpPr/>
            <p:nvPr/>
          </p:nvSpPr>
          <p:spPr>
            <a:xfrm>
              <a:off x="9482262" y="7042053"/>
              <a:ext cx="42408" cy="18060"/>
            </a:xfrm>
            <a:custGeom>
              <a:avLst/>
              <a:gdLst/>
              <a:ahLst/>
              <a:cxnLst/>
              <a:rect l="0" t="0" r="0" b="0"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3" name="pl21">
              <a:extLst>
                <a:ext uri="{FF2B5EF4-FFF2-40B4-BE49-F238E27FC236}">
                  <a16:creationId xmlns:a16="http://schemas.microsoft.com/office/drawing/2014/main" id="{29EDB2C6-70CC-B872-90DB-DBC073CD5269}"/>
                </a:ext>
              </a:extLst>
            </p:cNvPr>
            <p:cNvSpPr/>
            <p:nvPr/>
          </p:nvSpPr>
          <p:spPr>
            <a:xfrm>
              <a:off x="10383451" y="2867483"/>
              <a:ext cx="160905" cy="99892"/>
            </a:xfrm>
            <a:custGeom>
              <a:avLst/>
              <a:gdLst/>
              <a:ahLst/>
              <a:cxnLst/>
              <a:rect l="0" t="0" r="0" b="0"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4" name="pl22">
              <a:extLst>
                <a:ext uri="{FF2B5EF4-FFF2-40B4-BE49-F238E27FC236}">
                  <a16:creationId xmlns:a16="http://schemas.microsoft.com/office/drawing/2014/main" id="{325F1C4D-D432-70BC-4E65-76784B140C03}"/>
                </a:ext>
              </a:extLst>
            </p:cNvPr>
            <p:cNvSpPr/>
            <p:nvPr/>
          </p:nvSpPr>
          <p:spPr>
            <a:xfrm>
              <a:off x="10417604" y="2871374"/>
              <a:ext cx="94773" cy="49160"/>
            </a:xfrm>
            <a:custGeom>
              <a:avLst/>
              <a:gdLst/>
              <a:ahLst/>
              <a:cxnLst/>
              <a:rect l="0" t="0" r="0" b="0"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5" name="pl23">
              <a:extLst>
                <a:ext uri="{FF2B5EF4-FFF2-40B4-BE49-F238E27FC236}">
                  <a16:creationId xmlns:a16="http://schemas.microsoft.com/office/drawing/2014/main" id="{02430492-CB86-0789-A94B-058F49472546}"/>
                </a:ext>
              </a:extLst>
            </p:cNvPr>
            <p:cNvSpPr/>
            <p:nvPr/>
          </p:nvSpPr>
          <p:spPr>
            <a:xfrm>
              <a:off x="14660862" y="2915809"/>
              <a:ext cx="56226" cy="36268"/>
            </a:xfrm>
            <a:custGeom>
              <a:avLst/>
              <a:gdLst/>
              <a:ahLst/>
              <a:cxnLst/>
              <a:rect l="0" t="0" r="0" b="0"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6" name="pl24">
              <a:extLst>
                <a:ext uri="{FF2B5EF4-FFF2-40B4-BE49-F238E27FC236}">
                  <a16:creationId xmlns:a16="http://schemas.microsoft.com/office/drawing/2014/main" id="{BE0C1F57-F733-C4AF-A1D6-EEBDFED5648D}"/>
                </a:ext>
              </a:extLst>
            </p:cNvPr>
            <p:cNvSpPr/>
            <p:nvPr/>
          </p:nvSpPr>
          <p:spPr>
            <a:xfrm>
              <a:off x="14353125" y="2130773"/>
              <a:ext cx="203524" cy="162277"/>
            </a:xfrm>
            <a:custGeom>
              <a:avLst/>
              <a:gdLst/>
              <a:ahLst/>
              <a:cxnLst/>
              <a:rect l="0" t="0" r="0" b="0"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7" name="pl25">
              <a:extLst>
                <a:ext uri="{FF2B5EF4-FFF2-40B4-BE49-F238E27FC236}">
                  <a16:creationId xmlns:a16="http://schemas.microsoft.com/office/drawing/2014/main" id="{D06CD6B9-9740-5AD2-EB0C-9BEA7AAE2F25}"/>
                </a:ext>
              </a:extLst>
            </p:cNvPr>
            <p:cNvSpPr/>
            <p:nvPr/>
          </p:nvSpPr>
          <p:spPr>
            <a:xfrm>
              <a:off x="13464260" y="2039750"/>
              <a:ext cx="58445" cy="52772"/>
            </a:xfrm>
            <a:custGeom>
              <a:avLst/>
              <a:gdLst/>
              <a:ahLst/>
              <a:cxnLst/>
              <a:rect l="0" t="0" r="0" b="0"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8" name="pl26">
              <a:extLst>
                <a:ext uri="{FF2B5EF4-FFF2-40B4-BE49-F238E27FC236}">
                  <a16:creationId xmlns:a16="http://schemas.microsoft.com/office/drawing/2014/main" id="{B08BFD8F-5BB4-AEF7-5847-A889040AFE66}"/>
                </a:ext>
              </a:extLst>
            </p:cNvPr>
            <p:cNvSpPr/>
            <p:nvPr/>
          </p:nvSpPr>
          <p:spPr>
            <a:xfrm>
              <a:off x="13495236" y="1991556"/>
              <a:ext cx="38272" cy="40416"/>
            </a:xfrm>
            <a:custGeom>
              <a:avLst/>
              <a:gdLst/>
              <a:ahLst/>
              <a:cxnLst/>
              <a:rect l="0" t="0" r="0" b="0"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9" name="pl27">
              <a:extLst>
                <a:ext uri="{FF2B5EF4-FFF2-40B4-BE49-F238E27FC236}">
                  <a16:creationId xmlns:a16="http://schemas.microsoft.com/office/drawing/2014/main" id="{5C185AB4-37A1-8AE2-A3C4-C0ED5E3C9DDE}"/>
                </a:ext>
              </a:extLst>
            </p:cNvPr>
            <p:cNvSpPr/>
            <p:nvPr/>
          </p:nvSpPr>
          <p:spPr>
            <a:xfrm>
              <a:off x="11327988" y="2377607"/>
              <a:ext cx="96605" cy="49788"/>
            </a:xfrm>
            <a:custGeom>
              <a:avLst/>
              <a:gdLst/>
              <a:ahLst/>
              <a:cxnLst/>
              <a:rect l="0" t="0" r="0" b="0"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0" name="pl28">
              <a:extLst>
                <a:ext uri="{FF2B5EF4-FFF2-40B4-BE49-F238E27FC236}">
                  <a16:creationId xmlns:a16="http://schemas.microsoft.com/office/drawing/2014/main" id="{74EF7337-8F29-6115-39F6-43C219E5E6BE}"/>
                </a:ext>
              </a:extLst>
            </p:cNvPr>
            <p:cNvSpPr/>
            <p:nvPr/>
          </p:nvSpPr>
          <p:spPr>
            <a:xfrm>
              <a:off x="12919721" y="3365451"/>
              <a:ext cx="37786" cy="51104"/>
            </a:xfrm>
            <a:custGeom>
              <a:avLst/>
              <a:gdLst/>
              <a:ahLst/>
              <a:cxnLst/>
              <a:rect l="0" t="0" r="0" b="0"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1" name="pl29">
              <a:extLst>
                <a:ext uri="{FF2B5EF4-FFF2-40B4-BE49-F238E27FC236}">
                  <a16:creationId xmlns:a16="http://schemas.microsoft.com/office/drawing/2014/main" id="{B86D03E2-70B0-A8AB-B0C5-2D09B3AFD2C4}"/>
                </a:ext>
              </a:extLst>
            </p:cNvPr>
            <p:cNvSpPr/>
            <p:nvPr/>
          </p:nvSpPr>
          <p:spPr>
            <a:xfrm>
              <a:off x="12129620" y="3416981"/>
              <a:ext cx="26514" cy="30320"/>
            </a:xfrm>
            <a:custGeom>
              <a:avLst/>
              <a:gdLst/>
              <a:ahLst/>
              <a:cxnLst/>
              <a:rect l="0" t="0" r="0" b="0"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2" name="pl30">
              <a:extLst>
                <a:ext uri="{FF2B5EF4-FFF2-40B4-BE49-F238E27FC236}">
                  <a16:creationId xmlns:a16="http://schemas.microsoft.com/office/drawing/2014/main" id="{CE9875DB-7502-1822-065F-3C27AA6073AD}"/>
                </a:ext>
              </a:extLst>
            </p:cNvPr>
            <p:cNvSpPr/>
            <p:nvPr/>
          </p:nvSpPr>
          <p:spPr>
            <a:xfrm>
              <a:off x="12729427" y="3208654"/>
              <a:ext cx="50369" cy="66940"/>
            </a:xfrm>
            <a:custGeom>
              <a:avLst/>
              <a:gdLst/>
              <a:ahLst/>
              <a:cxnLst/>
              <a:rect l="0" t="0" r="0" b="0"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3" name="pl31">
              <a:extLst>
                <a:ext uri="{FF2B5EF4-FFF2-40B4-BE49-F238E27FC236}">
                  <a16:creationId xmlns:a16="http://schemas.microsoft.com/office/drawing/2014/main" id="{E926882D-52AB-D098-3773-03B42532730A}"/>
                </a:ext>
              </a:extLst>
            </p:cNvPr>
            <p:cNvSpPr/>
            <p:nvPr/>
          </p:nvSpPr>
          <p:spPr>
            <a:xfrm>
              <a:off x="12226371" y="3341001"/>
              <a:ext cx="74549" cy="78442"/>
            </a:xfrm>
            <a:custGeom>
              <a:avLst/>
              <a:gdLst/>
              <a:ahLst/>
              <a:cxnLst/>
              <a:rect l="0" t="0" r="0" b="0"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4" name="pl32">
              <a:extLst>
                <a:ext uri="{FF2B5EF4-FFF2-40B4-BE49-F238E27FC236}">
                  <a16:creationId xmlns:a16="http://schemas.microsoft.com/office/drawing/2014/main" id="{CCA19D82-404A-7630-841C-67AA028B6340}"/>
                </a:ext>
              </a:extLst>
            </p:cNvPr>
            <p:cNvSpPr/>
            <p:nvPr/>
          </p:nvSpPr>
          <p:spPr>
            <a:xfrm>
              <a:off x="11232746" y="4435295"/>
              <a:ext cx="16250" cy="39861"/>
            </a:xfrm>
            <a:custGeom>
              <a:avLst/>
              <a:gdLst/>
              <a:ahLst/>
              <a:cxnLst/>
              <a:rect l="0" t="0" r="0" b="0"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5" name="pl33">
              <a:extLst>
                <a:ext uri="{FF2B5EF4-FFF2-40B4-BE49-F238E27FC236}">
                  <a16:creationId xmlns:a16="http://schemas.microsoft.com/office/drawing/2014/main" id="{2A0E14ED-5B08-5298-4FC2-DE8FAE1F3BCF}"/>
                </a:ext>
              </a:extLst>
            </p:cNvPr>
            <p:cNvSpPr/>
            <p:nvPr/>
          </p:nvSpPr>
          <p:spPr>
            <a:xfrm>
              <a:off x="10286262" y="5127753"/>
              <a:ext cx="48634" cy="82333"/>
            </a:xfrm>
            <a:custGeom>
              <a:avLst/>
              <a:gdLst/>
              <a:ahLst/>
              <a:cxnLst/>
              <a:rect l="0" t="0" r="0" b="0"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6" name="pl34">
              <a:extLst>
                <a:ext uri="{FF2B5EF4-FFF2-40B4-BE49-F238E27FC236}">
                  <a16:creationId xmlns:a16="http://schemas.microsoft.com/office/drawing/2014/main" id="{206EC09C-8700-14B7-5E90-9EFE67D94774}"/>
                </a:ext>
              </a:extLst>
            </p:cNvPr>
            <p:cNvSpPr/>
            <p:nvPr/>
          </p:nvSpPr>
          <p:spPr>
            <a:xfrm>
              <a:off x="10292002" y="4781783"/>
              <a:ext cx="55964" cy="53011"/>
            </a:xfrm>
            <a:custGeom>
              <a:avLst/>
              <a:gdLst/>
              <a:ahLst/>
              <a:cxnLst/>
              <a:rect l="0" t="0" r="0" b="0"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8" name="pl36">
              <a:extLst>
                <a:ext uri="{FF2B5EF4-FFF2-40B4-BE49-F238E27FC236}">
                  <a16:creationId xmlns:a16="http://schemas.microsoft.com/office/drawing/2014/main" id="{02DA8E4C-477E-1E50-9658-05F07D3345EB}"/>
                </a:ext>
              </a:extLst>
            </p:cNvPr>
            <p:cNvSpPr/>
            <p:nvPr/>
          </p:nvSpPr>
          <p:spPr>
            <a:xfrm>
              <a:off x="11423457" y="4478768"/>
              <a:ext cx="106043" cy="49232"/>
            </a:xfrm>
            <a:custGeom>
              <a:avLst/>
              <a:gdLst/>
              <a:ahLst/>
              <a:cxnLst/>
              <a:rect l="0" t="0" r="0" b="0"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9" name="pl37">
              <a:extLst>
                <a:ext uri="{FF2B5EF4-FFF2-40B4-BE49-F238E27FC236}">
                  <a16:creationId xmlns:a16="http://schemas.microsoft.com/office/drawing/2014/main" id="{1FA76F30-2264-2709-6C9D-61B077AFE8B0}"/>
                </a:ext>
              </a:extLst>
            </p:cNvPr>
            <p:cNvSpPr/>
            <p:nvPr/>
          </p:nvSpPr>
          <p:spPr>
            <a:xfrm>
              <a:off x="11251735" y="4404011"/>
              <a:ext cx="37932" cy="71959"/>
            </a:xfrm>
            <a:custGeom>
              <a:avLst/>
              <a:gdLst/>
              <a:ahLst/>
              <a:cxnLst/>
              <a:rect l="0" t="0" r="0" b="0"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0" name="pl38">
              <a:extLst>
                <a:ext uri="{FF2B5EF4-FFF2-40B4-BE49-F238E27FC236}">
                  <a16:creationId xmlns:a16="http://schemas.microsoft.com/office/drawing/2014/main" id="{1169CFF3-DAC5-5CE9-8BBD-7C4D1D57A26F}"/>
                </a:ext>
              </a:extLst>
            </p:cNvPr>
            <p:cNvSpPr/>
            <p:nvPr/>
          </p:nvSpPr>
          <p:spPr>
            <a:xfrm>
              <a:off x="11621455" y="4501441"/>
              <a:ext cx="84734" cy="56141"/>
            </a:xfrm>
            <a:custGeom>
              <a:avLst/>
              <a:gdLst/>
              <a:ahLst/>
              <a:cxnLst/>
              <a:rect l="0" t="0" r="0" b="0"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1" name="pl39">
              <a:extLst>
                <a:ext uri="{FF2B5EF4-FFF2-40B4-BE49-F238E27FC236}">
                  <a16:creationId xmlns:a16="http://schemas.microsoft.com/office/drawing/2014/main" id="{740DE6E9-E5BD-AD81-80A8-38E5CBE79E16}"/>
                </a:ext>
              </a:extLst>
            </p:cNvPr>
            <p:cNvSpPr/>
            <p:nvPr/>
          </p:nvSpPr>
          <p:spPr>
            <a:xfrm>
              <a:off x="9711347" y="6856159"/>
              <a:ext cx="67171" cy="27061"/>
            </a:xfrm>
            <a:custGeom>
              <a:avLst/>
              <a:gdLst/>
              <a:ahLst/>
              <a:cxnLst/>
              <a:rect l="0" t="0" r="0" b="0"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2" name="pl40">
              <a:extLst>
                <a:ext uri="{FF2B5EF4-FFF2-40B4-BE49-F238E27FC236}">
                  <a16:creationId xmlns:a16="http://schemas.microsoft.com/office/drawing/2014/main" id="{F257ED46-317F-9FAA-1DB8-7BDDEDA69A8A}"/>
                </a:ext>
              </a:extLst>
            </p:cNvPr>
            <p:cNvSpPr/>
            <p:nvPr/>
          </p:nvSpPr>
          <p:spPr>
            <a:xfrm>
              <a:off x="9800022" y="6569387"/>
              <a:ext cx="27066" cy="41934"/>
            </a:xfrm>
            <a:custGeom>
              <a:avLst/>
              <a:gdLst/>
              <a:ahLst/>
              <a:cxnLst/>
              <a:rect l="0" t="0" r="0" b="0"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3" name="pl41">
              <a:extLst>
                <a:ext uri="{FF2B5EF4-FFF2-40B4-BE49-F238E27FC236}">
                  <a16:creationId xmlns:a16="http://schemas.microsoft.com/office/drawing/2014/main" id="{8D378D7C-5176-F7EB-A379-C09634F9A0D2}"/>
                </a:ext>
              </a:extLst>
            </p:cNvPr>
            <p:cNvSpPr/>
            <p:nvPr/>
          </p:nvSpPr>
          <p:spPr>
            <a:xfrm>
              <a:off x="9912503" y="5677179"/>
              <a:ext cx="93200" cy="161611"/>
            </a:xfrm>
            <a:custGeom>
              <a:avLst/>
              <a:gdLst/>
              <a:ahLst/>
              <a:cxnLst/>
              <a:rect l="0" t="0" r="0" b="0"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4" name="pl42">
              <a:extLst>
                <a:ext uri="{FF2B5EF4-FFF2-40B4-BE49-F238E27FC236}">
                  <a16:creationId xmlns:a16="http://schemas.microsoft.com/office/drawing/2014/main" id="{DF3A9C91-1C8B-E09B-E34A-8A555BCAADCF}"/>
                </a:ext>
              </a:extLst>
            </p:cNvPr>
            <p:cNvSpPr/>
            <p:nvPr/>
          </p:nvSpPr>
          <p:spPr>
            <a:xfrm>
              <a:off x="9809022" y="6636533"/>
              <a:ext cx="77599" cy="211031"/>
            </a:xfrm>
            <a:custGeom>
              <a:avLst/>
              <a:gdLst/>
              <a:ahLst/>
              <a:cxnLst/>
              <a:rect l="0" t="0" r="0" b="0"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5" name="pl43">
              <a:extLst>
                <a:ext uri="{FF2B5EF4-FFF2-40B4-BE49-F238E27FC236}">
                  <a16:creationId xmlns:a16="http://schemas.microsoft.com/office/drawing/2014/main" id="{0BAFB412-6E59-48BB-5D2C-C6E443E94944}"/>
                </a:ext>
              </a:extLst>
            </p:cNvPr>
            <p:cNvSpPr/>
            <p:nvPr/>
          </p:nvSpPr>
          <p:spPr>
            <a:xfrm>
              <a:off x="9530542" y="6951478"/>
              <a:ext cx="106674" cy="116619"/>
            </a:xfrm>
            <a:custGeom>
              <a:avLst/>
              <a:gdLst/>
              <a:ahLst/>
              <a:cxnLst/>
              <a:rect l="0" t="0" r="0" b="0"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6" name="pl44">
              <a:extLst>
                <a:ext uri="{FF2B5EF4-FFF2-40B4-BE49-F238E27FC236}">
                  <a16:creationId xmlns:a16="http://schemas.microsoft.com/office/drawing/2014/main" id="{06F651F0-FD7A-A986-AABC-91568FA23F29}"/>
                </a:ext>
              </a:extLst>
            </p:cNvPr>
            <p:cNvSpPr/>
            <p:nvPr/>
          </p:nvSpPr>
          <p:spPr>
            <a:xfrm>
              <a:off x="2797458" y="9438987"/>
              <a:ext cx="132040" cy="88446"/>
            </a:xfrm>
            <a:custGeom>
              <a:avLst/>
              <a:gdLst/>
              <a:ahLst/>
              <a:cxnLst/>
              <a:rect l="0" t="0" r="0" b="0"/>
              <a:pathLst>
                <a:path w="44491" h="32671">
                  <a:moveTo>
                    <a:pt x="31535" y="6746"/>
                  </a:moveTo>
                  <a:lnTo>
                    <a:pt x="13371" y="21286"/>
                  </a:lnTo>
                  <a:lnTo>
                    <a:pt x="5092" y="25104"/>
                  </a:lnTo>
                  <a:lnTo>
                    <a:pt x="0" y="32671"/>
                  </a:lnTo>
                  <a:lnTo>
                    <a:pt x="4109" y="32089"/>
                  </a:lnTo>
                  <a:lnTo>
                    <a:pt x="28786" y="14854"/>
                  </a:lnTo>
                  <a:lnTo>
                    <a:pt x="43398" y="6137"/>
                  </a:lnTo>
                  <a:lnTo>
                    <a:pt x="44491" y="0"/>
                  </a:lnTo>
                  <a:lnTo>
                    <a:pt x="42802" y="738"/>
                  </a:lnTo>
                  <a:lnTo>
                    <a:pt x="38944" y="5747"/>
                  </a:lnTo>
                  <a:lnTo>
                    <a:pt x="31535" y="67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7" name="pl45">
              <a:extLst>
                <a:ext uri="{FF2B5EF4-FFF2-40B4-BE49-F238E27FC236}">
                  <a16:creationId xmlns:a16="http://schemas.microsoft.com/office/drawing/2014/main" id="{D4EB670F-698A-E52C-48F6-232BEB7F606C}"/>
                </a:ext>
              </a:extLst>
            </p:cNvPr>
            <p:cNvSpPr/>
            <p:nvPr/>
          </p:nvSpPr>
          <p:spPr>
            <a:xfrm>
              <a:off x="2603597" y="9651260"/>
              <a:ext cx="107699" cy="219829"/>
            </a:xfrm>
            <a:custGeom>
              <a:avLst/>
              <a:gdLst/>
              <a:ahLst/>
              <a:cxnLst/>
              <a:rect l="0" t="0" r="0" b="0"/>
              <a:pathLst>
                <a:path w="36289" h="81203">
                  <a:moveTo>
                    <a:pt x="10049" y="41887"/>
                  </a:moveTo>
                  <a:lnTo>
                    <a:pt x="961" y="69188"/>
                  </a:lnTo>
                  <a:lnTo>
                    <a:pt x="0" y="81203"/>
                  </a:lnTo>
                  <a:lnTo>
                    <a:pt x="3491" y="73143"/>
                  </a:lnTo>
                  <a:lnTo>
                    <a:pt x="14988" y="39349"/>
                  </a:lnTo>
                  <a:lnTo>
                    <a:pt x="36289" y="0"/>
                  </a:lnTo>
                  <a:lnTo>
                    <a:pt x="28513" y="6007"/>
                  </a:lnTo>
                  <a:lnTo>
                    <a:pt x="10049" y="4188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8" name="pl46">
              <a:extLst>
                <a:ext uri="{FF2B5EF4-FFF2-40B4-BE49-F238E27FC236}">
                  <a16:creationId xmlns:a16="http://schemas.microsoft.com/office/drawing/2014/main" id="{2FDB9D19-E76A-3E96-44D5-9C4CCEBC0FCE}"/>
                </a:ext>
              </a:extLst>
            </p:cNvPr>
            <p:cNvSpPr/>
            <p:nvPr/>
          </p:nvSpPr>
          <p:spPr>
            <a:xfrm>
              <a:off x="3365884" y="9074920"/>
              <a:ext cx="106951" cy="77758"/>
            </a:xfrm>
            <a:custGeom>
              <a:avLst/>
              <a:gdLst/>
              <a:ahLst/>
              <a:cxnLst/>
              <a:rect l="0" t="0" r="0" b="0"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9" name="pl47">
              <a:extLst>
                <a:ext uri="{FF2B5EF4-FFF2-40B4-BE49-F238E27FC236}">
                  <a16:creationId xmlns:a16="http://schemas.microsoft.com/office/drawing/2014/main" id="{1CB4C8F0-099D-DD21-3BE5-17D0474AE6C2}"/>
                </a:ext>
              </a:extLst>
            </p:cNvPr>
            <p:cNvSpPr/>
            <p:nvPr/>
          </p:nvSpPr>
          <p:spPr>
            <a:xfrm>
              <a:off x="2596171" y="9888554"/>
              <a:ext cx="78539" cy="411041"/>
            </a:xfrm>
            <a:custGeom>
              <a:avLst/>
              <a:gdLst/>
              <a:ahLst/>
              <a:cxnLst/>
              <a:rect l="0" t="0" r="0" b="0"/>
              <a:pathLst>
                <a:path w="26464" h="151835">
                  <a:moveTo>
                    <a:pt x="2371" y="0"/>
                  </a:moveTo>
                  <a:lnTo>
                    <a:pt x="0" y="13492"/>
                  </a:lnTo>
                  <a:lnTo>
                    <a:pt x="568" y="52684"/>
                  </a:lnTo>
                  <a:lnTo>
                    <a:pt x="15650" y="121449"/>
                  </a:lnTo>
                  <a:lnTo>
                    <a:pt x="24917" y="151835"/>
                  </a:lnTo>
                  <a:lnTo>
                    <a:pt x="26464" y="145328"/>
                  </a:lnTo>
                  <a:lnTo>
                    <a:pt x="22934" y="125650"/>
                  </a:lnTo>
                  <a:lnTo>
                    <a:pt x="6262" y="55353"/>
                  </a:lnTo>
                  <a:lnTo>
                    <a:pt x="23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0" name="pl48">
              <a:extLst>
                <a:ext uri="{FF2B5EF4-FFF2-40B4-BE49-F238E27FC236}">
                  <a16:creationId xmlns:a16="http://schemas.microsoft.com/office/drawing/2014/main" id="{C6A36EC0-4719-E1EC-2676-5A3724EA92D0}"/>
                </a:ext>
              </a:extLst>
            </p:cNvPr>
            <p:cNvSpPr/>
            <p:nvPr/>
          </p:nvSpPr>
          <p:spPr>
            <a:xfrm>
              <a:off x="6678164" y="8926552"/>
              <a:ext cx="126071" cy="47714"/>
            </a:xfrm>
            <a:custGeom>
              <a:avLst/>
              <a:gdLst/>
              <a:ahLst/>
              <a:cxnLst/>
              <a:rect l="0" t="0" r="0" b="0"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1" name="pl49">
              <a:extLst>
                <a:ext uri="{FF2B5EF4-FFF2-40B4-BE49-F238E27FC236}">
                  <a16:creationId xmlns:a16="http://schemas.microsoft.com/office/drawing/2014/main" id="{0842261F-8AD4-860E-552B-C6534897BCC3}"/>
                </a:ext>
              </a:extLst>
            </p:cNvPr>
            <p:cNvSpPr/>
            <p:nvPr/>
          </p:nvSpPr>
          <p:spPr>
            <a:xfrm>
              <a:off x="7884496" y="8456535"/>
              <a:ext cx="21795" cy="92428"/>
            </a:xfrm>
            <a:custGeom>
              <a:avLst/>
              <a:gdLst/>
              <a:ahLst/>
              <a:cxnLst/>
              <a:rect l="0" t="0" r="0" b="0"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2" name="pl50">
              <a:extLst>
                <a:ext uri="{FF2B5EF4-FFF2-40B4-BE49-F238E27FC236}">
                  <a16:creationId xmlns:a16="http://schemas.microsoft.com/office/drawing/2014/main" id="{830B0798-33BD-2805-CB8F-27616FA6D809}"/>
                </a:ext>
              </a:extLst>
            </p:cNvPr>
            <p:cNvSpPr/>
            <p:nvPr/>
          </p:nvSpPr>
          <p:spPr>
            <a:xfrm>
              <a:off x="5274845" y="8761067"/>
              <a:ext cx="52251" cy="49714"/>
            </a:xfrm>
            <a:custGeom>
              <a:avLst/>
              <a:gdLst/>
              <a:ahLst/>
              <a:cxnLst/>
              <a:rect l="0" t="0" r="0" b="0"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3" name="pl51">
              <a:extLst>
                <a:ext uri="{FF2B5EF4-FFF2-40B4-BE49-F238E27FC236}">
                  <a16:creationId xmlns:a16="http://schemas.microsoft.com/office/drawing/2014/main" id="{B5B59E0B-7BF5-F0E2-FE19-D0A59DEC1548}"/>
                </a:ext>
              </a:extLst>
            </p:cNvPr>
            <p:cNvSpPr/>
            <p:nvPr/>
          </p:nvSpPr>
          <p:spPr>
            <a:xfrm>
              <a:off x="4389838" y="8960115"/>
              <a:ext cx="83810" cy="59736"/>
            </a:xfrm>
            <a:custGeom>
              <a:avLst/>
              <a:gdLst/>
              <a:ahLst/>
              <a:cxnLst/>
              <a:rect l="0" t="0" r="0" b="0"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4" name="pl52">
              <a:extLst>
                <a:ext uri="{FF2B5EF4-FFF2-40B4-BE49-F238E27FC236}">
                  <a16:creationId xmlns:a16="http://schemas.microsoft.com/office/drawing/2014/main" id="{021E100B-B202-7022-539E-E2DB6B987F01}"/>
                </a:ext>
              </a:extLst>
            </p:cNvPr>
            <p:cNvSpPr/>
            <p:nvPr/>
          </p:nvSpPr>
          <p:spPr>
            <a:xfrm>
              <a:off x="5432636" y="8803523"/>
              <a:ext cx="18032" cy="106543"/>
            </a:xfrm>
            <a:custGeom>
              <a:avLst/>
              <a:gdLst/>
              <a:ahLst/>
              <a:cxnLst/>
              <a:rect l="0" t="0" r="0" b="0"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5" name="pl53">
              <a:extLst>
                <a:ext uri="{FF2B5EF4-FFF2-40B4-BE49-F238E27FC236}">
                  <a16:creationId xmlns:a16="http://schemas.microsoft.com/office/drawing/2014/main" id="{DB06B975-65E2-44F9-3290-A339CC6C21CF}"/>
                </a:ext>
              </a:extLst>
            </p:cNvPr>
            <p:cNvSpPr/>
            <p:nvPr/>
          </p:nvSpPr>
          <p:spPr>
            <a:xfrm>
              <a:off x="9041868" y="10992053"/>
              <a:ext cx="154580" cy="109080"/>
            </a:xfrm>
            <a:custGeom>
              <a:avLst/>
              <a:gdLst/>
              <a:ahLst/>
              <a:cxnLst/>
              <a:rect l="0" t="0" r="0" b="0"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6" name="pl54">
              <a:extLst>
                <a:ext uri="{FF2B5EF4-FFF2-40B4-BE49-F238E27FC236}">
                  <a16:creationId xmlns:a16="http://schemas.microsoft.com/office/drawing/2014/main" id="{311AF3A8-D3CB-4955-75FC-86B55BA8D255}"/>
                </a:ext>
              </a:extLst>
            </p:cNvPr>
            <p:cNvSpPr/>
            <p:nvPr/>
          </p:nvSpPr>
          <p:spPr>
            <a:xfrm>
              <a:off x="9060517" y="9985817"/>
              <a:ext cx="300731" cy="396276"/>
            </a:xfrm>
            <a:custGeom>
              <a:avLst/>
              <a:gdLst/>
              <a:ahLst/>
              <a:cxnLst/>
              <a:rect l="0" t="0" r="0" b="0"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7" name="pl55">
              <a:extLst>
                <a:ext uri="{FF2B5EF4-FFF2-40B4-BE49-F238E27FC236}">
                  <a16:creationId xmlns:a16="http://schemas.microsoft.com/office/drawing/2014/main" id="{B061FB1F-A3BF-2006-AD8E-CC0C82F8EE64}"/>
                </a:ext>
              </a:extLst>
            </p:cNvPr>
            <p:cNvSpPr/>
            <p:nvPr/>
          </p:nvSpPr>
          <p:spPr>
            <a:xfrm>
              <a:off x="10189188" y="11053087"/>
              <a:ext cx="38528" cy="48046"/>
            </a:xfrm>
            <a:custGeom>
              <a:avLst/>
              <a:gdLst/>
              <a:ahLst/>
              <a:cxnLst/>
              <a:rect l="0" t="0" r="0" b="0"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8" name="pl56">
              <a:extLst>
                <a:ext uri="{FF2B5EF4-FFF2-40B4-BE49-F238E27FC236}">
                  <a16:creationId xmlns:a16="http://schemas.microsoft.com/office/drawing/2014/main" id="{C7C174D0-9F07-E1C5-2035-659BB4B303CE}"/>
                </a:ext>
              </a:extLst>
            </p:cNvPr>
            <p:cNvSpPr/>
            <p:nvPr/>
          </p:nvSpPr>
          <p:spPr>
            <a:xfrm>
              <a:off x="10211184" y="11075314"/>
              <a:ext cx="16534" cy="25821"/>
            </a:xfrm>
            <a:custGeom>
              <a:avLst/>
              <a:gdLst/>
              <a:ahLst/>
              <a:cxnLst/>
              <a:rect l="0" t="0" r="0" b="0"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9" name="pl57">
              <a:extLst>
                <a:ext uri="{FF2B5EF4-FFF2-40B4-BE49-F238E27FC236}">
                  <a16:creationId xmlns:a16="http://schemas.microsoft.com/office/drawing/2014/main" id="{2A7F1909-79D0-1705-BC8E-F9C3EA492737}"/>
                </a:ext>
              </a:extLst>
            </p:cNvPr>
            <p:cNvSpPr/>
            <p:nvPr/>
          </p:nvSpPr>
          <p:spPr>
            <a:xfrm>
              <a:off x="9446811" y="10507495"/>
              <a:ext cx="221103" cy="347284"/>
            </a:xfrm>
            <a:custGeom>
              <a:avLst/>
              <a:gdLst/>
              <a:ahLst/>
              <a:cxnLst/>
              <a:rect l="0" t="0" r="0" b="0"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0" name="pl58">
              <a:extLst>
                <a:ext uri="{FF2B5EF4-FFF2-40B4-BE49-F238E27FC236}">
                  <a16:creationId xmlns:a16="http://schemas.microsoft.com/office/drawing/2014/main" id="{97D95589-71B8-13D1-4AE6-AED704B9BE1C}"/>
                </a:ext>
              </a:extLst>
            </p:cNvPr>
            <p:cNvSpPr/>
            <p:nvPr/>
          </p:nvSpPr>
          <p:spPr>
            <a:xfrm>
              <a:off x="9791118" y="10836537"/>
              <a:ext cx="146879" cy="211845"/>
            </a:xfrm>
            <a:custGeom>
              <a:avLst/>
              <a:gdLst/>
              <a:ahLst/>
              <a:cxnLst/>
              <a:rect l="0" t="0" r="0" b="0"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1" name="pl59">
              <a:extLst>
                <a:ext uri="{FF2B5EF4-FFF2-40B4-BE49-F238E27FC236}">
                  <a16:creationId xmlns:a16="http://schemas.microsoft.com/office/drawing/2014/main" id="{B9502FC7-4137-62C0-754B-E93F21383E6D}"/>
                </a:ext>
              </a:extLst>
            </p:cNvPr>
            <p:cNvSpPr/>
            <p:nvPr/>
          </p:nvSpPr>
          <p:spPr>
            <a:xfrm>
              <a:off x="7646445" y="10134536"/>
              <a:ext cx="54522" cy="45713"/>
            </a:xfrm>
            <a:custGeom>
              <a:avLst/>
              <a:gdLst/>
              <a:ahLst/>
              <a:cxnLst/>
              <a:rect l="0" t="0" r="0" b="0"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2" name="pl60">
              <a:extLst>
                <a:ext uri="{FF2B5EF4-FFF2-40B4-BE49-F238E27FC236}">
                  <a16:creationId xmlns:a16="http://schemas.microsoft.com/office/drawing/2014/main" id="{FC663B0A-61DA-44EA-DB47-843AC6A51D4D}"/>
                </a:ext>
              </a:extLst>
            </p:cNvPr>
            <p:cNvSpPr/>
            <p:nvPr/>
          </p:nvSpPr>
          <p:spPr>
            <a:xfrm>
              <a:off x="8897260" y="10645027"/>
              <a:ext cx="232553" cy="347062"/>
            </a:xfrm>
            <a:custGeom>
              <a:avLst/>
              <a:gdLst/>
              <a:ahLst/>
              <a:cxnLst/>
              <a:rect l="0" t="0" r="0" b="0"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3" name="pl61">
              <a:extLst>
                <a:ext uri="{FF2B5EF4-FFF2-40B4-BE49-F238E27FC236}">
                  <a16:creationId xmlns:a16="http://schemas.microsoft.com/office/drawing/2014/main" id="{1FFEE594-465C-AD91-E55D-82A389013D23}"/>
                </a:ext>
              </a:extLst>
            </p:cNvPr>
            <p:cNvSpPr/>
            <p:nvPr/>
          </p:nvSpPr>
          <p:spPr>
            <a:xfrm>
              <a:off x="7835716" y="10839704"/>
              <a:ext cx="33162" cy="37600"/>
            </a:xfrm>
            <a:custGeom>
              <a:avLst/>
              <a:gdLst/>
              <a:ahLst/>
              <a:cxnLst/>
              <a:rect l="0" t="0" r="0" b="0"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4" name="pl62">
              <a:extLst>
                <a:ext uri="{FF2B5EF4-FFF2-40B4-BE49-F238E27FC236}">
                  <a16:creationId xmlns:a16="http://schemas.microsoft.com/office/drawing/2014/main" id="{74CE7517-C2CC-50CB-597A-0AADEDABD48B}"/>
                </a:ext>
              </a:extLst>
            </p:cNvPr>
            <p:cNvSpPr/>
            <p:nvPr/>
          </p:nvSpPr>
          <p:spPr>
            <a:xfrm>
              <a:off x="8232468" y="9640442"/>
              <a:ext cx="88479" cy="244964"/>
            </a:xfrm>
            <a:custGeom>
              <a:avLst/>
              <a:gdLst/>
              <a:ahLst/>
              <a:cxnLst/>
              <a:rect l="0" t="0" r="0" b="0"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5" name="pl63">
              <a:extLst>
                <a:ext uri="{FF2B5EF4-FFF2-40B4-BE49-F238E27FC236}">
                  <a16:creationId xmlns:a16="http://schemas.microsoft.com/office/drawing/2014/main" id="{2C51F6B0-79E9-03FD-0F63-99922C7F0CD2}"/>
                </a:ext>
              </a:extLst>
            </p:cNvPr>
            <p:cNvSpPr/>
            <p:nvPr/>
          </p:nvSpPr>
          <p:spPr>
            <a:xfrm>
              <a:off x="7657147" y="10076618"/>
              <a:ext cx="28346" cy="78573"/>
            </a:xfrm>
            <a:custGeom>
              <a:avLst/>
              <a:gdLst/>
              <a:ahLst/>
              <a:cxnLst/>
              <a:rect l="0" t="0" r="0" b="0"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6" name="pl64">
              <a:extLst>
                <a:ext uri="{FF2B5EF4-FFF2-40B4-BE49-F238E27FC236}">
                  <a16:creationId xmlns:a16="http://schemas.microsoft.com/office/drawing/2014/main" id="{221EF259-ADA9-276E-86EB-AC2F73BE97D0}"/>
                </a:ext>
              </a:extLst>
            </p:cNvPr>
            <p:cNvSpPr/>
            <p:nvPr/>
          </p:nvSpPr>
          <p:spPr>
            <a:xfrm>
              <a:off x="8714476" y="10039738"/>
              <a:ext cx="353112" cy="112768"/>
            </a:xfrm>
            <a:custGeom>
              <a:avLst/>
              <a:gdLst/>
              <a:ahLst/>
              <a:cxnLst/>
              <a:rect l="0" t="0" r="0" b="0"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7" name="pl65">
              <a:extLst>
                <a:ext uri="{FF2B5EF4-FFF2-40B4-BE49-F238E27FC236}">
                  <a16:creationId xmlns:a16="http://schemas.microsoft.com/office/drawing/2014/main" id="{A1150749-C1F0-1FBA-D68E-B07070F902BB}"/>
                </a:ext>
              </a:extLst>
            </p:cNvPr>
            <p:cNvSpPr/>
            <p:nvPr/>
          </p:nvSpPr>
          <p:spPr>
            <a:xfrm>
              <a:off x="8184758" y="10589923"/>
              <a:ext cx="107437" cy="149218"/>
            </a:xfrm>
            <a:custGeom>
              <a:avLst/>
              <a:gdLst/>
              <a:ahLst/>
              <a:cxnLst/>
              <a:rect l="0" t="0" r="0" b="0"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8" name="pl66">
              <a:extLst>
                <a:ext uri="{FF2B5EF4-FFF2-40B4-BE49-F238E27FC236}">
                  <a16:creationId xmlns:a16="http://schemas.microsoft.com/office/drawing/2014/main" id="{E0311B16-ED81-8156-E028-281F8B15A393}"/>
                </a:ext>
              </a:extLst>
            </p:cNvPr>
            <p:cNvSpPr/>
            <p:nvPr/>
          </p:nvSpPr>
          <p:spPr>
            <a:xfrm>
              <a:off x="2476178" y="1238081"/>
              <a:ext cx="12201355" cy="9863052"/>
            </a:xfrm>
            <a:custGeom>
              <a:avLst/>
              <a:gdLst/>
              <a:ahLst/>
              <a:cxnLst/>
              <a:rect l="0" t="0" r="0" b="0"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9" name="pl67">
              <a:extLst>
                <a:ext uri="{FF2B5EF4-FFF2-40B4-BE49-F238E27FC236}">
                  <a16:creationId xmlns:a16="http://schemas.microsoft.com/office/drawing/2014/main" id="{D86FFEDE-AF47-45A2-0D2B-08980FEFE190}"/>
                </a:ext>
              </a:extLst>
            </p:cNvPr>
            <p:cNvSpPr/>
            <p:nvPr/>
          </p:nvSpPr>
          <p:spPr>
            <a:xfrm>
              <a:off x="7775953" y="10882360"/>
              <a:ext cx="24162" cy="13038"/>
            </a:xfrm>
            <a:custGeom>
              <a:avLst/>
              <a:gdLst/>
              <a:ahLst/>
              <a:cxnLst/>
              <a:rect l="0" t="0" r="0" b="0"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0" name="rc68">
              <a:extLst>
                <a:ext uri="{FF2B5EF4-FFF2-40B4-BE49-F238E27FC236}">
                  <a16:creationId xmlns:a16="http://schemas.microsoft.com/office/drawing/2014/main" id="{027DFCC4-0231-B5A1-4967-C49370245D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1" name="rc69">
              <a:extLst>
                <a:ext uri="{FF2B5EF4-FFF2-40B4-BE49-F238E27FC236}">
                  <a16:creationId xmlns:a16="http://schemas.microsoft.com/office/drawing/2014/main" id="{026BBDAC-5E8A-440C-E5B7-69C45323D1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2" name="rc70">
              <a:extLst>
                <a:ext uri="{FF2B5EF4-FFF2-40B4-BE49-F238E27FC236}">
                  <a16:creationId xmlns:a16="http://schemas.microsoft.com/office/drawing/2014/main" id="{0ED2CAD4-B4AC-E4F3-ED54-7FF8DD87C8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3" name="rc71">
              <a:extLst>
                <a:ext uri="{FF2B5EF4-FFF2-40B4-BE49-F238E27FC236}">
                  <a16:creationId xmlns:a16="http://schemas.microsoft.com/office/drawing/2014/main" id="{1CAE9DD9-D755-2FE7-9CC1-A44EC2FF2E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4" name="rc72">
              <a:extLst>
                <a:ext uri="{FF2B5EF4-FFF2-40B4-BE49-F238E27FC236}">
                  <a16:creationId xmlns:a16="http://schemas.microsoft.com/office/drawing/2014/main" id="{A1C75517-9A98-FEC4-CE87-4873069CEA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5" name="rc73">
              <a:extLst>
                <a:ext uri="{FF2B5EF4-FFF2-40B4-BE49-F238E27FC236}">
                  <a16:creationId xmlns:a16="http://schemas.microsoft.com/office/drawing/2014/main" id="{C1380C13-0B28-7B96-4F65-968A5C4B61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6" name="rc74">
              <a:extLst>
                <a:ext uri="{FF2B5EF4-FFF2-40B4-BE49-F238E27FC236}">
                  <a16:creationId xmlns:a16="http://schemas.microsoft.com/office/drawing/2014/main" id="{118B0A15-93B2-891D-35CA-17350B51F2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7" name="rc75">
              <a:extLst>
                <a:ext uri="{FF2B5EF4-FFF2-40B4-BE49-F238E27FC236}">
                  <a16:creationId xmlns:a16="http://schemas.microsoft.com/office/drawing/2014/main" id="{3DE345A0-AD07-B24C-9B51-92EB2B1120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8" name="rc76">
              <a:extLst>
                <a:ext uri="{FF2B5EF4-FFF2-40B4-BE49-F238E27FC236}">
                  <a16:creationId xmlns:a16="http://schemas.microsoft.com/office/drawing/2014/main" id="{E744F955-C7B1-8402-0083-5D58F185F7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9" name="rc77">
              <a:extLst>
                <a:ext uri="{FF2B5EF4-FFF2-40B4-BE49-F238E27FC236}">
                  <a16:creationId xmlns:a16="http://schemas.microsoft.com/office/drawing/2014/main" id="{17EBBDFE-114E-C88E-FA15-FA9613E997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0" name="rc78">
              <a:extLst>
                <a:ext uri="{FF2B5EF4-FFF2-40B4-BE49-F238E27FC236}">
                  <a16:creationId xmlns:a16="http://schemas.microsoft.com/office/drawing/2014/main" id="{336D76D6-4674-29B0-7F0E-DCFBC5A931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1" name="rc79">
              <a:extLst>
                <a:ext uri="{FF2B5EF4-FFF2-40B4-BE49-F238E27FC236}">
                  <a16:creationId xmlns:a16="http://schemas.microsoft.com/office/drawing/2014/main" id="{443FF17D-5A15-0E4D-B041-1811908C68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2" name="rc80">
              <a:extLst>
                <a:ext uri="{FF2B5EF4-FFF2-40B4-BE49-F238E27FC236}">
                  <a16:creationId xmlns:a16="http://schemas.microsoft.com/office/drawing/2014/main" id="{269A3238-01BD-0EFA-5ACA-C143BF68E5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3" name="rc81">
              <a:extLst>
                <a:ext uri="{FF2B5EF4-FFF2-40B4-BE49-F238E27FC236}">
                  <a16:creationId xmlns:a16="http://schemas.microsoft.com/office/drawing/2014/main" id="{FD15D4BB-A524-5FBE-56F9-2E551DEFE5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4" name="rc82">
              <a:extLst>
                <a:ext uri="{FF2B5EF4-FFF2-40B4-BE49-F238E27FC236}">
                  <a16:creationId xmlns:a16="http://schemas.microsoft.com/office/drawing/2014/main" id="{0FB9253B-EC64-5F0B-C348-E56FBA35B4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5" name="rc83">
              <a:extLst>
                <a:ext uri="{FF2B5EF4-FFF2-40B4-BE49-F238E27FC236}">
                  <a16:creationId xmlns:a16="http://schemas.microsoft.com/office/drawing/2014/main" id="{2A7698A6-0263-C098-A8CB-7CCD07250D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6" name="rc84">
              <a:extLst>
                <a:ext uri="{FF2B5EF4-FFF2-40B4-BE49-F238E27FC236}">
                  <a16:creationId xmlns:a16="http://schemas.microsoft.com/office/drawing/2014/main" id="{DA52B75C-23A9-863B-B56D-DF65C1EB4F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7" name="rc85">
              <a:extLst>
                <a:ext uri="{FF2B5EF4-FFF2-40B4-BE49-F238E27FC236}">
                  <a16:creationId xmlns:a16="http://schemas.microsoft.com/office/drawing/2014/main" id="{27D650F8-DD70-F898-E86B-C7F1944981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8" name="rc86">
              <a:extLst>
                <a:ext uri="{FF2B5EF4-FFF2-40B4-BE49-F238E27FC236}">
                  <a16:creationId xmlns:a16="http://schemas.microsoft.com/office/drawing/2014/main" id="{046D2CE9-420A-E1BA-662A-B9C663A6C8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9" name="rc87">
              <a:extLst>
                <a:ext uri="{FF2B5EF4-FFF2-40B4-BE49-F238E27FC236}">
                  <a16:creationId xmlns:a16="http://schemas.microsoft.com/office/drawing/2014/main" id="{1ED63ED8-E183-B3B5-6A6C-58AFE1A25A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0" name="rc88">
              <a:extLst>
                <a:ext uri="{FF2B5EF4-FFF2-40B4-BE49-F238E27FC236}">
                  <a16:creationId xmlns:a16="http://schemas.microsoft.com/office/drawing/2014/main" id="{03213349-DADB-1437-FAB6-078E6D1422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1" name="rc89">
              <a:extLst>
                <a:ext uri="{FF2B5EF4-FFF2-40B4-BE49-F238E27FC236}">
                  <a16:creationId xmlns:a16="http://schemas.microsoft.com/office/drawing/2014/main" id="{B67FD6C3-4B7F-3F18-2F5F-B2ECBCFC8C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2" name="rc90">
              <a:extLst>
                <a:ext uri="{FF2B5EF4-FFF2-40B4-BE49-F238E27FC236}">
                  <a16:creationId xmlns:a16="http://schemas.microsoft.com/office/drawing/2014/main" id="{0D8F6C48-C559-8208-D45F-019D2A3C7C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3" name="rc91">
              <a:extLst>
                <a:ext uri="{FF2B5EF4-FFF2-40B4-BE49-F238E27FC236}">
                  <a16:creationId xmlns:a16="http://schemas.microsoft.com/office/drawing/2014/main" id="{367A139F-FACB-210D-AD51-75B6A85987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4" name="rc92">
              <a:extLst>
                <a:ext uri="{FF2B5EF4-FFF2-40B4-BE49-F238E27FC236}">
                  <a16:creationId xmlns:a16="http://schemas.microsoft.com/office/drawing/2014/main" id="{ADBAFD1F-48E1-FAC4-AF8F-CC2493E111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5" name="rc93">
              <a:extLst>
                <a:ext uri="{FF2B5EF4-FFF2-40B4-BE49-F238E27FC236}">
                  <a16:creationId xmlns:a16="http://schemas.microsoft.com/office/drawing/2014/main" id="{B80127D3-2DDB-CFCB-4756-55D76647C6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6" name="rc94">
              <a:extLst>
                <a:ext uri="{FF2B5EF4-FFF2-40B4-BE49-F238E27FC236}">
                  <a16:creationId xmlns:a16="http://schemas.microsoft.com/office/drawing/2014/main" id="{2F402A0B-398F-5330-1554-35F0E6873D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7" name="rc95">
              <a:extLst>
                <a:ext uri="{FF2B5EF4-FFF2-40B4-BE49-F238E27FC236}">
                  <a16:creationId xmlns:a16="http://schemas.microsoft.com/office/drawing/2014/main" id="{E640952C-2009-3E03-D207-F8E15BC900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8" name="rc96">
              <a:extLst>
                <a:ext uri="{FF2B5EF4-FFF2-40B4-BE49-F238E27FC236}">
                  <a16:creationId xmlns:a16="http://schemas.microsoft.com/office/drawing/2014/main" id="{D36FD76B-7CB3-8511-CF9C-8EEA36A133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9" name="rc97">
              <a:extLst>
                <a:ext uri="{FF2B5EF4-FFF2-40B4-BE49-F238E27FC236}">
                  <a16:creationId xmlns:a16="http://schemas.microsoft.com/office/drawing/2014/main" id="{2413F8FF-6A04-4512-5B3B-8C3C11E884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0" name="rc98">
              <a:extLst>
                <a:ext uri="{FF2B5EF4-FFF2-40B4-BE49-F238E27FC236}">
                  <a16:creationId xmlns:a16="http://schemas.microsoft.com/office/drawing/2014/main" id="{0C9CF6D7-12CB-A8C5-E15D-78E9938EC9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1" name="rc99">
              <a:extLst>
                <a:ext uri="{FF2B5EF4-FFF2-40B4-BE49-F238E27FC236}">
                  <a16:creationId xmlns:a16="http://schemas.microsoft.com/office/drawing/2014/main" id="{05523FC3-E320-D4B3-3ECA-D237EFF1E3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2" name="rc100">
              <a:extLst>
                <a:ext uri="{FF2B5EF4-FFF2-40B4-BE49-F238E27FC236}">
                  <a16:creationId xmlns:a16="http://schemas.microsoft.com/office/drawing/2014/main" id="{E72A8458-7293-5C0D-E7EE-5FF100B38A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3" name="rc101">
              <a:extLst>
                <a:ext uri="{FF2B5EF4-FFF2-40B4-BE49-F238E27FC236}">
                  <a16:creationId xmlns:a16="http://schemas.microsoft.com/office/drawing/2014/main" id="{FE01C1F2-61B8-16CA-F51F-F9B077DB36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4" name="rc102">
              <a:extLst>
                <a:ext uri="{FF2B5EF4-FFF2-40B4-BE49-F238E27FC236}">
                  <a16:creationId xmlns:a16="http://schemas.microsoft.com/office/drawing/2014/main" id="{C20A9E10-8197-00F5-F153-1088464B8A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5" name="rc103">
              <a:extLst>
                <a:ext uri="{FF2B5EF4-FFF2-40B4-BE49-F238E27FC236}">
                  <a16:creationId xmlns:a16="http://schemas.microsoft.com/office/drawing/2014/main" id="{6A781D39-0BEA-2DF2-DC13-5823B96CBD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6" name="rc104">
              <a:extLst>
                <a:ext uri="{FF2B5EF4-FFF2-40B4-BE49-F238E27FC236}">
                  <a16:creationId xmlns:a16="http://schemas.microsoft.com/office/drawing/2014/main" id="{298D9750-541D-F212-DD59-D5E0347B0A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7" name="rc105">
              <a:extLst>
                <a:ext uri="{FF2B5EF4-FFF2-40B4-BE49-F238E27FC236}">
                  <a16:creationId xmlns:a16="http://schemas.microsoft.com/office/drawing/2014/main" id="{37DBB23B-A79C-9E28-E8DA-E180799921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8" name="rc106">
              <a:extLst>
                <a:ext uri="{FF2B5EF4-FFF2-40B4-BE49-F238E27FC236}">
                  <a16:creationId xmlns:a16="http://schemas.microsoft.com/office/drawing/2014/main" id="{5E132981-E673-8CBC-A64A-C2A4DDD833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9" name="rc107">
              <a:extLst>
                <a:ext uri="{FF2B5EF4-FFF2-40B4-BE49-F238E27FC236}">
                  <a16:creationId xmlns:a16="http://schemas.microsoft.com/office/drawing/2014/main" id="{F270F7B3-D9E3-EC52-76AB-D8D52E602A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0" name="rc108">
              <a:extLst>
                <a:ext uri="{FF2B5EF4-FFF2-40B4-BE49-F238E27FC236}">
                  <a16:creationId xmlns:a16="http://schemas.microsoft.com/office/drawing/2014/main" id="{2E1AEA95-FA0C-6058-0A0E-CD71A5AD10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1" name="rc109">
              <a:extLst>
                <a:ext uri="{FF2B5EF4-FFF2-40B4-BE49-F238E27FC236}">
                  <a16:creationId xmlns:a16="http://schemas.microsoft.com/office/drawing/2014/main" id="{E0137F46-9041-4C25-B145-89ADE3E624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2" name="rc110">
              <a:extLst>
                <a:ext uri="{FF2B5EF4-FFF2-40B4-BE49-F238E27FC236}">
                  <a16:creationId xmlns:a16="http://schemas.microsoft.com/office/drawing/2014/main" id="{FA6CAFDF-228F-3FB9-6FC3-2516C6013D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3" name="rc111">
              <a:extLst>
                <a:ext uri="{FF2B5EF4-FFF2-40B4-BE49-F238E27FC236}">
                  <a16:creationId xmlns:a16="http://schemas.microsoft.com/office/drawing/2014/main" id="{A59ADDCB-18C7-CC12-FC4F-DBE9053026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4" name="rc112">
              <a:extLst>
                <a:ext uri="{FF2B5EF4-FFF2-40B4-BE49-F238E27FC236}">
                  <a16:creationId xmlns:a16="http://schemas.microsoft.com/office/drawing/2014/main" id="{69F3DC09-E270-5B8D-1BF4-32018CC24F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5" name="rc113">
              <a:extLst>
                <a:ext uri="{FF2B5EF4-FFF2-40B4-BE49-F238E27FC236}">
                  <a16:creationId xmlns:a16="http://schemas.microsoft.com/office/drawing/2014/main" id="{7E097BDD-57CB-932A-406C-F67C3A1C39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6" name="rc114">
              <a:extLst>
                <a:ext uri="{FF2B5EF4-FFF2-40B4-BE49-F238E27FC236}">
                  <a16:creationId xmlns:a16="http://schemas.microsoft.com/office/drawing/2014/main" id="{4F762E6A-EA15-FC77-A82A-E08D249468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7" name="rc115">
              <a:extLst>
                <a:ext uri="{FF2B5EF4-FFF2-40B4-BE49-F238E27FC236}">
                  <a16:creationId xmlns:a16="http://schemas.microsoft.com/office/drawing/2014/main" id="{554579CA-9215-AB8E-296D-DFCE70BD16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8" name="rc116">
              <a:extLst>
                <a:ext uri="{FF2B5EF4-FFF2-40B4-BE49-F238E27FC236}">
                  <a16:creationId xmlns:a16="http://schemas.microsoft.com/office/drawing/2014/main" id="{F04E45BD-D410-698E-AEA8-918B525210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9" name="rc117">
              <a:extLst>
                <a:ext uri="{FF2B5EF4-FFF2-40B4-BE49-F238E27FC236}">
                  <a16:creationId xmlns:a16="http://schemas.microsoft.com/office/drawing/2014/main" id="{3A43647F-DB72-F540-39DC-F74A52FE87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0" name="rc118">
              <a:extLst>
                <a:ext uri="{FF2B5EF4-FFF2-40B4-BE49-F238E27FC236}">
                  <a16:creationId xmlns:a16="http://schemas.microsoft.com/office/drawing/2014/main" id="{B8109431-8638-0576-0EC7-166890E05D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1" name="rc119">
              <a:extLst>
                <a:ext uri="{FF2B5EF4-FFF2-40B4-BE49-F238E27FC236}">
                  <a16:creationId xmlns:a16="http://schemas.microsoft.com/office/drawing/2014/main" id="{53DE053B-8227-1E2B-FA90-DB5A9E9A57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2" name="rc120">
              <a:extLst>
                <a:ext uri="{FF2B5EF4-FFF2-40B4-BE49-F238E27FC236}">
                  <a16:creationId xmlns:a16="http://schemas.microsoft.com/office/drawing/2014/main" id="{07C6FA2F-137A-3F1F-9630-DEE05C6073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3" name="rc121">
              <a:extLst>
                <a:ext uri="{FF2B5EF4-FFF2-40B4-BE49-F238E27FC236}">
                  <a16:creationId xmlns:a16="http://schemas.microsoft.com/office/drawing/2014/main" id="{DFE88D2D-27C4-81B3-0DA0-FC58484D82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4" name="rc122">
              <a:extLst>
                <a:ext uri="{FF2B5EF4-FFF2-40B4-BE49-F238E27FC236}">
                  <a16:creationId xmlns:a16="http://schemas.microsoft.com/office/drawing/2014/main" id="{D28F50DC-633A-57E7-7CC2-2356203508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5" name="rc123">
              <a:extLst>
                <a:ext uri="{FF2B5EF4-FFF2-40B4-BE49-F238E27FC236}">
                  <a16:creationId xmlns:a16="http://schemas.microsoft.com/office/drawing/2014/main" id="{51EA891D-199C-A281-AC60-6D811D5686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6" name="rc124">
              <a:extLst>
                <a:ext uri="{FF2B5EF4-FFF2-40B4-BE49-F238E27FC236}">
                  <a16:creationId xmlns:a16="http://schemas.microsoft.com/office/drawing/2014/main" id="{D36DB4B8-A42C-5848-F8DB-883491205E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7" name="rc125">
              <a:extLst>
                <a:ext uri="{FF2B5EF4-FFF2-40B4-BE49-F238E27FC236}">
                  <a16:creationId xmlns:a16="http://schemas.microsoft.com/office/drawing/2014/main" id="{E106D596-EA15-D83A-4AA1-772F1663A7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8" name="rc126">
              <a:extLst>
                <a:ext uri="{FF2B5EF4-FFF2-40B4-BE49-F238E27FC236}">
                  <a16:creationId xmlns:a16="http://schemas.microsoft.com/office/drawing/2014/main" id="{B1B341FB-BFFA-2552-2790-82ED00254E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9" name="rc127">
              <a:extLst>
                <a:ext uri="{FF2B5EF4-FFF2-40B4-BE49-F238E27FC236}">
                  <a16:creationId xmlns:a16="http://schemas.microsoft.com/office/drawing/2014/main" id="{6F58442A-9E3C-0885-8CAE-A6341EB202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0" name="rc128">
              <a:extLst>
                <a:ext uri="{FF2B5EF4-FFF2-40B4-BE49-F238E27FC236}">
                  <a16:creationId xmlns:a16="http://schemas.microsoft.com/office/drawing/2014/main" id="{F94CBD03-A702-FA2C-9CC6-B5A76D6ABC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1" name="rc129">
              <a:extLst>
                <a:ext uri="{FF2B5EF4-FFF2-40B4-BE49-F238E27FC236}">
                  <a16:creationId xmlns:a16="http://schemas.microsoft.com/office/drawing/2014/main" id="{B57EFEC9-621A-3166-5D81-73CE4A976F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2" name="rc130">
              <a:extLst>
                <a:ext uri="{FF2B5EF4-FFF2-40B4-BE49-F238E27FC236}">
                  <a16:creationId xmlns:a16="http://schemas.microsoft.com/office/drawing/2014/main" id="{68D0E127-B6B4-9EE5-81CC-ED0A602E73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3" name="rc131">
              <a:extLst>
                <a:ext uri="{FF2B5EF4-FFF2-40B4-BE49-F238E27FC236}">
                  <a16:creationId xmlns:a16="http://schemas.microsoft.com/office/drawing/2014/main" id="{6F4C8B15-3881-571B-7669-576E838649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4" name="rc132">
              <a:extLst>
                <a:ext uri="{FF2B5EF4-FFF2-40B4-BE49-F238E27FC236}">
                  <a16:creationId xmlns:a16="http://schemas.microsoft.com/office/drawing/2014/main" id="{A3D34293-C51C-FF7A-A52F-ACD5F9D46A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5" name="rc133">
              <a:extLst>
                <a:ext uri="{FF2B5EF4-FFF2-40B4-BE49-F238E27FC236}">
                  <a16:creationId xmlns:a16="http://schemas.microsoft.com/office/drawing/2014/main" id="{7E934984-8297-D797-2637-3C338086F3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6" name="rc134">
              <a:extLst>
                <a:ext uri="{FF2B5EF4-FFF2-40B4-BE49-F238E27FC236}">
                  <a16:creationId xmlns:a16="http://schemas.microsoft.com/office/drawing/2014/main" id="{3C8E7275-4E9B-32D5-C94E-9A954078A3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7" name="rc135">
              <a:extLst>
                <a:ext uri="{FF2B5EF4-FFF2-40B4-BE49-F238E27FC236}">
                  <a16:creationId xmlns:a16="http://schemas.microsoft.com/office/drawing/2014/main" id="{C43505D9-BC2C-B5B4-A162-22281ED71C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8" name="rc136">
              <a:extLst>
                <a:ext uri="{FF2B5EF4-FFF2-40B4-BE49-F238E27FC236}">
                  <a16:creationId xmlns:a16="http://schemas.microsoft.com/office/drawing/2014/main" id="{501BD540-26CD-9BDC-5B50-057CF4028E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9" name="rc137">
              <a:extLst>
                <a:ext uri="{FF2B5EF4-FFF2-40B4-BE49-F238E27FC236}">
                  <a16:creationId xmlns:a16="http://schemas.microsoft.com/office/drawing/2014/main" id="{DD9C2FE6-D5B8-E6AD-5918-ED4CFA2663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0" name="rc138">
              <a:extLst>
                <a:ext uri="{FF2B5EF4-FFF2-40B4-BE49-F238E27FC236}">
                  <a16:creationId xmlns:a16="http://schemas.microsoft.com/office/drawing/2014/main" id="{2199338D-10BD-96CB-3B2E-9D14872157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1" name="rc139">
              <a:extLst>
                <a:ext uri="{FF2B5EF4-FFF2-40B4-BE49-F238E27FC236}">
                  <a16:creationId xmlns:a16="http://schemas.microsoft.com/office/drawing/2014/main" id="{C82719E0-49E6-C282-582F-E3F4B78799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2" name="rc140">
              <a:extLst>
                <a:ext uri="{FF2B5EF4-FFF2-40B4-BE49-F238E27FC236}">
                  <a16:creationId xmlns:a16="http://schemas.microsoft.com/office/drawing/2014/main" id="{8F5DBD80-5846-6D9A-806A-F96057DBF5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3" name="rc141">
              <a:extLst>
                <a:ext uri="{FF2B5EF4-FFF2-40B4-BE49-F238E27FC236}">
                  <a16:creationId xmlns:a16="http://schemas.microsoft.com/office/drawing/2014/main" id="{C8637DF2-63B2-1813-DB6F-371784079F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4" name="rc142">
              <a:extLst>
                <a:ext uri="{FF2B5EF4-FFF2-40B4-BE49-F238E27FC236}">
                  <a16:creationId xmlns:a16="http://schemas.microsoft.com/office/drawing/2014/main" id="{801DA8C7-D31D-8BD9-44A5-F0E221F430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5" name="rc143">
              <a:extLst>
                <a:ext uri="{FF2B5EF4-FFF2-40B4-BE49-F238E27FC236}">
                  <a16:creationId xmlns:a16="http://schemas.microsoft.com/office/drawing/2014/main" id="{8D7CE503-7232-6388-CD66-657479F9F7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6" name="rc144">
              <a:extLst>
                <a:ext uri="{FF2B5EF4-FFF2-40B4-BE49-F238E27FC236}">
                  <a16:creationId xmlns:a16="http://schemas.microsoft.com/office/drawing/2014/main" id="{ABAFAA7E-0E71-02BF-2AD9-797AE59212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7" name="rc145">
              <a:extLst>
                <a:ext uri="{FF2B5EF4-FFF2-40B4-BE49-F238E27FC236}">
                  <a16:creationId xmlns:a16="http://schemas.microsoft.com/office/drawing/2014/main" id="{B76E8F05-7557-020B-94B7-7D7122B7DD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8" name="rc146">
              <a:extLst>
                <a:ext uri="{FF2B5EF4-FFF2-40B4-BE49-F238E27FC236}">
                  <a16:creationId xmlns:a16="http://schemas.microsoft.com/office/drawing/2014/main" id="{28089D5B-F651-C0E6-BDA5-5BA60EFFF6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9" name="rc147">
              <a:extLst>
                <a:ext uri="{FF2B5EF4-FFF2-40B4-BE49-F238E27FC236}">
                  <a16:creationId xmlns:a16="http://schemas.microsoft.com/office/drawing/2014/main" id="{39CF1023-EFFF-BF81-C894-C6013BF332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0" name="rc148">
              <a:extLst>
                <a:ext uri="{FF2B5EF4-FFF2-40B4-BE49-F238E27FC236}">
                  <a16:creationId xmlns:a16="http://schemas.microsoft.com/office/drawing/2014/main" id="{52EE5AF5-ED26-ABA6-1695-C6257C4E8A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1" name="rc149">
              <a:extLst>
                <a:ext uri="{FF2B5EF4-FFF2-40B4-BE49-F238E27FC236}">
                  <a16:creationId xmlns:a16="http://schemas.microsoft.com/office/drawing/2014/main" id="{3D241573-0803-AA55-F701-7BABC97DAC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2" name="rc150">
              <a:extLst>
                <a:ext uri="{FF2B5EF4-FFF2-40B4-BE49-F238E27FC236}">
                  <a16:creationId xmlns:a16="http://schemas.microsoft.com/office/drawing/2014/main" id="{841F3A67-427F-AF7E-5BF4-EAABB3A1FC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3" name="rc151">
              <a:extLst>
                <a:ext uri="{FF2B5EF4-FFF2-40B4-BE49-F238E27FC236}">
                  <a16:creationId xmlns:a16="http://schemas.microsoft.com/office/drawing/2014/main" id="{97C22F4A-033C-C1E2-7F48-1FC36F2463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4" name="rc152">
              <a:extLst>
                <a:ext uri="{FF2B5EF4-FFF2-40B4-BE49-F238E27FC236}">
                  <a16:creationId xmlns:a16="http://schemas.microsoft.com/office/drawing/2014/main" id="{B800057F-0538-9ED6-908E-866680BE53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5" name="rc153">
              <a:extLst>
                <a:ext uri="{FF2B5EF4-FFF2-40B4-BE49-F238E27FC236}">
                  <a16:creationId xmlns:a16="http://schemas.microsoft.com/office/drawing/2014/main" id="{9B8B4F07-AE39-5672-146D-1D83F74D8F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6" name="rc154">
              <a:extLst>
                <a:ext uri="{FF2B5EF4-FFF2-40B4-BE49-F238E27FC236}">
                  <a16:creationId xmlns:a16="http://schemas.microsoft.com/office/drawing/2014/main" id="{2ADF921B-E572-EC4A-5CE7-701D5CC8C7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7" name="rc155">
              <a:extLst>
                <a:ext uri="{FF2B5EF4-FFF2-40B4-BE49-F238E27FC236}">
                  <a16:creationId xmlns:a16="http://schemas.microsoft.com/office/drawing/2014/main" id="{2401BEFE-7E91-3C58-9B53-5EA15927AB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8" name="rc156">
              <a:extLst>
                <a:ext uri="{FF2B5EF4-FFF2-40B4-BE49-F238E27FC236}">
                  <a16:creationId xmlns:a16="http://schemas.microsoft.com/office/drawing/2014/main" id="{85E666BA-2CA3-07AE-AD6D-119DB5E641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9" name="rc157">
              <a:extLst>
                <a:ext uri="{FF2B5EF4-FFF2-40B4-BE49-F238E27FC236}">
                  <a16:creationId xmlns:a16="http://schemas.microsoft.com/office/drawing/2014/main" id="{76E497BA-6628-F05D-918D-98EEFC00A9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0" name="rc158">
              <a:extLst>
                <a:ext uri="{FF2B5EF4-FFF2-40B4-BE49-F238E27FC236}">
                  <a16:creationId xmlns:a16="http://schemas.microsoft.com/office/drawing/2014/main" id="{EAF4ABB1-6528-CE6E-9D93-678F221486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1" name="rc159">
              <a:extLst>
                <a:ext uri="{FF2B5EF4-FFF2-40B4-BE49-F238E27FC236}">
                  <a16:creationId xmlns:a16="http://schemas.microsoft.com/office/drawing/2014/main" id="{C735EF2B-5BAE-9285-4045-B4B3AFAA5B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2" name="rc160">
              <a:extLst>
                <a:ext uri="{FF2B5EF4-FFF2-40B4-BE49-F238E27FC236}">
                  <a16:creationId xmlns:a16="http://schemas.microsoft.com/office/drawing/2014/main" id="{0C711051-A7E2-BFA1-9C71-89C954EC86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3" name="rc161">
              <a:extLst>
                <a:ext uri="{FF2B5EF4-FFF2-40B4-BE49-F238E27FC236}">
                  <a16:creationId xmlns:a16="http://schemas.microsoft.com/office/drawing/2014/main" id="{A44576D6-2104-A359-AE17-23E4762FED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4" name="rc162">
              <a:extLst>
                <a:ext uri="{FF2B5EF4-FFF2-40B4-BE49-F238E27FC236}">
                  <a16:creationId xmlns:a16="http://schemas.microsoft.com/office/drawing/2014/main" id="{43DD540B-5ECB-6268-D5DE-4829FDC5A5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5" name="rc163">
              <a:extLst>
                <a:ext uri="{FF2B5EF4-FFF2-40B4-BE49-F238E27FC236}">
                  <a16:creationId xmlns:a16="http://schemas.microsoft.com/office/drawing/2014/main" id="{4F7C6404-B858-A634-D8B4-7E6A80380C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6" name="rc164">
              <a:extLst>
                <a:ext uri="{FF2B5EF4-FFF2-40B4-BE49-F238E27FC236}">
                  <a16:creationId xmlns:a16="http://schemas.microsoft.com/office/drawing/2014/main" id="{C097D45A-983C-C9A8-3BFC-59605CFD88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7" name="rc165">
              <a:extLst>
                <a:ext uri="{FF2B5EF4-FFF2-40B4-BE49-F238E27FC236}">
                  <a16:creationId xmlns:a16="http://schemas.microsoft.com/office/drawing/2014/main" id="{34EDF472-9394-D297-8523-72FFFA1C0F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8" name="rc166">
              <a:extLst>
                <a:ext uri="{FF2B5EF4-FFF2-40B4-BE49-F238E27FC236}">
                  <a16:creationId xmlns:a16="http://schemas.microsoft.com/office/drawing/2014/main" id="{16539628-E226-D934-2D2E-3B9B09A667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9" name="rc167">
              <a:extLst>
                <a:ext uri="{FF2B5EF4-FFF2-40B4-BE49-F238E27FC236}">
                  <a16:creationId xmlns:a16="http://schemas.microsoft.com/office/drawing/2014/main" id="{FC58CA02-DA71-FDA2-A4A5-9162F71E65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0" name="rc168">
              <a:extLst>
                <a:ext uri="{FF2B5EF4-FFF2-40B4-BE49-F238E27FC236}">
                  <a16:creationId xmlns:a16="http://schemas.microsoft.com/office/drawing/2014/main" id="{B6D578A3-871C-9C24-3894-0F5901837F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1" name="rc169">
              <a:extLst>
                <a:ext uri="{FF2B5EF4-FFF2-40B4-BE49-F238E27FC236}">
                  <a16:creationId xmlns:a16="http://schemas.microsoft.com/office/drawing/2014/main" id="{604084D4-F8A2-4739-06A4-42AB855870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2" name="rc170">
              <a:extLst>
                <a:ext uri="{FF2B5EF4-FFF2-40B4-BE49-F238E27FC236}">
                  <a16:creationId xmlns:a16="http://schemas.microsoft.com/office/drawing/2014/main" id="{66ABA6A9-785A-CEB6-EAAA-A1C7A7A92E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3" name="rc171">
              <a:extLst>
                <a:ext uri="{FF2B5EF4-FFF2-40B4-BE49-F238E27FC236}">
                  <a16:creationId xmlns:a16="http://schemas.microsoft.com/office/drawing/2014/main" id="{FD8CA37F-B54D-FFBF-129F-12A063247E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4" name="rc172">
              <a:extLst>
                <a:ext uri="{FF2B5EF4-FFF2-40B4-BE49-F238E27FC236}">
                  <a16:creationId xmlns:a16="http://schemas.microsoft.com/office/drawing/2014/main" id="{A72B8139-250E-8652-8075-D9734E16C3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5" name="rc173">
              <a:extLst>
                <a:ext uri="{FF2B5EF4-FFF2-40B4-BE49-F238E27FC236}">
                  <a16:creationId xmlns:a16="http://schemas.microsoft.com/office/drawing/2014/main" id="{6BDD2316-3904-1A5A-46F7-C145C147D3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6" name="rc174">
              <a:extLst>
                <a:ext uri="{FF2B5EF4-FFF2-40B4-BE49-F238E27FC236}">
                  <a16:creationId xmlns:a16="http://schemas.microsoft.com/office/drawing/2014/main" id="{4F250F93-B30F-68E7-1BD1-0B66FA07EE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7" name="rc175">
              <a:extLst>
                <a:ext uri="{FF2B5EF4-FFF2-40B4-BE49-F238E27FC236}">
                  <a16:creationId xmlns:a16="http://schemas.microsoft.com/office/drawing/2014/main" id="{A36251C4-C026-21CD-EC40-A86C494BF3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8" name="rc176">
              <a:extLst>
                <a:ext uri="{FF2B5EF4-FFF2-40B4-BE49-F238E27FC236}">
                  <a16:creationId xmlns:a16="http://schemas.microsoft.com/office/drawing/2014/main" id="{6DC23AA6-E524-20E3-6600-73E0C63BE4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9" name="rc177">
              <a:extLst>
                <a:ext uri="{FF2B5EF4-FFF2-40B4-BE49-F238E27FC236}">
                  <a16:creationId xmlns:a16="http://schemas.microsoft.com/office/drawing/2014/main" id="{5B2BAE59-551F-9A6A-6787-259ACB6900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0" name="rc178">
              <a:extLst>
                <a:ext uri="{FF2B5EF4-FFF2-40B4-BE49-F238E27FC236}">
                  <a16:creationId xmlns:a16="http://schemas.microsoft.com/office/drawing/2014/main" id="{9FFDBF37-87F3-1115-539C-D5CB882CDE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1" name="rc179">
              <a:extLst>
                <a:ext uri="{FF2B5EF4-FFF2-40B4-BE49-F238E27FC236}">
                  <a16:creationId xmlns:a16="http://schemas.microsoft.com/office/drawing/2014/main" id="{CFD5F454-ABC7-85EF-F9DB-1397F096B6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2" name="rc180">
              <a:extLst>
                <a:ext uri="{FF2B5EF4-FFF2-40B4-BE49-F238E27FC236}">
                  <a16:creationId xmlns:a16="http://schemas.microsoft.com/office/drawing/2014/main" id="{1212F74D-0DEA-F6A6-BFA8-19A597B13D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3" name="rc181">
              <a:extLst>
                <a:ext uri="{FF2B5EF4-FFF2-40B4-BE49-F238E27FC236}">
                  <a16:creationId xmlns:a16="http://schemas.microsoft.com/office/drawing/2014/main" id="{C7030784-4DF7-B6C5-548D-5A6E58313F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4" name="rc182">
              <a:extLst>
                <a:ext uri="{FF2B5EF4-FFF2-40B4-BE49-F238E27FC236}">
                  <a16:creationId xmlns:a16="http://schemas.microsoft.com/office/drawing/2014/main" id="{2592B99D-672C-8757-DB2A-178E3B64A8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5" name="rc183">
              <a:extLst>
                <a:ext uri="{FF2B5EF4-FFF2-40B4-BE49-F238E27FC236}">
                  <a16:creationId xmlns:a16="http://schemas.microsoft.com/office/drawing/2014/main" id="{6306C6B1-5CD6-C068-532C-79756A815C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6" name="rc184">
              <a:extLst>
                <a:ext uri="{FF2B5EF4-FFF2-40B4-BE49-F238E27FC236}">
                  <a16:creationId xmlns:a16="http://schemas.microsoft.com/office/drawing/2014/main" id="{3E376332-E5F0-0D86-704B-A8EEC039E8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7" name="rc185">
              <a:extLst>
                <a:ext uri="{FF2B5EF4-FFF2-40B4-BE49-F238E27FC236}">
                  <a16:creationId xmlns:a16="http://schemas.microsoft.com/office/drawing/2014/main" id="{197F687B-A472-F176-C0FF-1FAD83E02D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8" name="rc186">
              <a:extLst>
                <a:ext uri="{FF2B5EF4-FFF2-40B4-BE49-F238E27FC236}">
                  <a16:creationId xmlns:a16="http://schemas.microsoft.com/office/drawing/2014/main" id="{F3EED37D-ADD7-9FB6-3343-6CF9D8F829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9" name="rc187">
              <a:extLst>
                <a:ext uri="{FF2B5EF4-FFF2-40B4-BE49-F238E27FC236}">
                  <a16:creationId xmlns:a16="http://schemas.microsoft.com/office/drawing/2014/main" id="{4CC29CCC-8A2B-E620-70D3-5A6AEDE59B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0" name="rc188">
              <a:extLst>
                <a:ext uri="{FF2B5EF4-FFF2-40B4-BE49-F238E27FC236}">
                  <a16:creationId xmlns:a16="http://schemas.microsoft.com/office/drawing/2014/main" id="{F743F071-A04E-827B-0524-990C636AC4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1" name="rc189">
              <a:extLst>
                <a:ext uri="{FF2B5EF4-FFF2-40B4-BE49-F238E27FC236}">
                  <a16:creationId xmlns:a16="http://schemas.microsoft.com/office/drawing/2014/main" id="{D5443CCD-3D19-8A39-1A25-8FE2D4E769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2" name="rc190">
              <a:extLst>
                <a:ext uri="{FF2B5EF4-FFF2-40B4-BE49-F238E27FC236}">
                  <a16:creationId xmlns:a16="http://schemas.microsoft.com/office/drawing/2014/main" id="{FE363C29-BC72-CD75-CB25-B8838DF4F2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3" name="rc191">
              <a:extLst>
                <a:ext uri="{FF2B5EF4-FFF2-40B4-BE49-F238E27FC236}">
                  <a16:creationId xmlns:a16="http://schemas.microsoft.com/office/drawing/2014/main" id="{2ADB4CD0-9F2A-B476-8652-DBC4DA7749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4" name="rc192">
              <a:extLst>
                <a:ext uri="{FF2B5EF4-FFF2-40B4-BE49-F238E27FC236}">
                  <a16:creationId xmlns:a16="http://schemas.microsoft.com/office/drawing/2014/main" id="{F250D167-7E88-C07E-211E-496DC737EC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5" name="rc193">
              <a:extLst>
                <a:ext uri="{FF2B5EF4-FFF2-40B4-BE49-F238E27FC236}">
                  <a16:creationId xmlns:a16="http://schemas.microsoft.com/office/drawing/2014/main" id="{2EAB8141-4FCB-7A53-19A5-1861147BB8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6" name="rc194">
              <a:extLst>
                <a:ext uri="{FF2B5EF4-FFF2-40B4-BE49-F238E27FC236}">
                  <a16:creationId xmlns:a16="http://schemas.microsoft.com/office/drawing/2014/main" id="{B4603F30-AB6E-7541-D572-F7E8B8D24F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7" name="rc195">
              <a:extLst>
                <a:ext uri="{FF2B5EF4-FFF2-40B4-BE49-F238E27FC236}">
                  <a16:creationId xmlns:a16="http://schemas.microsoft.com/office/drawing/2014/main" id="{6B434F92-CD1D-4F35-7CCF-404E841A52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8" name="rc196">
              <a:extLst>
                <a:ext uri="{FF2B5EF4-FFF2-40B4-BE49-F238E27FC236}">
                  <a16:creationId xmlns:a16="http://schemas.microsoft.com/office/drawing/2014/main" id="{6842FF4B-6DBC-F5A5-C1C2-6CAFF30C4A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9" name="rc197">
              <a:extLst>
                <a:ext uri="{FF2B5EF4-FFF2-40B4-BE49-F238E27FC236}">
                  <a16:creationId xmlns:a16="http://schemas.microsoft.com/office/drawing/2014/main" id="{E2556C83-55B0-FC64-A244-9A4A0623DC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0" name="rc198">
              <a:extLst>
                <a:ext uri="{FF2B5EF4-FFF2-40B4-BE49-F238E27FC236}">
                  <a16:creationId xmlns:a16="http://schemas.microsoft.com/office/drawing/2014/main" id="{9CDEAFDB-8ED6-0008-9634-A8356F163D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1" name="rc199">
              <a:extLst>
                <a:ext uri="{FF2B5EF4-FFF2-40B4-BE49-F238E27FC236}">
                  <a16:creationId xmlns:a16="http://schemas.microsoft.com/office/drawing/2014/main" id="{E3E362A4-FD9C-469C-CE24-A278936EAA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2" name="rc200">
              <a:extLst>
                <a:ext uri="{FF2B5EF4-FFF2-40B4-BE49-F238E27FC236}">
                  <a16:creationId xmlns:a16="http://schemas.microsoft.com/office/drawing/2014/main" id="{22541689-740D-85DD-22FD-A87230333F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3" name="rc201">
              <a:extLst>
                <a:ext uri="{FF2B5EF4-FFF2-40B4-BE49-F238E27FC236}">
                  <a16:creationId xmlns:a16="http://schemas.microsoft.com/office/drawing/2014/main" id="{7D6556EF-FF6A-CBD2-6941-440DFB28AA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4" name="rc202">
              <a:extLst>
                <a:ext uri="{FF2B5EF4-FFF2-40B4-BE49-F238E27FC236}">
                  <a16:creationId xmlns:a16="http://schemas.microsoft.com/office/drawing/2014/main" id="{7D7EACEB-E94C-743F-03D3-404AF35011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5" name="rc203">
              <a:extLst>
                <a:ext uri="{FF2B5EF4-FFF2-40B4-BE49-F238E27FC236}">
                  <a16:creationId xmlns:a16="http://schemas.microsoft.com/office/drawing/2014/main" id="{E2C6747F-3DD1-A1A8-B509-129469A1F1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6" name="rc204">
              <a:extLst>
                <a:ext uri="{FF2B5EF4-FFF2-40B4-BE49-F238E27FC236}">
                  <a16:creationId xmlns:a16="http://schemas.microsoft.com/office/drawing/2014/main" id="{D946074E-E62B-0833-1A31-53F1B59E06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7" name="rc205">
              <a:extLst>
                <a:ext uri="{FF2B5EF4-FFF2-40B4-BE49-F238E27FC236}">
                  <a16:creationId xmlns:a16="http://schemas.microsoft.com/office/drawing/2014/main" id="{7C0A524A-E29A-A80C-8CF3-7BC3CDAEA2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8" name="rc206">
              <a:extLst>
                <a:ext uri="{FF2B5EF4-FFF2-40B4-BE49-F238E27FC236}">
                  <a16:creationId xmlns:a16="http://schemas.microsoft.com/office/drawing/2014/main" id="{8A02C5BF-5294-497C-D7C0-0158307D97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9" name="rc207">
              <a:extLst>
                <a:ext uri="{FF2B5EF4-FFF2-40B4-BE49-F238E27FC236}">
                  <a16:creationId xmlns:a16="http://schemas.microsoft.com/office/drawing/2014/main" id="{33D3E476-DF81-F714-4162-C9FB56F025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0" name="rc208">
              <a:extLst>
                <a:ext uri="{FF2B5EF4-FFF2-40B4-BE49-F238E27FC236}">
                  <a16:creationId xmlns:a16="http://schemas.microsoft.com/office/drawing/2014/main" id="{F23ACD19-46C9-0A4F-5CA6-69D0047B25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1" name="rc209">
              <a:extLst>
                <a:ext uri="{FF2B5EF4-FFF2-40B4-BE49-F238E27FC236}">
                  <a16:creationId xmlns:a16="http://schemas.microsoft.com/office/drawing/2014/main" id="{8328CC0E-73AC-77D0-7A75-57859553EB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2" name="rc210">
              <a:extLst>
                <a:ext uri="{FF2B5EF4-FFF2-40B4-BE49-F238E27FC236}">
                  <a16:creationId xmlns:a16="http://schemas.microsoft.com/office/drawing/2014/main" id="{7CCC1199-BC84-A117-BF22-644EB030A6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3" name="rc211">
              <a:extLst>
                <a:ext uri="{FF2B5EF4-FFF2-40B4-BE49-F238E27FC236}">
                  <a16:creationId xmlns:a16="http://schemas.microsoft.com/office/drawing/2014/main" id="{E485F3B7-9173-DBB7-D063-6FB29CC2B7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4" name="rc212">
              <a:extLst>
                <a:ext uri="{FF2B5EF4-FFF2-40B4-BE49-F238E27FC236}">
                  <a16:creationId xmlns:a16="http://schemas.microsoft.com/office/drawing/2014/main" id="{F1C4A9CA-883D-32DE-0048-AFD2BA008C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5" name="rc213">
              <a:extLst>
                <a:ext uri="{FF2B5EF4-FFF2-40B4-BE49-F238E27FC236}">
                  <a16:creationId xmlns:a16="http://schemas.microsoft.com/office/drawing/2014/main" id="{3A3988A7-DC68-EE34-085D-A1D5E22DD3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6" name="rc214">
              <a:extLst>
                <a:ext uri="{FF2B5EF4-FFF2-40B4-BE49-F238E27FC236}">
                  <a16:creationId xmlns:a16="http://schemas.microsoft.com/office/drawing/2014/main" id="{4D0F64AF-4CE4-641C-A168-399C87E826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7" name="rc215">
              <a:extLst>
                <a:ext uri="{FF2B5EF4-FFF2-40B4-BE49-F238E27FC236}">
                  <a16:creationId xmlns:a16="http://schemas.microsoft.com/office/drawing/2014/main" id="{18B09A16-7106-7FD0-4D74-0B5B26C614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8" name="rc216">
              <a:extLst>
                <a:ext uri="{FF2B5EF4-FFF2-40B4-BE49-F238E27FC236}">
                  <a16:creationId xmlns:a16="http://schemas.microsoft.com/office/drawing/2014/main" id="{629BFB1D-250A-6AA2-AA79-135DC51F4F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9" name="rc217">
              <a:extLst>
                <a:ext uri="{FF2B5EF4-FFF2-40B4-BE49-F238E27FC236}">
                  <a16:creationId xmlns:a16="http://schemas.microsoft.com/office/drawing/2014/main" id="{F22DD400-A9D7-C36D-365D-4172187C3F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0" name="rc218">
              <a:extLst>
                <a:ext uri="{FF2B5EF4-FFF2-40B4-BE49-F238E27FC236}">
                  <a16:creationId xmlns:a16="http://schemas.microsoft.com/office/drawing/2014/main" id="{59AAB957-E29C-65C9-31BF-AE0835A966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1" name="rc219">
              <a:extLst>
                <a:ext uri="{FF2B5EF4-FFF2-40B4-BE49-F238E27FC236}">
                  <a16:creationId xmlns:a16="http://schemas.microsoft.com/office/drawing/2014/main" id="{883FCFF0-276B-15CB-7A76-4004F2CAF1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2" name="rc220">
              <a:extLst>
                <a:ext uri="{FF2B5EF4-FFF2-40B4-BE49-F238E27FC236}">
                  <a16:creationId xmlns:a16="http://schemas.microsoft.com/office/drawing/2014/main" id="{92A36EAA-D659-1BD7-58EC-6B282AA73A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3" name="rc221">
              <a:extLst>
                <a:ext uri="{FF2B5EF4-FFF2-40B4-BE49-F238E27FC236}">
                  <a16:creationId xmlns:a16="http://schemas.microsoft.com/office/drawing/2014/main" id="{F644AFA7-7086-EF4C-E709-633D594A45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4" name="rc222">
              <a:extLst>
                <a:ext uri="{FF2B5EF4-FFF2-40B4-BE49-F238E27FC236}">
                  <a16:creationId xmlns:a16="http://schemas.microsoft.com/office/drawing/2014/main" id="{F37A6207-567E-EBC7-2E57-BE67874757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5" name="rc223">
              <a:extLst>
                <a:ext uri="{FF2B5EF4-FFF2-40B4-BE49-F238E27FC236}">
                  <a16:creationId xmlns:a16="http://schemas.microsoft.com/office/drawing/2014/main" id="{62BA97AA-E3BD-F64D-25C7-D27E8149DC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6" name="rc224">
              <a:extLst>
                <a:ext uri="{FF2B5EF4-FFF2-40B4-BE49-F238E27FC236}">
                  <a16:creationId xmlns:a16="http://schemas.microsoft.com/office/drawing/2014/main" id="{47C64881-1203-E05C-A157-89D191CAAB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7" name="rc225">
              <a:extLst>
                <a:ext uri="{FF2B5EF4-FFF2-40B4-BE49-F238E27FC236}">
                  <a16:creationId xmlns:a16="http://schemas.microsoft.com/office/drawing/2014/main" id="{73445921-476E-630F-6226-C2BD4FAED3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8" name="rc226">
              <a:extLst>
                <a:ext uri="{FF2B5EF4-FFF2-40B4-BE49-F238E27FC236}">
                  <a16:creationId xmlns:a16="http://schemas.microsoft.com/office/drawing/2014/main" id="{BE44A720-149B-BCDF-6DCB-CA165E2DBA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9" name="rc227">
              <a:extLst>
                <a:ext uri="{FF2B5EF4-FFF2-40B4-BE49-F238E27FC236}">
                  <a16:creationId xmlns:a16="http://schemas.microsoft.com/office/drawing/2014/main" id="{AC97886C-FC65-CBFC-B15F-8C4E6D79AB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0" name="rc228">
              <a:extLst>
                <a:ext uri="{FF2B5EF4-FFF2-40B4-BE49-F238E27FC236}">
                  <a16:creationId xmlns:a16="http://schemas.microsoft.com/office/drawing/2014/main" id="{BF22AEFB-8A37-2151-5229-1E44C0ED26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1" name="rc229">
              <a:extLst>
                <a:ext uri="{FF2B5EF4-FFF2-40B4-BE49-F238E27FC236}">
                  <a16:creationId xmlns:a16="http://schemas.microsoft.com/office/drawing/2014/main" id="{04195B35-96A8-50E7-F0F2-4981B4A50D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2" name="rc230">
              <a:extLst>
                <a:ext uri="{FF2B5EF4-FFF2-40B4-BE49-F238E27FC236}">
                  <a16:creationId xmlns:a16="http://schemas.microsoft.com/office/drawing/2014/main" id="{9A58442D-4583-F329-6A6E-6F64EEC164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3" name="rc231">
              <a:extLst>
                <a:ext uri="{FF2B5EF4-FFF2-40B4-BE49-F238E27FC236}">
                  <a16:creationId xmlns:a16="http://schemas.microsoft.com/office/drawing/2014/main" id="{DFB8527C-AC46-A8F9-0138-E21AB9366C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4" name="rc232">
              <a:extLst>
                <a:ext uri="{FF2B5EF4-FFF2-40B4-BE49-F238E27FC236}">
                  <a16:creationId xmlns:a16="http://schemas.microsoft.com/office/drawing/2014/main" id="{15D835C5-74C5-2134-4160-FB96DFD478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5" name="rc233">
              <a:extLst>
                <a:ext uri="{FF2B5EF4-FFF2-40B4-BE49-F238E27FC236}">
                  <a16:creationId xmlns:a16="http://schemas.microsoft.com/office/drawing/2014/main" id="{361D9597-459B-07AA-8F28-45E8E67165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6" name="rc234">
              <a:extLst>
                <a:ext uri="{FF2B5EF4-FFF2-40B4-BE49-F238E27FC236}">
                  <a16:creationId xmlns:a16="http://schemas.microsoft.com/office/drawing/2014/main" id="{1F12E494-9F9F-5D98-D9BF-28E3942F7D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7" name="rc235">
              <a:extLst>
                <a:ext uri="{FF2B5EF4-FFF2-40B4-BE49-F238E27FC236}">
                  <a16:creationId xmlns:a16="http://schemas.microsoft.com/office/drawing/2014/main" id="{07D1486A-5598-BF99-AC5A-3D28FECB93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8" name="rc236">
              <a:extLst>
                <a:ext uri="{FF2B5EF4-FFF2-40B4-BE49-F238E27FC236}">
                  <a16:creationId xmlns:a16="http://schemas.microsoft.com/office/drawing/2014/main" id="{31081C76-B2E6-D175-AB12-BD940FE33B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9" name="rc237">
              <a:extLst>
                <a:ext uri="{FF2B5EF4-FFF2-40B4-BE49-F238E27FC236}">
                  <a16:creationId xmlns:a16="http://schemas.microsoft.com/office/drawing/2014/main" id="{6E4AE195-211A-1A89-D243-53B53DC9F7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0" name="rc238">
              <a:extLst>
                <a:ext uri="{FF2B5EF4-FFF2-40B4-BE49-F238E27FC236}">
                  <a16:creationId xmlns:a16="http://schemas.microsoft.com/office/drawing/2014/main" id="{27D63CE5-095C-93E2-360F-B326C7A838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1" name="rc239">
              <a:extLst>
                <a:ext uri="{FF2B5EF4-FFF2-40B4-BE49-F238E27FC236}">
                  <a16:creationId xmlns:a16="http://schemas.microsoft.com/office/drawing/2014/main" id="{AAEF8C68-DCBA-1FD2-F4DF-E8C339A21F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2" name="rc240">
              <a:extLst>
                <a:ext uri="{FF2B5EF4-FFF2-40B4-BE49-F238E27FC236}">
                  <a16:creationId xmlns:a16="http://schemas.microsoft.com/office/drawing/2014/main" id="{509A922C-DFCE-D1D7-A8D4-C5BBCCA296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3" name="rc241">
              <a:extLst>
                <a:ext uri="{FF2B5EF4-FFF2-40B4-BE49-F238E27FC236}">
                  <a16:creationId xmlns:a16="http://schemas.microsoft.com/office/drawing/2014/main" id="{6E80E81E-1D72-1EE9-B4D3-D6F8D6EA2C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4" name="rc242">
              <a:extLst>
                <a:ext uri="{FF2B5EF4-FFF2-40B4-BE49-F238E27FC236}">
                  <a16:creationId xmlns:a16="http://schemas.microsoft.com/office/drawing/2014/main" id="{2A366A02-6ADF-7B12-BC2A-8EF2536ED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5" name="rc243">
              <a:extLst>
                <a:ext uri="{FF2B5EF4-FFF2-40B4-BE49-F238E27FC236}">
                  <a16:creationId xmlns:a16="http://schemas.microsoft.com/office/drawing/2014/main" id="{D3E96451-E9DE-1DEB-550D-A9B67C1D82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6" name="rc244">
              <a:extLst>
                <a:ext uri="{FF2B5EF4-FFF2-40B4-BE49-F238E27FC236}">
                  <a16:creationId xmlns:a16="http://schemas.microsoft.com/office/drawing/2014/main" id="{B01D0706-DAF7-6B29-AD45-386476CFD0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7" name="rc245">
              <a:extLst>
                <a:ext uri="{FF2B5EF4-FFF2-40B4-BE49-F238E27FC236}">
                  <a16:creationId xmlns:a16="http://schemas.microsoft.com/office/drawing/2014/main" id="{326AA925-2AF0-D5BB-C0F8-35A8045266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8" name="rc246">
              <a:extLst>
                <a:ext uri="{FF2B5EF4-FFF2-40B4-BE49-F238E27FC236}">
                  <a16:creationId xmlns:a16="http://schemas.microsoft.com/office/drawing/2014/main" id="{4B4469A3-AB31-7A25-C98F-778B20E7EA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9" name="rc247">
              <a:extLst>
                <a:ext uri="{FF2B5EF4-FFF2-40B4-BE49-F238E27FC236}">
                  <a16:creationId xmlns:a16="http://schemas.microsoft.com/office/drawing/2014/main" id="{F2DFF0A8-A4FD-FF9A-97F7-E159E3C87B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0" name="rc248">
              <a:extLst>
                <a:ext uri="{FF2B5EF4-FFF2-40B4-BE49-F238E27FC236}">
                  <a16:creationId xmlns:a16="http://schemas.microsoft.com/office/drawing/2014/main" id="{DB48056A-C6CA-97D6-E44B-B5B807AF05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1" name="rc249">
              <a:extLst>
                <a:ext uri="{FF2B5EF4-FFF2-40B4-BE49-F238E27FC236}">
                  <a16:creationId xmlns:a16="http://schemas.microsoft.com/office/drawing/2014/main" id="{F27514E1-E859-2995-FB3A-425BF7277E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2" name="rc250">
              <a:extLst>
                <a:ext uri="{FF2B5EF4-FFF2-40B4-BE49-F238E27FC236}">
                  <a16:creationId xmlns:a16="http://schemas.microsoft.com/office/drawing/2014/main" id="{DC7F7ABD-2BF0-543E-E73B-EFC180F13B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3" name="rc251">
              <a:extLst>
                <a:ext uri="{FF2B5EF4-FFF2-40B4-BE49-F238E27FC236}">
                  <a16:creationId xmlns:a16="http://schemas.microsoft.com/office/drawing/2014/main" id="{D5371380-D1CA-A80B-B133-B1A849C92F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4" name="rc252">
              <a:extLst>
                <a:ext uri="{FF2B5EF4-FFF2-40B4-BE49-F238E27FC236}">
                  <a16:creationId xmlns:a16="http://schemas.microsoft.com/office/drawing/2014/main" id="{01F345E0-1385-5AD5-73EA-7A35012BCF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5" name="rc253">
              <a:extLst>
                <a:ext uri="{FF2B5EF4-FFF2-40B4-BE49-F238E27FC236}">
                  <a16:creationId xmlns:a16="http://schemas.microsoft.com/office/drawing/2014/main" id="{DA6FF871-9A3B-4EC4-3BC9-366A841238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6" name="rc254">
              <a:extLst>
                <a:ext uri="{FF2B5EF4-FFF2-40B4-BE49-F238E27FC236}">
                  <a16:creationId xmlns:a16="http://schemas.microsoft.com/office/drawing/2014/main" id="{4358DA12-9331-41F6-2A91-B3F1352682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7" name="rc255">
              <a:extLst>
                <a:ext uri="{FF2B5EF4-FFF2-40B4-BE49-F238E27FC236}">
                  <a16:creationId xmlns:a16="http://schemas.microsoft.com/office/drawing/2014/main" id="{F46B3FAD-8466-EEEA-1FA2-58E1F8928D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8" name="rc256">
              <a:extLst>
                <a:ext uri="{FF2B5EF4-FFF2-40B4-BE49-F238E27FC236}">
                  <a16:creationId xmlns:a16="http://schemas.microsoft.com/office/drawing/2014/main" id="{339B3A0C-FD82-2686-0B2B-D665A14E03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9" name="rc257">
              <a:extLst>
                <a:ext uri="{FF2B5EF4-FFF2-40B4-BE49-F238E27FC236}">
                  <a16:creationId xmlns:a16="http://schemas.microsoft.com/office/drawing/2014/main" id="{5149D677-CF99-0FEF-2A03-E931506A53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0" name="rc258">
              <a:extLst>
                <a:ext uri="{FF2B5EF4-FFF2-40B4-BE49-F238E27FC236}">
                  <a16:creationId xmlns:a16="http://schemas.microsoft.com/office/drawing/2014/main" id="{11807B9B-927C-49DB-3107-306D38A9F1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1" name="rc259">
              <a:extLst>
                <a:ext uri="{FF2B5EF4-FFF2-40B4-BE49-F238E27FC236}">
                  <a16:creationId xmlns:a16="http://schemas.microsoft.com/office/drawing/2014/main" id="{F4FEEAEC-4680-73FC-94EE-2AB3C218B0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2" name="rc260">
              <a:extLst>
                <a:ext uri="{FF2B5EF4-FFF2-40B4-BE49-F238E27FC236}">
                  <a16:creationId xmlns:a16="http://schemas.microsoft.com/office/drawing/2014/main" id="{128C462D-ECE3-8928-D977-EABE95337D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3" name="rc261">
              <a:extLst>
                <a:ext uri="{FF2B5EF4-FFF2-40B4-BE49-F238E27FC236}">
                  <a16:creationId xmlns:a16="http://schemas.microsoft.com/office/drawing/2014/main" id="{821CF34A-4930-6167-889D-F9546D134B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4" name="rc262">
              <a:extLst>
                <a:ext uri="{FF2B5EF4-FFF2-40B4-BE49-F238E27FC236}">
                  <a16:creationId xmlns:a16="http://schemas.microsoft.com/office/drawing/2014/main" id="{0D36C0B3-69BF-8063-3C3A-CF225CBD24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5" name="rc263">
              <a:extLst>
                <a:ext uri="{FF2B5EF4-FFF2-40B4-BE49-F238E27FC236}">
                  <a16:creationId xmlns:a16="http://schemas.microsoft.com/office/drawing/2014/main" id="{7C67E2CA-5FF6-64E7-FCB7-873D494E05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6" name="rc264">
              <a:extLst>
                <a:ext uri="{FF2B5EF4-FFF2-40B4-BE49-F238E27FC236}">
                  <a16:creationId xmlns:a16="http://schemas.microsoft.com/office/drawing/2014/main" id="{C5EB2CF1-5796-8D22-1A00-3B471EFC1B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7" name="rc265">
              <a:extLst>
                <a:ext uri="{FF2B5EF4-FFF2-40B4-BE49-F238E27FC236}">
                  <a16:creationId xmlns:a16="http://schemas.microsoft.com/office/drawing/2014/main" id="{AF8808AA-54AE-136D-72E4-E3D865168C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8" name="rc266">
              <a:extLst>
                <a:ext uri="{FF2B5EF4-FFF2-40B4-BE49-F238E27FC236}">
                  <a16:creationId xmlns:a16="http://schemas.microsoft.com/office/drawing/2014/main" id="{2D8620EC-4A50-1748-CAD8-8CDCDE9A87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9" name="rc267">
              <a:extLst>
                <a:ext uri="{FF2B5EF4-FFF2-40B4-BE49-F238E27FC236}">
                  <a16:creationId xmlns:a16="http://schemas.microsoft.com/office/drawing/2014/main" id="{1E8BD1E0-B729-E879-ACFF-B967B1B9B6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0" name="rc268">
              <a:extLst>
                <a:ext uri="{FF2B5EF4-FFF2-40B4-BE49-F238E27FC236}">
                  <a16:creationId xmlns:a16="http://schemas.microsoft.com/office/drawing/2014/main" id="{B0D9A97D-87CA-BAB2-E987-744AF381CC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1" name="rc269">
              <a:extLst>
                <a:ext uri="{FF2B5EF4-FFF2-40B4-BE49-F238E27FC236}">
                  <a16:creationId xmlns:a16="http://schemas.microsoft.com/office/drawing/2014/main" id="{25ECC113-9700-1EF2-2CC3-0E72500E69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2" name="rc270">
              <a:extLst>
                <a:ext uri="{FF2B5EF4-FFF2-40B4-BE49-F238E27FC236}">
                  <a16:creationId xmlns:a16="http://schemas.microsoft.com/office/drawing/2014/main" id="{33E091AD-FE8C-342E-89E9-756F9445EC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3" name="rc271">
              <a:extLst>
                <a:ext uri="{FF2B5EF4-FFF2-40B4-BE49-F238E27FC236}">
                  <a16:creationId xmlns:a16="http://schemas.microsoft.com/office/drawing/2014/main" id="{A258AD8E-118D-9ACE-9324-279BE1943A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4" name="rc272">
              <a:extLst>
                <a:ext uri="{FF2B5EF4-FFF2-40B4-BE49-F238E27FC236}">
                  <a16:creationId xmlns:a16="http://schemas.microsoft.com/office/drawing/2014/main" id="{B27D98C1-A2AA-80C0-079A-E5FDB2C2D3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5" name="rc273">
              <a:extLst>
                <a:ext uri="{FF2B5EF4-FFF2-40B4-BE49-F238E27FC236}">
                  <a16:creationId xmlns:a16="http://schemas.microsoft.com/office/drawing/2014/main" id="{2C5C3A14-C7BF-F780-AA85-FAC0BAC1EB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6" name="rc274">
              <a:extLst>
                <a:ext uri="{FF2B5EF4-FFF2-40B4-BE49-F238E27FC236}">
                  <a16:creationId xmlns:a16="http://schemas.microsoft.com/office/drawing/2014/main" id="{9D8872E5-E051-D40A-3E84-29D5F2FC27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7" name="rc275">
              <a:extLst>
                <a:ext uri="{FF2B5EF4-FFF2-40B4-BE49-F238E27FC236}">
                  <a16:creationId xmlns:a16="http://schemas.microsoft.com/office/drawing/2014/main" id="{E8B59A0F-6675-2015-DD60-BC087C46CA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8" name="rc276">
              <a:extLst>
                <a:ext uri="{FF2B5EF4-FFF2-40B4-BE49-F238E27FC236}">
                  <a16:creationId xmlns:a16="http://schemas.microsoft.com/office/drawing/2014/main" id="{BF75E150-84D2-64FB-FBC6-EF3C251BD6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9" name="rc277">
              <a:extLst>
                <a:ext uri="{FF2B5EF4-FFF2-40B4-BE49-F238E27FC236}">
                  <a16:creationId xmlns:a16="http://schemas.microsoft.com/office/drawing/2014/main" id="{0C01BF78-CC7A-0A7D-C285-20332F3978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0" name="rc278">
              <a:extLst>
                <a:ext uri="{FF2B5EF4-FFF2-40B4-BE49-F238E27FC236}">
                  <a16:creationId xmlns:a16="http://schemas.microsoft.com/office/drawing/2014/main" id="{0539A318-0C7C-4FFE-71C1-95309312B6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1" name="rc279">
              <a:extLst>
                <a:ext uri="{FF2B5EF4-FFF2-40B4-BE49-F238E27FC236}">
                  <a16:creationId xmlns:a16="http://schemas.microsoft.com/office/drawing/2014/main" id="{4D9F09D8-83D2-42CB-57FC-11A223870A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2" name="rc280">
              <a:extLst>
                <a:ext uri="{FF2B5EF4-FFF2-40B4-BE49-F238E27FC236}">
                  <a16:creationId xmlns:a16="http://schemas.microsoft.com/office/drawing/2014/main" id="{8565D0BE-DC64-C3D4-DFAF-A42405CB5C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3" name="rc281">
              <a:extLst>
                <a:ext uri="{FF2B5EF4-FFF2-40B4-BE49-F238E27FC236}">
                  <a16:creationId xmlns:a16="http://schemas.microsoft.com/office/drawing/2014/main" id="{AF5B0820-DB89-D5CE-E31D-4AD1A51018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4" name="rc282">
              <a:extLst>
                <a:ext uri="{FF2B5EF4-FFF2-40B4-BE49-F238E27FC236}">
                  <a16:creationId xmlns:a16="http://schemas.microsoft.com/office/drawing/2014/main" id="{EE85A9D5-4A67-1EDB-6C91-A6E9D0A246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5" name="rc283">
              <a:extLst>
                <a:ext uri="{FF2B5EF4-FFF2-40B4-BE49-F238E27FC236}">
                  <a16:creationId xmlns:a16="http://schemas.microsoft.com/office/drawing/2014/main" id="{BEC9F5CA-BF7C-3447-8985-4FD7C30CB0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6" name="rc284">
              <a:extLst>
                <a:ext uri="{FF2B5EF4-FFF2-40B4-BE49-F238E27FC236}">
                  <a16:creationId xmlns:a16="http://schemas.microsoft.com/office/drawing/2014/main" id="{DA336D63-81F8-2CA2-A45B-6FA2632117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7" name="rc285">
              <a:extLst>
                <a:ext uri="{FF2B5EF4-FFF2-40B4-BE49-F238E27FC236}">
                  <a16:creationId xmlns:a16="http://schemas.microsoft.com/office/drawing/2014/main" id="{026F534B-CF49-A7E1-4A30-57C8E5073C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8" name="rc286">
              <a:extLst>
                <a:ext uri="{FF2B5EF4-FFF2-40B4-BE49-F238E27FC236}">
                  <a16:creationId xmlns:a16="http://schemas.microsoft.com/office/drawing/2014/main" id="{5DCE369E-13B6-C843-1002-7612226385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9" name="rc287">
              <a:extLst>
                <a:ext uri="{FF2B5EF4-FFF2-40B4-BE49-F238E27FC236}">
                  <a16:creationId xmlns:a16="http://schemas.microsoft.com/office/drawing/2014/main" id="{C03D4A32-DC16-15B1-7C39-97BDD61911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0" name="rc288">
              <a:extLst>
                <a:ext uri="{FF2B5EF4-FFF2-40B4-BE49-F238E27FC236}">
                  <a16:creationId xmlns:a16="http://schemas.microsoft.com/office/drawing/2014/main" id="{A33E6F0F-6CCF-86CF-6441-3BA0EFECDD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1" name="rc289">
              <a:extLst>
                <a:ext uri="{FF2B5EF4-FFF2-40B4-BE49-F238E27FC236}">
                  <a16:creationId xmlns:a16="http://schemas.microsoft.com/office/drawing/2014/main" id="{7ABFE52F-1513-F407-731A-05BD1ED7C1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2" name="rc290">
              <a:extLst>
                <a:ext uri="{FF2B5EF4-FFF2-40B4-BE49-F238E27FC236}">
                  <a16:creationId xmlns:a16="http://schemas.microsoft.com/office/drawing/2014/main" id="{76BC4D7F-C2FA-A8D2-3295-8EE7F56379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3" name="rc291">
              <a:extLst>
                <a:ext uri="{FF2B5EF4-FFF2-40B4-BE49-F238E27FC236}">
                  <a16:creationId xmlns:a16="http://schemas.microsoft.com/office/drawing/2014/main" id="{7368FF48-4907-7F45-FC1E-EB5F3E9756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4" name="rc292">
              <a:extLst>
                <a:ext uri="{FF2B5EF4-FFF2-40B4-BE49-F238E27FC236}">
                  <a16:creationId xmlns:a16="http://schemas.microsoft.com/office/drawing/2014/main" id="{ED38AD2B-8002-C71E-D35A-39F5B5CE70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5" name="rc293">
              <a:extLst>
                <a:ext uri="{FF2B5EF4-FFF2-40B4-BE49-F238E27FC236}">
                  <a16:creationId xmlns:a16="http://schemas.microsoft.com/office/drawing/2014/main" id="{46934AC4-479E-9472-7442-691C6CCD37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6" name="rc294">
              <a:extLst>
                <a:ext uri="{FF2B5EF4-FFF2-40B4-BE49-F238E27FC236}">
                  <a16:creationId xmlns:a16="http://schemas.microsoft.com/office/drawing/2014/main" id="{7189FC4F-0D5F-23D1-4094-7B1A1F9D43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7" name="rc295">
              <a:extLst>
                <a:ext uri="{FF2B5EF4-FFF2-40B4-BE49-F238E27FC236}">
                  <a16:creationId xmlns:a16="http://schemas.microsoft.com/office/drawing/2014/main" id="{5F5C6CE2-CE48-AC65-9C17-82A224633F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8" name="rc296">
              <a:extLst>
                <a:ext uri="{FF2B5EF4-FFF2-40B4-BE49-F238E27FC236}">
                  <a16:creationId xmlns:a16="http://schemas.microsoft.com/office/drawing/2014/main" id="{603C1116-1C9A-FF70-8676-4FECB8328F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9" name="rc297">
              <a:extLst>
                <a:ext uri="{FF2B5EF4-FFF2-40B4-BE49-F238E27FC236}">
                  <a16:creationId xmlns:a16="http://schemas.microsoft.com/office/drawing/2014/main" id="{5CEC2B4A-D958-639D-D58B-8FF28F413F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0" name="rc298">
              <a:extLst>
                <a:ext uri="{FF2B5EF4-FFF2-40B4-BE49-F238E27FC236}">
                  <a16:creationId xmlns:a16="http://schemas.microsoft.com/office/drawing/2014/main" id="{CC474D9C-FB37-351E-00C1-653476F2F3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1" name="rc299">
              <a:extLst>
                <a:ext uri="{FF2B5EF4-FFF2-40B4-BE49-F238E27FC236}">
                  <a16:creationId xmlns:a16="http://schemas.microsoft.com/office/drawing/2014/main" id="{FA2CB625-CD17-AE81-5659-122CD7080D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2" name="rc300">
              <a:extLst>
                <a:ext uri="{FF2B5EF4-FFF2-40B4-BE49-F238E27FC236}">
                  <a16:creationId xmlns:a16="http://schemas.microsoft.com/office/drawing/2014/main" id="{A15CF40C-5B17-65E7-21BC-8CB3E206CE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3" name="rc301">
              <a:extLst>
                <a:ext uri="{FF2B5EF4-FFF2-40B4-BE49-F238E27FC236}">
                  <a16:creationId xmlns:a16="http://schemas.microsoft.com/office/drawing/2014/main" id="{886C67BC-AFA0-9DE9-428F-5784AAE437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4" name="rc302">
              <a:extLst>
                <a:ext uri="{FF2B5EF4-FFF2-40B4-BE49-F238E27FC236}">
                  <a16:creationId xmlns:a16="http://schemas.microsoft.com/office/drawing/2014/main" id="{84AF242A-99FC-CB57-4C44-43F55CEF10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5" name="rc303">
              <a:extLst>
                <a:ext uri="{FF2B5EF4-FFF2-40B4-BE49-F238E27FC236}">
                  <a16:creationId xmlns:a16="http://schemas.microsoft.com/office/drawing/2014/main" id="{8A212F44-20F1-18F1-8F5F-F06FB204DE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6" name="rc304">
              <a:extLst>
                <a:ext uri="{FF2B5EF4-FFF2-40B4-BE49-F238E27FC236}">
                  <a16:creationId xmlns:a16="http://schemas.microsoft.com/office/drawing/2014/main" id="{107EE5B3-EEA2-15C0-94ED-E913DA1D6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7" name="rc305">
              <a:extLst>
                <a:ext uri="{FF2B5EF4-FFF2-40B4-BE49-F238E27FC236}">
                  <a16:creationId xmlns:a16="http://schemas.microsoft.com/office/drawing/2014/main" id="{CF7AE688-8BBF-E7A9-A30A-FFC68347A4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8" name="rc306">
              <a:extLst>
                <a:ext uri="{FF2B5EF4-FFF2-40B4-BE49-F238E27FC236}">
                  <a16:creationId xmlns:a16="http://schemas.microsoft.com/office/drawing/2014/main" id="{78FA6DCE-87D3-5E3F-D95F-C0D8A2A8C8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9" name="rc307">
              <a:extLst>
                <a:ext uri="{FF2B5EF4-FFF2-40B4-BE49-F238E27FC236}">
                  <a16:creationId xmlns:a16="http://schemas.microsoft.com/office/drawing/2014/main" id="{FC801256-5B12-4846-635C-0EEAEA2D84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0" name="rc308">
              <a:extLst>
                <a:ext uri="{FF2B5EF4-FFF2-40B4-BE49-F238E27FC236}">
                  <a16:creationId xmlns:a16="http://schemas.microsoft.com/office/drawing/2014/main" id="{970EFD8C-EC51-3FAE-6550-9BA18AB68A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1" name="rc309">
              <a:extLst>
                <a:ext uri="{FF2B5EF4-FFF2-40B4-BE49-F238E27FC236}">
                  <a16:creationId xmlns:a16="http://schemas.microsoft.com/office/drawing/2014/main" id="{FD29E9F0-614E-C279-E462-98BC7971F2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2" name="rc310">
              <a:extLst>
                <a:ext uri="{FF2B5EF4-FFF2-40B4-BE49-F238E27FC236}">
                  <a16:creationId xmlns:a16="http://schemas.microsoft.com/office/drawing/2014/main" id="{56DD2C0C-FC43-A6A6-EB9F-DDC2D93B3B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3" name="rc311">
              <a:extLst>
                <a:ext uri="{FF2B5EF4-FFF2-40B4-BE49-F238E27FC236}">
                  <a16:creationId xmlns:a16="http://schemas.microsoft.com/office/drawing/2014/main" id="{2ACD86E4-2598-4937-5280-1A95640A1C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4" name="rc312">
              <a:extLst>
                <a:ext uri="{FF2B5EF4-FFF2-40B4-BE49-F238E27FC236}">
                  <a16:creationId xmlns:a16="http://schemas.microsoft.com/office/drawing/2014/main" id="{2B0C34DB-9235-E8CA-FDAF-1DD2C735ED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5" name="rc313">
              <a:extLst>
                <a:ext uri="{FF2B5EF4-FFF2-40B4-BE49-F238E27FC236}">
                  <a16:creationId xmlns:a16="http://schemas.microsoft.com/office/drawing/2014/main" id="{6B7B16C8-2665-1B14-F2FD-F2F8CA5914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6" name="rc314">
              <a:extLst>
                <a:ext uri="{FF2B5EF4-FFF2-40B4-BE49-F238E27FC236}">
                  <a16:creationId xmlns:a16="http://schemas.microsoft.com/office/drawing/2014/main" id="{0CEF928C-8241-4294-8236-713AF3EA9B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7" name="rc315">
              <a:extLst>
                <a:ext uri="{FF2B5EF4-FFF2-40B4-BE49-F238E27FC236}">
                  <a16:creationId xmlns:a16="http://schemas.microsoft.com/office/drawing/2014/main" id="{9904824D-7796-6478-83A2-803F3FBB12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8" name="rc316">
              <a:extLst>
                <a:ext uri="{FF2B5EF4-FFF2-40B4-BE49-F238E27FC236}">
                  <a16:creationId xmlns:a16="http://schemas.microsoft.com/office/drawing/2014/main" id="{1C61C41E-344F-855C-4659-B4369D2583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9" name="rc317">
              <a:extLst>
                <a:ext uri="{FF2B5EF4-FFF2-40B4-BE49-F238E27FC236}">
                  <a16:creationId xmlns:a16="http://schemas.microsoft.com/office/drawing/2014/main" id="{276D6CC0-3D0F-7D0B-9EAE-84B1384E45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0" name="rc318">
              <a:extLst>
                <a:ext uri="{FF2B5EF4-FFF2-40B4-BE49-F238E27FC236}">
                  <a16:creationId xmlns:a16="http://schemas.microsoft.com/office/drawing/2014/main" id="{16BDC7BB-84A5-9B87-7AEC-6C00C8C28A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1" name="rc319">
              <a:extLst>
                <a:ext uri="{FF2B5EF4-FFF2-40B4-BE49-F238E27FC236}">
                  <a16:creationId xmlns:a16="http://schemas.microsoft.com/office/drawing/2014/main" id="{69167C2D-68AB-37CE-F22F-C36FE3864D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2" name="rc320">
              <a:extLst>
                <a:ext uri="{FF2B5EF4-FFF2-40B4-BE49-F238E27FC236}">
                  <a16:creationId xmlns:a16="http://schemas.microsoft.com/office/drawing/2014/main" id="{F3EE369B-578B-5E40-09E3-243A096807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3" name="rc321">
              <a:extLst>
                <a:ext uri="{FF2B5EF4-FFF2-40B4-BE49-F238E27FC236}">
                  <a16:creationId xmlns:a16="http://schemas.microsoft.com/office/drawing/2014/main" id="{0D5AD3ED-7EE8-0449-02E3-B4451F3075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4" name="rc322">
              <a:extLst>
                <a:ext uri="{FF2B5EF4-FFF2-40B4-BE49-F238E27FC236}">
                  <a16:creationId xmlns:a16="http://schemas.microsoft.com/office/drawing/2014/main" id="{FA75D9CD-2AA2-6256-FD8C-43E607DFE5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5" name="rc323">
              <a:extLst>
                <a:ext uri="{FF2B5EF4-FFF2-40B4-BE49-F238E27FC236}">
                  <a16:creationId xmlns:a16="http://schemas.microsoft.com/office/drawing/2014/main" id="{1C3347BA-DA25-80CB-04DC-DF74C5C98F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6" name="rc324">
              <a:extLst>
                <a:ext uri="{FF2B5EF4-FFF2-40B4-BE49-F238E27FC236}">
                  <a16:creationId xmlns:a16="http://schemas.microsoft.com/office/drawing/2014/main" id="{9033A201-A1A2-C251-E658-D2E7596A28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7" name="rc325">
              <a:extLst>
                <a:ext uri="{FF2B5EF4-FFF2-40B4-BE49-F238E27FC236}">
                  <a16:creationId xmlns:a16="http://schemas.microsoft.com/office/drawing/2014/main" id="{610A99A0-0D83-5695-E94C-BA9B5FC413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8" name="rc326">
              <a:extLst>
                <a:ext uri="{FF2B5EF4-FFF2-40B4-BE49-F238E27FC236}">
                  <a16:creationId xmlns:a16="http://schemas.microsoft.com/office/drawing/2014/main" id="{AB3A1549-B3FD-0C5E-4830-1E2A748CF1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9" name="rc327">
              <a:extLst>
                <a:ext uri="{FF2B5EF4-FFF2-40B4-BE49-F238E27FC236}">
                  <a16:creationId xmlns:a16="http://schemas.microsoft.com/office/drawing/2014/main" id="{79C38106-2922-CE40-FE99-32C6A385F6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0" name="rc328">
              <a:extLst>
                <a:ext uri="{FF2B5EF4-FFF2-40B4-BE49-F238E27FC236}">
                  <a16:creationId xmlns:a16="http://schemas.microsoft.com/office/drawing/2014/main" id="{14A389A5-D30B-46E9-F4D1-074CF7E31B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1" name="rc329">
              <a:extLst>
                <a:ext uri="{FF2B5EF4-FFF2-40B4-BE49-F238E27FC236}">
                  <a16:creationId xmlns:a16="http://schemas.microsoft.com/office/drawing/2014/main" id="{826C93EE-55B4-2019-091A-C5CBC3558D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2" name="rc330">
              <a:extLst>
                <a:ext uri="{FF2B5EF4-FFF2-40B4-BE49-F238E27FC236}">
                  <a16:creationId xmlns:a16="http://schemas.microsoft.com/office/drawing/2014/main" id="{9AC12152-F490-BC5B-3511-D38561A779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3" name="rc331">
              <a:extLst>
                <a:ext uri="{FF2B5EF4-FFF2-40B4-BE49-F238E27FC236}">
                  <a16:creationId xmlns:a16="http://schemas.microsoft.com/office/drawing/2014/main" id="{F583200A-9229-D8A1-AFA3-6DD99D5919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4" name="rc332">
              <a:extLst>
                <a:ext uri="{FF2B5EF4-FFF2-40B4-BE49-F238E27FC236}">
                  <a16:creationId xmlns:a16="http://schemas.microsoft.com/office/drawing/2014/main" id="{84AC52AD-E5AA-D567-833A-08108F4B0E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5" name="rc333">
              <a:extLst>
                <a:ext uri="{FF2B5EF4-FFF2-40B4-BE49-F238E27FC236}">
                  <a16:creationId xmlns:a16="http://schemas.microsoft.com/office/drawing/2014/main" id="{369FD728-1FA2-EE18-A9C8-1EAA13E3DA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6" name="rc334">
              <a:extLst>
                <a:ext uri="{FF2B5EF4-FFF2-40B4-BE49-F238E27FC236}">
                  <a16:creationId xmlns:a16="http://schemas.microsoft.com/office/drawing/2014/main" id="{74E734C0-C4C1-305B-E99A-1EFE4DD2C3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7" name="rc335">
              <a:extLst>
                <a:ext uri="{FF2B5EF4-FFF2-40B4-BE49-F238E27FC236}">
                  <a16:creationId xmlns:a16="http://schemas.microsoft.com/office/drawing/2014/main" id="{F2B25CBA-F9AA-0D96-32F7-647AF5E03A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8" name="rc336">
              <a:extLst>
                <a:ext uri="{FF2B5EF4-FFF2-40B4-BE49-F238E27FC236}">
                  <a16:creationId xmlns:a16="http://schemas.microsoft.com/office/drawing/2014/main" id="{4CB9082F-8F98-9143-EFD8-B48288804C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9" name="rc337">
              <a:extLst>
                <a:ext uri="{FF2B5EF4-FFF2-40B4-BE49-F238E27FC236}">
                  <a16:creationId xmlns:a16="http://schemas.microsoft.com/office/drawing/2014/main" id="{30590554-DA14-6CE4-8FC9-FAF68F272D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0" name="rc338">
              <a:extLst>
                <a:ext uri="{FF2B5EF4-FFF2-40B4-BE49-F238E27FC236}">
                  <a16:creationId xmlns:a16="http://schemas.microsoft.com/office/drawing/2014/main" id="{DE7E5AEE-A0D5-D6D1-6144-C283ABA1C5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1" name="rc339">
              <a:extLst>
                <a:ext uri="{FF2B5EF4-FFF2-40B4-BE49-F238E27FC236}">
                  <a16:creationId xmlns:a16="http://schemas.microsoft.com/office/drawing/2014/main" id="{D285EFB5-C5AC-76A4-CDD3-16090574F9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2" name="rc340">
              <a:extLst>
                <a:ext uri="{FF2B5EF4-FFF2-40B4-BE49-F238E27FC236}">
                  <a16:creationId xmlns:a16="http://schemas.microsoft.com/office/drawing/2014/main" id="{BCC7BD1C-A2B5-40A3-B606-6827CB10BA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3" name="rc341">
              <a:extLst>
                <a:ext uri="{FF2B5EF4-FFF2-40B4-BE49-F238E27FC236}">
                  <a16:creationId xmlns:a16="http://schemas.microsoft.com/office/drawing/2014/main" id="{A44B133A-15EB-522B-CC65-CFCBDFDF87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4" name="rc342">
              <a:extLst>
                <a:ext uri="{FF2B5EF4-FFF2-40B4-BE49-F238E27FC236}">
                  <a16:creationId xmlns:a16="http://schemas.microsoft.com/office/drawing/2014/main" id="{44574ABB-9C32-7977-27AB-E45A3D878D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5" name="rc343">
              <a:extLst>
                <a:ext uri="{FF2B5EF4-FFF2-40B4-BE49-F238E27FC236}">
                  <a16:creationId xmlns:a16="http://schemas.microsoft.com/office/drawing/2014/main" id="{13A03F65-E3BE-B9EB-6DBB-637FA82BD6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6" name="rc344">
              <a:extLst>
                <a:ext uri="{FF2B5EF4-FFF2-40B4-BE49-F238E27FC236}">
                  <a16:creationId xmlns:a16="http://schemas.microsoft.com/office/drawing/2014/main" id="{4A810C4F-D4B1-CFC9-244A-943BA675E3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7" name="rc345">
              <a:extLst>
                <a:ext uri="{FF2B5EF4-FFF2-40B4-BE49-F238E27FC236}">
                  <a16:creationId xmlns:a16="http://schemas.microsoft.com/office/drawing/2014/main" id="{2FCACEA1-D60B-DA7B-04B3-0593DB9583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8" name="rc346">
              <a:extLst>
                <a:ext uri="{FF2B5EF4-FFF2-40B4-BE49-F238E27FC236}">
                  <a16:creationId xmlns:a16="http://schemas.microsoft.com/office/drawing/2014/main" id="{07026B01-79C6-BF08-9FCC-48219BEFE9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9" name="rc347">
              <a:extLst>
                <a:ext uri="{FF2B5EF4-FFF2-40B4-BE49-F238E27FC236}">
                  <a16:creationId xmlns:a16="http://schemas.microsoft.com/office/drawing/2014/main" id="{3D396525-6177-5428-DC5A-0BBDE6C649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0" name="rc348">
              <a:extLst>
                <a:ext uri="{FF2B5EF4-FFF2-40B4-BE49-F238E27FC236}">
                  <a16:creationId xmlns:a16="http://schemas.microsoft.com/office/drawing/2014/main" id="{CFF41234-7EAD-5AC8-DD5B-AAD5DDA50C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1" name="rc349">
              <a:extLst>
                <a:ext uri="{FF2B5EF4-FFF2-40B4-BE49-F238E27FC236}">
                  <a16:creationId xmlns:a16="http://schemas.microsoft.com/office/drawing/2014/main" id="{52453E00-5384-BBCF-8383-3A2E2A751C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2" name="rc350">
              <a:extLst>
                <a:ext uri="{FF2B5EF4-FFF2-40B4-BE49-F238E27FC236}">
                  <a16:creationId xmlns:a16="http://schemas.microsoft.com/office/drawing/2014/main" id="{9D502EF4-AC1F-868C-2FCF-C0F7E148C1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3" name="rc351">
              <a:extLst>
                <a:ext uri="{FF2B5EF4-FFF2-40B4-BE49-F238E27FC236}">
                  <a16:creationId xmlns:a16="http://schemas.microsoft.com/office/drawing/2014/main" id="{BDA38343-EDEA-ECC4-5931-730734C6DA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4" name="rc352">
              <a:extLst>
                <a:ext uri="{FF2B5EF4-FFF2-40B4-BE49-F238E27FC236}">
                  <a16:creationId xmlns:a16="http://schemas.microsoft.com/office/drawing/2014/main" id="{A1DE98EE-B727-73CD-D83B-CD285E3041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5" name="rc353">
              <a:extLst>
                <a:ext uri="{FF2B5EF4-FFF2-40B4-BE49-F238E27FC236}">
                  <a16:creationId xmlns:a16="http://schemas.microsoft.com/office/drawing/2014/main" id="{505851E1-E35D-A2FC-E0CC-ADB16B6CEC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6" name="rc354">
              <a:extLst>
                <a:ext uri="{FF2B5EF4-FFF2-40B4-BE49-F238E27FC236}">
                  <a16:creationId xmlns:a16="http://schemas.microsoft.com/office/drawing/2014/main" id="{B27F0F07-957B-44C7-710B-A02CE222B3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7" name="rc355">
              <a:extLst>
                <a:ext uri="{FF2B5EF4-FFF2-40B4-BE49-F238E27FC236}">
                  <a16:creationId xmlns:a16="http://schemas.microsoft.com/office/drawing/2014/main" id="{F289878D-64CF-C6FD-2A9F-0AF178B8FF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8" name="rc356">
              <a:extLst>
                <a:ext uri="{FF2B5EF4-FFF2-40B4-BE49-F238E27FC236}">
                  <a16:creationId xmlns:a16="http://schemas.microsoft.com/office/drawing/2014/main" id="{23D0CAAF-22E6-A016-AD98-23345F8AC4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9" name="rc357">
              <a:extLst>
                <a:ext uri="{FF2B5EF4-FFF2-40B4-BE49-F238E27FC236}">
                  <a16:creationId xmlns:a16="http://schemas.microsoft.com/office/drawing/2014/main" id="{99089C86-DDA8-B495-4567-E0CC3BA985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0" name="rc358">
              <a:extLst>
                <a:ext uri="{FF2B5EF4-FFF2-40B4-BE49-F238E27FC236}">
                  <a16:creationId xmlns:a16="http://schemas.microsoft.com/office/drawing/2014/main" id="{3C537284-6EB2-42F6-2D25-CB3EC09EFB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1" name="rc359">
              <a:extLst>
                <a:ext uri="{FF2B5EF4-FFF2-40B4-BE49-F238E27FC236}">
                  <a16:creationId xmlns:a16="http://schemas.microsoft.com/office/drawing/2014/main" id="{76488852-73B8-DC20-E9C2-F45A5990D0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2" name="rc360">
              <a:extLst>
                <a:ext uri="{FF2B5EF4-FFF2-40B4-BE49-F238E27FC236}">
                  <a16:creationId xmlns:a16="http://schemas.microsoft.com/office/drawing/2014/main" id="{9AD35CDB-81B3-E803-D174-E1AF15D854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3" name="rc361">
              <a:extLst>
                <a:ext uri="{FF2B5EF4-FFF2-40B4-BE49-F238E27FC236}">
                  <a16:creationId xmlns:a16="http://schemas.microsoft.com/office/drawing/2014/main" id="{FBDD2F59-6BB9-9BD3-A362-3F8B83B659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4" name="rc362">
              <a:extLst>
                <a:ext uri="{FF2B5EF4-FFF2-40B4-BE49-F238E27FC236}">
                  <a16:creationId xmlns:a16="http://schemas.microsoft.com/office/drawing/2014/main" id="{0085A290-FFAA-62F4-973C-B2A166B56C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5" name="rc363">
              <a:extLst>
                <a:ext uri="{FF2B5EF4-FFF2-40B4-BE49-F238E27FC236}">
                  <a16:creationId xmlns:a16="http://schemas.microsoft.com/office/drawing/2014/main" id="{C905B507-CAA4-F5E9-F000-F523248EA0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6" name="rc364">
              <a:extLst>
                <a:ext uri="{FF2B5EF4-FFF2-40B4-BE49-F238E27FC236}">
                  <a16:creationId xmlns:a16="http://schemas.microsoft.com/office/drawing/2014/main" id="{B0512C2E-BF29-47E0-CF95-07A6525B49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7" name="rc365">
              <a:extLst>
                <a:ext uri="{FF2B5EF4-FFF2-40B4-BE49-F238E27FC236}">
                  <a16:creationId xmlns:a16="http://schemas.microsoft.com/office/drawing/2014/main" id="{8EDBA0F6-5B70-4220-6887-3FB6705D66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8" name="rc366">
              <a:extLst>
                <a:ext uri="{FF2B5EF4-FFF2-40B4-BE49-F238E27FC236}">
                  <a16:creationId xmlns:a16="http://schemas.microsoft.com/office/drawing/2014/main" id="{54ED1AE4-38F4-F931-CF5D-5B728A2797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9" name="rc367">
              <a:extLst>
                <a:ext uri="{FF2B5EF4-FFF2-40B4-BE49-F238E27FC236}">
                  <a16:creationId xmlns:a16="http://schemas.microsoft.com/office/drawing/2014/main" id="{14C423C0-2913-BCEC-D66A-224176B3B1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0" name="rc368">
              <a:extLst>
                <a:ext uri="{FF2B5EF4-FFF2-40B4-BE49-F238E27FC236}">
                  <a16:creationId xmlns:a16="http://schemas.microsoft.com/office/drawing/2014/main" id="{758F28F3-0441-8266-5CDD-C5F4809999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1" name="rc369">
              <a:extLst>
                <a:ext uri="{FF2B5EF4-FFF2-40B4-BE49-F238E27FC236}">
                  <a16:creationId xmlns:a16="http://schemas.microsoft.com/office/drawing/2014/main" id="{F6F8C7B5-0585-A3D0-8286-52319485B2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2" name="rc370">
              <a:extLst>
                <a:ext uri="{FF2B5EF4-FFF2-40B4-BE49-F238E27FC236}">
                  <a16:creationId xmlns:a16="http://schemas.microsoft.com/office/drawing/2014/main" id="{20C67759-B895-4E68-A208-F87D7E131A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3" name="rc371">
              <a:extLst>
                <a:ext uri="{FF2B5EF4-FFF2-40B4-BE49-F238E27FC236}">
                  <a16:creationId xmlns:a16="http://schemas.microsoft.com/office/drawing/2014/main" id="{D6DD3847-30DC-0FE7-0A9B-C1AEB17FC3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4" name="rc372">
              <a:extLst>
                <a:ext uri="{FF2B5EF4-FFF2-40B4-BE49-F238E27FC236}">
                  <a16:creationId xmlns:a16="http://schemas.microsoft.com/office/drawing/2014/main" id="{146B2478-614C-B9E1-EDFA-06934A0459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5" name="rc373">
              <a:extLst>
                <a:ext uri="{FF2B5EF4-FFF2-40B4-BE49-F238E27FC236}">
                  <a16:creationId xmlns:a16="http://schemas.microsoft.com/office/drawing/2014/main" id="{52D1660E-C310-C733-6962-068BFB51A6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6" name="rc374">
              <a:extLst>
                <a:ext uri="{FF2B5EF4-FFF2-40B4-BE49-F238E27FC236}">
                  <a16:creationId xmlns:a16="http://schemas.microsoft.com/office/drawing/2014/main" id="{DCD94F30-623E-CDDC-9C0B-03118A3217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7" name="rc375">
              <a:extLst>
                <a:ext uri="{FF2B5EF4-FFF2-40B4-BE49-F238E27FC236}">
                  <a16:creationId xmlns:a16="http://schemas.microsoft.com/office/drawing/2014/main" id="{1CCD5C68-5CBF-00B2-DD77-93467F9151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8" name="rc376">
              <a:extLst>
                <a:ext uri="{FF2B5EF4-FFF2-40B4-BE49-F238E27FC236}">
                  <a16:creationId xmlns:a16="http://schemas.microsoft.com/office/drawing/2014/main" id="{3C94D922-A1A9-B264-8A58-2F864B949B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9" name="rc377">
              <a:extLst>
                <a:ext uri="{FF2B5EF4-FFF2-40B4-BE49-F238E27FC236}">
                  <a16:creationId xmlns:a16="http://schemas.microsoft.com/office/drawing/2014/main" id="{0880B15E-8DFB-D369-D965-06F39FAC7C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0" name="rc378">
              <a:extLst>
                <a:ext uri="{FF2B5EF4-FFF2-40B4-BE49-F238E27FC236}">
                  <a16:creationId xmlns:a16="http://schemas.microsoft.com/office/drawing/2014/main" id="{298CBC02-0212-9769-D4FC-5A4FF48B8B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1" name="rc379">
              <a:extLst>
                <a:ext uri="{FF2B5EF4-FFF2-40B4-BE49-F238E27FC236}">
                  <a16:creationId xmlns:a16="http://schemas.microsoft.com/office/drawing/2014/main" id="{FDE3E2E6-F82E-1F29-3653-0B5944042F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2" name="rc380">
              <a:extLst>
                <a:ext uri="{FF2B5EF4-FFF2-40B4-BE49-F238E27FC236}">
                  <a16:creationId xmlns:a16="http://schemas.microsoft.com/office/drawing/2014/main" id="{3FE335B4-C5D3-AADA-A4C8-154C33A6F3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3" name="rc381">
              <a:extLst>
                <a:ext uri="{FF2B5EF4-FFF2-40B4-BE49-F238E27FC236}">
                  <a16:creationId xmlns:a16="http://schemas.microsoft.com/office/drawing/2014/main" id="{1B9FFD75-6B02-C366-8410-15F3A0008C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4" name="rc382">
              <a:extLst>
                <a:ext uri="{FF2B5EF4-FFF2-40B4-BE49-F238E27FC236}">
                  <a16:creationId xmlns:a16="http://schemas.microsoft.com/office/drawing/2014/main" id="{F2871E79-8671-AD41-D5CE-D3BF9C4B36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5" name="rc383">
              <a:extLst>
                <a:ext uri="{FF2B5EF4-FFF2-40B4-BE49-F238E27FC236}">
                  <a16:creationId xmlns:a16="http://schemas.microsoft.com/office/drawing/2014/main" id="{698E10AE-4AD1-95FE-DEFE-2374AC522D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6" name="rc384">
              <a:extLst>
                <a:ext uri="{FF2B5EF4-FFF2-40B4-BE49-F238E27FC236}">
                  <a16:creationId xmlns:a16="http://schemas.microsoft.com/office/drawing/2014/main" id="{F231F946-5614-461B-BBF4-4F97A64CD5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7" name="rc385">
              <a:extLst>
                <a:ext uri="{FF2B5EF4-FFF2-40B4-BE49-F238E27FC236}">
                  <a16:creationId xmlns:a16="http://schemas.microsoft.com/office/drawing/2014/main" id="{1E135BDF-26D3-0FA8-7C20-381E1A7F1E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8" name="rc386">
              <a:extLst>
                <a:ext uri="{FF2B5EF4-FFF2-40B4-BE49-F238E27FC236}">
                  <a16:creationId xmlns:a16="http://schemas.microsoft.com/office/drawing/2014/main" id="{F391AE83-0115-0DEE-4F5D-68CC28C0FB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9" name="rc387">
              <a:extLst>
                <a:ext uri="{FF2B5EF4-FFF2-40B4-BE49-F238E27FC236}">
                  <a16:creationId xmlns:a16="http://schemas.microsoft.com/office/drawing/2014/main" id="{7B608EDD-1686-EBEB-D87A-DBCCC2D990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0" name="rc388">
              <a:extLst>
                <a:ext uri="{FF2B5EF4-FFF2-40B4-BE49-F238E27FC236}">
                  <a16:creationId xmlns:a16="http://schemas.microsoft.com/office/drawing/2014/main" id="{F42E8E16-ECE9-DB7E-76C5-8317B2FC64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1" name="rc389">
              <a:extLst>
                <a:ext uri="{FF2B5EF4-FFF2-40B4-BE49-F238E27FC236}">
                  <a16:creationId xmlns:a16="http://schemas.microsoft.com/office/drawing/2014/main" id="{2B1DC3E5-6EC3-0A7C-51DA-50AB6058A7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2" name="rc390">
              <a:extLst>
                <a:ext uri="{FF2B5EF4-FFF2-40B4-BE49-F238E27FC236}">
                  <a16:creationId xmlns:a16="http://schemas.microsoft.com/office/drawing/2014/main" id="{BEF3D825-60F1-3CE2-2B68-A391B4FEA1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3" name="rc391">
              <a:extLst>
                <a:ext uri="{FF2B5EF4-FFF2-40B4-BE49-F238E27FC236}">
                  <a16:creationId xmlns:a16="http://schemas.microsoft.com/office/drawing/2014/main" id="{38066442-4D8E-041E-628F-7E48EA444E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4" name="rc392">
              <a:extLst>
                <a:ext uri="{FF2B5EF4-FFF2-40B4-BE49-F238E27FC236}">
                  <a16:creationId xmlns:a16="http://schemas.microsoft.com/office/drawing/2014/main" id="{61742DF6-7347-F65C-7464-11F371E212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5" name="rc393">
              <a:extLst>
                <a:ext uri="{FF2B5EF4-FFF2-40B4-BE49-F238E27FC236}">
                  <a16:creationId xmlns:a16="http://schemas.microsoft.com/office/drawing/2014/main" id="{836E6EFF-50AA-2DEA-F063-A557499A59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6" name="rc394">
              <a:extLst>
                <a:ext uri="{FF2B5EF4-FFF2-40B4-BE49-F238E27FC236}">
                  <a16:creationId xmlns:a16="http://schemas.microsoft.com/office/drawing/2014/main" id="{D65B0678-00AE-ACA7-0EF1-8A6D5D234B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7" name="rc395">
              <a:extLst>
                <a:ext uri="{FF2B5EF4-FFF2-40B4-BE49-F238E27FC236}">
                  <a16:creationId xmlns:a16="http://schemas.microsoft.com/office/drawing/2014/main" id="{1BD35C1D-8BF9-9B8A-7C5D-66ACD3C22F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8" name="rc396">
              <a:extLst>
                <a:ext uri="{FF2B5EF4-FFF2-40B4-BE49-F238E27FC236}">
                  <a16:creationId xmlns:a16="http://schemas.microsoft.com/office/drawing/2014/main" id="{BCE1A46E-179B-9D79-0A59-B3FE6C6A6A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9" name="rc397">
              <a:extLst>
                <a:ext uri="{FF2B5EF4-FFF2-40B4-BE49-F238E27FC236}">
                  <a16:creationId xmlns:a16="http://schemas.microsoft.com/office/drawing/2014/main" id="{2140B88F-5869-08CE-550E-6DD39E2DEF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0" name="rc398">
              <a:extLst>
                <a:ext uri="{FF2B5EF4-FFF2-40B4-BE49-F238E27FC236}">
                  <a16:creationId xmlns:a16="http://schemas.microsoft.com/office/drawing/2014/main" id="{0633C003-D11D-4C68-934D-99CAFAE230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1" name="rc399">
              <a:extLst>
                <a:ext uri="{FF2B5EF4-FFF2-40B4-BE49-F238E27FC236}">
                  <a16:creationId xmlns:a16="http://schemas.microsoft.com/office/drawing/2014/main" id="{39BD7D11-F326-880D-32AA-8E804D13DB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2" name="rc400">
              <a:extLst>
                <a:ext uri="{FF2B5EF4-FFF2-40B4-BE49-F238E27FC236}">
                  <a16:creationId xmlns:a16="http://schemas.microsoft.com/office/drawing/2014/main" id="{9287EA1F-61D9-5498-E143-2F19BD07EF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3" name="rc401">
              <a:extLst>
                <a:ext uri="{FF2B5EF4-FFF2-40B4-BE49-F238E27FC236}">
                  <a16:creationId xmlns:a16="http://schemas.microsoft.com/office/drawing/2014/main" id="{8F91085B-D86B-E8AA-3CBD-D6CC47B4CF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4" name="rc402">
              <a:extLst>
                <a:ext uri="{FF2B5EF4-FFF2-40B4-BE49-F238E27FC236}">
                  <a16:creationId xmlns:a16="http://schemas.microsoft.com/office/drawing/2014/main" id="{4344C1DA-FEA2-504E-3B95-08CCCD521B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5" name="rc403">
              <a:extLst>
                <a:ext uri="{FF2B5EF4-FFF2-40B4-BE49-F238E27FC236}">
                  <a16:creationId xmlns:a16="http://schemas.microsoft.com/office/drawing/2014/main" id="{8584EFD8-A921-593E-94B6-79B6A33CCF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6" name="rc404">
              <a:extLst>
                <a:ext uri="{FF2B5EF4-FFF2-40B4-BE49-F238E27FC236}">
                  <a16:creationId xmlns:a16="http://schemas.microsoft.com/office/drawing/2014/main" id="{415DF520-447B-DE64-F69A-835D682FFB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7" name="rc405">
              <a:extLst>
                <a:ext uri="{FF2B5EF4-FFF2-40B4-BE49-F238E27FC236}">
                  <a16:creationId xmlns:a16="http://schemas.microsoft.com/office/drawing/2014/main" id="{AA62FEF4-8770-1FC3-0A13-0223AD8932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8" name="rc406">
              <a:extLst>
                <a:ext uri="{FF2B5EF4-FFF2-40B4-BE49-F238E27FC236}">
                  <a16:creationId xmlns:a16="http://schemas.microsoft.com/office/drawing/2014/main" id="{29453EC0-1A3A-2D60-4736-0890EC2715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9" name="rc407">
              <a:extLst>
                <a:ext uri="{FF2B5EF4-FFF2-40B4-BE49-F238E27FC236}">
                  <a16:creationId xmlns:a16="http://schemas.microsoft.com/office/drawing/2014/main" id="{20B9B077-E577-6758-932D-AD4FA2EED8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0" name="rc408">
              <a:extLst>
                <a:ext uri="{FF2B5EF4-FFF2-40B4-BE49-F238E27FC236}">
                  <a16:creationId xmlns:a16="http://schemas.microsoft.com/office/drawing/2014/main" id="{7F45D812-2210-B424-874B-B41D904CA4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1" name="rc409">
              <a:extLst>
                <a:ext uri="{FF2B5EF4-FFF2-40B4-BE49-F238E27FC236}">
                  <a16:creationId xmlns:a16="http://schemas.microsoft.com/office/drawing/2014/main" id="{417B6285-1C48-132B-FA6A-BCFA5B8F83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2" name="rc410">
              <a:extLst>
                <a:ext uri="{FF2B5EF4-FFF2-40B4-BE49-F238E27FC236}">
                  <a16:creationId xmlns:a16="http://schemas.microsoft.com/office/drawing/2014/main" id="{4E6E4F0B-884E-6C84-C7BC-65B2AD42AC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3" name="rc411">
              <a:extLst>
                <a:ext uri="{FF2B5EF4-FFF2-40B4-BE49-F238E27FC236}">
                  <a16:creationId xmlns:a16="http://schemas.microsoft.com/office/drawing/2014/main" id="{41AEFA5C-D365-4170-667A-118E4E7E1E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4" name="rc412">
              <a:extLst>
                <a:ext uri="{FF2B5EF4-FFF2-40B4-BE49-F238E27FC236}">
                  <a16:creationId xmlns:a16="http://schemas.microsoft.com/office/drawing/2014/main" id="{1461371E-0D4F-D71F-A193-8016F3A189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5" name="rc413">
              <a:extLst>
                <a:ext uri="{FF2B5EF4-FFF2-40B4-BE49-F238E27FC236}">
                  <a16:creationId xmlns:a16="http://schemas.microsoft.com/office/drawing/2014/main" id="{070DE7DE-FC98-7D54-6FE9-EB4919B803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6" name="rc414">
              <a:extLst>
                <a:ext uri="{FF2B5EF4-FFF2-40B4-BE49-F238E27FC236}">
                  <a16:creationId xmlns:a16="http://schemas.microsoft.com/office/drawing/2014/main" id="{77375B4D-4A2D-01BE-6229-FB629475D0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7" name="rc415">
              <a:extLst>
                <a:ext uri="{FF2B5EF4-FFF2-40B4-BE49-F238E27FC236}">
                  <a16:creationId xmlns:a16="http://schemas.microsoft.com/office/drawing/2014/main" id="{69E1BB41-4585-D1CC-880F-4324472360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8" name="rc416">
              <a:extLst>
                <a:ext uri="{FF2B5EF4-FFF2-40B4-BE49-F238E27FC236}">
                  <a16:creationId xmlns:a16="http://schemas.microsoft.com/office/drawing/2014/main" id="{968653CB-0B41-17D7-17BF-C5ED08E8C5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9" name="rc417">
              <a:extLst>
                <a:ext uri="{FF2B5EF4-FFF2-40B4-BE49-F238E27FC236}">
                  <a16:creationId xmlns:a16="http://schemas.microsoft.com/office/drawing/2014/main" id="{4428FEBD-16C4-6C66-558D-49B641AE7E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0" name="rc418">
              <a:extLst>
                <a:ext uri="{FF2B5EF4-FFF2-40B4-BE49-F238E27FC236}">
                  <a16:creationId xmlns:a16="http://schemas.microsoft.com/office/drawing/2014/main" id="{50395519-130B-643A-5793-29ADC493C6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1" name="rc419">
              <a:extLst>
                <a:ext uri="{FF2B5EF4-FFF2-40B4-BE49-F238E27FC236}">
                  <a16:creationId xmlns:a16="http://schemas.microsoft.com/office/drawing/2014/main" id="{C980C3FC-F668-2E5A-2AAD-C168B42239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2" name="rc420">
              <a:extLst>
                <a:ext uri="{FF2B5EF4-FFF2-40B4-BE49-F238E27FC236}">
                  <a16:creationId xmlns:a16="http://schemas.microsoft.com/office/drawing/2014/main" id="{3E748649-E4B7-3787-B254-4F90DE021B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3" name="rc421">
              <a:extLst>
                <a:ext uri="{FF2B5EF4-FFF2-40B4-BE49-F238E27FC236}">
                  <a16:creationId xmlns:a16="http://schemas.microsoft.com/office/drawing/2014/main" id="{087414EC-08F8-7A26-AD60-1BE696EA03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4" name="rc422">
              <a:extLst>
                <a:ext uri="{FF2B5EF4-FFF2-40B4-BE49-F238E27FC236}">
                  <a16:creationId xmlns:a16="http://schemas.microsoft.com/office/drawing/2014/main" id="{31A37CB6-D3A9-8F1D-14E6-E83BC46C3C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5" name="rc423">
              <a:extLst>
                <a:ext uri="{FF2B5EF4-FFF2-40B4-BE49-F238E27FC236}">
                  <a16:creationId xmlns:a16="http://schemas.microsoft.com/office/drawing/2014/main" id="{8EDB8DEB-8CB7-D5AA-0A78-BE928F350B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6" name="rc424">
              <a:extLst>
                <a:ext uri="{FF2B5EF4-FFF2-40B4-BE49-F238E27FC236}">
                  <a16:creationId xmlns:a16="http://schemas.microsoft.com/office/drawing/2014/main" id="{995ED3BB-4708-80C5-D6BA-C8B75B1721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7" name="rc425">
              <a:extLst>
                <a:ext uri="{FF2B5EF4-FFF2-40B4-BE49-F238E27FC236}">
                  <a16:creationId xmlns:a16="http://schemas.microsoft.com/office/drawing/2014/main" id="{5C134A15-69D1-A6B7-E8FD-74B23A2AA8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8" name="rc426">
              <a:extLst>
                <a:ext uri="{FF2B5EF4-FFF2-40B4-BE49-F238E27FC236}">
                  <a16:creationId xmlns:a16="http://schemas.microsoft.com/office/drawing/2014/main" id="{55571391-58FC-31D0-99D7-A712F4C7A9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9" name="rc427">
              <a:extLst>
                <a:ext uri="{FF2B5EF4-FFF2-40B4-BE49-F238E27FC236}">
                  <a16:creationId xmlns:a16="http://schemas.microsoft.com/office/drawing/2014/main" id="{0F9602DF-DEAE-C9F5-5FEF-CBA8827DD0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0" name="rc428">
              <a:extLst>
                <a:ext uri="{FF2B5EF4-FFF2-40B4-BE49-F238E27FC236}">
                  <a16:creationId xmlns:a16="http://schemas.microsoft.com/office/drawing/2014/main" id="{FCDF5657-3B65-9BD6-BC1D-913CDC5D51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1" name="rc429">
              <a:extLst>
                <a:ext uri="{FF2B5EF4-FFF2-40B4-BE49-F238E27FC236}">
                  <a16:creationId xmlns:a16="http://schemas.microsoft.com/office/drawing/2014/main" id="{60D2532D-07B7-F4B9-2FE7-460925421A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2" name="rc430">
              <a:extLst>
                <a:ext uri="{FF2B5EF4-FFF2-40B4-BE49-F238E27FC236}">
                  <a16:creationId xmlns:a16="http://schemas.microsoft.com/office/drawing/2014/main" id="{413FD773-7B95-735D-96C8-06A41F8FB4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3" name="rc431">
              <a:extLst>
                <a:ext uri="{FF2B5EF4-FFF2-40B4-BE49-F238E27FC236}">
                  <a16:creationId xmlns:a16="http://schemas.microsoft.com/office/drawing/2014/main" id="{3306B1A9-7065-40F7-70ED-0ABC1F952B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4" name="rc432">
              <a:extLst>
                <a:ext uri="{FF2B5EF4-FFF2-40B4-BE49-F238E27FC236}">
                  <a16:creationId xmlns:a16="http://schemas.microsoft.com/office/drawing/2014/main" id="{1E00B8BE-E047-0E7E-1DF7-BB26256059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5" name="rc433">
              <a:extLst>
                <a:ext uri="{FF2B5EF4-FFF2-40B4-BE49-F238E27FC236}">
                  <a16:creationId xmlns:a16="http://schemas.microsoft.com/office/drawing/2014/main" id="{28A6B345-CBEF-54DC-CFD3-77D76DD637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6" name="rc434">
              <a:extLst>
                <a:ext uri="{FF2B5EF4-FFF2-40B4-BE49-F238E27FC236}">
                  <a16:creationId xmlns:a16="http://schemas.microsoft.com/office/drawing/2014/main" id="{849FDCB0-5BEA-81CC-F4FB-0466D824A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7" name="rc435">
              <a:extLst>
                <a:ext uri="{FF2B5EF4-FFF2-40B4-BE49-F238E27FC236}">
                  <a16:creationId xmlns:a16="http://schemas.microsoft.com/office/drawing/2014/main" id="{7E2106AF-B2D5-8121-2250-F56EFD63CF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8" name="rc436">
              <a:extLst>
                <a:ext uri="{FF2B5EF4-FFF2-40B4-BE49-F238E27FC236}">
                  <a16:creationId xmlns:a16="http://schemas.microsoft.com/office/drawing/2014/main" id="{B0653876-8909-1D8A-4C4F-64132ABF2A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9" name="rc437">
              <a:extLst>
                <a:ext uri="{FF2B5EF4-FFF2-40B4-BE49-F238E27FC236}">
                  <a16:creationId xmlns:a16="http://schemas.microsoft.com/office/drawing/2014/main" id="{DC30124D-9FB2-13F9-3A06-52995D73F6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0" name="rc438">
              <a:extLst>
                <a:ext uri="{FF2B5EF4-FFF2-40B4-BE49-F238E27FC236}">
                  <a16:creationId xmlns:a16="http://schemas.microsoft.com/office/drawing/2014/main" id="{4DB2C4BA-61C7-501D-3897-8D4B1BDD5A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1" name="rc439">
              <a:extLst>
                <a:ext uri="{FF2B5EF4-FFF2-40B4-BE49-F238E27FC236}">
                  <a16:creationId xmlns:a16="http://schemas.microsoft.com/office/drawing/2014/main" id="{9A78A71C-0749-7CAC-02FD-B1864464B9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2" name="rc440">
              <a:extLst>
                <a:ext uri="{FF2B5EF4-FFF2-40B4-BE49-F238E27FC236}">
                  <a16:creationId xmlns:a16="http://schemas.microsoft.com/office/drawing/2014/main" id="{CD539F57-1194-CEA3-E94D-38B71C4DB9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3" name="rc441">
              <a:extLst>
                <a:ext uri="{FF2B5EF4-FFF2-40B4-BE49-F238E27FC236}">
                  <a16:creationId xmlns:a16="http://schemas.microsoft.com/office/drawing/2014/main" id="{739B6AFF-3863-7A37-726F-DEE3AD1AE4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4" name="rc442">
              <a:extLst>
                <a:ext uri="{FF2B5EF4-FFF2-40B4-BE49-F238E27FC236}">
                  <a16:creationId xmlns:a16="http://schemas.microsoft.com/office/drawing/2014/main" id="{C6409B33-D15F-6E4F-6BB4-63D24B8421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5" name="rc443">
              <a:extLst>
                <a:ext uri="{FF2B5EF4-FFF2-40B4-BE49-F238E27FC236}">
                  <a16:creationId xmlns:a16="http://schemas.microsoft.com/office/drawing/2014/main" id="{2FF70053-2C4F-450C-88FD-35A1EFA4FE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6" name="rc444">
              <a:extLst>
                <a:ext uri="{FF2B5EF4-FFF2-40B4-BE49-F238E27FC236}">
                  <a16:creationId xmlns:a16="http://schemas.microsoft.com/office/drawing/2014/main" id="{0FCF5883-A7BF-D78B-2CAB-887A6BFEDF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7" name="rc445">
              <a:extLst>
                <a:ext uri="{FF2B5EF4-FFF2-40B4-BE49-F238E27FC236}">
                  <a16:creationId xmlns:a16="http://schemas.microsoft.com/office/drawing/2014/main" id="{FBC2AAAA-AEDD-1431-5423-0C7BFCED6C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8" name="rc446">
              <a:extLst>
                <a:ext uri="{FF2B5EF4-FFF2-40B4-BE49-F238E27FC236}">
                  <a16:creationId xmlns:a16="http://schemas.microsoft.com/office/drawing/2014/main" id="{9E830E2A-1612-55F6-0BCD-BB66E4089F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9" name="rc447">
              <a:extLst>
                <a:ext uri="{FF2B5EF4-FFF2-40B4-BE49-F238E27FC236}">
                  <a16:creationId xmlns:a16="http://schemas.microsoft.com/office/drawing/2014/main" id="{BBD196F1-B08E-BB03-CD3C-E584932E66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0" name="rc448">
              <a:extLst>
                <a:ext uri="{FF2B5EF4-FFF2-40B4-BE49-F238E27FC236}">
                  <a16:creationId xmlns:a16="http://schemas.microsoft.com/office/drawing/2014/main" id="{17DCC5FD-A045-3DDD-C60D-C9DC2E33F9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1" name="rc449">
              <a:extLst>
                <a:ext uri="{FF2B5EF4-FFF2-40B4-BE49-F238E27FC236}">
                  <a16:creationId xmlns:a16="http://schemas.microsoft.com/office/drawing/2014/main" id="{02050B53-3D9F-B000-D0F5-F15E545F3E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2" name="rc450">
              <a:extLst>
                <a:ext uri="{FF2B5EF4-FFF2-40B4-BE49-F238E27FC236}">
                  <a16:creationId xmlns:a16="http://schemas.microsoft.com/office/drawing/2014/main" id="{EF7EE24D-0558-8571-EF2C-FD965018F0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3" name="rc451">
              <a:extLst>
                <a:ext uri="{FF2B5EF4-FFF2-40B4-BE49-F238E27FC236}">
                  <a16:creationId xmlns:a16="http://schemas.microsoft.com/office/drawing/2014/main" id="{7C0B2567-0304-E1AC-80F1-2D16D6AC4C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4" name="rc452">
              <a:extLst>
                <a:ext uri="{FF2B5EF4-FFF2-40B4-BE49-F238E27FC236}">
                  <a16:creationId xmlns:a16="http://schemas.microsoft.com/office/drawing/2014/main" id="{EDE25E42-196A-4E9C-8B51-1F342FF134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5" name="rc453">
              <a:extLst>
                <a:ext uri="{FF2B5EF4-FFF2-40B4-BE49-F238E27FC236}">
                  <a16:creationId xmlns:a16="http://schemas.microsoft.com/office/drawing/2014/main" id="{AF126FED-2A0F-5B35-E8F1-2B43420386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6" name="rc454">
              <a:extLst>
                <a:ext uri="{FF2B5EF4-FFF2-40B4-BE49-F238E27FC236}">
                  <a16:creationId xmlns:a16="http://schemas.microsoft.com/office/drawing/2014/main" id="{D9DC7A26-4ED7-53F2-E754-EC9E0C3BCF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7" name="rc455">
              <a:extLst>
                <a:ext uri="{FF2B5EF4-FFF2-40B4-BE49-F238E27FC236}">
                  <a16:creationId xmlns:a16="http://schemas.microsoft.com/office/drawing/2014/main" id="{B58FC589-03C5-6156-B516-D780382B3F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8" name="rc456">
              <a:extLst>
                <a:ext uri="{FF2B5EF4-FFF2-40B4-BE49-F238E27FC236}">
                  <a16:creationId xmlns:a16="http://schemas.microsoft.com/office/drawing/2014/main" id="{D625D3C1-5086-1C08-EDB9-9788277B25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9" name="rc457">
              <a:extLst>
                <a:ext uri="{FF2B5EF4-FFF2-40B4-BE49-F238E27FC236}">
                  <a16:creationId xmlns:a16="http://schemas.microsoft.com/office/drawing/2014/main" id="{CE311140-FC26-F9CA-A9A4-59DFC70D4C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0" name="rc458">
              <a:extLst>
                <a:ext uri="{FF2B5EF4-FFF2-40B4-BE49-F238E27FC236}">
                  <a16:creationId xmlns:a16="http://schemas.microsoft.com/office/drawing/2014/main" id="{768C27EC-BA87-FC94-31B1-79C9CB5834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1" name="rc459">
              <a:extLst>
                <a:ext uri="{FF2B5EF4-FFF2-40B4-BE49-F238E27FC236}">
                  <a16:creationId xmlns:a16="http://schemas.microsoft.com/office/drawing/2014/main" id="{9716193C-98B9-66FE-B276-3338BF0CC2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2" name="rc460">
              <a:extLst>
                <a:ext uri="{FF2B5EF4-FFF2-40B4-BE49-F238E27FC236}">
                  <a16:creationId xmlns:a16="http://schemas.microsoft.com/office/drawing/2014/main" id="{8718809A-369D-E92E-17AA-E216E95C18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3" name="rc461">
              <a:extLst>
                <a:ext uri="{FF2B5EF4-FFF2-40B4-BE49-F238E27FC236}">
                  <a16:creationId xmlns:a16="http://schemas.microsoft.com/office/drawing/2014/main" id="{029A0EDC-9A1E-DA1D-479E-968FBE4704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4" name="rc462">
              <a:extLst>
                <a:ext uri="{FF2B5EF4-FFF2-40B4-BE49-F238E27FC236}">
                  <a16:creationId xmlns:a16="http://schemas.microsoft.com/office/drawing/2014/main" id="{76674181-121A-422D-09F9-0C5ED69679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5" name="rc463">
              <a:extLst>
                <a:ext uri="{FF2B5EF4-FFF2-40B4-BE49-F238E27FC236}">
                  <a16:creationId xmlns:a16="http://schemas.microsoft.com/office/drawing/2014/main" id="{301C110B-D3E7-0089-386C-CFA0A67D95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6" name="rc464">
              <a:extLst>
                <a:ext uri="{FF2B5EF4-FFF2-40B4-BE49-F238E27FC236}">
                  <a16:creationId xmlns:a16="http://schemas.microsoft.com/office/drawing/2014/main" id="{2F6604BC-466A-A8E9-8551-D90915C3C5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7" name="rc465">
              <a:extLst>
                <a:ext uri="{FF2B5EF4-FFF2-40B4-BE49-F238E27FC236}">
                  <a16:creationId xmlns:a16="http://schemas.microsoft.com/office/drawing/2014/main" id="{DFCD2A12-A971-9225-0C53-BF87D0607E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8" name="rc466">
              <a:extLst>
                <a:ext uri="{FF2B5EF4-FFF2-40B4-BE49-F238E27FC236}">
                  <a16:creationId xmlns:a16="http://schemas.microsoft.com/office/drawing/2014/main" id="{3ABCA5DA-CC77-8A7B-E8ED-DA8DF5E98E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9" name="rc467">
              <a:extLst>
                <a:ext uri="{FF2B5EF4-FFF2-40B4-BE49-F238E27FC236}">
                  <a16:creationId xmlns:a16="http://schemas.microsoft.com/office/drawing/2014/main" id="{800EE9E7-7561-1AEA-520D-F3DBF33A5E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0" name="rc468">
              <a:extLst>
                <a:ext uri="{FF2B5EF4-FFF2-40B4-BE49-F238E27FC236}">
                  <a16:creationId xmlns:a16="http://schemas.microsoft.com/office/drawing/2014/main" id="{E96C7DF1-258A-F118-3D99-7C58DF3C68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1" name="rc469">
              <a:extLst>
                <a:ext uri="{FF2B5EF4-FFF2-40B4-BE49-F238E27FC236}">
                  <a16:creationId xmlns:a16="http://schemas.microsoft.com/office/drawing/2014/main" id="{52AE459D-F17D-5347-C09F-849AAD0E3B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2" name="rc470">
              <a:extLst>
                <a:ext uri="{FF2B5EF4-FFF2-40B4-BE49-F238E27FC236}">
                  <a16:creationId xmlns:a16="http://schemas.microsoft.com/office/drawing/2014/main" id="{A94643D9-B709-4139-30DC-DB64121B33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3" name="rc471">
              <a:extLst>
                <a:ext uri="{FF2B5EF4-FFF2-40B4-BE49-F238E27FC236}">
                  <a16:creationId xmlns:a16="http://schemas.microsoft.com/office/drawing/2014/main" id="{360656E1-A96D-1333-3B22-E8D3630535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4" name="rc472">
              <a:extLst>
                <a:ext uri="{FF2B5EF4-FFF2-40B4-BE49-F238E27FC236}">
                  <a16:creationId xmlns:a16="http://schemas.microsoft.com/office/drawing/2014/main" id="{E923DF7A-57CD-5E59-39E5-B51E889531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5" name="rc473">
              <a:extLst>
                <a:ext uri="{FF2B5EF4-FFF2-40B4-BE49-F238E27FC236}">
                  <a16:creationId xmlns:a16="http://schemas.microsoft.com/office/drawing/2014/main" id="{EACAB554-44AF-B837-3C67-EB482A4C0B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6" name="rc474">
              <a:extLst>
                <a:ext uri="{FF2B5EF4-FFF2-40B4-BE49-F238E27FC236}">
                  <a16:creationId xmlns:a16="http://schemas.microsoft.com/office/drawing/2014/main" id="{7C60918D-DBFF-7C9D-197D-75351020CA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7" name="rc475">
              <a:extLst>
                <a:ext uri="{FF2B5EF4-FFF2-40B4-BE49-F238E27FC236}">
                  <a16:creationId xmlns:a16="http://schemas.microsoft.com/office/drawing/2014/main" id="{C9721CAF-EB9D-C8F9-BA62-039C686ABA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8" name="rc476">
              <a:extLst>
                <a:ext uri="{FF2B5EF4-FFF2-40B4-BE49-F238E27FC236}">
                  <a16:creationId xmlns:a16="http://schemas.microsoft.com/office/drawing/2014/main" id="{0D0A92C8-FCEC-FEF0-B485-2FF22F6F3C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9" name="rc477">
              <a:extLst>
                <a:ext uri="{FF2B5EF4-FFF2-40B4-BE49-F238E27FC236}">
                  <a16:creationId xmlns:a16="http://schemas.microsoft.com/office/drawing/2014/main" id="{1DFA28EF-D736-066A-873D-D2E6DE542C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0" name="rc478">
              <a:extLst>
                <a:ext uri="{FF2B5EF4-FFF2-40B4-BE49-F238E27FC236}">
                  <a16:creationId xmlns:a16="http://schemas.microsoft.com/office/drawing/2014/main" id="{3F10034B-4880-FB92-CCCE-3D69A78B9B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1" name="rc479">
              <a:extLst>
                <a:ext uri="{FF2B5EF4-FFF2-40B4-BE49-F238E27FC236}">
                  <a16:creationId xmlns:a16="http://schemas.microsoft.com/office/drawing/2014/main" id="{ABA80952-4737-D2F0-1F83-939373BB6B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2" name="rc480">
              <a:extLst>
                <a:ext uri="{FF2B5EF4-FFF2-40B4-BE49-F238E27FC236}">
                  <a16:creationId xmlns:a16="http://schemas.microsoft.com/office/drawing/2014/main" id="{612A1F66-B103-3157-96D2-F772BE5EED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3" name="rc481">
              <a:extLst>
                <a:ext uri="{FF2B5EF4-FFF2-40B4-BE49-F238E27FC236}">
                  <a16:creationId xmlns:a16="http://schemas.microsoft.com/office/drawing/2014/main" id="{F2829E9F-357F-5B9C-B290-3C4F052478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4" name="rc482">
              <a:extLst>
                <a:ext uri="{FF2B5EF4-FFF2-40B4-BE49-F238E27FC236}">
                  <a16:creationId xmlns:a16="http://schemas.microsoft.com/office/drawing/2014/main" id="{1F68740A-AB49-E0BC-DFCC-5780440551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5" name="rc483">
              <a:extLst>
                <a:ext uri="{FF2B5EF4-FFF2-40B4-BE49-F238E27FC236}">
                  <a16:creationId xmlns:a16="http://schemas.microsoft.com/office/drawing/2014/main" id="{750BF295-DED2-F7B7-0A10-CFBD5F2531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6" name="rc484">
              <a:extLst>
                <a:ext uri="{FF2B5EF4-FFF2-40B4-BE49-F238E27FC236}">
                  <a16:creationId xmlns:a16="http://schemas.microsoft.com/office/drawing/2014/main" id="{378070D3-AC5C-8757-7194-CDB3365832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7" name="rc485">
              <a:extLst>
                <a:ext uri="{FF2B5EF4-FFF2-40B4-BE49-F238E27FC236}">
                  <a16:creationId xmlns:a16="http://schemas.microsoft.com/office/drawing/2014/main" id="{57F187B9-2853-6D8F-B7BD-D38A827898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8" name="rc486">
              <a:extLst>
                <a:ext uri="{FF2B5EF4-FFF2-40B4-BE49-F238E27FC236}">
                  <a16:creationId xmlns:a16="http://schemas.microsoft.com/office/drawing/2014/main" id="{9B258422-6058-6132-5007-45DA4DB3A7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9" name="rc487">
              <a:extLst>
                <a:ext uri="{FF2B5EF4-FFF2-40B4-BE49-F238E27FC236}">
                  <a16:creationId xmlns:a16="http://schemas.microsoft.com/office/drawing/2014/main" id="{32BDEA98-4F05-B1E3-0C81-945A980DB1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0" name="rc488">
              <a:extLst>
                <a:ext uri="{FF2B5EF4-FFF2-40B4-BE49-F238E27FC236}">
                  <a16:creationId xmlns:a16="http://schemas.microsoft.com/office/drawing/2014/main" id="{C3A2345D-9CFC-957B-EAD4-0FA17013EB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1" name="rc489">
              <a:extLst>
                <a:ext uri="{FF2B5EF4-FFF2-40B4-BE49-F238E27FC236}">
                  <a16:creationId xmlns:a16="http://schemas.microsoft.com/office/drawing/2014/main" id="{6021CC6F-D46F-F1A7-1EFC-98753F3258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2" name="rc490">
              <a:extLst>
                <a:ext uri="{FF2B5EF4-FFF2-40B4-BE49-F238E27FC236}">
                  <a16:creationId xmlns:a16="http://schemas.microsoft.com/office/drawing/2014/main" id="{80969E2F-062C-8300-D844-769603BE67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3" name="rc491">
              <a:extLst>
                <a:ext uri="{FF2B5EF4-FFF2-40B4-BE49-F238E27FC236}">
                  <a16:creationId xmlns:a16="http://schemas.microsoft.com/office/drawing/2014/main" id="{7EEE06ED-5B33-ADF8-B76C-114B66C646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4" name="rc492">
              <a:extLst>
                <a:ext uri="{FF2B5EF4-FFF2-40B4-BE49-F238E27FC236}">
                  <a16:creationId xmlns:a16="http://schemas.microsoft.com/office/drawing/2014/main" id="{A255B459-61FD-D04A-D897-636B677749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5" name="rc493">
              <a:extLst>
                <a:ext uri="{FF2B5EF4-FFF2-40B4-BE49-F238E27FC236}">
                  <a16:creationId xmlns:a16="http://schemas.microsoft.com/office/drawing/2014/main" id="{3A82329C-72BB-2AB3-0B3D-A0F0505C50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6" name="rc494">
              <a:extLst>
                <a:ext uri="{FF2B5EF4-FFF2-40B4-BE49-F238E27FC236}">
                  <a16:creationId xmlns:a16="http://schemas.microsoft.com/office/drawing/2014/main" id="{FFDDFD44-A367-D4B8-3324-F463751E6F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7" name="rc495">
              <a:extLst>
                <a:ext uri="{FF2B5EF4-FFF2-40B4-BE49-F238E27FC236}">
                  <a16:creationId xmlns:a16="http://schemas.microsoft.com/office/drawing/2014/main" id="{5B6E8B9A-81C7-A601-52BE-78AA47027F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8" name="rc496">
              <a:extLst>
                <a:ext uri="{FF2B5EF4-FFF2-40B4-BE49-F238E27FC236}">
                  <a16:creationId xmlns:a16="http://schemas.microsoft.com/office/drawing/2014/main" id="{5A76C62C-9713-C5A3-C03E-78580612CA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9" name="rc497">
              <a:extLst>
                <a:ext uri="{FF2B5EF4-FFF2-40B4-BE49-F238E27FC236}">
                  <a16:creationId xmlns:a16="http://schemas.microsoft.com/office/drawing/2014/main" id="{79F7DE1B-C5E8-D4B8-EC6F-213D698810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0" name="rc498">
              <a:extLst>
                <a:ext uri="{FF2B5EF4-FFF2-40B4-BE49-F238E27FC236}">
                  <a16:creationId xmlns:a16="http://schemas.microsoft.com/office/drawing/2014/main" id="{71DBF12F-2A5B-3287-D8F9-8E2B0B40F3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1" name="rc499">
              <a:extLst>
                <a:ext uri="{FF2B5EF4-FFF2-40B4-BE49-F238E27FC236}">
                  <a16:creationId xmlns:a16="http://schemas.microsoft.com/office/drawing/2014/main" id="{0942AF7A-67C8-2BCC-A057-CC44D7BEC9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2" name="rc500">
              <a:extLst>
                <a:ext uri="{FF2B5EF4-FFF2-40B4-BE49-F238E27FC236}">
                  <a16:creationId xmlns:a16="http://schemas.microsoft.com/office/drawing/2014/main" id="{A584A75F-3FA0-D91C-7C18-72D21A5968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3" name="rc501">
              <a:extLst>
                <a:ext uri="{FF2B5EF4-FFF2-40B4-BE49-F238E27FC236}">
                  <a16:creationId xmlns:a16="http://schemas.microsoft.com/office/drawing/2014/main" id="{DF3B6EFE-0381-E245-D3F4-8D1A64152D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4" name="rc502">
              <a:extLst>
                <a:ext uri="{FF2B5EF4-FFF2-40B4-BE49-F238E27FC236}">
                  <a16:creationId xmlns:a16="http://schemas.microsoft.com/office/drawing/2014/main" id="{F234D2E7-C907-09BB-2C6B-57038399CC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5" name="rc503">
              <a:extLst>
                <a:ext uri="{FF2B5EF4-FFF2-40B4-BE49-F238E27FC236}">
                  <a16:creationId xmlns:a16="http://schemas.microsoft.com/office/drawing/2014/main" id="{C797C5B8-5EAF-908E-D155-E565521A01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6" name="rc504">
              <a:extLst>
                <a:ext uri="{FF2B5EF4-FFF2-40B4-BE49-F238E27FC236}">
                  <a16:creationId xmlns:a16="http://schemas.microsoft.com/office/drawing/2014/main" id="{08DEDB28-8A6B-B3B7-ACCF-F0447F4824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7" name="rc505">
              <a:extLst>
                <a:ext uri="{FF2B5EF4-FFF2-40B4-BE49-F238E27FC236}">
                  <a16:creationId xmlns:a16="http://schemas.microsoft.com/office/drawing/2014/main" id="{375C8CED-8A84-99C5-66AF-2EF632F8B2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8" name="rc506">
              <a:extLst>
                <a:ext uri="{FF2B5EF4-FFF2-40B4-BE49-F238E27FC236}">
                  <a16:creationId xmlns:a16="http://schemas.microsoft.com/office/drawing/2014/main" id="{3E7CA69C-2122-C159-D558-282153B3FE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9" name="rc507">
              <a:extLst>
                <a:ext uri="{FF2B5EF4-FFF2-40B4-BE49-F238E27FC236}">
                  <a16:creationId xmlns:a16="http://schemas.microsoft.com/office/drawing/2014/main" id="{2DFCF9EB-EBD1-3547-7ADA-F6213EFF50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0" name="rc508">
              <a:extLst>
                <a:ext uri="{FF2B5EF4-FFF2-40B4-BE49-F238E27FC236}">
                  <a16:creationId xmlns:a16="http://schemas.microsoft.com/office/drawing/2014/main" id="{63716B56-1289-2FB1-C310-A8C7D22962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1" name="rc509">
              <a:extLst>
                <a:ext uri="{FF2B5EF4-FFF2-40B4-BE49-F238E27FC236}">
                  <a16:creationId xmlns:a16="http://schemas.microsoft.com/office/drawing/2014/main" id="{B3C39530-6AD0-B091-7BD9-CE1C379E1E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2" name="rc510">
              <a:extLst>
                <a:ext uri="{FF2B5EF4-FFF2-40B4-BE49-F238E27FC236}">
                  <a16:creationId xmlns:a16="http://schemas.microsoft.com/office/drawing/2014/main" id="{166803A6-8286-A94F-331D-4F1E89627D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3" name="rc511">
              <a:extLst>
                <a:ext uri="{FF2B5EF4-FFF2-40B4-BE49-F238E27FC236}">
                  <a16:creationId xmlns:a16="http://schemas.microsoft.com/office/drawing/2014/main" id="{16E6D737-DD8E-E4B0-761A-D221252C3E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4" name="rc512">
              <a:extLst>
                <a:ext uri="{FF2B5EF4-FFF2-40B4-BE49-F238E27FC236}">
                  <a16:creationId xmlns:a16="http://schemas.microsoft.com/office/drawing/2014/main" id="{4A918AA0-F49D-8C9B-9803-2474A15E4B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5" name="rc513">
              <a:extLst>
                <a:ext uri="{FF2B5EF4-FFF2-40B4-BE49-F238E27FC236}">
                  <a16:creationId xmlns:a16="http://schemas.microsoft.com/office/drawing/2014/main" id="{AFA1CF86-F9F7-5CAA-42BB-D865726534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6" name="rc514">
              <a:extLst>
                <a:ext uri="{FF2B5EF4-FFF2-40B4-BE49-F238E27FC236}">
                  <a16:creationId xmlns:a16="http://schemas.microsoft.com/office/drawing/2014/main" id="{6EE60CE3-D3B4-4802-BC20-6514C5C4A6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7" name="rc515">
              <a:extLst>
                <a:ext uri="{FF2B5EF4-FFF2-40B4-BE49-F238E27FC236}">
                  <a16:creationId xmlns:a16="http://schemas.microsoft.com/office/drawing/2014/main" id="{EE1ED4B0-EB32-BFC8-4321-C92D808335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8" name="rc516">
              <a:extLst>
                <a:ext uri="{FF2B5EF4-FFF2-40B4-BE49-F238E27FC236}">
                  <a16:creationId xmlns:a16="http://schemas.microsoft.com/office/drawing/2014/main" id="{B64C65E3-A607-6F49-CB89-33E70378C0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9" name="rc517">
              <a:extLst>
                <a:ext uri="{FF2B5EF4-FFF2-40B4-BE49-F238E27FC236}">
                  <a16:creationId xmlns:a16="http://schemas.microsoft.com/office/drawing/2014/main" id="{DFA7F8C3-A6DD-FDD8-14BD-DD315A259C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0" name="rc518">
              <a:extLst>
                <a:ext uri="{FF2B5EF4-FFF2-40B4-BE49-F238E27FC236}">
                  <a16:creationId xmlns:a16="http://schemas.microsoft.com/office/drawing/2014/main" id="{7E225CE6-C9F7-D219-4297-0558AACB8A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1" name="rc519">
              <a:extLst>
                <a:ext uri="{FF2B5EF4-FFF2-40B4-BE49-F238E27FC236}">
                  <a16:creationId xmlns:a16="http://schemas.microsoft.com/office/drawing/2014/main" id="{3B82682B-DABB-F05F-5B29-D4CB39389A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2" name="rc520">
              <a:extLst>
                <a:ext uri="{FF2B5EF4-FFF2-40B4-BE49-F238E27FC236}">
                  <a16:creationId xmlns:a16="http://schemas.microsoft.com/office/drawing/2014/main" id="{2498216B-DF6D-ECDA-90F8-7783C9F80C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3" name="rc521">
              <a:extLst>
                <a:ext uri="{FF2B5EF4-FFF2-40B4-BE49-F238E27FC236}">
                  <a16:creationId xmlns:a16="http://schemas.microsoft.com/office/drawing/2014/main" id="{07CC4B74-FE9B-1C6F-0E21-8AC9BEEE52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4" name="rc522">
              <a:extLst>
                <a:ext uri="{FF2B5EF4-FFF2-40B4-BE49-F238E27FC236}">
                  <a16:creationId xmlns:a16="http://schemas.microsoft.com/office/drawing/2014/main" id="{663740D5-8C55-6665-A023-36097EC8E4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5" name="rc523">
              <a:extLst>
                <a:ext uri="{FF2B5EF4-FFF2-40B4-BE49-F238E27FC236}">
                  <a16:creationId xmlns:a16="http://schemas.microsoft.com/office/drawing/2014/main" id="{E839D119-367C-B5A9-BAAA-E2881BC2AF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6" name="rc524">
              <a:extLst>
                <a:ext uri="{FF2B5EF4-FFF2-40B4-BE49-F238E27FC236}">
                  <a16:creationId xmlns:a16="http://schemas.microsoft.com/office/drawing/2014/main" id="{2BC1654E-788A-9FDC-84A0-C42EB2BE04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7" name="rc525">
              <a:extLst>
                <a:ext uri="{FF2B5EF4-FFF2-40B4-BE49-F238E27FC236}">
                  <a16:creationId xmlns:a16="http://schemas.microsoft.com/office/drawing/2014/main" id="{69DC6BFE-108F-1150-AB1A-36B7BF7167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8" name="rc526">
              <a:extLst>
                <a:ext uri="{FF2B5EF4-FFF2-40B4-BE49-F238E27FC236}">
                  <a16:creationId xmlns:a16="http://schemas.microsoft.com/office/drawing/2014/main" id="{0A712893-360C-1A1F-A99E-4689E395BE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9" name="rc527">
              <a:extLst>
                <a:ext uri="{FF2B5EF4-FFF2-40B4-BE49-F238E27FC236}">
                  <a16:creationId xmlns:a16="http://schemas.microsoft.com/office/drawing/2014/main" id="{1C1972A6-97E7-B0CD-2D21-95C1C7922E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0" name="rc528">
              <a:extLst>
                <a:ext uri="{FF2B5EF4-FFF2-40B4-BE49-F238E27FC236}">
                  <a16:creationId xmlns:a16="http://schemas.microsoft.com/office/drawing/2014/main" id="{7D03330E-9E30-482B-11E6-3B16717AFF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1" name="rc529">
              <a:extLst>
                <a:ext uri="{FF2B5EF4-FFF2-40B4-BE49-F238E27FC236}">
                  <a16:creationId xmlns:a16="http://schemas.microsoft.com/office/drawing/2014/main" id="{9D808812-E34C-3B8C-F698-0006986DFE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2" name="rc530">
              <a:extLst>
                <a:ext uri="{FF2B5EF4-FFF2-40B4-BE49-F238E27FC236}">
                  <a16:creationId xmlns:a16="http://schemas.microsoft.com/office/drawing/2014/main" id="{D8F0FF71-92D4-1EF9-011F-56F02D0741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3" name="rc531">
              <a:extLst>
                <a:ext uri="{FF2B5EF4-FFF2-40B4-BE49-F238E27FC236}">
                  <a16:creationId xmlns:a16="http://schemas.microsoft.com/office/drawing/2014/main" id="{5A165078-75E3-7F7A-F92E-142A93FCF9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4" name="rc532">
              <a:extLst>
                <a:ext uri="{FF2B5EF4-FFF2-40B4-BE49-F238E27FC236}">
                  <a16:creationId xmlns:a16="http://schemas.microsoft.com/office/drawing/2014/main" id="{903D7B31-9DD1-E7FE-3653-D6C72EF9AD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5" name="rc533">
              <a:extLst>
                <a:ext uri="{FF2B5EF4-FFF2-40B4-BE49-F238E27FC236}">
                  <a16:creationId xmlns:a16="http://schemas.microsoft.com/office/drawing/2014/main" id="{6FFC3F4D-6E68-2452-9092-3C0EA79C6A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6" name="rc534">
              <a:extLst>
                <a:ext uri="{FF2B5EF4-FFF2-40B4-BE49-F238E27FC236}">
                  <a16:creationId xmlns:a16="http://schemas.microsoft.com/office/drawing/2014/main" id="{F3890BE3-03A5-F8E0-CA0E-E21999B8BC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7" name="rc535">
              <a:extLst>
                <a:ext uri="{FF2B5EF4-FFF2-40B4-BE49-F238E27FC236}">
                  <a16:creationId xmlns:a16="http://schemas.microsoft.com/office/drawing/2014/main" id="{CBF88EC6-1952-A1D0-BB40-1CE5321D5D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8" name="rc536">
              <a:extLst>
                <a:ext uri="{FF2B5EF4-FFF2-40B4-BE49-F238E27FC236}">
                  <a16:creationId xmlns:a16="http://schemas.microsoft.com/office/drawing/2014/main" id="{A0031C92-653F-10AA-E535-03291DA6FD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9" name="rc537">
              <a:extLst>
                <a:ext uri="{FF2B5EF4-FFF2-40B4-BE49-F238E27FC236}">
                  <a16:creationId xmlns:a16="http://schemas.microsoft.com/office/drawing/2014/main" id="{0E7DA60B-1AAB-9FAA-A158-605853F121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0" name="rc538">
              <a:extLst>
                <a:ext uri="{FF2B5EF4-FFF2-40B4-BE49-F238E27FC236}">
                  <a16:creationId xmlns:a16="http://schemas.microsoft.com/office/drawing/2014/main" id="{365C50E6-8449-C9F0-1799-65FE8F86A9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1" name="rc539">
              <a:extLst>
                <a:ext uri="{FF2B5EF4-FFF2-40B4-BE49-F238E27FC236}">
                  <a16:creationId xmlns:a16="http://schemas.microsoft.com/office/drawing/2014/main" id="{838DA511-229F-936A-23FA-987FDD8484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2" name="rc540">
              <a:extLst>
                <a:ext uri="{FF2B5EF4-FFF2-40B4-BE49-F238E27FC236}">
                  <a16:creationId xmlns:a16="http://schemas.microsoft.com/office/drawing/2014/main" id="{45F9D215-AEEF-6AAA-E7D0-045B2C7CC6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3" name="rc541">
              <a:extLst>
                <a:ext uri="{FF2B5EF4-FFF2-40B4-BE49-F238E27FC236}">
                  <a16:creationId xmlns:a16="http://schemas.microsoft.com/office/drawing/2014/main" id="{45972608-540E-F730-56FB-00805CD44E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4" name="rc542">
              <a:extLst>
                <a:ext uri="{FF2B5EF4-FFF2-40B4-BE49-F238E27FC236}">
                  <a16:creationId xmlns:a16="http://schemas.microsoft.com/office/drawing/2014/main" id="{011C6E14-EF79-BB88-75E1-0D6F41C073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5" name="rc543">
              <a:extLst>
                <a:ext uri="{FF2B5EF4-FFF2-40B4-BE49-F238E27FC236}">
                  <a16:creationId xmlns:a16="http://schemas.microsoft.com/office/drawing/2014/main" id="{638453C0-C054-143F-B5CC-2CDBF3D515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6" name="rc544">
              <a:extLst>
                <a:ext uri="{FF2B5EF4-FFF2-40B4-BE49-F238E27FC236}">
                  <a16:creationId xmlns:a16="http://schemas.microsoft.com/office/drawing/2014/main" id="{8EED08F4-426A-0D4D-6F19-C3098A063F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7" name="rc545">
              <a:extLst>
                <a:ext uri="{FF2B5EF4-FFF2-40B4-BE49-F238E27FC236}">
                  <a16:creationId xmlns:a16="http://schemas.microsoft.com/office/drawing/2014/main" id="{96A55E49-459D-1013-9312-C9B8A0C8FB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8" name="rc546">
              <a:extLst>
                <a:ext uri="{FF2B5EF4-FFF2-40B4-BE49-F238E27FC236}">
                  <a16:creationId xmlns:a16="http://schemas.microsoft.com/office/drawing/2014/main" id="{D22568F9-56F0-547A-58E9-6429945B9B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9" name="rc547">
              <a:extLst>
                <a:ext uri="{FF2B5EF4-FFF2-40B4-BE49-F238E27FC236}">
                  <a16:creationId xmlns:a16="http://schemas.microsoft.com/office/drawing/2014/main" id="{79DE9D29-59A2-AC8E-6D95-65CEFACD40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0" name="rc548">
              <a:extLst>
                <a:ext uri="{FF2B5EF4-FFF2-40B4-BE49-F238E27FC236}">
                  <a16:creationId xmlns:a16="http://schemas.microsoft.com/office/drawing/2014/main" id="{0C9645C8-447F-7125-574F-1BFAC91098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1" name="rc549">
              <a:extLst>
                <a:ext uri="{FF2B5EF4-FFF2-40B4-BE49-F238E27FC236}">
                  <a16:creationId xmlns:a16="http://schemas.microsoft.com/office/drawing/2014/main" id="{7B8E100E-C7C7-2038-86CF-CFA5CC904E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2" name="rc550">
              <a:extLst>
                <a:ext uri="{FF2B5EF4-FFF2-40B4-BE49-F238E27FC236}">
                  <a16:creationId xmlns:a16="http://schemas.microsoft.com/office/drawing/2014/main" id="{A748F0CA-8F53-51A5-E33D-0FA6CE9EA4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3" name="rc551">
              <a:extLst>
                <a:ext uri="{FF2B5EF4-FFF2-40B4-BE49-F238E27FC236}">
                  <a16:creationId xmlns:a16="http://schemas.microsoft.com/office/drawing/2014/main" id="{993FA797-A634-D5B3-4868-8E1559FF99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4" name="rc552">
              <a:extLst>
                <a:ext uri="{FF2B5EF4-FFF2-40B4-BE49-F238E27FC236}">
                  <a16:creationId xmlns:a16="http://schemas.microsoft.com/office/drawing/2014/main" id="{A9A098B8-10F0-F831-F8F6-E4F5E8A202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5" name="rc553">
              <a:extLst>
                <a:ext uri="{FF2B5EF4-FFF2-40B4-BE49-F238E27FC236}">
                  <a16:creationId xmlns:a16="http://schemas.microsoft.com/office/drawing/2014/main" id="{F45F60B0-8DE8-5328-5B13-C126E9850E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6" name="rc554">
              <a:extLst>
                <a:ext uri="{FF2B5EF4-FFF2-40B4-BE49-F238E27FC236}">
                  <a16:creationId xmlns:a16="http://schemas.microsoft.com/office/drawing/2014/main" id="{34137E3B-5923-D517-FEA2-CC1095E3E1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7" name="rc555">
              <a:extLst>
                <a:ext uri="{FF2B5EF4-FFF2-40B4-BE49-F238E27FC236}">
                  <a16:creationId xmlns:a16="http://schemas.microsoft.com/office/drawing/2014/main" id="{29F55658-4B06-D482-5D79-752CAF2B7C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8" name="rc556">
              <a:extLst>
                <a:ext uri="{FF2B5EF4-FFF2-40B4-BE49-F238E27FC236}">
                  <a16:creationId xmlns:a16="http://schemas.microsoft.com/office/drawing/2014/main" id="{108BC6F7-9F39-C024-5724-9B513E7A6F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9" name="rc557">
              <a:extLst>
                <a:ext uri="{FF2B5EF4-FFF2-40B4-BE49-F238E27FC236}">
                  <a16:creationId xmlns:a16="http://schemas.microsoft.com/office/drawing/2014/main" id="{9D89DEE1-AFF0-906B-BFA8-F2D5190DF0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0" name="rc558">
              <a:extLst>
                <a:ext uri="{FF2B5EF4-FFF2-40B4-BE49-F238E27FC236}">
                  <a16:creationId xmlns:a16="http://schemas.microsoft.com/office/drawing/2014/main" id="{42798021-6108-A7B4-A092-5EA111D563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1" name="rc559">
              <a:extLst>
                <a:ext uri="{FF2B5EF4-FFF2-40B4-BE49-F238E27FC236}">
                  <a16:creationId xmlns:a16="http://schemas.microsoft.com/office/drawing/2014/main" id="{50FE004C-1B9C-3757-D268-5BE40D2AC0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2" name="rc560">
              <a:extLst>
                <a:ext uri="{FF2B5EF4-FFF2-40B4-BE49-F238E27FC236}">
                  <a16:creationId xmlns:a16="http://schemas.microsoft.com/office/drawing/2014/main" id="{CFF57B74-D8E6-AC26-BAA7-C96020932E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3" name="rc561">
              <a:extLst>
                <a:ext uri="{FF2B5EF4-FFF2-40B4-BE49-F238E27FC236}">
                  <a16:creationId xmlns:a16="http://schemas.microsoft.com/office/drawing/2014/main" id="{984A8413-8CCF-74FC-2971-047D164038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4" name="rc562">
              <a:extLst>
                <a:ext uri="{FF2B5EF4-FFF2-40B4-BE49-F238E27FC236}">
                  <a16:creationId xmlns:a16="http://schemas.microsoft.com/office/drawing/2014/main" id="{B04347A2-171D-109A-075C-E73D6403B7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5" name="rc563">
              <a:extLst>
                <a:ext uri="{FF2B5EF4-FFF2-40B4-BE49-F238E27FC236}">
                  <a16:creationId xmlns:a16="http://schemas.microsoft.com/office/drawing/2014/main" id="{4139791B-9910-AC95-5CDA-269862703D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6" name="rc564">
              <a:extLst>
                <a:ext uri="{FF2B5EF4-FFF2-40B4-BE49-F238E27FC236}">
                  <a16:creationId xmlns:a16="http://schemas.microsoft.com/office/drawing/2014/main" id="{6B37A847-5123-DE88-06A2-0AC55E00E7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7" name="rc565">
              <a:extLst>
                <a:ext uri="{FF2B5EF4-FFF2-40B4-BE49-F238E27FC236}">
                  <a16:creationId xmlns:a16="http://schemas.microsoft.com/office/drawing/2014/main" id="{64A943AA-6E6A-4B39-6632-E766E0DC24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8" name="rc566">
              <a:extLst>
                <a:ext uri="{FF2B5EF4-FFF2-40B4-BE49-F238E27FC236}">
                  <a16:creationId xmlns:a16="http://schemas.microsoft.com/office/drawing/2014/main" id="{631C9836-2320-6FDA-A1B2-21C8E4923A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9" name="rc567">
              <a:extLst>
                <a:ext uri="{FF2B5EF4-FFF2-40B4-BE49-F238E27FC236}">
                  <a16:creationId xmlns:a16="http://schemas.microsoft.com/office/drawing/2014/main" id="{0089CF9D-ABB8-A478-B8BD-F89AB2D88E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0" name="rc568">
              <a:extLst>
                <a:ext uri="{FF2B5EF4-FFF2-40B4-BE49-F238E27FC236}">
                  <a16:creationId xmlns:a16="http://schemas.microsoft.com/office/drawing/2014/main" id="{0453053F-892F-9F0A-9445-530C910BCD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1" name="rc569">
              <a:extLst>
                <a:ext uri="{FF2B5EF4-FFF2-40B4-BE49-F238E27FC236}">
                  <a16:creationId xmlns:a16="http://schemas.microsoft.com/office/drawing/2014/main" id="{09DD8472-C95E-F4BF-3E25-D6022A69ED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2" name="rc570">
              <a:extLst>
                <a:ext uri="{FF2B5EF4-FFF2-40B4-BE49-F238E27FC236}">
                  <a16:creationId xmlns:a16="http://schemas.microsoft.com/office/drawing/2014/main" id="{DD2932E4-57E2-0688-3D4F-D83512CA92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3" name="rc571">
              <a:extLst>
                <a:ext uri="{FF2B5EF4-FFF2-40B4-BE49-F238E27FC236}">
                  <a16:creationId xmlns:a16="http://schemas.microsoft.com/office/drawing/2014/main" id="{4C879013-9860-497F-C559-A15CDBB94D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4" name="rc572">
              <a:extLst>
                <a:ext uri="{FF2B5EF4-FFF2-40B4-BE49-F238E27FC236}">
                  <a16:creationId xmlns:a16="http://schemas.microsoft.com/office/drawing/2014/main" id="{76A823E6-93DD-C300-E08E-0FEC4F8B93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5" name="rc573">
              <a:extLst>
                <a:ext uri="{FF2B5EF4-FFF2-40B4-BE49-F238E27FC236}">
                  <a16:creationId xmlns:a16="http://schemas.microsoft.com/office/drawing/2014/main" id="{C9997D7E-5814-E5CC-DAAD-E826280E39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6" name="rc574">
              <a:extLst>
                <a:ext uri="{FF2B5EF4-FFF2-40B4-BE49-F238E27FC236}">
                  <a16:creationId xmlns:a16="http://schemas.microsoft.com/office/drawing/2014/main" id="{CCD69D56-D569-FFC8-4504-2F4D6CBF11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7" name="rc575">
              <a:extLst>
                <a:ext uri="{FF2B5EF4-FFF2-40B4-BE49-F238E27FC236}">
                  <a16:creationId xmlns:a16="http://schemas.microsoft.com/office/drawing/2014/main" id="{AD44A51C-B6AC-1B1A-2F9C-257EE53649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8" name="rc576">
              <a:extLst>
                <a:ext uri="{FF2B5EF4-FFF2-40B4-BE49-F238E27FC236}">
                  <a16:creationId xmlns:a16="http://schemas.microsoft.com/office/drawing/2014/main" id="{12304909-C542-1E8D-4E7B-4DA66DCEE4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9" name="rc577">
              <a:extLst>
                <a:ext uri="{FF2B5EF4-FFF2-40B4-BE49-F238E27FC236}">
                  <a16:creationId xmlns:a16="http://schemas.microsoft.com/office/drawing/2014/main" id="{6F74573E-C821-D386-329C-1427CA7ED1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0" name="rc578">
              <a:extLst>
                <a:ext uri="{FF2B5EF4-FFF2-40B4-BE49-F238E27FC236}">
                  <a16:creationId xmlns:a16="http://schemas.microsoft.com/office/drawing/2014/main" id="{090D4213-EC09-2422-F287-163F188494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1" name="rc579">
              <a:extLst>
                <a:ext uri="{FF2B5EF4-FFF2-40B4-BE49-F238E27FC236}">
                  <a16:creationId xmlns:a16="http://schemas.microsoft.com/office/drawing/2014/main" id="{14D48A98-0F6B-E711-8A1C-C8E4C01C66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2" name="rc580">
              <a:extLst>
                <a:ext uri="{FF2B5EF4-FFF2-40B4-BE49-F238E27FC236}">
                  <a16:creationId xmlns:a16="http://schemas.microsoft.com/office/drawing/2014/main" id="{0B33BF26-6EFF-0CC9-99C5-FAE17E8E22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3" name="rc581">
              <a:extLst>
                <a:ext uri="{FF2B5EF4-FFF2-40B4-BE49-F238E27FC236}">
                  <a16:creationId xmlns:a16="http://schemas.microsoft.com/office/drawing/2014/main" id="{AAE76AF7-2F45-61A4-18F9-99B4A8BC5B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4" name="rc582">
              <a:extLst>
                <a:ext uri="{FF2B5EF4-FFF2-40B4-BE49-F238E27FC236}">
                  <a16:creationId xmlns:a16="http://schemas.microsoft.com/office/drawing/2014/main" id="{7A36AC5C-260B-FB3E-24F9-218621688E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5" name="rc583">
              <a:extLst>
                <a:ext uri="{FF2B5EF4-FFF2-40B4-BE49-F238E27FC236}">
                  <a16:creationId xmlns:a16="http://schemas.microsoft.com/office/drawing/2014/main" id="{1B7E03B0-6CEA-D899-289E-ACECF14840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6" name="rc584">
              <a:extLst>
                <a:ext uri="{FF2B5EF4-FFF2-40B4-BE49-F238E27FC236}">
                  <a16:creationId xmlns:a16="http://schemas.microsoft.com/office/drawing/2014/main" id="{94D4C26C-4E06-D5B5-C9E5-54F807BF39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7" name="rc585">
              <a:extLst>
                <a:ext uri="{FF2B5EF4-FFF2-40B4-BE49-F238E27FC236}">
                  <a16:creationId xmlns:a16="http://schemas.microsoft.com/office/drawing/2014/main" id="{109E9198-9055-AFB4-08F3-0E569B8114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8" name="rc586">
              <a:extLst>
                <a:ext uri="{FF2B5EF4-FFF2-40B4-BE49-F238E27FC236}">
                  <a16:creationId xmlns:a16="http://schemas.microsoft.com/office/drawing/2014/main" id="{119D93C5-2C26-2276-AD9F-219ED995D8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9" name="rc587">
              <a:extLst>
                <a:ext uri="{FF2B5EF4-FFF2-40B4-BE49-F238E27FC236}">
                  <a16:creationId xmlns:a16="http://schemas.microsoft.com/office/drawing/2014/main" id="{6D8B6CD8-ED73-F873-A8D1-DB0B8B081F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0" name="rc588">
              <a:extLst>
                <a:ext uri="{FF2B5EF4-FFF2-40B4-BE49-F238E27FC236}">
                  <a16:creationId xmlns:a16="http://schemas.microsoft.com/office/drawing/2014/main" id="{CA58D3E3-AAAB-D8F2-7579-FEC81EC72B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1" name="rc589">
              <a:extLst>
                <a:ext uri="{FF2B5EF4-FFF2-40B4-BE49-F238E27FC236}">
                  <a16:creationId xmlns:a16="http://schemas.microsoft.com/office/drawing/2014/main" id="{493C728D-9901-7E72-8425-7B054FE0E9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2" name="rc590">
              <a:extLst>
                <a:ext uri="{FF2B5EF4-FFF2-40B4-BE49-F238E27FC236}">
                  <a16:creationId xmlns:a16="http://schemas.microsoft.com/office/drawing/2014/main" id="{AF36933B-15CF-668A-427E-8FF3635DE5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3" name="rc591">
              <a:extLst>
                <a:ext uri="{FF2B5EF4-FFF2-40B4-BE49-F238E27FC236}">
                  <a16:creationId xmlns:a16="http://schemas.microsoft.com/office/drawing/2014/main" id="{809FE116-C31B-6D64-7387-A9480817A0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4" name="rc592">
              <a:extLst>
                <a:ext uri="{FF2B5EF4-FFF2-40B4-BE49-F238E27FC236}">
                  <a16:creationId xmlns:a16="http://schemas.microsoft.com/office/drawing/2014/main" id="{7AAD277B-BE54-774C-9D6F-D366836B76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5" name="rc593">
              <a:extLst>
                <a:ext uri="{FF2B5EF4-FFF2-40B4-BE49-F238E27FC236}">
                  <a16:creationId xmlns:a16="http://schemas.microsoft.com/office/drawing/2014/main" id="{F8601F2E-B3EA-26D2-54FB-427F988F42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6" name="rc594">
              <a:extLst>
                <a:ext uri="{FF2B5EF4-FFF2-40B4-BE49-F238E27FC236}">
                  <a16:creationId xmlns:a16="http://schemas.microsoft.com/office/drawing/2014/main" id="{958C9CF9-EA8B-A1B7-527C-02CF1B9A89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7" name="rc595">
              <a:extLst>
                <a:ext uri="{FF2B5EF4-FFF2-40B4-BE49-F238E27FC236}">
                  <a16:creationId xmlns:a16="http://schemas.microsoft.com/office/drawing/2014/main" id="{62270ECA-F113-74BE-BFE7-D93F779130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8" name="rc596">
              <a:extLst>
                <a:ext uri="{FF2B5EF4-FFF2-40B4-BE49-F238E27FC236}">
                  <a16:creationId xmlns:a16="http://schemas.microsoft.com/office/drawing/2014/main" id="{AD2E97C0-3431-0884-B9B2-6AE68A1614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9" name="rc597">
              <a:extLst>
                <a:ext uri="{FF2B5EF4-FFF2-40B4-BE49-F238E27FC236}">
                  <a16:creationId xmlns:a16="http://schemas.microsoft.com/office/drawing/2014/main" id="{712ACF11-7175-F787-D409-64CAD9DA3E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0" name="rc598">
              <a:extLst>
                <a:ext uri="{FF2B5EF4-FFF2-40B4-BE49-F238E27FC236}">
                  <a16:creationId xmlns:a16="http://schemas.microsoft.com/office/drawing/2014/main" id="{465908B9-62D4-EAC3-013E-EC0EDA361C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1" name="rc599">
              <a:extLst>
                <a:ext uri="{FF2B5EF4-FFF2-40B4-BE49-F238E27FC236}">
                  <a16:creationId xmlns:a16="http://schemas.microsoft.com/office/drawing/2014/main" id="{07DD6632-7507-0280-A4A7-61AF3603AF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2" name="rc600">
              <a:extLst>
                <a:ext uri="{FF2B5EF4-FFF2-40B4-BE49-F238E27FC236}">
                  <a16:creationId xmlns:a16="http://schemas.microsoft.com/office/drawing/2014/main" id="{54F7851F-B485-7A71-5704-A9C2275599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3" name="rc601">
              <a:extLst>
                <a:ext uri="{FF2B5EF4-FFF2-40B4-BE49-F238E27FC236}">
                  <a16:creationId xmlns:a16="http://schemas.microsoft.com/office/drawing/2014/main" id="{F22E7E13-F294-1078-1E6F-F523C4552F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4" name="rc602">
              <a:extLst>
                <a:ext uri="{FF2B5EF4-FFF2-40B4-BE49-F238E27FC236}">
                  <a16:creationId xmlns:a16="http://schemas.microsoft.com/office/drawing/2014/main" id="{D842ACBE-E01C-25E4-CF1B-7A6EA5D004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5" name="rc603">
              <a:extLst>
                <a:ext uri="{FF2B5EF4-FFF2-40B4-BE49-F238E27FC236}">
                  <a16:creationId xmlns:a16="http://schemas.microsoft.com/office/drawing/2014/main" id="{F9D41FD2-7516-862A-C54B-267F7875FD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6" name="rc604">
              <a:extLst>
                <a:ext uri="{FF2B5EF4-FFF2-40B4-BE49-F238E27FC236}">
                  <a16:creationId xmlns:a16="http://schemas.microsoft.com/office/drawing/2014/main" id="{B6AE016C-2B1D-3789-E9B2-BCE375D174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7" name="rc605">
              <a:extLst>
                <a:ext uri="{FF2B5EF4-FFF2-40B4-BE49-F238E27FC236}">
                  <a16:creationId xmlns:a16="http://schemas.microsoft.com/office/drawing/2014/main" id="{C6F6D7A9-8AE2-909E-8816-504E850F5C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8" name="rc606">
              <a:extLst>
                <a:ext uri="{FF2B5EF4-FFF2-40B4-BE49-F238E27FC236}">
                  <a16:creationId xmlns:a16="http://schemas.microsoft.com/office/drawing/2014/main" id="{1EF27584-5FC9-D7E4-4942-73C987EDCB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9" name="rc607">
              <a:extLst>
                <a:ext uri="{FF2B5EF4-FFF2-40B4-BE49-F238E27FC236}">
                  <a16:creationId xmlns:a16="http://schemas.microsoft.com/office/drawing/2014/main" id="{D0FD7178-84C4-E006-15D8-9C18E1B008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0" name="rc608">
              <a:extLst>
                <a:ext uri="{FF2B5EF4-FFF2-40B4-BE49-F238E27FC236}">
                  <a16:creationId xmlns:a16="http://schemas.microsoft.com/office/drawing/2014/main" id="{C9EC00E0-7A64-FC88-3BE0-BFCB965753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1" name="rc609">
              <a:extLst>
                <a:ext uri="{FF2B5EF4-FFF2-40B4-BE49-F238E27FC236}">
                  <a16:creationId xmlns:a16="http://schemas.microsoft.com/office/drawing/2014/main" id="{BE3D6D72-C16B-F36C-F5E3-1B70103F57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2" name="rc610">
              <a:extLst>
                <a:ext uri="{FF2B5EF4-FFF2-40B4-BE49-F238E27FC236}">
                  <a16:creationId xmlns:a16="http://schemas.microsoft.com/office/drawing/2014/main" id="{66ABADFD-93BB-F59A-1447-3073F3C269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3" name="rc611">
              <a:extLst>
                <a:ext uri="{FF2B5EF4-FFF2-40B4-BE49-F238E27FC236}">
                  <a16:creationId xmlns:a16="http://schemas.microsoft.com/office/drawing/2014/main" id="{B82AB86B-E6F0-6087-CAD6-C7CC78B90B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4" name="rc612">
              <a:extLst>
                <a:ext uri="{FF2B5EF4-FFF2-40B4-BE49-F238E27FC236}">
                  <a16:creationId xmlns:a16="http://schemas.microsoft.com/office/drawing/2014/main" id="{A4040F00-31B7-7129-DF5D-49141A480D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5" name="rc613">
              <a:extLst>
                <a:ext uri="{FF2B5EF4-FFF2-40B4-BE49-F238E27FC236}">
                  <a16:creationId xmlns:a16="http://schemas.microsoft.com/office/drawing/2014/main" id="{75F9AE8A-E052-8D6F-B980-39F252ADF5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6" name="rc614">
              <a:extLst>
                <a:ext uri="{FF2B5EF4-FFF2-40B4-BE49-F238E27FC236}">
                  <a16:creationId xmlns:a16="http://schemas.microsoft.com/office/drawing/2014/main" id="{3812AA84-E68D-84A8-498F-A814B634DD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7" name="rc615">
              <a:extLst>
                <a:ext uri="{FF2B5EF4-FFF2-40B4-BE49-F238E27FC236}">
                  <a16:creationId xmlns:a16="http://schemas.microsoft.com/office/drawing/2014/main" id="{AD189490-105C-B374-D3CC-35BC75298C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8" name="rc616">
              <a:extLst>
                <a:ext uri="{FF2B5EF4-FFF2-40B4-BE49-F238E27FC236}">
                  <a16:creationId xmlns:a16="http://schemas.microsoft.com/office/drawing/2014/main" id="{F8A25761-9E01-CBCE-E430-7D1D12F4F6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9" name="rc617">
              <a:extLst>
                <a:ext uri="{FF2B5EF4-FFF2-40B4-BE49-F238E27FC236}">
                  <a16:creationId xmlns:a16="http://schemas.microsoft.com/office/drawing/2014/main" id="{71966ADE-7F6E-7454-BA57-B0588C765D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0" name="rc618">
              <a:extLst>
                <a:ext uri="{FF2B5EF4-FFF2-40B4-BE49-F238E27FC236}">
                  <a16:creationId xmlns:a16="http://schemas.microsoft.com/office/drawing/2014/main" id="{8E0C44A3-FBB4-0C40-2971-5FFCCB0CB8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1" name="rc619">
              <a:extLst>
                <a:ext uri="{FF2B5EF4-FFF2-40B4-BE49-F238E27FC236}">
                  <a16:creationId xmlns:a16="http://schemas.microsoft.com/office/drawing/2014/main" id="{6536186E-E211-4FA3-D29F-C0825EA091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2" name="rc620">
              <a:extLst>
                <a:ext uri="{FF2B5EF4-FFF2-40B4-BE49-F238E27FC236}">
                  <a16:creationId xmlns:a16="http://schemas.microsoft.com/office/drawing/2014/main" id="{705DB47F-DF73-4122-3C94-8187EF1CB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3" name="rc621">
              <a:extLst>
                <a:ext uri="{FF2B5EF4-FFF2-40B4-BE49-F238E27FC236}">
                  <a16:creationId xmlns:a16="http://schemas.microsoft.com/office/drawing/2014/main" id="{E9188996-B5C7-D85A-38BB-FF81ECA3C2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4" name="rc622">
              <a:extLst>
                <a:ext uri="{FF2B5EF4-FFF2-40B4-BE49-F238E27FC236}">
                  <a16:creationId xmlns:a16="http://schemas.microsoft.com/office/drawing/2014/main" id="{C1C9745B-F680-EBB4-2030-731E362C6B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5" name="rc623">
              <a:extLst>
                <a:ext uri="{FF2B5EF4-FFF2-40B4-BE49-F238E27FC236}">
                  <a16:creationId xmlns:a16="http://schemas.microsoft.com/office/drawing/2014/main" id="{24F276FD-13D8-116D-F65D-B4B334B7AA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6" name="rc624">
              <a:extLst>
                <a:ext uri="{FF2B5EF4-FFF2-40B4-BE49-F238E27FC236}">
                  <a16:creationId xmlns:a16="http://schemas.microsoft.com/office/drawing/2014/main" id="{34D82CC1-56BA-801A-4D4B-4D1F4C88C5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7" name="rc625">
              <a:extLst>
                <a:ext uri="{FF2B5EF4-FFF2-40B4-BE49-F238E27FC236}">
                  <a16:creationId xmlns:a16="http://schemas.microsoft.com/office/drawing/2014/main" id="{3B17B170-3C4D-1616-3E87-99FB487EC8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8" name="rc626">
              <a:extLst>
                <a:ext uri="{FF2B5EF4-FFF2-40B4-BE49-F238E27FC236}">
                  <a16:creationId xmlns:a16="http://schemas.microsoft.com/office/drawing/2014/main" id="{0C5B638D-2653-C858-7E88-F69865A5F0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9" name="rc627">
              <a:extLst>
                <a:ext uri="{FF2B5EF4-FFF2-40B4-BE49-F238E27FC236}">
                  <a16:creationId xmlns:a16="http://schemas.microsoft.com/office/drawing/2014/main" id="{5EEC47D3-A77E-716E-C4BF-50E4DBCCB7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0" name="rc628">
              <a:extLst>
                <a:ext uri="{FF2B5EF4-FFF2-40B4-BE49-F238E27FC236}">
                  <a16:creationId xmlns:a16="http://schemas.microsoft.com/office/drawing/2014/main" id="{3E67A6BD-E8DE-CF07-C7AD-08E675C31E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1" name="rc629">
              <a:extLst>
                <a:ext uri="{FF2B5EF4-FFF2-40B4-BE49-F238E27FC236}">
                  <a16:creationId xmlns:a16="http://schemas.microsoft.com/office/drawing/2014/main" id="{3F71E124-C039-7DEE-8132-77C5D9A66C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2" name="rc630">
              <a:extLst>
                <a:ext uri="{FF2B5EF4-FFF2-40B4-BE49-F238E27FC236}">
                  <a16:creationId xmlns:a16="http://schemas.microsoft.com/office/drawing/2014/main" id="{96298265-3764-1C72-C1F7-A466A7193E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3" name="rc631">
              <a:extLst>
                <a:ext uri="{FF2B5EF4-FFF2-40B4-BE49-F238E27FC236}">
                  <a16:creationId xmlns:a16="http://schemas.microsoft.com/office/drawing/2014/main" id="{076EF561-D323-F3D2-7CBE-CA2DFB582D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4" name="rc632">
              <a:extLst>
                <a:ext uri="{FF2B5EF4-FFF2-40B4-BE49-F238E27FC236}">
                  <a16:creationId xmlns:a16="http://schemas.microsoft.com/office/drawing/2014/main" id="{D98307D3-2F8B-2B0F-F659-75D0D334D3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5" name="rc633">
              <a:extLst>
                <a:ext uri="{FF2B5EF4-FFF2-40B4-BE49-F238E27FC236}">
                  <a16:creationId xmlns:a16="http://schemas.microsoft.com/office/drawing/2014/main" id="{C6A31B35-6F0B-D954-D18C-09E91FD65C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6" name="rc634">
              <a:extLst>
                <a:ext uri="{FF2B5EF4-FFF2-40B4-BE49-F238E27FC236}">
                  <a16:creationId xmlns:a16="http://schemas.microsoft.com/office/drawing/2014/main" id="{57FECB73-25F5-D7C4-DF60-D639A62B46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7" name="rc635">
              <a:extLst>
                <a:ext uri="{FF2B5EF4-FFF2-40B4-BE49-F238E27FC236}">
                  <a16:creationId xmlns:a16="http://schemas.microsoft.com/office/drawing/2014/main" id="{CA121E84-D536-A973-816F-B0D9F4E640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8" name="rc636">
              <a:extLst>
                <a:ext uri="{FF2B5EF4-FFF2-40B4-BE49-F238E27FC236}">
                  <a16:creationId xmlns:a16="http://schemas.microsoft.com/office/drawing/2014/main" id="{034521B0-46B3-F715-5BE2-9DE0EF9AAC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9" name="rc637">
              <a:extLst>
                <a:ext uri="{FF2B5EF4-FFF2-40B4-BE49-F238E27FC236}">
                  <a16:creationId xmlns:a16="http://schemas.microsoft.com/office/drawing/2014/main" id="{1C68AD48-BF98-C3B1-584E-AFBE7136E7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0" name="rc638">
              <a:extLst>
                <a:ext uri="{FF2B5EF4-FFF2-40B4-BE49-F238E27FC236}">
                  <a16:creationId xmlns:a16="http://schemas.microsoft.com/office/drawing/2014/main" id="{9DE0EEE7-5CB3-34BD-D52A-877BC86863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1" name="rc639">
              <a:extLst>
                <a:ext uri="{FF2B5EF4-FFF2-40B4-BE49-F238E27FC236}">
                  <a16:creationId xmlns:a16="http://schemas.microsoft.com/office/drawing/2014/main" id="{9AD4CD80-C9BD-E5A1-6DBF-E60D4AD2E9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2" name="rc640">
              <a:extLst>
                <a:ext uri="{FF2B5EF4-FFF2-40B4-BE49-F238E27FC236}">
                  <a16:creationId xmlns:a16="http://schemas.microsoft.com/office/drawing/2014/main" id="{D913646C-F305-2C82-C869-72D16C867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3" name="rc641">
              <a:extLst>
                <a:ext uri="{FF2B5EF4-FFF2-40B4-BE49-F238E27FC236}">
                  <a16:creationId xmlns:a16="http://schemas.microsoft.com/office/drawing/2014/main" id="{436FC10E-083A-A760-0552-FC5FBCAFF9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4" name="rc642">
              <a:extLst>
                <a:ext uri="{FF2B5EF4-FFF2-40B4-BE49-F238E27FC236}">
                  <a16:creationId xmlns:a16="http://schemas.microsoft.com/office/drawing/2014/main" id="{983E980C-1463-6583-D457-FF382BAD5B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5" name="rc643">
              <a:extLst>
                <a:ext uri="{FF2B5EF4-FFF2-40B4-BE49-F238E27FC236}">
                  <a16:creationId xmlns:a16="http://schemas.microsoft.com/office/drawing/2014/main" id="{20F04B21-8A62-493B-3D27-AF6023DEE6E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6" name="rc644">
              <a:extLst>
                <a:ext uri="{FF2B5EF4-FFF2-40B4-BE49-F238E27FC236}">
                  <a16:creationId xmlns:a16="http://schemas.microsoft.com/office/drawing/2014/main" id="{63B3E724-64C6-D1F6-6D2F-2269F648C1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7" name="rc645">
              <a:extLst>
                <a:ext uri="{FF2B5EF4-FFF2-40B4-BE49-F238E27FC236}">
                  <a16:creationId xmlns:a16="http://schemas.microsoft.com/office/drawing/2014/main" id="{4CC5B50E-935A-8E8B-0106-62C1BFE6CF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8" name="rc646">
              <a:extLst>
                <a:ext uri="{FF2B5EF4-FFF2-40B4-BE49-F238E27FC236}">
                  <a16:creationId xmlns:a16="http://schemas.microsoft.com/office/drawing/2014/main" id="{FC699D11-8153-80F7-4F85-9713C63C50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9" name="rc647">
              <a:extLst>
                <a:ext uri="{FF2B5EF4-FFF2-40B4-BE49-F238E27FC236}">
                  <a16:creationId xmlns:a16="http://schemas.microsoft.com/office/drawing/2014/main" id="{4EA1CB7B-EAB9-A2D0-0D5F-77F04DA378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0" name="rc648">
              <a:extLst>
                <a:ext uri="{FF2B5EF4-FFF2-40B4-BE49-F238E27FC236}">
                  <a16:creationId xmlns:a16="http://schemas.microsoft.com/office/drawing/2014/main" id="{A17EB3E0-C814-7D05-F300-7C1CC600BA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1" name="rc649">
              <a:extLst>
                <a:ext uri="{FF2B5EF4-FFF2-40B4-BE49-F238E27FC236}">
                  <a16:creationId xmlns:a16="http://schemas.microsoft.com/office/drawing/2014/main" id="{0464EC1E-67B2-DB13-F81C-B859FCDB68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2" name="rc650">
              <a:extLst>
                <a:ext uri="{FF2B5EF4-FFF2-40B4-BE49-F238E27FC236}">
                  <a16:creationId xmlns:a16="http://schemas.microsoft.com/office/drawing/2014/main" id="{DC2DBAAF-66F0-7D38-3956-5FC9F6FB15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3" name="rc651">
              <a:extLst>
                <a:ext uri="{FF2B5EF4-FFF2-40B4-BE49-F238E27FC236}">
                  <a16:creationId xmlns:a16="http://schemas.microsoft.com/office/drawing/2014/main" id="{BD028D22-F435-6EE4-F30E-D1F27C20AE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4" name="rc652">
              <a:extLst>
                <a:ext uri="{FF2B5EF4-FFF2-40B4-BE49-F238E27FC236}">
                  <a16:creationId xmlns:a16="http://schemas.microsoft.com/office/drawing/2014/main" id="{8526D0E0-1C10-117B-9E77-FE12C475E1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5" name="rc653">
              <a:extLst>
                <a:ext uri="{FF2B5EF4-FFF2-40B4-BE49-F238E27FC236}">
                  <a16:creationId xmlns:a16="http://schemas.microsoft.com/office/drawing/2014/main" id="{94AAD119-B9A1-5FAF-9AC0-88FFE09C8B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6" name="rc654">
              <a:extLst>
                <a:ext uri="{FF2B5EF4-FFF2-40B4-BE49-F238E27FC236}">
                  <a16:creationId xmlns:a16="http://schemas.microsoft.com/office/drawing/2014/main" id="{DDAAD26F-4BE4-DF71-92B0-A285B56E4F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7" name="rc655">
              <a:extLst>
                <a:ext uri="{FF2B5EF4-FFF2-40B4-BE49-F238E27FC236}">
                  <a16:creationId xmlns:a16="http://schemas.microsoft.com/office/drawing/2014/main" id="{BA6993D5-49AF-5FAA-C1E1-7BB6623D30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8" name="rc656">
              <a:extLst>
                <a:ext uri="{FF2B5EF4-FFF2-40B4-BE49-F238E27FC236}">
                  <a16:creationId xmlns:a16="http://schemas.microsoft.com/office/drawing/2014/main" id="{9C651FD3-6D32-D995-74CB-2FC2430121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9" name="rc657">
              <a:extLst>
                <a:ext uri="{FF2B5EF4-FFF2-40B4-BE49-F238E27FC236}">
                  <a16:creationId xmlns:a16="http://schemas.microsoft.com/office/drawing/2014/main" id="{EB1EDF99-DCC5-00B7-198A-6E259FA0FB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0" name="rc658">
              <a:extLst>
                <a:ext uri="{FF2B5EF4-FFF2-40B4-BE49-F238E27FC236}">
                  <a16:creationId xmlns:a16="http://schemas.microsoft.com/office/drawing/2014/main" id="{311018F4-EBB1-223B-42C3-B799F22ED5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1" name="rc659">
              <a:extLst>
                <a:ext uri="{FF2B5EF4-FFF2-40B4-BE49-F238E27FC236}">
                  <a16:creationId xmlns:a16="http://schemas.microsoft.com/office/drawing/2014/main" id="{FC6D56E7-06B0-9D82-905D-0765F8F792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2" name="rc660">
              <a:extLst>
                <a:ext uri="{FF2B5EF4-FFF2-40B4-BE49-F238E27FC236}">
                  <a16:creationId xmlns:a16="http://schemas.microsoft.com/office/drawing/2014/main" id="{AEDB6B7F-2EF6-AA8B-DB69-399BC594AA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3" name="rc661">
              <a:extLst>
                <a:ext uri="{FF2B5EF4-FFF2-40B4-BE49-F238E27FC236}">
                  <a16:creationId xmlns:a16="http://schemas.microsoft.com/office/drawing/2014/main" id="{97C6F37F-1D67-6CA0-A6BE-CD862AC890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4" name="rc662">
              <a:extLst>
                <a:ext uri="{FF2B5EF4-FFF2-40B4-BE49-F238E27FC236}">
                  <a16:creationId xmlns:a16="http://schemas.microsoft.com/office/drawing/2014/main" id="{7794060D-D0BF-EC48-7330-F73F239736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5" name="rc663">
              <a:extLst>
                <a:ext uri="{FF2B5EF4-FFF2-40B4-BE49-F238E27FC236}">
                  <a16:creationId xmlns:a16="http://schemas.microsoft.com/office/drawing/2014/main" id="{E75CF53E-941E-F563-15ED-10C59104FD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6" name="rc664">
              <a:extLst>
                <a:ext uri="{FF2B5EF4-FFF2-40B4-BE49-F238E27FC236}">
                  <a16:creationId xmlns:a16="http://schemas.microsoft.com/office/drawing/2014/main" id="{E1FA56C9-A369-8C27-8631-A0A1D7D752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7" name="rc665">
              <a:extLst>
                <a:ext uri="{FF2B5EF4-FFF2-40B4-BE49-F238E27FC236}">
                  <a16:creationId xmlns:a16="http://schemas.microsoft.com/office/drawing/2014/main" id="{763150B5-0AED-998F-06E0-63D84D8D15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8" name="rc666">
              <a:extLst>
                <a:ext uri="{FF2B5EF4-FFF2-40B4-BE49-F238E27FC236}">
                  <a16:creationId xmlns:a16="http://schemas.microsoft.com/office/drawing/2014/main" id="{5B4AB7CE-AA12-92F4-25D1-E9341A6FEB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9" name="rc667">
              <a:extLst>
                <a:ext uri="{FF2B5EF4-FFF2-40B4-BE49-F238E27FC236}">
                  <a16:creationId xmlns:a16="http://schemas.microsoft.com/office/drawing/2014/main" id="{1B7A1986-BE8B-227B-32B3-49EC12CDC0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0" name="rc668">
              <a:extLst>
                <a:ext uri="{FF2B5EF4-FFF2-40B4-BE49-F238E27FC236}">
                  <a16:creationId xmlns:a16="http://schemas.microsoft.com/office/drawing/2014/main" id="{FA01CC62-B04D-3A5B-819B-B8ABD40087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1" name="rc669">
              <a:extLst>
                <a:ext uri="{FF2B5EF4-FFF2-40B4-BE49-F238E27FC236}">
                  <a16:creationId xmlns:a16="http://schemas.microsoft.com/office/drawing/2014/main" id="{083E4634-6F43-CD2D-4C0A-7F2B369595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2" name="rc670">
              <a:extLst>
                <a:ext uri="{FF2B5EF4-FFF2-40B4-BE49-F238E27FC236}">
                  <a16:creationId xmlns:a16="http://schemas.microsoft.com/office/drawing/2014/main" id="{B7E254D0-C2B8-3EAF-ECF6-69E1AE629E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3" name="rc671">
              <a:extLst>
                <a:ext uri="{FF2B5EF4-FFF2-40B4-BE49-F238E27FC236}">
                  <a16:creationId xmlns:a16="http://schemas.microsoft.com/office/drawing/2014/main" id="{6E176555-7275-80EC-D609-31D61C4334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4" name="rc672">
              <a:extLst>
                <a:ext uri="{FF2B5EF4-FFF2-40B4-BE49-F238E27FC236}">
                  <a16:creationId xmlns:a16="http://schemas.microsoft.com/office/drawing/2014/main" id="{4E5B93EC-55E7-5548-055B-5F9249D468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5" name="rc673">
              <a:extLst>
                <a:ext uri="{FF2B5EF4-FFF2-40B4-BE49-F238E27FC236}">
                  <a16:creationId xmlns:a16="http://schemas.microsoft.com/office/drawing/2014/main" id="{A18FB98B-50C3-36D9-ED33-265DC9180E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6" name="rc674">
              <a:extLst>
                <a:ext uri="{FF2B5EF4-FFF2-40B4-BE49-F238E27FC236}">
                  <a16:creationId xmlns:a16="http://schemas.microsoft.com/office/drawing/2014/main" id="{2FA44706-0E43-C669-FD02-09456A03EE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7" name="rc675">
              <a:extLst>
                <a:ext uri="{FF2B5EF4-FFF2-40B4-BE49-F238E27FC236}">
                  <a16:creationId xmlns:a16="http://schemas.microsoft.com/office/drawing/2014/main" id="{30DE038F-E604-1F67-C2D1-A719AE9AB3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8" name="rc676">
              <a:extLst>
                <a:ext uri="{FF2B5EF4-FFF2-40B4-BE49-F238E27FC236}">
                  <a16:creationId xmlns:a16="http://schemas.microsoft.com/office/drawing/2014/main" id="{2200AD17-A1CD-E82A-720F-3347CEFCFC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9" name="rc677">
              <a:extLst>
                <a:ext uri="{FF2B5EF4-FFF2-40B4-BE49-F238E27FC236}">
                  <a16:creationId xmlns:a16="http://schemas.microsoft.com/office/drawing/2014/main" id="{01A15E04-F893-78A6-AA5E-B005850854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0" name="rc678">
              <a:extLst>
                <a:ext uri="{FF2B5EF4-FFF2-40B4-BE49-F238E27FC236}">
                  <a16:creationId xmlns:a16="http://schemas.microsoft.com/office/drawing/2014/main" id="{8CAE2279-C470-5EB8-9219-3BDEBB5FD9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1" name="rc679">
              <a:extLst>
                <a:ext uri="{FF2B5EF4-FFF2-40B4-BE49-F238E27FC236}">
                  <a16:creationId xmlns:a16="http://schemas.microsoft.com/office/drawing/2014/main" id="{D1BF4454-4644-B6BC-5831-1C5EABEEBE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2" name="rc680">
              <a:extLst>
                <a:ext uri="{FF2B5EF4-FFF2-40B4-BE49-F238E27FC236}">
                  <a16:creationId xmlns:a16="http://schemas.microsoft.com/office/drawing/2014/main" id="{6DA65176-0229-47CC-2A6B-10244E8AAD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3" name="rc681">
              <a:extLst>
                <a:ext uri="{FF2B5EF4-FFF2-40B4-BE49-F238E27FC236}">
                  <a16:creationId xmlns:a16="http://schemas.microsoft.com/office/drawing/2014/main" id="{F6792842-4B12-8E2B-1607-7E0A48EBE7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4" name="rc682">
              <a:extLst>
                <a:ext uri="{FF2B5EF4-FFF2-40B4-BE49-F238E27FC236}">
                  <a16:creationId xmlns:a16="http://schemas.microsoft.com/office/drawing/2014/main" id="{39CBE3C8-B3CB-8FCE-6DD7-C56380395C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5" name="rc683">
              <a:extLst>
                <a:ext uri="{FF2B5EF4-FFF2-40B4-BE49-F238E27FC236}">
                  <a16:creationId xmlns:a16="http://schemas.microsoft.com/office/drawing/2014/main" id="{02273B9F-9624-CB5C-3FED-9EDC4672AD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6" name="rc684">
              <a:extLst>
                <a:ext uri="{FF2B5EF4-FFF2-40B4-BE49-F238E27FC236}">
                  <a16:creationId xmlns:a16="http://schemas.microsoft.com/office/drawing/2014/main" id="{F3676124-9C32-F9AF-954A-11F3938787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7" name="rc685">
              <a:extLst>
                <a:ext uri="{FF2B5EF4-FFF2-40B4-BE49-F238E27FC236}">
                  <a16:creationId xmlns:a16="http://schemas.microsoft.com/office/drawing/2014/main" id="{12CEC3FE-1311-43AC-79DD-7B3AB88BD8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8" name="rc686">
              <a:extLst>
                <a:ext uri="{FF2B5EF4-FFF2-40B4-BE49-F238E27FC236}">
                  <a16:creationId xmlns:a16="http://schemas.microsoft.com/office/drawing/2014/main" id="{5AF5FA2C-08AE-4F84-9F53-A458056C3E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9" name="rc687">
              <a:extLst>
                <a:ext uri="{FF2B5EF4-FFF2-40B4-BE49-F238E27FC236}">
                  <a16:creationId xmlns:a16="http://schemas.microsoft.com/office/drawing/2014/main" id="{EAAEE1DB-B1BF-E076-0D12-3C90E3ACE1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0" name="rc688">
              <a:extLst>
                <a:ext uri="{FF2B5EF4-FFF2-40B4-BE49-F238E27FC236}">
                  <a16:creationId xmlns:a16="http://schemas.microsoft.com/office/drawing/2014/main" id="{4EA58C7C-0925-4D8C-4CD1-2970116476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1" name="rc689">
              <a:extLst>
                <a:ext uri="{FF2B5EF4-FFF2-40B4-BE49-F238E27FC236}">
                  <a16:creationId xmlns:a16="http://schemas.microsoft.com/office/drawing/2014/main" id="{5CAF0BCB-4BC4-B93C-FD51-3C685AC293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2" name="rc690">
              <a:extLst>
                <a:ext uri="{FF2B5EF4-FFF2-40B4-BE49-F238E27FC236}">
                  <a16:creationId xmlns:a16="http://schemas.microsoft.com/office/drawing/2014/main" id="{07E8A570-BDE7-E4F4-30B4-7FD82F22E8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3" name="rc691">
              <a:extLst>
                <a:ext uri="{FF2B5EF4-FFF2-40B4-BE49-F238E27FC236}">
                  <a16:creationId xmlns:a16="http://schemas.microsoft.com/office/drawing/2014/main" id="{A797A352-C7D5-056F-CB31-36FDB09C93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4" name="rc692">
              <a:extLst>
                <a:ext uri="{FF2B5EF4-FFF2-40B4-BE49-F238E27FC236}">
                  <a16:creationId xmlns:a16="http://schemas.microsoft.com/office/drawing/2014/main" id="{0206E38E-992E-767F-0B86-CAB94A097C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5" name="rc693">
              <a:extLst>
                <a:ext uri="{FF2B5EF4-FFF2-40B4-BE49-F238E27FC236}">
                  <a16:creationId xmlns:a16="http://schemas.microsoft.com/office/drawing/2014/main" id="{F31EAC20-7EC6-EE01-5BBC-321E0A30E5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6" name="rc694">
              <a:extLst>
                <a:ext uri="{FF2B5EF4-FFF2-40B4-BE49-F238E27FC236}">
                  <a16:creationId xmlns:a16="http://schemas.microsoft.com/office/drawing/2014/main" id="{5527246C-85CB-D815-B75E-2B18E6772F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7" name="rc695">
              <a:extLst>
                <a:ext uri="{FF2B5EF4-FFF2-40B4-BE49-F238E27FC236}">
                  <a16:creationId xmlns:a16="http://schemas.microsoft.com/office/drawing/2014/main" id="{AB7F76F6-B4D4-BAF0-5E01-815624982D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8" name="rc696">
              <a:extLst>
                <a:ext uri="{FF2B5EF4-FFF2-40B4-BE49-F238E27FC236}">
                  <a16:creationId xmlns:a16="http://schemas.microsoft.com/office/drawing/2014/main" id="{9A3E4672-43B8-CBA1-5235-D9A305A821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9" name="rc697">
              <a:extLst>
                <a:ext uri="{FF2B5EF4-FFF2-40B4-BE49-F238E27FC236}">
                  <a16:creationId xmlns:a16="http://schemas.microsoft.com/office/drawing/2014/main" id="{D004AE4A-2511-B8BB-4991-B1F22CD0FB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0" name="rc698">
              <a:extLst>
                <a:ext uri="{FF2B5EF4-FFF2-40B4-BE49-F238E27FC236}">
                  <a16:creationId xmlns:a16="http://schemas.microsoft.com/office/drawing/2014/main" id="{73B20CB8-8918-D7F6-740D-7E8527C305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1" name="rc699">
              <a:extLst>
                <a:ext uri="{FF2B5EF4-FFF2-40B4-BE49-F238E27FC236}">
                  <a16:creationId xmlns:a16="http://schemas.microsoft.com/office/drawing/2014/main" id="{8D3D9C2B-D830-44E3-CB55-83D42B05E0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2" name="rc700">
              <a:extLst>
                <a:ext uri="{FF2B5EF4-FFF2-40B4-BE49-F238E27FC236}">
                  <a16:creationId xmlns:a16="http://schemas.microsoft.com/office/drawing/2014/main" id="{01BC5699-5530-74C8-0E94-253458DED2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3" name="rc701">
              <a:extLst>
                <a:ext uri="{FF2B5EF4-FFF2-40B4-BE49-F238E27FC236}">
                  <a16:creationId xmlns:a16="http://schemas.microsoft.com/office/drawing/2014/main" id="{C2D3DC6D-28BE-8E1F-EC7F-0AEB90B972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4" name="rc702">
              <a:extLst>
                <a:ext uri="{FF2B5EF4-FFF2-40B4-BE49-F238E27FC236}">
                  <a16:creationId xmlns:a16="http://schemas.microsoft.com/office/drawing/2014/main" id="{88DD149D-7D11-E128-0B4A-488BBD90C3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5" name="rc703">
              <a:extLst>
                <a:ext uri="{FF2B5EF4-FFF2-40B4-BE49-F238E27FC236}">
                  <a16:creationId xmlns:a16="http://schemas.microsoft.com/office/drawing/2014/main" id="{2A38F126-8BAC-B8F1-269D-3CA9491D9E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6" name="rc704">
              <a:extLst>
                <a:ext uri="{FF2B5EF4-FFF2-40B4-BE49-F238E27FC236}">
                  <a16:creationId xmlns:a16="http://schemas.microsoft.com/office/drawing/2014/main" id="{F4B962E3-DD64-AEEC-CBC0-56B85E3BDB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7" name="rc705">
              <a:extLst>
                <a:ext uri="{FF2B5EF4-FFF2-40B4-BE49-F238E27FC236}">
                  <a16:creationId xmlns:a16="http://schemas.microsoft.com/office/drawing/2014/main" id="{64EA75DA-E922-BDE4-F6C3-CC17B7C8EF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8" name="rc706">
              <a:extLst>
                <a:ext uri="{FF2B5EF4-FFF2-40B4-BE49-F238E27FC236}">
                  <a16:creationId xmlns:a16="http://schemas.microsoft.com/office/drawing/2014/main" id="{343B1954-F17B-EB85-9711-58AC43CFF1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9" name="rc707">
              <a:extLst>
                <a:ext uri="{FF2B5EF4-FFF2-40B4-BE49-F238E27FC236}">
                  <a16:creationId xmlns:a16="http://schemas.microsoft.com/office/drawing/2014/main" id="{B943A709-7BAD-6BEF-C000-7A2C60BC20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0" name="rc708">
              <a:extLst>
                <a:ext uri="{FF2B5EF4-FFF2-40B4-BE49-F238E27FC236}">
                  <a16:creationId xmlns:a16="http://schemas.microsoft.com/office/drawing/2014/main" id="{FC1444CC-546C-200E-E0A9-413A5509AA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1" name="rc709">
              <a:extLst>
                <a:ext uri="{FF2B5EF4-FFF2-40B4-BE49-F238E27FC236}">
                  <a16:creationId xmlns:a16="http://schemas.microsoft.com/office/drawing/2014/main" id="{688627D0-E2C0-D602-3E21-2657E7C871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2" name="rc710">
              <a:extLst>
                <a:ext uri="{FF2B5EF4-FFF2-40B4-BE49-F238E27FC236}">
                  <a16:creationId xmlns:a16="http://schemas.microsoft.com/office/drawing/2014/main" id="{085CF817-29A0-30B9-A928-036DD80294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3" name="rc711">
              <a:extLst>
                <a:ext uri="{FF2B5EF4-FFF2-40B4-BE49-F238E27FC236}">
                  <a16:creationId xmlns:a16="http://schemas.microsoft.com/office/drawing/2014/main" id="{83B24ACF-EC35-6340-1DC7-A79440A3E5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4" name="rc712">
              <a:extLst>
                <a:ext uri="{FF2B5EF4-FFF2-40B4-BE49-F238E27FC236}">
                  <a16:creationId xmlns:a16="http://schemas.microsoft.com/office/drawing/2014/main" id="{DAC6621A-95CB-5BC6-D40D-61743143B7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5" name="rc713">
              <a:extLst>
                <a:ext uri="{FF2B5EF4-FFF2-40B4-BE49-F238E27FC236}">
                  <a16:creationId xmlns:a16="http://schemas.microsoft.com/office/drawing/2014/main" id="{D6FFD638-3D2E-1856-75DC-5A376E63E1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6" name="rc714">
              <a:extLst>
                <a:ext uri="{FF2B5EF4-FFF2-40B4-BE49-F238E27FC236}">
                  <a16:creationId xmlns:a16="http://schemas.microsoft.com/office/drawing/2014/main" id="{30E80109-649D-E25B-B2F3-AFABA4CD72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7" name="rc715">
              <a:extLst>
                <a:ext uri="{FF2B5EF4-FFF2-40B4-BE49-F238E27FC236}">
                  <a16:creationId xmlns:a16="http://schemas.microsoft.com/office/drawing/2014/main" id="{A8A2EA62-5536-F456-BD8D-AF7E6C7A87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8" name="rc716">
              <a:extLst>
                <a:ext uri="{FF2B5EF4-FFF2-40B4-BE49-F238E27FC236}">
                  <a16:creationId xmlns:a16="http://schemas.microsoft.com/office/drawing/2014/main" id="{51F7594C-FFB7-AC7B-0593-F5EF46F400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9" name="rc717">
              <a:extLst>
                <a:ext uri="{FF2B5EF4-FFF2-40B4-BE49-F238E27FC236}">
                  <a16:creationId xmlns:a16="http://schemas.microsoft.com/office/drawing/2014/main" id="{B0915747-41AA-59F9-D87C-9C60930398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0" name="rc718">
              <a:extLst>
                <a:ext uri="{FF2B5EF4-FFF2-40B4-BE49-F238E27FC236}">
                  <a16:creationId xmlns:a16="http://schemas.microsoft.com/office/drawing/2014/main" id="{9E56C074-276A-AAFF-2666-452422D25B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1" name="rc719">
              <a:extLst>
                <a:ext uri="{FF2B5EF4-FFF2-40B4-BE49-F238E27FC236}">
                  <a16:creationId xmlns:a16="http://schemas.microsoft.com/office/drawing/2014/main" id="{22EC8CE3-6133-D85F-C6E9-E7AF4AEDD7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2" name="rc720">
              <a:extLst>
                <a:ext uri="{FF2B5EF4-FFF2-40B4-BE49-F238E27FC236}">
                  <a16:creationId xmlns:a16="http://schemas.microsoft.com/office/drawing/2014/main" id="{C470EA62-38EC-B475-922A-7486396B4D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3" name="rc721">
              <a:extLst>
                <a:ext uri="{FF2B5EF4-FFF2-40B4-BE49-F238E27FC236}">
                  <a16:creationId xmlns:a16="http://schemas.microsoft.com/office/drawing/2014/main" id="{1CAFCCB8-6CEB-B6ED-B1B8-6213C83C9E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4" name="rc722">
              <a:extLst>
                <a:ext uri="{FF2B5EF4-FFF2-40B4-BE49-F238E27FC236}">
                  <a16:creationId xmlns:a16="http://schemas.microsoft.com/office/drawing/2014/main" id="{5DF99439-3D6E-67B2-855E-E61830A138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5" name="rc723">
              <a:extLst>
                <a:ext uri="{FF2B5EF4-FFF2-40B4-BE49-F238E27FC236}">
                  <a16:creationId xmlns:a16="http://schemas.microsoft.com/office/drawing/2014/main" id="{3B314C7A-26E9-3977-9F36-96FC82EE87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6" name="rc724">
              <a:extLst>
                <a:ext uri="{FF2B5EF4-FFF2-40B4-BE49-F238E27FC236}">
                  <a16:creationId xmlns:a16="http://schemas.microsoft.com/office/drawing/2014/main" id="{1F5EC8B5-1538-9553-E426-1A69F4050A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7" name="rc725">
              <a:extLst>
                <a:ext uri="{FF2B5EF4-FFF2-40B4-BE49-F238E27FC236}">
                  <a16:creationId xmlns:a16="http://schemas.microsoft.com/office/drawing/2014/main" id="{F29623CF-F66B-A5E1-5976-A06C5D295C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8" name="rc726">
              <a:extLst>
                <a:ext uri="{FF2B5EF4-FFF2-40B4-BE49-F238E27FC236}">
                  <a16:creationId xmlns:a16="http://schemas.microsoft.com/office/drawing/2014/main" id="{5AE024D6-E6E2-E23A-9568-9C2FB6DD3F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9" name="rc727">
              <a:extLst>
                <a:ext uri="{FF2B5EF4-FFF2-40B4-BE49-F238E27FC236}">
                  <a16:creationId xmlns:a16="http://schemas.microsoft.com/office/drawing/2014/main" id="{9A825D1A-946A-05B7-CAEE-60E4876992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0" name="rc728">
              <a:extLst>
                <a:ext uri="{FF2B5EF4-FFF2-40B4-BE49-F238E27FC236}">
                  <a16:creationId xmlns:a16="http://schemas.microsoft.com/office/drawing/2014/main" id="{4BD571EF-6736-C305-F0FF-C28D689D09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1" name="rc729">
              <a:extLst>
                <a:ext uri="{FF2B5EF4-FFF2-40B4-BE49-F238E27FC236}">
                  <a16:creationId xmlns:a16="http://schemas.microsoft.com/office/drawing/2014/main" id="{A1178F6F-CA3D-8DD6-BC64-6786B5786B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2" name="rc730">
              <a:extLst>
                <a:ext uri="{FF2B5EF4-FFF2-40B4-BE49-F238E27FC236}">
                  <a16:creationId xmlns:a16="http://schemas.microsoft.com/office/drawing/2014/main" id="{B5E5AA55-AC0A-233A-38F3-F93A7E6FE4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3" name="rc731">
              <a:extLst>
                <a:ext uri="{FF2B5EF4-FFF2-40B4-BE49-F238E27FC236}">
                  <a16:creationId xmlns:a16="http://schemas.microsoft.com/office/drawing/2014/main" id="{4541E91B-240F-AFB2-0BF4-8E21002FE1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4" name="rc732">
              <a:extLst>
                <a:ext uri="{FF2B5EF4-FFF2-40B4-BE49-F238E27FC236}">
                  <a16:creationId xmlns:a16="http://schemas.microsoft.com/office/drawing/2014/main" id="{8ED55DF5-73D9-4EF2-CB8E-B7FB12533F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5" name="rc733">
              <a:extLst>
                <a:ext uri="{FF2B5EF4-FFF2-40B4-BE49-F238E27FC236}">
                  <a16:creationId xmlns:a16="http://schemas.microsoft.com/office/drawing/2014/main" id="{B255FCF6-C505-9309-A247-819E2BC4AE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6" name="rc734">
              <a:extLst>
                <a:ext uri="{FF2B5EF4-FFF2-40B4-BE49-F238E27FC236}">
                  <a16:creationId xmlns:a16="http://schemas.microsoft.com/office/drawing/2014/main" id="{8E5864D9-4B26-5716-662A-A483D3EC64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7" name="rc735">
              <a:extLst>
                <a:ext uri="{FF2B5EF4-FFF2-40B4-BE49-F238E27FC236}">
                  <a16:creationId xmlns:a16="http://schemas.microsoft.com/office/drawing/2014/main" id="{F05D031B-9562-4BB0-ED58-5B89B77E83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8" name="rc736">
              <a:extLst>
                <a:ext uri="{FF2B5EF4-FFF2-40B4-BE49-F238E27FC236}">
                  <a16:creationId xmlns:a16="http://schemas.microsoft.com/office/drawing/2014/main" id="{2C8E4652-00F9-F1FC-D20E-FBC843BED9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9" name="rc737">
              <a:extLst>
                <a:ext uri="{FF2B5EF4-FFF2-40B4-BE49-F238E27FC236}">
                  <a16:creationId xmlns:a16="http://schemas.microsoft.com/office/drawing/2014/main" id="{21C004D6-676B-5451-8085-A824656863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0" name="rc738">
              <a:extLst>
                <a:ext uri="{FF2B5EF4-FFF2-40B4-BE49-F238E27FC236}">
                  <a16:creationId xmlns:a16="http://schemas.microsoft.com/office/drawing/2014/main" id="{D2954D33-2EC8-110A-AA18-BDBF0C7227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1" name="rc739">
              <a:extLst>
                <a:ext uri="{FF2B5EF4-FFF2-40B4-BE49-F238E27FC236}">
                  <a16:creationId xmlns:a16="http://schemas.microsoft.com/office/drawing/2014/main" id="{CA159FD9-C2BC-117D-1FAA-8EC8230A78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2" name="rc740">
              <a:extLst>
                <a:ext uri="{FF2B5EF4-FFF2-40B4-BE49-F238E27FC236}">
                  <a16:creationId xmlns:a16="http://schemas.microsoft.com/office/drawing/2014/main" id="{1123AF23-56CB-9BC6-F867-8F841EF84A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3" name="rc741">
              <a:extLst>
                <a:ext uri="{FF2B5EF4-FFF2-40B4-BE49-F238E27FC236}">
                  <a16:creationId xmlns:a16="http://schemas.microsoft.com/office/drawing/2014/main" id="{A64014BE-20FC-044B-AEAC-2625A125B8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4" name="rc742">
              <a:extLst>
                <a:ext uri="{FF2B5EF4-FFF2-40B4-BE49-F238E27FC236}">
                  <a16:creationId xmlns:a16="http://schemas.microsoft.com/office/drawing/2014/main" id="{3ECEA42A-8C4C-7191-730F-38AEB885A1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5" name="rc743">
              <a:extLst>
                <a:ext uri="{FF2B5EF4-FFF2-40B4-BE49-F238E27FC236}">
                  <a16:creationId xmlns:a16="http://schemas.microsoft.com/office/drawing/2014/main" id="{1A4D77F8-6EF9-7C7B-A19A-D179431C0E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6" name="rc744">
              <a:extLst>
                <a:ext uri="{FF2B5EF4-FFF2-40B4-BE49-F238E27FC236}">
                  <a16:creationId xmlns:a16="http://schemas.microsoft.com/office/drawing/2014/main" id="{D1BE5AE6-5AE2-7EFE-F586-F728B50C4A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7" name="rc745">
              <a:extLst>
                <a:ext uri="{FF2B5EF4-FFF2-40B4-BE49-F238E27FC236}">
                  <a16:creationId xmlns:a16="http://schemas.microsoft.com/office/drawing/2014/main" id="{6BEF6A6E-A9C0-7A38-C7A0-D3BFB5C505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8" name="rc746">
              <a:extLst>
                <a:ext uri="{FF2B5EF4-FFF2-40B4-BE49-F238E27FC236}">
                  <a16:creationId xmlns:a16="http://schemas.microsoft.com/office/drawing/2014/main" id="{3268720C-D0B9-F3AD-3FE1-7D017E0A4E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9" name="rc747">
              <a:extLst>
                <a:ext uri="{FF2B5EF4-FFF2-40B4-BE49-F238E27FC236}">
                  <a16:creationId xmlns:a16="http://schemas.microsoft.com/office/drawing/2014/main" id="{4FC31717-94B7-3CD2-C322-475A02D9FF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0" name="rc748">
              <a:extLst>
                <a:ext uri="{FF2B5EF4-FFF2-40B4-BE49-F238E27FC236}">
                  <a16:creationId xmlns:a16="http://schemas.microsoft.com/office/drawing/2014/main" id="{F38A2C22-1C6F-FA33-E60F-E40F0D06F0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1" name="rc749">
              <a:extLst>
                <a:ext uri="{FF2B5EF4-FFF2-40B4-BE49-F238E27FC236}">
                  <a16:creationId xmlns:a16="http://schemas.microsoft.com/office/drawing/2014/main" id="{8DD132E2-9B2E-FADC-39B1-E39B1343AD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2" name="rc750">
              <a:extLst>
                <a:ext uri="{FF2B5EF4-FFF2-40B4-BE49-F238E27FC236}">
                  <a16:creationId xmlns:a16="http://schemas.microsoft.com/office/drawing/2014/main" id="{CEFCA2BB-A634-ECD6-1666-4B819AF2CB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3" name="rc751">
              <a:extLst>
                <a:ext uri="{FF2B5EF4-FFF2-40B4-BE49-F238E27FC236}">
                  <a16:creationId xmlns:a16="http://schemas.microsoft.com/office/drawing/2014/main" id="{8E866FC9-14D9-E0FA-A0BB-0D109333C3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4" name="rc752">
              <a:extLst>
                <a:ext uri="{FF2B5EF4-FFF2-40B4-BE49-F238E27FC236}">
                  <a16:creationId xmlns:a16="http://schemas.microsoft.com/office/drawing/2014/main" id="{A92D9F4F-2D90-EB0D-4112-976E8CD066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5" name="rc753">
              <a:extLst>
                <a:ext uri="{FF2B5EF4-FFF2-40B4-BE49-F238E27FC236}">
                  <a16:creationId xmlns:a16="http://schemas.microsoft.com/office/drawing/2014/main" id="{F12ECD26-0965-89F5-F8EA-2AD65D1597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6" name="rc754">
              <a:extLst>
                <a:ext uri="{FF2B5EF4-FFF2-40B4-BE49-F238E27FC236}">
                  <a16:creationId xmlns:a16="http://schemas.microsoft.com/office/drawing/2014/main" id="{81A7D94A-6B27-6920-F5A5-C8A3E40D88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7" name="rc755">
              <a:extLst>
                <a:ext uri="{FF2B5EF4-FFF2-40B4-BE49-F238E27FC236}">
                  <a16:creationId xmlns:a16="http://schemas.microsoft.com/office/drawing/2014/main" id="{366AA444-6EAB-E1DE-7FCE-C879C9C391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8" name="rc756">
              <a:extLst>
                <a:ext uri="{FF2B5EF4-FFF2-40B4-BE49-F238E27FC236}">
                  <a16:creationId xmlns:a16="http://schemas.microsoft.com/office/drawing/2014/main" id="{7CCE42A2-6F2B-CB4F-0AE2-ED76A43F0A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9" name="rc757">
              <a:extLst>
                <a:ext uri="{FF2B5EF4-FFF2-40B4-BE49-F238E27FC236}">
                  <a16:creationId xmlns:a16="http://schemas.microsoft.com/office/drawing/2014/main" id="{F2688073-1426-40B6-1947-78A9120F97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0" name="rc758">
              <a:extLst>
                <a:ext uri="{FF2B5EF4-FFF2-40B4-BE49-F238E27FC236}">
                  <a16:creationId xmlns:a16="http://schemas.microsoft.com/office/drawing/2014/main" id="{B8776F79-8956-5C06-FB81-36959BD7A9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1" name="rc759">
              <a:extLst>
                <a:ext uri="{FF2B5EF4-FFF2-40B4-BE49-F238E27FC236}">
                  <a16:creationId xmlns:a16="http://schemas.microsoft.com/office/drawing/2014/main" id="{E0EFE5D0-89CB-1727-EA03-ECAC9A22D6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2" name="rc760">
              <a:extLst>
                <a:ext uri="{FF2B5EF4-FFF2-40B4-BE49-F238E27FC236}">
                  <a16:creationId xmlns:a16="http://schemas.microsoft.com/office/drawing/2014/main" id="{EEC7024D-916E-D71F-AE31-95FF2EFCE5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3" name="rc761">
              <a:extLst>
                <a:ext uri="{FF2B5EF4-FFF2-40B4-BE49-F238E27FC236}">
                  <a16:creationId xmlns:a16="http://schemas.microsoft.com/office/drawing/2014/main" id="{F67C4565-ED7E-D70C-63F3-E312879F78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4" name="rc762">
              <a:extLst>
                <a:ext uri="{FF2B5EF4-FFF2-40B4-BE49-F238E27FC236}">
                  <a16:creationId xmlns:a16="http://schemas.microsoft.com/office/drawing/2014/main" id="{E20F2F84-8184-95CF-4B31-C774EF5475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5" name="rc763">
              <a:extLst>
                <a:ext uri="{FF2B5EF4-FFF2-40B4-BE49-F238E27FC236}">
                  <a16:creationId xmlns:a16="http://schemas.microsoft.com/office/drawing/2014/main" id="{8C0F028E-619D-92E5-1271-809E7CCDBA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6" name="rc764">
              <a:extLst>
                <a:ext uri="{FF2B5EF4-FFF2-40B4-BE49-F238E27FC236}">
                  <a16:creationId xmlns:a16="http://schemas.microsoft.com/office/drawing/2014/main" id="{D4C0FE2A-99FE-7832-3F84-A03C87FAE5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7" name="rc765">
              <a:extLst>
                <a:ext uri="{FF2B5EF4-FFF2-40B4-BE49-F238E27FC236}">
                  <a16:creationId xmlns:a16="http://schemas.microsoft.com/office/drawing/2014/main" id="{8F150C88-9571-5673-5719-049D9235DB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8" name="rc766">
              <a:extLst>
                <a:ext uri="{FF2B5EF4-FFF2-40B4-BE49-F238E27FC236}">
                  <a16:creationId xmlns:a16="http://schemas.microsoft.com/office/drawing/2014/main" id="{E542291B-BDE7-466F-BBDB-F7B92E2DF4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9" name="rc767">
              <a:extLst>
                <a:ext uri="{FF2B5EF4-FFF2-40B4-BE49-F238E27FC236}">
                  <a16:creationId xmlns:a16="http://schemas.microsoft.com/office/drawing/2014/main" id="{6DA37124-B1A9-8D5A-26D6-ACECFCB4BE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0" name="rc768">
              <a:extLst>
                <a:ext uri="{FF2B5EF4-FFF2-40B4-BE49-F238E27FC236}">
                  <a16:creationId xmlns:a16="http://schemas.microsoft.com/office/drawing/2014/main" id="{F264CDE4-067C-EE12-C095-7B6F79051D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1" name="rc769">
              <a:extLst>
                <a:ext uri="{FF2B5EF4-FFF2-40B4-BE49-F238E27FC236}">
                  <a16:creationId xmlns:a16="http://schemas.microsoft.com/office/drawing/2014/main" id="{CCD3B49F-3A71-B937-FC27-82CC0E852E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2" name="rc770">
              <a:extLst>
                <a:ext uri="{FF2B5EF4-FFF2-40B4-BE49-F238E27FC236}">
                  <a16:creationId xmlns:a16="http://schemas.microsoft.com/office/drawing/2014/main" id="{C0F24365-F5B0-D413-83A9-66364E437E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3" name="rc771">
              <a:extLst>
                <a:ext uri="{FF2B5EF4-FFF2-40B4-BE49-F238E27FC236}">
                  <a16:creationId xmlns:a16="http://schemas.microsoft.com/office/drawing/2014/main" id="{8C14366A-7DF0-B6CC-F750-7CA8E78DFC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4" name="rc772">
              <a:extLst>
                <a:ext uri="{FF2B5EF4-FFF2-40B4-BE49-F238E27FC236}">
                  <a16:creationId xmlns:a16="http://schemas.microsoft.com/office/drawing/2014/main" id="{3E2EE6C4-2503-0765-30AD-574D09B072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5" name="rc773">
              <a:extLst>
                <a:ext uri="{FF2B5EF4-FFF2-40B4-BE49-F238E27FC236}">
                  <a16:creationId xmlns:a16="http://schemas.microsoft.com/office/drawing/2014/main" id="{A5BDB5D0-5803-3813-74EE-87841B891D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6" name="rc774">
              <a:extLst>
                <a:ext uri="{FF2B5EF4-FFF2-40B4-BE49-F238E27FC236}">
                  <a16:creationId xmlns:a16="http://schemas.microsoft.com/office/drawing/2014/main" id="{FF44AB87-FE0C-220F-7A0E-1FC6E310C9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7" name="rc775">
              <a:extLst>
                <a:ext uri="{FF2B5EF4-FFF2-40B4-BE49-F238E27FC236}">
                  <a16:creationId xmlns:a16="http://schemas.microsoft.com/office/drawing/2014/main" id="{FB6C5490-24DB-5636-09C0-3F5C470E12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8" name="rc776">
              <a:extLst>
                <a:ext uri="{FF2B5EF4-FFF2-40B4-BE49-F238E27FC236}">
                  <a16:creationId xmlns:a16="http://schemas.microsoft.com/office/drawing/2014/main" id="{2CC22E86-EA1D-8285-FD54-30C869E5A9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9" name="rc777">
              <a:extLst>
                <a:ext uri="{FF2B5EF4-FFF2-40B4-BE49-F238E27FC236}">
                  <a16:creationId xmlns:a16="http://schemas.microsoft.com/office/drawing/2014/main" id="{A9A48AAA-20A7-A4E8-CEF1-5A135649A1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0" name="rc778">
              <a:extLst>
                <a:ext uri="{FF2B5EF4-FFF2-40B4-BE49-F238E27FC236}">
                  <a16:creationId xmlns:a16="http://schemas.microsoft.com/office/drawing/2014/main" id="{AE96E11A-C049-1024-A701-62D882EF63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1" name="rc779">
              <a:extLst>
                <a:ext uri="{FF2B5EF4-FFF2-40B4-BE49-F238E27FC236}">
                  <a16:creationId xmlns:a16="http://schemas.microsoft.com/office/drawing/2014/main" id="{DD90DBCC-628A-FDEA-CADC-0DA20063D5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2" name="rc780">
              <a:extLst>
                <a:ext uri="{FF2B5EF4-FFF2-40B4-BE49-F238E27FC236}">
                  <a16:creationId xmlns:a16="http://schemas.microsoft.com/office/drawing/2014/main" id="{1986088E-B263-4419-FC6A-E62CF6A49E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3" name="rc781">
              <a:extLst>
                <a:ext uri="{FF2B5EF4-FFF2-40B4-BE49-F238E27FC236}">
                  <a16:creationId xmlns:a16="http://schemas.microsoft.com/office/drawing/2014/main" id="{E74B2FF4-C473-4C0E-F6A5-92EB055D79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4" name="rc782">
              <a:extLst>
                <a:ext uri="{FF2B5EF4-FFF2-40B4-BE49-F238E27FC236}">
                  <a16:creationId xmlns:a16="http://schemas.microsoft.com/office/drawing/2014/main" id="{1CB35548-B54D-810A-0BD5-9AC945DDB9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5" name="rc783">
              <a:extLst>
                <a:ext uri="{FF2B5EF4-FFF2-40B4-BE49-F238E27FC236}">
                  <a16:creationId xmlns:a16="http://schemas.microsoft.com/office/drawing/2014/main" id="{C29ACE3A-2382-54BA-52F8-C69AC671AF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6" name="rc784">
              <a:extLst>
                <a:ext uri="{FF2B5EF4-FFF2-40B4-BE49-F238E27FC236}">
                  <a16:creationId xmlns:a16="http://schemas.microsoft.com/office/drawing/2014/main" id="{9EA5A184-070D-CE00-88A0-32294810C6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7" name="rc785">
              <a:extLst>
                <a:ext uri="{FF2B5EF4-FFF2-40B4-BE49-F238E27FC236}">
                  <a16:creationId xmlns:a16="http://schemas.microsoft.com/office/drawing/2014/main" id="{62FFCB6F-3FDD-696B-0FAC-92354A1809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8" name="rc786">
              <a:extLst>
                <a:ext uri="{FF2B5EF4-FFF2-40B4-BE49-F238E27FC236}">
                  <a16:creationId xmlns:a16="http://schemas.microsoft.com/office/drawing/2014/main" id="{600D7883-A94E-C227-9D00-C2B54D1D5D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9" name="rc787">
              <a:extLst>
                <a:ext uri="{FF2B5EF4-FFF2-40B4-BE49-F238E27FC236}">
                  <a16:creationId xmlns:a16="http://schemas.microsoft.com/office/drawing/2014/main" id="{2F7BB45E-D33D-2C9D-F576-018712FEDF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0" name="rc788">
              <a:extLst>
                <a:ext uri="{FF2B5EF4-FFF2-40B4-BE49-F238E27FC236}">
                  <a16:creationId xmlns:a16="http://schemas.microsoft.com/office/drawing/2014/main" id="{288AE460-B575-5E26-4B72-9B8F60F525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1" name="rc789">
              <a:extLst>
                <a:ext uri="{FF2B5EF4-FFF2-40B4-BE49-F238E27FC236}">
                  <a16:creationId xmlns:a16="http://schemas.microsoft.com/office/drawing/2014/main" id="{2B02A03F-4986-CF5F-5440-25E18DCC7C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2" name="rc790">
              <a:extLst>
                <a:ext uri="{FF2B5EF4-FFF2-40B4-BE49-F238E27FC236}">
                  <a16:creationId xmlns:a16="http://schemas.microsoft.com/office/drawing/2014/main" id="{D312C49C-F0A6-1F3E-6778-CB06D5B627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3" name="rc791">
              <a:extLst>
                <a:ext uri="{FF2B5EF4-FFF2-40B4-BE49-F238E27FC236}">
                  <a16:creationId xmlns:a16="http://schemas.microsoft.com/office/drawing/2014/main" id="{85F6DC46-7F13-60C6-2E7C-ECC542327A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4" name="rc792">
              <a:extLst>
                <a:ext uri="{FF2B5EF4-FFF2-40B4-BE49-F238E27FC236}">
                  <a16:creationId xmlns:a16="http://schemas.microsoft.com/office/drawing/2014/main" id="{3C4DF4F1-2264-87BA-2133-2E03B0DD51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5" name="rc793">
              <a:extLst>
                <a:ext uri="{FF2B5EF4-FFF2-40B4-BE49-F238E27FC236}">
                  <a16:creationId xmlns:a16="http://schemas.microsoft.com/office/drawing/2014/main" id="{93E15A7C-E5B5-3606-B736-5479FE3FCC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6" name="rc794">
              <a:extLst>
                <a:ext uri="{FF2B5EF4-FFF2-40B4-BE49-F238E27FC236}">
                  <a16:creationId xmlns:a16="http://schemas.microsoft.com/office/drawing/2014/main" id="{CC630884-B9E3-9C04-E25A-AEB27D71A7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7" name="rc795">
              <a:extLst>
                <a:ext uri="{FF2B5EF4-FFF2-40B4-BE49-F238E27FC236}">
                  <a16:creationId xmlns:a16="http://schemas.microsoft.com/office/drawing/2014/main" id="{2234AA67-18C5-4F79-C112-CAB02A6AA2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8" name="rc796">
              <a:extLst>
                <a:ext uri="{FF2B5EF4-FFF2-40B4-BE49-F238E27FC236}">
                  <a16:creationId xmlns:a16="http://schemas.microsoft.com/office/drawing/2014/main" id="{B2769052-4438-1C48-99C5-D991230601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9" name="rc797">
              <a:extLst>
                <a:ext uri="{FF2B5EF4-FFF2-40B4-BE49-F238E27FC236}">
                  <a16:creationId xmlns:a16="http://schemas.microsoft.com/office/drawing/2014/main" id="{294B4717-AAA7-37F6-CED2-175AA3832B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0" name="rc798">
              <a:extLst>
                <a:ext uri="{FF2B5EF4-FFF2-40B4-BE49-F238E27FC236}">
                  <a16:creationId xmlns:a16="http://schemas.microsoft.com/office/drawing/2014/main" id="{292054A4-9AFB-8C14-44A9-AD6957964C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1" name="rc799">
              <a:extLst>
                <a:ext uri="{FF2B5EF4-FFF2-40B4-BE49-F238E27FC236}">
                  <a16:creationId xmlns:a16="http://schemas.microsoft.com/office/drawing/2014/main" id="{42D89A77-9CA7-01E3-F0D2-9682E2081B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2" name="rc800">
              <a:extLst>
                <a:ext uri="{FF2B5EF4-FFF2-40B4-BE49-F238E27FC236}">
                  <a16:creationId xmlns:a16="http://schemas.microsoft.com/office/drawing/2014/main" id="{5C83E502-AEE1-5BEA-CB50-6950CF1331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3" name="rc801">
              <a:extLst>
                <a:ext uri="{FF2B5EF4-FFF2-40B4-BE49-F238E27FC236}">
                  <a16:creationId xmlns:a16="http://schemas.microsoft.com/office/drawing/2014/main" id="{11EF0D85-9108-79CF-54A1-DCF1AD4BE3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4" name="rc802">
              <a:extLst>
                <a:ext uri="{FF2B5EF4-FFF2-40B4-BE49-F238E27FC236}">
                  <a16:creationId xmlns:a16="http://schemas.microsoft.com/office/drawing/2014/main" id="{464F1A1B-929A-076E-79B1-5F9C6899D4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5" name="rc803">
              <a:extLst>
                <a:ext uri="{FF2B5EF4-FFF2-40B4-BE49-F238E27FC236}">
                  <a16:creationId xmlns:a16="http://schemas.microsoft.com/office/drawing/2014/main" id="{FDE19CD8-92B6-A812-8073-F6D29DB7A3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6" name="rc804">
              <a:extLst>
                <a:ext uri="{FF2B5EF4-FFF2-40B4-BE49-F238E27FC236}">
                  <a16:creationId xmlns:a16="http://schemas.microsoft.com/office/drawing/2014/main" id="{F7DB612B-FD27-6EB2-418F-5733E2D62D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7" name="rc805">
              <a:extLst>
                <a:ext uri="{FF2B5EF4-FFF2-40B4-BE49-F238E27FC236}">
                  <a16:creationId xmlns:a16="http://schemas.microsoft.com/office/drawing/2014/main" id="{95F4A18A-2A6B-BA7F-D9DF-839B039671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8" name="rc806">
              <a:extLst>
                <a:ext uri="{FF2B5EF4-FFF2-40B4-BE49-F238E27FC236}">
                  <a16:creationId xmlns:a16="http://schemas.microsoft.com/office/drawing/2014/main" id="{3208A07F-8B90-4C2C-C4F0-4401F4AD26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9" name="rc807">
              <a:extLst>
                <a:ext uri="{FF2B5EF4-FFF2-40B4-BE49-F238E27FC236}">
                  <a16:creationId xmlns:a16="http://schemas.microsoft.com/office/drawing/2014/main" id="{CC8F2D64-AD56-D07E-14B5-C6ACA69E5E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0" name="rc808">
              <a:extLst>
                <a:ext uri="{FF2B5EF4-FFF2-40B4-BE49-F238E27FC236}">
                  <a16:creationId xmlns:a16="http://schemas.microsoft.com/office/drawing/2014/main" id="{1935221F-4599-1D3F-2AE7-48750BB97F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1" name="rc809">
              <a:extLst>
                <a:ext uri="{FF2B5EF4-FFF2-40B4-BE49-F238E27FC236}">
                  <a16:creationId xmlns:a16="http://schemas.microsoft.com/office/drawing/2014/main" id="{AA5FE606-C639-2CBA-5AFC-75F9847B47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2" name="rc810">
              <a:extLst>
                <a:ext uri="{FF2B5EF4-FFF2-40B4-BE49-F238E27FC236}">
                  <a16:creationId xmlns:a16="http://schemas.microsoft.com/office/drawing/2014/main" id="{C9E2B492-BAE5-2A97-0863-50824458E5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3" name="rc811">
              <a:extLst>
                <a:ext uri="{FF2B5EF4-FFF2-40B4-BE49-F238E27FC236}">
                  <a16:creationId xmlns:a16="http://schemas.microsoft.com/office/drawing/2014/main" id="{F6361B9F-7DE7-BF66-CDD4-27981BD866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4" name="rc812">
              <a:extLst>
                <a:ext uri="{FF2B5EF4-FFF2-40B4-BE49-F238E27FC236}">
                  <a16:creationId xmlns:a16="http://schemas.microsoft.com/office/drawing/2014/main" id="{4D23FCC2-5DDC-5215-13A4-60D5B35949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5" name="rc813">
              <a:extLst>
                <a:ext uri="{FF2B5EF4-FFF2-40B4-BE49-F238E27FC236}">
                  <a16:creationId xmlns:a16="http://schemas.microsoft.com/office/drawing/2014/main" id="{1CB85D24-20C6-7E0A-238C-7C31D4F964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6" name="rc814">
              <a:extLst>
                <a:ext uri="{FF2B5EF4-FFF2-40B4-BE49-F238E27FC236}">
                  <a16:creationId xmlns:a16="http://schemas.microsoft.com/office/drawing/2014/main" id="{05A092A5-49E9-F8F9-922D-A627C2FC58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7" name="rc815">
              <a:extLst>
                <a:ext uri="{FF2B5EF4-FFF2-40B4-BE49-F238E27FC236}">
                  <a16:creationId xmlns:a16="http://schemas.microsoft.com/office/drawing/2014/main" id="{F6ECFE73-9B6B-F7D8-1DA1-E542AC6BAB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8" name="rc816">
              <a:extLst>
                <a:ext uri="{FF2B5EF4-FFF2-40B4-BE49-F238E27FC236}">
                  <a16:creationId xmlns:a16="http://schemas.microsoft.com/office/drawing/2014/main" id="{D0CFA354-B752-9192-20B9-E9DC8BC076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9" name="rc817">
              <a:extLst>
                <a:ext uri="{FF2B5EF4-FFF2-40B4-BE49-F238E27FC236}">
                  <a16:creationId xmlns:a16="http://schemas.microsoft.com/office/drawing/2014/main" id="{E1198BFF-833A-50BC-D13C-353BBA4658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0" name="rc818">
              <a:extLst>
                <a:ext uri="{FF2B5EF4-FFF2-40B4-BE49-F238E27FC236}">
                  <a16:creationId xmlns:a16="http://schemas.microsoft.com/office/drawing/2014/main" id="{2A9B998D-40F4-0046-26B4-B47B91C904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1" name="rc819">
              <a:extLst>
                <a:ext uri="{FF2B5EF4-FFF2-40B4-BE49-F238E27FC236}">
                  <a16:creationId xmlns:a16="http://schemas.microsoft.com/office/drawing/2014/main" id="{8308742C-DC1E-3A63-4871-BEDB806615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2" name="rc820">
              <a:extLst>
                <a:ext uri="{FF2B5EF4-FFF2-40B4-BE49-F238E27FC236}">
                  <a16:creationId xmlns:a16="http://schemas.microsoft.com/office/drawing/2014/main" id="{793F7639-D625-A9DB-DDB4-F2536D814E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3" name="rc821">
              <a:extLst>
                <a:ext uri="{FF2B5EF4-FFF2-40B4-BE49-F238E27FC236}">
                  <a16:creationId xmlns:a16="http://schemas.microsoft.com/office/drawing/2014/main" id="{7626A2AB-0E7D-D6FC-7494-8A1F7A84F3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4" name="rc822">
              <a:extLst>
                <a:ext uri="{FF2B5EF4-FFF2-40B4-BE49-F238E27FC236}">
                  <a16:creationId xmlns:a16="http://schemas.microsoft.com/office/drawing/2014/main" id="{C0C82908-E459-FCFA-0B82-F693524BD5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5" name="rc823">
              <a:extLst>
                <a:ext uri="{FF2B5EF4-FFF2-40B4-BE49-F238E27FC236}">
                  <a16:creationId xmlns:a16="http://schemas.microsoft.com/office/drawing/2014/main" id="{A56A7ADF-8C2B-56FD-BB6A-335DF2D42F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6" name="rc824">
              <a:extLst>
                <a:ext uri="{FF2B5EF4-FFF2-40B4-BE49-F238E27FC236}">
                  <a16:creationId xmlns:a16="http://schemas.microsoft.com/office/drawing/2014/main" id="{C6A338A8-9A45-E25D-ECFD-22C87E78CC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7" name="rc825">
              <a:extLst>
                <a:ext uri="{FF2B5EF4-FFF2-40B4-BE49-F238E27FC236}">
                  <a16:creationId xmlns:a16="http://schemas.microsoft.com/office/drawing/2014/main" id="{AD5A02C4-2915-1DE6-62E4-E3AF58F740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8" name="rc826">
              <a:extLst>
                <a:ext uri="{FF2B5EF4-FFF2-40B4-BE49-F238E27FC236}">
                  <a16:creationId xmlns:a16="http://schemas.microsoft.com/office/drawing/2014/main" id="{2C4D3E4D-9A98-EA6E-8DC0-F2EB7265AF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9" name="rc827">
              <a:extLst>
                <a:ext uri="{FF2B5EF4-FFF2-40B4-BE49-F238E27FC236}">
                  <a16:creationId xmlns:a16="http://schemas.microsoft.com/office/drawing/2014/main" id="{689272EA-D784-F445-02B2-50C491DE8D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0" name="rc828">
              <a:extLst>
                <a:ext uri="{FF2B5EF4-FFF2-40B4-BE49-F238E27FC236}">
                  <a16:creationId xmlns:a16="http://schemas.microsoft.com/office/drawing/2014/main" id="{71771848-2308-E002-65E6-A7B00D58A0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1" name="rc829">
              <a:extLst>
                <a:ext uri="{FF2B5EF4-FFF2-40B4-BE49-F238E27FC236}">
                  <a16:creationId xmlns:a16="http://schemas.microsoft.com/office/drawing/2014/main" id="{2D5A4A87-CA62-43E3-4467-A919F77C92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2" name="rc830">
              <a:extLst>
                <a:ext uri="{FF2B5EF4-FFF2-40B4-BE49-F238E27FC236}">
                  <a16:creationId xmlns:a16="http://schemas.microsoft.com/office/drawing/2014/main" id="{8AAB6B99-95C9-5DF7-7421-8F5B0F88FF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3" name="rc831">
              <a:extLst>
                <a:ext uri="{FF2B5EF4-FFF2-40B4-BE49-F238E27FC236}">
                  <a16:creationId xmlns:a16="http://schemas.microsoft.com/office/drawing/2014/main" id="{B400AB81-B817-A218-EE7E-935F6F2F42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4" name="rc832">
              <a:extLst>
                <a:ext uri="{FF2B5EF4-FFF2-40B4-BE49-F238E27FC236}">
                  <a16:creationId xmlns:a16="http://schemas.microsoft.com/office/drawing/2014/main" id="{8953F91B-8FA1-D82F-60B8-4A9C3DDE0F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5" name="rc833">
              <a:extLst>
                <a:ext uri="{FF2B5EF4-FFF2-40B4-BE49-F238E27FC236}">
                  <a16:creationId xmlns:a16="http://schemas.microsoft.com/office/drawing/2014/main" id="{122C68B1-F489-2093-51B8-B09257FD2D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6" name="rc834">
              <a:extLst>
                <a:ext uri="{FF2B5EF4-FFF2-40B4-BE49-F238E27FC236}">
                  <a16:creationId xmlns:a16="http://schemas.microsoft.com/office/drawing/2014/main" id="{271118AA-2C6C-9A1B-148B-EE9F46DA3B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7" name="rc835">
              <a:extLst>
                <a:ext uri="{FF2B5EF4-FFF2-40B4-BE49-F238E27FC236}">
                  <a16:creationId xmlns:a16="http://schemas.microsoft.com/office/drawing/2014/main" id="{4987A0BF-8D5E-203E-9E6A-70E61B080C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8" name="rc836">
              <a:extLst>
                <a:ext uri="{FF2B5EF4-FFF2-40B4-BE49-F238E27FC236}">
                  <a16:creationId xmlns:a16="http://schemas.microsoft.com/office/drawing/2014/main" id="{CF6A8245-9780-3566-284D-85A8A92B64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9" name="rc837">
              <a:extLst>
                <a:ext uri="{FF2B5EF4-FFF2-40B4-BE49-F238E27FC236}">
                  <a16:creationId xmlns:a16="http://schemas.microsoft.com/office/drawing/2014/main" id="{673C9069-2E0D-619A-87F6-A9D8D9A7A6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0" name="rc838">
              <a:extLst>
                <a:ext uri="{FF2B5EF4-FFF2-40B4-BE49-F238E27FC236}">
                  <a16:creationId xmlns:a16="http://schemas.microsoft.com/office/drawing/2014/main" id="{8A97DCB8-B227-A2B0-0742-09A3550A22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1" name="rc839">
              <a:extLst>
                <a:ext uri="{FF2B5EF4-FFF2-40B4-BE49-F238E27FC236}">
                  <a16:creationId xmlns:a16="http://schemas.microsoft.com/office/drawing/2014/main" id="{C17B5FF3-6B83-3201-A994-AF1D269274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2" name="rc840">
              <a:extLst>
                <a:ext uri="{FF2B5EF4-FFF2-40B4-BE49-F238E27FC236}">
                  <a16:creationId xmlns:a16="http://schemas.microsoft.com/office/drawing/2014/main" id="{61BFD3F3-8E95-668B-4C8C-C0F2840549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3" name="rc841">
              <a:extLst>
                <a:ext uri="{FF2B5EF4-FFF2-40B4-BE49-F238E27FC236}">
                  <a16:creationId xmlns:a16="http://schemas.microsoft.com/office/drawing/2014/main" id="{1179266F-E2DA-E91B-CF6C-E4DACF26F4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4" name="rc842">
              <a:extLst>
                <a:ext uri="{FF2B5EF4-FFF2-40B4-BE49-F238E27FC236}">
                  <a16:creationId xmlns:a16="http://schemas.microsoft.com/office/drawing/2014/main" id="{F67E288B-710A-6D98-D63E-7AFB7C259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5" name="rc843">
              <a:extLst>
                <a:ext uri="{FF2B5EF4-FFF2-40B4-BE49-F238E27FC236}">
                  <a16:creationId xmlns:a16="http://schemas.microsoft.com/office/drawing/2014/main" id="{79A3DA7F-3647-5C0A-8440-3EB989D7FC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6" name="rc844">
              <a:extLst>
                <a:ext uri="{FF2B5EF4-FFF2-40B4-BE49-F238E27FC236}">
                  <a16:creationId xmlns:a16="http://schemas.microsoft.com/office/drawing/2014/main" id="{883E1322-5597-86B0-256F-C4D23C3DCF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7" name="rc845">
              <a:extLst>
                <a:ext uri="{FF2B5EF4-FFF2-40B4-BE49-F238E27FC236}">
                  <a16:creationId xmlns:a16="http://schemas.microsoft.com/office/drawing/2014/main" id="{B4463E67-771F-2C60-5592-6282D7F794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8" name="rc846">
              <a:extLst>
                <a:ext uri="{FF2B5EF4-FFF2-40B4-BE49-F238E27FC236}">
                  <a16:creationId xmlns:a16="http://schemas.microsoft.com/office/drawing/2014/main" id="{38F8FA0D-E638-7BEA-0717-A80781DB72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9" name="rc847">
              <a:extLst>
                <a:ext uri="{FF2B5EF4-FFF2-40B4-BE49-F238E27FC236}">
                  <a16:creationId xmlns:a16="http://schemas.microsoft.com/office/drawing/2014/main" id="{6F6042C8-9D92-26C8-41A2-C61213E96F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0" name="rc848">
              <a:extLst>
                <a:ext uri="{FF2B5EF4-FFF2-40B4-BE49-F238E27FC236}">
                  <a16:creationId xmlns:a16="http://schemas.microsoft.com/office/drawing/2014/main" id="{2E99BD1A-C2D7-C2AF-EAAE-E9E6E7AFF1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1" name="rc849">
              <a:extLst>
                <a:ext uri="{FF2B5EF4-FFF2-40B4-BE49-F238E27FC236}">
                  <a16:creationId xmlns:a16="http://schemas.microsoft.com/office/drawing/2014/main" id="{CBBE48CD-94DE-2DE6-FE61-FCB4DB1A40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2" name="rc850">
              <a:extLst>
                <a:ext uri="{FF2B5EF4-FFF2-40B4-BE49-F238E27FC236}">
                  <a16:creationId xmlns:a16="http://schemas.microsoft.com/office/drawing/2014/main" id="{3DAAC8C6-7CF2-C195-C6C9-5BD115DA40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3" name="rc851">
              <a:extLst>
                <a:ext uri="{FF2B5EF4-FFF2-40B4-BE49-F238E27FC236}">
                  <a16:creationId xmlns:a16="http://schemas.microsoft.com/office/drawing/2014/main" id="{662EF815-0F69-24EE-F2F3-D95BF08574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4" name="rc852">
              <a:extLst>
                <a:ext uri="{FF2B5EF4-FFF2-40B4-BE49-F238E27FC236}">
                  <a16:creationId xmlns:a16="http://schemas.microsoft.com/office/drawing/2014/main" id="{4CDBC5D7-8F75-6BEF-CC98-C58BD2022F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5" name="rc853">
              <a:extLst>
                <a:ext uri="{FF2B5EF4-FFF2-40B4-BE49-F238E27FC236}">
                  <a16:creationId xmlns:a16="http://schemas.microsoft.com/office/drawing/2014/main" id="{A87DEEC0-6969-1CEF-7D42-73A603E28D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6" name="rc854">
              <a:extLst>
                <a:ext uri="{FF2B5EF4-FFF2-40B4-BE49-F238E27FC236}">
                  <a16:creationId xmlns:a16="http://schemas.microsoft.com/office/drawing/2014/main" id="{4062C566-64B8-CAE2-7964-6CC88A78F0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7" name="rc855">
              <a:extLst>
                <a:ext uri="{FF2B5EF4-FFF2-40B4-BE49-F238E27FC236}">
                  <a16:creationId xmlns:a16="http://schemas.microsoft.com/office/drawing/2014/main" id="{BCF10A49-0BA0-7EBA-1B55-73E1FEE77A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8" name="rc856">
              <a:extLst>
                <a:ext uri="{FF2B5EF4-FFF2-40B4-BE49-F238E27FC236}">
                  <a16:creationId xmlns:a16="http://schemas.microsoft.com/office/drawing/2014/main" id="{6DE45B3F-99BB-43AF-C1F1-1F9875443B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9" name="rc857">
              <a:extLst>
                <a:ext uri="{FF2B5EF4-FFF2-40B4-BE49-F238E27FC236}">
                  <a16:creationId xmlns:a16="http://schemas.microsoft.com/office/drawing/2014/main" id="{57A09B49-75DB-8490-F8A2-F0E4D500C50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0" name="rc858">
              <a:extLst>
                <a:ext uri="{FF2B5EF4-FFF2-40B4-BE49-F238E27FC236}">
                  <a16:creationId xmlns:a16="http://schemas.microsoft.com/office/drawing/2014/main" id="{CD031954-CC81-F0BB-C114-254FEF78B2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1" name="rc859">
              <a:extLst>
                <a:ext uri="{FF2B5EF4-FFF2-40B4-BE49-F238E27FC236}">
                  <a16:creationId xmlns:a16="http://schemas.microsoft.com/office/drawing/2014/main" id="{C6650815-F0F7-F121-093D-66E7F50E4F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2" name="rc860">
              <a:extLst>
                <a:ext uri="{FF2B5EF4-FFF2-40B4-BE49-F238E27FC236}">
                  <a16:creationId xmlns:a16="http://schemas.microsoft.com/office/drawing/2014/main" id="{753B7696-4AD4-91A1-FC8E-ABDC722734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3" name="rc861">
              <a:extLst>
                <a:ext uri="{FF2B5EF4-FFF2-40B4-BE49-F238E27FC236}">
                  <a16:creationId xmlns:a16="http://schemas.microsoft.com/office/drawing/2014/main" id="{FFB2991B-E75C-56A8-C351-3CDC513242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4" name="rc862">
              <a:extLst>
                <a:ext uri="{FF2B5EF4-FFF2-40B4-BE49-F238E27FC236}">
                  <a16:creationId xmlns:a16="http://schemas.microsoft.com/office/drawing/2014/main" id="{78888B51-1AD5-7B93-8FAA-A542A16056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5" name="rc863">
              <a:extLst>
                <a:ext uri="{FF2B5EF4-FFF2-40B4-BE49-F238E27FC236}">
                  <a16:creationId xmlns:a16="http://schemas.microsoft.com/office/drawing/2014/main" id="{4EDFA260-B21F-0215-CA6B-7616D27672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6" name="rc864">
              <a:extLst>
                <a:ext uri="{FF2B5EF4-FFF2-40B4-BE49-F238E27FC236}">
                  <a16:creationId xmlns:a16="http://schemas.microsoft.com/office/drawing/2014/main" id="{3114F443-E04C-29BB-42AB-C252CF6C7E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7" name="rc865">
              <a:extLst>
                <a:ext uri="{FF2B5EF4-FFF2-40B4-BE49-F238E27FC236}">
                  <a16:creationId xmlns:a16="http://schemas.microsoft.com/office/drawing/2014/main" id="{F29093C7-7D7F-45AB-495D-6ED79DCE6C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8" name="rc866">
              <a:extLst>
                <a:ext uri="{FF2B5EF4-FFF2-40B4-BE49-F238E27FC236}">
                  <a16:creationId xmlns:a16="http://schemas.microsoft.com/office/drawing/2014/main" id="{56FFA3C7-9707-1671-B971-FAB0EE2B99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9" name="rc867">
              <a:extLst>
                <a:ext uri="{FF2B5EF4-FFF2-40B4-BE49-F238E27FC236}">
                  <a16:creationId xmlns:a16="http://schemas.microsoft.com/office/drawing/2014/main" id="{C1186A62-4DAC-2BCF-72F0-C729D6F813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0" name="rc868">
              <a:extLst>
                <a:ext uri="{FF2B5EF4-FFF2-40B4-BE49-F238E27FC236}">
                  <a16:creationId xmlns:a16="http://schemas.microsoft.com/office/drawing/2014/main" id="{080A7A8F-8102-7E3E-D7BC-B96A405F73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1" name="rc869">
              <a:extLst>
                <a:ext uri="{FF2B5EF4-FFF2-40B4-BE49-F238E27FC236}">
                  <a16:creationId xmlns:a16="http://schemas.microsoft.com/office/drawing/2014/main" id="{D56807B0-0253-B9DB-9BEF-7CCFE5B2CC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2" name="rc870">
              <a:extLst>
                <a:ext uri="{FF2B5EF4-FFF2-40B4-BE49-F238E27FC236}">
                  <a16:creationId xmlns:a16="http://schemas.microsoft.com/office/drawing/2014/main" id="{7F66E5DD-D3E4-1821-E7BE-73AC1FFE4C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3" name="rc871">
              <a:extLst>
                <a:ext uri="{FF2B5EF4-FFF2-40B4-BE49-F238E27FC236}">
                  <a16:creationId xmlns:a16="http://schemas.microsoft.com/office/drawing/2014/main" id="{BBB4C1E4-59C5-D956-87BC-57DEF73C54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4" name="rc872">
              <a:extLst>
                <a:ext uri="{FF2B5EF4-FFF2-40B4-BE49-F238E27FC236}">
                  <a16:creationId xmlns:a16="http://schemas.microsoft.com/office/drawing/2014/main" id="{4C6B88E3-4B37-091E-4231-8E50C277A2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5" name="rc873">
              <a:extLst>
                <a:ext uri="{FF2B5EF4-FFF2-40B4-BE49-F238E27FC236}">
                  <a16:creationId xmlns:a16="http://schemas.microsoft.com/office/drawing/2014/main" id="{722AD165-4146-E641-246E-0D82979AB2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6" name="rc874">
              <a:extLst>
                <a:ext uri="{FF2B5EF4-FFF2-40B4-BE49-F238E27FC236}">
                  <a16:creationId xmlns:a16="http://schemas.microsoft.com/office/drawing/2014/main" id="{EFF81D87-0C44-72D5-8F9E-4598B5FA4C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7" name="rc875">
              <a:extLst>
                <a:ext uri="{FF2B5EF4-FFF2-40B4-BE49-F238E27FC236}">
                  <a16:creationId xmlns:a16="http://schemas.microsoft.com/office/drawing/2014/main" id="{4261D2DB-4327-7890-A59B-BD66E3BF56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8" name="rc876">
              <a:extLst>
                <a:ext uri="{FF2B5EF4-FFF2-40B4-BE49-F238E27FC236}">
                  <a16:creationId xmlns:a16="http://schemas.microsoft.com/office/drawing/2014/main" id="{598FE27A-439E-1480-3A55-3C107AA371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9" name="rc877">
              <a:extLst>
                <a:ext uri="{FF2B5EF4-FFF2-40B4-BE49-F238E27FC236}">
                  <a16:creationId xmlns:a16="http://schemas.microsoft.com/office/drawing/2014/main" id="{E9899501-5F5E-841F-AE48-4342079BB6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0" name="rc878">
              <a:extLst>
                <a:ext uri="{FF2B5EF4-FFF2-40B4-BE49-F238E27FC236}">
                  <a16:creationId xmlns:a16="http://schemas.microsoft.com/office/drawing/2014/main" id="{11255C3B-C817-9DF2-E8B5-E843C70160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1" name="rc879">
              <a:extLst>
                <a:ext uri="{FF2B5EF4-FFF2-40B4-BE49-F238E27FC236}">
                  <a16:creationId xmlns:a16="http://schemas.microsoft.com/office/drawing/2014/main" id="{1B5C1123-A407-59BD-2D91-9F7FBF854D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2" name="rc880">
              <a:extLst>
                <a:ext uri="{FF2B5EF4-FFF2-40B4-BE49-F238E27FC236}">
                  <a16:creationId xmlns:a16="http://schemas.microsoft.com/office/drawing/2014/main" id="{6B568B76-4B2D-FE12-A190-794B8C4778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3" name="rc881">
              <a:extLst>
                <a:ext uri="{FF2B5EF4-FFF2-40B4-BE49-F238E27FC236}">
                  <a16:creationId xmlns:a16="http://schemas.microsoft.com/office/drawing/2014/main" id="{273C412B-A87E-F4D5-1E4E-5E0FB59BA8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4" name="rc882">
              <a:extLst>
                <a:ext uri="{FF2B5EF4-FFF2-40B4-BE49-F238E27FC236}">
                  <a16:creationId xmlns:a16="http://schemas.microsoft.com/office/drawing/2014/main" id="{4D005893-46B2-3925-BBCB-B3E6978247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5" name="rc883">
              <a:extLst>
                <a:ext uri="{FF2B5EF4-FFF2-40B4-BE49-F238E27FC236}">
                  <a16:creationId xmlns:a16="http://schemas.microsoft.com/office/drawing/2014/main" id="{F84FA53C-C08E-69F3-6FBC-BE5624AED6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6" name="rc884">
              <a:extLst>
                <a:ext uri="{FF2B5EF4-FFF2-40B4-BE49-F238E27FC236}">
                  <a16:creationId xmlns:a16="http://schemas.microsoft.com/office/drawing/2014/main" id="{E08E161B-84A7-1462-79A6-FBD1C0B059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7" name="rc885">
              <a:extLst>
                <a:ext uri="{FF2B5EF4-FFF2-40B4-BE49-F238E27FC236}">
                  <a16:creationId xmlns:a16="http://schemas.microsoft.com/office/drawing/2014/main" id="{CA61F151-24C7-218F-A7BD-B28302AF8D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8" name="rc886">
              <a:extLst>
                <a:ext uri="{FF2B5EF4-FFF2-40B4-BE49-F238E27FC236}">
                  <a16:creationId xmlns:a16="http://schemas.microsoft.com/office/drawing/2014/main" id="{9B254D77-01F2-0010-1390-2C0C71C5A2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9" name="rc887">
              <a:extLst>
                <a:ext uri="{FF2B5EF4-FFF2-40B4-BE49-F238E27FC236}">
                  <a16:creationId xmlns:a16="http://schemas.microsoft.com/office/drawing/2014/main" id="{DEC124C6-B66C-9835-D83C-89097A8226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0" name="rc888">
              <a:extLst>
                <a:ext uri="{FF2B5EF4-FFF2-40B4-BE49-F238E27FC236}">
                  <a16:creationId xmlns:a16="http://schemas.microsoft.com/office/drawing/2014/main" id="{F7511FAB-7B3D-8510-4976-3F7B941810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1" name="rc889">
              <a:extLst>
                <a:ext uri="{FF2B5EF4-FFF2-40B4-BE49-F238E27FC236}">
                  <a16:creationId xmlns:a16="http://schemas.microsoft.com/office/drawing/2014/main" id="{8F780095-FF83-7333-41C7-5F2B87E538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2" name="rc890">
              <a:extLst>
                <a:ext uri="{FF2B5EF4-FFF2-40B4-BE49-F238E27FC236}">
                  <a16:creationId xmlns:a16="http://schemas.microsoft.com/office/drawing/2014/main" id="{E6D2C0B7-4FE1-7E9E-965D-722BA2CF78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3" name="rc891">
              <a:extLst>
                <a:ext uri="{FF2B5EF4-FFF2-40B4-BE49-F238E27FC236}">
                  <a16:creationId xmlns:a16="http://schemas.microsoft.com/office/drawing/2014/main" id="{2F72BAE9-C1E1-F673-D09F-321AD918A1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4" name="rc892">
              <a:extLst>
                <a:ext uri="{FF2B5EF4-FFF2-40B4-BE49-F238E27FC236}">
                  <a16:creationId xmlns:a16="http://schemas.microsoft.com/office/drawing/2014/main" id="{B534BF47-A0A5-8FAA-2D69-0276B8301C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5" name="rc893">
              <a:extLst>
                <a:ext uri="{FF2B5EF4-FFF2-40B4-BE49-F238E27FC236}">
                  <a16:creationId xmlns:a16="http://schemas.microsoft.com/office/drawing/2014/main" id="{FF95BA1A-55AA-ACFC-B318-DABB432904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6" name="rc894">
              <a:extLst>
                <a:ext uri="{FF2B5EF4-FFF2-40B4-BE49-F238E27FC236}">
                  <a16:creationId xmlns:a16="http://schemas.microsoft.com/office/drawing/2014/main" id="{ACC01AFC-5AD9-82DB-9849-14EFD78F45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7" name="rc895">
              <a:extLst>
                <a:ext uri="{FF2B5EF4-FFF2-40B4-BE49-F238E27FC236}">
                  <a16:creationId xmlns:a16="http://schemas.microsoft.com/office/drawing/2014/main" id="{33187396-8522-5D66-113D-BCEAE1E970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8" name="rc896">
              <a:extLst>
                <a:ext uri="{FF2B5EF4-FFF2-40B4-BE49-F238E27FC236}">
                  <a16:creationId xmlns:a16="http://schemas.microsoft.com/office/drawing/2014/main" id="{0F6251EC-652F-9246-B381-68B81BBDF8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9" name="rc897">
              <a:extLst>
                <a:ext uri="{FF2B5EF4-FFF2-40B4-BE49-F238E27FC236}">
                  <a16:creationId xmlns:a16="http://schemas.microsoft.com/office/drawing/2014/main" id="{F559B2A8-18B5-C9ED-B1C3-1625092924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0" name="rc898">
              <a:extLst>
                <a:ext uri="{FF2B5EF4-FFF2-40B4-BE49-F238E27FC236}">
                  <a16:creationId xmlns:a16="http://schemas.microsoft.com/office/drawing/2014/main" id="{284EADF9-4F22-7888-7F51-87F985EA69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1" name="rc899">
              <a:extLst>
                <a:ext uri="{FF2B5EF4-FFF2-40B4-BE49-F238E27FC236}">
                  <a16:creationId xmlns:a16="http://schemas.microsoft.com/office/drawing/2014/main" id="{513813DB-2F4F-12FF-445F-8B2785F388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2" name="rc900">
              <a:extLst>
                <a:ext uri="{FF2B5EF4-FFF2-40B4-BE49-F238E27FC236}">
                  <a16:creationId xmlns:a16="http://schemas.microsoft.com/office/drawing/2014/main" id="{49BC8C06-9985-D4E3-EC0C-F9826D1898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3" name="rc901">
              <a:extLst>
                <a:ext uri="{FF2B5EF4-FFF2-40B4-BE49-F238E27FC236}">
                  <a16:creationId xmlns:a16="http://schemas.microsoft.com/office/drawing/2014/main" id="{67E5BFB4-5D9A-BA90-A7E6-D2B17F4E72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4" name="rc902">
              <a:extLst>
                <a:ext uri="{FF2B5EF4-FFF2-40B4-BE49-F238E27FC236}">
                  <a16:creationId xmlns:a16="http://schemas.microsoft.com/office/drawing/2014/main" id="{97425D79-2466-65F2-4BF0-D564E550D5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5" name="rc903">
              <a:extLst>
                <a:ext uri="{FF2B5EF4-FFF2-40B4-BE49-F238E27FC236}">
                  <a16:creationId xmlns:a16="http://schemas.microsoft.com/office/drawing/2014/main" id="{E978F687-6420-147F-9E30-EFA70FEA73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6" name="rc904">
              <a:extLst>
                <a:ext uri="{FF2B5EF4-FFF2-40B4-BE49-F238E27FC236}">
                  <a16:creationId xmlns:a16="http://schemas.microsoft.com/office/drawing/2014/main" id="{AF2A3789-00D5-4F1D-E811-9B738E0439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7" name="rc905">
              <a:extLst>
                <a:ext uri="{FF2B5EF4-FFF2-40B4-BE49-F238E27FC236}">
                  <a16:creationId xmlns:a16="http://schemas.microsoft.com/office/drawing/2014/main" id="{98DF7DA8-7830-28ED-4365-31EF451C22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8" name="rc906">
              <a:extLst>
                <a:ext uri="{FF2B5EF4-FFF2-40B4-BE49-F238E27FC236}">
                  <a16:creationId xmlns:a16="http://schemas.microsoft.com/office/drawing/2014/main" id="{03A25C66-FBA2-8326-9FE4-DB45804091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9" name="rc907">
              <a:extLst>
                <a:ext uri="{FF2B5EF4-FFF2-40B4-BE49-F238E27FC236}">
                  <a16:creationId xmlns:a16="http://schemas.microsoft.com/office/drawing/2014/main" id="{41BBEA1E-F3C0-C5FA-8A13-F37B476D5F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0" name="rc908">
              <a:extLst>
                <a:ext uri="{FF2B5EF4-FFF2-40B4-BE49-F238E27FC236}">
                  <a16:creationId xmlns:a16="http://schemas.microsoft.com/office/drawing/2014/main" id="{EDDD09D0-C8D8-1675-FBEA-E45CD4F065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1" name="rc909">
              <a:extLst>
                <a:ext uri="{FF2B5EF4-FFF2-40B4-BE49-F238E27FC236}">
                  <a16:creationId xmlns:a16="http://schemas.microsoft.com/office/drawing/2014/main" id="{E000E520-F3DD-2C71-2DE0-2570E265B8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2" name="rc910">
              <a:extLst>
                <a:ext uri="{FF2B5EF4-FFF2-40B4-BE49-F238E27FC236}">
                  <a16:creationId xmlns:a16="http://schemas.microsoft.com/office/drawing/2014/main" id="{2EF140E0-C9BD-3905-6A3B-443085C375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3" name="rc911">
              <a:extLst>
                <a:ext uri="{FF2B5EF4-FFF2-40B4-BE49-F238E27FC236}">
                  <a16:creationId xmlns:a16="http://schemas.microsoft.com/office/drawing/2014/main" id="{092CDD92-97B2-87D3-3992-7689F5540A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4" name="rc912">
              <a:extLst>
                <a:ext uri="{FF2B5EF4-FFF2-40B4-BE49-F238E27FC236}">
                  <a16:creationId xmlns:a16="http://schemas.microsoft.com/office/drawing/2014/main" id="{BC94597C-B66F-68E1-1749-9DFD126A3C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5" name="rc913">
              <a:extLst>
                <a:ext uri="{FF2B5EF4-FFF2-40B4-BE49-F238E27FC236}">
                  <a16:creationId xmlns:a16="http://schemas.microsoft.com/office/drawing/2014/main" id="{3BB724C6-41EB-2DEA-2FF8-9F6D5C9384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6" name="rc914">
              <a:extLst>
                <a:ext uri="{FF2B5EF4-FFF2-40B4-BE49-F238E27FC236}">
                  <a16:creationId xmlns:a16="http://schemas.microsoft.com/office/drawing/2014/main" id="{EB3A6BC7-1CB9-7F39-E250-C26B3537D9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7" name="rc915">
              <a:extLst>
                <a:ext uri="{FF2B5EF4-FFF2-40B4-BE49-F238E27FC236}">
                  <a16:creationId xmlns:a16="http://schemas.microsoft.com/office/drawing/2014/main" id="{E8D98A51-38C9-1149-3DD7-58BCEBB686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8" name="rc916">
              <a:extLst>
                <a:ext uri="{FF2B5EF4-FFF2-40B4-BE49-F238E27FC236}">
                  <a16:creationId xmlns:a16="http://schemas.microsoft.com/office/drawing/2014/main" id="{3FABD688-62BC-4767-A4E6-E7725A5777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9" name="rc917">
              <a:extLst>
                <a:ext uri="{FF2B5EF4-FFF2-40B4-BE49-F238E27FC236}">
                  <a16:creationId xmlns:a16="http://schemas.microsoft.com/office/drawing/2014/main" id="{B68F6D82-C9D0-6B46-33A1-A9341E1A3B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0" name="rc918">
              <a:extLst>
                <a:ext uri="{FF2B5EF4-FFF2-40B4-BE49-F238E27FC236}">
                  <a16:creationId xmlns:a16="http://schemas.microsoft.com/office/drawing/2014/main" id="{0CFB2DA2-B471-794C-CC6D-E7AB5DB135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1" name="rc919">
              <a:extLst>
                <a:ext uri="{FF2B5EF4-FFF2-40B4-BE49-F238E27FC236}">
                  <a16:creationId xmlns:a16="http://schemas.microsoft.com/office/drawing/2014/main" id="{0B955210-7191-1ADC-53FA-C546317AD6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2" name="rc920">
              <a:extLst>
                <a:ext uri="{FF2B5EF4-FFF2-40B4-BE49-F238E27FC236}">
                  <a16:creationId xmlns:a16="http://schemas.microsoft.com/office/drawing/2014/main" id="{EDC6523F-F40D-23AB-1532-C50CBA4861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3" name="rc921">
              <a:extLst>
                <a:ext uri="{FF2B5EF4-FFF2-40B4-BE49-F238E27FC236}">
                  <a16:creationId xmlns:a16="http://schemas.microsoft.com/office/drawing/2014/main" id="{581F5F9A-C537-BA8A-E4A4-F10D0A582A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4" name="rc922">
              <a:extLst>
                <a:ext uri="{FF2B5EF4-FFF2-40B4-BE49-F238E27FC236}">
                  <a16:creationId xmlns:a16="http://schemas.microsoft.com/office/drawing/2014/main" id="{0940E182-B96F-184E-0092-213213B7B1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5" name="rc923">
              <a:extLst>
                <a:ext uri="{FF2B5EF4-FFF2-40B4-BE49-F238E27FC236}">
                  <a16:creationId xmlns:a16="http://schemas.microsoft.com/office/drawing/2014/main" id="{AF65F11A-43AE-700F-699A-3223E8D902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6" name="rc924">
              <a:extLst>
                <a:ext uri="{FF2B5EF4-FFF2-40B4-BE49-F238E27FC236}">
                  <a16:creationId xmlns:a16="http://schemas.microsoft.com/office/drawing/2014/main" id="{AC19D3B5-D6B2-563C-41E6-AD40066915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7" name="rc925">
              <a:extLst>
                <a:ext uri="{FF2B5EF4-FFF2-40B4-BE49-F238E27FC236}">
                  <a16:creationId xmlns:a16="http://schemas.microsoft.com/office/drawing/2014/main" id="{6099F2C3-6A2C-18ED-14DA-5D56ECF869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8" name="rc926">
              <a:extLst>
                <a:ext uri="{FF2B5EF4-FFF2-40B4-BE49-F238E27FC236}">
                  <a16:creationId xmlns:a16="http://schemas.microsoft.com/office/drawing/2014/main" id="{A1C13B4E-B645-6997-882F-B80324552B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9" name="rc927">
              <a:extLst>
                <a:ext uri="{FF2B5EF4-FFF2-40B4-BE49-F238E27FC236}">
                  <a16:creationId xmlns:a16="http://schemas.microsoft.com/office/drawing/2014/main" id="{C22C5836-6FCB-408E-7243-29F05A34D9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0" name="rc928">
              <a:extLst>
                <a:ext uri="{FF2B5EF4-FFF2-40B4-BE49-F238E27FC236}">
                  <a16:creationId xmlns:a16="http://schemas.microsoft.com/office/drawing/2014/main" id="{1438185B-99CD-45C9-9F8B-DC36A974800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1" name="rc929">
              <a:extLst>
                <a:ext uri="{FF2B5EF4-FFF2-40B4-BE49-F238E27FC236}">
                  <a16:creationId xmlns:a16="http://schemas.microsoft.com/office/drawing/2014/main" id="{293B7224-23E5-70E6-2932-F671382D06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2" name="rc930">
              <a:extLst>
                <a:ext uri="{FF2B5EF4-FFF2-40B4-BE49-F238E27FC236}">
                  <a16:creationId xmlns:a16="http://schemas.microsoft.com/office/drawing/2014/main" id="{B0ABE7C7-A07A-9624-C2D4-434A00A79A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3" name="rc931">
              <a:extLst>
                <a:ext uri="{FF2B5EF4-FFF2-40B4-BE49-F238E27FC236}">
                  <a16:creationId xmlns:a16="http://schemas.microsoft.com/office/drawing/2014/main" id="{EB733928-04C7-A6E9-3A72-116D94EBFB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4" name="rc932">
              <a:extLst>
                <a:ext uri="{FF2B5EF4-FFF2-40B4-BE49-F238E27FC236}">
                  <a16:creationId xmlns:a16="http://schemas.microsoft.com/office/drawing/2014/main" id="{3422D7B1-5E55-CC7C-1ECD-DFC0FD5BC2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5" name="rc933">
              <a:extLst>
                <a:ext uri="{FF2B5EF4-FFF2-40B4-BE49-F238E27FC236}">
                  <a16:creationId xmlns:a16="http://schemas.microsoft.com/office/drawing/2014/main" id="{F81A76E6-3615-7C61-45CD-7078260365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6" name="rc934">
              <a:extLst>
                <a:ext uri="{FF2B5EF4-FFF2-40B4-BE49-F238E27FC236}">
                  <a16:creationId xmlns:a16="http://schemas.microsoft.com/office/drawing/2014/main" id="{5CCEFA5A-EF82-F851-62EC-9D138A8002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7" name="rc935">
              <a:extLst>
                <a:ext uri="{FF2B5EF4-FFF2-40B4-BE49-F238E27FC236}">
                  <a16:creationId xmlns:a16="http://schemas.microsoft.com/office/drawing/2014/main" id="{CC2F242E-326B-948B-8882-0575222225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8" name="rc936">
              <a:extLst>
                <a:ext uri="{FF2B5EF4-FFF2-40B4-BE49-F238E27FC236}">
                  <a16:creationId xmlns:a16="http://schemas.microsoft.com/office/drawing/2014/main" id="{94821C89-57FF-10D1-1868-FBD9AF585C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9" name="rc937">
              <a:extLst>
                <a:ext uri="{FF2B5EF4-FFF2-40B4-BE49-F238E27FC236}">
                  <a16:creationId xmlns:a16="http://schemas.microsoft.com/office/drawing/2014/main" id="{719EFF46-BC28-2C51-7996-08A93DF4C3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0" name="rc938">
              <a:extLst>
                <a:ext uri="{FF2B5EF4-FFF2-40B4-BE49-F238E27FC236}">
                  <a16:creationId xmlns:a16="http://schemas.microsoft.com/office/drawing/2014/main" id="{BC16C187-67B7-F5DA-6A77-65DD1F79D4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1" name="rc939">
              <a:extLst>
                <a:ext uri="{FF2B5EF4-FFF2-40B4-BE49-F238E27FC236}">
                  <a16:creationId xmlns:a16="http://schemas.microsoft.com/office/drawing/2014/main" id="{2333006A-4CDB-FCDE-4CE2-FFA5492846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2" name="rc940">
              <a:extLst>
                <a:ext uri="{FF2B5EF4-FFF2-40B4-BE49-F238E27FC236}">
                  <a16:creationId xmlns:a16="http://schemas.microsoft.com/office/drawing/2014/main" id="{0075CB9F-C068-17B4-4784-1050F92C08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3" name="rc941">
              <a:extLst>
                <a:ext uri="{FF2B5EF4-FFF2-40B4-BE49-F238E27FC236}">
                  <a16:creationId xmlns:a16="http://schemas.microsoft.com/office/drawing/2014/main" id="{28CA98ED-A459-4375-3F15-D3FE0B193E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4" name="rc942">
              <a:extLst>
                <a:ext uri="{FF2B5EF4-FFF2-40B4-BE49-F238E27FC236}">
                  <a16:creationId xmlns:a16="http://schemas.microsoft.com/office/drawing/2014/main" id="{854D6567-9B17-A7AD-A8A1-282E4830E3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5" name="rc943">
              <a:extLst>
                <a:ext uri="{FF2B5EF4-FFF2-40B4-BE49-F238E27FC236}">
                  <a16:creationId xmlns:a16="http://schemas.microsoft.com/office/drawing/2014/main" id="{BD69445B-5EA4-6309-1013-F80D388D2D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6" name="rc944">
              <a:extLst>
                <a:ext uri="{FF2B5EF4-FFF2-40B4-BE49-F238E27FC236}">
                  <a16:creationId xmlns:a16="http://schemas.microsoft.com/office/drawing/2014/main" id="{08C20511-3F06-DDB0-6B67-6EE3D77B6E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7" name="rc945">
              <a:extLst>
                <a:ext uri="{FF2B5EF4-FFF2-40B4-BE49-F238E27FC236}">
                  <a16:creationId xmlns:a16="http://schemas.microsoft.com/office/drawing/2014/main" id="{0F867B26-1240-1381-DB3E-B33CAFA7A9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8" name="rc946">
              <a:extLst>
                <a:ext uri="{FF2B5EF4-FFF2-40B4-BE49-F238E27FC236}">
                  <a16:creationId xmlns:a16="http://schemas.microsoft.com/office/drawing/2014/main" id="{CD83C21B-804E-DC9A-6649-1D6351B2F2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9" name="rc947">
              <a:extLst>
                <a:ext uri="{FF2B5EF4-FFF2-40B4-BE49-F238E27FC236}">
                  <a16:creationId xmlns:a16="http://schemas.microsoft.com/office/drawing/2014/main" id="{FB78AF93-C114-2747-FDAE-D267EB094F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0" name="rc948">
              <a:extLst>
                <a:ext uri="{FF2B5EF4-FFF2-40B4-BE49-F238E27FC236}">
                  <a16:creationId xmlns:a16="http://schemas.microsoft.com/office/drawing/2014/main" id="{BC2B0945-15E8-3F9F-D317-4F05503879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1" name="rc949">
              <a:extLst>
                <a:ext uri="{FF2B5EF4-FFF2-40B4-BE49-F238E27FC236}">
                  <a16:creationId xmlns:a16="http://schemas.microsoft.com/office/drawing/2014/main" id="{326A9329-7F49-F338-1FF0-C47FF1C39C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2" name="rc950">
              <a:extLst>
                <a:ext uri="{FF2B5EF4-FFF2-40B4-BE49-F238E27FC236}">
                  <a16:creationId xmlns:a16="http://schemas.microsoft.com/office/drawing/2014/main" id="{6C5AED0E-F8C5-46B3-9B30-9E1ADBFB6F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3" name="rc951">
              <a:extLst>
                <a:ext uri="{FF2B5EF4-FFF2-40B4-BE49-F238E27FC236}">
                  <a16:creationId xmlns:a16="http://schemas.microsoft.com/office/drawing/2014/main" id="{1E383797-647F-025A-F518-C0C7CB66E9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4" name="rc952">
              <a:extLst>
                <a:ext uri="{FF2B5EF4-FFF2-40B4-BE49-F238E27FC236}">
                  <a16:creationId xmlns:a16="http://schemas.microsoft.com/office/drawing/2014/main" id="{0E4016AD-6A60-0F4F-E9A2-AE46B5CBF4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5" name="rc953">
              <a:extLst>
                <a:ext uri="{FF2B5EF4-FFF2-40B4-BE49-F238E27FC236}">
                  <a16:creationId xmlns:a16="http://schemas.microsoft.com/office/drawing/2014/main" id="{585E4F8F-7394-BE60-86F2-27987F91BB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6" name="rc954">
              <a:extLst>
                <a:ext uri="{FF2B5EF4-FFF2-40B4-BE49-F238E27FC236}">
                  <a16:creationId xmlns:a16="http://schemas.microsoft.com/office/drawing/2014/main" id="{DC36DD34-A56D-5D1B-986B-E8E5C5694A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7" name="rc955">
              <a:extLst>
                <a:ext uri="{FF2B5EF4-FFF2-40B4-BE49-F238E27FC236}">
                  <a16:creationId xmlns:a16="http://schemas.microsoft.com/office/drawing/2014/main" id="{5E8DBCF7-DDBE-9CB4-4C7A-F1324CD3A4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8" name="rc956">
              <a:extLst>
                <a:ext uri="{FF2B5EF4-FFF2-40B4-BE49-F238E27FC236}">
                  <a16:creationId xmlns:a16="http://schemas.microsoft.com/office/drawing/2014/main" id="{D30B6645-F0A5-4198-A588-6D4B98A9EB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9" name="rc957">
              <a:extLst>
                <a:ext uri="{FF2B5EF4-FFF2-40B4-BE49-F238E27FC236}">
                  <a16:creationId xmlns:a16="http://schemas.microsoft.com/office/drawing/2014/main" id="{BD41FAB5-4117-107F-D35F-CE12EE2656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0" name="rc958">
              <a:extLst>
                <a:ext uri="{FF2B5EF4-FFF2-40B4-BE49-F238E27FC236}">
                  <a16:creationId xmlns:a16="http://schemas.microsoft.com/office/drawing/2014/main" id="{2408E650-019B-0FBE-296D-5E6241A355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1" name="rc959">
              <a:extLst>
                <a:ext uri="{FF2B5EF4-FFF2-40B4-BE49-F238E27FC236}">
                  <a16:creationId xmlns:a16="http://schemas.microsoft.com/office/drawing/2014/main" id="{38297199-90F5-579F-1055-83A31688E7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2" name="rc960">
              <a:extLst>
                <a:ext uri="{FF2B5EF4-FFF2-40B4-BE49-F238E27FC236}">
                  <a16:creationId xmlns:a16="http://schemas.microsoft.com/office/drawing/2014/main" id="{5B6EFCBA-BDC4-31F8-77FA-34E75EDDD7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3" name="rc961">
              <a:extLst>
                <a:ext uri="{FF2B5EF4-FFF2-40B4-BE49-F238E27FC236}">
                  <a16:creationId xmlns:a16="http://schemas.microsoft.com/office/drawing/2014/main" id="{C48C6E1D-B6D9-71BD-4C48-865EE3CFD1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4" name="rc962">
              <a:extLst>
                <a:ext uri="{FF2B5EF4-FFF2-40B4-BE49-F238E27FC236}">
                  <a16:creationId xmlns:a16="http://schemas.microsoft.com/office/drawing/2014/main" id="{3476BB83-B52C-A495-5F3B-72B0FD2F6D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5" name="rc963">
              <a:extLst>
                <a:ext uri="{FF2B5EF4-FFF2-40B4-BE49-F238E27FC236}">
                  <a16:creationId xmlns:a16="http://schemas.microsoft.com/office/drawing/2014/main" id="{5A43E34C-C52B-890A-F6B4-E482B8654D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6" name="rc964">
              <a:extLst>
                <a:ext uri="{FF2B5EF4-FFF2-40B4-BE49-F238E27FC236}">
                  <a16:creationId xmlns:a16="http://schemas.microsoft.com/office/drawing/2014/main" id="{E8F73FF2-EF1C-BA7C-A9EB-185611EC63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7" name="rc965">
              <a:extLst>
                <a:ext uri="{FF2B5EF4-FFF2-40B4-BE49-F238E27FC236}">
                  <a16:creationId xmlns:a16="http://schemas.microsoft.com/office/drawing/2014/main" id="{243B13AE-29F5-9AF8-301D-CB8F1F71F1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8" name="rc966">
              <a:extLst>
                <a:ext uri="{FF2B5EF4-FFF2-40B4-BE49-F238E27FC236}">
                  <a16:creationId xmlns:a16="http://schemas.microsoft.com/office/drawing/2014/main" id="{EB9D7524-BAAD-B3F0-CA96-900DC54F62E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9" name="rc967">
              <a:extLst>
                <a:ext uri="{FF2B5EF4-FFF2-40B4-BE49-F238E27FC236}">
                  <a16:creationId xmlns:a16="http://schemas.microsoft.com/office/drawing/2014/main" id="{9E2E8271-EB17-8B22-BFD1-DC5D28F15A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0" name="rc968">
              <a:extLst>
                <a:ext uri="{FF2B5EF4-FFF2-40B4-BE49-F238E27FC236}">
                  <a16:creationId xmlns:a16="http://schemas.microsoft.com/office/drawing/2014/main" id="{36C52D03-B5DB-8D93-F4F7-79F31CF3F8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1" name="rc969">
              <a:extLst>
                <a:ext uri="{FF2B5EF4-FFF2-40B4-BE49-F238E27FC236}">
                  <a16:creationId xmlns:a16="http://schemas.microsoft.com/office/drawing/2014/main" id="{9B5B5F2B-C120-47BE-7A10-DDA13D8A8D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2" name="rc970">
              <a:extLst>
                <a:ext uri="{FF2B5EF4-FFF2-40B4-BE49-F238E27FC236}">
                  <a16:creationId xmlns:a16="http://schemas.microsoft.com/office/drawing/2014/main" id="{2247469C-070B-3870-749F-73D09F045F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3" name="rc971">
              <a:extLst>
                <a:ext uri="{FF2B5EF4-FFF2-40B4-BE49-F238E27FC236}">
                  <a16:creationId xmlns:a16="http://schemas.microsoft.com/office/drawing/2014/main" id="{3B88F589-9349-00DD-29FA-F1C6CD17D8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4" name="rc972">
              <a:extLst>
                <a:ext uri="{FF2B5EF4-FFF2-40B4-BE49-F238E27FC236}">
                  <a16:creationId xmlns:a16="http://schemas.microsoft.com/office/drawing/2014/main" id="{BDC3A932-C611-678A-1BAA-0FD535B4AA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5" name="rc973">
              <a:extLst>
                <a:ext uri="{FF2B5EF4-FFF2-40B4-BE49-F238E27FC236}">
                  <a16:creationId xmlns:a16="http://schemas.microsoft.com/office/drawing/2014/main" id="{306FB314-7265-1ED3-A566-82CB330415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6" name="rc974">
              <a:extLst>
                <a:ext uri="{FF2B5EF4-FFF2-40B4-BE49-F238E27FC236}">
                  <a16:creationId xmlns:a16="http://schemas.microsoft.com/office/drawing/2014/main" id="{3F8AA6D1-A530-6CC9-99D0-0FD8F9D318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7" name="rc975">
              <a:extLst>
                <a:ext uri="{FF2B5EF4-FFF2-40B4-BE49-F238E27FC236}">
                  <a16:creationId xmlns:a16="http://schemas.microsoft.com/office/drawing/2014/main" id="{EC5D59A1-9974-6FE4-3172-F35379D76E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8" name="rc976">
              <a:extLst>
                <a:ext uri="{FF2B5EF4-FFF2-40B4-BE49-F238E27FC236}">
                  <a16:creationId xmlns:a16="http://schemas.microsoft.com/office/drawing/2014/main" id="{F5919CD3-CF2C-4604-190A-6400206BFB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9" name="rc977">
              <a:extLst>
                <a:ext uri="{FF2B5EF4-FFF2-40B4-BE49-F238E27FC236}">
                  <a16:creationId xmlns:a16="http://schemas.microsoft.com/office/drawing/2014/main" id="{FE22DFD3-DED9-9DB7-D91C-64BBECDB6D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0" name="rc978">
              <a:extLst>
                <a:ext uri="{FF2B5EF4-FFF2-40B4-BE49-F238E27FC236}">
                  <a16:creationId xmlns:a16="http://schemas.microsoft.com/office/drawing/2014/main" id="{F7C5097A-2904-19FD-41E2-24FFCD1C68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1" name="rc979">
              <a:extLst>
                <a:ext uri="{FF2B5EF4-FFF2-40B4-BE49-F238E27FC236}">
                  <a16:creationId xmlns:a16="http://schemas.microsoft.com/office/drawing/2014/main" id="{ADB1E5BD-CAF1-ABE5-B379-DA893F07A7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2" name="rc980">
              <a:extLst>
                <a:ext uri="{FF2B5EF4-FFF2-40B4-BE49-F238E27FC236}">
                  <a16:creationId xmlns:a16="http://schemas.microsoft.com/office/drawing/2014/main" id="{619384EB-B6AD-AF89-D0DA-27A9D03526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3" name="rc981">
              <a:extLst>
                <a:ext uri="{FF2B5EF4-FFF2-40B4-BE49-F238E27FC236}">
                  <a16:creationId xmlns:a16="http://schemas.microsoft.com/office/drawing/2014/main" id="{2DDC0713-3721-0FDD-008D-994329DB78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4" name="rc982">
              <a:extLst>
                <a:ext uri="{FF2B5EF4-FFF2-40B4-BE49-F238E27FC236}">
                  <a16:creationId xmlns:a16="http://schemas.microsoft.com/office/drawing/2014/main" id="{454E148B-BA77-9455-2E40-9DB05B201A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5" name="rc983">
              <a:extLst>
                <a:ext uri="{FF2B5EF4-FFF2-40B4-BE49-F238E27FC236}">
                  <a16:creationId xmlns:a16="http://schemas.microsoft.com/office/drawing/2014/main" id="{69736984-169E-500C-839B-663921572B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6" name="rc984">
              <a:extLst>
                <a:ext uri="{FF2B5EF4-FFF2-40B4-BE49-F238E27FC236}">
                  <a16:creationId xmlns:a16="http://schemas.microsoft.com/office/drawing/2014/main" id="{F8DCCD7C-F05E-A1A3-9D53-CC850EDF96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7" name="rc985">
              <a:extLst>
                <a:ext uri="{FF2B5EF4-FFF2-40B4-BE49-F238E27FC236}">
                  <a16:creationId xmlns:a16="http://schemas.microsoft.com/office/drawing/2014/main" id="{DEBB5C9E-8567-3AA8-C575-C8168049F9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8" name="rc986">
              <a:extLst>
                <a:ext uri="{FF2B5EF4-FFF2-40B4-BE49-F238E27FC236}">
                  <a16:creationId xmlns:a16="http://schemas.microsoft.com/office/drawing/2014/main" id="{39BFA38E-6313-0BF4-3C1D-E6AAF7F047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9" name="rc987">
              <a:extLst>
                <a:ext uri="{FF2B5EF4-FFF2-40B4-BE49-F238E27FC236}">
                  <a16:creationId xmlns:a16="http://schemas.microsoft.com/office/drawing/2014/main" id="{4180CC10-E063-6BBE-44E7-7E24F42597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0" name="rc988">
              <a:extLst>
                <a:ext uri="{FF2B5EF4-FFF2-40B4-BE49-F238E27FC236}">
                  <a16:creationId xmlns:a16="http://schemas.microsoft.com/office/drawing/2014/main" id="{49079070-59B8-1958-0218-5BB076E7D6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1" name="rc989">
              <a:extLst>
                <a:ext uri="{FF2B5EF4-FFF2-40B4-BE49-F238E27FC236}">
                  <a16:creationId xmlns:a16="http://schemas.microsoft.com/office/drawing/2014/main" id="{207A4903-7543-57D8-FB58-85643052F3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2" name="rc990">
              <a:extLst>
                <a:ext uri="{FF2B5EF4-FFF2-40B4-BE49-F238E27FC236}">
                  <a16:creationId xmlns:a16="http://schemas.microsoft.com/office/drawing/2014/main" id="{EDA464CC-3F51-E8CD-3C02-F4277CDE58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3" name="rc991">
              <a:extLst>
                <a:ext uri="{FF2B5EF4-FFF2-40B4-BE49-F238E27FC236}">
                  <a16:creationId xmlns:a16="http://schemas.microsoft.com/office/drawing/2014/main" id="{7F5C849F-3D3F-7830-486C-1CDDE8C359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4" name="rc992">
              <a:extLst>
                <a:ext uri="{FF2B5EF4-FFF2-40B4-BE49-F238E27FC236}">
                  <a16:creationId xmlns:a16="http://schemas.microsoft.com/office/drawing/2014/main" id="{ABF638BD-13C2-A4FD-8F01-33E303DCC5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5" name="rc993">
              <a:extLst>
                <a:ext uri="{FF2B5EF4-FFF2-40B4-BE49-F238E27FC236}">
                  <a16:creationId xmlns:a16="http://schemas.microsoft.com/office/drawing/2014/main" id="{FC3237A8-B5E5-EB3A-4D02-F49177DEFA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6" name="rc994">
              <a:extLst>
                <a:ext uri="{FF2B5EF4-FFF2-40B4-BE49-F238E27FC236}">
                  <a16:creationId xmlns:a16="http://schemas.microsoft.com/office/drawing/2014/main" id="{7673EF76-D0CB-A4A1-858C-4345AD9B43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7" name="rc995">
              <a:extLst>
                <a:ext uri="{FF2B5EF4-FFF2-40B4-BE49-F238E27FC236}">
                  <a16:creationId xmlns:a16="http://schemas.microsoft.com/office/drawing/2014/main" id="{E4607BC4-57C7-6FEC-AA24-ABEC47AA22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8" name="rc996">
              <a:extLst>
                <a:ext uri="{FF2B5EF4-FFF2-40B4-BE49-F238E27FC236}">
                  <a16:creationId xmlns:a16="http://schemas.microsoft.com/office/drawing/2014/main" id="{1064D8F9-5367-725D-E510-19A4E45840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9" name="rc997">
              <a:extLst>
                <a:ext uri="{FF2B5EF4-FFF2-40B4-BE49-F238E27FC236}">
                  <a16:creationId xmlns:a16="http://schemas.microsoft.com/office/drawing/2014/main" id="{63F07A99-5284-1D9C-2639-BA4E1EE283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0" name="rc998">
              <a:extLst>
                <a:ext uri="{FF2B5EF4-FFF2-40B4-BE49-F238E27FC236}">
                  <a16:creationId xmlns:a16="http://schemas.microsoft.com/office/drawing/2014/main" id="{326D2EAC-0B47-64F4-EF0D-0AFB01C661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1" name="rc999">
              <a:extLst>
                <a:ext uri="{FF2B5EF4-FFF2-40B4-BE49-F238E27FC236}">
                  <a16:creationId xmlns:a16="http://schemas.microsoft.com/office/drawing/2014/main" id="{9D2053E7-B00B-7E7E-4CC6-7B0C94FFE2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2" name="rc1000">
              <a:extLst>
                <a:ext uri="{FF2B5EF4-FFF2-40B4-BE49-F238E27FC236}">
                  <a16:creationId xmlns:a16="http://schemas.microsoft.com/office/drawing/2014/main" id="{CFF2EC47-AE60-9C0F-902A-F6D21758FA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3" name="rc1001">
              <a:extLst>
                <a:ext uri="{FF2B5EF4-FFF2-40B4-BE49-F238E27FC236}">
                  <a16:creationId xmlns:a16="http://schemas.microsoft.com/office/drawing/2014/main" id="{EAA5752B-2563-047C-B81E-D235F50A1D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4" name="rc1002">
              <a:extLst>
                <a:ext uri="{FF2B5EF4-FFF2-40B4-BE49-F238E27FC236}">
                  <a16:creationId xmlns:a16="http://schemas.microsoft.com/office/drawing/2014/main" id="{DD9278EA-3B3C-BC57-377A-C5B37CAB21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5" name="rc1003">
              <a:extLst>
                <a:ext uri="{FF2B5EF4-FFF2-40B4-BE49-F238E27FC236}">
                  <a16:creationId xmlns:a16="http://schemas.microsoft.com/office/drawing/2014/main" id="{536977A5-F0C0-BBD6-AF30-09AAC87953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6" name="rc1004">
              <a:extLst>
                <a:ext uri="{FF2B5EF4-FFF2-40B4-BE49-F238E27FC236}">
                  <a16:creationId xmlns:a16="http://schemas.microsoft.com/office/drawing/2014/main" id="{14947582-4E53-9D6B-6A15-578A9567FE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7" name="rc1005">
              <a:extLst>
                <a:ext uri="{FF2B5EF4-FFF2-40B4-BE49-F238E27FC236}">
                  <a16:creationId xmlns:a16="http://schemas.microsoft.com/office/drawing/2014/main" id="{D4B5382C-5CAA-6087-AAD8-A3CFC0F106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8" name="rc1006">
              <a:extLst>
                <a:ext uri="{FF2B5EF4-FFF2-40B4-BE49-F238E27FC236}">
                  <a16:creationId xmlns:a16="http://schemas.microsoft.com/office/drawing/2014/main" id="{0E12B9DA-3378-D6D6-9E27-266D8697DF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9" name="rc1007">
              <a:extLst>
                <a:ext uri="{FF2B5EF4-FFF2-40B4-BE49-F238E27FC236}">
                  <a16:creationId xmlns:a16="http://schemas.microsoft.com/office/drawing/2014/main" id="{1B188F01-791E-3CB7-9061-3AA827B25F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0" name="rc1008">
              <a:extLst>
                <a:ext uri="{FF2B5EF4-FFF2-40B4-BE49-F238E27FC236}">
                  <a16:creationId xmlns:a16="http://schemas.microsoft.com/office/drawing/2014/main" id="{2259C697-61BE-C730-1EAA-AD0DA9CA81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1" name="rc1009">
              <a:extLst>
                <a:ext uri="{FF2B5EF4-FFF2-40B4-BE49-F238E27FC236}">
                  <a16:creationId xmlns:a16="http://schemas.microsoft.com/office/drawing/2014/main" id="{A2E1DD77-0EE5-CBB2-92D6-2152AB50EF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2" name="rc1010">
              <a:extLst>
                <a:ext uri="{FF2B5EF4-FFF2-40B4-BE49-F238E27FC236}">
                  <a16:creationId xmlns:a16="http://schemas.microsoft.com/office/drawing/2014/main" id="{5B79F5C2-3968-2A5B-D20E-1BEB76C96F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3" name="rc1011">
              <a:extLst>
                <a:ext uri="{FF2B5EF4-FFF2-40B4-BE49-F238E27FC236}">
                  <a16:creationId xmlns:a16="http://schemas.microsoft.com/office/drawing/2014/main" id="{8FE3A374-B407-F624-4D2B-D2EAAC57BA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4" name="rc1012">
              <a:extLst>
                <a:ext uri="{FF2B5EF4-FFF2-40B4-BE49-F238E27FC236}">
                  <a16:creationId xmlns:a16="http://schemas.microsoft.com/office/drawing/2014/main" id="{328325E6-42B0-CD63-8092-547BBBF6F1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5" name="rc1013">
              <a:extLst>
                <a:ext uri="{FF2B5EF4-FFF2-40B4-BE49-F238E27FC236}">
                  <a16:creationId xmlns:a16="http://schemas.microsoft.com/office/drawing/2014/main" id="{5C064E34-1A24-4928-C759-FAC3FA8075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6" name="rc1014">
              <a:extLst>
                <a:ext uri="{FF2B5EF4-FFF2-40B4-BE49-F238E27FC236}">
                  <a16:creationId xmlns:a16="http://schemas.microsoft.com/office/drawing/2014/main" id="{3570F37F-3594-4C52-AAB1-D54B8B7772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7" name="rc1015">
              <a:extLst>
                <a:ext uri="{FF2B5EF4-FFF2-40B4-BE49-F238E27FC236}">
                  <a16:creationId xmlns:a16="http://schemas.microsoft.com/office/drawing/2014/main" id="{313C1750-D49D-CEAA-701C-A125891599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8" name="rc1016">
              <a:extLst>
                <a:ext uri="{FF2B5EF4-FFF2-40B4-BE49-F238E27FC236}">
                  <a16:creationId xmlns:a16="http://schemas.microsoft.com/office/drawing/2014/main" id="{C6A5E19A-163C-EDA4-2511-40C5A8ADD4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9" name="rc1017">
              <a:extLst>
                <a:ext uri="{FF2B5EF4-FFF2-40B4-BE49-F238E27FC236}">
                  <a16:creationId xmlns:a16="http://schemas.microsoft.com/office/drawing/2014/main" id="{4CE83D90-CC5D-3E83-E045-243B9A6526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0" name="rc1018">
              <a:extLst>
                <a:ext uri="{FF2B5EF4-FFF2-40B4-BE49-F238E27FC236}">
                  <a16:creationId xmlns:a16="http://schemas.microsoft.com/office/drawing/2014/main" id="{B9BD0E55-B5F8-8BF1-9AA4-90A8A55918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1" name="rc1019">
              <a:extLst>
                <a:ext uri="{FF2B5EF4-FFF2-40B4-BE49-F238E27FC236}">
                  <a16:creationId xmlns:a16="http://schemas.microsoft.com/office/drawing/2014/main" id="{5CCAACA2-DD24-F831-733D-78EB4234DD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2" name="rc1020">
              <a:extLst>
                <a:ext uri="{FF2B5EF4-FFF2-40B4-BE49-F238E27FC236}">
                  <a16:creationId xmlns:a16="http://schemas.microsoft.com/office/drawing/2014/main" id="{2220D47A-6B73-3063-063F-DD647A5ECD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3" name="rc1021">
              <a:extLst>
                <a:ext uri="{FF2B5EF4-FFF2-40B4-BE49-F238E27FC236}">
                  <a16:creationId xmlns:a16="http://schemas.microsoft.com/office/drawing/2014/main" id="{40B4A2AA-8381-60F4-5E8B-1BD6FD43CB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4" name="rc1022">
              <a:extLst>
                <a:ext uri="{FF2B5EF4-FFF2-40B4-BE49-F238E27FC236}">
                  <a16:creationId xmlns:a16="http://schemas.microsoft.com/office/drawing/2014/main" id="{FD7267B3-F6C7-2AE1-8B86-FF59B25505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5" name="rc1023">
              <a:extLst>
                <a:ext uri="{FF2B5EF4-FFF2-40B4-BE49-F238E27FC236}">
                  <a16:creationId xmlns:a16="http://schemas.microsoft.com/office/drawing/2014/main" id="{518EEF88-1D4F-B4BE-BF9C-FA733CC041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6" name="rc1024">
              <a:extLst>
                <a:ext uri="{FF2B5EF4-FFF2-40B4-BE49-F238E27FC236}">
                  <a16:creationId xmlns:a16="http://schemas.microsoft.com/office/drawing/2014/main" id="{2FBDC5DC-0E22-3658-D93B-B516C85ADC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7" name="rc1025">
              <a:extLst>
                <a:ext uri="{FF2B5EF4-FFF2-40B4-BE49-F238E27FC236}">
                  <a16:creationId xmlns:a16="http://schemas.microsoft.com/office/drawing/2014/main" id="{37B59EE2-2D3D-AB9D-6EC8-E5532CDBE0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8" name="rc1026">
              <a:extLst>
                <a:ext uri="{FF2B5EF4-FFF2-40B4-BE49-F238E27FC236}">
                  <a16:creationId xmlns:a16="http://schemas.microsoft.com/office/drawing/2014/main" id="{A391783A-275A-838B-1C67-5BFAA449D1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9" name="rc1027">
              <a:extLst>
                <a:ext uri="{FF2B5EF4-FFF2-40B4-BE49-F238E27FC236}">
                  <a16:creationId xmlns:a16="http://schemas.microsoft.com/office/drawing/2014/main" id="{A620FCA6-1CC3-F52C-750C-1A51B5F67E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0" name="rc1028">
              <a:extLst>
                <a:ext uri="{FF2B5EF4-FFF2-40B4-BE49-F238E27FC236}">
                  <a16:creationId xmlns:a16="http://schemas.microsoft.com/office/drawing/2014/main" id="{24628627-2FCD-DB5B-9237-2771F7666B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1" name="rc1029">
              <a:extLst>
                <a:ext uri="{FF2B5EF4-FFF2-40B4-BE49-F238E27FC236}">
                  <a16:creationId xmlns:a16="http://schemas.microsoft.com/office/drawing/2014/main" id="{3051B846-D21C-8D78-478E-845D0AA77A0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2" name="rc1030">
              <a:extLst>
                <a:ext uri="{FF2B5EF4-FFF2-40B4-BE49-F238E27FC236}">
                  <a16:creationId xmlns:a16="http://schemas.microsoft.com/office/drawing/2014/main" id="{9BAA9175-0D8C-0384-345D-300D815EAD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3" name="rc1031">
              <a:extLst>
                <a:ext uri="{FF2B5EF4-FFF2-40B4-BE49-F238E27FC236}">
                  <a16:creationId xmlns:a16="http://schemas.microsoft.com/office/drawing/2014/main" id="{2A6EC59C-5AC4-0760-62DE-42C48DC8C2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4" name="rc1032">
              <a:extLst>
                <a:ext uri="{FF2B5EF4-FFF2-40B4-BE49-F238E27FC236}">
                  <a16:creationId xmlns:a16="http://schemas.microsoft.com/office/drawing/2014/main" id="{9675A539-84C9-BF48-547F-6FC19978E6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5" name="rc1033">
              <a:extLst>
                <a:ext uri="{FF2B5EF4-FFF2-40B4-BE49-F238E27FC236}">
                  <a16:creationId xmlns:a16="http://schemas.microsoft.com/office/drawing/2014/main" id="{B40511E0-1550-2A34-82E9-D05B678E89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6" name="rc1034">
              <a:extLst>
                <a:ext uri="{FF2B5EF4-FFF2-40B4-BE49-F238E27FC236}">
                  <a16:creationId xmlns:a16="http://schemas.microsoft.com/office/drawing/2014/main" id="{ABF5E5C6-5ED5-450F-44C6-03EE425200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7" name="rc1035">
              <a:extLst>
                <a:ext uri="{FF2B5EF4-FFF2-40B4-BE49-F238E27FC236}">
                  <a16:creationId xmlns:a16="http://schemas.microsoft.com/office/drawing/2014/main" id="{EB7BD144-1A4E-E8CF-197A-4C168AB919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8" name="rc1036">
              <a:extLst>
                <a:ext uri="{FF2B5EF4-FFF2-40B4-BE49-F238E27FC236}">
                  <a16:creationId xmlns:a16="http://schemas.microsoft.com/office/drawing/2014/main" id="{E4312231-C9A7-8ECA-E353-862F8209EF0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9" name="rc1037">
              <a:extLst>
                <a:ext uri="{FF2B5EF4-FFF2-40B4-BE49-F238E27FC236}">
                  <a16:creationId xmlns:a16="http://schemas.microsoft.com/office/drawing/2014/main" id="{407AB15D-3D82-9C6E-E8CC-CAAF8BE98F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0" name="rc1038">
              <a:extLst>
                <a:ext uri="{FF2B5EF4-FFF2-40B4-BE49-F238E27FC236}">
                  <a16:creationId xmlns:a16="http://schemas.microsoft.com/office/drawing/2014/main" id="{236C7A95-B3E9-084E-536D-53B390A9E7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1" name="rc1039">
              <a:extLst>
                <a:ext uri="{FF2B5EF4-FFF2-40B4-BE49-F238E27FC236}">
                  <a16:creationId xmlns:a16="http://schemas.microsoft.com/office/drawing/2014/main" id="{9355FAD2-5606-2483-5AC4-3F6F95445B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2" name="rc1040">
              <a:extLst>
                <a:ext uri="{FF2B5EF4-FFF2-40B4-BE49-F238E27FC236}">
                  <a16:creationId xmlns:a16="http://schemas.microsoft.com/office/drawing/2014/main" id="{EFC6CCAC-6012-2AA8-445B-7ED40C87B5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3" name="rc1041">
              <a:extLst>
                <a:ext uri="{FF2B5EF4-FFF2-40B4-BE49-F238E27FC236}">
                  <a16:creationId xmlns:a16="http://schemas.microsoft.com/office/drawing/2014/main" id="{C31D07F3-45DB-44D1-09A9-0140EACC48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4" name="rc1042">
              <a:extLst>
                <a:ext uri="{FF2B5EF4-FFF2-40B4-BE49-F238E27FC236}">
                  <a16:creationId xmlns:a16="http://schemas.microsoft.com/office/drawing/2014/main" id="{C097A8A1-642B-2048-4B8A-B4741E4B39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5" name="rc1043">
              <a:extLst>
                <a:ext uri="{FF2B5EF4-FFF2-40B4-BE49-F238E27FC236}">
                  <a16:creationId xmlns:a16="http://schemas.microsoft.com/office/drawing/2014/main" id="{9BD14FE9-96DB-6D5D-0B4D-7885A05B98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6" name="rc1044">
              <a:extLst>
                <a:ext uri="{FF2B5EF4-FFF2-40B4-BE49-F238E27FC236}">
                  <a16:creationId xmlns:a16="http://schemas.microsoft.com/office/drawing/2014/main" id="{55C769A4-3008-D160-0158-60771475A4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7" name="rc1045">
              <a:extLst>
                <a:ext uri="{FF2B5EF4-FFF2-40B4-BE49-F238E27FC236}">
                  <a16:creationId xmlns:a16="http://schemas.microsoft.com/office/drawing/2014/main" id="{75274612-5420-66CC-1C7A-BE8CE5D6B1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8" name="rc1046">
              <a:extLst>
                <a:ext uri="{FF2B5EF4-FFF2-40B4-BE49-F238E27FC236}">
                  <a16:creationId xmlns:a16="http://schemas.microsoft.com/office/drawing/2014/main" id="{ABF44412-85A2-F499-5B8E-51074AF99B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9" name="rc1047">
              <a:extLst>
                <a:ext uri="{FF2B5EF4-FFF2-40B4-BE49-F238E27FC236}">
                  <a16:creationId xmlns:a16="http://schemas.microsoft.com/office/drawing/2014/main" id="{69B1660D-185D-83AA-0035-66734E40F7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0" name="rc1048">
              <a:extLst>
                <a:ext uri="{FF2B5EF4-FFF2-40B4-BE49-F238E27FC236}">
                  <a16:creationId xmlns:a16="http://schemas.microsoft.com/office/drawing/2014/main" id="{1AD4265A-2598-8D99-E562-746BDBD704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1" name="rc1049">
              <a:extLst>
                <a:ext uri="{FF2B5EF4-FFF2-40B4-BE49-F238E27FC236}">
                  <a16:creationId xmlns:a16="http://schemas.microsoft.com/office/drawing/2014/main" id="{75CC5837-627E-124D-A1E7-C1F43A5D9D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2" name="rc1050">
              <a:extLst>
                <a:ext uri="{FF2B5EF4-FFF2-40B4-BE49-F238E27FC236}">
                  <a16:creationId xmlns:a16="http://schemas.microsoft.com/office/drawing/2014/main" id="{AFD16DAD-07C1-4540-CF3C-C491337741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3" name="rc1051">
              <a:extLst>
                <a:ext uri="{FF2B5EF4-FFF2-40B4-BE49-F238E27FC236}">
                  <a16:creationId xmlns:a16="http://schemas.microsoft.com/office/drawing/2014/main" id="{30C7F6B9-7D0C-03FE-3E2A-B7F394646A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4" name="rc1052">
              <a:extLst>
                <a:ext uri="{FF2B5EF4-FFF2-40B4-BE49-F238E27FC236}">
                  <a16:creationId xmlns:a16="http://schemas.microsoft.com/office/drawing/2014/main" id="{A8C42246-5587-2B91-3DB1-5293EA1AAE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5" name="rc1053">
              <a:extLst>
                <a:ext uri="{FF2B5EF4-FFF2-40B4-BE49-F238E27FC236}">
                  <a16:creationId xmlns:a16="http://schemas.microsoft.com/office/drawing/2014/main" id="{13B1D96E-474E-BB13-814E-433469A8B6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6" name="rc1054">
              <a:extLst>
                <a:ext uri="{FF2B5EF4-FFF2-40B4-BE49-F238E27FC236}">
                  <a16:creationId xmlns:a16="http://schemas.microsoft.com/office/drawing/2014/main" id="{F450F6CD-2025-C93A-3D67-D7D4F5C6A9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7" name="rc1055">
              <a:extLst>
                <a:ext uri="{FF2B5EF4-FFF2-40B4-BE49-F238E27FC236}">
                  <a16:creationId xmlns:a16="http://schemas.microsoft.com/office/drawing/2014/main" id="{2EE065AF-A5C2-A8C4-E8BA-851AABE8F7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8" name="rc1056">
              <a:extLst>
                <a:ext uri="{FF2B5EF4-FFF2-40B4-BE49-F238E27FC236}">
                  <a16:creationId xmlns:a16="http://schemas.microsoft.com/office/drawing/2014/main" id="{C24D6B78-0521-2040-C11E-D6E36AA07D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9" name="rc1057">
              <a:extLst>
                <a:ext uri="{FF2B5EF4-FFF2-40B4-BE49-F238E27FC236}">
                  <a16:creationId xmlns:a16="http://schemas.microsoft.com/office/drawing/2014/main" id="{E02CD2C4-3A61-50B3-3C03-A7EFDBC944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0" name="rc1058">
              <a:extLst>
                <a:ext uri="{FF2B5EF4-FFF2-40B4-BE49-F238E27FC236}">
                  <a16:creationId xmlns:a16="http://schemas.microsoft.com/office/drawing/2014/main" id="{2BA58CCB-8402-93DD-98C9-14F0FEB0A0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1" name="rc1059">
              <a:extLst>
                <a:ext uri="{FF2B5EF4-FFF2-40B4-BE49-F238E27FC236}">
                  <a16:creationId xmlns:a16="http://schemas.microsoft.com/office/drawing/2014/main" id="{C90D0C56-DF4C-6B6A-FC82-ECEAA8251E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2" name="rc1060">
              <a:extLst>
                <a:ext uri="{FF2B5EF4-FFF2-40B4-BE49-F238E27FC236}">
                  <a16:creationId xmlns:a16="http://schemas.microsoft.com/office/drawing/2014/main" id="{2C597FC7-38E3-8642-BCCB-8E256368DA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3" name="rc1061">
              <a:extLst>
                <a:ext uri="{FF2B5EF4-FFF2-40B4-BE49-F238E27FC236}">
                  <a16:creationId xmlns:a16="http://schemas.microsoft.com/office/drawing/2014/main" id="{F962A57E-5167-608C-31F1-8D5A5012DE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4" name="rc1062">
              <a:extLst>
                <a:ext uri="{FF2B5EF4-FFF2-40B4-BE49-F238E27FC236}">
                  <a16:creationId xmlns:a16="http://schemas.microsoft.com/office/drawing/2014/main" id="{F19EA49A-7053-A74D-F1F5-B122438C66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5" name="rc1063">
              <a:extLst>
                <a:ext uri="{FF2B5EF4-FFF2-40B4-BE49-F238E27FC236}">
                  <a16:creationId xmlns:a16="http://schemas.microsoft.com/office/drawing/2014/main" id="{DA284EED-E788-62B4-396B-3BA08EDD3D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6" name="rc1064">
              <a:extLst>
                <a:ext uri="{FF2B5EF4-FFF2-40B4-BE49-F238E27FC236}">
                  <a16:creationId xmlns:a16="http://schemas.microsoft.com/office/drawing/2014/main" id="{A8714369-57C6-4711-988C-774479A5E7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7" name="rc1065">
              <a:extLst>
                <a:ext uri="{FF2B5EF4-FFF2-40B4-BE49-F238E27FC236}">
                  <a16:creationId xmlns:a16="http://schemas.microsoft.com/office/drawing/2014/main" id="{9EA7D13F-7BE9-E852-B644-B391235C27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8" name="rc1066">
              <a:extLst>
                <a:ext uri="{FF2B5EF4-FFF2-40B4-BE49-F238E27FC236}">
                  <a16:creationId xmlns:a16="http://schemas.microsoft.com/office/drawing/2014/main" id="{42B41B47-8AEA-4E35-EB81-D611A073B7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9" name="rc1067">
              <a:extLst>
                <a:ext uri="{FF2B5EF4-FFF2-40B4-BE49-F238E27FC236}">
                  <a16:creationId xmlns:a16="http://schemas.microsoft.com/office/drawing/2014/main" id="{791CB994-295A-38A5-81AF-33A37C3E8C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0" name="rc1068">
              <a:extLst>
                <a:ext uri="{FF2B5EF4-FFF2-40B4-BE49-F238E27FC236}">
                  <a16:creationId xmlns:a16="http://schemas.microsoft.com/office/drawing/2014/main" id="{67637C00-A23B-A2CA-FA8F-990DE00109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1" name="rc1069">
              <a:extLst>
                <a:ext uri="{FF2B5EF4-FFF2-40B4-BE49-F238E27FC236}">
                  <a16:creationId xmlns:a16="http://schemas.microsoft.com/office/drawing/2014/main" id="{A8F73DB3-5A3B-3663-A61E-B5922A9D02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2" name="rc1070">
              <a:extLst>
                <a:ext uri="{FF2B5EF4-FFF2-40B4-BE49-F238E27FC236}">
                  <a16:creationId xmlns:a16="http://schemas.microsoft.com/office/drawing/2014/main" id="{CBF6A769-2175-2822-985D-C919699C93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3" name="rc1071">
              <a:extLst>
                <a:ext uri="{FF2B5EF4-FFF2-40B4-BE49-F238E27FC236}">
                  <a16:creationId xmlns:a16="http://schemas.microsoft.com/office/drawing/2014/main" id="{4F8001D3-A89B-C606-0BB1-7AE4F4138D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4" name="rc1072">
              <a:extLst>
                <a:ext uri="{FF2B5EF4-FFF2-40B4-BE49-F238E27FC236}">
                  <a16:creationId xmlns:a16="http://schemas.microsoft.com/office/drawing/2014/main" id="{667E1B8E-EEFF-2D35-97A4-52B992E48B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5" name="rc1073">
              <a:extLst>
                <a:ext uri="{FF2B5EF4-FFF2-40B4-BE49-F238E27FC236}">
                  <a16:creationId xmlns:a16="http://schemas.microsoft.com/office/drawing/2014/main" id="{E2848786-C6FF-DCC4-513A-8ADC19B397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6" name="rc1074">
              <a:extLst>
                <a:ext uri="{FF2B5EF4-FFF2-40B4-BE49-F238E27FC236}">
                  <a16:creationId xmlns:a16="http://schemas.microsoft.com/office/drawing/2014/main" id="{DD39A514-AEC8-6F15-285A-EA05F36A1E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7" name="rc1075">
              <a:extLst>
                <a:ext uri="{FF2B5EF4-FFF2-40B4-BE49-F238E27FC236}">
                  <a16:creationId xmlns:a16="http://schemas.microsoft.com/office/drawing/2014/main" id="{68A014E8-5F02-9857-B17A-BEF64D082E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8" name="rc1076">
              <a:extLst>
                <a:ext uri="{FF2B5EF4-FFF2-40B4-BE49-F238E27FC236}">
                  <a16:creationId xmlns:a16="http://schemas.microsoft.com/office/drawing/2014/main" id="{5823BE6E-2ADB-DE84-C1F7-696F328DF2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9" name="rc1077">
              <a:extLst>
                <a:ext uri="{FF2B5EF4-FFF2-40B4-BE49-F238E27FC236}">
                  <a16:creationId xmlns:a16="http://schemas.microsoft.com/office/drawing/2014/main" id="{F41C143B-762A-210A-47F0-A62E50B79F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0" name="rc1078">
              <a:extLst>
                <a:ext uri="{FF2B5EF4-FFF2-40B4-BE49-F238E27FC236}">
                  <a16:creationId xmlns:a16="http://schemas.microsoft.com/office/drawing/2014/main" id="{778FB635-4B6F-0882-F485-6A9C7FEA88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1" name="rc1079">
              <a:extLst>
                <a:ext uri="{FF2B5EF4-FFF2-40B4-BE49-F238E27FC236}">
                  <a16:creationId xmlns:a16="http://schemas.microsoft.com/office/drawing/2014/main" id="{CB2FACCA-3F20-7B42-84E7-160ADBBDC6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2" name="rc1080">
              <a:extLst>
                <a:ext uri="{FF2B5EF4-FFF2-40B4-BE49-F238E27FC236}">
                  <a16:creationId xmlns:a16="http://schemas.microsoft.com/office/drawing/2014/main" id="{F51EDB15-0ED1-0A98-42E8-58F03C38D9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3" name="rc1081">
              <a:extLst>
                <a:ext uri="{FF2B5EF4-FFF2-40B4-BE49-F238E27FC236}">
                  <a16:creationId xmlns:a16="http://schemas.microsoft.com/office/drawing/2014/main" id="{E429D517-9C72-8267-AEAD-B8212BD32B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4" name="rc1082">
              <a:extLst>
                <a:ext uri="{FF2B5EF4-FFF2-40B4-BE49-F238E27FC236}">
                  <a16:creationId xmlns:a16="http://schemas.microsoft.com/office/drawing/2014/main" id="{087F652F-3D61-4515-E7B2-828D5AC786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5" name="rc1083">
              <a:extLst>
                <a:ext uri="{FF2B5EF4-FFF2-40B4-BE49-F238E27FC236}">
                  <a16:creationId xmlns:a16="http://schemas.microsoft.com/office/drawing/2014/main" id="{4B0A5BD3-5556-5AE0-7B67-816CAA8A17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6" name="rc1084">
              <a:extLst>
                <a:ext uri="{FF2B5EF4-FFF2-40B4-BE49-F238E27FC236}">
                  <a16:creationId xmlns:a16="http://schemas.microsoft.com/office/drawing/2014/main" id="{03536F65-B41B-6F37-16D3-43D6D94821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7" name="rc1085">
              <a:extLst>
                <a:ext uri="{FF2B5EF4-FFF2-40B4-BE49-F238E27FC236}">
                  <a16:creationId xmlns:a16="http://schemas.microsoft.com/office/drawing/2014/main" id="{2885D8D1-E76B-F8E4-ED0B-F675191B98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8" name="rc1086">
              <a:extLst>
                <a:ext uri="{FF2B5EF4-FFF2-40B4-BE49-F238E27FC236}">
                  <a16:creationId xmlns:a16="http://schemas.microsoft.com/office/drawing/2014/main" id="{75DA39E4-70CE-06CE-FE70-5141FD20C7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9" name="rc1087">
              <a:extLst>
                <a:ext uri="{FF2B5EF4-FFF2-40B4-BE49-F238E27FC236}">
                  <a16:creationId xmlns:a16="http://schemas.microsoft.com/office/drawing/2014/main" id="{0E5CD9A4-3B22-E8FE-D77C-9A3BE0CC88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0" name="rc1088">
              <a:extLst>
                <a:ext uri="{FF2B5EF4-FFF2-40B4-BE49-F238E27FC236}">
                  <a16:creationId xmlns:a16="http://schemas.microsoft.com/office/drawing/2014/main" id="{D0821C1A-ED40-C511-CE1F-5E6032DC2D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1" name="rc1089">
              <a:extLst>
                <a:ext uri="{FF2B5EF4-FFF2-40B4-BE49-F238E27FC236}">
                  <a16:creationId xmlns:a16="http://schemas.microsoft.com/office/drawing/2014/main" id="{C31D0995-ABFE-642D-D2D1-42DC87E0BD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2" name="rc1090">
              <a:extLst>
                <a:ext uri="{FF2B5EF4-FFF2-40B4-BE49-F238E27FC236}">
                  <a16:creationId xmlns:a16="http://schemas.microsoft.com/office/drawing/2014/main" id="{0600BA4C-7D0E-1AA2-92F0-6CD12285A5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3" name="rc1091">
              <a:extLst>
                <a:ext uri="{FF2B5EF4-FFF2-40B4-BE49-F238E27FC236}">
                  <a16:creationId xmlns:a16="http://schemas.microsoft.com/office/drawing/2014/main" id="{2ADBCE79-711D-BA0B-7656-54E2739800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4" name="rc1092">
              <a:extLst>
                <a:ext uri="{FF2B5EF4-FFF2-40B4-BE49-F238E27FC236}">
                  <a16:creationId xmlns:a16="http://schemas.microsoft.com/office/drawing/2014/main" id="{662B2EA5-6DBA-752A-900B-F20ACB640C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5" name="rc1093">
              <a:extLst>
                <a:ext uri="{FF2B5EF4-FFF2-40B4-BE49-F238E27FC236}">
                  <a16:creationId xmlns:a16="http://schemas.microsoft.com/office/drawing/2014/main" id="{197ACBEC-0AD1-236E-1FCF-600FE89AF5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6" name="rc1094">
              <a:extLst>
                <a:ext uri="{FF2B5EF4-FFF2-40B4-BE49-F238E27FC236}">
                  <a16:creationId xmlns:a16="http://schemas.microsoft.com/office/drawing/2014/main" id="{509EAFC3-D9D9-357C-A127-AE11FE86FD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7" name="rc1095">
              <a:extLst>
                <a:ext uri="{FF2B5EF4-FFF2-40B4-BE49-F238E27FC236}">
                  <a16:creationId xmlns:a16="http://schemas.microsoft.com/office/drawing/2014/main" id="{0F327675-4B16-B670-5544-F29B5E3AEF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8" name="rc1096">
              <a:extLst>
                <a:ext uri="{FF2B5EF4-FFF2-40B4-BE49-F238E27FC236}">
                  <a16:creationId xmlns:a16="http://schemas.microsoft.com/office/drawing/2014/main" id="{4DB86AA0-06D5-0CF5-451C-3E36A46F51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9" name="rc1097">
              <a:extLst>
                <a:ext uri="{FF2B5EF4-FFF2-40B4-BE49-F238E27FC236}">
                  <a16:creationId xmlns:a16="http://schemas.microsoft.com/office/drawing/2014/main" id="{7F1F25FE-FF05-05C6-65BC-A308AE8196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0" name="rc1098">
              <a:extLst>
                <a:ext uri="{FF2B5EF4-FFF2-40B4-BE49-F238E27FC236}">
                  <a16:creationId xmlns:a16="http://schemas.microsoft.com/office/drawing/2014/main" id="{BA698B43-B375-11B9-3AB7-249533C16C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1" name="rc1099">
              <a:extLst>
                <a:ext uri="{FF2B5EF4-FFF2-40B4-BE49-F238E27FC236}">
                  <a16:creationId xmlns:a16="http://schemas.microsoft.com/office/drawing/2014/main" id="{9EEA4D85-6E38-B2A8-128E-86599543DC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2" name="rc1100">
              <a:extLst>
                <a:ext uri="{FF2B5EF4-FFF2-40B4-BE49-F238E27FC236}">
                  <a16:creationId xmlns:a16="http://schemas.microsoft.com/office/drawing/2014/main" id="{53B10FAD-E640-8762-BDA0-D61A4FED0D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3" name="rc1101">
              <a:extLst>
                <a:ext uri="{FF2B5EF4-FFF2-40B4-BE49-F238E27FC236}">
                  <a16:creationId xmlns:a16="http://schemas.microsoft.com/office/drawing/2014/main" id="{0092E913-ACAD-A48D-F072-7D923B8A99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4" name="rc1102">
              <a:extLst>
                <a:ext uri="{FF2B5EF4-FFF2-40B4-BE49-F238E27FC236}">
                  <a16:creationId xmlns:a16="http://schemas.microsoft.com/office/drawing/2014/main" id="{92756BAB-0E28-2BC3-85C3-6B95BD357C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5" name="rc1103">
              <a:extLst>
                <a:ext uri="{FF2B5EF4-FFF2-40B4-BE49-F238E27FC236}">
                  <a16:creationId xmlns:a16="http://schemas.microsoft.com/office/drawing/2014/main" id="{47FF3FB6-6E4D-6A4E-7413-9476E02C20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6" name="rc1104">
              <a:extLst>
                <a:ext uri="{FF2B5EF4-FFF2-40B4-BE49-F238E27FC236}">
                  <a16:creationId xmlns:a16="http://schemas.microsoft.com/office/drawing/2014/main" id="{0773285B-6CE9-318D-8511-B5BC5C2FB2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7" name="rc1105">
              <a:extLst>
                <a:ext uri="{FF2B5EF4-FFF2-40B4-BE49-F238E27FC236}">
                  <a16:creationId xmlns:a16="http://schemas.microsoft.com/office/drawing/2014/main" id="{054B51EF-7BCA-7713-1FFB-7C05A1C9A1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8" name="rc1106">
              <a:extLst>
                <a:ext uri="{FF2B5EF4-FFF2-40B4-BE49-F238E27FC236}">
                  <a16:creationId xmlns:a16="http://schemas.microsoft.com/office/drawing/2014/main" id="{D294E08D-CFD5-F3F7-87B3-9DF90529FC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9" name="rc1107">
              <a:extLst>
                <a:ext uri="{FF2B5EF4-FFF2-40B4-BE49-F238E27FC236}">
                  <a16:creationId xmlns:a16="http://schemas.microsoft.com/office/drawing/2014/main" id="{A872C088-19A4-42E9-9946-144E2B10D8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0" name="rc1108">
              <a:extLst>
                <a:ext uri="{FF2B5EF4-FFF2-40B4-BE49-F238E27FC236}">
                  <a16:creationId xmlns:a16="http://schemas.microsoft.com/office/drawing/2014/main" id="{7587BAF2-8614-A6C1-CCD8-E5BF7CE5BD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1" name="rc1109">
              <a:extLst>
                <a:ext uri="{FF2B5EF4-FFF2-40B4-BE49-F238E27FC236}">
                  <a16:creationId xmlns:a16="http://schemas.microsoft.com/office/drawing/2014/main" id="{EAE23B1C-CA1E-2DE6-67E1-A4BF2A07CE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2" name="rc1110">
              <a:extLst>
                <a:ext uri="{FF2B5EF4-FFF2-40B4-BE49-F238E27FC236}">
                  <a16:creationId xmlns:a16="http://schemas.microsoft.com/office/drawing/2014/main" id="{E5DA57A6-615B-35FA-3EBB-8C9E552100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3" name="rc1111">
              <a:extLst>
                <a:ext uri="{FF2B5EF4-FFF2-40B4-BE49-F238E27FC236}">
                  <a16:creationId xmlns:a16="http://schemas.microsoft.com/office/drawing/2014/main" id="{53826FE4-9F72-D9D3-3E84-B172CDBD2B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4" name="rc1112">
              <a:extLst>
                <a:ext uri="{FF2B5EF4-FFF2-40B4-BE49-F238E27FC236}">
                  <a16:creationId xmlns:a16="http://schemas.microsoft.com/office/drawing/2014/main" id="{45652B3F-7DAB-9738-0A83-C07A1FEC50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5" name="rc1113">
              <a:extLst>
                <a:ext uri="{FF2B5EF4-FFF2-40B4-BE49-F238E27FC236}">
                  <a16:creationId xmlns:a16="http://schemas.microsoft.com/office/drawing/2014/main" id="{56EEE2FA-050E-49B0-9814-DCC461EE13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6" name="rc1114">
              <a:extLst>
                <a:ext uri="{FF2B5EF4-FFF2-40B4-BE49-F238E27FC236}">
                  <a16:creationId xmlns:a16="http://schemas.microsoft.com/office/drawing/2014/main" id="{149C51C6-2E2A-C0A9-0A70-F0B28917E5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7" name="rc1115">
              <a:extLst>
                <a:ext uri="{FF2B5EF4-FFF2-40B4-BE49-F238E27FC236}">
                  <a16:creationId xmlns:a16="http://schemas.microsoft.com/office/drawing/2014/main" id="{AD517016-D263-047F-25D6-458055B0EB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8" name="rc1116">
              <a:extLst>
                <a:ext uri="{FF2B5EF4-FFF2-40B4-BE49-F238E27FC236}">
                  <a16:creationId xmlns:a16="http://schemas.microsoft.com/office/drawing/2014/main" id="{ECFE2312-4F78-D12C-65B0-C936326C9B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9" name="rc1117">
              <a:extLst>
                <a:ext uri="{FF2B5EF4-FFF2-40B4-BE49-F238E27FC236}">
                  <a16:creationId xmlns:a16="http://schemas.microsoft.com/office/drawing/2014/main" id="{970D8D5B-CCE8-EAF7-E856-4AD16C3A62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0" name="rc1118">
              <a:extLst>
                <a:ext uri="{FF2B5EF4-FFF2-40B4-BE49-F238E27FC236}">
                  <a16:creationId xmlns:a16="http://schemas.microsoft.com/office/drawing/2014/main" id="{F51DE550-8BE9-E25A-9E8E-BD18836B2F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1" name="rc1119">
              <a:extLst>
                <a:ext uri="{FF2B5EF4-FFF2-40B4-BE49-F238E27FC236}">
                  <a16:creationId xmlns:a16="http://schemas.microsoft.com/office/drawing/2014/main" id="{D7DF280D-1A98-6051-C4D2-505C3D9AC1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2" name="rc1120">
              <a:extLst>
                <a:ext uri="{FF2B5EF4-FFF2-40B4-BE49-F238E27FC236}">
                  <a16:creationId xmlns:a16="http://schemas.microsoft.com/office/drawing/2014/main" id="{1473499D-DE9C-8CE8-29B5-D092B8399C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3" name="rc1121">
              <a:extLst>
                <a:ext uri="{FF2B5EF4-FFF2-40B4-BE49-F238E27FC236}">
                  <a16:creationId xmlns:a16="http://schemas.microsoft.com/office/drawing/2014/main" id="{62726A55-97EF-6BD7-05AE-E0C2D4F774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4" name="rc1122">
              <a:extLst>
                <a:ext uri="{FF2B5EF4-FFF2-40B4-BE49-F238E27FC236}">
                  <a16:creationId xmlns:a16="http://schemas.microsoft.com/office/drawing/2014/main" id="{D9BF4B88-0192-A84A-E57A-B51E559C91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5" name="rc1123">
              <a:extLst>
                <a:ext uri="{FF2B5EF4-FFF2-40B4-BE49-F238E27FC236}">
                  <a16:creationId xmlns:a16="http://schemas.microsoft.com/office/drawing/2014/main" id="{17F684CC-1BB5-F8B9-033A-94E608CC60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6" name="rc1124">
              <a:extLst>
                <a:ext uri="{FF2B5EF4-FFF2-40B4-BE49-F238E27FC236}">
                  <a16:creationId xmlns:a16="http://schemas.microsoft.com/office/drawing/2014/main" id="{E423F913-7CAB-1DBD-6419-3CFDE01D87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7" name="rc1125">
              <a:extLst>
                <a:ext uri="{FF2B5EF4-FFF2-40B4-BE49-F238E27FC236}">
                  <a16:creationId xmlns:a16="http://schemas.microsoft.com/office/drawing/2014/main" id="{84B16F8C-C74D-53B7-FEDE-5CDCC17517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8" name="rc1126">
              <a:extLst>
                <a:ext uri="{FF2B5EF4-FFF2-40B4-BE49-F238E27FC236}">
                  <a16:creationId xmlns:a16="http://schemas.microsoft.com/office/drawing/2014/main" id="{5D1E1B7E-AC69-13C4-0B56-9F710119EA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9" name="rc1127">
              <a:extLst>
                <a:ext uri="{FF2B5EF4-FFF2-40B4-BE49-F238E27FC236}">
                  <a16:creationId xmlns:a16="http://schemas.microsoft.com/office/drawing/2014/main" id="{03E026DF-0785-2993-2E04-6B40411545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0" name="rc1128">
              <a:extLst>
                <a:ext uri="{FF2B5EF4-FFF2-40B4-BE49-F238E27FC236}">
                  <a16:creationId xmlns:a16="http://schemas.microsoft.com/office/drawing/2014/main" id="{5B4CBE31-9F8B-F6FA-579B-89D713C588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1" name="rc1129">
              <a:extLst>
                <a:ext uri="{FF2B5EF4-FFF2-40B4-BE49-F238E27FC236}">
                  <a16:creationId xmlns:a16="http://schemas.microsoft.com/office/drawing/2014/main" id="{F94428F7-0012-76F0-4367-3B9C67D17E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2" name="rc1130">
              <a:extLst>
                <a:ext uri="{FF2B5EF4-FFF2-40B4-BE49-F238E27FC236}">
                  <a16:creationId xmlns:a16="http://schemas.microsoft.com/office/drawing/2014/main" id="{3FBDCEEE-90B7-A28E-5C7F-12CC43CC40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3" name="rc1131">
              <a:extLst>
                <a:ext uri="{FF2B5EF4-FFF2-40B4-BE49-F238E27FC236}">
                  <a16:creationId xmlns:a16="http://schemas.microsoft.com/office/drawing/2014/main" id="{172A1ED6-56CE-28AC-2BA6-33F481CAF3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4" name="rc1132">
              <a:extLst>
                <a:ext uri="{FF2B5EF4-FFF2-40B4-BE49-F238E27FC236}">
                  <a16:creationId xmlns:a16="http://schemas.microsoft.com/office/drawing/2014/main" id="{B9445CEF-B5CF-7E9D-3328-FDF0AAE0BE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5" name="rc1133">
              <a:extLst>
                <a:ext uri="{FF2B5EF4-FFF2-40B4-BE49-F238E27FC236}">
                  <a16:creationId xmlns:a16="http://schemas.microsoft.com/office/drawing/2014/main" id="{5C4F22BE-6E0D-BB63-4A07-BDDFC14987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6" name="rc1134">
              <a:extLst>
                <a:ext uri="{FF2B5EF4-FFF2-40B4-BE49-F238E27FC236}">
                  <a16:creationId xmlns:a16="http://schemas.microsoft.com/office/drawing/2014/main" id="{D0011987-C63A-9A9B-DFFF-51DB55E592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7" name="rc1135">
              <a:extLst>
                <a:ext uri="{FF2B5EF4-FFF2-40B4-BE49-F238E27FC236}">
                  <a16:creationId xmlns:a16="http://schemas.microsoft.com/office/drawing/2014/main" id="{5B62C299-A4E4-720D-2CD9-887CFB26DE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8" name="rc1136">
              <a:extLst>
                <a:ext uri="{FF2B5EF4-FFF2-40B4-BE49-F238E27FC236}">
                  <a16:creationId xmlns:a16="http://schemas.microsoft.com/office/drawing/2014/main" id="{F3AC7023-D563-2197-C601-F378E2E79B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9" name="rc1137">
              <a:extLst>
                <a:ext uri="{FF2B5EF4-FFF2-40B4-BE49-F238E27FC236}">
                  <a16:creationId xmlns:a16="http://schemas.microsoft.com/office/drawing/2014/main" id="{8F4C3DC5-8CB7-4A2D-61EC-5CC4284A20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0" name="rc1138">
              <a:extLst>
                <a:ext uri="{FF2B5EF4-FFF2-40B4-BE49-F238E27FC236}">
                  <a16:creationId xmlns:a16="http://schemas.microsoft.com/office/drawing/2014/main" id="{B2CA04C9-CC1B-7661-9A41-1621D2F25D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1" name="rc1139">
              <a:extLst>
                <a:ext uri="{FF2B5EF4-FFF2-40B4-BE49-F238E27FC236}">
                  <a16:creationId xmlns:a16="http://schemas.microsoft.com/office/drawing/2014/main" id="{A8A3143D-1D56-6ECB-CDCC-80B75A4A35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2" name="rc1140">
              <a:extLst>
                <a:ext uri="{FF2B5EF4-FFF2-40B4-BE49-F238E27FC236}">
                  <a16:creationId xmlns:a16="http://schemas.microsoft.com/office/drawing/2014/main" id="{0BC64346-85BD-0D94-6FDA-9710C4BC1F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3" name="rc1141">
              <a:extLst>
                <a:ext uri="{FF2B5EF4-FFF2-40B4-BE49-F238E27FC236}">
                  <a16:creationId xmlns:a16="http://schemas.microsoft.com/office/drawing/2014/main" id="{EE868B29-1FB2-2DC4-1DA8-9A245FFF05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4" name="rc1142">
              <a:extLst>
                <a:ext uri="{FF2B5EF4-FFF2-40B4-BE49-F238E27FC236}">
                  <a16:creationId xmlns:a16="http://schemas.microsoft.com/office/drawing/2014/main" id="{997E6557-F657-E493-1373-A52F2BC539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5" name="rc1143">
              <a:extLst>
                <a:ext uri="{FF2B5EF4-FFF2-40B4-BE49-F238E27FC236}">
                  <a16:creationId xmlns:a16="http://schemas.microsoft.com/office/drawing/2014/main" id="{A0E2BD2D-5C1D-1C2D-52B4-958E05AC6B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6" name="rc1144">
              <a:extLst>
                <a:ext uri="{FF2B5EF4-FFF2-40B4-BE49-F238E27FC236}">
                  <a16:creationId xmlns:a16="http://schemas.microsoft.com/office/drawing/2014/main" id="{C0E9B858-6356-92E2-D8C4-2B82D4B1AE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7" name="rc1145">
              <a:extLst>
                <a:ext uri="{FF2B5EF4-FFF2-40B4-BE49-F238E27FC236}">
                  <a16:creationId xmlns:a16="http://schemas.microsoft.com/office/drawing/2014/main" id="{CD8245EC-3BFC-EABD-0FE8-891447988D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8" name="rc1146">
              <a:extLst>
                <a:ext uri="{FF2B5EF4-FFF2-40B4-BE49-F238E27FC236}">
                  <a16:creationId xmlns:a16="http://schemas.microsoft.com/office/drawing/2014/main" id="{DC08F55E-0488-8AF5-D610-86672B7A24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9" name="rc1147">
              <a:extLst>
                <a:ext uri="{FF2B5EF4-FFF2-40B4-BE49-F238E27FC236}">
                  <a16:creationId xmlns:a16="http://schemas.microsoft.com/office/drawing/2014/main" id="{F8532235-14E3-E2B3-3A95-0F0AEB9879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0" name="rc1148">
              <a:extLst>
                <a:ext uri="{FF2B5EF4-FFF2-40B4-BE49-F238E27FC236}">
                  <a16:creationId xmlns:a16="http://schemas.microsoft.com/office/drawing/2014/main" id="{6AC34C53-971A-8D2D-3278-062B767F74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1" name="rc1149">
              <a:extLst>
                <a:ext uri="{FF2B5EF4-FFF2-40B4-BE49-F238E27FC236}">
                  <a16:creationId xmlns:a16="http://schemas.microsoft.com/office/drawing/2014/main" id="{96154E9B-EF23-42F9-70B7-4C5506B149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2" name="rc1150">
              <a:extLst>
                <a:ext uri="{FF2B5EF4-FFF2-40B4-BE49-F238E27FC236}">
                  <a16:creationId xmlns:a16="http://schemas.microsoft.com/office/drawing/2014/main" id="{7E497A20-4387-A4DE-1523-E18A2E1B6B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3" name="rc1151">
              <a:extLst>
                <a:ext uri="{FF2B5EF4-FFF2-40B4-BE49-F238E27FC236}">
                  <a16:creationId xmlns:a16="http://schemas.microsoft.com/office/drawing/2014/main" id="{2935C33E-C2B4-FC0C-9395-493E82FFA4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4" name="rc1152">
              <a:extLst>
                <a:ext uri="{FF2B5EF4-FFF2-40B4-BE49-F238E27FC236}">
                  <a16:creationId xmlns:a16="http://schemas.microsoft.com/office/drawing/2014/main" id="{C156D162-B5A2-3636-A236-156F5F3291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5" name="rc1153">
              <a:extLst>
                <a:ext uri="{FF2B5EF4-FFF2-40B4-BE49-F238E27FC236}">
                  <a16:creationId xmlns:a16="http://schemas.microsoft.com/office/drawing/2014/main" id="{F42EA0B6-42D4-A68C-0D07-8C8B73EB32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6" name="rc1154">
              <a:extLst>
                <a:ext uri="{FF2B5EF4-FFF2-40B4-BE49-F238E27FC236}">
                  <a16:creationId xmlns:a16="http://schemas.microsoft.com/office/drawing/2014/main" id="{D0A2DB30-1B57-5252-1849-281B628211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7" name="rc1155">
              <a:extLst>
                <a:ext uri="{FF2B5EF4-FFF2-40B4-BE49-F238E27FC236}">
                  <a16:creationId xmlns:a16="http://schemas.microsoft.com/office/drawing/2014/main" id="{1EFFE057-0E40-B5F8-AB43-BAD88EB44D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8" name="rc1156">
              <a:extLst>
                <a:ext uri="{FF2B5EF4-FFF2-40B4-BE49-F238E27FC236}">
                  <a16:creationId xmlns:a16="http://schemas.microsoft.com/office/drawing/2014/main" id="{2E8D0489-C94D-1A55-24A5-DBCE163ABB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9" name="rc1157">
              <a:extLst>
                <a:ext uri="{FF2B5EF4-FFF2-40B4-BE49-F238E27FC236}">
                  <a16:creationId xmlns:a16="http://schemas.microsoft.com/office/drawing/2014/main" id="{1024135A-5D53-2863-4111-796C116F4B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0" name="rc1158">
              <a:extLst>
                <a:ext uri="{FF2B5EF4-FFF2-40B4-BE49-F238E27FC236}">
                  <a16:creationId xmlns:a16="http://schemas.microsoft.com/office/drawing/2014/main" id="{8186FA92-3480-2CD5-BC0D-B4BEC5D05E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1" name="rc1159">
              <a:extLst>
                <a:ext uri="{FF2B5EF4-FFF2-40B4-BE49-F238E27FC236}">
                  <a16:creationId xmlns:a16="http://schemas.microsoft.com/office/drawing/2014/main" id="{99B988F0-8CA0-BB23-1C9F-4D7B6117A2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2" name="rc1160">
              <a:extLst>
                <a:ext uri="{FF2B5EF4-FFF2-40B4-BE49-F238E27FC236}">
                  <a16:creationId xmlns:a16="http://schemas.microsoft.com/office/drawing/2014/main" id="{B5E48732-A4D6-D63E-7D1A-CC35D0A76B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3" name="rc1161">
              <a:extLst>
                <a:ext uri="{FF2B5EF4-FFF2-40B4-BE49-F238E27FC236}">
                  <a16:creationId xmlns:a16="http://schemas.microsoft.com/office/drawing/2014/main" id="{E48210D0-B4F5-AD0A-7000-0032C6F638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4" name="rc1162">
              <a:extLst>
                <a:ext uri="{FF2B5EF4-FFF2-40B4-BE49-F238E27FC236}">
                  <a16:creationId xmlns:a16="http://schemas.microsoft.com/office/drawing/2014/main" id="{8127B3CC-5042-E5E5-E969-86B3E1B0E0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5" name="rc1163">
              <a:extLst>
                <a:ext uri="{FF2B5EF4-FFF2-40B4-BE49-F238E27FC236}">
                  <a16:creationId xmlns:a16="http://schemas.microsoft.com/office/drawing/2014/main" id="{6A330CA4-8FAD-CD53-9C02-885E7920BE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6" name="rc1164">
              <a:extLst>
                <a:ext uri="{FF2B5EF4-FFF2-40B4-BE49-F238E27FC236}">
                  <a16:creationId xmlns:a16="http://schemas.microsoft.com/office/drawing/2014/main" id="{64211CDE-6C56-E1E0-B9E7-88308D0AA9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7" name="rc1165">
              <a:extLst>
                <a:ext uri="{FF2B5EF4-FFF2-40B4-BE49-F238E27FC236}">
                  <a16:creationId xmlns:a16="http://schemas.microsoft.com/office/drawing/2014/main" id="{FA914CFA-4D6B-7E5B-14AD-B4FFFB06AA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8" name="rc1166">
              <a:extLst>
                <a:ext uri="{FF2B5EF4-FFF2-40B4-BE49-F238E27FC236}">
                  <a16:creationId xmlns:a16="http://schemas.microsoft.com/office/drawing/2014/main" id="{88F73FB0-A86C-F021-683C-CFE2B3F483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9" name="rc1167">
              <a:extLst>
                <a:ext uri="{FF2B5EF4-FFF2-40B4-BE49-F238E27FC236}">
                  <a16:creationId xmlns:a16="http://schemas.microsoft.com/office/drawing/2014/main" id="{9EA8191C-D0C1-02B9-983F-AED187D11A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0" name="rc1168">
              <a:extLst>
                <a:ext uri="{FF2B5EF4-FFF2-40B4-BE49-F238E27FC236}">
                  <a16:creationId xmlns:a16="http://schemas.microsoft.com/office/drawing/2014/main" id="{59593AAA-C6AC-47E3-58DD-4B719AA3E7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1" name="rc1169">
              <a:extLst>
                <a:ext uri="{FF2B5EF4-FFF2-40B4-BE49-F238E27FC236}">
                  <a16:creationId xmlns:a16="http://schemas.microsoft.com/office/drawing/2014/main" id="{8BBAA68B-446C-82C6-0005-7C933275E9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2" name="rc1170">
              <a:extLst>
                <a:ext uri="{FF2B5EF4-FFF2-40B4-BE49-F238E27FC236}">
                  <a16:creationId xmlns:a16="http://schemas.microsoft.com/office/drawing/2014/main" id="{A14A6F46-23F8-ACD7-6D43-654115AD3A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3" name="rc1171">
              <a:extLst>
                <a:ext uri="{FF2B5EF4-FFF2-40B4-BE49-F238E27FC236}">
                  <a16:creationId xmlns:a16="http://schemas.microsoft.com/office/drawing/2014/main" id="{2B13B269-44A0-8B65-8D75-1EBEE23BA7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4" name="rc1172">
              <a:extLst>
                <a:ext uri="{FF2B5EF4-FFF2-40B4-BE49-F238E27FC236}">
                  <a16:creationId xmlns:a16="http://schemas.microsoft.com/office/drawing/2014/main" id="{F0D97FFD-FDA5-C8B7-BD2E-C7DAD964D4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5" name="rc1173">
              <a:extLst>
                <a:ext uri="{FF2B5EF4-FFF2-40B4-BE49-F238E27FC236}">
                  <a16:creationId xmlns:a16="http://schemas.microsoft.com/office/drawing/2014/main" id="{603E71EC-1B61-1685-1577-EA75898CB5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6" name="rc1174">
              <a:extLst>
                <a:ext uri="{FF2B5EF4-FFF2-40B4-BE49-F238E27FC236}">
                  <a16:creationId xmlns:a16="http://schemas.microsoft.com/office/drawing/2014/main" id="{31468F0B-B1A2-DD9C-7F41-5E8D939B15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7" name="rc1175">
              <a:extLst>
                <a:ext uri="{FF2B5EF4-FFF2-40B4-BE49-F238E27FC236}">
                  <a16:creationId xmlns:a16="http://schemas.microsoft.com/office/drawing/2014/main" id="{9DA24EDD-4A77-FE2E-970C-285FC08DED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8" name="rc1176">
              <a:extLst>
                <a:ext uri="{FF2B5EF4-FFF2-40B4-BE49-F238E27FC236}">
                  <a16:creationId xmlns:a16="http://schemas.microsoft.com/office/drawing/2014/main" id="{D427BB96-735F-9194-2408-4B994F2C87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9" name="rc1177">
              <a:extLst>
                <a:ext uri="{FF2B5EF4-FFF2-40B4-BE49-F238E27FC236}">
                  <a16:creationId xmlns:a16="http://schemas.microsoft.com/office/drawing/2014/main" id="{1A5E7B15-7CF2-37C5-3C8E-EB83D26EFD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0" name="rc1178">
              <a:extLst>
                <a:ext uri="{FF2B5EF4-FFF2-40B4-BE49-F238E27FC236}">
                  <a16:creationId xmlns:a16="http://schemas.microsoft.com/office/drawing/2014/main" id="{82E72068-7081-2B6E-B002-555EFCD884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1" name="rc1179">
              <a:extLst>
                <a:ext uri="{FF2B5EF4-FFF2-40B4-BE49-F238E27FC236}">
                  <a16:creationId xmlns:a16="http://schemas.microsoft.com/office/drawing/2014/main" id="{9D9455FA-6A89-4039-3C37-0B69A1064D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2" name="rc1180">
              <a:extLst>
                <a:ext uri="{FF2B5EF4-FFF2-40B4-BE49-F238E27FC236}">
                  <a16:creationId xmlns:a16="http://schemas.microsoft.com/office/drawing/2014/main" id="{3C097F49-1DB2-BDAC-0170-3653281585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3" name="rc1181">
              <a:extLst>
                <a:ext uri="{FF2B5EF4-FFF2-40B4-BE49-F238E27FC236}">
                  <a16:creationId xmlns:a16="http://schemas.microsoft.com/office/drawing/2014/main" id="{3D120359-B9DE-0566-A295-4EA5267A33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4" name="rc1182">
              <a:extLst>
                <a:ext uri="{FF2B5EF4-FFF2-40B4-BE49-F238E27FC236}">
                  <a16:creationId xmlns:a16="http://schemas.microsoft.com/office/drawing/2014/main" id="{70A3E7B7-7273-B191-56B8-69FE3A831F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5" name="rc1183">
              <a:extLst>
                <a:ext uri="{FF2B5EF4-FFF2-40B4-BE49-F238E27FC236}">
                  <a16:creationId xmlns:a16="http://schemas.microsoft.com/office/drawing/2014/main" id="{0A3CB9E2-0581-9BBF-0396-BEC859F5CC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6" name="rc1184">
              <a:extLst>
                <a:ext uri="{FF2B5EF4-FFF2-40B4-BE49-F238E27FC236}">
                  <a16:creationId xmlns:a16="http://schemas.microsoft.com/office/drawing/2014/main" id="{5D7BB255-AA6D-8908-7D21-C8C119E980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7" name="rc1185">
              <a:extLst>
                <a:ext uri="{FF2B5EF4-FFF2-40B4-BE49-F238E27FC236}">
                  <a16:creationId xmlns:a16="http://schemas.microsoft.com/office/drawing/2014/main" id="{414D879B-C4C7-E06F-14F5-6B89A25898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8" name="rc1186">
              <a:extLst>
                <a:ext uri="{FF2B5EF4-FFF2-40B4-BE49-F238E27FC236}">
                  <a16:creationId xmlns:a16="http://schemas.microsoft.com/office/drawing/2014/main" id="{26FFD29F-03E8-96C1-1204-9177B897E1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9" name="rc1187">
              <a:extLst>
                <a:ext uri="{FF2B5EF4-FFF2-40B4-BE49-F238E27FC236}">
                  <a16:creationId xmlns:a16="http://schemas.microsoft.com/office/drawing/2014/main" id="{596C51D4-7CB4-37D1-8139-C9C1099C60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0" name="rc1188">
              <a:extLst>
                <a:ext uri="{FF2B5EF4-FFF2-40B4-BE49-F238E27FC236}">
                  <a16:creationId xmlns:a16="http://schemas.microsoft.com/office/drawing/2014/main" id="{85722792-9EC7-EBDA-BA41-21087B9B95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1" name="rc1189">
              <a:extLst>
                <a:ext uri="{FF2B5EF4-FFF2-40B4-BE49-F238E27FC236}">
                  <a16:creationId xmlns:a16="http://schemas.microsoft.com/office/drawing/2014/main" id="{14729BF4-2C9D-EDB3-C1F1-DAFFAE8FCE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2" name="rc1190">
              <a:extLst>
                <a:ext uri="{FF2B5EF4-FFF2-40B4-BE49-F238E27FC236}">
                  <a16:creationId xmlns:a16="http://schemas.microsoft.com/office/drawing/2014/main" id="{9AB0FF7E-DCF6-B6B1-C9E3-3AB36CF453A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3" name="rc1191">
              <a:extLst>
                <a:ext uri="{FF2B5EF4-FFF2-40B4-BE49-F238E27FC236}">
                  <a16:creationId xmlns:a16="http://schemas.microsoft.com/office/drawing/2014/main" id="{A620BDED-F164-60C8-F8DC-F93834DA4E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4" name="rc1192">
              <a:extLst>
                <a:ext uri="{FF2B5EF4-FFF2-40B4-BE49-F238E27FC236}">
                  <a16:creationId xmlns:a16="http://schemas.microsoft.com/office/drawing/2014/main" id="{227767B7-9591-9449-79B5-A88085EA2A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5" name="rc1193">
              <a:extLst>
                <a:ext uri="{FF2B5EF4-FFF2-40B4-BE49-F238E27FC236}">
                  <a16:creationId xmlns:a16="http://schemas.microsoft.com/office/drawing/2014/main" id="{A600E106-56BE-C4F6-BD48-413E6DCDF5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6" name="rc1194">
              <a:extLst>
                <a:ext uri="{FF2B5EF4-FFF2-40B4-BE49-F238E27FC236}">
                  <a16:creationId xmlns:a16="http://schemas.microsoft.com/office/drawing/2014/main" id="{C9A4FEAA-A3CC-8D72-E4A9-A8FDC956F7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7" name="rc1195">
              <a:extLst>
                <a:ext uri="{FF2B5EF4-FFF2-40B4-BE49-F238E27FC236}">
                  <a16:creationId xmlns:a16="http://schemas.microsoft.com/office/drawing/2014/main" id="{6A6780F7-A2FC-FF5E-873B-FEE38FFD33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8" name="rc1196">
              <a:extLst>
                <a:ext uri="{FF2B5EF4-FFF2-40B4-BE49-F238E27FC236}">
                  <a16:creationId xmlns:a16="http://schemas.microsoft.com/office/drawing/2014/main" id="{51C91985-0A77-C55E-5A02-5B8D45A6C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9" name="rc1197">
              <a:extLst>
                <a:ext uri="{FF2B5EF4-FFF2-40B4-BE49-F238E27FC236}">
                  <a16:creationId xmlns:a16="http://schemas.microsoft.com/office/drawing/2014/main" id="{FC4981FB-0E62-D67B-4053-7BC6E80F03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0" name="rc1198">
              <a:extLst>
                <a:ext uri="{FF2B5EF4-FFF2-40B4-BE49-F238E27FC236}">
                  <a16:creationId xmlns:a16="http://schemas.microsoft.com/office/drawing/2014/main" id="{0E43B624-63E0-CDE9-626C-2A0A20484D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1" name="rc1199">
              <a:extLst>
                <a:ext uri="{FF2B5EF4-FFF2-40B4-BE49-F238E27FC236}">
                  <a16:creationId xmlns:a16="http://schemas.microsoft.com/office/drawing/2014/main" id="{9BB1B9DA-A3A2-FFC3-FA25-5A9CE124A7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2" name="rc1200">
              <a:extLst>
                <a:ext uri="{FF2B5EF4-FFF2-40B4-BE49-F238E27FC236}">
                  <a16:creationId xmlns:a16="http://schemas.microsoft.com/office/drawing/2014/main" id="{46DDB030-D23B-1EBE-7A81-87B744C756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3" name="rc1201">
              <a:extLst>
                <a:ext uri="{FF2B5EF4-FFF2-40B4-BE49-F238E27FC236}">
                  <a16:creationId xmlns:a16="http://schemas.microsoft.com/office/drawing/2014/main" id="{09AE74D5-6F5E-AD23-FCF3-A5ECF12752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4" name="rc1202">
              <a:extLst>
                <a:ext uri="{FF2B5EF4-FFF2-40B4-BE49-F238E27FC236}">
                  <a16:creationId xmlns:a16="http://schemas.microsoft.com/office/drawing/2014/main" id="{A1071B03-2C4B-E3C5-AEBB-BF0E90525E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5" name="rc1203">
              <a:extLst>
                <a:ext uri="{FF2B5EF4-FFF2-40B4-BE49-F238E27FC236}">
                  <a16:creationId xmlns:a16="http://schemas.microsoft.com/office/drawing/2014/main" id="{AE73EB19-6F91-F03B-715D-0ADBBB661E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6" name="rc1204">
              <a:extLst>
                <a:ext uri="{FF2B5EF4-FFF2-40B4-BE49-F238E27FC236}">
                  <a16:creationId xmlns:a16="http://schemas.microsoft.com/office/drawing/2014/main" id="{8BC08228-9FA8-D1CD-8D52-FA68FCCFE3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7" name="rc1205">
              <a:extLst>
                <a:ext uri="{FF2B5EF4-FFF2-40B4-BE49-F238E27FC236}">
                  <a16:creationId xmlns:a16="http://schemas.microsoft.com/office/drawing/2014/main" id="{47F10F30-D32D-86FE-0B77-F625447827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8" name="rc1206">
              <a:extLst>
                <a:ext uri="{FF2B5EF4-FFF2-40B4-BE49-F238E27FC236}">
                  <a16:creationId xmlns:a16="http://schemas.microsoft.com/office/drawing/2014/main" id="{F114B2E8-13EB-3EC8-CF8B-FCAA69416F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9" name="rc1207">
              <a:extLst>
                <a:ext uri="{FF2B5EF4-FFF2-40B4-BE49-F238E27FC236}">
                  <a16:creationId xmlns:a16="http://schemas.microsoft.com/office/drawing/2014/main" id="{4D1A2DB6-2BCA-FA7A-244E-08F932FF16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0" name="rc1208">
              <a:extLst>
                <a:ext uri="{FF2B5EF4-FFF2-40B4-BE49-F238E27FC236}">
                  <a16:creationId xmlns:a16="http://schemas.microsoft.com/office/drawing/2014/main" id="{52DEA742-3502-DE2B-9762-E40B636327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1" name="rc1209">
              <a:extLst>
                <a:ext uri="{FF2B5EF4-FFF2-40B4-BE49-F238E27FC236}">
                  <a16:creationId xmlns:a16="http://schemas.microsoft.com/office/drawing/2014/main" id="{D04496D5-F244-7C1A-EB39-E13E25CF84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2" name="rc1210">
              <a:extLst>
                <a:ext uri="{FF2B5EF4-FFF2-40B4-BE49-F238E27FC236}">
                  <a16:creationId xmlns:a16="http://schemas.microsoft.com/office/drawing/2014/main" id="{9C8485FB-CAE9-26C6-3481-B48D86A7B5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3" name="rc1211">
              <a:extLst>
                <a:ext uri="{FF2B5EF4-FFF2-40B4-BE49-F238E27FC236}">
                  <a16:creationId xmlns:a16="http://schemas.microsoft.com/office/drawing/2014/main" id="{1446E055-0B54-AFB7-4559-ED78CE5353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4" name="rc1212">
              <a:extLst>
                <a:ext uri="{FF2B5EF4-FFF2-40B4-BE49-F238E27FC236}">
                  <a16:creationId xmlns:a16="http://schemas.microsoft.com/office/drawing/2014/main" id="{94205834-5A77-7C45-286E-3C2E67797F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5" name="rc1213">
              <a:extLst>
                <a:ext uri="{FF2B5EF4-FFF2-40B4-BE49-F238E27FC236}">
                  <a16:creationId xmlns:a16="http://schemas.microsoft.com/office/drawing/2014/main" id="{6560E218-C8B3-809E-E6B0-2D8C76EF62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6" name="rc1214">
              <a:extLst>
                <a:ext uri="{FF2B5EF4-FFF2-40B4-BE49-F238E27FC236}">
                  <a16:creationId xmlns:a16="http://schemas.microsoft.com/office/drawing/2014/main" id="{175F4D74-A31D-D0AB-D116-513EF69D84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7" name="rc1215">
              <a:extLst>
                <a:ext uri="{FF2B5EF4-FFF2-40B4-BE49-F238E27FC236}">
                  <a16:creationId xmlns:a16="http://schemas.microsoft.com/office/drawing/2014/main" id="{C264CED4-A563-B080-C103-6142BEDA55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8" name="rc1216">
              <a:extLst>
                <a:ext uri="{FF2B5EF4-FFF2-40B4-BE49-F238E27FC236}">
                  <a16:creationId xmlns:a16="http://schemas.microsoft.com/office/drawing/2014/main" id="{8DAB805E-04EB-5B78-75D6-67E8B7AE34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9" name="rc1217">
              <a:extLst>
                <a:ext uri="{FF2B5EF4-FFF2-40B4-BE49-F238E27FC236}">
                  <a16:creationId xmlns:a16="http://schemas.microsoft.com/office/drawing/2014/main" id="{CC6628A4-E561-99A2-BEC3-57716E6800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0" name="rc1218">
              <a:extLst>
                <a:ext uri="{FF2B5EF4-FFF2-40B4-BE49-F238E27FC236}">
                  <a16:creationId xmlns:a16="http://schemas.microsoft.com/office/drawing/2014/main" id="{0FD06B78-6AA3-C886-8EF5-76CADD14F2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1" name="rc1219">
              <a:extLst>
                <a:ext uri="{FF2B5EF4-FFF2-40B4-BE49-F238E27FC236}">
                  <a16:creationId xmlns:a16="http://schemas.microsoft.com/office/drawing/2014/main" id="{B3D6EEAF-B27E-ADEB-C9A6-0991402DF7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2" name="rc1220">
              <a:extLst>
                <a:ext uri="{FF2B5EF4-FFF2-40B4-BE49-F238E27FC236}">
                  <a16:creationId xmlns:a16="http://schemas.microsoft.com/office/drawing/2014/main" id="{786C7848-B105-94E6-7624-45C1B8CF0E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3" name="rc1221">
              <a:extLst>
                <a:ext uri="{FF2B5EF4-FFF2-40B4-BE49-F238E27FC236}">
                  <a16:creationId xmlns:a16="http://schemas.microsoft.com/office/drawing/2014/main" id="{CCBD5236-4B9B-C244-F721-A310C389DE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4" name="rc1222">
              <a:extLst>
                <a:ext uri="{FF2B5EF4-FFF2-40B4-BE49-F238E27FC236}">
                  <a16:creationId xmlns:a16="http://schemas.microsoft.com/office/drawing/2014/main" id="{7682B13D-8A3D-EF80-7042-4A8DFAA149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5" name="rc1223">
              <a:extLst>
                <a:ext uri="{FF2B5EF4-FFF2-40B4-BE49-F238E27FC236}">
                  <a16:creationId xmlns:a16="http://schemas.microsoft.com/office/drawing/2014/main" id="{BED90DA7-C204-B199-28DF-9504A0C813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6" name="rc1224">
              <a:extLst>
                <a:ext uri="{FF2B5EF4-FFF2-40B4-BE49-F238E27FC236}">
                  <a16:creationId xmlns:a16="http://schemas.microsoft.com/office/drawing/2014/main" id="{404A8055-3A66-984C-0969-D219D6A3B7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7" name="rc1225">
              <a:extLst>
                <a:ext uri="{FF2B5EF4-FFF2-40B4-BE49-F238E27FC236}">
                  <a16:creationId xmlns:a16="http://schemas.microsoft.com/office/drawing/2014/main" id="{B5B565AD-34E3-AE61-719A-D76A4B470D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8" name="rc1226">
              <a:extLst>
                <a:ext uri="{FF2B5EF4-FFF2-40B4-BE49-F238E27FC236}">
                  <a16:creationId xmlns:a16="http://schemas.microsoft.com/office/drawing/2014/main" id="{A1ED4025-0CD5-7377-A5EC-38F839038B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9" name="rc1227">
              <a:extLst>
                <a:ext uri="{FF2B5EF4-FFF2-40B4-BE49-F238E27FC236}">
                  <a16:creationId xmlns:a16="http://schemas.microsoft.com/office/drawing/2014/main" id="{A4423661-C2A9-F352-A5DD-0257FADAB3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0" name="rc1228">
              <a:extLst>
                <a:ext uri="{FF2B5EF4-FFF2-40B4-BE49-F238E27FC236}">
                  <a16:creationId xmlns:a16="http://schemas.microsoft.com/office/drawing/2014/main" id="{949EBF2E-9A31-2436-BA76-09E6B6352C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1" name="rc1229">
              <a:extLst>
                <a:ext uri="{FF2B5EF4-FFF2-40B4-BE49-F238E27FC236}">
                  <a16:creationId xmlns:a16="http://schemas.microsoft.com/office/drawing/2014/main" id="{6039BF7D-B384-9F0A-98C1-43F1C8642E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2" name="rc1230">
              <a:extLst>
                <a:ext uri="{FF2B5EF4-FFF2-40B4-BE49-F238E27FC236}">
                  <a16:creationId xmlns:a16="http://schemas.microsoft.com/office/drawing/2014/main" id="{92DC2AD7-8C45-A461-EF28-E0B1341A5E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3" name="rc1231">
              <a:extLst>
                <a:ext uri="{FF2B5EF4-FFF2-40B4-BE49-F238E27FC236}">
                  <a16:creationId xmlns:a16="http://schemas.microsoft.com/office/drawing/2014/main" id="{A58EEDD7-18FC-5214-DBE1-EC7F979A90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4" name="rc1232">
              <a:extLst>
                <a:ext uri="{FF2B5EF4-FFF2-40B4-BE49-F238E27FC236}">
                  <a16:creationId xmlns:a16="http://schemas.microsoft.com/office/drawing/2014/main" id="{E5BA2FCF-0699-ABD7-32BF-5CD9197648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5" name="rc1233">
              <a:extLst>
                <a:ext uri="{FF2B5EF4-FFF2-40B4-BE49-F238E27FC236}">
                  <a16:creationId xmlns:a16="http://schemas.microsoft.com/office/drawing/2014/main" id="{0F0FE7A3-4161-733A-AEA1-475A7FEC92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6" name="rc1234">
              <a:extLst>
                <a:ext uri="{FF2B5EF4-FFF2-40B4-BE49-F238E27FC236}">
                  <a16:creationId xmlns:a16="http://schemas.microsoft.com/office/drawing/2014/main" id="{37C9ED10-502B-11F7-0304-D5B251EAD9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7" name="rc1235">
              <a:extLst>
                <a:ext uri="{FF2B5EF4-FFF2-40B4-BE49-F238E27FC236}">
                  <a16:creationId xmlns:a16="http://schemas.microsoft.com/office/drawing/2014/main" id="{C43CE6C8-7515-6374-B1FF-E4B62F1918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8" name="rc1236">
              <a:extLst>
                <a:ext uri="{FF2B5EF4-FFF2-40B4-BE49-F238E27FC236}">
                  <a16:creationId xmlns:a16="http://schemas.microsoft.com/office/drawing/2014/main" id="{25E21D0B-711F-F58F-ED15-8A0B27EE30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9" name="rc1237">
              <a:extLst>
                <a:ext uri="{FF2B5EF4-FFF2-40B4-BE49-F238E27FC236}">
                  <a16:creationId xmlns:a16="http://schemas.microsoft.com/office/drawing/2014/main" id="{DDD868AB-8BEA-4367-4EDE-C6560CF5DD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0" name="rc1238">
              <a:extLst>
                <a:ext uri="{FF2B5EF4-FFF2-40B4-BE49-F238E27FC236}">
                  <a16:creationId xmlns:a16="http://schemas.microsoft.com/office/drawing/2014/main" id="{3484A3D6-8AD9-41BF-CDA8-33A642A1B7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1" name="rc1239">
              <a:extLst>
                <a:ext uri="{FF2B5EF4-FFF2-40B4-BE49-F238E27FC236}">
                  <a16:creationId xmlns:a16="http://schemas.microsoft.com/office/drawing/2014/main" id="{F7FFF979-4B48-59B1-EED2-3816ABB4B6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2" name="rc1240">
              <a:extLst>
                <a:ext uri="{FF2B5EF4-FFF2-40B4-BE49-F238E27FC236}">
                  <a16:creationId xmlns:a16="http://schemas.microsoft.com/office/drawing/2014/main" id="{4C3E3B08-D26D-4E4E-FA89-F161A5200F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3" name="rc1241">
              <a:extLst>
                <a:ext uri="{FF2B5EF4-FFF2-40B4-BE49-F238E27FC236}">
                  <a16:creationId xmlns:a16="http://schemas.microsoft.com/office/drawing/2014/main" id="{40403885-103D-CDF4-CC31-3F69454F6C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4" name="rc1242">
              <a:extLst>
                <a:ext uri="{FF2B5EF4-FFF2-40B4-BE49-F238E27FC236}">
                  <a16:creationId xmlns:a16="http://schemas.microsoft.com/office/drawing/2014/main" id="{4481DB7F-601F-6868-A73F-4497CB0C03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5" name="rc1243">
              <a:extLst>
                <a:ext uri="{FF2B5EF4-FFF2-40B4-BE49-F238E27FC236}">
                  <a16:creationId xmlns:a16="http://schemas.microsoft.com/office/drawing/2014/main" id="{80BA3B47-673F-099A-B581-6FFE137854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6" name="rc1244">
              <a:extLst>
                <a:ext uri="{FF2B5EF4-FFF2-40B4-BE49-F238E27FC236}">
                  <a16:creationId xmlns:a16="http://schemas.microsoft.com/office/drawing/2014/main" id="{1D382082-50AA-100C-EEE4-05E3604C7F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7" name="rc1245">
              <a:extLst>
                <a:ext uri="{FF2B5EF4-FFF2-40B4-BE49-F238E27FC236}">
                  <a16:creationId xmlns:a16="http://schemas.microsoft.com/office/drawing/2014/main" id="{10B7F4CF-DCB4-8319-9A6F-D9D43DDB5D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8" name="rc1246">
              <a:extLst>
                <a:ext uri="{FF2B5EF4-FFF2-40B4-BE49-F238E27FC236}">
                  <a16:creationId xmlns:a16="http://schemas.microsoft.com/office/drawing/2014/main" id="{F839D60F-E0E6-228E-1A13-DA1F5DC6E6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9" name="rc1247">
              <a:extLst>
                <a:ext uri="{FF2B5EF4-FFF2-40B4-BE49-F238E27FC236}">
                  <a16:creationId xmlns:a16="http://schemas.microsoft.com/office/drawing/2014/main" id="{F878C498-783D-8F00-E8E5-FA948F1061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0" name="rc1248">
              <a:extLst>
                <a:ext uri="{FF2B5EF4-FFF2-40B4-BE49-F238E27FC236}">
                  <a16:creationId xmlns:a16="http://schemas.microsoft.com/office/drawing/2014/main" id="{16AE9FE9-D201-6DE7-3D80-E5E758B65F4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1" name="rc1249">
              <a:extLst>
                <a:ext uri="{FF2B5EF4-FFF2-40B4-BE49-F238E27FC236}">
                  <a16:creationId xmlns:a16="http://schemas.microsoft.com/office/drawing/2014/main" id="{39835822-D880-74EC-D8E1-13F892F58B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2" name="rc1250">
              <a:extLst>
                <a:ext uri="{FF2B5EF4-FFF2-40B4-BE49-F238E27FC236}">
                  <a16:creationId xmlns:a16="http://schemas.microsoft.com/office/drawing/2014/main" id="{5AB267ED-95D0-99E4-91E6-BC282F739E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3" name="rc1251">
              <a:extLst>
                <a:ext uri="{FF2B5EF4-FFF2-40B4-BE49-F238E27FC236}">
                  <a16:creationId xmlns:a16="http://schemas.microsoft.com/office/drawing/2014/main" id="{2C338368-6E1F-F581-66F5-6EF458380A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4" name="rc1252">
              <a:extLst>
                <a:ext uri="{FF2B5EF4-FFF2-40B4-BE49-F238E27FC236}">
                  <a16:creationId xmlns:a16="http://schemas.microsoft.com/office/drawing/2014/main" id="{62809FAD-D84C-AE01-B431-88E35D2635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5" name="rc1253">
              <a:extLst>
                <a:ext uri="{FF2B5EF4-FFF2-40B4-BE49-F238E27FC236}">
                  <a16:creationId xmlns:a16="http://schemas.microsoft.com/office/drawing/2014/main" id="{6B6C0992-6649-7F3A-13C6-58BDFD85FB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6" name="rc1254">
              <a:extLst>
                <a:ext uri="{FF2B5EF4-FFF2-40B4-BE49-F238E27FC236}">
                  <a16:creationId xmlns:a16="http://schemas.microsoft.com/office/drawing/2014/main" id="{20439961-895D-5C03-87C8-E693AD4517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7" name="rc1255">
              <a:extLst>
                <a:ext uri="{FF2B5EF4-FFF2-40B4-BE49-F238E27FC236}">
                  <a16:creationId xmlns:a16="http://schemas.microsoft.com/office/drawing/2014/main" id="{2B44FC49-D609-FF7D-A8D3-8DD229A417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8" name="rc1256">
              <a:extLst>
                <a:ext uri="{FF2B5EF4-FFF2-40B4-BE49-F238E27FC236}">
                  <a16:creationId xmlns:a16="http://schemas.microsoft.com/office/drawing/2014/main" id="{CFC0047C-66AB-9908-A43C-AC3EE26510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9" name="rc1257">
              <a:extLst>
                <a:ext uri="{FF2B5EF4-FFF2-40B4-BE49-F238E27FC236}">
                  <a16:creationId xmlns:a16="http://schemas.microsoft.com/office/drawing/2014/main" id="{3791805E-DCF9-C841-8B50-30A7663391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0" name="rc1258">
              <a:extLst>
                <a:ext uri="{FF2B5EF4-FFF2-40B4-BE49-F238E27FC236}">
                  <a16:creationId xmlns:a16="http://schemas.microsoft.com/office/drawing/2014/main" id="{5C2C4CDE-D695-BA69-58F5-A591AA8F87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1" name="rc1259">
              <a:extLst>
                <a:ext uri="{FF2B5EF4-FFF2-40B4-BE49-F238E27FC236}">
                  <a16:creationId xmlns:a16="http://schemas.microsoft.com/office/drawing/2014/main" id="{A658D4DD-B515-3EAB-D52D-705B687BB8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2" name="rc1260">
              <a:extLst>
                <a:ext uri="{FF2B5EF4-FFF2-40B4-BE49-F238E27FC236}">
                  <a16:creationId xmlns:a16="http://schemas.microsoft.com/office/drawing/2014/main" id="{7A70DC82-D769-19E3-9A0D-B72EC3ABE4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3" name="rc1261">
              <a:extLst>
                <a:ext uri="{FF2B5EF4-FFF2-40B4-BE49-F238E27FC236}">
                  <a16:creationId xmlns:a16="http://schemas.microsoft.com/office/drawing/2014/main" id="{E305B497-B33E-6E8E-475E-1603CF7054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4" name="rc1262">
              <a:extLst>
                <a:ext uri="{FF2B5EF4-FFF2-40B4-BE49-F238E27FC236}">
                  <a16:creationId xmlns:a16="http://schemas.microsoft.com/office/drawing/2014/main" id="{AE857AE2-06C3-CA93-262D-FE6DEE8CB0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5" name="rc1263">
              <a:extLst>
                <a:ext uri="{FF2B5EF4-FFF2-40B4-BE49-F238E27FC236}">
                  <a16:creationId xmlns:a16="http://schemas.microsoft.com/office/drawing/2014/main" id="{7449461A-67F9-170E-713C-8DCB7A30EA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6" name="rc1264">
              <a:extLst>
                <a:ext uri="{FF2B5EF4-FFF2-40B4-BE49-F238E27FC236}">
                  <a16:creationId xmlns:a16="http://schemas.microsoft.com/office/drawing/2014/main" id="{604C636B-A17D-C06C-5CA7-76682AC4A1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7" name="rc1265">
              <a:extLst>
                <a:ext uri="{FF2B5EF4-FFF2-40B4-BE49-F238E27FC236}">
                  <a16:creationId xmlns:a16="http://schemas.microsoft.com/office/drawing/2014/main" id="{E76C40AA-C69C-5391-EB56-343B2E7829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8" name="rc1266">
              <a:extLst>
                <a:ext uri="{FF2B5EF4-FFF2-40B4-BE49-F238E27FC236}">
                  <a16:creationId xmlns:a16="http://schemas.microsoft.com/office/drawing/2014/main" id="{50BE0274-D12A-DFCC-FB38-7B7DDD5472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9" name="rc1267">
              <a:extLst>
                <a:ext uri="{FF2B5EF4-FFF2-40B4-BE49-F238E27FC236}">
                  <a16:creationId xmlns:a16="http://schemas.microsoft.com/office/drawing/2014/main" id="{0C3F5BF7-8253-42D0-3531-5265002E06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0" name="rc1268">
              <a:extLst>
                <a:ext uri="{FF2B5EF4-FFF2-40B4-BE49-F238E27FC236}">
                  <a16:creationId xmlns:a16="http://schemas.microsoft.com/office/drawing/2014/main" id="{F0F0C1BF-1033-C5C5-CE84-82BF14A4BC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1" name="rc1269">
              <a:extLst>
                <a:ext uri="{FF2B5EF4-FFF2-40B4-BE49-F238E27FC236}">
                  <a16:creationId xmlns:a16="http://schemas.microsoft.com/office/drawing/2014/main" id="{1709D407-EB04-78B6-B638-687CE6CEB0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2" name="rc1270">
              <a:extLst>
                <a:ext uri="{FF2B5EF4-FFF2-40B4-BE49-F238E27FC236}">
                  <a16:creationId xmlns:a16="http://schemas.microsoft.com/office/drawing/2014/main" id="{FC5FABD0-5C6D-5C0F-26DD-CA668E635E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3" name="rc1271">
              <a:extLst>
                <a:ext uri="{FF2B5EF4-FFF2-40B4-BE49-F238E27FC236}">
                  <a16:creationId xmlns:a16="http://schemas.microsoft.com/office/drawing/2014/main" id="{C238A5DE-6DD8-0A94-B09A-FE86DC4096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4" name="rc1272">
              <a:extLst>
                <a:ext uri="{FF2B5EF4-FFF2-40B4-BE49-F238E27FC236}">
                  <a16:creationId xmlns:a16="http://schemas.microsoft.com/office/drawing/2014/main" id="{25DAA341-1282-1B5D-3A7E-CE978461F8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5" name="rc1273">
              <a:extLst>
                <a:ext uri="{FF2B5EF4-FFF2-40B4-BE49-F238E27FC236}">
                  <a16:creationId xmlns:a16="http://schemas.microsoft.com/office/drawing/2014/main" id="{42FB94E2-18BA-7EF0-F74A-E8A0DEF67D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6" name="rc1274">
              <a:extLst>
                <a:ext uri="{FF2B5EF4-FFF2-40B4-BE49-F238E27FC236}">
                  <a16:creationId xmlns:a16="http://schemas.microsoft.com/office/drawing/2014/main" id="{E1981EDB-D501-546D-A569-BECDD0F090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7" name="rc1275">
              <a:extLst>
                <a:ext uri="{FF2B5EF4-FFF2-40B4-BE49-F238E27FC236}">
                  <a16:creationId xmlns:a16="http://schemas.microsoft.com/office/drawing/2014/main" id="{7ABBEB8D-597C-0335-BA23-2A7EE48AB8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8" name="rc1276">
              <a:extLst>
                <a:ext uri="{FF2B5EF4-FFF2-40B4-BE49-F238E27FC236}">
                  <a16:creationId xmlns:a16="http://schemas.microsoft.com/office/drawing/2014/main" id="{DF2EACFE-E23F-BB16-CD5B-67C0C114B4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9" name="rc1277">
              <a:extLst>
                <a:ext uri="{FF2B5EF4-FFF2-40B4-BE49-F238E27FC236}">
                  <a16:creationId xmlns:a16="http://schemas.microsoft.com/office/drawing/2014/main" id="{FC278271-786F-EA81-6099-32ADF00DE0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0" name="rc1278">
              <a:extLst>
                <a:ext uri="{FF2B5EF4-FFF2-40B4-BE49-F238E27FC236}">
                  <a16:creationId xmlns:a16="http://schemas.microsoft.com/office/drawing/2014/main" id="{4D75D1AC-7017-0A43-10F7-527D3BEBC2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1" name="rc1279">
              <a:extLst>
                <a:ext uri="{FF2B5EF4-FFF2-40B4-BE49-F238E27FC236}">
                  <a16:creationId xmlns:a16="http://schemas.microsoft.com/office/drawing/2014/main" id="{46F3E755-CBF1-FA83-AA48-3CCA19AB91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2" name="rc1280">
              <a:extLst>
                <a:ext uri="{FF2B5EF4-FFF2-40B4-BE49-F238E27FC236}">
                  <a16:creationId xmlns:a16="http://schemas.microsoft.com/office/drawing/2014/main" id="{D228ED23-2688-EB8F-E923-DD50353062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3" name="rc1281">
              <a:extLst>
                <a:ext uri="{FF2B5EF4-FFF2-40B4-BE49-F238E27FC236}">
                  <a16:creationId xmlns:a16="http://schemas.microsoft.com/office/drawing/2014/main" id="{306DA8A3-0EFF-31E5-5AA5-CA83E384AF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4" name="rc1282">
              <a:extLst>
                <a:ext uri="{FF2B5EF4-FFF2-40B4-BE49-F238E27FC236}">
                  <a16:creationId xmlns:a16="http://schemas.microsoft.com/office/drawing/2014/main" id="{FD51B6BD-C300-8A16-962D-F025D1BCD0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5" name="rc1283">
              <a:extLst>
                <a:ext uri="{FF2B5EF4-FFF2-40B4-BE49-F238E27FC236}">
                  <a16:creationId xmlns:a16="http://schemas.microsoft.com/office/drawing/2014/main" id="{6E7F3E7F-9BEF-82C8-93E0-03852AEB5A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6" name="rc1284">
              <a:extLst>
                <a:ext uri="{FF2B5EF4-FFF2-40B4-BE49-F238E27FC236}">
                  <a16:creationId xmlns:a16="http://schemas.microsoft.com/office/drawing/2014/main" id="{24B3AC9A-DFA6-F77B-01F4-CF18765704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7" name="rc1285">
              <a:extLst>
                <a:ext uri="{FF2B5EF4-FFF2-40B4-BE49-F238E27FC236}">
                  <a16:creationId xmlns:a16="http://schemas.microsoft.com/office/drawing/2014/main" id="{EDDD667C-585E-F1B4-B12F-7E78571F3A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8" name="rc1286">
              <a:extLst>
                <a:ext uri="{FF2B5EF4-FFF2-40B4-BE49-F238E27FC236}">
                  <a16:creationId xmlns:a16="http://schemas.microsoft.com/office/drawing/2014/main" id="{9B827E9B-1DD4-E963-1EF9-88E8F14113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9" name="rc1287">
              <a:extLst>
                <a:ext uri="{FF2B5EF4-FFF2-40B4-BE49-F238E27FC236}">
                  <a16:creationId xmlns:a16="http://schemas.microsoft.com/office/drawing/2014/main" id="{1FECA9AD-BE2F-0C7F-9B3D-20883DEECF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0" name="rc1288">
              <a:extLst>
                <a:ext uri="{FF2B5EF4-FFF2-40B4-BE49-F238E27FC236}">
                  <a16:creationId xmlns:a16="http://schemas.microsoft.com/office/drawing/2014/main" id="{E7AB1F6A-3617-4671-BFD7-AAE767803E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1" name="rc1289">
              <a:extLst>
                <a:ext uri="{FF2B5EF4-FFF2-40B4-BE49-F238E27FC236}">
                  <a16:creationId xmlns:a16="http://schemas.microsoft.com/office/drawing/2014/main" id="{16895A14-5AFE-69A1-0822-BA543A91E0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2" name="rc1290">
              <a:extLst>
                <a:ext uri="{FF2B5EF4-FFF2-40B4-BE49-F238E27FC236}">
                  <a16:creationId xmlns:a16="http://schemas.microsoft.com/office/drawing/2014/main" id="{B887EF4F-72E8-DE0C-D14E-A16DB34D39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3" name="rc1291">
              <a:extLst>
                <a:ext uri="{FF2B5EF4-FFF2-40B4-BE49-F238E27FC236}">
                  <a16:creationId xmlns:a16="http://schemas.microsoft.com/office/drawing/2014/main" id="{6FE633EF-9761-82DE-80D4-BC24F8E9FD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4" name="rc1292">
              <a:extLst>
                <a:ext uri="{FF2B5EF4-FFF2-40B4-BE49-F238E27FC236}">
                  <a16:creationId xmlns:a16="http://schemas.microsoft.com/office/drawing/2014/main" id="{49BDABD2-4ACB-5129-E940-8CD2187524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5" name="rc1293">
              <a:extLst>
                <a:ext uri="{FF2B5EF4-FFF2-40B4-BE49-F238E27FC236}">
                  <a16:creationId xmlns:a16="http://schemas.microsoft.com/office/drawing/2014/main" id="{77BBC082-40AB-7701-8569-0B89D854CF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6" name="rc1294">
              <a:extLst>
                <a:ext uri="{FF2B5EF4-FFF2-40B4-BE49-F238E27FC236}">
                  <a16:creationId xmlns:a16="http://schemas.microsoft.com/office/drawing/2014/main" id="{7800D24E-EE7C-4E20-8A4C-FD933FB781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7" name="rc1295">
              <a:extLst>
                <a:ext uri="{FF2B5EF4-FFF2-40B4-BE49-F238E27FC236}">
                  <a16:creationId xmlns:a16="http://schemas.microsoft.com/office/drawing/2014/main" id="{64538BDE-3CEF-B706-0625-1CF6D12F95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8" name="rc1296">
              <a:extLst>
                <a:ext uri="{FF2B5EF4-FFF2-40B4-BE49-F238E27FC236}">
                  <a16:creationId xmlns:a16="http://schemas.microsoft.com/office/drawing/2014/main" id="{2EE1C99B-1AE5-FAAF-110E-B9E7DBED96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9" name="rc1297">
              <a:extLst>
                <a:ext uri="{FF2B5EF4-FFF2-40B4-BE49-F238E27FC236}">
                  <a16:creationId xmlns:a16="http://schemas.microsoft.com/office/drawing/2014/main" id="{CB55281F-BAF9-6E29-830E-EE416F913D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0" name="rc1298">
              <a:extLst>
                <a:ext uri="{FF2B5EF4-FFF2-40B4-BE49-F238E27FC236}">
                  <a16:creationId xmlns:a16="http://schemas.microsoft.com/office/drawing/2014/main" id="{553A6FDA-EFA6-0AF3-3E83-828C4BB666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1" name="rc1299">
              <a:extLst>
                <a:ext uri="{FF2B5EF4-FFF2-40B4-BE49-F238E27FC236}">
                  <a16:creationId xmlns:a16="http://schemas.microsoft.com/office/drawing/2014/main" id="{2F769C5A-DF7F-148A-1F80-CFE4444098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2" name="rc1300">
              <a:extLst>
                <a:ext uri="{FF2B5EF4-FFF2-40B4-BE49-F238E27FC236}">
                  <a16:creationId xmlns:a16="http://schemas.microsoft.com/office/drawing/2014/main" id="{66FE24EC-D9F0-F03E-D88D-8FC2D235A8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3" name="rc1301">
              <a:extLst>
                <a:ext uri="{FF2B5EF4-FFF2-40B4-BE49-F238E27FC236}">
                  <a16:creationId xmlns:a16="http://schemas.microsoft.com/office/drawing/2014/main" id="{9D75087D-C606-5A68-76F8-DD2DCFCFD1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4" name="rc1302">
              <a:extLst>
                <a:ext uri="{FF2B5EF4-FFF2-40B4-BE49-F238E27FC236}">
                  <a16:creationId xmlns:a16="http://schemas.microsoft.com/office/drawing/2014/main" id="{147F44D5-11C3-DF9B-B9FB-0FAB86739D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5" name="rc1303">
              <a:extLst>
                <a:ext uri="{FF2B5EF4-FFF2-40B4-BE49-F238E27FC236}">
                  <a16:creationId xmlns:a16="http://schemas.microsoft.com/office/drawing/2014/main" id="{18F1038B-B984-006C-C5C0-5CB4145759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6" name="rc1304">
              <a:extLst>
                <a:ext uri="{FF2B5EF4-FFF2-40B4-BE49-F238E27FC236}">
                  <a16:creationId xmlns:a16="http://schemas.microsoft.com/office/drawing/2014/main" id="{64778D77-A849-0D36-E3DC-7F23B921F3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7" name="rc1305">
              <a:extLst>
                <a:ext uri="{FF2B5EF4-FFF2-40B4-BE49-F238E27FC236}">
                  <a16:creationId xmlns:a16="http://schemas.microsoft.com/office/drawing/2014/main" id="{1006C337-AFF9-9D4E-BFE0-30C26E10CE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8" name="rc1306">
              <a:extLst>
                <a:ext uri="{FF2B5EF4-FFF2-40B4-BE49-F238E27FC236}">
                  <a16:creationId xmlns:a16="http://schemas.microsoft.com/office/drawing/2014/main" id="{4DE9C522-E6CB-C375-66A6-14E1B40F08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9" name="rc1307">
              <a:extLst>
                <a:ext uri="{FF2B5EF4-FFF2-40B4-BE49-F238E27FC236}">
                  <a16:creationId xmlns:a16="http://schemas.microsoft.com/office/drawing/2014/main" id="{AD0A609B-1C30-B735-4006-5E7E896C0F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0" name="rc1308">
              <a:extLst>
                <a:ext uri="{FF2B5EF4-FFF2-40B4-BE49-F238E27FC236}">
                  <a16:creationId xmlns:a16="http://schemas.microsoft.com/office/drawing/2014/main" id="{5F0C6976-8030-4405-04F0-4EAED6B6EC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1" name="rc1309">
              <a:extLst>
                <a:ext uri="{FF2B5EF4-FFF2-40B4-BE49-F238E27FC236}">
                  <a16:creationId xmlns:a16="http://schemas.microsoft.com/office/drawing/2014/main" id="{408E7965-658D-F083-38E8-A377EFFCA7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2" name="rc1310">
              <a:extLst>
                <a:ext uri="{FF2B5EF4-FFF2-40B4-BE49-F238E27FC236}">
                  <a16:creationId xmlns:a16="http://schemas.microsoft.com/office/drawing/2014/main" id="{797EEEF7-8CC9-F582-CCAD-84E7EE7A0B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3" name="rc1311">
              <a:extLst>
                <a:ext uri="{FF2B5EF4-FFF2-40B4-BE49-F238E27FC236}">
                  <a16:creationId xmlns:a16="http://schemas.microsoft.com/office/drawing/2014/main" id="{00CC2CC6-FD89-95C8-759E-B2EC82CAF6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4" name="rc1312">
              <a:extLst>
                <a:ext uri="{FF2B5EF4-FFF2-40B4-BE49-F238E27FC236}">
                  <a16:creationId xmlns:a16="http://schemas.microsoft.com/office/drawing/2014/main" id="{185AA28F-EAB1-2D04-9CF0-BAC2CF4179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5" name="rc1313">
              <a:extLst>
                <a:ext uri="{FF2B5EF4-FFF2-40B4-BE49-F238E27FC236}">
                  <a16:creationId xmlns:a16="http://schemas.microsoft.com/office/drawing/2014/main" id="{552B91DE-7184-DCF9-52E3-1965A87C19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6" name="rc1314">
              <a:extLst>
                <a:ext uri="{FF2B5EF4-FFF2-40B4-BE49-F238E27FC236}">
                  <a16:creationId xmlns:a16="http://schemas.microsoft.com/office/drawing/2014/main" id="{22206BFA-A5A7-5587-8486-9A0996512A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7" name="rc1315">
              <a:extLst>
                <a:ext uri="{FF2B5EF4-FFF2-40B4-BE49-F238E27FC236}">
                  <a16:creationId xmlns:a16="http://schemas.microsoft.com/office/drawing/2014/main" id="{BC007741-7B4D-1F81-5879-49E259FE3C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8" name="rc1316">
              <a:extLst>
                <a:ext uri="{FF2B5EF4-FFF2-40B4-BE49-F238E27FC236}">
                  <a16:creationId xmlns:a16="http://schemas.microsoft.com/office/drawing/2014/main" id="{D1B949B7-768D-3401-AE14-B63F4CDD55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9" name="rc1317">
              <a:extLst>
                <a:ext uri="{FF2B5EF4-FFF2-40B4-BE49-F238E27FC236}">
                  <a16:creationId xmlns:a16="http://schemas.microsoft.com/office/drawing/2014/main" id="{344547AE-2E2C-A19A-1B53-AAD3D59879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0" name="rc1318">
              <a:extLst>
                <a:ext uri="{FF2B5EF4-FFF2-40B4-BE49-F238E27FC236}">
                  <a16:creationId xmlns:a16="http://schemas.microsoft.com/office/drawing/2014/main" id="{4B71D0CF-21C0-A0B3-87DF-94A91D94A2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1" name="rc1319">
              <a:extLst>
                <a:ext uri="{FF2B5EF4-FFF2-40B4-BE49-F238E27FC236}">
                  <a16:creationId xmlns:a16="http://schemas.microsoft.com/office/drawing/2014/main" id="{BFEE2025-2BB2-8736-7EB2-873106DF84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2" name="rc1320">
              <a:extLst>
                <a:ext uri="{FF2B5EF4-FFF2-40B4-BE49-F238E27FC236}">
                  <a16:creationId xmlns:a16="http://schemas.microsoft.com/office/drawing/2014/main" id="{BF673320-B10C-684D-1501-B35A994A43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3" name="rc1321">
              <a:extLst>
                <a:ext uri="{FF2B5EF4-FFF2-40B4-BE49-F238E27FC236}">
                  <a16:creationId xmlns:a16="http://schemas.microsoft.com/office/drawing/2014/main" id="{F3230CF4-1BC0-0CA9-1728-BEBFC2813A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4" name="rc1322">
              <a:extLst>
                <a:ext uri="{FF2B5EF4-FFF2-40B4-BE49-F238E27FC236}">
                  <a16:creationId xmlns:a16="http://schemas.microsoft.com/office/drawing/2014/main" id="{FB6531A2-A422-D684-54D4-73C825A36F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5" name="rc1323">
              <a:extLst>
                <a:ext uri="{FF2B5EF4-FFF2-40B4-BE49-F238E27FC236}">
                  <a16:creationId xmlns:a16="http://schemas.microsoft.com/office/drawing/2014/main" id="{93424BD2-2357-A9F4-F3F7-A816A313DD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6" name="rc1324">
              <a:extLst>
                <a:ext uri="{FF2B5EF4-FFF2-40B4-BE49-F238E27FC236}">
                  <a16:creationId xmlns:a16="http://schemas.microsoft.com/office/drawing/2014/main" id="{0E40CA51-A8BF-50B8-6295-C2BFCFDAA9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7" name="rc1325">
              <a:extLst>
                <a:ext uri="{FF2B5EF4-FFF2-40B4-BE49-F238E27FC236}">
                  <a16:creationId xmlns:a16="http://schemas.microsoft.com/office/drawing/2014/main" id="{A66F39CA-6F38-52D5-6BB0-20A4C590B6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8" name="rc1326">
              <a:extLst>
                <a:ext uri="{FF2B5EF4-FFF2-40B4-BE49-F238E27FC236}">
                  <a16:creationId xmlns:a16="http://schemas.microsoft.com/office/drawing/2014/main" id="{EEBD7C42-1BE7-A9A6-7733-405B87BF12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9" name="rc1327">
              <a:extLst>
                <a:ext uri="{FF2B5EF4-FFF2-40B4-BE49-F238E27FC236}">
                  <a16:creationId xmlns:a16="http://schemas.microsoft.com/office/drawing/2014/main" id="{5691E6DD-6D8B-B240-53EF-B95CAC44A5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0" name="rc1328">
              <a:extLst>
                <a:ext uri="{FF2B5EF4-FFF2-40B4-BE49-F238E27FC236}">
                  <a16:creationId xmlns:a16="http://schemas.microsoft.com/office/drawing/2014/main" id="{D3770B16-621D-47EB-D162-7C74F0319B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1" name="rc1329">
              <a:extLst>
                <a:ext uri="{FF2B5EF4-FFF2-40B4-BE49-F238E27FC236}">
                  <a16:creationId xmlns:a16="http://schemas.microsoft.com/office/drawing/2014/main" id="{D04931EF-AD0A-7E69-7177-65DD2914BE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2" name="rc1330">
              <a:extLst>
                <a:ext uri="{FF2B5EF4-FFF2-40B4-BE49-F238E27FC236}">
                  <a16:creationId xmlns:a16="http://schemas.microsoft.com/office/drawing/2014/main" id="{E8E93E05-4E34-AEC2-A844-38E979A242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3" name="rc1331">
              <a:extLst>
                <a:ext uri="{FF2B5EF4-FFF2-40B4-BE49-F238E27FC236}">
                  <a16:creationId xmlns:a16="http://schemas.microsoft.com/office/drawing/2014/main" id="{A6F715C0-1D78-173B-B17C-BA8C158FD4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4" name="rc1332">
              <a:extLst>
                <a:ext uri="{FF2B5EF4-FFF2-40B4-BE49-F238E27FC236}">
                  <a16:creationId xmlns:a16="http://schemas.microsoft.com/office/drawing/2014/main" id="{C542577E-78B3-7595-A6AD-209A537F50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5" name="rc1333">
              <a:extLst>
                <a:ext uri="{FF2B5EF4-FFF2-40B4-BE49-F238E27FC236}">
                  <a16:creationId xmlns:a16="http://schemas.microsoft.com/office/drawing/2014/main" id="{DB392C0F-0D35-2741-941F-EA72059370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6" name="rc1334">
              <a:extLst>
                <a:ext uri="{FF2B5EF4-FFF2-40B4-BE49-F238E27FC236}">
                  <a16:creationId xmlns:a16="http://schemas.microsoft.com/office/drawing/2014/main" id="{DB5CF683-4A30-6B67-B69A-C42D4BA05F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7" name="rc1335">
              <a:extLst>
                <a:ext uri="{FF2B5EF4-FFF2-40B4-BE49-F238E27FC236}">
                  <a16:creationId xmlns:a16="http://schemas.microsoft.com/office/drawing/2014/main" id="{D73F968F-4173-DDE9-A646-15C5E3DB2D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8" name="rc1336">
              <a:extLst>
                <a:ext uri="{FF2B5EF4-FFF2-40B4-BE49-F238E27FC236}">
                  <a16:creationId xmlns:a16="http://schemas.microsoft.com/office/drawing/2014/main" id="{76F5B177-6EF8-713B-CD60-5DCEF7A66D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9" name="rc1337">
              <a:extLst>
                <a:ext uri="{FF2B5EF4-FFF2-40B4-BE49-F238E27FC236}">
                  <a16:creationId xmlns:a16="http://schemas.microsoft.com/office/drawing/2014/main" id="{7E3471D4-08CD-9213-072A-37F9F5D8D9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0" name="rc1338">
              <a:extLst>
                <a:ext uri="{FF2B5EF4-FFF2-40B4-BE49-F238E27FC236}">
                  <a16:creationId xmlns:a16="http://schemas.microsoft.com/office/drawing/2014/main" id="{4516356A-BB05-4706-979E-E1076205B4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1" name="rc1339">
              <a:extLst>
                <a:ext uri="{FF2B5EF4-FFF2-40B4-BE49-F238E27FC236}">
                  <a16:creationId xmlns:a16="http://schemas.microsoft.com/office/drawing/2014/main" id="{E25B955F-E3BD-DCC0-5AFF-7FC87AC787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2" name="rc1340">
              <a:extLst>
                <a:ext uri="{FF2B5EF4-FFF2-40B4-BE49-F238E27FC236}">
                  <a16:creationId xmlns:a16="http://schemas.microsoft.com/office/drawing/2014/main" id="{B808CBEB-FF84-B7F1-0E31-550BBF9AF3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3" name="rc1341">
              <a:extLst>
                <a:ext uri="{FF2B5EF4-FFF2-40B4-BE49-F238E27FC236}">
                  <a16:creationId xmlns:a16="http://schemas.microsoft.com/office/drawing/2014/main" id="{3F36F686-DF7F-F060-3427-1C937D9098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4" name="rc1342">
              <a:extLst>
                <a:ext uri="{FF2B5EF4-FFF2-40B4-BE49-F238E27FC236}">
                  <a16:creationId xmlns:a16="http://schemas.microsoft.com/office/drawing/2014/main" id="{51B1D5A1-B6BC-8248-5BDE-91E597E832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5" name="rc1343">
              <a:extLst>
                <a:ext uri="{FF2B5EF4-FFF2-40B4-BE49-F238E27FC236}">
                  <a16:creationId xmlns:a16="http://schemas.microsoft.com/office/drawing/2014/main" id="{8BBDAA38-610F-1E2D-D393-68246FDF40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6" name="rc1344">
              <a:extLst>
                <a:ext uri="{FF2B5EF4-FFF2-40B4-BE49-F238E27FC236}">
                  <a16:creationId xmlns:a16="http://schemas.microsoft.com/office/drawing/2014/main" id="{95AA6D54-12F9-C96B-D653-10E35B2996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7" name="rc1345">
              <a:extLst>
                <a:ext uri="{FF2B5EF4-FFF2-40B4-BE49-F238E27FC236}">
                  <a16:creationId xmlns:a16="http://schemas.microsoft.com/office/drawing/2014/main" id="{3B69349A-B21B-EFA5-FE33-0332A83992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8" name="rc1346">
              <a:extLst>
                <a:ext uri="{FF2B5EF4-FFF2-40B4-BE49-F238E27FC236}">
                  <a16:creationId xmlns:a16="http://schemas.microsoft.com/office/drawing/2014/main" id="{E9E0AFBA-EB8E-5C61-7F24-9C492B2B57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9" name="rc1347">
              <a:extLst>
                <a:ext uri="{FF2B5EF4-FFF2-40B4-BE49-F238E27FC236}">
                  <a16:creationId xmlns:a16="http://schemas.microsoft.com/office/drawing/2014/main" id="{98114988-EEC8-86A3-38E3-2EC34EF053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0" name="rc1348">
              <a:extLst>
                <a:ext uri="{FF2B5EF4-FFF2-40B4-BE49-F238E27FC236}">
                  <a16:creationId xmlns:a16="http://schemas.microsoft.com/office/drawing/2014/main" id="{A79114D2-BF69-4A4F-015A-D3B02D1037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1" name="rc1349">
              <a:extLst>
                <a:ext uri="{FF2B5EF4-FFF2-40B4-BE49-F238E27FC236}">
                  <a16:creationId xmlns:a16="http://schemas.microsoft.com/office/drawing/2014/main" id="{3236A2D1-E7DE-0290-0E3C-9105AAEB1B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2" name="rc1350">
              <a:extLst>
                <a:ext uri="{FF2B5EF4-FFF2-40B4-BE49-F238E27FC236}">
                  <a16:creationId xmlns:a16="http://schemas.microsoft.com/office/drawing/2014/main" id="{15483EA4-2CD9-45C8-402D-A4883C0295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3" name="rc1351">
              <a:extLst>
                <a:ext uri="{FF2B5EF4-FFF2-40B4-BE49-F238E27FC236}">
                  <a16:creationId xmlns:a16="http://schemas.microsoft.com/office/drawing/2014/main" id="{ECC17C4E-644D-4155-D008-4E32676AE9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4" name="rc1352">
              <a:extLst>
                <a:ext uri="{FF2B5EF4-FFF2-40B4-BE49-F238E27FC236}">
                  <a16:creationId xmlns:a16="http://schemas.microsoft.com/office/drawing/2014/main" id="{CF958675-E7DA-5CAF-4C8E-0C5502644A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5" name="rc1353">
              <a:extLst>
                <a:ext uri="{FF2B5EF4-FFF2-40B4-BE49-F238E27FC236}">
                  <a16:creationId xmlns:a16="http://schemas.microsoft.com/office/drawing/2014/main" id="{B0F7331C-FAB2-4523-11EA-E881C1BAD7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6" name="rc1354">
              <a:extLst>
                <a:ext uri="{FF2B5EF4-FFF2-40B4-BE49-F238E27FC236}">
                  <a16:creationId xmlns:a16="http://schemas.microsoft.com/office/drawing/2014/main" id="{D74ABEDE-90C6-60D9-999A-77C936CDE5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7" name="rc1355">
              <a:extLst>
                <a:ext uri="{FF2B5EF4-FFF2-40B4-BE49-F238E27FC236}">
                  <a16:creationId xmlns:a16="http://schemas.microsoft.com/office/drawing/2014/main" id="{AE401C1F-7BEC-3D12-8589-3C2482F037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8" name="rc1356">
              <a:extLst>
                <a:ext uri="{FF2B5EF4-FFF2-40B4-BE49-F238E27FC236}">
                  <a16:creationId xmlns:a16="http://schemas.microsoft.com/office/drawing/2014/main" id="{913532EC-18C0-C2E9-307B-4E33807372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9" name="rc1357">
              <a:extLst>
                <a:ext uri="{FF2B5EF4-FFF2-40B4-BE49-F238E27FC236}">
                  <a16:creationId xmlns:a16="http://schemas.microsoft.com/office/drawing/2014/main" id="{BA20CD4E-DE41-0731-D4D9-5B16750A17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0" name="rc1358">
              <a:extLst>
                <a:ext uri="{FF2B5EF4-FFF2-40B4-BE49-F238E27FC236}">
                  <a16:creationId xmlns:a16="http://schemas.microsoft.com/office/drawing/2014/main" id="{4193E07C-52AC-34BF-1299-4AA235E8BE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1" name="rc1359">
              <a:extLst>
                <a:ext uri="{FF2B5EF4-FFF2-40B4-BE49-F238E27FC236}">
                  <a16:creationId xmlns:a16="http://schemas.microsoft.com/office/drawing/2014/main" id="{CA17F792-580A-4B7D-D705-AD87CBB64B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2" name="rc1360">
              <a:extLst>
                <a:ext uri="{FF2B5EF4-FFF2-40B4-BE49-F238E27FC236}">
                  <a16:creationId xmlns:a16="http://schemas.microsoft.com/office/drawing/2014/main" id="{2734D19C-F1B5-17D1-EB5F-B56C154BF3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3" name="rc1361">
              <a:extLst>
                <a:ext uri="{FF2B5EF4-FFF2-40B4-BE49-F238E27FC236}">
                  <a16:creationId xmlns:a16="http://schemas.microsoft.com/office/drawing/2014/main" id="{02C5E877-636A-56F8-03DF-01F1CE7FCF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4" name="rc1362">
              <a:extLst>
                <a:ext uri="{FF2B5EF4-FFF2-40B4-BE49-F238E27FC236}">
                  <a16:creationId xmlns:a16="http://schemas.microsoft.com/office/drawing/2014/main" id="{CD1D479D-1AA4-5840-5023-CAC08095F9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5" name="rc1363">
              <a:extLst>
                <a:ext uri="{FF2B5EF4-FFF2-40B4-BE49-F238E27FC236}">
                  <a16:creationId xmlns:a16="http://schemas.microsoft.com/office/drawing/2014/main" id="{F41A9B89-9722-9647-879B-EDA97E94B8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6" name="rc1364">
              <a:extLst>
                <a:ext uri="{FF2B5EF4-FFF2-40B4-BE49-F238E27FC236}">
                  <a16:creationId xmlns:a16="http://schemas.microsoft.com/office/drawing/2014/main" id="{75A6FE29-990D-1DE2-5812-9653022660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7" name="rc1365">
              <a:extLst>
                <a:ext uri="{FF2B5EF4-FFF2-40B4-BE49-F238E27FC236}">
                  <a16:creationId xmlns:a16="http://schemas.microsoft.com/office/drawing/2014/main" id="{7CDAE199-FCC3-F451-9FA1-332FF48C20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8" name="rc1366">
              <a:extLst>
                <a:ext uri="{FF2B5EF4-FFF2-40B4-BE49-F238E27FC236}">
                  <a16:creationId xmlns:a16="http://schemas.microsoft.com/office/drawing/2014/main" id="{157A624E-D6ED-9C46-03CB-EA74CFD21A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9" name="rc1367">
              <a:extLst>
                <a:ext uri="{FF2B5EF4-FFF2-40B4-BE49-F238E27FC236}">
                  <a16:creationId xmlns:a16="http://schemas.microsoft.com/office/drawing/2014/main" id="{27EC4471-EC38-339D-4852-10C6201498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0" name="rc1368">
              <a:extLst>
                <a:ext uri="{FF2B5EF4-FFF2-40B4-BE49-F238E27FC236}">
                  <a16:creationId xmlns:a16="http://schemas.microsoft.com/office/drawing/2014/main" id="{9611E8CA-62AB-0073-4CE6-D503B6C636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1" name="rc1369">
              <a:extLst>
                <a:ext uri="{FF2B5EF4-FFF2-40B4-BE49-F238E27FC236}">
                  <a16:creationId xmlns:a16="http://schemas.microsoft.com/office/drawing/2014/main" id="{77E4ED57-3A39-ED31-EC99-C20A712E00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2" name="rc1370">
              <a:extLst>
                <a:ext uri="{FF2B5EF4-FFF2-40B4-BE49-F238E27FC236}">
                  <a16:creationId xmlns:a16="http://schemas.microsoft.com/office/drawing/2014/main" id="{F643B990-A094-F094-8593-B2BE855A54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3" name="rc1371">
              <a:extLst>
                <a:ext uri="{FF2B5EF4-FFF2-40B4-BE49-F238E27FC236}">
                  <a16:creationId xmlns:a16="http://schemas.microsoft.com/office/drawing/2014/main" id="{F07B3538-C3C4-ABD8-ACBF-2ACC1850BA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4" name="rc1372">
              <a:extLst>
                <a:ext uri="{FF2B5EF4-FFF2-40B4-BE49-F238E27FC236}">
                  <a16:creationId xmlns:a16="http://schemas.microsoft.com/office/drawing/2014/main" id="{B4BBAAE2-DD8E-4121-7787-CF4904E47D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5" name="rc1373">
              <a:extLst>
                <a:ext uri="{FF2B5EF4-FFF2-40B4-BE49-F238E27FC236}">
                  <a16:creationId xmlns:a16="http://schemas.microsoft.com/office/drawing/2014/main" id="{6D376D90-F6C1-1A04-9B03-67F70F4B9C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6" name="rc1374">
              <a:extLst>
                <a:ext uri="{FF2B5EF4-FFF2-40B4-BE49-F238E27FC236}">
                  <a16:creationId xmlns:a16="http://schemas.microsoft.com/office/drawing/2014/main" id="{BD048E8F-1D6E-A3AC-6509-0B0F0E2C44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7" name="rc1375">
              <a:extLst>
                <a:ext uri="{FF2B5EF4-FFF2-40B4-BE49-F238E27FC236}">
                  <a16:creationId xmlns:a16="http://schemas.microsoft.com/office/drawing/2014/main" id="{3E9B9587-4202-90BF-6F6F-D6D58433C2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8" name="rc1376">
              <a:extLst>
                <a:ext uri="{FF2B5EF4-FFF2-40B4-BE49-F238E27FC236}">
                  <a16:creationId xmlns:a16="http://schemas.microsoft.com/office/drawing/2014/main" id="{9165325D-7DF6-72F9-7BD7-EF35994286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9" name="rc1377">
              <a:extLst>
                <a:ext uri="{FF2B5EF4-FFF2-40B4-BE49-F238E27FC236}">
                  <a16:creationId xmlns:a16="http://schemas.microsoft.com/office/drawing/2014/main" id="{28548BE7-F220-471E-FA43-7E32B27C39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0" name="rc1378">
              <a:extLst>
                <a:ext uri="{FF2B5EF4-FFF2-40B4-BE49-F238E27FC236}">
                  <a16:creationId xmlns:a16="http://schemas.microsoft.com/office/drawing/2014/main" id="{9EDCF05B-5737-3815-1F35-12B0E0AC80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1" name="rc1379">
              <a:extLst>
                <a:ext uri="{FF2B5EF4-FFF2-40B4-BE49-F238E27FC236}">
                  <a16:creationId xmlns:a16="http://schemas.microsoft.com/office/drawing/2014/main" id="{A2ECC7BB-677B-FE8E-1EFE-1DEB38933B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2" name="rc1380">
              <a:extLst>
                <a:ext uri="{FF2B5EF4-FFF2-40B4-BE49-F238E27FC236}">
                  <a16:creationId xmlns:a16="http://schemas.microsoft.com/office/drawing/2014/main" id="{3165F581-2817-4FDA-23C4-B0AC4B381E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3" name="rc1381">
              <a:extLst>
                <a:ext uri="{FF2B5EF4-FFF2-40B4-BE49-F238E27FC236}">
                  <a16:creationId xmlns:a16="http://schemas.microsoft.com/office/drawing/2014/main" id="{6A5EF0D1-F6B3-B5BE-57C4-B501437983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4" name="rc1382">
              <a:extLst>
                <a:ext uri="{FF2B5EF4-FFF2-40B4-BE49-F238E27FC236}">
                  <a16:creationId xmlns:a16="http://schemas.microsoft.com/office/drawing/2014/main" id="{82ECFB17-16A0-6A4C-3DDB-CBBD6197C1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5" name="rc1383">
              <a:extLst>
                <a:ext uri="{FF2B5EF4-FFF2-40B4-BE49-F238E27FC236}">
                  <a16:creationId xmlns:a16="http://schemas.microsoft.com/office/drawing/2014/main" id="{B184FBD9-9560-E651-E999-C8C3E330BF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6" name="rc1384">
              <a:extLst>
                <a:ext uri="{FF2B5EF4-FFF2-40B4-BE49-F238E27FC236}">
                  <a16:creationId xmlns:a16="http://schemas.microsoft.com/office/drawing/2014/main" id="{4C233695-3395-21AB-9ED1-E454C6F047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7" name="rc1385">
              <a:extLst>
                <a:ext uri="{FF2B5EF4-FFF2-40B4-BE49-F238E27FC236}">
                  <a16:creationId xmlns:a16="http://schemas.microsoft.com/office/drawing/2014/main" id="{753A80F1-647A-BE17-1225-634D84B95C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8" name="rc1386">
              <a:extLst>
                <a:ext uri="{FF2B5EF4-FFF2-40B4-BE49-F238E27FC236}">
                  <a16:creationId xmlns:a16="http://schemas.microsoft.com/office/drawing/2014/main" id="{6B81A769-C594-C07D-E365-BCA059931E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9" name="rc1387">
              <a:extLst>
                <a:ext uri="{FF2B5EF4-FFF2-40B4-BE49-F238E27FC236}">
                  <a16:creationId xmlns:a16="http://schemas.microsoft.com/office/drawing/2014/main" id="{A6C81F6C-02C6-AF3F-57A5-D2A27DAEAD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0" name="rc1388">
              <a:extLst>
                <a:ext uri="{FF2B5EF4-FFF2-40B4-BE49-F238E27FC236}">
                  <a16:creationId xmlns:a16="http://schemas.microsoft.com/office/drawing/2014/main" id="{B22DFE3F-FD6B-7003-FB82-8E8919604F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1" name="rc1389">
              <a:extLst>
                <a:ext uri="{FF2B5EF4-FFF2-40B4-BE49-F238E27FC236}">
                  <a16:creationId xmlns:a16="http://schemas.microsoft.com/office/drawing/2014/main" id="{0C47007C-8B70-1219-0325-5527C6D3AC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2" name="rc1390">
              <a:extLst>
                <a:ext uri="{FF2B5EF4-FFF2-40B4-BE49-F238E27FC236}">
                  <a16:creationId xmlns:a16="http://schemas.microsoft.com/office/drawing/2014/main" id="{E52D3CDF-249D-C7CE-7C27-70F4211167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3" name="rc1391">
              <a:extLst>
                <a:ext uri="{FF2B5EF4-FFF2-40B4-BE49-F238E27FC236}">
                  <a16:creationId xmlns:a16="http://schemas.microsoft.com/office/drawing/2014/main" id="{78C00E2B-30B8-E27A-F2A4-AA5ED15837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4" name="rc1392">
              <a:extLst>
                <a:ext uri="{FF2B5EF4-FFF2-40B4-BE49-F238E27FC236}">
                  <a16:creationId xmlns:a16="http://schemas.microsoft.com/office/drawing/2014/main" id="{52613CDA-299C-A74E-A578-97215451BE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5" name="rc1393">
              <a:extLst>
                <a:ext uri="{FF2B5EF4-FFF2-40B4-BE49-F238E27FC236}">
                  <a16:creationId xmlns:a16="http://schemas.microsoft.com/office/drawing/2014/main" id="{20A33557-F873-D54E-D066-6A2806093C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6" name="rc1394">
              <a:extLst>
                <a:ext uri="{FF2B5EF4-FFF2-40B4-BE49-F238E27FC236}">
                  <a16:creationId xmlns:a16="http://schemas.microsoft.com/office/drawing/2014/main" id="{0E8A8952-69A7-7018-DD68-ABD305F153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7" name="rc1395">
              <a:extLst>
                <a:ext uri="{FF2B5EF4-FFF2-40B4-BE49-F238E27FC236}">
                  <a16:creationId xmlns:a16="http://schemas.microsoft.com/office/drawing/2014/main" id="{816DA9A0-818C-627F-E7CA-75AF628BF5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8" name="rc1396">
              <a:extLst>
                <a:ext uri="{FF2B5EF4-FFF2-40B4-BE49-F238E27FC236}">
                  <a16:creationId xmlns:a16="http://schemas.microsoft.com/office/drawing/2014/main" id="{36FF2FF9-CD16-E347-DCF4-60F23CA98D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9" name="rc1397">
              <a:extLst>
                <a:ext uri="{FF2B5EF4-FFF2-40B4-BE49-F238E27FC236}">
                  <a16:creationId xmlns:a16="http://schemas.microsoft.com/office/drawing/2014/main" id="{E932CAD7-E306-FAB5-7524-2FEDAFCE0D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0" name="rc1398">
              <a:extLst>
                <a:ext uri="{FF2B5EF4-FFF2-40B4-BE49-F238E27FC236}">
                  <a16:creationId xmlns:a16="http://schemas.microsoft.com/office/drawing/2014/main" id="{32B48717-A01E-C822-157C-DEBDFC7D76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1" name="rc1399">
              <a:extLst>
                <a:ext uri="{FF2B5EF4-FFF2-40B4-BE49-F238E27FC236}">
                  <a16:creationId xmlns:a16="http://schemas.microsoft.com/office/drawing/2014/main" id="{435A28A3-2135-94F3-5260-A829815562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2" name="rc1400">
              <a:extLst>
                <a:ext uri="{FF2B5EF4-FFF2-40B4-BE49-F238E27FC236}">
                  <a16:creationId xmlns:a16="http://schemas.microsoft.com/office/drawing/2014/main" id="{E6FAEBF2-81CC-EF68-007C-DD8F43771B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3" name="rc1401">
              <a:extLst>
                <a:ext uri="{FF2B5EF4-FFF2-40B4-BE49-F238E27FC236}">
                  <a16:creationId xmlns:a16="http://schemas.microsoft.com/office/drawing/2014/main" id="{A41045F5-12A5-3BBD-C670-1BFC5BDF93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4" name="rc1402">
              <a:extLst>
                <a:ext uri="{FF2B5EF4-FFF2-40B4-BE49-F238E27FC236}">
                  <a16:creationId xmlns:a16="http://schemas.microsoft.com/office/drawing/2014/main" id="{D9581E4E-ED7B-67DB-919A-68082BBE8E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5" name="rc1403">
              <a:extLst>
                <a:ext uri="{FF2B5EF4-FFF2-40B4-BE49-F238E27FC236}">
                  <a16:creationId xmlns:a16="http://schemas.microsoft.com/office/drawing/2014/main" id="{8072E998-E641-57B5-B58A-AD84DA6870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6" name="rc1404">
              <a:extLst>
                <a:ext uri="{FF2B5EF4-FFF2-40B4-BE49-F238E27FC236}">
                  <a16:creationId xmlns:a16="http://schemas.microsoft.com/office/drawing/2014/main" id="{1C80D228-B8DA-4997-0253-6381807BF8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7" name="rc1405">
              <a:extLst>
                <a:ext uri="{FF2B5EF4-FFF2-40B4-BE49-F238E27FC236}">
                  <a16:creationId xmlns:a16="http://schemas.microsoft.com/office/drawing/2014/main" id="{2F6A176C-0E83-D2CC-CC5A-1F901730F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8" name="rc1406">
              <a:extLst>
                <a:ext uri="{FF2B5EF4-FFF2-40B4-BE49-F238E27FC236}">
                  <a16:creationId xmlns:a16="http://schemas.microsoft.com/office/drawing/2014/main" id="{2C05D5E8-1492-4182-F0E0-C9E1B84D63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9" name="rc1407">
              <a:extLst>
                <a:ext uri="{FF2B5EF4-FFF2-40B4-BE49-F238E27FC236}">
                  <a16:creationId xmlns:a16="http://schemas.microsoft.com/office/drawing/2014/main" id="{AFFC937A-63E9-C5F2-E328-25B8A22DF8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0" name="rc1408">
              <a:extLst>
                <a:ext uri="{FF2B5EF4-FFF2-40B4-BE49-F238E27FC236}">
                  <a16:creationId xmlns:a16="http://schemas.microsoft.com/office/drawing/2014/main" id="{7773E37E-DE20-7C01-5B30-B3A6D04115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1" name="rc1409">
              <a:extLst>
                <a:ext uri="{FF2B5EF4-FFF2-40B4-BE49-F238E27FC236}">
                  <a16:creationId xmlns:a16="http://schemas.microsoft.com/office/drawing/2014/main" id="{C89D8D25-5A87-5F96-0862-C76263767E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2" name="rc1410">
              <a:extLst>
                <a:ext uri="{FF2B5EF4-FFF2-40B4-BE49-F238E27FC236}">
                  <a16:creationId xmlns:a16="http://schemas.microsoft.com/office/drawing/2014/main" id="{17D11884-782F-BE7A-773E-2C73C90483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3" name="rc1411">
              <a:extLst>
                <a:ext uri="{FF2B5EF4-FFF2-40B4-BE49-F238E27FC236}">
                  <a16:creationId xmlns:a16="http://schemas.microsoft.com/office/drawing/2014/main" id="{B4878C39-1A50-BB5B-7526-01D8B501A4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4" name="rc1412">
              <a:extLst>
                <a:ext uri="{FF2B5EF4-FFF2-40B4-BE49-F238E27FC236}">
                  <a16:creationId xmlns:a16="http://schemas.microsoft.com/office/drawing/2014/main" id="{5BD763F8-BE64-1CC0-E5F2-00F8274EBF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5" name="rc1413">
              <a:extLst>
                <a:ext uri="{FF2B5EF4-FFF2-40B4-BE49-F238E27FC236}">
                  <a16:creationId xmlns:a16="http://schemas.microsoft.com/office/drawing/2014/main" id="{BB67917B-1865-5921-AF32-EDB0522D1F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6" name="rc1414">
              <a:extLst>
                <a:ext uri="{FF2B5EF4-FFF2-40B4-BE49-F238E27FC236}">
                  <a16:creationId xmlns:a16="http://schemas.microsoft.com/office/drawing/2014/main" id="{7F0FCE6D-0374-B982-4124-E998C7F006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7" name="rc1415">
              <a:extLst>
                <a:ext uri="{FF2B5EF4-FFF2-40B4-BE49-F238E27FC236}">
                  <a16:creationId xmlns:a16="http://schemas.microsoft.com/office/drawing/2014/main" id="{DD289546-A5BD-016F-6133-15173D2FAC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8" name="rc1416">
              <a:extLst>
                <a:ext uri="{FF2B5EF4-FFF2-40B4-BE49-F238E27FC236}">
                  <a16:creationId xmlns:a16="http://schemas.microsoft.com/office/drawing/2014/main" id="{5F9D46A0-BC34-2522-2B55-FA6E5DAED5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9" name="rc1417">
              <a:extLst>
                <a:ext uri="{FF2B5EF4-FFF2-40B4-BE49-F238E27FC236}">
                  <a16:creationId xmlns:a16="http://schemas.microsoft.com/office/drawing/2014/main" id="{07A4111B-24C9-80AB-C8ED-B187136824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0" name="rc1418">
              <a:extLst>
                <a:ext uri="{FF2B5EF4-FFF2-40B4-BE49-F238E27FC236}">
                  <a16:creationId xmlns:a16="http://schemas.microsoft.com/office/drawing/2014/main" id="{593A746F-25CE-14BC-E1AD-67BE409C58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1" name="rc1419">
              <a:extLst>
                <a:ext uri="{FF2B5EF4-FFF2-40B4-BE49-F238E27FC236}">
                  <a16:creationId xmlns:a16="http://schemas.microsoft.com/office/drawing/2014/main" id="{2FAA6DE0-8E73-1175-A6A8-3238CB71ED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2" name="rc1420">
              <a:extLst>
                <a:ext uri="{FF2B5EF4-FFF2-40B4-BE49-F238E27FC236}">
                  <a16:creationId xmlns:a16="http://schemas.microsoft.com/office/drawing/2014/main" id="{7A479BDA-1188-D3FD-5CA3-57131870B7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3" name="rc1421">
              <a:extLst>
                <a:ext uri="{FF2B5EF4-FFF2-40B4-BE49-F238E27FC236}">
                  <a16:creationId xmlns:a16="http://schemas.microsoft.com/office/drawing/2014/main" id="{9363349A-BD1B-89D5-A69E-0F173AC9EF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4" name="rc1422">
              <a:extLst>
                <a:ext uri="{FF2B5EF4-FFF2-40B4-BE49-F238E27FC236}">
                  <a16:creationId xmlns:a16="http://schemas.microsoft.com/office/drawing/2014/main" id="{2838D71E-5418-3C06-42FE-248531E02B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5" name="rc1423">
              <a:extLst>
                <a:ext uri="{FF2B5EF4-FFF2-40B4-BE49-F238E27FC236}">
                  <a16:creationId xmlns:a16="http://schemas.microsoft.com/office/drawing/2014/main" id="{E94BCA11-BE1B-4B39-299C-F6CFD4AC31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6" name="rc1424">
              <a:extLst>
                <a:ext uri="{FF2B5EF4-FFF2-40B4-BE49-F238E27FC236}">
                  <a16:creationId xmlns:a16="http://schemas.microsoft.com/office/drawing/2014/main" id="{4B142396-06BE-D641-A35F-041C74396C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7" name="rc1425">
              <a:extLst>
                <a:ext uri="{FF2B5EF4-FFF2-40B4-BE49-F238E27FC236}">
                  <a16:creationId xmlns:a16="http://schemas.microsoft.com/office/drawing/2014/main" id="{0088D210-7C1E-87D8-66C1-37A271DFBD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8" name="rc1426">
              <a:extLst>
                <a:ext uri="{FF2B5EF4-FFF2-40B4-BE49-F238E27FC236}">
                  <a16:creationId xmlns:a16="http://schemas.microsoft.com/office/drawing/2014/main" id="{FF1B7761-A52C-69FA-86DC-74D661B705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9" name="rc1427">
              <a:extLst>
                <a:ext uri="{FF2B5EF4-FFF2-40B4-BE49-F238E27FC236}">
                  <a16:creationId xmlns:a16="http://schemas.microsoft.com/office/drawing/2014/main" id="{61676F20-0987-DB8A-10E3-20F2DC2A8D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0" name="rc1428">
              <a:extLst>
                <a:ext uri="{FF2B5EF4-FFF2-40B4-BE49-F238E27FC236}">
                  <a16:creationId xmlns:a16="http://schemas.microsoft.com/office/drawing/2014/main" id="{D0CA8E52-8C13-42C0-1053-B453DAAF25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1" name="rc1429">
              <a:extLst>
                <a:ext uri="{FF2B5EF4-FFF2-40B4-BE49-F238E27FC236}">
                  <a16:creationId xmlns:a16="http://schemas.microsoft.com/office/drawing/2014/main" id="{D13B7D64-6B78-1EA0-F287-3576F6D655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2" name="rc1430">
              <a:extLst>
                <a:ext uri="{FF2B5EF4-FFF2-40B4-BE49-F238E27FC236}">
                  <a16:creationId xmlns:a16="http://schemas.microsoft.com/office/drawing/2014/main" id="{65AA3FAE-0BF7-7C21-D7A1-5277E64950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3" name="rc1431">
              <a:extLst>
                <a:ext uri="{FF2B5EF4-FFF2-40B4-BE49-F238E27FC236}">
                  <a16:creationId xmlns:a16="http://schemas.microsoft.com/office/drawing/2014/main" id="{1629AC80-28C2-F492-3DFE-24386E3091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4" name="rc1432">
              <a:extLst>
                <a:ext uri="{FF2B5EF4-FFF2-40B4-BE49-F238E27FC236}">
                  <a16:creationId xmlns:a16="http://schemas.microsoft.com/office/drawing/2014/main" id="{7FE44A1A-36D0-EE4F-357D-57DE24ACCD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5" name="rc1433">
              <a:extLst>
                <a:ext uri="{FF2B5EF4-FFF2-40B4-BE49-F238E27FC236}">
                  <a16:creationId xmlns:a16="http://schemas.microsoft.com/office/drawing/2014/main" id="{AECA99CF-1937-A10D-B3D6-57ABFFB9AD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6" name="rc1434">
              <a:extLst>
                <a:ext uri="{FF2B5EF4-FFF2-40B4-BE49-F238E27FC236}">
                  <a16:creationId xmlns:a16="http://schemas.microsoft.com/office/drawing/2014/main" id="{3F666A32-4CA6-CDD9-6B66-C6661FB227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7" name="rc1435">
              <a:extLst>
                <a:ext uri="{FF2B5EF4-FFF2-40B4-BE49-F238E27FC236}">
                  <a16:creationId xmlns:a16="http://schemas.microsoft.com/office/drawing/2014/main" id="{53164CA8-4FB6-72CF-56C5-004B00B494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8" name="rc1436">
              <a:extLst>
                <a:ext uri="{FF2B5EF4-FFF2-40B4-BE49-F238E27FC236}">
                  <a16:creationId xmlns:a16="http://schemas.microsoft.com/office/drawing/2014/main" id="{A6EFEDEC-EEDC-02FB-9948-B019476C62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9" name="rc1437">
              <a:extLst>
                <a:ext uri="{FF2B5EF4-FFF2-40B4-BE49-F238E27FC236}">
                  <a16:creationId xmlns:a16="http://schemas.microsoft.com/office/drawing/2014/main" id="{311AF37D-7B80-9E59-72A2-C3685376AD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0" name="rc1438">
              <a:extLst>
                <a:ext uri="{FF2B5EF4-FFF2-40B4-BE49-F238E27FC236}">
                  <a16:creationId xmlns:a16="http://schemas.microsoft.com/office/drawing/2014/main" id="{8DEB66FB-2893-BE86-9770-FA0654343B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1" name="rc1439">
              <a:extLst>
                <a:ext uri="{FF2B5EF4-FFF2-40B4-BE49-F238E27FC236}">
                  <a16:creationId xmlns:a16="http://schemas.microsoft.com/office/drawing/2014/main" id="{88312147-A8ED-84E1-17F4-62031BE1CA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2" name="rc1440">
              <a:extLst>
                <a:ext uri="{FF2B5EF4-FFF2-40B4-BE49-F238E27FC236}">
                  <a16:creationId xmlns:a16="http://schemas.microsoft.com/office/drawing/2014/main" id="{D926DCA2-7BF2-FA71-CB8B-1911CA20E8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3" name="rc1441">
              <a:extLst>
                <a:ext uri="{FF2B5EF4-FFF2-40B4-BE49-F238E27FC236}">
                  <a16:creationId xmlns:a16="http://schemas.microsoft.com/office/drawing/2014/main" id="{9C6B5231-BF19-415B-59CF-61C7603A7D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4" name="rc1442">
              <a:extLst>
                <a:ext uri="{FF2B5EF4-FFF2-40B4-BE49-F238E27FC236}">
                  <a16:creationId xmlns:a16="http://schemas.microsoft.com/office/drawing/2014/main" id="{A6C6D8C0-6DF3-625C-F7EF-8E8D8517EC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5" name="rc1443">
              <a:extLst>
                <a:ext uri="{FF2B5EF4-FFF2-40B4-BE49-F238E27FC236}">
                  <a16:creationId xmlns:a16="http://schemas.microsoft.com/office/drawing/2014/main" id="{A1B2B38F-3C46-B45D-1DBC-7327F7E00F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6" name="rc1444">
              <a:extLst>
                <a:ext uri="{FF2B5EF4-FFF2-40B4-BE49-F238E27FC236}">
                  <a16:creationId xmlns:a16="http://schemas.microsoft.com/office/drawing/2014/main" id="{1F2739D4-1870-C75B-76E9-BB916A993B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7" name="rc1445">
              <a:extLst>
                <a:ext uri="{FF2B5EF4-FFF2-40B4-BE49-F238E27FC236}">
                  <a16:creationId xmlns:a16="http://schemas.microsoft.com/office/drawing/2014/main" id="{A67A17D9-0BC0-D52B-5C9A-637F316528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8" name="rc1446">
              <a:extLst>
                <a:ext uri="{FF2B5EF4-FFF2-40B4-BE49-F238E27FC236}">
                  <a16:creationId xmlns:a16="http://schemas.microsoft.com/office/drawing/2014/main" id="{BC6C278F-0D5A-6A06-8E11-51AC2C62C8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9" name="rc1447">
              <a:extLst>
                <a:ext uri="{FF2B5EF4-FFF2-40B4-BE49-F238E27FC236}">
                  <a16:creationId xmlns:a16="http://schemas.microsoft.com/office/drawing/2014/main" id="{522E70CB-E007-DD9A-5031-FB7CE3C6A5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0" name="rc1448">
              <a:extLst>
                <a:ext uri="{FF2B5EF4-FFF2-40B4-BE49-F238E27FC236}">
                  <a16:creationId xmlns:a16="http://schemas.microsoft.com/office/drawing/2014/main" id="{9F525C44-98FF-D108-987C-0D1A174DCF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1" name="rc1449">
              <a:extLst>
                <a:ext uri="{FF2B5EF4-FFF2-40B4-BE49-F238E27FC236}">
                  <a16:creationId xmlns:a16="http://schemas.microsoft.com/office/drawing/2014/main" id="{67D0587D-10D6-88D7-0844-7B769C19D3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2" name="rc1450">
              <a:extLst>
                <a:ext uri="{FF2B5EF4-FFF2-40B4-BE49-F238E27FC236}">
                  <a16:creationId xmlns:a16="http://schemas.microsoft.com/office/drawing/2014/main" id="{FD224BB1-2FD0-0362-CA1D-7BFD4F5425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3" name="rc1451">
              <a:extLst>
                <a:ext uri="{FF2B5EF4-FFF2-40B4-BE49-F238E27FC236}">
                  <a16:creationId xmlns:a16="http://schemas.microsoft.com/office/drawing/2014/main" id="{ACD9777E-2205-6301-A138-95981C9641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4" name="rc1452">
              <a:extLst>
                <a:ext uri="{FF2B5EF4-FFF2-40B4-BE49-F238E27FC236}">
                  <a16:creationId xmlns:a16="http://schemas.microsoft.com/office/drawing/2014/main" id="{867FAF1E-E789-6667-CF49-8FF83104A5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5" name="rc1453">
              <a:extLst>
                <a:ext uri="{FF2B5EF4-FFF2-40B4-BE49-F238E27FC236}">
                  <a16:creationId xmlns:a16="http://schemas.microsoft.com/office/drawing/2014/main" id="{C4DD20DF-B4AF-EE7F-143A-50E27938C3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6" name="rc1454">
              <a:extLst>
                <a:ext uri="{FF2B5EF4-FFF2-40B4-BE49-F238E27FC236}">
                  <a16:creationId xmlns:a16="http://schemas.microsoft.com/office/drawing/2014/main" id="{D873458B-B553-0D94-207F-44A157D852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7" name="rc1455">
              <a:extLst>
                <a:ext uri="{FF2B5EF4-FFF2-40B4-BE49-F238E27FC236}">
                  <a16:creationId xmlns:a16="http://schemas.microsoft.com/office/drawing/2014/main" id="{E13D7C7B-7E46-ABC2-064D-796DDD3035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8" name="rc1456">
              <a:extLst>
                <a:ext uri="{FF2B5EF4-FFF2-40B4-BE49-F238E27FC236}">
                  <a16:creationId xmlns:a16="http://schemas.microsoft.com/office/drawing/2014/main" id="{26C7CEDB-01FC-10A1-9CAB-0C8580E965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9" name="rc1457">
              <a:extLst>
                <a:ext uri="{FF2B5EF4-FFF2-40B4-BE49-F238E27FC236}">
                  <a16:creationId xmlns:a16="http://schemas.microsoft.com/office/drawing/2014/main" id="{A4995694-B10C-E4BB-9FCB-D71F223D94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0" name="rc1458">
              <a:extLst>
                <a:ext uri="{FF2B5EF4-FFF2-40B4-BE49-F238E27FC236}">
                  <a16:creationId xmlns:a16="http://schemas.microsoft.com/office/drawing/2014/main" id="{FDCF7DB8-8A16-9679-6428-42A97787D5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1" name="rc1459">
              <a:extLst>
                <a:ext uri="{FF2B5EF4-FFF2-40B4-BE49-F238E27FC236}">
                  <a16:creationId xmlns:a16="http://schemas.microsoft.com/office/drawing/2014/main" id="{E04425DD-C064-FA8D-067C-E5DC31B55E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2" name="rc1460">
              <a:extLst>
                <a:ext uri="{FF2B5EF4-FFF2-40B4-BE49-F238E27FC236}">
                  <a16:creationId xmlns:a16="http://schemas.microsoft.com/office/drawing/2014/main" id="{8D3881BA-2856-3642-7CF3-8A4AB73D1D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3" name="rc1461">
              <a:extLst>
                <a:ext uri="{FF2B5EF4-FFF2-40B4-BE49-F238E27FC236}">
                  <a16:creationId xmlns:a16="http://schemas.microsoft.com/office/drawing/2014/main" id="{C10634B4-8DC4-86E0-0C19-4F5B584563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4" name="rc1462">
              <a:extLst>
                <a:ext uri="{FF2B5EF4-FFF2-40B4-BE49-F238E27FC236}">
                  <a16:creationId xmlns:a16="http://schemas.microsoft.com/office/drawing/2014/main" id="{B203E806-0259-7B21-EFB2-48C24EA06D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5" name="rc1463">
              <a:extLst>
                <a:ext uri="{FF2B5EF4-FFF2-40B4-BE49-F238E27FC236}">
                  <a16:creationId xmlns:a16="http://schemas.microsoft.com/office/drawing/2014/main" id="{4A8B09B6-D3D0-14A5-21BD-940E6F3878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6" name="rc1464">
              <a:extLst>
                <a:ext uri="{FF2B5EF4-FFF2-40B4-BE49-F238E27FC236}">
                  <a16:creationId xmlns:a16="http://schemas.microsoft.com/office/drawing/2014/main" id="{9B17A73A-3E1D-0FC7-860A-EB3622BE65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7" name="rc1465">
              <a:extLst>
                <a:ext uri="{FF2B5EF4-FFF2-40B4-BE49-F238E27FC236}">
                  <a16:creationId xmlns:a16="http://schemas.microsoft.com/office/drawing/2014/main" id="{44C93996-FA32-E22B-8A50-BF40059665A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8" name="rc1466">
              <a:extLst>
                <a:ext uri="{FF2B5EF4-FFF2-40B4-BE49-F238E27FC236}">
                  <a16:creationId xmlns:a16="http://schemas.microsoft.com/office/drawing/2014/main" id="{AF008761-4852-D667-7308-2D7E7B33E2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9" name="rc1467">
              <a:extLst>
                <a:ext uri="{FF2B5EF4-FFF2-40B4-BE49-F238E27FC236}">
                  <a16:creationId xmlns:a16="http://schemas.microsoft.com/office/drawing/2014/main" id="{44EF7264-C884-B303-37C3-9519DCCB89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0" name="rc1468">
              <a:extLst>
                <a:ext uri="{FF2B5EF4-FFF2-40B4-BE49-F238E27FC236}">
                  <a16:creationId xmlns:a16="http://schemas.microsoft.com/office/drawing/2014/main" id="{DE2A521C-E361-9194-7900-B938820599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1" name="rc1469">
              <a:extLst>
                <a:ext uri="{FF2B5EF4-FFF2-40B4-BE49-F238E27FC236}">
                  <a16:creationId xmlns:a16="http://schemas.microsoft.com/office/drawing/2014/main" id="{187ACAA8-BAA6-3369-A064-E63A145C38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2" name="rc1470">
              <a:extLst>
                <a:ext uri="{FF2B5EF4-FFF2-40B4-BE49-F238E27FC236}">
                  <a16:creationId xmlns:a16="http://schemas.microsoft.com/office/drawing/2014/main" id="{B30C75AD-E41A-C222-AFAA-3FF9EBE759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3" name="rc1471">
              <a:extLst>
                <a:ext uri="{FF2B5EF4-FFF2-40B4-BE49-F238E27FC236}">
                  <a16:creationId xmlns:a16="http://schemas.microsoft.com/office/drawing/2014/main" id="{63786629-DFA8-829D-9F54-A65056C34A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4" name="rc1472">
              <a:extLst>
                <a:ext uri="{FF2B5EF4-FFF2-40B4-BE49-F238E27FC236}">
                  <a16:creationId xmlns:a16="http://schemas.microsoft.com/office/drawing/2014/main" id="{FA83A57D-0176-2408-D242-82B4D110B8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5" name="rc1473">
              <a:extLst>
                <a:ext uri="{FF2B5EF4-FFF2-40B4-BE49-F238E27FC236}">
                  <a16:creationId xmlns:a16="http://schemas.microsoft.com/office/drawing/2014/main" id="{886406E1-4465-0638-E21F-5D9FC94E0F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6" name="rc1474">
              <a:extLst>
                <a:ext uri="{FF2B5EF4-FFF2-40B4-BE49-F238E27FC236}">
                  <a16:creationId xmlns:a16="http://schemas.microsoft.com/office/drawing/2014/main" id="{EDE07AD3-39BE-9669-0C8B-5B2EC52BCA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7" name="rc1475">
              <a:extLst>
                <a:ext uri="{FF2B5EF4-FFF2-40B4-BE49-F238E27FC236}">
                  <a16:creationId xmlns:a16="http://schemas.microsoft.com/office/drawing/2014/main" id="{3C689933-90BC-CEDA-460B-75BEC07330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8" name="rc1476">
              <a:extLst>
                <a:ext uri="{FF2B5EF4-FFF2-40B4-BE49-F238E27FC236}">
                  <a16:creationId xmlns:a16="http://schemas.microsoft.com/office/drawing/2014/main" id="{CDFD3435-A2B9-6198-3AAE-4B185F64CE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9" name="rc1477">
              <a:extLst>
                <a:ext uri="{FF2B5EF4-FFF2-40B4-BE49-F238E27FC236}">
                  <a16:creationId xmlns:a16="http://schemas.microsoft.com/office/drawing/2014/main" id="{E7ABA7BF-DFCD-E3A9-961E-FF2F8D5D12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0" name="rc1478">
              <a:extLst>
                <a:ext uri="{FF2B5EF4-FFF2-40B4-BE49-F238E27FC236}">
                  <a16:creationId xmlns:a16="http://schemas.microsoft.com/office/drawing/2014/main" id="{D271C2DF-57E0-7E75-BD7C-594CBD3D9B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1" name="rc1479">
              <a:extLst>
                <a:ext uri="{FF2B5EF4-FFF2-40B4-BE49-F238E27FC236}">
                  <a16:creationId xmlns:a16="http://schemas.microsoft.com/office/drawing/2014/main" id="{CC384F7A-0EFB-E925-3EB8-E2B6FC9805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2" name="rc1480">
              <a:extLst>
                <a:ext uri="{FF2B5EF4-FFF2-40B4-BE49-F238E27FC236}">
                  <a16:creationId xmlns:a16="http://schemas.microsoft.com/office/drawing/2014/main" id="{6C720A73-D48F-918E-6E72-44C6ABCE29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3" name="rc1481">
              <a:extLst>
                <a:ext uri="{FF2B5EF4-FFF2-40B4-BE49-F238E27FC236}">
                  <a16:creationId xmlns:a16="http://schemas.microsoft.com/office/drawing/2014/main" id="{601A60A8-4337-D950-FD8B-8ACE8B3EA9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4" name="rc1482">
              <a:extLst>
                <a:ext uri="{FF2B5EF4-FFF2-40B4-BE49-F238E27FC236}">
                  <a16:creationId xmlns:a16="http://schemas.microsoft.com/office/drawing/2014/main" id="{79EE9043-10E8-1B4E-24DD-292918AEF9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5" name="rc1483">
              <a:extLst>
                <a:ext uri="{FF2B5EF4-FFF2-40B4-BE49-F238E27FC236}">
                  <a16:creationId xmlns:a16="http://schemas.microsoft.com/office/drawing/2014/main" id="{90B5139C-197B-DB75-B860-2E0D8DDC904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6" name="rc1484">
              <a:extLst>
                <a:ext uri="{FF2B5EF4-FFF2-40B4-BE49-F238E27FC236}">
                  <a16:creationId xmlns:a16="http://schemas.microsoft.com/office/drawing/2014/main" id="{815F970B-9C57-2A3D-D52A-50456E5CE1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7" name="rc1485">
              <a:extLst>
                <a:ext uri="{FF2B5EF4-FFF2-40B4-BE49-F238E27FC236}">
                  <a16:creationId xmlns:a16="http://schemas.microsoft.com/office/drawing/2014/main" id="{3263AAA7-E394-F629-703F-3577374356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8" name="rc1486">
              <a:extLst>
                <a:ext uri="{FF2B5EF4-FFF2-40B4-BE49-F238E27FC236}">
                  <a16:creationId xmlns:a16="http://schemas.microsoft.com/office/drawing/2014/main" id="{7593F0D4-5A4B-9FED-DAAB-F1590FD5B1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9" name="rc1487">
              <a:extLst>
                <a:ext uri="{FF2B5EF4-FFF2-40B4-BE49-F238E27FC236}">
                  <a16:creationId xmlns:a16="http://schemas.microsoft.com/office/drawing/2014/main" id="{B78D96BC-AA0A-0649-BD82-F59D52E45C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0" name="rc1488">
              <a:extLst>
                <a:ext uri="{FF2B5EF4-FFF2-40B4-BE49-F238E27FC236}">
                  <a16:creationId xmlns:a16="http://schemas.microsoft.com/office/drawing/2014/main" id="{52284252-4463-5001-D6D3-C146DDD939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1" name="rc1489">
              <a:extLst>
                <a:ext uri="{FF2B5EF4-FFF2-40B4-BE49-F238E27FC236}">
                  <a16:creationId xmlns:a16="http://schemas.microsoft.com/office/drawing/2014/main" id="{DE853570-1FC2-B126-A058-684569FE20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2" name="rc1490">
              <a:extLst>
                <a:ext uri="{FF2B5EF4-FFF2-40B4-BE49-F238E27FC236}">
                  <a16:creationId xmlns:a16="http://schemas.microsoft.com/office/drawing/2014/main" id="{2BE11FF5-254B-E70E-C889-DEAC01F798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3" name="rc1491">
              <a:extLst>
                <a:ext uri="{FF2B5EF4-FFF2-40B4-BE49-F238E27FC236}">
                  <a16:creationId xmlns:a16="http://schemas.microsoft.com/office/drawing/2014/main" id="{6028B67A-00B0-F207-A471-F67FF3FF76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4" name="rc1492">
              <a:extLst>
                <a:ext uri="{FF2B5EF4-FFF2-40B4-BE49-F238E27FC236}">
                  <a16:creationId xmlns:a16="http://schemas.microsoft.com/office/drawing/2014/main" id="{8E2F6FC3-9E50-160F-C8BE-133A88F9B1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5" name="rc1493">
              <a:extLst>
                <a:ext uri="{FF2B5EF4-FFF2-40B4-BE49-F238E27FC236}">
                  <a16:creationId xmlns:a16="http://schemas.microsoft.com/office/drawing/2014/main" id="{8C8C74A5-1BEE-4CF9-5E73-26B71BEEE2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6" name="rc1494">
              <a:extLst>
                <a:ext uri="{FF2B5EF4-FFF2-40B4-BE49-F238E27FC236}">
                  <a16:creationId xmlns:a16="http://schemas.microsoft.com/office/drawing/2014/main" id="{3FC4105C-E665-AA69-2DE4-0CDE56D287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7" name="rc1495">
              <a:extLst>
                <a:ext uri="{FF2B5EF4-FFF2-40B4-BE49-F238E27FC236}">
                  <a16:creationId xmlns:a16="http://schemas.microsoft.com/office/drawing/2014/main" id="{60929995-6823-E495-93F3-A64CE0D43F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8" name="pt1496">
              <a:extLst>
                <a:ext uri="{FF2B5EF4-FFF2-40B4-BE49-F238E27FC236}">
                  <a16:creationId xmlns:a16="http://schemas.microsoft.com/office/drawing/2014/main" id="{723ADD5B-262D-769D-9C80-EFB8908A430F}"/>
                </a:ext>
              </a:extLst>
            </p:cNvPr>
            <p:cNvSpPr/>
            <p:nvPr/>
          </p:nvSpPr>
          <p:spPr>
            <a:xfrm>
              <a:off x="5008726" y="876457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9" name="pt1497">
              <a:extLst>
                <a:ext uri="{FF2B5EF4-FFF2-40B4-BE49-F238E27FC236}">
                  <a16:creationId xmlns:a16="http://schemas.microsoft.com/office/drawing/2014/main" id="{3B97B019-292B-8BF6-E6D9-D56A4CF77C21}"/>
                </a:ext>
              </a:extLst>
            </p:cNvPr>
            <p:cNvSpPr/>
            <p:nvPr/>
          </p:nvSpPr>
          <p:spPr>
            <a:xfrm>
              <a:off x="8474737" y="729280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0" name="pt1498">
              <a:extLst>
                <a:ext uri="{FF2B5EF4-FFF2-40B4-BE49-F238E27FC236}">
                  <a16:creationId xmlns:a16="http://schemas.microsoft.com/office/drawing/2014/main" id="{712833E2-E116-5205-4B4E-9854ACCF4E29}"/>
                </a:ext>
              </a:extLst>
            </p:cNvPr>
            <p:cNvSpPr/>
            <p:nvPr/>
          </p:nvSpPr>
          <p:spPr>
            <a:xfrm>
              <a:off x="3194976" y="877676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1" name="pt1499">
              <a:extLst>
                <a:ext uri="{FF2B5EF4-FFF2-40B4-BE49-F238E27FC236}">
                  <a16:creationId xmlns:a16="http://schemas.microsoft.com/office/drawing/2014/main" id="{810C5811-B6B5-E6FF-4DCC-564C2860A6B1}"/>
                </a:ext>
              </a:extLst>
            </p:cNvPr>
            <p:cNvSpPr/>
            <p:nvPr/>
          </p:nvSpPr>
          <p:spPr>
            <a:xfrm>
              <a:off x="2459185" y="935172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2" name="pt1500">
              <a:extLst>
                <a:ext uri="{FF2B5EF4-FFF2-40B4-BE49-F238E27FC236}">
                  <a16:creationId xmlns:a16="http://schemas.microsoft.com/office/drawing/2014/main" id="{8F24EF22-BD5C-4320-3FCF-9D988F75F3C0}"/>
                </a:ext>
              </a:extLst>
            </p:cNvPr>
            <p:cNvSpPr/>
            <p:nvPr/>
          </p:nvSpPr>
          <p:spPr>
            <a:xfrm>
              <a:off x="7856918" y="786422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3" name="pt1501">
              <a:extLst>
                <a:ext uri="{FF2B5EF4-FFF2-40B4-BE49-F238E27FC236}">
                  <a16:creationId xmlns:a16="http://schemas.microsoft.com/office/drawing/2014/main" id="{711D03C7-1BFD-9DD2-2DC8-DED1576DF188}"/>
                </a:ext>
              </a:extLst>
            </p:cNvPr>
            <p:cNvSpPr/>
            <p:nvPr/>
          </p:nvSpPr>
          <p:spPr>
            <a:xfrm>
              <a:off x="7823803" y="787456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4" name="pt1502">
              <a:extLst>
                <a:ext uri="{FF2B5EF4-FFF2-40B4-BE49-F238E27FC236}">
                  <a16:creationId xmlns:a16="http://schemas.microsoft.com/office/drawing/2014/main" id="{1A8BA5B4-2F0E-A84C-8520-3D746D7DA675}"/>
                </a:ext>
              </a:extLst>
            </p:cNvPr>
            <p:cNvSpPr/>
            <p:nvPr/>
          </p:nvSpPr>
          <p:spPr>
            <a:xfrm>
              <a:off x="4835513" y="884809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5" name="pt1503">
              <a:extLst>
                <a:ext uri="{FF2B5EF4-FFF2-40B4-BE49-F238E27FC236}">
                  <a16:creationId xmlns:a16="http://schemas.microsoft.com/office/drawing/2014/main" id="{3E80A414-4E7E-6C63-E4B6-4F747E0DA264}"/>
                </a:ext>
              </a:extLst>
            </p:cNvPr>
            <p:cNvSpPr/>
            <p:nvPr/>
          </p:nvSpPr>
          <p:spPr>
            <a:xfrm>
              <a:off x="2774938" y="912502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6" name="pt1504">
              <a:extLst>
                <a:ext uri="{FF2B5EF4-FFF2-40B4-BE49-F238E27FC236}">
                  <a16:creationId xmlns:a16="http://schemas.microsoft.com/office/drawing/2014/main" id="{9A7614B9-0ECB-DFE0-CDD9-B7B1340F3E63}"/>
                </a:ext>
              </a:extLst>
            </p:cNvPr>
            <p:cNvSpPr/>
            <p:nvPr/>
          </p:nvSpPr>
          <p:spPr>
            <a:xfrm>
              <a:off x="9603278" y="574009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7" name="pt1505">
              <a:extLst>
                <a:ext uri="{FF2B5EF4-FFF2-40B4-BE49-F238E27FC236}">
                  <a16:creationId xmlns:a16="http://schemas.microsoft.com/office/drawing/2014/main" id="{B6B874F4-FE10-2092-A09D-F239D34720E2}"/>
                </a:ext>
              </a:extLst>
            </p:cNvPr>
            <p:cNvSpPr/>
            <p:nvPr/>
          </p:nvSpPr>
          <p:spPr>
            <a:xfrm>
              <a:off x="7732787" y="8091616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8" name="pt1506">
              <a:extLst>
                <a:ext uri="{FF2B5EF4-FFF2-40B4-BE49-F238E27FC236}">
                  <a16:creationId xmlns:a16="http://schemas.microsoft.com/office/drawing/2014/main" id="{58EF230C-F7E4-8FA6-5FE1-BC6BB9FF34C9}"/>
                </a:ext>
              </a:extLst>
            </p:cNvPr>
            <p:cNvSpPr/>
            <p:nvPr/>
          </p:nvSpPr>
          <p:spPr>
            <a:xfrm>
              <a:off x="7710400" y="807805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9" name="pt1507">
              <a:extLst>
                <a:ext uri="{FF2B5EF4-FFF2-40B4-BE49-F238E27FC236}">
                  <a16:creationId xmlns:a16="http://schemas.microsoft.com/office/drawing/2014/main" id="{DC13A87D-E07E-57F4-57A7-E7CD3DF9E492}"/>
                </a:ext>
              </a:extLst>
            </p:cNvPr>
            <p:cNvSpPr/>
            <p:nvPr/>
          </p:nvSpPr>
          <p:spPr>
            <a:xfrm>
              <a:off x="4274872" y="884962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0" name="pt1508">
              <a:extLst>
                <a:ext uri="{FF2B5EF4-FFF2-40B4-BE49-F238E27FC236}">
                  <a16:creationId xmlns:a16="http://schemas.microsoft.com/office/drawing/2014/main" id="{1028AB8D-6EEB-9FDD-0C07-7ECB387088D4}"/>
                </a:ext>
              </a:extLst>
            </p:cNvPr>
            <p:cNvSpPr/>
            <p:nvPr/>
          </p:nvSpPr>
          <p:spPr>
            <a:xfrm>
              <a:off x="4539181" y="891777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1" name="pt1509">
              <a:extLst>
                <a:ext uri="{FF2B5EF4-FFF2-40B4-BE49-F238E27FC236}">
                  <a16:creationId xmlns:a16="http://schemas.microsoft.com/office/drawing/2014/main" id="{157DC16D-E251-8B26-47E1-1ECA8A113B7F}"/>
                </a:ext>
              </a:extLst>
            </p:cNvPr>
            <p:cNvSpPr/>
            <p:nvPr/>
          </p:nvSpPr>
          <p:spPr>
            <a:xfrm>
              <a:off x="8197134" y="758536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2" name="pt1510">
              <a:extLst>
                <a:ext uri="{FF2B5EF4-FFF2-40B4-BE49-F238E27FC236}">
                  <a16:creationId xmlns:a16="http://schemas.microsoft.com/office/drawing/2014/main" id="{3A9D82B7-A991-7AB8-51BE-7EACA956B912}"/>
                </a:ext>
              </a:extLst>
            </p:cNvPr>
            <p:cNvSpPr/>
            <p:nvPr/>
          </p:nvSpPr>
          <p:spPr>
            <a:xfrm>
              <a:off x="3739901" y="868824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3" name="pt1511">
              <a:extLst>
                <a:ext uri="{FF2B5EF4-FFF2-40B4-BE49-F238E27FC236}">
                  <a16:creationId xmlns:a16="http://schemas.microsoft.com/office/drawing/2014/main" id="{033F3AF3-4F62-984B-F9E6-94DBA6719CA0}"/>
                </a:ext>
              </a:extLst>
            </p:cNvPr>
            <p:cNvSpPr/>
            <p:nvPr/>
          </p:nvSpPr>
          <p:spPr>
            <a:xfrm>
              <a:off x="11181678" y="36775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4" name="pt1512">
              <a:extLst>
                <a:ext uri="{FF2B5EF4-FFF2-40B4-BE49-F238E27FC236}">
                  <a16:creationId xmlns:a16="http://schemas.microsoft.com/office/drawing/2014/main" id="{8A8A3878-0F32-C3A3-255E-C9B59BC43FBA}"/>
                </a:ext>
              </a:extLst>
            </p:cNvPr>
            <p:cNvSpPr/>
            <p:nvPr/>
          </p:nvSpPr>
          <p:spPr>
            <a:xfrm>
              <a:off x="11001847" y="42650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5" name="pt1513">
              <a:extLst>
                <a:ext uri="{FF2B5EF4-FFF2-40B4-BE49-F238E27FC236}">
                  <a16:creationId xmlns:a16="http://schemas.microsoft.com/office/drawing/2014/main" id="{E17EE075-6E30-C9A8-9ECC-07A09DE53D49}"/>
                </a:ext>
              </a:extLst>
            </p:cNvPr>
            <p:cNvSpPr/>
            <p:nvPr/>
          </p:nvSpPr>
          <p:spPr>
            <a:xfrm>
              <a:off x="11006868" y="424457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6" name="pt1514">
              <a:extLst>
                <a:ext uri="{FF2B5EF4-FFF2-40B4-BE49-F238E27FC236}">
                  <a16:creationId xmlns:a16="http://schemas.microsoft.com/office/drawing/2014/main" id="{8A87567D-D520-7B1A-4411-ACE933689134}"/>
                </a:ext>
              </a:extLst>
            </p:cNvPr>
            <p:cNvSpPr/>
            <p:nvPr/>
          </p:nvSpPr>
          <p:spPr>
            <a:xfrm>
              <a:off x="7686086" y="846252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7" name="pt1515">
              <a:extLst>
                <a:ext uri="{FF2B5EF4-FFF2-40B4-BE49-F238E27FC236}">
                  <a16:creationId xmlns:a16="http://schemas.microsoft.com/office/drawing/2014/main" id="{FB2BC68B-48DF-29B8-2E4B-F7BB40ED4FCE}"/>
                </a:ext>
              </a:extLst>
            </p:cNvPr>
            <p:cNvSpPr/>
            <p:nvPr/>
          </p:nvSpPr>
          <p:spPr>
            <a:xfrm>
              <a:off x="5400400" y="84880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8" name="pt1516">
              <a:extLst>
                <a:ext uri="{FF2B5EF4-FFF2-40B4-BE49-F238E27FC236}">
                  <a16:creationId xmlns:a16="http://schemas.microsoft.com/office/drawing/2014/main" id="{8A49C328-B2E5-0024-1C1A-870244AAAE12}"/>
                </a:ext>
              </a:extLst>
            </p:cNvPr>
            <p:cNvSpPr/>
            <p:nvPr/>
          </p:nvSpPr>
          <p:spPr>
            <a:xfrm>
              <a:off x="11206578" y="379210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9" name="pt1517">
              <a:extLst>
                <a:ext uri="{FF2B5EF4-FFF2-40B4-BE49-F238E27FC236}">
                  <a16:creationId xmlns:a16="http://schemas.microsoft.com/office/drawing/2014/main" id="{15472278-E892-5E23-620F-9CF65D97122A}"/>
                </a:ext>
              </a:extLst>
            </p:cNvPr>
            <p:cNvSpPr/>
            <p:nvPr/>
          </p:nvSpPr>
          <p:spPr>
            <a:xfrm>
              <a:off x="9852678" y="518739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0" name="pt1518">
              <a:extLst>
                <a:ext uri="{FF2B5EF4-FFF2-40B4-BE49-F238E27FC236}">
                  <a16:creationId xmlns:a16="http://schemas.microsoft.com/office/drawing/2014/main" id="{2E93FA53-03CA-9634-02E8-2111EFA4CB51}"/>
                </a:ext>
              </a:extLst>
            </p:cNvPr>
            <p:cNvSpPr/>
            <p:nvPr/>
          </p:nvSpPr>
          <p:spPr>
            <a:xfrm>
              <a:off x="9652096" y="505040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1" name="pt1519">
              <a:extLst>
                <a:ext uri="{FF2B5EF4-FFF2-40B4-BE49-F238E27FC236}">
                  <a16:creationId xmlns:a16="http://schemas.microsoft.com/office/drawing/2014/main" id="{B5C8470B-C82E-8664-5C7D-0442B9B627EF}"/>
                </a:ext>
              </a:extLst>
            </p:cNvPr>
            <p:cNvSpPr/>
            <p:nvPr/>
          </p:nvSpPr>
          <p:spPr>
            <a:xfrm>
              <a:off x="12842648" y="338970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2" name="pt1520">
              <a:extLst>
                <a:ext uri="{FF2B5EF4-FFF2-40B4-BE49-F238E27FC236}">
                  <a16:creationId xmlns:a16="http://schemas.microsoft.com/office/drawing/2014/main" id="{4180CF56-26A6-1CFC-5E3D-4631D42F417B}"/>
                </a:ext>
              </a:extLst>
            </p:cNvPr>
            <p:cNvSpPr/>
            <p:nvPr/>
          </p:nvSpPr>
          <p:spPr>
            <a:xfrm>
              <a:off x="12845900" y="338402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3" name="pt1521">
              <a:extLst>
                <a:ext uri="{FF2B5EF4-FFF2-40B4-BE49-F238E27FC236}">
                  <a16:creationId xmlns:a16="http://schemas.microsoft.com/office/drawing/2014/main" id="{CD7C130B-B952-09E4-F565-540963BB03B1}"/>
                </a:ext>
              </a:extLst>
            </p:cNvPr>
            <p:cNvSpPr/>
            <p:nvPr/>
          </p:nvSpPr>
          <p:spPr>
            <a:xfrm>
              <a:off x="3540571" y="871100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4" name="pt1522">
              <a:extLst>
                <a:ext uri="{FF2B5EF4-FFF2-40B4-BE49-F238E27FC236}">
                  <a16:creationId xmlns:a16="http://schemas.microsoft.com/office/drawing/2014/main" id="{A47530A0-6261-5BA8-4B8A-568F6B24C3F5}"/>
                </a:ext>
              </a:extLst>
            </p:cNvPr>
            <p:cNvSpPr/>
            <p:nvPr/>
          </p:nvSpPr>
          <p:spPr>
            <a:xfrm>
              <a:off x="9304743" y="594980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5" name="pt1523">
              <a:extLst>
                <a:ext uri="{FF2B5EF4-FFF2-40B4-BE49-F238E27FC236}">
                  <a16:creationId xmlns:a16="http://schemas.microsoft.com/office/drawing/2014/main" id="{0367DD23-4B7C-20F6-474E-F58803D34B77}"/>
                </a:ext>
              </a:extLst>
            </p:cNvPr>
            <p:cNvSpPr/>
            <p:nvPr/>
          </p:nvSpPr>
          <p:spPr>
            <a:xfrm>
              <a:off x="9280580" y="59175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6" name="pt1524">
              <a:extLst>
                <a:ext uri="{FF2B5EF4-FFF2-40B4-BE49-F238E27FC236}">
                  <a16:creationId xmlns:a16="http://schemas.microsoft.com/office/drawing/2014/main" id="{FE022A57-DF34-A174-6C04-4C96BE06BB11}"/>
                </a:ext>
              </a:extLst>
            </p:cNvPr>
            <p:cNvSpPr/>
            <p:nvPr/>
          </p:nvSpPr>
          <p:spPr>
            <a:xfrm>
              <a:off x="9641192" y="64315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7" name="pt1525">
              <a:extLst>
                <a:ext uri="{FF2B5EF4-FFF2-40B4-BE49-F238E27FC236}">
                  <a16:creationId xmlns:a16="http://schemas.microsoft.com/office/drawing/2014/main" id="{DC0B6F4A-12DC-0F57-3A76-1ADE417D6DD9}"/>
                </a:ext>
              </a:extLst>
            </p:cNvPr>
            <p:cNvSpPr/>
            <p:nvPr/>
          </p:nvSpPr>
          <p:spPr>
            <a:xfrm>
              <a:off x="13846704" y="250451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8" name="pt1526">
              <a:extLst>
                <a:ext uri="{FF2B5EF4-FFF2-40B4-BE49-F238E27FC236}">
                  <a16:creationId xmlns:a16="http://schemas.microsoft.com/office/drawing/2014/main" id="{99BC3F94-F9C2-6ECD-0F5B-3D00B9B76675}"/>
                </a:ext>
              </a:extLst>
            </p:cNvPr>
            <p:cNvSpPr/>
            <p:nvPr/>
          </p:nvSpPr>
          <p:spPr>
            <a:xfrm>
              <a:off x="9167274" y="546683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9" name="pt1527">
              <a:extLst>
                <a:ext uri="{FF2B5EF4-FFF2-40B4-BE49-F238E27FC236}">
                  <a16:creationId xmlns:a16="http://schemas.microsoft.com/office/drawing/2014/main" id="{716F570F-87D0-2120-8BDB-23484E42F5F4}"/>
                </a:ext>
              </a:extLst>
            </p:cNvPr>
            <p:cNvSpPr/>
            <p:nvPr/>
          </p:nvSpPr>
          <p:spPr>
            <a:xfrm>
              <a:off x="11639853" y="330926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0" name="pt1528">
              <a:extLst>
                <a:ext uri="{FF2B5EF4-FFF2-40B4-BE49-F238E27FC236}">
                  <a16:creationId xmlns:a16="http://schemas.microsoft.com/office/drawing/2014/main" id="{BE0BC155-D115-8620-06BC-A6D31FD1FC28}"/>
                </a:ext>
              </a:extLst>
            </p:cNvPr>
            <p:cNvSpPr/>
            <p:nvPr/>
          </p:nvSpPr>
          <p:spPr>
            <a:xfrm>
              <a:off x="11512554" y="33825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1" name="pt1529">
              <a:extLst>
                <a:ext uri="{FF2B5EF4-FFF2-40B4-BE49-F238E27FC236}">
                  <a16:creationId xmlns:a16="http://schemas.microsoft.com/office/drawing/2014/main" id="{9A36F750-4457-3C17-19E6-BA62A4F2BDA0}"/>
                </a:ext>
              </a:extLst>
            </p:cNvPr>
            <p:cNvSpPr/>
            <p:nvPr/>
          </p:nvSpPr>
          <p:spPr>
            <a:xfrm>
              <a:off x="8872698" y="7058856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2" name="pt1530">
              <a:extLst>
                <a:ext uri="{FF2B5EF4-FFF2-40B4-BE49-F238E27FC236}">
                  <a16:creationId xmlns:a16="http://schemas.microsoft.com/office/drawing/2014/main" id="{8D7C559E-8D0F-B67C-6ABE-D64701B7EC3E}"/>
                </a:ext>
              </a:extLst>
            </p:cNvPr>
            <p:cNvSpPr/>
            <p:nvPr/>
          </p:nvSpPr>
          <p:spPr>
            <a:xfrm>
              <a:off x="8846724" y="712772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3" name="pt1531">
              <a:extLst>
                <a:ext uri="{FF2B5EF4-FFF2-40B4-BE49-F238E27FC236}">
                  <a16:creationId xmlns:a16="http://schemas.microsoft.com/office/drawing/2014/main" id="{971C258B-F772-1875-B3F9-8FF0ED1D98B4}"/>
                </a:ext>
              </a:extLst>
            </p:cNvPr>
            <p:cNvSpPr/>
            <p:nvPr/>
          </p:nvSpPr>
          <p:spPr>
            <a:xfrm>
              <a:off x="10409742" y="440106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4" name="pt1532">
              <a:extLst>
                <a:ext uri="{FF2B5EF4-FFF2-40B4-BE49-F238E27FC236}">
                  <a16:creationId xmlns:a16="http://schemas.microsoft.com/office/drawing/2014/main" id="{E7913961-A4D0-0B1A-7AC5-4D05C339E840}"/>
                </a:ext>
              </a:extLst>
            </p:cNvPr>
            <p:cNvSpPr/>
            <p:nvPr/>
          </p:nvSpPr>
          <p:spPr>
            <a:xfrm>
              <a:off x="6429193" y="874738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5" name="pt1533">
              <a:extLst>
                <a:ext uri="{FF2B5EF4-FFF2-40B4-BE49-F238E27FC236}">
                  <a16:creationId xmlns:a16="http://schemas.microsoft.com/office/drawing/2014/main" id="{55E24006-19C1-6E94-8014-1A4173B5E6A1}"/>
                </a:ext>
              </a:extLst>
            </p:cNvPr>
            <p:cNvSpPr/>
            <p:nvPr/>
          </p:nvSpPr>
          <p:spPr>
            <a:xfrm>
              <a:off x="6572484" y="874488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6" name="pt1534">
              <a:extLst>
                <a:ext uri="{FF2B5EF4-FFF2-40B4-BE49-F238E27FC236}">
                  <a16:creationId xmlns:a16="http://schemas.microsoft.com/office/drawing/2014/main" id="{FC3E1EAB-8ADA-675C-0029-CAA9744D1C4A}"/>
                </a:ext>
              </a:extLst>
            </p:cNvPr>
            <p:cNvSpPr/>
            <p:nvPr/>
          </p:nvSpPr>
          <p:spPr>
            <a:xfrm>
              <a:off x="10625503" y="435343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7" name="rc1535">
              <a:extLst>
                <a:ext uri="{FF2B5EF4-FFF2-40B4-BE49-F238E27FC236}">
                  <a16:creationId xmlns:a16="http://schemas.microsoft.com/office/drawing/2014/main" id="{58814AF4-E9D0-B788-B5C2-0A5585DF085F}"/>
                </a:ext>
              </a:extLst>
            </p:cNvPr>
            <p:cNvSpPr/>
            <p:nvPr/>
          </p:nvSpPr>
          <p:spPr>
            <a:xfrm>
              <a:off x="2072011" y="9378493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8" name="rc1536">
              <a:extLst>
                <a:ext uri="{FF2B5EF4-FFF2-40B4-BE49-F238E27FC236}">
                  <a16:creationId xmlns:a16="http://schemas.microsoft.com/office/drawing/2014/main" id="{C05B00A9-AFD4-8977-D0E6-BB68532C330D}"/>
                </a:ext>
              </a:extLst>
            </p:cNvPr>
            <p:cNvSpPr/>
            <p:nvPr/>
          </p:nvSpPr>
          <p:spPr>
            <a:xfrm>
              <a:off x="4560341" y="8566494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9" name="rc1537">
              <a:extLst>
                <a:ext uri="{FF2B5EF4-FFF2-40B4-BE49-F238E27FC236}">
                  <a16:creationId xmlns:a16="http://schemas.microsoft.com/office/drawing/2014/main" id="{DC619DD3-9CBB-083E-E8EC-909D8800B3AE}"/>
                </a:ext>
              </a:extLst>
            </p:cNvPr>
            <p:cNvSpPr/>
            <p:nvPr/>
          </p:nvSpPr>
          <p:spPr>
            <a:xfrm>
              <a:off x="7308565" y="8484348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0" name="rc1538">
              <a:extLst>
                <a:ext uri="{FF2B5EF4-FFF2-40B4-BE49-F238E27FC236}">
                  <a16:creationId xmlns:a16="http://schemas.microsoft.com/office/drawing/2014/main" id="{5480F14B-1053-C423-A6D2-079BE9E83430}"/>
                </a:ext>
              </a:extLst>
            </p:cNvPr>
            <p:cNvSpPr/>
            <p:nvPr/>
          </p:nvSpPr>
          <p:spPr>
            <a:xfrm>
              <a:off x="9254671" y="5916220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1" name="rc1539">
              <a:extLst>
                <a:ext uri="{FF2B5EF4-FFF2-40B4-BE49-F238E27FC236}">
                  <a16:creationId xmlns:a16="http://schemas.microsoft.com/office/drawing/2014/main" id="{6C9F9DED-A57C-E28A-FC5B-9DAAACE86587}"/>
                </a:ext>
              </a:extLst>
            </p:cNvPr>
            <p:cNvSpPr/>
            <p:nvPr/>
          </p:nvSpPr>
          <p:spPr>
            <a:xfrm>
              <a:off x="9362649" y="5624389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2" name="rc1540">
              <a:extLst>
                <a:ext uri="{FF2B5EF4-FFF2-40B4-BE49-F238E27FC236}">
                  <a16:creationId xmlns:a16="http://schemas.microsoft.com/office/drawing/2014/main" id="{3622C6CD-842D-628D-7941-6294CAF414EF}"/>
                </a:ext>
              </a:extLst>
            </p:cNvPr>
            <p:cNvSpPr/>
            <p:nvPr/>
          </p:nvSpPr>
          <p:spPr>
            <a:xfrm>
              <a:off x="9350202" y="5902457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3" name="rc1541">
              <a:extLst>
                <a:ext uri="{FF2B5EF4-FFF2-40B4-BE49-F238E27FC236}">
                  <a16:creationId xmlns:a16="http://schemas.microsoft.com/office/drawing/2014/main" id="{3277B429-7459-54B3-2018-CAD4ACD4836D}"/>
                </a:ext>
              </a:extLst>
            </p:cNvPr>
            <p:cNvSpPr/>
            <p:nvPr/>
          </p:nvSpPr>
          <p:spPr>
            <a:xfrm>
              <a:off x="10836957" y="3700294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4" name="rc1542">
              <a:extLst>
                <a:ext uri="{FF2B5EF4-FFF2-40B4-BE49-F238E27FC236}">
                  <a16:creationId xmlns:a16="http://schemas.microsoft.com/office/drawing/2014/main" id="{89925C9C-7855-CC9A-BED7-5481181388BD}"/>
                </a:ext>
              </a:extLst>
            </p:cNvPr>
            <p:cNvSpPr/>
            <p:nvPr/>
          </p:nvSpPr>
          <p:spPr>
            <a:xfrm>
              <a:off x="11145018" y="3346138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5" name="pl1543">
              <a:extLst>
                <a:ext uri="{FF2B5EF4-FFF2-40B4-BE49-F238E27FC236}">
                  <a16:creationId xmlns:a16="http://schemas.microsoft.com/office/drawing/2014/main" id="{7156254B-68D9-462B-2C27-8D272935D8A7}"/>
                </a:ext>
              </a:extLst>
            </p:cNvPr>
            <p:cNvSpPr/>
            <p:nvPr/>
          </p:nvSpPr>
          <p:spPr>
            <a:xfrm flipH="1">
              <a:off x="2288035" y="8954109"/>
              <a:ext cx="365042" cy="561856"/>
            </a:xfrm>
            <a:custGeom>
              <a:avLst/>
              <a:gdLst/>
              <a:ahLst/>
              <a:cxnLst/>
              <a:rect l="0" t="0" r="0" b="0"/>
              <a:pathLst>
                <a:path w="3674" h="207552">
                  <a:moveTo>
                    <a:pt x="0" y="0"/>
                  </a:moveTo>
                  <a:lnTo>
                    <a:pt x="3674" y="20755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6" name="pl1544">
              <a:extLst>
                <a:ext uri="{FF2B5EF4-FFF2-40B4-BE49-F238E27FC236}">
                  <a16:creationId xmlns:a16="http://schemas.microsoft.com/office/drawing/2014/main" id="{42DD2B57-4978-7FBC-B3A8-C994DA560208}"/>
                </a:ext>
              </a:extLst>
            </p:cNvPr>
            <p:cNvSpPr/>
            <p:nvPr/>
          </p:nvSpPr>
          <p:spPr>
            <a:xfrm>
              <a:off x="4365037" y="8186953"/>
              <a:ext cx="348381" cy="486224"/>
            </a:xfrm>
            <a:custGeom>
              <a:avLst/>
              <a:gdLst/>
              <a:ahLst/>
              <a:cxnLst/>
              <a:rect l="0" t="0" r="0" b="0"/>
              <a:pathLst>
                <a:path w="125021" h="328267">
                  <a:moveTo>
                    <a:pt x="0" y="0"/>
                  </a:moveTo>
                  <a:lnTo>
                    <a:pt x="125021" y="32826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7" name="pl1545">
              <a:extLst>
                <a:ext uri="{FF2B5EF4-FFF2-40B4-BE49-F238E27FC236}">
                  <a16:creationId xmlns:a16="http://schemas.microsoft.com/office/drawing/2014/main" id="{B2ED99FB-C814-9888-02A0-5F88B37A8667}"/>
                </a:ext>
              </a:extLst>
            </p:cNvPr>
            <p:cNvSpPr/>
            <p:nvPr/>
          </p:nvSpPr>
          <p:spPr>
            <a:xfrm>
              <a:off x="7359579" y="7969124"/>
              <a:ext cx="185041" cy="657582"/>
            </a:xfrm>
            <a:custGeom>
              <a:avLst/>
              <a:gdLst/>
              <a:ahLst/>
              <a:cxnLst/>
              <a:rect l="0" t="0" r="0" b="0"/>
              <a:pathLst>
                <a:path w="173779" h="242905">
                  <a:moveTo>
                    <a:pt x="0" y="0"/>
                  </a:moveTo>
                  <a:lnTo>
                    <a:pt x="173779" y="2429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8" name="pl1546">
              <a:extLst>
                <a:ext uri="{FF2B5EF4-FFF2-40B4-BE49-F238E27FC236}">
                  <a16:creationId xmlns:a16="http://schemas.microsoft.com/office/drawing/2014/main" id="{5DD6D7ED-21F7-E3EE-5EB3-C95228A42BF0}"/>
                </a:ext>
              </a:extLst>
            </p:cNvPr>
            <p:cNvSpPr/>
            <p:nvPr/>
          </p:nvSpPr>
          <p:spPr>
            <a:xfrm>
              <a:off x="10587939" y="3559918"/>
              <a:ext cx="388866" cy="278342"/>
            </a:xfrm>
            <a:custGeom>
              <a:avLst/>
              <a:gdLst/>
              <a:ahLst/>
              <a:cxnLst/>
              <a:rect l="0" t="0" r="0" b="0"/>
              <a:pathLst>
                <a:path w="40372" h="199621">
                  <a:moveTo>
                    <a:pt x="0" y="0"/>
                  </a:moveTo>
                  <a:lnTo>
                    <a:pt x="40372" y="1996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9" name="pl1547">
              <a:extLst>
                <a:ext uri="{FF2B5EF4-FFF2-40B4-BE49-F238E27FC236}">
                  <a16:creationId xmlns:a16="http://schemas.microsoft.com/office/drawing/2014/main" id="{8A183997-37F9-93BF-8EC1-BC359AE6537B}"/>
                </a:ext>
              </a:extLst>
            </p:cNvPr>
            <p:cNvSpPr/>
            <p:nvPr/>
          </p:nvSpPr>
          <p:spPr>
            <a:xfrm flipH="1">
              <a:off x="11375450" y="2692924"/>
              <a:ext cx="127161" cy="866994"/>
            </a:xfrm>
            <a:custGeom>
              <a:avLst/>
              <a:gdLst/>
              <a:ahLst/>
              <a:cxnLst/>
              <a:rect l="0" t="0" r="0" b="0"/>
              <a:pathLst>
                <a:path w="111659" h="292673">
                  <a:moveTo>
                    <a:pt x="0" y="0"/>
                  </a:moveTo>
                  <a:lnTo>
                    <a:pt x="111659" y="2926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0" name="pg1548">
              <a:extLst>
                <a:ext uri="{FF2B5EF4-FFF2-40B4-BE49-F238E27FC236}">
                  <a16:creationId xmlns:a16="http://schemas.microsoft.com/office/drawing/2014/main" id="{80082811-B6EA-536C-E348-424B2BFB9B0C}"/>
                </a:ext>
              </a:extLst>
            </p:cNvPr>
            <p:cNvSpPr/>
            <p:nvPr/>
          </p:nvSpPr>
          <p:spPr>
            <a:xfrm>
              <a:off x="1870706" y="8434520"/>
              <a:ext cx="1564740" cy="519589"/>
            </a:xfrm>
            <a:custGeom>
              <a:avLst/>
              <a:gdLst/>
              <a:ahLst/>
              <a:cxnLst/>
              <a:rect l="0" t="0" r="0" b="0"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2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1" name="tx1549">
              <a:extLst>
                <a:ext uri="{FF2B5EF4-FFF2-40B4-BE49-F238E27FC236}">
                  <a16:creationId xmlns:a16="http://schemas.microsoft.com/office/drawing/2014/main" id="{09CEC516-FAEF-099F-7C72-5971A392AA22}"/>
                </a:ext>
              </a:extLst>
            </p:cNvPr>
            <p:cNvSpPr/>
            <p:nvPr/>
          </p:nvSpPr>
          <p:spPr>
            <a:xfrm>
              <a:off x="2006393" y="8622869"/>
              <a:ext cx="1293367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172" name="pg1550">
              <a:extLst>
                <a:ext uri="{FF2B5EF4-FFF2-40B4-BE49-F238E27FC236}">
                  <a16:creationId xmlns:a16="http://schemas.microsoft.com/office/drawing/2014/main" id="{309EFE9F-F5BF-A71C-2E3C-576715AB2257}"/>
                </a:ext>
              </a:extLst>
            </p:cNvPr>
            <p:cNvSpPr/>
            <p:nvPr/>
          </p:nvSpPr>
          <p:spPr>
            <a:xfrm>
              <a:off x="3574103" y="7667362"/>
              <a:ext cx="1541944" cy="519589"/>
            </a:xfrm>
            <a:custGeom>
              <a:avLst/>
              <a:gdLst/>
              <a:ahLst/>
              <a:cxnLst/>
              <a:rect l="0" t="0" r="0" b="0"/>
              <a:pathLst>
                <a:path w="519562" h="191932">
                  <a:moveTo>
                    <a:pt x="27431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1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3" name="tx1551">
              <a:extLst>
                <a:ext uri="{FF2B5EF4-FFF2-40B4-BE49-F238E27FC236}">
                  <a16:creationId xmlns:a16="http://schemas.microsoft.com/office/drawing/2014/main" id="{742195E5-8E3C-3D54-D679-53C62D832E02}"/>
                </a:ext>
              </a:extLst>
            </p:cNvPr>
            <p:cNvSpPr/>
            <p:nvPr/>
          </p:nvSpPr>
          <p:spPr>
            <a:xfrm>
              <a:off x="3709790" y="7834655"/>
              <a:ext cx="1270570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74" name="pg1552">
              <a:extLst>
                <a:ext uri="{FF2B5EF4-FFF2-40B4-BE49-F238E27FC236}">
                  <a16:creationId xmlns:a16="http://schemas.microsoft.com/office/drawing/2014/main" id="{79F7C737-7823-5B97-89C9-65100CEA33E0}"/>
                </a:ext>
              </a:extLst>
            </p:cNvPr>
            <p:cNvSpPr/>
            <p:nvPr/>
          </p:nvSpPr>
          <p:spPr>
            <a:xfrm>
              <a:off x="6476055" y="7449534"/>
              <a:ext cx="1518605" cy="519589"/>
            </a:xfrm>
            <a:custGeom>
              <a:avLst/>
              <a:gdLst/>
              <a:ahLst/>
              <a:cxnLst/>
              <a:rect l="0" t="0" r="0" b="0"/>
              <a:pathLst>
                <a:path w="511698" h="191932">
                  <a:moveTo>
                    <a:pt x="27432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5" name="tx1553">
              <a:extLst>
                <a:ext uri="{FF2B5EF4-FFF2-40B4-BE49-F238E27FC236}">
                  <a16:creationId xmlns:a16="http://schemas.microsoft.com/office/drawing/2014/main" id="{5F520282-0BEF-FC46-0420-234DD647EE4B}"/>
                </a:ext>
              </a:extLst>
            </p:cNvPr>
            <p:cNvSpPr/>
            <p:nvPr/>
          </p:nvSpPr>
          <p:spPr>
            <a:xfrm>
              <a:off x="6611741" y="7637604"/>
              <a:ext cx="1247232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178" name="pg1556">
              <a:extLst>
                <a:ext uri="{FF2B5EF4-FFF2-40B4-BE49-F238E27FC236}">
                  <a16:creationId xmlns:a16="http://schemas.microsoft.com/office/drawing/2014/main" id="{344D3E54-F47E-1599-8EE1-DA625DC191E0}"/>
                </a:ext>
              </a:extLst>
            </p:cNvPr>
            <p:cNvSpPr/>
            <p:nvPr/>
          </p:nvSpPr>
          <p:spPr>
            <a:xfrm>
              <a:off x="10656130" y="2173335"/>
              <a:ext cx="1657005" cy="519589"/>
            </a:xfrm>
            <a:custGeom>
              <a:avLst/>
              <a:gdLst/>
              <a:ahLst/>
              <a:cxnLst/>
              <a:rect l="0" t="0" r="0" b="0"/>
              <a:pathLst>
                <a:path w="558332" h="191932">
                  <a:moveTo>
                    <a:pt x="27432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1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9" name="tx1557">
              <a:extLst>
                <a:ext uri="{FF2B5EF4-FFF2-40B4-BE49-F238E27FC236}">
                  <a16:creationId xmlns:a16="http://schemas.microsoft.com/office/drawing/2014/main" id="{DC053EA3-B55A-FD10-6141-F5A6B6F7DC0D}"/>
                </a:ext>
              </a:extLst>
            </p:cNvPr>
            <p:cNvSpPr/>
            <p:nvPr/>
          </p:nvSpPr>
          <p:spPr>
            <a:xfrm>
              <a:off x="10791817" y="2382854"/>
              <a:ext cx="1385631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180" name="pl1558">
              <a:extLst>
                <a:ext uri="{FF2B5EF4-FFF2-40B4-BE49-F238E27FC236}">
                  <a16:creationId xmlns:a16="http://schemas.microsoft.com/office/drawing/2014/main" id="{3B607172-4279-D2D2-D523-73640E694994}"/>
                </a:ext>
              </a:extLst>
            </p:cNvPr>
            <p:cNvSpPr/>
            <p:nvPr/>
          </p:nvSpPr>
          <p:spPr>
            <a:xfrm>
              <a:off x="1735019" y="1238081"/>
              <a:ext cx="0" cy="9863052"/>
            </a:xfrm>
            <a:custGeom>
              <a:avLst/>
              <a:gdLst/>
              <a:ahLst/>
              <a:cxnLst/>
              <a:rect l="0" t="0" r="0" b="0"/>
              <a:pathLst>
                <a:path h="3643333">
                  <a:moveTo>
                    <a:pt x="0" y="364333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81" name="tx1559">
              <a:extLst>
                <a:ext uri="{FF2B5EF4-FFF2-40B4-BE49-F238E27FC236}">
                  <a16:creationId xmlns:a16="http://schemas.microsoft.com/office/drawing/2014/main" id="{4CC61718-498E-D56A-4185-5F217F151EE9}"/>
                </a:ext>
              </a:extLst>
            </p:cNvPr>
            <p:cNvSpPr/>
            <p:nvPr/>
          </p:nvSpPr>
          <p:spPr>
            <a:xfrm>
              <a:off x="808029" y="10610766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82" name="tx1560">
              <a:extLst>
                <a:ext uri="{FF2B5EF4-FFF2-40B4-BE49-F238E27FC236}">
                  <a16:creationId xmlns:a16="http://schemas.microsoft.com/office/drawing/2014/main" id="{270E3DD7-C2CD-9BB9-C56E-7339FDB80BBE}"/>
                </a:ext>
              </a:extLst>
            </p:cNvPr>
            <p:cNvSpPr/>
            <p:nvPr/>
          </p:nvSpPr>
          <p:spPr>
            <a:xfrm>
              <a:off x="1177095" y="10561008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3" name="tx1561">
              <a:extLst>
                <a:ext uri="{FF2B5EF4-FFF2-40B4-BE49-F238E27FC236}">
                  <a16:creationId xmlns:a16="http://schemas.microsoft.com/office/drawing/2014/main" id="{BD89D6AA-690A-5CFA-801B-5D6ABDA84048}"/>
                </a:ext>
              </a:extLst>
            </p:cNvPr>
            <p:cNvSpPr/>
            <p:nvPr/>
          </p:nvSpPr>
          <p:spPr>
            <a:xfrm>
              <a:off x="1309796" y="10610766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4" name="tx1562">
              <a:extLst>
                <a:ext uri="{FF2B5EF4-FFF2-40B4-BE49-F238E27FC236}">
                  <a16:creationId xmlns:a16="http://schemas.microsoft.com/office/drawing/2014/main" id="{C56B6796-4595-ED6E-CDEB-33512C0E8173}"/>
                </a:ext>
              </a:extLst>
            </p:cNvPr>
            <p:cNvSpPr/>
            <p:nvPr/>
          </p:nvSpPr>
          <p:spPr>
            <a:xfrm>
              <a:off x="808029" y="8713775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185" name="tx1563">
              <a:extLst>
                <a:ext uri="{FF2B5EF4-FFF2-40B4-BE49-F238E27FC236}">
                  <a16:creationId xmlns:a16="http://schemas.microsoft.com/office/drawing/2014/main" id="{DB6FAD67-7B15-568A-01EE-A7423A01B447}"/>
                </a:ext>
              </a:extLst>
            </p:cNvPr>
            <p:cNvSpPr/>
            <p:nvPr/>
          </p:nvSpPr>
          <p:spPr>
            <a:xfrm>
              <a:off x="1177095" y="8664021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6" name="tx1564">
              <a:extLst>
                <a:ext uri="{FF2B5EF4-FFF2-40B4-BE49-F238E27FC236}">
                  <a16:creationId xmlns:a16="http://schemas.microsoft.com/office/drawing/2014/main" id="{17DA2E84-0AC9-14D6-E948-FED3569AE774}"/>
                </a:ext>
              </a:extLst>
            </p:cNvPr>
            <p:cNvSpPr/>
            <p:nvPr/>
          </p:nvSpPr>
          <p:spPr>
            <a:xfrm>
              <a:off x="1309796" y="8713775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7" name="tx1565">
              <a:extLst>
                <a:ext uri="{FF2B5EF4-FFF2-40B4-BE49-F238E27FC236}">
                  <a16:creationId xmlns:a16="http://schemas.microsoft.com/office/drawing/2014/main" id="{8DA2DAE8-E96D-FDC8-95D9-E3A01CE7BE0C}"/>
                </a:ext>
              </a:extLst>
            </p:cNvPr>
            <p:cNvSpPr/>
            <p:nvPr/>
          </p:nvSpPr>
          <p:spPr>
            <a:xfrm>
              <a:off x="808029" y="6817035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188" name="tx1566">
              <a:extLst>
                <a:ext uri="{FF2B5EF4-FFF2-40B4-BE49-F238E27FC236}">
                  <a16:creationId xmlns:a16="http://schemas.microsoft.com/office/drawing/2014/main" id="{9D7A18DC-4C52-2749-19E1-B2B482060D13}"/>
                </a:ext>
              </a:extLst>
            </p:cNvPr>
            <p:cNvSpPr/>
            <p:nvPr/>
          </p:nvSpPr>
          <p:spPr>
            <a:xfrm>
              <a:off x="1177095" y="6767280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9" name="tx1567">
              <a:extLst>
                <a:ext uri="{FF2B5EF4-FFF2-40B4-BE49-F238E27FC236}">
                  <a16:creationId xmlns:a16="http://schemas.microsoft.com/office/drawing/2014/main" id="{7EA08F56-CCE2-A5D0-6924-7D9ADAE16705}"/>
                </a:ext>
              </a:extLst>
            </p:cNvPr>
            <p:cNvSpPr/>
            <p:nvPr/>
          </p:nvSpPr>
          <p:spPr>
            <a:xfrm>
              <a:off x="1309796" y="6817035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0" name="tx1568">
              <a:extLst>
                <a:ext uri="{FF2B5EF4-FFF2-40B4-BE49-F238E27FC236}">
                  <a16:creationId xmlns:a16="http://schemas.microsoft.com/office/drawing/2014/main" id="{0DABF8EB-9CA6-8154-0D3C-1715A7817F5C}"/>
                </a:ext>
              </a:extLst>
            </p:cNvPr>
            <p:cNvSpPr/>
            <p:nvPr/>
          </p:nvSpPr>
          <p:spPr>
            <a:xfrm>
              <a:off x="808029" y="4920294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191" name="tx1569">
              <a:extLst>
                <a:ext uri="{FF2B5EF4-FFF2-40B4-BE49-F238E27FC236}">
                  <a16:creationId xmlns:a16="http://schemas.microsoft.com/office/drawing/2014/main" id="{A7C3F57F-EC7E-9613-28F3-3130191B1DCF}"/>
                </a:ext>
              </a:extLst>
            </p:cNvPr>
            <p:cNvSpPr/>
            <p:nvPr/>
          </p:nvSpPr>
          <p:spPr>
            <a:xfrm>
              <a:off x="1177095" y="4870540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2" name="tx1570">
              <a:extLst>
                <a:ext uri="{FF2B5EF4-FFF2-40B4-BE49-F238E27FC236}">
                  <a16:creationId xmlns:a16="http://schemas.microsoft.com/office/drawing/2014/main" id="{0F947231-3CE6-5C3E-F693-64A621C48D97}"/>
                </a:ext>
              </a:extLst>
            </p:cNvPr>
            <p:cNvSpPr/>
            <p:nvPr/>
          </p:nvSpPr>
          <p:spPr>
            <a:xfrm>
              <a:off x="1309796" y="4920294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3" name="tx1571">
              <a:extLst>
                <a:ext uri="{FF2B5EF4-FFF2-40B4-BE49-F238E27FC236}">
                  <a16:creationId xmlns:a16="http://schemas.microsoft.com/office/drawing/2014/main" id="{67BD170B-E199-85B6-6A83-ADCBB588BCD7}"/>
                </a:ext>
              </a:extLst>
            </p:cNvPr>
            <p:cNvSpPr/>
            <p:nvPr/>
          </p:nvSpPr>
          <p:spPr>
            <a:xfrm>
              <a:off x="808029" y="3023799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194" name="tx1572">
              <a:extLst>
                <a:ext uri="{FF2B5EF4-FFF2-40B4-BE49-F238E27FC236}">
                  <a16:creationId xmlns:a16="http://schemas.microsoft.com/office/drawing/2014/main" id="{161754DD-703B-2DDD-B018-7EB8F8959239}"/>
                </a:ext>
              </a:extLst>
            </p:cNvPr>
            <p:cNvSpPr/>
            <p:nvPr/>
          </p:nvSpPr>
          <p:spPr>
            <a:xfrm>
              <a:off x="1177095" y="2974045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5" name="tx1573">
              <a:extLst>
                <a:ext uri="{FF2B5EF4-FFF2-40B4-BE49-F238E27FC236}">
                  <a16:creationId xmlns:a16="http://schemas.microsoft.com/office/drawing/2014/main" id="{ADB99F65-111E-B391-64A2-EBA929727684}"/>
                </a:ext>
              </a:extLst>
            </p:cNvPr>
            <p:cNvSpPr/>
            <p:nvPr/>
          </p:nvSpPr>
          <p:spPr>
            <a:xfrm>
              <a:off x="1309796" y="3023799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6" name="tx1574">
              <a:extLst>
                <a:ext uri="{FF2B5EF4-FFF2-40B4-BE49-F238E27FC236}">
                  <a16:creationId xmlns:a16="http://schemas.microsoft.com/office/drawing/2014/main" id="{EF154F30-7B99-9D7C-619D-1515484B4F8F}"/>
                </a:ext>
              </a:extLst>
            </p:cNvPr>
            <p:cNvSpPr/>
            <p:nvPr/>
          </p:nvSpPr>
          <p:spPr>
            <a:xfrm>
              <a:off x="808029" y="1126812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97" name="tx1575">
              <a:extLst>
                <a:ext uri="{FF2B5EF4-FFF2-40B4-BE49-F238E27FC236}">
                  <a16:creationId xmlns:a16="http://schemas.microsoft.com/office/drawing/2014/main" id="{C94C36FD-0062-2F07-9F7C-0B38900DBDED}"/>
                </a:ext>
              </a:extLst>
            </p:cNvPr>
            <p:cNvSpPr/>
            <p:nvPr/>
          </p:nvSpPr>
          <p:spPr>
            <a:xfrm>
              <a:off x="1177095" y="1077055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8" name="tx1576">
              <a:extLst>
                <a:ext uri="{FF2B5EF4-FFF2-40B4-BE49-F238E27FC236}">
                  <a16:creationId xmlns:a16="http://schemas.microsoft.com/office/drawing/2014/main" id="{47B40036-0B09-960B-83CC-646A0D1A779D}"/>
                </a:ext>
              </a:extLst>
            </p:cNvPr>
            <p:cNvSpPr/>
            <p:nvPr/>
          </p:nvSpPr>
          <p:spPr>
            <a:xfrm>
              <a:off x="1309796" y="1126812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9" name="pl1577">
              <a:extLst>
                <a:ext uri="{FF2B5EF4-FFF2-40B4-BE49-F238E27FC236}">
                  <a16:creationId xmlns:a16="http://schemas.microsoft.com/office/drawing/2014/main" id="{AB7DAD84-254C-F737-E497-13CF56665389}"/>
                </a:ext>
              </a:extLst>
            </p:cNvPr>
            <p:cNvSpPr/>
            <p:nvPr/>
          </p:nvSpPr>
          <p:spPr>
            <a:xfrm>
              <a:off x="1631759" y="10721786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0" name="pl1578">
              <a:extLst>
                <a:ext uri="{FF2B5EF4-FFF2-40B4-BE49-F238E27FC236}">
                  <a16:creationId xmlns:a16="http://schemas.microsoft.com/office/drawing/2014/main" id="{9D01BE15-1387-2B47-6C17-C564CD851482}"/>
                </a:ext>
              </a:extLst>
            </p:cNvPr>
            <p:cNvSpPr/>
            <p:nvPr/>
          </p:nvSpPr>
          <p:spPr>
            <a:xfrm>
              <a:off x="1631759" y="8825044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1" name="pl1579">
              <a:extLst>
                <a:ext uri="{FF2B5EF4-FFF2-40B4-BE49-F238E27FC236}">
                  <a16:creationId xmlns:a16="http://schemas.microsoft.com/office/drawing/2014/main" id="{832B2CA8-C26B-4254-936A-1096A8A19DCF}"/>
                </a:ext>
              </a:extLst>
            </p:cNvPr>
            <p:cNvSpPr/>
            <p:nvPr/>
          </p:nvSpPr>
          <p:spPr>
            <a:xfrm>
              <a:off x="1631759" y="6928304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2" name="pl1580">
              <a:extLst>
                <a:ext uri="{FF2B5EF4-FFF2-40B4-BE49-F238E27FC236}">
                  <a16:creationId xmlns:a16="http://schemas.microsoft.com/office/drawing/2014/main" id="{0945D8E3-BC64-2FBC-790B-08FFC4C73ABD}"/>
                </a:ext>
              </a:extLst>
            </p:cNvPr>
            <p:cNvSpPr/>
            <p:nvPr/>
          </p:nvSpPr>
          <p:spPr>
            <a:xfrm>
              <a:off x="1631759" y="5031563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3" name="pl1581">
              <a:extLst>
                <a:ext uri="{FF2B5EF4-FFF2-40B4-BE49-F238E27FC236}">
                  <a16:creationId xmlns:a16="http://schemas.microsoft.com/office/drawing/2014/main" id="{018FDEE4-6999-FF67-2360-764059669093}"/>
                </a:ext>
              </a:extLst>
            </p:cNvPr>
            <p:cNvSpPr/>
            <p:nvPr/>
          </p:nvSpPr>
          <p:spPr>
            <a:xfrm>
              <a:off x="1631759" y="3134823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4" name="pl1582">
              <a:extLst>
                <a:ext uri="{FF2B5EF4-FFF2-40B4-BE49-F238E27FC236}">
                  <a16:creationId xmlns:a16="http://schemas.microsoft.com/office/drawing/2014/main" id="{D2AEB80F-F5F6-A7D0-4D90-335E65456FFC}"/>
                </a:ext>
              </a:extLst>
            </p:cNvPr>
            <p:cNvSpPr/>
            <p:nvPr/>
          </p:nvSpPr>
          <p:spPr>
            <a:xfrm>
              <a:off x="1631759" y="1238081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5" name="pl1583">
              <a:extLst>
                <a:ext uri="{FF2B5EF4-FFF2-40B4-BE49-F238E27FC236}">
                  <a16:creationId xmlns:a16="http://schemas.microsoft.com/office/drawing/2014/main" id="{B2EF300D-997F-D33F-A63D-E533CD565667}"/>
                </a:ext>
              </a:extLst>
            </p:cNvPr>
            <p:cNvSpPr/>
            <p:nvPr/>
          </p:nvSpPr>
          <p:spPr>
            <a:xfrm>
              <a:off x="1735019" y="11101135"/>
              <a:ext cx="13285116" cy="0"/>
            </a:xfrm>
            <a:custGeom>
              <a:avLst/>
              <a:gdLst/>
              <a:ahLst/>
              <a:cxnLst/>
              <a:rect l="0" t="0" r="0" b="0"/>
              <a:pathLst>
                <a:path w="4476454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6" name="pl1584">
              <a:extLst>
                <a:ext uri="{FF2B5EF4-FFF2-40B4-BE49-F238E27FC236}">
                  <a16:creationId xmlns:a16="http://schemas.microsoft.com/office/drawing/2014/main" id="{D8A82774-55A7-C9D7-C498-52C910B7FAAF}"/>
                </a:ext>
              </a:extLst>
            </p:cNvPr>
            <p:cNvSpPr/>
            <p:nvPr/>
          </p:nvSpPr>
          <p:spPr>
            <a:xfrm>
              <a:off x="173501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7" name="pl1585">
              <a:extLst>
                <a:ext uri="{FF2B5EF4-FFF2-40B4-BE49-F238E27FC236}">
                  <a16:creationId xmlns:a16="http://schemas.microsoft.com/office/drawing/2014/main" id="{6C77D8F7-CC8D-B360-BFDB-596A53C4E02C}"/>
                </a:ext>
              </a:extLst>
            </p:cNvPr>
            <p:cNvSpPr/>
            <p:nvPr/>
          </p:nvSpPr>
          <p:spPr>
            <a:xfrm>
              <a:off x="3395661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8" name="pl1586">
              <a:extLst>
                <a:ext uri="{FF2B5EF4-FFF2-40B4-BE49-F238E27FC236}">
                  <a16:creationId xmlns:a16="http://schemas.microsoft.com/office/drawing/2014/main" id="{A174CE3F-AEA1-4BFA-61BA-AC65990D967F}"/>
                </a:ext>
              </a:extLst>
            </p:cNvPr>
            <p:cNvSpPr/>
            <p:nvPr/>
          </p:nvSpPr>
          <p:spPr>
            <a:xfrm>
              <a:off x="5056300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9" name="pl1587">
              <a:extLst>
                <a:ext uri="{FF2B5EF4-FFF2-40B4-BE49-F238E27FC236}">
                  <a16:creationId xmlns:a16="http://schemas.microsoft.com/office/drawing/2014/main" id="{391B81AD-E95F-A58F-B795-6B00CB97CD13}"/>
                </a:ext>
              </a:extLst>
            </p:cNvPr>
            <p:cNvSpPr/>
            <p:nvPr/>
          </p:nvSpPr>
          <p:spPr>
            <a:xfrm>
              <a:off x="6716941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0" name="pl1588">
              <a:extLst>
                <a:ext uri="{FF2B5EF4-FFF2-40B4-BE49-F238E27FC236}">
                  <a16:creationId xmlns:a16="http://schemas.microsoft.com/office/drawing/2014/main" id="{3E67ABE4-34C1-1D3D-B9CA-0F64034BFC95}"/>
                </a:ext>
              </a:extLst>
            </p:cNvPr>
            <p:cNvSpPr/>
            <p:nvPr/>
          </p:nvSpPr>
          <p:spPr>
            <a:xfrm>
              <a:off x="8377580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1" name="pl1589">
              <a:extLst>
                <a:ext uri="{FF2B5EF4-FFF2-40B4-BE49-F238E27FC236}">
                  <a16:creationId xmlns:a16="http://schemas.microsoft.com/office/drawing/2014/main" id="{1BD74B51-D1F0-B089-0E2B-3AA13601F1CC}"/>
                </a:ext>
              </a:extLst>
            </p:cNvPr>
            <p:cNvSpPr/>
            <p:nvPr/>
          </p:nvSpPr>
          <p:spPr>
            <a:xfrm>
              <a:off x="10038218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2" name="pl1590">
              <a:extLst>
                <a:ext uri="{FF2B5EF4-FFF2-40B4-BE49-F238E27FC236}">
                  <a16:creationId xmlns:a16="http://schemas.microsoft.com/office/drawing/2014/main" id="{D9F889DA-C9FA-AED1-CD36-BFAA3082A78A}"/>
                </a:ext>
              </a:extLst>
            </p:cNvPr>
            <p:cNvSpPr/>
            <p:nvPr/>
          </p:nvSpPr>
          <p:spPr>
            <a:xfrm>
              <a:off x="1169885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3" name="pl1591">
              <a:extLst>
                <a:ext uri="{FF2B5EF4-FFF2-40B4-BE49-F238E27FC236}">
                  <a16:creationId xmlns:a16="http://schemas.microsoft.com/office/drawing/2014/main" id="{30857EAD-6958-9A1E-6567-FAAD48441CF2}"/>
                </a:ext>
              </a:extLst>
            </p:cNvPr>
            <p:cNvSpPr/>
            <p:nvPr/>
          </p:nvSpPr>
          <p:spPr>
            <a:xfrm>
              <a:off x="13359498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4" name="pl1592">
              <a:extLst>
                <a:ext uri="{FF2B5EF4-FFF2-40B4-BE49-F238E27FC236}">
                  <a16:creationId xmlns:a16="http://schemas.microsoft.com/office/drawing/2014/main" id="{016748F9-915B-5FD5-E73E-45D3972D88CC}"/>
                </a:ext>
              </a:extLst>
            </p:cNvPr>
            <p:cNvSpPr/>
            <p:nvPr/>
          </p:nvSpPr>
          <p:spPr>
            <a:xfrm>
              <a:off x="1502013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5" name="tx1593">
              <a:extLst>
                <a:ext uri="{FF2B5EF4-FFF2-40B4-BE49-F238E27FC236}">
                  <a16:creationId xmlns:a16="http://schemas.microsoft.com/office/drawing/2014/main" id="{3387862D-ECA0-B3F9-3A48-98D3CF916996}"/>
                </a:ext>
              </a:extLst>
            </p:cNvPr>
            <p:cNvSpPr/>
            <p:nvPr/>
          </p:nvSpPr>
          <p:spPr>
            <a:xfrm>
              <a:off x="1235422" y="11270684"/>
              <a:ext cx="55360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216" name="tx1594">
              <a:extLst>
                <a:ext uri="{FF2B5EF4-FFF2-40B4-BE49-F238E27FC236}">
                  <a16:creationId xmlns:a16="http://schemas.microsoft.com/office/drawing/2014/main" id="{ADA765D3-0F42-65EC-2D36-FA17FF6FDC49}"/>
                </a:ext>
              </a:extLst>
            </p:cNvPr>
            <p:cNvSpPr/>
            <p:nvPr/>
          </p:nvSpPr>
          <p:spPr>
            <a:xfrm>
              <a:off x="178902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17" name="tx1595">
              <a:extLst>
                <a:ext uri="{FF2B5EF4-FFF2-40B4-BE49-F238E27FC236}">
                  <a16:creationId xmlns:a16="http://schemas.microsoft.com/office/drawing/2014/main" id="{3C440669-6987-F985-6EFD-FEF72D734419}"/>
                </a:ext>
              </a:extLst>
            </p:cNvPr>
            <p:cNvSpPr/>
            <p:nvPr/>
          </p:nvSpPr>
          <p:spPr>
            <a:xfrm>
              <a:off x="192172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18" name="tx1596">
              <a:extLst>
                <a:ext uri="{FF2B5EF4-FFF2-40B4-BE49-F238E27FC236}">
                  <a16:creationId xmlns:a16="http://schemas.microsoft.com/office/drawing/2014/main" id="{149C1A18-C4AF-EF84-2E29-598330C52C8F}"/>
                </a:ext>
              </a:extLst>
            </p:cNvPr>
            <p:cNvSpPr/>
            <p:nvPr/>
          </p:nvSpPr>
          <p:spPr>
            <a:xfrm>
              <a:off x="2942333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3219" name="tx1597">
              <a:extLst>
                <a:ext uri="{FF2B5EF4-FFF2-40B4-BE49-F238E27FC236}">
                  <a16:creationId xmlns:a16="http://schemas.microsoft.com/office/drawing/2014/main" id="{C4376427-09DA-BC54-8221-A2762FCCBB07}"/>
                </a:ext>
              </a:extLst>
            </p:cNvPr>
            <p:cNvSpPr/>
            <p:nvPr/>
          </p:nvSpPr>
          <p:spPr>
            <a:xfrm>
              <a:off x="340339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0" name="tx1598">
              <a:extLst>
                <a:ext uri="{FF2B5EF4-FFF2-40B4-BE49-F238E27FC236}">
                  <a16:creationId xmlns:a16="http://schemas.microsoft.com/office/drawing/2014/main" id="{BB54B9B6-D6E3-0C93-2323-CD30E810D447}"/>
                </a:ext>
              </a:extLst>
            </p:cNvPr>
            <p:cNvSpPr/>
            <p:nvPr/>
          </p:nvSpPr>
          <p:spPr>
            <a:xfrm>
              <a:off x="353609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1" name="tx1599">
              <a:extLst>
                <a:ext uri="{FF2B5EF4-FFF2-40B4-BE49-F238E27FC236}">
                  <a16:creationId xmlns:a16="http://schemas.microsoft.com/office/drawing/2014/main" id="{6DE9C58C-AB8D-9693-128D-EF184B4642B6}"/>
                </a:ext>
              </a:extLst>
            </p:cNvPr>
            <p:cNvSpPr/>
            <p:nvPr/>
          </p:nvSpPr>
          <p:spPr>
            <a:xfrm>
              <a:off x="460297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3222" name="tx1600">
              <a:extLst>
                <a:ext uri="{FF2B5EF4-FFF2-40B4-BE49-F238E27FC236}">
                  <a16:creationId xmlns:a16="http://schemas.microsoft.com/office/drawing/2014/main" id="{99E3A0C9-9FDE-46A1-3557-D474B3787004}"/>
                </a:ext>
              </a:extLst>
            </p:cNvPr>
            <p:cNvSpPr/>
            <p:nvPr/>
          </p:nvSpPr>
          <p:spPr>
            <a:xfrm>
              <a:off x="5064034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3" name="tx1601">
              <a:extLst>
                <a:ext uri="{FF2B5EF4-FFF2-40B4-BE49-F238E27FC236}">
                  <a16:creationId xmlns:a16="http://schemas.microsoft.com/office/drawing/2014/main" id="{A784B9D9-BE0B-0A78-1875-EB9123C6DAB4}"/>
                </a:ext>
              </a:extLst>
            </p:cNvPr>
            <p:cNvSpPr/>
            <p:nvPr/>
          </p:nvSpPr>
          <p:spPr>
            <a:xfrm>
              <a:off x="5196735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4" name="tx1602">
              <a:extLst>
                <a:ext uri="{FF2B5EF4-FFF2-40B4-BE49-F238E27FC236}">
                  <a16:creationId xmlns:a16="http://schemas.microsoft.com/office/drawing/2014/main" id="{0089A7FD-995A-D084-F5B9-16560C015B27}"/>
                </a:ext>
              </a:extLst>
            </p:cNvPr>
            <p:cNvSpPr/>
            <p:nvPr/>
          </p:nvSpPr>
          <p:spPr>
            <a:xfrm>
              <a:off x="6263609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3225" name="tx1603">
              <a:extLst>
                <a:ext uri="{FF2B5EF4-FFF2-40B4-BE49-F238E27FC236}">
                  <a16:creationId xmlns:a16="http://schemas.microsoft.com/office/drawing/2014/main" id="{ED8E3B27-2AD8-36F7-A259-447D43DFD962}"/>
                </a:ext>
              </a:extLst>
            </p:cNvPr>
            <p:cNvSpPr/>
            <p:nvPr/>
          </p:nvSpPr>
          <p:spPr>
            <a:xfrm>
              <a:off x="672467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6" name="tx1604">
              <a:extLst>
                <a:ext uri="{FF2B5EF4-FFF2-40B4-BE49-F238E27FC236}">
                  <a16:creationId xmlns:a16="http://schemas.microsoft.com/office/drawing/2014/main" id="{2814C868-7555-E66F-49C5-1AE8E18586BE}"/>
                </a:ext>
              </a:extLst>
            </p:cNvPr>
            <p:cNvSpPr/>
            <p:nvPr/>
          </p:nvSpPr>
          <p:spPr>
            <a:xfrm>
              <a:off x="685737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7" name="tx1605">
              <a:extLst>
                <a:ext uri="{FF2B5EF4-FFF2-40B4-BE49-F238E27FC236}">
                  <a16:creationId xmlns:a16="http://schemas.microsoft.com/office/drawing/2014/main" id="{35605036-C314-DBA6-0552-C9E4FFC0030E}"/>
                </a:ext>
              </a:extLst>
            </p:cNvPr>
            <p:cNvSpPr/>
            <p:nvPr/>
          </p:nvSpPr>
          <p:spPr>
            <a:xfrm>
              <a:off x="792425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3228" name="tx1606">
              <a:extLst>
                <a:ext uri="{FF2B5EF4-FFF2-40B4-BE49-F238E27FC236}">
                  <a16:creationId xmlns:a16="http://schemas.microsoft.com/office/drawing/2014/main" id="{FE6117C1-EAF2-D2A1-986E-7D72D76D4A22}"/>
                </a:ext>
              </a:extLst>
            </p:cNvPr>
            <p:cNvSpPr/>
            <p:nvPr/>
          </p:nvSpPr>
          <p:spPr>
            <a:xfrm>
              <a:off x="8385314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9" name="tx1607">
              <a:extLst>
                <a:ext uri="{FF2B5EF4-FFF2-40B4-BE49-F238E27FC236}">
                  <a16:creationId xmlns:a16="http://schemas.microsoft.com/office/drawing/2014/main" id="{07D43D26-837C-DACC-CAFE-7AD128D87007}"/>
                </a:ext>
              </a:extLst>
            </p:cNvPr>
            <p:cNvSpPr/>
            <p:nvPr/>
          </p:nvSpPr>
          <p:spPr>
            <a:xfrm>
              <a:off x="8518015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0" name="tx1608">
              <a:extLst>
                <a:ext uri="{FF2B5EF4-FFF2-40B4-BE49-F238E27FC236}">
                  <a16:creationId xmlns:a16="http://schemas.microsoft.com/office/drawing/2014/main" id="{7D57FB54-E552-4C18-5B64-895154904C9D}"/>
                </a:ext>
              </a:extLst>
            </p:cNvPr>
            <p:cNvSpPr/>
            <p:nvPr/>
          </p:nvSpPr>
          <p:spPr>
            <a:xfrm>
              <a:off x="958489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3231" name="tx1609">
              <a:extLst>
                <a:ext uri="{FF2B5EF4-FFF2-40B4-BE49-F238E27FC236}">
                  <a16:creationId xmlns:a16="http://schemas.microsoft.com/office/drawing/2014/main" id="{A95A269F-8318-6155-302B-7528FEE818DF}"/>
                </a:ext>
              </a:extLst>
            </p:cNvPr>
            <p:cNvSpPr/>
            <p:nvPr/>
          </p:nvSpPr>
          <p:spPr>
            <a:xfrm>
              <a:off x="10045952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2" name="tx1610">
              <a:extLst>
                <a:ext uri="{FF2B5EF4-FFF2-40B4-BE49-F238E27FC236}">
                  <a16:creationId xmlns:a16="http://schemas.microsoft.com/office/drawing/2014/main" id="{4D7B30C9-6906-9ADA-0BA6-195A73928A93}"/>
                </a:ext>
              </a:extLst>
            </p:cNvPr>
            <p:cNvSpPr/>
            <p:nvPr/>
          </p:nvSpPr>
          <p:spPr>
            <a:xfrm>
              <a:off x="10178657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3" name="tx1611">
              <a:extLst>
                <a:ext uri="{FF2B5EF4-FFF2-40B4-BE49-F238E27FC236}">
                  <a16:creationId xmlns:a16="http://schemas.microsoft.com/office/drawing/2014/main" id="{EDDE234C-E766-C98F-C899-E09B5B9805E7}"/>
                </a:ext>
              </a:extLst>
            </p:cNvPr>
            <p:cNvSpPr/>
            <p:nvPr/>
          </p:nvSpPr>
          <p:spPr>
            <a:xfrm>
              <a:off x="11245531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3234" name="tx1612">
              <a:extLst>
                <a:ext uri="{FF2B5EF4-FFF2-40B4-BE49-F238E27FC236}">
                  <a16:creationId xmlns:a16="http://schemas.microsoft.com/office/drawing/2014/main" id="{18285BD8-1522-A43B-D797-B02C78ADBA0F}"/>
                </a:ext>
              </a:extLst>
            </p:cNvPr>
            <p:cNvSpPr/>
            <p:nvPr/>
          </p:nvSpPr>
          <p:spPr>
            <a:xfrm>
              <a:off x="11706593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5" name="tx1613">
              <a:extLst>
                <a:ext uri="{FF2B5EF4-FFF2-40B4-BE49-F238E27FC236}">
                  <a16:creationId xmlns:a16="http://schemas.microsoft.com/office/drawing/2014/main" id="{14E189AB-6F0A-51EA-FA22-A9C232292526}"/>
                </a:ext>
              </a:extLst>
            </p:cNvPr>
            <p:cNvSpPr/>
            <p:nvPr/>
          </p:nvSpPr>
          <p:spPr>
            <a:xfrm>
              <a:off x="11839294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6" name="tx1614">
              <a:extLst>
                <a:ext uri="{FF2B5EF4-FFF2-40B4-BE49-F238E27FC236}">
                  <a16:creationId xmlns:a16="http://schemas.microsoft.com/office/drawing/2014/main" id="{4BE5E01A-B357-0FB5-463C-277C3ED55B49}"/>
                </a:ext>
              </a:extLst>
            </p:cNvPr>
            <p:cNvSpPr/>
            <p:nvPr/>
          </p:nvSpPr>
          <p:spPr>
            <a:xfrm>
              <a:off x="1290617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3237" name="tx1615">
              <a:extLst>
                <a:ext uri="{FF2B5EF4-FFF2-40B4-BE49-F238E27FC236}">
                  <a16:creationId xmlns:a16="http://schemas.microsoft.com/office/drawing/2014/main" id="{003B3928-2E0A-82F0-3AC9-1C666D0FDB0B}"/>
                </a:ext>
              </a:extLst>
            </p:cNvPr>
            <p:cNvSpPr/>
            <p:nvPr/>
          </p:nvSpPr>
          <p:spPr>
            <a:xfrm>
              <a:off x="13367232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8" name="tx1616">
              <a:extLst>
                <a:ext uri="{FF2B5EF4-FFF2-40B4-BE49-F238E27FC236}">
                  <a16:creationId xmlns:a16="http://schemas.microsoft.com/office/drawing/2014/main" id="{74D818E5-7C76-562A-7036-016B1FA65331}"/>
                </a:ext>
              </a:extLst>
            </p:cNvPr>
            <p:cNvSpPr/>
            <p:nvPr/>
          </p:nvSpPr>
          <p:spPr>
            <a:xfrm>
              <a:off x="13499933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9" name="tx1617">
              <a:extLst>
                <a:ext uri="{FF2B5EF4-FFF2-40B4-BE49-F238E27FC236}">
                  <a16:creationId xmlns:a16="http://schemas.microsoft.com/office/drawing/2014/main" id="{20C8C50B-7AF9-AC6F-8B3A-3A199C79A0C8}"/>
                </a:ext>
              </a:extLst>
            </p:cNvPr>
            <p:cNvSpPr/>
            <p:nvPr/>
          </p:nvSpPr>
          <p:spPr>
            <a:xfrm>
              <a:off x="14566807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3240" name="tx1618">
              <a:extLst>
                <a:ext uri="{FF2B5EF4-FFF2-40B4-BE49-F238E27FC236}">
                  <a16:creationId xmlns:a16="http://schemas.microsoft.com/office/drawing/2014/main" id="{B954A6BE-E6B8-6289-14A8-F4F6138DCE8F}"/>
                </a:ext>
              </a:extLst>
            </p:cNvPr>
            <p:cNvSpPr/>
            <p:nvPr/>
          </p:nvSpPr>
          <p:spPr>
            <a:xfrm>
              <a:off x="15027873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41" name="tx1619">
              <a:extLst>
                <a:ext uri="{FF2B5EF4-FFF2-40B4-BE49-F238E27FC236}">
                  <a16:creationId xmlns:a16="http://schemas.microsoft.com/office/drawing/2014/main" id="{BA8179BE-7AEB-F438-D4BA-DBE0A4419B46}"/>
                </a:ext>
              </a:extLst>
            </p:cNvPr>
            <p:cNvSpPr/>
            <p:nvPr/>
          </p:nvSpPr>
          <p:spPr>
            <a:xfrm>
              <a:off x="15160574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42" name="tx1620">
              <a:extLst>
                <a:ext uri="{FF2B5EF4-FFF2-40B4-BE49-F238E27FC236}">
                  <a16:creationId xmlns:a16="http://schemas.microsoft.com/office/drawing/2014/main" id="{32754EFB-BC62-DECA-F05D-C58774850A69}"/>
                </a:ext>
              </a:extLst>
            </p:cNvPr>
            <p:cNvSpPr/>
            <p:nvPr/>
          </p:nvSpPr>
          <p:spPr>
            <a:xfrm>
              <a:off x="7466714" y="11654747"/>
              <a:ext cx="1821728" cy="2713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3243" name="tx1621">
              <a:extLst>
                <a:ext uri="{FF2B5EF4-FFF2-40B4-BE49-F238E27FC236}">
                  <a16:creationId xmlns:a16="http://schemas.microsoft.com/office/drawing/2014/main" id="{7E4B5338-565D-1F5F-A5CA-6F65D62F6431}"/>
                </a:ext>
              </a:extLst>
            </p:cNvPr>
            <p:cNvSpPr/>
            <p:nvPr/>
          </p:nvSpPr>
          <p:spPr>
            <a:xfrm rot="16200000">
              <a:off x="-208614" y="6020896"/>
              <a:ext cx="1345885" cy="29742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3244" name="tx1622">
              <a:extLst>
                <a:ext uri="{FF2B5EF4-FFF2-40B4-BE49-F238E27FC236}">
                  <a16:creationId xmlns:a16="http://schemas.microsoft.com/office/drawing/2014/main" id="{7A0582BC-5170-63B6-9052-BD1EB5E3DCD1}"/>
                </a:ext>
              </a:extLst>
            </p:cNvPr>
            <p:cNvSpPr/>
            <p:nvPr/>
          </p:nvSpPr>
          <p:spPr>
            <a:xfrm>
              <a:off x="381520" y="380728"/>
              <a:ext cx="11054398" cy="3252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Map of Seascape Populations &amp; Experimental</a:t>
              </a: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Source Sites</a:t>
              </a: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</a:p>
          </p:txBody>
        </p:sp>
        <p:sp>
          <p:nvSpPr>
            <p:cNvPr id="3176" name="pg1554">
              <a:extLst>
                <a:ext uri="{FF2B5EF4-FFF2-40B4-BE49-F238E27FC236}">
                  <a16:creationId xmlns:a16="http://schemas.microsoft.com/office/drawing/2014/main" id="{70D456B8-416C-CED8-87C4-9D6F1017520F}"/>
                </a:ext>
              </a:extLst>
            </p:cNvPr>
            <p:cNvSpPr/>
            <p:nvPr/>
          </p:nvSpPr>
          <p:spPr>
            <a:xfrm>
              <a:off x="8973215" y="3303545"/>
              <a:ext cx="1633666" cy="519589"/>
            </a:xfrm>
            <a:custGeom>
              <a:avLst/>
              <a:gdLst/>
              <a:ahLst/>
              <a:cxnLst/>
              <a:rect l="0" t="0" r="0" b="0"/>
              <a:pathLst>
                <a:path w="550468" h="191932">
                  <a:moveTo>
                    <a:pt x="27431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chemeClr val="bg1"/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7" name="tx1555">
              <a:extLst>
                <a:ext uri="{FF2B5EF4-FFF2-40B4-BE49-F238E27FC236}">
                  <a16:creationId xmlns:a16="http://schemas.microsoft.com/office/drawing/2014/main" id="{DEBB4C4C-31B6-6B78-896E-CCAB47E7263B}"/>
                </a:ext>
              </a:extLst>
            </p:cNvPr>
            <p:cNvSpPr/>
            <p:nvPr/>
          </p:nvSpPr>
          <p:spPr>
            <a:xfrm>
              <a:off x="9103227" y="3499489"/>
              <a:ext cx="1362293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6" name="pl6">
              <a:extLst>
                <a:ext uri="{FF2B5EF4-FFF2-40B4-BE49-F238E27FC236}">
                  <a16:creationId xmlns:a16="http://schemas.microsoft.com/office/drawing/2014/main" id="{62307732-11F8-3EDB-0129-A81430558D3A}"/>
                </a:ext>
              </a:extLst>
            </p:cNvPr>
            <p:cNvSpPr/>
            <p:nvPr/>
          </p:nvSpPr>
          <p:spPr>
            <a:xfrm>
              <a:off x="6065652" y="1545893"/>
              <a:ext cx="175959" cy="301812"/>
            </a:xfrm>
            <a:custGeom>
              <a:avLst/>
              <a:gdLst/>
              <a:ahLst/>
              <a:cxnLst/>
              <a:rect l="0" t="0" r="0" b="0"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" name="pl7">
              <a:extLst>
                <a:ext uri="{FF2B5EF4-FFF2-40B4-BE49-F238E27FC236}">
                  <a16:creationId xmlns:a16="http://schemas.microsoft.com/office/drawing/2014/main" id="{FEB42299-D7FB-0E5E-9553-6472904699AB}"/>
                </a:ext>
              </a:extLst>
            </p:cNvPr>
            <p:cNvSpPr/>
            <p:nvPr/>
          </p:nvSpPr>
          <p:spPr>
            <a:xfrm>
              <a:off x="4713419" y="3559917"/>
              <a:ext cx="337192" cy="592420"/>
            </a:xfrm>
            <a:custGeom>
              <a:avLst/>
              <a:gdLst/>
              <a:ahLst/>
              <a:cxnLst/>
              <a:rect l="0" t="0" r="0" b="0"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" name="pl8">
              <a:extLst>
                <a:ext uri="{FF2B5EF4-FFF2-40B4-BE49-F238E27FC236}">
                  <a16:creationId xmlns:a16="http://schemas.microsoft.com/office/drawing/2014/main" id="{2366958F-BE1C-DB12-8635-2750E3557610}"/>
                </a:ext>
              </a:extLst>
            </p:cNvPr>
            <p:cNvSpPr/>
            <p:nvPr/>
          </p:nvSpPr>
          <p:spPr>
            <a:xfrm>
              <a:off x="3077385" y="6436939"/>
              <a:ext cx="159261" cy="265479"/>
            </a:xfrm>
            <a:custGeom>
              <a:avLst/>
              <a:gdLst/>
              <a:ahLst/>
              <a:cxnLst/>
              <a:rect l="0" t="0" r="0" b="0"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" name="pl9">
              <a:extLst>
                <a:ext uri="{FF2B5EF4-FFF2-40B4-BE49-F238E27FC236}">
                  <a16:creationId xmlns:a16="http://schemas.microsoft.com/office/drawing/2014/main" id="{79CCE2CB-2A53-3347-AF42-EBA045F79358}"/>
                </a:ext>
              </a:extLst>
            </p:cNvPr>
            <p:cNvSpPr/>
            <p:nvPr/>
          </p:nvSpPr>
          <p:spPr>
            <a:xfrm>
              <a:off x="3412353" y="5839086"/>
              <a:ext cx="925260" cy="859507"/>
            </a:xfrm>
            <a:custGeom>
              <a:avLst/>
              <a:gdLst/>
              <a:ahLst/>
              <a:cxnLst/>
              <a:rect l="0" t="0" r="0" b="0"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" name="pl10">
              <a:extLst>
                <a:ext uri="{FF2B5EF4-FFF2-40B4-BE49-F238E27FC236}">
                  <a16:creationId xmlns:a16="http://schemas.microsoft.com/office/drawing/2014/main" id="{1B54D852-0078-774C-46C4-971F529BDD15}"/>
                </a:ext>
              </a:extLst>
            </p:cNvPr>
            <p:cNvSpPr/>
            <p:nvPr/>
          </p:nvSpPr>
          <p:spPr>
            <a:xfrm>
              <a:off x="2388095" y="1277891"/>
              <a:ext cx="2737031" cy="5413727"/>
            </a:xfrm>
            <a:custGeom>
              <a:avLst/>
              <a:gdLst/>
              <a:ahLst/>
              <a:cxnLst/>
              <a:rect l="0" t="0" r="0" b="0"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" name="pl11">
              <a:extLst>
                <a:ext uri="{FF2B5EF4-FFF2-40B4-BE49-F238E27FC236}">
                  <a16:creationId xmlns:a16="http://schemas.microsoft.com/office/drawing/2014/main" id="{2742F3E5-5FF0-2DB6-B33F-DBF9601B79A0}"/>
                </a:ext>
              </a:extLst>
            </p:cNvPr>
            <p:cNvSpPr/>
            <p:nvPr/>
          </p:nvSpPr>
          <p:spPr>
            <a:xfrm>
              <a:off x="4538339" y="1277891"/>
              <a:ext cx="1690895" cy="1387861"/>
            </a:xfrm>
            <a:custGeom>
              <a:avLst/>
              <a:gdLst/>
              <a:ahLst/>
              <a:cxnLst/>
              <a:rect l="0" t="0" r="0" b="0"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" name="pl12">
              <a:extLst>
                <a:ext uri="{FF2B5EF4-FFF2-40B4-BE49-F238E27FC236}">
                  <a16:creationId xmlns:a16="http://schemas.microsoft.com/office/drawing/2014/main" id="{1ED924A0-0C0A-DB8C-104D-955DF5EA52C5}"/>
                </a:ext>
              </a:extLst>
            </p:cNvPr>
            <p:cNvSpPr/>
            <p:nvPr/>
          </p:nvSpPr>
          <p:spPr>
            <a:xfrm>
              <a:off x="6268953" y="1277891"/>
              <a:ext cx="44784" cy="210015"/>
            </a:xfrm>
            <a:custGeom>
              <a:avLst/>
              <a:gdLst/>
              <a:ahLst/>
              <a:cxnLst/>
              <a:rect l="0" t="0" r="0" b="0"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4" name="rc14">
              <a:extLst>
                <a:ext uri="{FF2B5EF4-FFF2-40B4-BE49-F238E27FC236}">
                  <a16:creationId xmlns:a16="http://schemas.microsoft.com/office/drawing/2014/main" id="{CBAB3B78-2007-A09D-F701-06A10A20A8D8}"/>
                </a:ext>
              </a:extLst>
            </p:cNvPr>
            <p:cNvSpPr/>
            <p:nvPr/>
          </p:nvSpPr>
          <p:spPr>
            <a:xfrm>
              <a:off x="3311558" y="3910577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" name="pt16">
              <a:extLst>
                <a:ext uri="{FF2B5EF4-FFF2-40B4-BE49-F238E27FC236}">
                  <a16:creationId xmlns:a16="http://schemas.microsoft.com/office/drawing/2014/main" id="{B8B23C6F-4CEA-FD77-9DBD-1FEABEB6E0A3}"/>
                </a:ext>
              </a:extLst>
            </p:cNvPr>
            <p:cNvSpPr/>
            <p:nvPr/>
          </p:nvSpPr>
          <p:spPr>
            <a:xfrm>
              <a:off x="4257570" y="4404590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" name="pt17">
              <a:extLst>
                <a:ext uri="{FF2B5EF4-FFF2-40B4-BE49-F238E27FC236}">
                  <a16:creationId xmlns:a16="http://schemas.microsoft.com/office/drawing/2014/main" id="{649B213E-7F19-81AD-1181-BF7ADD75B020}"/>
                </a:ext>
              </a:extLst>
            </p:cNvPr>
            <p:cNvSpPr/>
            <p:nvPr/>
          </p:nvSpPr>
          <p:spPr>
            <a:xfrm>
              <a:off x="5159884" y="2378559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" name="pt18">
              <a:extLst>
                <a:ext uri="{FF2B5EF4-FFF2-40B4-BE49-F238E27FC236}">
                  <a16:creationId xmlns:a16="http://schemas.microsoft.com/office/drawing/2014/main" id="{46A48DE5-E321-CE7F-645D-F54E6AFCC959}"/>
                </a:ext>
              </a:extLst>
            </p:cNvPr>
            <p:cNvSpPr/>
            <p:nvPr/>
          </p:nvSpPr>
          <p:spPr>
            <a:xfrm>
              <a:off x="4434194" y="1876381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" name="pt19">
              <a:extLst>
                <a:ext uri="{FF2B5EF4-FFF2-40B4-BE49-F238E27FC236}">
                  <a16:creationId xmlns:a16="http://schemas.microsoft.com/office/drawing/2014/main" id="{7D5778C3-9F2D-9B87-1658-3C01A8440AC1}"/>
                </a:ext>
              </a:extLst>
            </p:cNvPr>
            <p:cNvSpPr/>
            <p:nvPr/>
          </p:nvSpPr>
          <p:spPr>
            <a:xfrm>
              <a:off x="3177492" y="5173299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" name="pt20">
              <a:extLst>
                <a:ext uri="{FF2B5EF4-FFF2-40B4-BE49-F238E27FC236}">
                  <a16:creationId xmlns:a16="http://schemas.microsoft.com/office/drawing/2014/main" id="{16D490D0-C016-C196-9E9D-A3B051F07776}"/>
                </a:ext>
              </a:extLst>
            </p:cNvPr>
            <p:cNvSpPr/>
            <p:nvPr/>
          </p:nvSpPr>
          <p:spPr>
            <a:xfrm>
              <a:off x="3090067" y="5055013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" name="pt21">
              <a:extLst>
                <a:ext uri="{FF2B5EF4-FFF2-40B4-BE49-F238E27FC236}">
                  <a16:creationId xmlns:a16="http://schemas.microsoft.com/office/drawing/2014/main" id="{5FD79911-45EE-4CF5-D958-786685186C22}"/>
                </a:ext>
              </a:extLst>
            </p:cNvPr>
            <p:cNvSpPr/>
            <p:nvPr/>
          </p:nvSpPr>
          <p:spPr>
            <a:xfrm>
              <a:off x="2680134" y="3402900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" name="pg22">
              <a:extLst>
                <a:ext uri="{FF2B5EF4-FFF2-40B4-BE49-F238E27FC236}">
                  <a16:creationId xmlns:a16="http://schemas.microsoft.com/office/drawing/2014/main" id="{26485204-E3C4-F4B8-6EF3-449F4E8A8C00}"/>
                </a:ext>
              </a:extLst>
            </p:cNvPr>
            <p:cNvSpPr/>
            <p:nvPr/>
          </p:nvSpPr>
          <p:spPr>
            <a:xfrm>
              <a:off x="3008115" y="3841700"/>
              <a:ext cx="438912" cy="36700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" name="pl24">
              <a:extLst>
                <a:ext uri="{FF2B5EF4-FFF2-40B4-BE49-F238E27FC236}">
                  <a16:creationId xmlns:a16="http://schemas.microsoft.com/office/drawing/2014/main" id="{C93F096E-BF67-86C5-2053-FA132036A611}"/>
                </a:ext>
              </a:extLst>
            </p:cNvPr>
            <p:cNvSpPr/>
            <p:nvPr/>
          </p:nvSpPr>
          <p:spPr>
            <a:xfrm flipV="1">
              <a:off x="3555185" y="4001838"/>
              <a:ext cx="536440" cy="71609"/>
            </a:xfrm>
            <a:custGeom>
              <a:avLst/>
              <a:gdLst/>
              <a:ahLst/>
              <a:cxnLst/>
              <a:rect l="0" t="0" r="0" b="0"/>
              <a:pathLst>
                <a:path w="420893" h="2">
                  <a:moveTo>
                    <a:pt x="420893" y="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" name="pl30">
              <a:extLst>
                <a:ext uri="{FF2B5EF4-FFF2-40B4-BE49-F238E27FC236}">
                  <a16:creationId xmlns:a16="http://schemas.microsoft.com/office/drawing/2014/main" id="{9A807D67-6668-AEF2-DE6F-CA30604C1064}"/>
                </a:ext>
              </a:extLst>
            </p:cNvPr>
            <p:cNvSpPr/>
            <p:nvPr/>
          </p:nvSpPr>
          <p:spPr>
            <a:xfrm>
              <a:off x="3151098" y="3237368"/>
              <a:ext cx="62861" cy="751855"/>
            </a:xfrm>
            <a:custGeom>
              <a:avLst/>
              <a:gdLst/>
              <a:ahLst/>
              <a:cxnLst/>
              <a:rect l="0" t="0" r="0" b="0"/>
              <a:pathLst>
                <a:path w="185611" h="147492">
                  <a:moveTo>
                    <a:pt x="0" y="0"/>
                  </a:moveTo>
                  <a:lnTo>
                    <a:pt x="185611" y="14749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9" name="pl39">
              <a:extLst>
                <a:ext uri="{FF2B5EF4-FFF2-40B4-BE49-F238E27FC236}">
                  <a16:creationId xmlns:a16="http://schemas.microsoft.com/office/drawing/2014/main" id="{56801080-4480-3BE6-B7AF-F1DCFCB1F90B}"/>
                </a:ext>
              </a:extLst>
            </p:cNvPr>
            <p:cNvSpPr/>
            <p:nvPr/>
          </p:nvSpPr>
          <p:spPr>
            <a:xfrm>
              <a:off x="1735851" y="1277891"/>
              <a:ext cx="0" cy="5450503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50" name="pl68">
              <a:extLst>
                <a:ext uri="{FF2B5EF4-FFF2-40B4-BE49-F238E27FC236}">
                  <a16:creationId xmlns:a16="http://schemas.microsoft.com/office/drawing/2014/main" id="{35FEA496-906A-8D0C-7A9A-2229A2F2B68A}"/>
                </a:ext>
              </a:extLst>
            </p:cNvPr>
            <p:cNvSpPr/>
            <p:nvPr/>
          </p:nvSpPr>
          <p:spPr>
            <a:xfrm>
              <a:off x="1735851" y="6728393"/>
              <a:ext cx="6120680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64" name="pl39">
              <a:extLst>
                <a:ext uri="{FF2B5EF4-FFF2-40B4-BE49-F238E27FC236}">
                  <a16:creationId xmlns:a16="http://schemas.microsoft.com/office/drawing/2014/main" id="{E1BA8457-292C-D4A9-6240-0DEB7B1A8400}"/>
                </a:ext>
              </a:extLst>
            </p:cNvPr>
            <p:cNvSpPr/>
            <p:nvPr/>
          </p:nvSpPr>
          <p:spPr>
            <a:xfrm>
              <a:off x="7853187" y="1244179"/>
              <a:ext cx="0" cy="5484214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cxnSp>
          <p:nvCxnSpPr>
            <p:cNvPr id="3270" name="Straight Connector 3269">
              <a:extLst>
                <a:ext uri="{FF2B5EF4-FFF2-40B4-BE49-F238E27FC236}">
                  <a16:creationId xmlns:a16="http://schemas.microsoft.com/office/drawing/2014/main" id="{98B614C4-369C-02AE-6670-A4850D26D588}"/>
                </a:ext>
              </a:extLst>
            </p:cNvPr>
            <p:cNvCxnSpPr>
              <a:cxnSpLocks/>
            </p:cNvCxnSpPr>
            <p:nvPr/>
          </p:nvCxnSpPr>
          <p:spPr>
            <a:xfrm>
              <a:off x="7856531" y="1275529"/>
              <a:ext cx="1234440" cy="37794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65" name="pl68">
              <a:extLst>
                <a:ext uri="{FF2B5EF4-FFF2-40B4-BE49-F238E27FC236}">
                  <a16:creationId xmlns:a16="http://schemas.microsoft.com/office/drawing/2014/main" id="{3E4311B5-6A28-4F26-B211-C617F6F18CE1}"/>
                </a:ext>
              </a:extLst>
            </p:cNvPr>
            <p:cNvSpPr/>
            <p:nvPr/>
          </p:nvSpPr>
          <p:spPr>
            <a:xfrm>
              <a:off x="1735851" y="1244179"/>
              <a:ext cx="6120680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" name="rc15">
              <a:extLst>
                <a:ext uri="{FF2B5EF4-FFF2-40B4-BE49-F238E27FC236}">
                  <a16:creationId xmlns:a16="http://schemas.microsoft.com/office/drawing/2014/main" id="{AF6E1B18-4633-6AA1-8C02-35B1930974F6}"/>
                </a:ext>
              </a:extLst>
            </p:cNvPr>
            <p:cNvSpPr/>
            <p:nvPr/>
          </p:nvSpPr>
          <p:spPr>
            <a:xfrm>
              <a:off x="3266536" y="4929891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3" name="rc13">
              <a:extLst>
                <a:ext uri="{FF2B5EF4-FFF2-40B4-BE49-F238E27FC236}">
                  <a16:creationId xmlns:a16="http://schemas.microsoft.com/office/drawing/2014/main" id="{436A395E-717B-D699-F235-13D6603E437D}"/>
                </a:ext>
              </a:extLst>
            </p:cNvPr>
            <p:cNvSpPr/>
            <p:nvPr/>
          </p:nvSpPr>
          <p:spPr>
            <a:xfrm>
              <a:off x="2720083" y="4980345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6" name="pl36">
              <a:extLst>
                <a:ext uri="{FF2B5EF4-FFF2-40B4-BE49-F238E27FC236}">
                  <a16:creationId xmlns:a16="http://schemas.microsoft.com/office/drawing/2014/main" id="{9B9FE559-8B65-8E1E-3AA9-92220B3A2C7C}"/>
                </a:ext>
              </a:extLst>
            </p:cNvPr>
            <p:cNvSpPr/>
            <p:nvPr/>
          </p:nvSpPr>
          <p:spPr>
            <a:xfrm>
              <a:off x="2899690" y="5149854"/>
              <a:ext cx="304064" cy="876493"/>
            </a:xfrm>
            <a:custGeom>
              <a:avLst/>
              <a:gdLst/>
              <a:ahLst/>
              <a:cxnLst/>
              <a:rect l="0" t="0" r="0" b="0"/>
              <a:pathLst>
                <a:path w="114587" h="656102">
                  <a:moveTo>
                    <a:pt x="114587" y="65610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" name="pl25">
              <a:extLst>
                <a:ext uri="{FF2B5EF4-FFF2-40B4-BE49-F238E27FC236}">
                  <a16:creationId xmlns:a16="http://schemas.microsoft.com/office/drawing/2014/main" id="{D1645B75-C20F-3A6B-51D0-A89C935B4368}"/>
                </a:ext>
              </a:extLst>
            </p:cNvPr>
            <p:cNvSpPr/>
            <p:nvPr/>
          </p:nvSpPr>
          <p:spPr>
            <a:xfrm>
              <a:off x="3555185" y="5021146"/>
              <a:ext cx="463593" cy="41704"/>
            </a:xfrm>
            <a:custGeom>
              <a:avLst/>
              <a:gdLst/>
              <a:ahLst/>
              <a:cxnLst/>
              <a:rect l="0" t="0" r="0" b="0"/>
              <a:pathLst>
                <a:path w="409282" h="1">
                  <a:moveTo>
                    <a:pt x="409282" y="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" name="pg23">
              <a:extLst>
                <a:ext uri="{FF2B5EF4-FFF2-40B4-BE49-F238E27FC236}">
                  <a16:creationId xmlns:a16="http://schemas.microsoft.com/office/drawing/2014/main" id="{8A587D14-55F0-1E10-5A36-7AC4BBE72D10}"/>
                </a:ext>
              </a:extLst>
            </p:cNvPr>
            <p:cNvSpPr/>
            <p:nvPr/>
          </p:nvSpPr>
          <p:spPr>
            <a:xfrm>
              <a:off x="3034303" y="4861012"/>
              <a:ext cx="438912" cy="36700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" name="pl31">
              <a:extLst>
                <a:ext uri="{FF2B5EF4-FFF2-40B4-BE49-F238E27FC236}">
                  <a16:creationId xmlns:a16="http://schemas.microsoft.com/office/drawing/2014/main" id="{8AAE1A39-C4DB-E30C-8433-9A7BE99FBB6C}"/>
                </a:ext>
              </a:extLst>
            </p:cNvPr>
            <p:cNvSpPr/>
            <p:nvPr/>
          </p:nvSpPr>
          <p:spPr>
            <a:xfrm>
              <a:off x="2971153" y="4449833"/>
              <a:ext cx="285699" cy="632117"/>
            </a:xfrm>
            <a:custGeom>
              <a:avLst/>
              <a:gdLst/>
              <a:ahLst/>
              <a:cxnLst/>
              <a:rect l="0" t="0" r="0" b="0"/>
              <a:pathLst>
                <a:path w="127767" h="137046">
                  <a:moveTo>
                    <a:pt x="0" y="0"/>
                  </a:moveTo>
                  <a:lnTo>
                    <a:pt x="127767" y="1370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grpSp>
          <p:nvGrpSpPr>
            <p:cNvPr id="3274" name="Group 3273">
              <a:extLst>
                <a:ext uri="{FF2B5EF4-FFF2-40B4-BE49-F238E27FC236}">
                  <a16:creationId xmlns:a16="http://schemas.microsoft.com/office/drawing/2014/main" id="{2B0C571F-2551-652C-F0F0-4ABDCDBD13F0}"/>
                </a:ext>
              </a:extLst>
            </p:cNvPr>
            <p:cNvGrpSpPr/>
            <p:nvPr/>
          </p:nvGrpSpPr>
          <p:grpSpPr>
            <a:xfrm>
              <a:off x="4023059" y="4849682"/>
              <a:ext cx="1633666" cy="519589"/>
              <a:chOff x="5243737" y="7102042"/>
              <a:chExt cx="1633666" cy="569611"/>
            </a:xfrm>
          </p:grpSpPr>
          <p:sp>
            <p:nvSpPr>
              <p:cNvPr id="3273" name="pg1554">
                <a:extLst>
                  <a:ext uri="{FF2B5EF4-FFF2-40B4-BE49-F238E27FC236}">
                    <a16:creationId xmlns:a16="http://schemas.microsoft.com/office/drawing/2014/main" id="{D812B14C-6A6A-BB5E-0D9D-58D7ABCD1240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29" name="tx29">
                <a:extLst>
                  <a:ext uri="{FF2B5EF4-FFF2-40B4-BE49-F238E27FC236}">
                    <a16:creationId xmlns:a16="http://schemas.microsoft.com/office/drawing/2014/main" id="{B9677A40-528D-AF94-5234-7953B2000132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S2-DEBY</a:t>
                </a:r>
              </a:p>
            </p:txBody>
          </p:sp>
        </p:grpSp>
        <p:grpSp>
          <p:nvGrpSpPr>
            <p:cNvPr id="3275" name="Group 3274">
              <a:extLst>
                <a:ext uri="{FF2B5EF4-FFF2-40B4-BE49-F238E27FC236}">
                  <a16:creationId xmlns:a16="http://schemas.microsoft.com/office/drawing/2014/main" id="{B029ED20-002A-6B82-ECFD-01D0B114C638}"/>
                </a:ext>
              </a:extLst>
            </p:cNvPr>
            <p:cNvGrpSpPr/>
            <p:nvPr/>
          </p:nvGrpSpPr>
          <p:grpSpPr>
            <a:xfrm>
              <a:off x="3077385" y="6017644"/>
              <a:ext cx="1633666" cy="519589"/>
              <a:chOff x="5243737" y="7102042"/>
              <a:chExt cx="1633666" cy="569611"/>
            </a:xfrm>
          </p:grpSpPr>
          <p:sp>
            <p:nvSpPr>
              <p:cNvPr id="3276" name="pg1554">
                <a:extLst>
                  <a:ext uri="{FF2B5EF4-FFF2-40B4-BE49-F238E27FC236}">
                    <a16:creationId xmlns:a16="http://schemas.microsoft.com/office/drawing/2014/main" id="{44C68F52-659F-A495-AC9C-980D9ED4A8B6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 dirty="0"/>
              </a:p>
            </p:txBody>
          </p:sp>
          <p:sp>
            <p:nvSpPr>
              <p:cNvPr id="3277" name="tx29">
                <a:extLst>
                  <a:ext uri="{FF2B5EF4-FFF2-40B4-BE49-F238E27FC236}">
                    <a16:creationId xmlns:a16="http://schemas.microsoft.com/office/drawing/2014/main" id="{E5047563-E56E-22D1-4CB2-7D2EC5967464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W4-VA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78" name="Group 3277">
              <a:extLst>
                <a:ext uri="{FF2B5EF4-FFF2-40B4-BE49-F238E27FC236}">
                  <a16:creationId xmlns:a16="http://schemas.microsoft.com/office/drawing/2014/main" id="{6F7ADA6D-A818-C9A7-CE3F-C05A51AA51AE}"/>
                </a:ext>
              </a:extLst>
            </p:cNvPr>
            <p:cNvGrpSpPr/>
            <p:nvPr/>
          </p:nvGrpSpPr>
          <p:grpSpPr>
            <a:xfrm>
              <a:off x="1825401" y="4288073"/>
              <a:ext cx="1633666" cy="519589"/>
              <a:chOff x="5243737" y="7102042"/>
              <a:chExt cx="1633666" cy="569611"/>
            </a:xfrm>
          </p:grpSpPr>
          <p:sp>
            <p:nvSpPr>
              <p:cNvPr id="3279" name="pg1554">
                <a:extLst>
                  <a:ext uri="{FF2B5EF4-FFF2-40B4-BE49-F238E27FC236}">
                    <a16:creationId xmlns:a16="http://schemas.microsoft.com/office/drawing/2014/main" id="{6481B1D5-05B0-9B89-1FB9-6A4AE7C0334E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1C90FF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0" name="tx29">
                <a:extLst>
                  <a:ext uri="{FF2B5EF4-FFF2-40B4-BE49-F238E27FC236}">
                    <a16:creationId xmlns:a16="http://schemas.microsoft.com/office/drawing/2014/main" id="{0E0B3663-2801-3138-A545-2ABA7D3B9EBE}"/>
                  </a:ext>
                </a:extLst>
              </p:cNvPr>
              <p:cNvSpPr/>
              <p:nvPr/>
            </p:nvSpPr>
            <p:spPr>
              <a:xfrm>
                <a:off x="5592265" y="7416973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York River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81" name="Group 3280">
              <a:extLst>
                <a:ext uri="{FF2B5EF4-FFF2-40B4-BE49-F238E27FC236}">
                  <a16:creationId xmlns:a16="http://schemas.microsoft.com/office/drawing/2014/main" id="{372DA232-E5B8-2FEC-12C7-085F87BD6F03}"/>
                </a:ext>
              </a:extLst>
            </p:cNvPr>
            <p:cNvGrpSpPr/>
            <p:nvPr/>
          </p:nvGrpSpPr>
          <p:grpSpPr>
            <a:xfrm>
              <a:off x="1969020" y="2721213"/>
              <a:ext cx="1633666" cy="519589"/>
              <a:chOff x="5243737" y="7102042"/>
              <a:chExt cx="1633666" cy="569611"/>
            </a:xfrm>
          </p:grpSpPr>
          <p:sp>
            <p:nvSpPr>
              <p:cNvPr id="3282" name="pg1554">
                <a:extLst>
                  <a:ext uri="{FF2B5EF4-FFF2-40B4-BE49-F238E27FC236}">
                    <a16:creationId xmlns:a16="http://schemas.microsoft.com/office/drawing/2014/main" id="{7180234D-8BFA-0FF3-0BED-7FD05BDD75A5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00FA9A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3" name="tx29">
                <a:extLst>
                  <a:ext uri="{FF2B5EF4-FFF2-40B4-BE49-F238E27FC236}">
                    <a16:creationId xmlns:a16="http://schemas.microsoft.com/office/drawing/2014/main" id="{513C4862-B75A-A83B-47CF-2B317B4E3E08}"/>
                  </a:ext>
                </a:extLst>
              </p:cNvPr>
              <p:cNvSpPr/>
              <p:nvPr/>
            </p:nvSpPr>
            <p:spPr>
              <a:xfrm>
                <a:off x="5592265" y="7378819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Lewisetta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84" name="Group 3283">
              <a:extLst>
                <a:ext uri="{FF2B5EF4-FFF2-40B4-BE49-F238E27FC236}">
                  <a16:creationId xmlns:a16="http://schemas.microsoft.com/office/drawing/2014/main" id="{4A33CCBA-063E-ED06-0C50-B455A84CC309}"/>
                </a:ext>
              </a:extLst>
            </p:cNvPr>
            <p:cNvGrpSpPr/>
            <p:nvPr/>
          </p:nvGrpSpPr>
          <p:grpSpPr>
            <a:xfrm>
              <a:off x="4085256" y="3624066"/>
              <a:ext cx="1633666" cy="519589"/>
              <a:chOff x="5243737" y="7102042"/>
              <a:chExt cx="1633666" cy="569611"/>
            </a:xfrm>
          </p:grpSpPr>
          <p:sp>
            <p:nvSpPr>
              <p:cNvPr id="3285" name="pg1554">
                <a:extLst>
                  <a:ext uri="{FF2B5EF4-FFF2-40B4-BE49-F238E27FC236}">
                    <a16:creationId xmlns:a16="http://schemas.microsoft.com/office/drawing/2014/main" id="{29516AA9-7828-E71F-DB84-7747C0E21C00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6" name="tx29">
                <a:extLst>
                  <a:ext uri="{FF2B5EF4-FFF2-40B4-BE49-F238E27FC236}">
                    <a16:creationId xmlns:a16="http://schemas.microsoft.com/office/drawing/2014/main" id="{0C66756A-983E-4627-62AE-1D4E00247B03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</a:t>
                </a: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1-LOLA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cxnSp>
          <p:nvCxnSpPr>
            <p:cNvPr id="3289" name="Straight Connector 3288">
              <a:extLst>
                <a:ext uri="{FF2B5EF4-FFF2-40B4-BE49-F238E27FC236}">
                  <a16:creationId xmlns:a16="http://schemas.microsoft.com/office/drawing/2014/main" id="{5DD5C691-C14A-A4A8-EB68-5568FC1CB0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53187" y="6549047"/>
              <a:ext cx="1237784" cy="17516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x91">
            <a:extLst>
              <a:ext uri="{FF2B5EF4-FFF2-40B4-BE49-F238E27FC236}">
                <a16:creationId xmlns:a16="http://schemas.microsoft.com/office/drawing/2014/main" id="{40CC7C93-D898-0FA6-5C42-A24FA81136E3}"/>
              </a:ext>
            </a:extLst>
          </p:cNvPr>
          <p:cNvSpPr/>
          <p:nvPr/>
        </p:nvSpPr>
        <p:spPr>
          <a:xfrm>
            <a:off x="3397152" y="14672792"/>
            <a:ext cx="4173111" cy="28364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(B) Environmental Distance </a:t>
            </a:r>
          </a:p>
          <a:p>
            <a:pPr>
              <a:lnSpc>
                <a:spcPts val="2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     Between </a:t>
            </a:r>
            <a:r>
              <a: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Common Garden</a:t>
            </a:r>
            <a:endParaRPr lang="en-US" sz="30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  <a:p>
            <a:pPr>
              <a:lnSpc>
                <a:spcPts val="2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     &amp; Experimental Sources</a:t>
            </a:r>
            <a:endParaRPr sz="30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grpSp>
        <p:nvGrpSpPr>
          <p:cNvPr id="3448" name="Group 3447">
            <a:extLst>
              <a:ext uri="{FF2B5EF4-FFF2-40B4-BE49-F238E27FC236}">
                <a16:creationId xmlns:a16="http://schemas.microsoft.com/office/drawing/2014/main" id="{B4E5CDEA-500E-B394-B735-F6C701296553}"/>
              </a:ext>
            </a:extLst>
          </p:cNvPr>
          <p:cNvGrpSpPr/>
          <p:nvPr/>
        </p:nvGrpSpPr>
        <p:grpSpPr>
          <a:xfrm>
            <a:off x="8050201" y="21287332"/>
            <a:ext cx="13317418" cy="4085766"/>
            <a:chOff x="8050201" y="21287331"/>
            <a:chExt cx="13317418" cy="4330677"/>
          </a:xfrm>
        </p:grpSpPr>
        <p:sp>
          <p:nvSpPr>
            <p:cNvPr id="4" name="rc5">
              <a:extLst>
                <a:ext uri="{FF2B5EF4-FFF2-40B4-BE49-F238E27FC236}">
                  <a16:creationId xmlns:a16="http://schemas.microsoft.com/office/drawing/2014/main" id="{3AE10CAF-2464-B48B-C232-2BBB7246DC2E}"/>
                </a:ext>
              </a:extLst>
            </p:cNvPr>
            <p:cNvSpPr/>
            <p:nvPr/>
          </p:nvSpPr>
          <p:spPr>
            <a:xfrm>
              <a:off x="8955591" y="21541088"/>
              <a:ext cx="9919599" cy="344399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5" name="rc6">
              <a:extLst>
                <a:ext uri="{FF2B5EF4-FFF2-40B4-BE49-F238E27FC236}">
                  <a16:creationId xmlns:a16="http://schemas.microsoft.com/office/drawing/2014/main" id="{161B8404-7845-8B88-8BAE-8B3A167F5F7B}"/>
                </a:ext>
              </a:extLst>
            </p:cNvPr>
            <p:cNvSpPr/>
            <p:nvPr/>
          </p:nvSpPr>
          <p:spPr>
            <a:xfrm>
              <a:off x="17647271" y="23801212"/>
              <a:ext cx="972509" cy="1076246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" name="rc7">
              <a:extLst>
                <a:ext uri="{FF2B5EF4-FFF2-40B4-BE49-F238E27FC236}">
                  <a16:creationId xmlns:a16="http://schemas.microsoft.com/office/drawing/2014/main" id="{F25CC3D6-1D6F-7BDB-1540-C230929A46F1}"/>
                </a:ext>
              </a:extLst>
            </p:cNvPr>
            <p:cNvSpPr/>
            <p:nvPr/>
          </p:nvSpPr>
          <p:spPr>
            <a:xfrm>
              <a:off x="17647271" y="22724965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" name="rc8">
              <a:extLst>
                <a:ext uri="{FF2B5EF4-FFF2-40B4-BE49-F238E27FC236}">
                  <a16:creationId xmlns:a16="http://schemas.microsoft.com/office/drawing/2014/main" id="{C123B9B2-0286-0ADF-6B79-2F561F9D26AF}"/>
                </a:ext>
              </a:extLst>
            </p:cNvPr>
            <p:cNvSpPr/>
            <p:nvPr/>
          </p:nvSpPr>
          <p:spPr>
            <a:xfrm>
              <a:off x="17647271" y="21648718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" name="rc9">
              <a:extLst>
                <a:ext uri="{FF2B5EF4-FFF2-40B4-BE49-F238E27FC236}">
                  <a16:creationId xmlns:a16="http://schemas.microsoft.com/office/drawing/2014/main" id="{55F32926-FA34-BC6C-DA01-1A3224B5CB1E}"/>
                </a:ext>
              </a:extLst>
            </p:cNvPr>
            <p:cNvSpPr/>
            <p:nvPr/>
          </p:nvSpPr>
          <p:spPr>
            <a:xfrm>
              <a:off x="12942881" y="23801212"/>
              <a:ext cx="972509" cy="1076246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" name="rc10">
              <a:extLst>
                <a:ext uri="{FF2B5EF4-FFF2-40B4-BE49-F238E27FC236}">
                  <a16:creationId xmlns:a16="http://schemas.microsoft.com/office/drawing/2014/main" id="{B290324C-D37B-DC58-E1D8-B73442F31553}"/>
                </a:ext>
              </a:extLst>
            </p:cNvPr>
            <p:cNvSpPr/>
            <p:nvPr/>
          </p:nvSpPr>
          <p:spPr>
            <a:xfrm>
              <a:off x="12942881" y="22724965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" name="rc11">
              <a:extLst>
                <a:ext uri="{FF2B5EF4-FFF2-40B4-BE49-F238E27FC236}">
                  <a16:creationId xmlns:a16="http://schemas.microsoft.com/office/drawing/2014/main" id="{08077F09-CD32-BFA6-F41F-D399EDEEDE50}"/>
                </a:ext>
              </a:extLst>
            </p:cNvPr>
            <p:cNvSpPr/>
            <p:nvPr/>
          </p:nvSpPr>
          <p:spPr>
            <a:xfrm>
              <a:off x="12942881" y="21648718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4" name="rc12">
              <a:extLst>
                <a:ext uri="{FF2B5EF4-FFF2-40B4-BE49-F238E27FC236}">
                  <a16:creationId xmlns:a16="http://schemas.microsoft.com/office/drawing/2014/main" id="{9B61096E-A569-A66F-5BF4-CAA240772106}"/>
                </a:ext>
              </a:extLst>
            </p:cNvPr>
            <p:cNvSpPr/>
            <p:nvPr/>
          </p:nvSpPr>
          <p:spPr>
            <a:xfrm>
              <a:off x="13915391" y="23801212"/>
              <a:ext cx="972509" cy="1076246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5" name="rc13">
              <a:extLst>
                <a:ext uri="{FF2B5EF4-FFF2-40B4-BE49-F238E27FC236}">
                  <a16:creationId xmlns:a16="http://schemas.microsoft.com/office/drawing/2014/main" id="{90B0CAD3-9D7D-F57F-5EF4-19DA2AA4F054}"/>
                </a:ext>
              </a:extLst>
            </p:cNvPr>
            <p:cNvSpPr/>
            <p:nvPr/>
          </p:nvSpPr>
          <p:spPr>
            <a:xfrm>
              <a:off x="13915391" y="22724965"/>
              <a:ext cx="972509" cy="1076246"/>
            </a:xfrm>
            <a:prstGeom prst="rect">
              <a:avLst/>
            </a:prstGeom>
            <a:solidFill>
              <a:srgbClr val="FEBC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7" name="rc14">
              <a:extLst>
                <a:ext uri="{FF2B5EF4-FFF2-40B4-BE49-F238E27FC236}">
                  <a16:creationId xmlns:a16="http://schemas.microsoft.com/office/drawing/2014/main" id="{311E48D7-2234-0DFD-E094-5AC25633ABA2}"/>
                </a:ext>
              </a:extLst>
            </p:cNvPr>
            <p:cNvSpPr/>
            <p:nvPr/>
          </p:nvSpPr>
          <p:spPr>
            <a:xfrm>
              <a:off x="13915391" y="21648718"/>
              <a:ext cx="972509" cy="1076246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8" name="rc15">
              <a:extLst>
                <a:ext uri="{FF2B5EF4-FFF2-40B4-BE49-F238E27FC236}">
                  <a16:creationId xmlns:a16="http://schemas.microsoft.com/office/drawing/2014/main" id="{83FDE228-6F8A-9787-70D7-1E0D0E420489}"/>
                </a:ext>
              </a:extLst>
            </p:cNvPr>
            <p:cNvSpPr/>
            <p:nvPr/>
          </p:nvSpPr>
          <p:spPr>
            <a:xfrm>
              <a:off x="9052842" y="23801212"/>
              <a:ext cx="972509" cy="1076246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0" name="rc16">
              <a:extLst>
                <a:ext uri="{FF2B5EF4-FFF2-40B4-BE49-F238E27FC236}">
                  <a16:creationId xmlns:a16="http://schemas.microsoft.com/office/drawing/2014/main" id="{2A827374-2F37-3F40-63F1-52C4E643005F}"/>
                </a:ext>
              </a:extLst>
            </p:cNvPr>
            <p:cNvSpPr/>
            <p:nvPr/>
          </p:nvSpPr>
          <p:spPr>
            <a:xfrm>
              <a:off x="9052842" y="22724965"/>
              <a:ext cx="972509" cy="1076246"/>
            </a:xfrm>
            <a:prstGeom prst="rect">
              <a:avLst/>
            </a:prstGeom>
            <a:solidFill>
              <a:srgbClr val="FEAA7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1" name="rc17">
              <a:extLst>
                <a:ext uri="{FF2B5EF4-FFF2-40B4-BE49-F238E27FC236}">
                  <a16:creationId xmlns:a16="http://schemas.microsoft.com/office/drawing/2014/main" id="{9ED7F9EB-F793-E3E8-B17E-52244EE5E270}"/>
                </a:ext>
              </a:extLst>
            </p:cNvPr>
            <p:cNvSpPr/>
            <p:nvPr/>
          </p:nvSpPr>
          <p:spPr>
            <a:xfrm>
              <a:off x="9052842" y="21648718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2" name="rc18">
              <a:extLst>
                <a:ext uri="{FF2B5EF4-FFF2-40B4-BE49-F238E27FC236}">
                  <a16:creationId xmlns:a16="http://schemas.microsoft.com/office/drawing/2014/main" id="{687C1216-70C4-9B8A-6BAB-56451ECCE93D}"/>
                </a:ext>
              </a:extLst>
            </p:cNvPr>
            <p:cNvSpPr/>
            <p:nvPr/>
          </p:nvSpPr>
          <p:spPr>
            <a:xfrm>
              <a:off x="10025352" y="23801212"/>
              <a:ext cx="972509" cy="1076246"/>
            </a:xfrm>
            <a:prstGeom prst="rect">
              <a:avLst/>
            </a:prstGeom>
            <a:solidFill>
              <a:srgbClr val="E24D66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3" name="rc19">
              <a:extLst>
                <a:ext uri="{FF2B5EF4-FFF2-40B4-BE49-F238E27FC236}">
                  <a16:creationId xmlns:a16="http://schemas.microsoft.com/office/drawing/2014/main" id="{8C28DF81-01E5-0C46-9CF5-8ED758916C5F}"/>
                </a:ext>
              </a:extLst>
            </p:cNvPr>
            <p:cNvSpPr/>
            <p:nvPr/>
          </p:nvSpPr>
          <p:spPr>
            <a:xfrm>
              <a:off x="10025352" y="22724965"/>
              <a:ext cx="972509" cy="1076246"/>
            </a:xfrm>
            <a:prstGeom prst="rect">
              <a:avLst/>
            </a:prstGeom>
            <a:solidFill>
              <a:srgbClr val="FD956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4" name="rc20">
              <a:extLst>
                <a:ext uri="{FF2B5EF4-FFF2-40B4-BE49-F238E27FC236}">
                  <a16:creationId xmlns:a16="http://schemas.microsoft.com/office/drawing/2014/main" id="{952FDB6C-D527-1C50-F6E7-004051A5EA61}"/>
                </a:ext>
              </a:extLst>
            </p:cNvPr>
            <p:cNvSpPr/>
            <p:nvPr/>
          </p:nvSpPr>
          <p:spPr>
            <a:xfrm>
              <a:off x="10025352" y="21648718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5" name="rc21">
              <a:extLst>
                <a:ext uri="{FF2B5EF4-FFF2-40B4-BE49-F238E27FC236}">
                  <a16:creationId xmlns:a16="http://schemas.microsoft.com/office/drawing/2014/main" id="{0B0B73CB-148D-87B7-7E92-5E4983ECCF3B}"/>
                </a:ext>
              </a:extLst>
            </p:cNvPr>
            <p:cNvSpPr/>
            <p:nvPr/>
          </p:nvSpPr>
          <p:spPr>
            <a:xfrm>
              <a:off x="10997862" y="23801212"/>
              <a:ext cx="972509" cy="1076246"/>
            </a:xfrm>
            <a:prstGeom prst="rect">
              <a:avLst/>
            </a:prstGeom>
            <a:solidFill>
              <a:srgbClr val="07061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6" name="rc22">
              <a:extLst>
                <a:ext uri="{FF2B5EF4-FFF2-40B4-BE49-F238E27FC236}">
                  <a16:creationId xmlns:a16="http://schemas.microsoft.com/office/drawing/2014/main" id="{F2840793-9057-1CB0-846B-97F7ABF32AE1}"/>
                </a:ext>
              </a:extLst>
            </p:cNvPr>
            <p:cNvSpPr/>
            <p:nvPr/>
          </p:nvSpPr>
          <p:spPr>
            <a:xfrm>
              <a:off x="10997862" y="22724965"/>
              <a:ext cx="972509" cy="1076246"/>
            </a:xfrm>
            <a:prstGeom prst="rect">
              <a:avLst/>
            </a:prstGeom>
            <a:solidFill>
              <a:srgbClr val="9F2F7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7" name="rc23">
              <a:extLst>
                <a:ext uri="{FF2B5EF4-FFF2-40B4-BE49-F238E27FC236}">
                  <a16:creationId xmlns:a16="http://schemas.microsoft.com/office/drawing/2014/main" id="{50D087D7-A099-C7D8-3330-52719D56AFF6}"/>
                </a:ext>
              </a:extLst>
            </p:cNvPr>
            <p:cNvSpPr/>
            <p:nvPr/>
          </p:nvSpPr>
          <p:spPr>
            <a:xfrm>
              <a:off x="10997862" y="21648718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8" name="rc24">
              <a:extLst>
                <a:ext uri="{FF2B5EF4-FFF2-40B4-BE49-F238E27FC236}">
                  <a16:creationId xmlns:a16="http://schemas.microsoft.com/office/drawing/2014/main" id="{29FDF3D8-52D5-3721-3015-01896DF456A0}"/>
                </a:ext>
              </a:extLst>
            </p:cNvPr>
            <p:cNvSpPr/>
            <p:nvPr/>
          </p:nvSpPr>
          <p:spPr>
            <a:xfrm>
              <a:off x="11970371" y="23801212"/>
              <a:ext cx="972509" cy="1076246"/>
            </a:xfrm>
            <a:prstGeom prst="rect">
              <a:avLst/>
            </a:prstGeom>
            <a:solidFill>
              <a:srgbClr val="00000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" name="rc25">
              <a:extLst>
                <a:ext uri="{FF2B5EF4-FFF2-40B4-BE49-F238E27FC236}">
                  <a16:creationId xmlns:a16="http://schemas.microsoft.com/office/drawing/2014/main" id="{97DCC3DF-4E39-AD5C-0710-9082B32B1146}"/>
                </a:ext>
              </a:extLst>
            </p:cNvPr>
            <p:cNvSpPr/>
            <p:nvPr/>
          </p:nvSpPr>
          <p:spPr>
            <a:xfrm>
              <a:off x="11970371" y="22724965"/>
              <a:ext cx="972509" cy="1076246"/>
            </a:xfrm>
            <a:prstGeom prst="rect">
              <a:avLst/>
            </a:prstGeom>
            <a:solidFill>
              <a:srgbClr val="FDE0A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" name="rc26">
              <a:extLst>
                <a:ext uri="{FF2B5EF4-FFF2-40B4-BE49-F238E27FC236}">
                  <a16:creationId xmlns:a16="http://schemas.microsoft.com/office/drawing/2014/main" id="{B48C9A4C-B29A-E31B-A927-09DEDB8DC584}"/>
                </a:ext>
              </a:extLst>
            </p:cNvPr>
            <p:cNvSpPr/>
            <p:nvPr/>
          </p:nvSpPr>
          <p:spPr>
            <a:xfrm>
              <a:off x="11970371" y="21648718"/>
              <a:ext cx="972509" cy="1076246"/>
            </a:xfrm>
            <a:prstGeom prst="rect">
              <a:avLst/>
            </a:prstGeom>
            <a:solidFill>
              <a:srgbClr val="5C167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" name="rc27">
              <a:extLst>
                <a:ext uri="{FF2B5EF4-FFF2-40B4-BE49-F238E27FC236}">
                  <a16:creationId xmlns:a16="http://schemas.microsoft.com/office/drawing/2014/main" id="{2536BC0E-66C0-BD93-85C6-C91436120B94}"/>
                </a:ext>
              </a:extLst>
            </p:cNvPr>
            <p:cNvSpPr/>
            <p:nvPr/>
          </p:nvSpPr>
          <p:spPr>
            <a:xfrm>
              <a:off x="14887901" y="23801212"/>
              <a:ext cx="972509" cy="1076246"/>
            </a:xfrm>
            <a:prstGeom prst="rect">
              <a:avLst/>
            </a:prstGeom>
            <a:solidFill>
              <a:srgbClr val="0A082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" name="rc28">
              <a:extLst>
                <a:ext uri="{FF2B5EF4-FFF2-40B4-BE49-F238E27FC236}">
                  <a16:creationId xmlns:a16="http://schemas.microsoft.com/office/drawing/2014/main" id="{C88DAD43-02B1-40F3-4CA7-33C4DFE6BA79}"/>
                </a:ext>
              </a:extLst>
            </p:cNvPr>
            <p:cNvSpPr/>
            <p:nvPr/>
          </p:nvSpPr>
          <p:spPr>
            <a:xfrm>
              <a:off x="14887901" y="22724965"/>
              <a:ext cx="972509" cy="1076246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" name="rc29">
              <a:extLst>
                <a:ext uri="{FF2B5EF4-FFF2-40B4-BE49-F238E27FC236}">
                  <a16:creationId xmlns:a16="http://schemas.microsoft.com/office/drawing/2014/main" id="{1290DBB4-541F-26D8-1005-49B88E556795}"/>
                </a:ext>
              </a:extLst>
            </p:cNvPr>
            <p:cNvSpPr/>
            <p:nvPr/>
          </p:nvSpPr>
          <p:spPr>
            <a:xfrm>
              <a:off x="14887901" y="21648718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" name="rc30">
              <a:extLst>
                <a:ext uri="{FF2B5EF4-FFF2-40B4-BE49-F238E27FC236}">
                  <a16:creationId xmlns:a16="http://schemas.microsoft.com/office/drawing/2014/main" id="{37CAD598-880B-5A55-84BF-2030D8FDB5E6}"/>
                </a:ext>
              </a:extLst>
            </p:cNvPr>
            <p:cNvSpPr/>
            <p:nvPr/>
          </p:nvSpPr>
          <p:spPr>
            <a:xfrm>
              <a:off x="15860411" y="23801212"/>
              <a:ext cx="972509" cy="1076246"/>
            </a:xfrm>
            <a:prstGeom prst="rect">
              <a:avLst/>
            </a:prstGeom>
            <a:solidFill>
              <a:srgbClr val="FEC28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" name="rc31">
              <a:extLst>
                <a:ext uri="{FF2B5EF4-FFF2-40B4-BE49-F238E27FC236}">
                  <a16:creationId xmlns:a16="http://schemas.microsoft.com/office/drawing/2014/main" id="{3B06702B-D1EB-5276-6DA9-2DFF0DFD18AA}"/>
                </a:ext>
              </a:extLst>
            </p:cNvPr>
            <p:cNvSpPr/>
            <p:nvPr/>
          </p:nvSpPr>
          <p:spPr>
            <a:xfrm>
              <a:off x="15860411" y="22724965"/>
              <a:ext cx="972509" cy="1076246"/>
            </a:xfrm>
            <a:prstGeom prst="rect">
              <a:avLst/>
            </a:prstGeom>
            <a:solidFill>
              <a:srgbClr val="982D8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" name="rc32">
              <a:extLst>
                <a:ext uri="{FF2B5EF4-FFF2-40B4-BE49-F238E27FC236}">
                  <a16:creationId xmlns:a16="http://schemas.microsoft.com/office/drawing/2014/main" id="{332F85A9-3144-C934-B1EC-570849095C14}"/>
                </a:ext>
              </a:extLst>
            </p:cNvPr>
            <p:cNvSpPr/>
            <p:nvPr/>
          </p:nvSpPr>
          <p:spPr>
            <a:xfrm>
              <a:off x="15860411" y="21648718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" name="rc33">
              <a:extLst>
                <a:ext uri="{FF2B5EF4-FFF2-40B4-BE49-F238E27FC236}">
                  <a16:creationId xmlns:a16="http://schemas.microsoft.com/office/drawing/2014/main" id="{67F3A4F1-5F4F-5771-F660-339CD9FD37D2}"/>
                </a:ext>
              </a:extLst>
            </p:cNvPr>
            <p:cNvSpPr/>
            <p:nvPr/>
          </p:nvSpPr>
          <p:spPr>
            <a:xfrm>
              <a:off x="18619781" y="23801212"/>
              <a:ext cx="972509" cy="1076246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" name="rc34">
              <a:extLst>
                <a:ext uri="{FF2B5EF4-FFF2-40B4-BE49-F238E27FC236}">
                  <a16:creationId xmlns:a16="http://schemas.microsoft.com/office/drawing/2014/main" id="{1BCBCAB4-2C75-BA4B-0959-EC1A4BD110AC}"/>
                </a:ext>
              </a:extLst>
            </p:cNvPr>
            <p:cNvSpPr/>
            <p:nvPr/>
          </p:nvSpPr>
          <p:spPr>
            <a:xfrm>
              <a:off x="18619781" y="22724965"/>
              <a:ext cx="972509" cy="1076246"/>
            </a:xfrm>
            <a:prstGeom prst="rect">
              <a:avLst/>
            </a:prstGeom>
            <a:solidFill>
              <a:srgbClr val="FA805E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" name="rc35">
              <a:extLst>
                <a:ext uri="{FF2B5EF4-FFF2-40B4-BE49-F238E27FC236}">
                  <a16:creationId xmlns:a16="http://schemas.microsoft.com/office/drawing/2014/main" id="{CBEB2D7C-CF21-F3F4-2742-AF964CDEB61C}"/>
                </a:ext>
              </a:extLst>
            </p:cNvPr>
            <p:cNvSpPr/>
            <p:nvPr/>
          </p:nvSpPr>
          <p:spPr>
            <a:xfrm>
              <a:off x="18619781" y="21648718"/>
              <a:ext cx="972509" cy="1076246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" name="tx36">
              <a:extLst>
                <a:ext uri="{FF2B5EF4-FFF2-40B4-BE49-F238E27FC236}">
                  <a16:creationId xmlns:a16="http://schemas.microsoft.com/office/drawing/2014/main" id="{6CADFAEF-2E02-64BC-077D-7E3C6F410592}"/>
                </a:ext>
              </a:extLst>
            </p:cNvPr>
            <p:cNvSpPr/>
            <p:nvPr/>
          </p:nvSpPr>
          <p:spPr>
            <a:xfrm>
              <a:off x="17929566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61" name="tx37">
              <a:extLst>
                <a:ext uri="{FF2B5EF4-FFF2-40B4-BE49-F238E27FC236}">
                  <a16:creationId xmlns:a16="http://schemas.microsoft.com/office/drawing/2014/main" id="{17A9FEF4-5F1E-0D7F-8828-B6F5D9E123B4}"/>
                </a:ext>
              </a:extLst>
            </p:cNvPr>
            <p:cNvSpPr/>
            <p:nvPr/>
          </p:nvSpPr>
          <p:spPr>
            <a:xfrm>
              <a:off x="18075227" y="23179906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" name="tx38">
              <a:extLst>
                <a:ext uri="{FF2B5EF4-FFF2-40B4-BE49-F238E27FC236}">
                  <a16:creationId xmlns:a16="http://schemas.microsoft.com/office/drawing/2014/main" id="{DCEE1770-44FF-F20D-D794-F5D4B78D4A97}"/>
                </a:ext>
              </a:extLst>
            </p:cNvPr>
            <p:cNvSpPr/>
            <p:nvPr/>
          </p:nvSpPr>
          <p:spPr>
            <a:xfrm>
              <a:off x="18075227" y="22103661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3" name="tx39">
              <a:extLst>
                <a:ext uri="{FF2B5EF4-FFF2-40B4-BE49-F238E27FC236}">
                  <a16:creationId xmlns:a16="http://schemas.microsoft.com/office/drawing/2014/main" id="{3850CBD0-F1A5-B000-4ADA-54E12651D1CC}"/>
                </a:ext>
              </a:extLst>
            </p:cNvPr>
            <p:cNvSpPr/>
            <p:nvPr/>
          </p:nvSpPr>
          <p:spPr>
            <a:xfrm>
              <a:off x="13225179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3245" name="tx40">
              <a:extLst>
                <a:ext uri="{FF2B5EF4-FFF2-40B4-BE49-F238E27FC236}">
                  <a16:creationId xmlns:a16="http://schemas.microsoft.com/office/drawing/2014/main" id="{66508081-A10F-F751-5EAE-00FD9CD6DA0B}"/>
                </a:ext>
              </a:extLst>
            </p:cNvPr>
            <p:cNvSpPr/>
            <p:nvPr/>
          </p:nvSpPr>
          <p:spPr>
            <a:xfrm>
              <a:off x="13370837" y="23179906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46" name="tx41">
              <a:extLst>
                <a:ext uri="{FF2B5EF4-FFF2-40B4-BE49-F238E27FC236}">
                  <a16:creationId xmlns:a16="http://schemas.microsoft.com/office/drawing/2014/main" id="{C29975D0-8A69-7CB7-56FD-5BDB2A046732}"/>
                </a:ext>
              </a:extLst>
            </p:cNvPr>
            <p:cNvSpPr/>
            <p:nvPr/>
          </p:nvSpPr>
          <p:spPr>
            <a:xfrm>
              <a:off x="13370837" y="22103661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47" name="tx42">
              <a:extLst>
                <a:ext uri="{FF2B5EF4-FFF2-40B4-BE49-F238E27FC236}">
                  <a16:creationId xmlns:a16="http://schemas.microsoft.com/office/drawing/2014/main" id="{E276E2E1-A62F-2164-9B81-F75BE6A1F8E0}"/>
                </a:ext>
              </a:extLst>
            </p:cNvPr>
            <p:cNvSpPr/>
            <p:nvPr/>
          </p:nvSpPr>
          <p:spPr>
            <a:xfrm>
              <a:off x="14197689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3248" name="tx43">
              <a:extLst>
                <a:ext uri="{FF2B5EF4-FFF2-40B4-BE49-F238E27FC236}">
                  <a16:creationId xmlns:a16="http://schemas.microsoft.com/office/drawing/2014/main" id="{508D17B8-5F50-2366-4802-D085F738E0ED}"/>
                </a:ext>
              </a:extLst>
            </p:cNvPr>
            <p:cNvSpPr/>
            <p:nvPr/>
          </p:nvSpPr>
          <p:spPr>
            <a:xfrm>
              <a:off x="14197689" y="23179906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3249" name="tx44">
              <a:extLst>
                <a:ext uri="{FF2B5EF4-FFF2-40B4-BE49-F238E27FC236}">
                  <a16:creationId xmlns:a16="http://schemas.microsoft.com/office/drawing/2014/main" id="{4A821F48-BE51-E506-EE17-859B231663C7}"/>
                </a:ext>
              </a:extLst>
            </p:cNvPr>
            <p:cNvSpPr/>
            <p:nvPr/>
          </p:nvSpPr>
          <p:spPr>
            <a:xfrm>
              <a:off x="14197689" y="22103661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3251" name="tx45">
              <a:extLst>
                <a:ext uri="{FF2B5EF4-FFF2-40B4-BE49-F238E27FC236}">
                  <a16:creationId xmlns:a16="http://schemas.microsoft.com/office/drawing/2014/main" id="{6CDD2B6B-0C50-26C8-BE46-324BAA045017}"/>
                </a:ext>
              </a:extLst>
            </p:cNvPr>
            <p:cNvSpPr/>
            <p:nvPr/>
          </p:nvSpPr>
          <p:spPr>
            <a:xfrm>
              <a:off x="9335139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3252" name="tx46">
              <a:extLst>
                <a:ext uri="{FF2B5EF4-FFF2-40B4-BE49-F238E27FC236}">
                  <a16:creationId xmlns:a16="http://schemas.microsoft.com/office/drawing/2014/main" id="{BC986FEE-18C5-1FC9-E452-11B90E2F14A7}"/>
                </a:ext>
              </a:extLst>
            </p:cNvPr>
            <p:cNvSpPr/>
            <p:nvPr/>
          </p:nvSpPr>
          <p:spPr>
            <a:xfrm>
              <a:off x="9335139" y="23179906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0.18</a:t>
              </a:r>
            </a:p>
          </p:txBody>
        </p:sp>
        <p:sp>
          <p:nvSpPr>
            <p:cNvPr id="3253" name="tx47">
              <a:extLst>
                <a:ext uri="{FF2B5EF4-FFF2-40B4-BE49-F238E27FC236}">
                  <a16:creationId xmlns:a16="http://schemas.microsoft.com/office/drawing/2014/main" id="{53CAC774-6327-C07F-0217-33C4FCA19473}"/>
                </a:ext>
              </a:extLst>
            </p:cNvPr>
            <p:cNvSpPr/>
            <p:nvPr/>
          </p:nvSpPr>
          <p:spPr>
            <a:xfrm>
              <a:off x="9480799" y="22103661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54" name="tx48">
              <a:extLst>
                <a:ext uri="{FF2B5EF4-FFF2-40B4-BE49-F238E27FC236}">
                  <a16:creationId xmlns:a16="http://schemas.microsoft.com/office/drawing/2014/main" id="{9152A964-8D8E-7E89-7DF6-59FC7D34E543}"/>
                </a:ext>
              </a:extLst>
            </p:cNvPr>
            <p:cNvSpPr/>
            <p:nvPr/>
          </p:nvSpPr>
          <p:spPr>
            <a:xfrm>
              <a:off x="10307649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0.39</a:t>
              </a:r>
            </a:p>
          </p:txBody>
        </p:sp>
        <p:sp>
          <p:nvSpPr>
            <p:cNvPr id="3255" name="tx49">
              <a:extLst>
                <a:ext uri="{FF2B5EF4-FFF2-40B4-BE49-F238E27FC236}">
                  <a16:creationId xmlns:a16="http://schemas.microsoft.com/office/drawing/2014/main" id="{DFD303EE-D791-13BB-49E3-D4CE9C31ED64}"/>
                </a:ext>
              </a:extLst>
            </p:cNvPr>
            <p:cNvSpPr/>
            <p:nvPr/>
          </p:nvSpPr>
          <p:spPr>
            <a:xfrm>
              <a:off x="10307649" y="23179906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0.22</a:t>
              </a:r>
            </a:p>
          </p:txBody>
        </p:sp>
        <p:sp>
          <p:nvSpPr>
            <p:cNvPr id="3256" name="tx50">
              <a:extLst>
                <a:ext uri="{FF2B5EF4-FFF2-40B4-BE49-F238E27FC236}">
                  <a16:creationId xmlns:a16="http://schemas.microsoft.com/office/drawing/2014/main" id="{5CC633C8-AB97-AA16-B2BB-646946859F9B}"/>
                </a:ext>
              </a:extLst>
            </p:cNvPr>
            <p:cNvSpPr/>
            <p:nvPr/>
          </p:nvSpPr>
          <p:spPr>
            <a:xfrm>
              <a:off x="10453309" y="22103661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57" name="tx51">
              <a:extLst>
                <a:ext uri="{FF2B5EF4-FFF2-40B4-BE49-F238E27FC236}">
                  <a16:creationId xmlns:a16="http://schemas.microsoft.com/office/drawing/2014/main" id="{146F0194-36F9-6ABE-4D6A-812A128CC7AF}"/>
                </a:ext>
              </a:extLst>
            </p:cNvPr>
            <p:cNvSpPr/>
            <p:nvPr/>
          </p:nvSpPr>
          <p:spPr>
            <a:xfrm>
              <a:off x="11280159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0.95</a:t>
              </a:r>
            </a:p>
          </p:txBody>
        </p:sp>
        <p:sp>
          <p:nvSpPr>
            <p:cNvPr id="3258" name="tx52">
              <a:extLst>
                <a:ext uri="{FF2B5EF4-FFF2-40B4-BE49-F238E27FC236}">
                  <a16:creationId xmlns:a16="http://schemas.microsoft.com/office/drawing/2014/main" id="{010B37B3-FDCA-1F92-C5B8-3E05A565C3B2}"/>
                </a:ext>
              </a:extLst>
            </p:cNvPr>
            <p:cNvSpPr/>
            <p:nvPr/>
          </p:nvSpPr>
          <p:spPr>
            <a:xfrm>
              <a:off x="11280159" y="23179906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0.56</a:t>
              </a:r>
            </a:p>
          </p:txBody>
        </p:sp>
        <p:sp>
          <p:nvSpPr>
            <p:cNvPr id="3259" name="tx53">
              <a:extLst>
                <a:ext uri="{FF2B5EF4-FFF2-40B4-BE49-F238E27FC236}">
                  <a16:creationId xmlns:a16="http://schemas.microsoft.com/office/drawing/2014/main" id="{8027ACD5-6984-F106-01B8-6C9E223581FF}"/>
                </a:ext>
              </a:extLst>
            </p:cNvPr>
            <p:cNvSpPr/>
            <p:nvPr/>
          </p:nvSpPr>
          <p:spPr>
            <a:xfrm>
              <a:off x="11425819" y="22103661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60" name="tx54">
              <a:extLst>
                <a:ext uri="{FF2B5EF4-FFF2-40B4-BE49-F238E27FC236}">
                  <a16:creationId xmlns:a16="http://schemas.microsoft.com/office/drawing/2014/main" id="{63FABF0C-52EA-8B58-6144-03AE3DB8DA96}"/>
                </a:ext>
              </a:extLst>
            </p:cNvPr>
            <p:cNvSpPr/>
            <p:nvPr/>
          </p:nvSpPr>
          <p:spPr>
            <a:xfrm>
              <a:off x="12398327" y="24256153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61" name="tx55">
              <a:extLst>
                <a:ext uri="{FF2B5EF4-FFF2-40B4-BE49-F238E27FC236}">
                  <a16:creationId xmlns:a16="http://schemas.microsoft.com/office/drawing/2014/main" id="{0BF8678D-5004-9319-D4D2-AB2423FB1C63}"/>
                </a:ext>
              </a:extLst>
            </p:cNvPr>
            <p:cNvSpPr/>
            <p:nvPr/>
          </p:nvSpPr>
          <p:spPr>
            <a:xfrm>
              <a:off x="12252669" y="23179906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3262" name="tx56">
              <a:extLst>
                <a:ext uri="{FF2B5EF4-FFF2-40B4-BE49-F238E27FC236}">
                  <a16:creationId xmlns:a16="http://schemas.microsoft.com/office/drawing/2014/main" id="{6267912E-AA2E-630D-3AB0-26E4BCFED995}"/>
                </a:ext>
              </a:extLst>
            </p:cNvPr>
            <p:cNvSpPr/>
            <p:nvPr/>
          </p:nvSpPr>
          <p:spPr>
            <a:xfrm>
              <a:off x="12252669" y="22103661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0.72</a:t>
              </a:r>
            </a:p>
          </p:txBody>
        </p:sp>
        <p:sp>
          <p:nvSpPr>
            <p:cNvPr id="3263" name="tx57">
              <a:extLst>
                <a:ext uri="{FF2B5EF4-FFF2-40B4-BE49-F238E27FC236}">
                  <a16:creationId xmlns:a16="http://schemas.microsoft.com/office/drawing/2014/main" id="{0E78A02D-BB96-DE2D-07FB-005BB3DFEBBF}"/>
                </a:ext>
              </a:extLst>
            </p:cNvPr>
            <p:cNvSpPr/>
            <p:nvPr/>
          </p:nvSpPr>
          <p:spPr>
            <a:xfrm>
              <a:off x="15170199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0.94</a:t>
              </a:r>
            </a:p>
          </p:txBody>
        </p:sp>
        <p:sp>
          <p:nvSpPr>
            <p:cNvPr id="3266" name="tx58">
              <a:extLst>
                <a:ext uri="{FF2B5EF4-FFF2-40B4-BE49-F238E27FC236}">
                  <a16:creationId xmlns:a16="http://schemas.microsoft.com/office/drawing/2014/main" id="{14BFB487-7512-A100-0EA2-BBEB7A1F479A}"/>
                </a:ext>
              </a:extLst>
            </p:cNvPr>
            <p:cNvSpPr/>
            <p:nvPr/>
          </p:nvSpPr>
          <p:spPr>
            <a:xfrm>
              <a:off x="15170199" y="23179906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3267" name="tx59">
              <a:extLst>
                <a:ext uri="{FF2B5EF4-FFF2-40B4-BE49-F238E27FC236}">
                  <a16:creationId xmlns:a16="http://schemas.microsoft.com/office/drawing/2014/main" id="{BB74CF14-82DE-D746-CF13-E416D1929EFB}"/>
                </a:ext>
              </a:extLst>
            </p:cNvPr>
            <p:cNvSpPr/>
            <p:nvPr/>
          </p:nvSpPr>
          <p:spPr>
            <a:xfrm>
              <a:off x="15315857" y="22103661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68" name="tx60">
              <a:extLst>
                <a:ext uri="{FF2B5EF4-FFF2-40B4-BE49-F238E27FC236}">
                  <a16:creationId xmlns:a16="http://schemas.microsoft.com/office/drawing/2014/main" id="{F19ABEB0-2714-6AEE-05D7-63B86A00D16A}"/>
                </a:ext>
              </a:extLst>
            </p:cNvPr>
            <p:cNvSpPr/>
            <p:nvPr/>
          </p:nvSpPr>
          <p:spPr>
            <a:xfrm>
              <a:off x="16142709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3269" name="tx61">
              <a:extLst>
                <a:ext uri="{FF2B5EF4-FFF2-40B4-BE49-F238E27FC236}">
                  <a16:creationId xmlns:a16="http://schemas.microsoft.com/office/drawing/2014/main" id="{D51E8A08-FF1D-79BA-1A00-EB9BCAA33CB4}"/>
                </a:ext>
              </a:extLst>
            </p:cNvPr>
            <p:cNvSpPr/>
            <p:nvPr/>
          </p:nvSpPr>
          <p:spPr>
            <a:xfrm>
              <a:off x="16142709" y="23179906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0.57</a:t>
              </a:r>
            </a:p>
          </p:txBody>
        </p:sp>
        <p:sp>
          <p:nvSpPr>
            <p:cNvPr id="3271" name="tx62">
              <a:extLst>
                <a:ext uri="{FF2B5EF4-FFF2-40B4-BE49-F238E27FC236}">
                  <a16:creationId xmlns:a16="http://schemas.microsoft.com/office/drawing/2014/main" id="{2433445B-1D38-C159-F0D3-38C3A5300548}"/>
                </a:ext>
              </a:extLst>
            </p:cNvPr>
            <p:cNvSpPr/>
            <p:nvPr/>
          </p:nvSpPr>
          <p:spPr>
            <a:xfrm>
              <a:off x="16288367" y="22103661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72" name="tx63">
              <a:extLst>
                <a:ext uri="{FF2B5EF4-FFF2-40B4-BE49-F238E27FC236}">
                  <a16:creationId xmlns:a16="http://schemas.microsoft.com/office/drawing/2014/main" id="{E4E5EDAF-1B58-A535-B5F9-DAFD1A0788CC}"/>
                </a:ext>
              </a:extLst>
            </p:cNvPr>
            <p:cNvSpPr/>
            <p:nvPr/>
          </p:nvSpPr>
          <p:spPr>
            <a:xfrm>
              <a:off x="18902076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3287" name="tx64">
              <a:extLst>
                <a:ext uri="{FF2B5EF4-FFF2-40B4-BE49-F238E27FC236}">
                  <a16:creationId xmlns:a16="http://schemas.microsoft.com/office/drawing/2014/main" id="{0DDDDA33-A4FD-B1B9-839B-ED29D0CEDF28}"/>
                </a:ext>
              </a:extLst>
            </p:cNvPr>
            <p:cNvSpPr/>
            <p:nvPr/>
          </p:nvSpPr>
          <p:spPr>
            <a:xfrm>
              <a:off x="18902076" y="23179906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0.27</a:t>
              </a:r>
            </a:p>
          </p:txBody>
        </p:sp>
        <p:sp>
          <p:nvSpPr>
            <p:cNvPr id="3288" name="tx65">
              <a:extLst>
                <a:ext uri="{FF2B5EF4-FFF2-40B4-BE49-F238E27FC236}">
                  <a16:creationId xmlns:a16="http://schemas.microsoft.com/office/drawing/2014/main" id="{8B0EA07D-B851-E193-06F2-B9B773DFA3A6}"/>
                </a:ext>
              </a:extLst>
            </p:cNvPr>
            <p:cNvSpPr/>
            <p:nvPr/>
          </p:nvSpPr>
          <p:spPr>
            <a:xfrm>
              <a:off x="18902076" y="22103661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3290" name="tx66">
              <a:extLst>
                <a:ext uri="{FF2B5EF4-FFF2-40B4-BE49-F238E27FC236}">
                  <a16:creationId xmlns:a16="http://schemas.microsoft.com/office/drawing/2014/main" id="{4EDA8549-27C2-C190-6E59-AA14FD8F8D16}"/>
                </a:ext>
              </a:extLst>
            </p:cNvPr>
            <p:cNvSpPr/>
            <p:nvPr/>
          </p:nvSpPr>
          <p:spPr>
            <a:xfrm>
              <a:off x="8255397" y="24272847"/>
              <a:ext cx="502965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Dermo</a:t>
              </a:r>
            </a:p>
          </p:txBody>
        </p:sp>
        <p:sp>
          <p:nvSpPr>
            <p:cNvPr id="3291" name="tx67">
              <a:extLst>
                <a:ext uri="{FF2B5EF4-FFF2-40B4-BE49-F238E27FC236}">
                  <a16:creationId xmlns:a16="http://schemas.microsoft.com/office/drawing/2014/main" id="{0DB12ECA-6962-DBD1-AD52-94C9AA9144E9}"/>
                </a:ext>
              </a:extLst>
            </p:cNvPr>
            <p:cNvSpPr/>
            <p:nvPr/>
          </p:nvSpPr>
          <p:spPr>
            <a:xfrm>
              <a:off x="8395159" y="23196600"/>
              <a:ext cx="363200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MSX</a:t>
              </a:r>
            </a:p>
          </p:txBody>
        </p:sp>
        <p:sp>
          <p:nvSpPr>
            <p:cNvPr id="3294" name="tx68">
              <a:extLst>
                <a:ext uri="{FF2B5EF4-FFF2-40B4-BE49-F238E27FC236}">
                  <a16:creationId xmlns:a16="http://schemas.microsoft.com/office/drawing/2014/main" id="{626F0821-5275-EE6C-D3F6-26AF5950100B}"/>
                </a:ext>
              </a:extLst>
            </p:cNvPr>
            <p:cNvSpPr/>
            <p:nvPr/>
          </p:nvSpPr>
          <p:spPr>
            <a:xfrm>
              <a:off x="8050201" y="22120352"/>
              <a:ext cx="708156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Pea Crab</a:t>
              </a:r>
            </a:p>
          </p:txBody>
        </p:sp>
        <p:sp>
          <p:nvSpPr>
            <p:cNvPr id="3295" name="tx69">
              <a:extLst>
                <a:ext uri="{FF2B5EF4-FFF2-40B4-BE49-F238E27FC236}">
                  <a16:creationId xmlns:a16="http://schemas.microsoft.com/office/drawing/2014/main" id="{7EE03D61-987F-B970-6A40-B2C4C05A01D1}"/>
                </a:ext>
              </a:extLst>
            </p:cNvPr>
            <p:cNvSpPr/>
            <p:nvPr/>
          </p:nvSpPr>
          <p:spPr>
            <a:xfrm rot="18900000">
              <a:off x="9136581" y="25382969"/>
              <a:ext cx="521345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296" name="tx70">
              <a:extLst>
                <a:ext uri="{FF2B5EF4-FFF2-40B4-BE49-F238E27FC236}">
                  <a16:creationId xmlns:a16="http://schemas.microsoft.com/office/drawing/2014/main" id="{AA4A0DCC-5456-150D-4563-68564CDE2341}"/>
                </a:ext>
              </a:extLst>
            </p:cNvPr>
            <p:cNvSpPr/>
            <p:nvPr/>
          </p:nvSpPr>
          <p:spPr>
            <a:xfrm rot="18900000">
              <a:off x="10116812" y="25379424"/>
              <a:ext cx="512292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297" name="tx71">
              <a:extLst>
                <a:ext uri="{FF2B5EF4-FFF2-40B4-BE49-F238E27FC236}">
                  <a16:creationId xmlns:a16="http://schemas.microsoft.com/office/drawing/2014/main" id="{87A49FB4-23B2-C63E-5085-BF671B037DF2}"/>
                </a:ext>
              </a:extLst>
            </p:cNvPr>
            <p:cNvSpPr/>
            <p:nvPr/>
          </p:nvSpPr>
          <p:spPr>
            <a:xfrm rot="18900000">
              <a:off x="11097405" y="25375720"/>
              <a:ext cx="502829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298" name="tx72">
              <a:extLst>
                <a:ext uri="{FF2B5EF4-FFF2-40B4-BE49-F238E27FC236}">
                  <a16:creationId xmlns:a16="http://schemas.microsoft.com/office/drawing/2014/main" id="{14B3F18D-96B5-ED67-094F-DC1EF4FAEFCC}"/>
                </a:ext>
              </a:extLst>
            </p:cNvPr>
            <p:cNvSpPr/>
            <p:nvPr/>
          </p:nvSpPr>
          <p:spPr>
            <a:xfrm rot="18900000">
              <a:off x="12046027" y="25386670"/>
              <a:ext cx="530808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299" name="tx73">
              <a:extLst>
                <a:ext uri="{FF2B5EF4-FFF2-40B4-BE49-F238E27FC236}">
                  <a16:creationId xmlns:a16="http://schemas.microsoft.com/office/drawing/2014/main" id="{B7A61142-09BC-B5BB-9AA6-102D422630E4}"/>
                </a:ext>
              </a:extLst>
            </p:cNvPr>
            <p:cNvSpPr/>
            <p:nvPr/>
          </p:nvSpPr>
          <p:spPr>
            <a:xfrm rot="18900000">
              <a:off x="12883082" y="25448762"/>
              <a:ext cx="689502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300" name="tx74">
              <a:extLst>
                <a:ext uri="{FF2B5EF4-FFF2-40B4-BE49-F238E27FC236}">
                  <a16:creationId xmlns:a16="http://schemas.microsoft.com/office/drawing/2014/main" id="{28482745-1D85-4664-E064-E1AEC2AA7A38}"/>
                </a:ext>
              </a:extLst>
            </p:cNvPr>
            <p:cNvSpPr/>
            <p:nvPr/>
          </p:nvSpPr>
          <p:spPr>
            <a:xfrm rot="18900000">
              <a:off x="13831949" y="25459602"/>
              <a:ext cx="717209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301" name="tx75">
              <a:extLst>
                <a:ext uri="{FF2B5EF4-FFF2-40B4-BE49-F238E27FC236}">
                  <a16:creationId xmlns:a16="http://schemas.microsoft.com/office/drawing/2014/main" id="{1410157F-693F-D466-552F-0E6E2BD011DC}"/>
                </a:ext>
              </a:extLst>
            </p:cNvPr>
            <p:cNvSpPr/>
            <p:nvPr/>
          </p:nvSpPr>
          <p:spPr>
            <a:xfrm rot="18900000">
              <a:off x="14947870" y="25393860"/>
              <a:ext cx="549188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302" name="tx76">
              <a:extLst>
                <a:ext uri="{FF2B5EF4-FFF2-40B4-BE49-F238E27FC236}">
                  <a16:creationId xmlns:a16="http://schemas.microsoft.com/office/drawing/2014/main" id="{BD1D7C28-C714-0829-45CC-5CAA4B582361}"/>
                </a:ext>
              </a:extLst>
            </p:cNvPr>
            <p:cNvSpPr/>
            <p:nvPr/>
          </p:nvSpPr>
          <p:spPr>
            <a:xfrm rot="18900000">
              <a:off x="15912306" y="25397564"/>
              <a:ext cx="558653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303" name="tx77">
              <a:extLst>
                <a:ext uri="{FF2B5EF4-FFF2-40B4-BE49-F238E27FC236}">
                  <a16:creationId xmlns:a16="http://schemas.microsoft.com/office/drawing/2014/main" id="{4A03023C-E7BA-9803-1C73-5FA46C5A45DD}"/>
                </a:ext>
              </a:extLst>
            </p:cNvPr>
            <p:cNvSpPr/>
            <p:nvPr/>
          </p:nvSpPr>
          <p:spPr>
            <a:xfrm rot="18900000">
              <a:off x="17571668" y="25456006"/>
              <a:ext cx="708020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304" name="tx78">
              <a:extLst>
                <a:ext uri="{FF2B5EF4-FFF2-40B4-BE49-F238E27FC236}">
                  <a16:creationId xmlns:a16="http://schemas.microsoft.com/office/drawing/2014/main" id="{2D2BC93D-769F-1F7A-A74B-BF3416C65660}"/>
                </a:ext>
              </a:extLst>
            </p:cNvPr>
            <p:cNvSpPr/>
            <p:nvPr/>
          </p:nvSpPr>
          <p:spPr>
            <a:xfrm rot="18900000">
              <a:off x="18480846" y="25485039"/>
              <a:ext cx="782223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305" name="rc80">
              <a:extLst>
                <a:ext uri="{FF2B5EF4-FFF2-40B4-BE49-F238E27FC236}">
                  <a16:creationId xmlns:a16="http://schemas.microsoft.com/office/drawing/2014/main" id="{91418195-76B5-9E6C-DF74-3FDA469E95C9}"/>
                </a:ext>
              </a:extLst>
            </p:cNvPr>
            <p:cNvSpPr/>
            <p:nvPr/>
          </p:nvSpPr>
          <p:spPr>
            <a:xfrm>
              <a:off x="19970311" y="22070227"/>
              <a:ext cx="1257354" cy="23857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3306" name="tx81">
              <a:extLst>
                <a:ext uri="{FF2B5EF4-FFF2-40B4-BE49-F238E27FC236}">
                  <a16:creationId xmlns:a16="http://schemas.microsoft.com/office/drawing/2014/main" id="{3E81AF6C-B9D5-A545-6E98-B5A88EAD53D5}"/>
                </a:ext>
              </a:extLst>
            </p:cNvPr>
            <p:cNvSpPr/>
            <p:nvPr/>
          </p:nvSpPr>
          <p:spPr>
            <a:xfrm>
              <a:off x="20319032" y="22016876"/>
              <a:ext cx="1048587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Prevalence</a:t>
              </a:r>
            </a:p>
          </p:txBody>
        </p:sp>
        <p:grpSp>
          <p:nvGrpSpPr>
            <p:cNvPr id="3307" name="Group 3306">
              <a:extLst>
                <a:ext uri="{FF2B5EF4-FFF2-40B4-BE49-F238E27FC236}">
                  <a16:creationId xmlns:a16="http://schemas.microsoft.com/office/drawing/2014/main" id="{CF94E1B0-52CF-9E57-331E-2A2E9DF7F9BE}"/>
                </a:ext>
              </a:extLst>
            </p:cNvPr>
            <p:cNvGrpSpPr/>
            <p:nvPr/>
          </p:nvGrpSpPr>
          <p:grpSpPr>
            <a:xfrm>
              <a:off x="19931522" y="22467599"/>
              <a:ext cx="401582" cy="2222101"/>
              <a:chOff x="17525528" y="13525686"/>
              <a:chExt cx="329183" cy="1423097"/>
            </a:xfrm>
          </p:grpSpPr>
          <p:pic>
            <p:nvPicPr>
              <p:cNvPr id="3416" name="pic82">
                <a:extLst>
                  <a:ext uri="{FF2B5EF4-FFF2-40B4-BE49-F238E27FC236}">
                    <a16:creationId xmlns:a16="http://schemas.microsoft.com/office/drawing/2014/main" id="{52CED616-74C1-629D-4E9F-7EF9F602B050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7525528" y="13525686"/>
                <a:ext cx="329183" cy="1423097"/>
              </a:xfrm>
              <a:prstGeom prst="rect">
                <a:avLst/>
              </a:prstGeom>
            </p:spPr>
          </p:pic>
          <p:sp>
            <p:nvSpPr>
              <p:cNvPr id="3417" name="pl83">
                <a:extLst>
                  <a:ext uri="{FF2B5EF4-FFF2-40B4-BE49-F238E27FC236}">
                    <a16:creationId xmlns:a16="http://schemas.microsoft.com/office/drawing/2014/main" id="{5DA0C324-332D-35A9-75FC-9460AD7B68C3}"/>
                  </a:ext>
                </a:extLst>
              </p:cNvPr>
              <p:cNvSpPr/>
              <p:nvPr/>
            </p:nvSpPr>
            <p:spPr>
              <a:xfrm>
                <a:off x="17788874" y="14946409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18" name="pl84">
                <a:extLst>
                  <a:ext uri="{FF2B5EF4-FFF2-40B4-BE49-F238E27FC236}">
                    <a16:creationId xmlns:a16="http://schemas.microsoft.com/office/drawing/2014/main" id="{7A62DD5B-12E8-2A01-C1DA-34A562648DE7}"/>
                  </a:ext>
                </a:extLst>
              </p:cNvPr>
              <p:cNvSpPr/>
              <p:nvPr/>
            </p:nvSpPr>
            <p:spPr>
              <a:xfrm>
                <a:off x="17788874" y="14591821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19" name="pl85">
                <a:extLst>
                  <a:ext uri="{FF2B5EF4-FFF2-40B4-BE49-F238E27FC236}">
                    <a16:creationId xmlns:a16="http://schemas.microsoft.com/office/drawing/2014/main" id="{337514FC-93C8-7F6E-85F7-F5B31B971D86}"/>
                  </a:ext>
                </a:extLst>
              </p:cNvPr>
              <p:cNvSpPr/>
              <p:nvPr/>
            </p:nvSpPr>
            <p:spPr>
              <a:xfrm>
                <a:off x="17788874" y="14237233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20" name="pl86">
                <a:extLst>
                  <a:ext uri="{FF2B5EF4-FFF2-40B4-BE49-F238E27FC236}">
                    <a16:creationId xmlns:a16="http://schemas.microsoft.com/office/drawing/2014/main" id="{2407A089-9E35-E06F-D3BF-35DBE2F2EA12}"/>
                  </a:ext>
                </a:extLst>
              </p:cNvPr>
              <p:cNvSpPr/>
              <p:nvPr/>
            </p:nvSpPr>
            <p:spPr>
              <a:xfrm>
                <a:off x="17788874" y="13882645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21" name="pl87">
                <a:extLst>
                  <a:ext uri="{FF2B5EF4-FFF2-40B4-BE49-F238E27FC236}">
                    <a16:creationId xmlns:a16="http://schemas.microsoft.com/office/drawing/2014/main" id="{A85F4256-D2EC-DF71-459C-279D8FDDA3A4}"/>
                  </a:ext>
                </a:extLst>
              </p:cNvPr>
              <p:cNvSpPr/>
              <p:nvPr/>
            </p:nvSpPr>
            <p:spPr>
              <a:xfrm>
                <a:off x="17788874" y="13528056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22" name="pl88">
                <a:extLst>
                  <a:ext uri="{FF2B5EF4-FFF2-40B4-BE49-F238E27FC236}">
                    <a16:creationId xmlns:a16="http://schemas.microsoft.com/office/drawing/2014/main" id="{494FBD49-11E3-58CA-6454-D95D565C8F76}"/>
                  </a:ext>
                </a:extLst>
              </p:cNvPr>
              <p:cNvSpPr/>
              <p:nvPr/>
            </p:nvSpPr>
            <p:spPr>
              <a:xfrm>
                <a:off x="17525528" y="14946409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23" name="pl89">
                <a:extLst>
                  <a:ext uri="{FF2B5EF4-FFF2-40B4-BE49-F238E27FC236}">
                    <a16:creationId xmlns:a16="http://schemas.microsoft.com/office/drawing/2014/main" id="{472EF47E-9C5E-9CF4-1FDD-37D34308B88D}"/>
                  </a:ext>
                </a:extLst>
              </p:cNvPr>
              <p:cNvSpPr/>
              <p:nvPr/>
            </p:nvSpPr>
            <p:spPr>
              <a:xfrm>
                <a:off x="17525528" y="14591821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24" name="pl90">
                <a:extLst>
                  <a:ext uri="{FF2B5EF4-FFF2-40B4-BE49-F238E27FC236}">
                    <a16:creationId xmlns:a16="http://schemas.microsoft.com/office/drawing/2014/main" id="{87AF4BDF-54E8-39A0-CA3A-ED57797A08A9}"/>
                  </a:ext>
                </a:extLst>
              </p:cNvPr>
              <p:cNvSpPr/>
              <p:nvPr/>
            </p:nvSpPr>
            <p:spPr>
              <a:xfrm>
                <a:off x="17525528" y="14237233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25" name="pl91">
                <a:extLst>
                  <a:ext uri="{FF2B5EF4-FFF2-40B4-BE49-F238E27FC236}">
                    <a16:creationId xmlns:a16="http://schemas.microsoft.com/office/drawing/2014/main" id="{17C36864-2534-8964-FEAC-6084B88EE57F}"/>
                  </a:ext>
                </a:extLst>
              </p:cNvPr>
              <p:cNvSpPr/>
              <p:nvPr/>
            </p:nvSpPr>
            <p:spPr>
              <a:xfrm>
                <a:off x="17525528" y="13882645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26" name="pl92">
                <a:extLst>
                  <a:ext uri="{FF2B5EF4-FFF2-40B4-BE49-F238E27FC236}">
                    <a16:creationId xmlns:a16="http://schemas.microsoft.com/office/drawing/2014/main" id="{EB91F029-3F43-0F03-5AB3-23F3D96A5B2F}"/>
                  </a:ext>
                </a:extLst>
              </p:cNvPr>
              <p:cNvSpPr/>
              <p:nvPr/>
            </p:nvSpPr>
            <p:spPr>
              <a:xfrm>
                <a:off x="17525528" y="13528056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</p:grpSp>
        <p:sp>
          <p:nvSpPr>
            <p:cNvPr id="3308" name="tx93">
              <a:extLst>
                <a:ext uri="{FF2B5EF4-FFF2-40B4-BE49-F238E27FC236}">
                  <a16:creationId xmlns:a16="http://schemas.microsoft.com/office/drawing/2014/main" id="{741D1442-DF7B-DA3D-E6D0-206B9F7AF848}"/>
                </a:ext>
              </a:extLst>
            </p:cNvPr>
            <p:cNvSpPr/>
            <p:nvPr/>
          </p:nvSpPr>
          <p:spPr>
            <a:xfrm>
              <a:off x="20507590" y="24689700"/>
              <a:ext cx="326303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309" name="tx94">
              <a:extLst>
                <a:ext uri="{FF2B5EF4-FFF2-40B4-BE49-F238E27FC236}">
                  <a16:creationId xmlns:a16="http://schemas.microsoft.com/office/drawing/2014/main" id="{E2322484-88E8-C623-FE30-9A63C15F6E94}"/>
                </a:ext>
              </a:extLst>
            </p:cNvPr>
            <p:cNvSpPr/>
            <p:nvPr/>
          </p:nvSpPr>
          <p:spPr>
            <a:xfrm>
              <a:off x="20507590" y="24095898"/>
              <a:ext cx="326303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310" name="tx95">
              <a:extLst>
                <a:ext uri="{FF2B5EF4-FFF2-40B4-BE49-F238E27FC236}">
                  <a16:creationId xmlns:a16="http://schemas.microsoft.com/office/drawing/2014/main" id="{9A1A9607-F9BB-ADA7-CA45-D470EC2ED986}"/>
                </a:ext>
              </a:extLst>
            </p:cNvPr>
            <p:cNvSpPr/>
            <p:nvPr/>
          </p:nvSpPr>
          <p:spPr>
            <a:xfrm>
              <a:off x="20507590" y="23556855"/>
              <a:ext cx="326303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3311" name="tx96">
              <a:extLst>
                <a:ext uri="{FF2B5EF4-FFF2-40B4-BE49-F238E27FC236}">
                  <a16:creationId xmlns:a16="http://schemas.microsoft.com/office/drawing/2014/main" id="{D9AF0415-39AF-B8D4-778D-538EAA28F186}"/>
                </a:ext>
              </a:extLst>
            </p:cNvPr>
            <p:cNvSpPr/>
            <p:nvPr/>
          </p:nvSpPr>
          <p:spPr>
            <a:xfrm>
              <a:off x="20507590" y="22989900"/>
              <a:ext cx="326303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3312" name="tx97">
              <a:extLst>
                <a:ext uri="{FF2B5EF4-FFF2-40B4-BE49-F238E27FC236}">
                  <a16:creationId xmlns:a16="http://schemas.microsoft.com/office/drawing/2014/main" id="{433A67D6-6C10-335A-48F9-D8BC46E97307}"/>
                </a:ext>
              </a:extLst>
            </p:cNvPr>
            <p:cNvSpPr/>
            <p:nvPr/>
          </p:nvSpPr>
          <p:spPr>
            <a:xfrm>
              <a:off x="20469319" y="22477703"/>
              <a:ext cx="326303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3313" name="tx98">
              <a:extLst>
                <a:ext uri="{FF2B5EF4-FFF2-40B4-BE49-F238E27FC236}">
                  <a16:creationId xmlns:a16="http://schemas.microsoft.com/office/drawing/2014/main" id="{D393F331-0DC4-05C1-4EB3-EFF7CBE5D717}"/>
                </a:ext>
              </a:extLst>
            </p:cNvPr>
            <p:cNvSpPr/>
            <p:nvPr/>
          </p:nvSpPr>
          <p:spPr>
            <a:xfrm>
              <a:off x="9703753" y="21287331"/>
              <a:ext cx="2234885" cy="1994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</a:t>
              </a: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Disease Prevalence</a:t>
              </a:r>
            </a:p>
          </p:txBody>
        </p:sp>
      </p:grpSp>
      <p:sp>
        <p:nvSpPr>
          <p:cNvPr id="3314" name="rc5">
            <a:extLst>
              <a:ext uri="{FF2B5EF4-FFF2-40B4-BE49-F238E27FC236}">
                <a16:creationId xmlns:a16="http://schemas.microsoft.com/office/drawing/2014/main" id="{317F40BE-1FD4-6697-528B-37DC980808C1}"/>
              </a:ext>
            </a:extLst>
          </p:cNvPr>
          <p:cNvSpPr/>
          <p:nvPr/>
        </p:nvSpPr>
        <p:spPr>
          <a:xfrm>
            <a:off x="3644874" y="16079317"/>
            <a:ext cx="1729743" cy="8638323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 sz="5442"/>
          </a:p>
        </p:txBody>
      </p:sp>
      <p:sp>
        <p:nvSpPr>
          <p:cNvPr id="3315" name="rc6">
            <a:extLst>
              <a:ext uri="{FF2B5EF4-FFF2-40B4-BE49-F238E27FC236}">
                <a16:creationId xmlns:a16="http://schemas.microsoft.com/office/drawing/2014/main" id="{0A25FD0B-C60E-F21F-46F1-FBD771ABB8CC}"/>
              </a:ext>
            </a:extLst>
          </p:cNvPr>
          <p:cNvSpPr/>
          <p:nvPr/>
        </p:nvSpPr>
        <p:spPr>
          <a:xfrm>
            <a:off x="3723498" y="17238122"/>
            <a:ext cx="1102628" cy="1053453"/>
          </a:xfrm>
          <a:prstGeom prst="rect">
            <a:avLst/>
          </a:prstGeom>
          <a:solidFill>
            <a:srgbClr val="3B548F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16" name="rc7">
            <a:extLst>
              <a:ext uri="{FF2B5EF4-FFF2-40B4-BE49-F238E27FC236}">
                <a16:creationId xmlns:a16="http://schemas.microsoft.com/office/drawing/2014/main" id="{C6CAD1FC-20CB-D372-1673-6FE133979F12}"/>
              </a:ext>
            </a:extLst>
          </p:cNvPr>
          <p:cNvSpPr/>
          <p:nvPr/>
        </p:nvSpPr>
        <p:spPr>
          <a:xfrm>
            <a:off x="3723498" y="21451940"/>
            <a:ext cx="1102628" cy="1053453"/>
          </a:xfrm>
          <a:prstGeom prst="rect">
            <a:avLst/>
          </a:prstGeom>
          <a:solidFill>
            <a:srgbClr val="302445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17" name="rc8">
            <a:extLst>
              <a:ext uri="{FF2B5EF4-FFF2-40B4-BE49-F238E27FC236}">
                <a16:creationId xmlns:a16="http://schemas.microsoft.com/office/drawing/2014/main" id="{276550F7-DF44-130F-8DFB-E6C2A835FDCF}"/>
              </a:ext>
            </a:extLst>
          </p:cNvPr>
          <p:cNvSpPr/>
          <p:nvPr/>
        </p:nvSpPr>
        <p:spPr>
          <a:xfrm>
            <a:off x="3723498" y="16184665"/>
            <a:ext cx="1102628" cy="1053453"/>
          </a:xfrm>
          <a:prstGeom prst="rect">
            <a:avLst/>
          </a:prstGeom>
          <a:solidFill>
            <a:srgbClr val="382B56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18" name="rc9">
            <a:extLst>
              <a:ext uri="{FF2B5EF4-FFF2-40B4-BE49-F238E27FC236}">
                <a16:creationId xmlns:a16="http://schemas.microsoft.com/office/drawing/2014/main" id="{11D800EA-DDDF-2699-1C22-3524A660E138}"/>
              </a:ext>
            </a:extLst>
          </p:cNvPr>
          <p:cNvSpPr/>
          <p:nvPr/>
        </p:nvSpPr>
        <p:spPr>
          <a:xfrm>
            <a:off x="3723498" y="20398483"/>
            <a:ext cx="1102628" cy="1053453"/>
          </a:xfrm>
          <a:prstGeom prst="rect">
            <a:avLst/>
          </a:prstGeom>
          <a:solidFill>
            <a:srgbClr val="312446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19" name="rc10">
            <a:extLst>
              <a:ext uri="{FF2B5EF4-FFF2-40B4-BE49-F238E27FC236}">
                <a16:creationId xmlns:a16="http://schemas.microsoft.com/office/drawing/2014/main" id="{2F967F16-7BC5-1B68-F516-543588E7738A}"/>
              </a:ext>
            </a:extLst>
          </p:cNvPr>
          <p:cNvSpPr/>
          <p:nvPr/>
        </p:nvSpPr>
        <p:spPr>
          <a:xfrm>
            <a:off x="3723498" y="23558849"/>
            <a:ext cx="1102628" cy="1053453"/>
          </a:xfrm>
          <a:prstGeom prst="rect">
            <a:avLst/>
          </a:prstGeom>
          <a:solidFill>
            <a:srgbClr val="3B538E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20" name="rc11">
            <a:extLst>
              <a:ext uri="{FF2B5EF4-FFF2-40B4-BE49-F238E27FC236}">
                <a16:creationId xmlns:a16="http://schemas.microsoft.com/office/drawing/2014/main" id="{BED0B9F2-5390-0D9B-E8DD-010DBD005990}"/>
              </a:ext>
            </a:extLst>
          </p:cNvPr>
          <p:cNvSpPr/>
          <p:nvPr/>
        </p:nvSpPr>
        <p:spPr>
          <a:xfrm>
            <a:off x="3723498" y="19345031"/>
            <a:ext cx="1102628" cy="1053453"/>
          </a:xfrm>
          <a:prstGeom prst="rect">
            <a:avLst/>
          </a:prstGeom>
          <a:solidFill>
            <a:srgbClr val="C5EDD8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21" name="rc12">
            <a:extLst>
              <a:ext uri="{FF2B5EF4-FFF2-40B4-BE49-F238E27FC236}">
                <a16:creationId xmlns:a16="http://schemas.microsoft.com/office/drawing/2014/main" id="{FE52E946-A62F-373A-B84A-DB54AFF46F35}"/>
              </a:ext>
            </a:extLst>
          </p:cNvPr>
          <p:cNvSpPr/>
          <p:nvPr/>
        </p:nvSpPr>
        <p:spPr>
          <a:xfrm>
            <a:off x="3723498" y="18291574"/>
            <a:ext cx="1102628" cy="1053453"/>
          </a:xfrm>
          <a:prstGeom prst="rect">
            <a:avLst/>
          </a:prstGeom>
          <a:solidFill>
            <a:srgbClr val="3A679E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22" name="rc13">
            <a:extLst>
              <a:ext uri="{FF2B5EF4-FFF2-40B4-BE49-F238E27FC236}">
                <a16:creationId xmlns:a16="http://schemas.microsoft.com/office/drawing/2014/main" id="{3E149FB2-EAA8-84C2-CB17-6ED2107AE76B}"/>
              </a:ext>
            </a:extLst>
          </p:cNvPr>
          <p:cNvSpPr/>
          <p:nvPr/>
        </p:nvSpPr>
        <p:spPr>
          <a:xfrm>
            <a:off x="3723498" y="22505392"/>
            <a:ext cx="1102628" cy="1053453"/>
          </a:xfrm>
          <a:prstGeom prst="rect">
            <a:avLst/>
          </a:prstGeom>
          <a:solidFill>
            <a:srgbClr val="3593A8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23" name="rc14">
            <a:extLst>
              <a:ext uri="{FF2B5EF4-FFF2-40B4-BE49-F238E27FC236}">
                <a16:creationId xmlns:a16="http://schemas.microsoft.com/office/drawing/2014/main" id="{C8408DF8-C943-62A1-0633-1D95DBA19F78}"/>
              </a:ext>
            </a:extLst>
          </p:cNvPr>
          <p:cNvSpPr/>
          <p:nvPr/>
        </p:nvSpPr>
        <p:spPr>
          <a:xfrm>
            <a:off x="4837312" y="22505394"/>
            <a:ext cx="1102628" cy="1053453"/>
          </a:xfrm>
          <a:prstGeom prst="rect">
            <a:avLst/>
          </a:prstGeom>
          <a:solidFill>
            <a:srgbClr val="3C4C83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24" name="rc15">
            <a:extLst>
              <a:ext uri="{FF2B5EF4-FFF2-40B4-BE49-F238E27FC236}">
                <a16:creationId xmlns:a16="http://schemas.microsoft.com/office/drawing/2014/main" id="{4F4303C9-04A5-8D79-EF82-B605B3D3E775}"/>
              </a:ext>
            </a:extLst>
          </p:cNvPr>
          <p:cNvSpPr/>
          <p:nvPr/>
        </p:nvSpPr>
        <p:spPr>
          <a:xfrm>
            <a:off x="4837312" y="19345032"/>
            <a:ext cx="1102628" cy="1053453"/>
          </a:xfrm>
          <a:prstGeom prst="rect">
            <a:avLst/>
          </a:prstGeom>
          <a:solidFill>
            <a:srgbClr val="395F9D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25" name="rc16">
            <a:extLst>
              <a:ext uri="{FF2B5EF4-FFF2-40B4-BE49-F238E27FC236}">
                <a16:creationId xmlns:a16="http://schemas.microsoft.com/office/drawing/2014/main" id="{AACB09BC-F997-5B98-4C86-C613B6F9787E}"/>
              </a:ext>
            </a:extLst>
          </p:cNvPr>
          <p:cNvSpPr/>
          <p:nvPr/>
        </p:nvSpPr>
        <p:spPr>
          <a:xfrm>
            <a:off x="4837312" y="23558850"/>
            <a:ext cx="1102628" cy="1053453"/>
          </a:xfrm>
          <a:prstGeom prst="rect">
            <a:avLst/>
          </a:prstGeom>
          <a:solidFill>
            <a:srgbClr val="3C4275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26" name="rc17">
            <a:extLst>
              <a:ext uri="{FF2B5EF4-FFF2-40B4-BE49-F238E27FC236}">
                <a16:creationId xmlns:a16="http://schemas.microsoft.com/office/drawing/2014/main" id="{7ACACD04-558A-52C9-D024-64A2567A774C}"/>
              </a:ext>
            </a:extLst>
          </p:cNvPr>
          <p:cNvSpPr/>
          <p:nvPr/>
        </p:nvSpPr>
        <p:spPr>
          <a:xfrm>
            <a:off x="4837312" y="21451941"/>
            <a:ext cx="1102628" cy="1053453"/>
          </a:xfrm>
          <a:prstGeom prst="rect">
            <a:avLst/>
          </a:prstGeom>
          <a:solidFill>
            <a:srgbClr val="3A3665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27" name="rc18">
            <a:extLst>
              <a:ext uri="{FF2B5EF4-FFF2-40B4-BE49-F238E27FC236}">
                <a16:creationId xmlns:a16="http://schemas.microsoft.com/office/drawing/2014/main" id="{3D0CE894-B11B-0A90-FBE9-65D25C5494E9}"/>
              </a:ext>
            </a:extLst>
          </p:cNvPr>
          <p:cNvSpPr/>
          <p:nvPr/>
        </p:nvSpPr>
        <p:spPr>
          <a:xfrm>
            <a:off x="4837312" y="18291576"/>
            <a:ext cx="1102628" cy="1053453"/>
          </a:xfrm>
          <a:prstGeom prst="rect">
            <a:avLst/>
          </a:prstGeom>
          <a:solidFill>
            <a:srgbClr val="ADE5CD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600" name="rc19">
            <a:extLst>
              <a:ext uri="{FF2B5EF4-FFF2-40B4-BE49-F238E27FC236}">
                <a16:creationId xmlns:a16="http://schemas.microsoft.com/office/drawing/2014/main" id="{EC38E108-6CD8-9B7B-3CC2-A65EF92D7A66}"/>
              </a:ext>
            </a:extLst>
          </p:cNvPr>
          <p:cNvSpPr/>
          <p:nvPr/>
        </p:nvSpPr>
        <p:spPr>
          <a:xfrm>
            <a:off x="4837312" y="20398485"/>
            <a:ext cx="1102628" cy="1053453"/>
          </a:xfrm>
          <a:prstGeom prst="rect">
            <a:avLst/>
          </a:prstGeom>
          <a:solidFill>
            <a:srgbClr val="3FA2AA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601" name="rc20">
            <a:extLst>
              <a:ext uri="{FF2B5EF4-FFF2-40B4-BE49-F238E27FC236}">
                <a16:creationId xmlns:a16="http://schemas.microsoft.com/office/drawing/2014/main" id="{203D8A44-526B-BB4C-7547-1E1270960F21}"/>
              </a:ext>
            </a:extLst>
          </p:cNvPr>
          <p:cNvSpPr/>
          <p:nvPr/>
        </p:nvSpPr>
        <p:spPr>
          <a:xfrm>
            <a:off x="4837312" y="16184667"/>
            <a:ext cx="1102628" cy="1053453"/>
          </a:xfrm>
          <a:prstGeom prst="rect">
            <a:avLst/>
          </a:prstGeom>
          <a:solidFill>
            <a:srgbClr val="35284F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602" name="rc21">
            <a:extLst>
              <a:ext uri="{FF2B5EF4-FFF2-40B4-BE49-F238E27FC236}">
                <a16:creationId xmlns:a16="http://schemas.microsoft.com/office/drawing/2014/main" id="{EA2ED8B6-6086-455E-5EB2-3F95D41E315E}"/>
              </a:ext>
            </a:extLst>
          </p:cNvPr>
          <p:cNvSpPr/>
          <p:nvPr/>
        </p:nvSpPr>
        <p:spPr>
          <a:xfrm>
            <a:off x="4837312" y="17238123"/>
            <a:ext cx="1102628" cy="1053453"/>
          </a:xfrm>
          <a:prstGeom prst="rect">
            <a:avLst/>
          </a:prstGeom>
          <a:solidFill>
            <a:srgbClr val="3B5490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603" name="pl39">
            <a:extLst>
              <a:ext uri="{FF2B5EF4-FFF2-40B4-BE49-F238E27FC236}">
                <a16:creationId xmlns:a16="http://schemas.microsoft.com/office/drawing/2014/main" id="{C3A53552-6C3D-95B5-59A4-981EB931730C}"/>
              </a:ext>
            </a:extLst>
          </p:cNvPr>
          <p:cNvSpPr/>
          <p:nvPr/>
        </p:nvSpPr>
        <p:spPr>
          <a:xfrm>
            <a:off x="3644874" y="24717642"/>
            <a:ext cx="2295065" cy="88158"/>
          </a:xfrm>
          <a:custGeom>
            <a:avLst/>
            <a:gdLst/>
            <a:ahLst/>
            <a:cxnLst/>
            <a:rect l="0" t="0" r="0" b="0"/>
            <a:pathLst>
              <a:path w="860214">
                <a:moveTo>
                  <a:pt x="0" y="0"/>
                </a:moveTo>
                <a:lnTo>
                  <a:pt x="860214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1604" name="pl41">
            <a:extLst>
              <a:ext uri="{FF2B5EF4-FFF2-40B4-BE49-F238E27FC236}">
                <a16:creationId xmlns:a16="http://schemas.microsoft.com/office/drawing/2014/main" id="{D1324CE1-8927-6C90-B79A-B8997F891E3F}"/>
              </a:ext>
            </a:extLst>
          </p:cNvPr>
          <p:cNvSpPr/>
          <p:nvPr/>
        </p:nvSpPr>
        <p:spPr>
          <a:xfrm>
            <a:off x="5413376" y="24725376"/>
            <a:ext cx="0" cy="93742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1605" name="tx43">
            <a:extLst>
              <a:ext uri="{FF2B5EF4-FFF2-40B4-BE49-F238E27FC236}">
                <a16:creationId xmlns:a16="http://schemas.microsoft.com/office/drawing/2014/main" id="{4FAE1875-355A-F510-8C32-D917D4C52A3C}"/>
              </a:ext>
            </a:extLst>
          </p:cNvPr>
          <p:cNvSpPr/>
          <p:nvPr/>
        </p:nvSpPr>
        <p:spPr>
          <a:xfrm rot="18900000">
            <a:off x="4553151" y="25321987"/>
            <a:ext cx="986280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</a:t>
            </a:r>
            <a:r>
              <a:rPr lang="en-US"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River</a:t>
            </a:r>
          </a:p>
        </p:txBody>
      </p:sp>
      <p:sp>
        <p:nvSpPr>
          <p:cNvPr id="1607" name="tx45">
            <a:extLst>
              <a:ext uri="{FF2B5EF4-FFF2-40B4-BE49-F238E27FC236}">
                <a16:creationId xmlns:a16="http://schemas.microsoft.com/office/drawing/2014/main" id="{C13DB73E-48CC-6993-8DEE-7F1542C0DE84}"/>
              </a:ext>
            </a:extLst>
          </p:cNvPr>
          <p:cNvSpPr/>
          <p:nvPr/>
        </p:nvSpPr>
        <p:spPr>
          <a:xfrm>
            <a:off x="6408499" y="16246303"/>
            <a:ext cx="1669173" cy="34366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00"/>
              </a:lnSpc>
            </a:pPr>
            <a:r>
              <a: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Euclidean </a:t>
            </a:r>
          </a:p>
        </p:txBody>
      </p:sp>
      <p:sp>
        <p:nvSpPr>
          <p:cNvPr id="1608" name="tx46">
            <a:extLst>
              <a:ext uri="{FF2B5EF4-FFF2-40B4-BE49-F238E27FC236}">
                <a16:creationId xmlns:a16="http://schemas.microsoft.com/office/drawing/2014/main" id="{F7E13805-A979-DABA-46F0-F7F30D9EDD29}"/>
              </a:ext>
            </a:extLst>
          </p:cNvPr>
          <p:cNvSpPr/>
          <p:nvPr/>
        </p:nvSpPr>
        <p:spPr>
          <a:xfrm>
            <a:off x="6399031" y="16806184"/>
            <a:ext cx="1390609" cy="34366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00"/>
              </a:lnSpc>
            </a:pPr>
            <a:r>
              <a: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Distance</a:t>
            </a:r>
          </a:p>
        </p:txBody>
      </p:sp>
      <p:grpSp>
        <p:nvGrpSpPr>
          <p:cNvPr id="3450" name="Group 3449">
            <a:extLst>
              <a:ext uri="{FF2B5EF4-FFF2-40B4-BE49-F238E27FC236}">
                <a16:creationId xmlns:a16="http://schemas.microsoft.com/office/drawing/2014/main" id="{1251099C-DC1E-04E1-01D5-4935301758C3}"/>
              </a:ext>
            </a:extLst>
          </p:cNvPr>
          <p:cNvGrpSpPr/>
          <p:nvPr/>
        </p:nvGrpSpPr>
        <p:grpSpPr>
          <a:xfrm>
            <a:off x="6338094" y="17355163"/>
            <a:ext cx="1144735" cy="3162260"/>
            <a:chOff x="5794415" y="17330603"/>
            <a:chExt cx="706251" cy="3162260"/>
          </a:xfrm>
        </p:grpSpPr>
        <p:pic>
          <p:nvPicPr>
            <p:cNvPr id="1609" name="pic47">
              <a:extLst>
                <a:ext uri="{FF2B5EF4-FFF2-40B4-BE49-F238E27FC236}">
                  <a16:creationId xmlns:a16="http://schemas.microsoft.com/office/drawing/2014/main" id="{FE7204A5-BFF7-D899-17D5-BC8A10FDECA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794415" y="17421257"/>
              <a:ext cx="441287" cy="2956306"/>
            </a:xfrm>
            <a:prstGeom prst="rect">
              <a:avLst/>
            </a:prstGeom>
          </p:spPr>
        </p:pic>
        <p:sp>
          <p:nvSpPr>
            <p:cNvPr id="1623" name="pl48">
              <a:extLst>
                <a:ext uri="{FF2B5EF4-FFF2-40B4-BE49-F238E27FC236}">
                  <a16:creationId xmlns:a16="http://schemas.microsoft.com/office/drawing/2014/main" id="{EEC262CC-E9BD-8070-F098-DA9C82617FE1}"/>
                </a:ext>
              </a:extLst>
            </p:cNvPr>
            <p:cNvSpPr/>
            <p:nvPr/>
          </p:nvSpPr>
          <p:spPr>
            <a:xfrm>
              <a:off x="6147446" y="20372627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4" name="pl49">
              <a:extLst>
                <a:ext uri="{FF2B5EF4-FFF2-40B4-BE49-F238E27FC236}">
                  <a16:creationId xmlns:a16="http://schemas.microsoft.com/office/drawing/2014/main" id="{CD24BA22-33B0-2491-1775-62FB58AF3AB0}"/>
                </a:ext>
              </a:extLst>
            </p:cNvPr>
            <p:cNvSpPr/>
            <p:nvPr/>
          </p:nvSpPr>
          <p:spPr>
            <a:xfrm>
              <a:off x="6147446" y="19881553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5" name="pl50">
              <a:extLst>
                <a:ext uri="{FF2B5EF4-FFF2-40B4-BE49-F238E27FC236}">
                  <a16:creationId xmlns:a16="http://schemas.microsoft.com/office/drawing/2014/main" id="{AA31EFCB-A3F3-EB88-A390-0E4132344C40}"/>
                </a:ext>
              </a:extLst>
            </p:cNvPr>
            <p:cNvSpPr/>
            <p:nvPr/>
          </p:nvSpPr>
          <p:spPr>
            <a:xfrm>
              <a:off x="6147446" y="19390477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6" name="pl51">
              <a:extLst>
                <a:ext uri="{FF2B5EF4-FFF2-40B4-BE49-F238E27FC236}">
                  <a16:creationId xmlns:a16="http://schemas.microsoft.com/office/drawing/2014/main" id="{06DC8A5C-B756-725F-A832-F979B59E992C}"/>
                </a:ext>
              </a:extLst>
            </p:cNvPr>
            <p:cNvSpPr/>
            <p:nvPr/>
          </p:nvSpPr>
          <p:spPr>
            <a:xfrm>
              <a:off x="6147446" y="18899403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7" name="pl52">
              <a:extLst>
                <a:ext uri="{FF2B5EF4-FFF2-40B4-BE49-F238E27FC236}">
                  <a16:creationId xmlns:a16="http://schemas.microsoft.com/office/drawing/2014/main" id="{92644187-D482-CAF2-4760-B8BA428895B8}"/>
                </a:ext>
              </a:extLst>
            </p:cNvPr>
            <p:cNvSpPr/>
            <p:nvPr/>
          </p:nvSpPr>
          <p:spPr>
            <a:xfrm>
              <a:off x="6147446" y="18408329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28" name="pl53">
              <a:extLst>
                <a:ext uri="{FF2B5EF4-FFF2-40B4-BE49-F238E27FC236}">
                  <a16:creationId xmlns:a16="http://schemas.microsoft.com/office/drawing/2014/main" id="{C0193F25-D0F9-2C9C-382B-3DDCC4B9F6DF}"/>
                </a:ext>
              </a:extLst>
            </p:cNvPr>
            <p:cNvSpPr/>
            <p:nvPr/>
          </p:nvSpPr>
          <p:spPr>
            <a:xfrm>
              <a:off x="6147446" y="17917252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29" name="pl54">
              <a:extLst>
                <a:ext uri="{FF2B5EF4-FFF2-40B4-BE49-F238E27FC236}">
                  <a16:creationId xmlns:a16="http://schemas.microsoft.com/office/drawing/2014/main" id="{5A2B6472-C7C7-B83C-9CB7-30A2E1D3B66A}"/>
                </a:ext>
              </a:extLst>
            </p:cNvPr>
            <p:cNvSpPr/>
            <p:nvPr/>
          </p:nvSpPr>
          <p:spPr>
            <a:xfrm>
              <a:off x="6147446" y="17426178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0" name="pl55">
              <a:extLst>
                <a:ext uri="{FF2B5EF4-FFF2-40B4-BE49-F238E27FC236}">
                  <a16:creationId xmlns:a16="http://schemas.microsoft.com/office/drawing/2014/main" id="{47C239E1-0F31-EF2B-1914-6E4490187289}"/>
                </a:ext>
              </a:extLst>
            </p:cNvPr>
            <p:cNvSpPr/>
            <p:nvPr/>
          </p:nvSpPr>
          <p:spPr>
            <a:xfrm>
              <a:off x="5794415" y="20372627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1" name="pl56">
              <a:extLst>
                <a:ext uri="{FF2B5EF4-FFF2-40B4-BE49-F238E27FC236}">
                  <a16:creationId xmlns:a16="http://schemas.microsoft.com/office/drawing/2014/main" id="{C098A7F2-8531-65E9-D547-4BCCE8885259}"/>
                </a:ext>
              </a:extLst>
            </p:cNvPr>
            <p:cNvSpPr/>
            <p:nvPr/>
          </p:nvSpPr>
          <p:spPr>
            <a:xfrm>
              <a:off x="5794415" y="19881553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2" name="pl57">
              <a:extLst>
                <a:ext uri="{FF2B5EF4-FFF2-40B4-BE49-F238E27FC236}">
                  <a16:creationId xmlns:a16="http://schemas.microsoft.com/office/drawing/2014/main" id="{D011A347-5588-1DDE-5AB6-039336856D33}"/>
                </a:ext>
              </a:extLst>
            </p:cNvPr>
            <p:cNvSpPr/>
            <p:nvPr/>
          </p:nvSpPr>
          <p:spPr>
            <a:xfrm>
              <a:off x="5794415" y="19390477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3" name="pl58">
              <a:extLst>
                <a:ext uri="{FF2B5EF4-FFF2-40B4-BE49-F238E27FC236}">
                  <a16:creationId xmlns:a16="http://schemas.microsoft.com/office/drawing/2014/main" id="{BD18A1AA-0CF0-78AE-94F0-A4627DB0FFC2}"/>
                </a:ext>
              </a:extLst>
            </p:cNvPr>
            <p:cNvSpPr/>
            <p:nvPr/>
          </p:nvSpPr>
          <p:spPr>
            <a:xfrm>
              <a:off x="5794415" y="18899403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4" name="pl59">
              <a:extLst>
                <a:ext uri="{FF2B5EF4-FFF2-40B4-BE49-F238E27FC236}">
                  <a16:creationId xmlns:a16="http://schemas.microsoft.com/office/drawing/2014/main" id="{39206ECA-6D6B-E9EE-AEAC-58AC5F15D5B9}"/>
                </a:ext>
              </a:extLst>
            </p:cNvPr>
            <p:cNvSpPr/>
            <p:nvPr/>
          </p:nvSpPr>
          <p:spPr>
            <a:xfrm>
              <a:off x="5794415" y="18408329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5" name="pl60">
              <a:extLst>
                <a:ext uri="{FF2B5EF4-FFF2-40B4-BE49-F238E27FC236}">
                  <a16:creationId xmlns:a16="http://schemas.microsoft.com/office/drawing/2014/main" id="{936F660F-8B30-C581-DF95-F0D52888EDFB}"/>
                </a:ext>
              </a:extLst>
            </p:cNvPr>
            <p:cNvSpPr/>
            <p:nvPr/>
          </p:nvSpPr>
          <p:spPr>
            <a:xfrm>
              <a:off x="5794415" y="17917252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6" name="pl61">
              <a:extLst>
                <a:ext uri="{FF2B5EF4-FFF2-40B4-BE49-F238E27FC236}">
                  <a16:creationId xmlns:a16="http://schemas.microsoft.com/office/drawing/2014/main" id="{451E703E-2BD0-3B46-FA72-7F32574E19AB}"/>
                </a:ext>
              </a:extLst>
            </p:cNvPr>
            <p:cNvSpPr/>
            <p:nvPr/>
          </p:nvSpPr>
          <p:spPr>
            <a:xfrm>
              <a:off x="5794415" y="17426178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7" name="tx62">
              <a:extLst>
                <a:ext uri="{FF2B5EF4-FFF2-40B4-BE49-F238E27FC236}">
                  <a16:creationId xmlns:a16="http://schemas.microsoft.com/office/drawing/2014/main" id="{ABD90D20-A1EA-84F3-1C1A-3FB6108103AD}"/>
                </a:ext>
              </a:extLst>
            </p:cNvPr>
            <p:cNvSpPr/>
            <p:nvPr/>
          </p:nvSpPr>
          <p:spPr>
            <a:xfrm>
              <a:off x="6375635" y="20277053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38" name="tx63">
              <a:extLst>
                <a:ext uri="{FF2B5EF4-FFF2-40B4-BE49-F238E27FC236}">
                  <a16:creationId xmlns:a16="http://schemas.microsoft.com/office/drawing/2014/main" id="{57772AB0-4FB7-F0C3-E822-6DBF743D7A8C}"/>
                </a:ext>
              </a:extLst>
            </p:cNvPr>
            <p:cNvSpPr/>
            <p:nvPr/>
          </p:nvSpPr>
          <p:spPr>
            <a:xfrm>
              <a:off x="6375635" y="19785979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39" name="tx64">
              <a:extLst>
                <a:ext uri="{FF2B5EF4-FFF2-40B4-BE49-F238E27FC236}">
                  <a16:creationId xmlns:a16="http://schemas.microsoft.com/office/drawing/2014/main" id="{CF432EF9-4729-978C-BF67-7DE8B17FB120}"/>
                </a:ext>
              </a:extLst>
            </p:cNvPr>
            <p:cNvSpPr/>
            <p:nvPr/>
          </p:nvSpPr>
          <p:spPr>
            <a:xfrm>
              <a:off x="6375635" y="19294905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40" name="tx65">
              <a:extLst>
                <a:ext uri="{FF2B5EF4-FFF2-40B4-BE49-F238E27FC236}">
                  <a16:creationId xmlns:a16="http://schemas.microsoft.com/office/drawing/2014/main" id="{7715018D-3102-2C5F-96E6-7C0464C25FA6}"/>
                </a:ext>
              </a:extLst>
            </p:cNvPr>
            <p:cNvSpPr/>
            <p:nvPr/>
          </p:nvSpPr>
          <p:spPr>
            <a:xfrm>
              <a:off x="6375635" y="18803829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41" name="tx66">
              <a:extLst>
                <a:ext uri="{FF2B5EF4-FFF2-40B4-BE49-F238E27FC236}">
                  <a16:creationId xmlns:a16="http://schemas.microsoft.com/office/drawing/2014/main" id="{35AFE7A1-A696-D5EE-F114-244F89549863}"/>
                </a:ext>
              </a:extLst>
            </p:cNvPr>
            <p:cNvSpPr/>
            <p:nvPr/>
          </p:nvSpPr>
          <p:spPr>
            <a:xfrm>
              <a:off x="6375635" y="18312755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42" name="tx67">
              <a:extLst>
                <a:ext uri="{FF2B5EF4-FFF2-40B4-BE49-F238E27FC236}">
                  <a16:creationId xmlns:a16="http://schemas.microsoft.com/office/drawing/2014/main" id="{6CBC4DBB-2860-E8CC-9B6E-3F857A25B9C6}"/>
                </a:ext>
              </a:extLst>
            </p:cNvPr>
            <p:cNvSpPr/>
            <p:nvPr/>
          </p:nvSpPr>
          <p:spPr>
            <a:xfrm>
              <a:off x="6375635" y="17821677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343" name="tx68">
              <a:extLst>
                <a:ext uri="{FF2B5EF4-FFF2-40B4-BE49-F238E27FC236}">
                  <a16:creationId xmlns:a16="http://schemas.microsoft.com/office/drawing/2014/main" id="{BA33B304-5BC3-CADB-657F-1B04A3E10B12}"/>
                </a:ext>
              </a:extLst>
            </p:cNvPr>
            <p:cNvSpPr/>
            <p:nvPr/>
          </p:nvSpPr>
          <p:spPr>
            <a:xfrm>
              <a:off x="6375635" y="17330603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</p:grpSp>
      <p:grpSp>
        <p:nvGrpSpPr>
          <p:cNvPr id="3452" name="Group 3451">
            <a:extLst>
              <a:ext uri="{FF2B5EF4-FFF2-40B4-BE49-F238E27FC236}">
                <a16:creationId xmlns:a16="http://schemas.microsoft.com/office/drawing/2014/main" id="{2832FA7A-3AB6-D271-27A1-CED4DEAAFF48}"/>
              </a:ext>
            </a:extLst>
          </p:cNvPr>
          <p:cNvGrpSpPr/>
          <p:nvPr/>
        </p:nvGrpSpPr>
        <p:grpSpPr>
          <a:xfrm>
            <a:off x="8395607" y="14384761"/>
            <a:ext cx="11247882" cy="6185532"/>
            <a:chOff x="8395607" y="14753523"/>
            <a:chExt cx="11247882" cy="5816769"/>
          </a:xfrm>
        </p:grpSpPr>
        <p:pic>
          <p:nvPicPr>
            <p:cNvPr id="3344" name="pic6">
              <a:extLst>
                <a:ext uri="{FF2B5EF4-FFF2-40B4-BE49-F238E27FC236}">
                  <a16:creationId xmlns:a16="http://schemas.microsoft.com/office/drawing/2014/main" id="{DEEFA60F-B625-3588-D220-86EB93DDF710}"/>
                </a:ext>
              </a:extLst>
            </p:cNvPr>
            <p:cNvPicPr/>
            <p:nvPr/>
          </p:nvPicPr>
          <p:blipFill>
            <a:blip r:embed="rId4" cstate="print"/>
            <a:srcRect r="21382"/>
            <a:stretch>
              <a:fillRect/>
            </a:stretch>
          </p:blipFill>
          <p:spPr>
            <a:xfrm>
              <a:off x="9038188" y="15164000"/>
              <a:ext cx="7640858" cy="1574984"/>
            </a:xfrm>
            <a:prstGeom prst="rect">
              <a:avLst/>
            </a:prstGeom>
          </p:spPr>
        </p:pic>
        <p:sp>
          <p:nvSpPr>
            <p:cNvPr id="3345" name="pl7">
              <a:extLst>
                <a:ext uri="{FF2B5EF4-FFF2-40B4-BE49-F238E27FC236}">
                  <a16:creationId xmlns:a16="http://schemas.microsoft.com/office/drawing/2014/main" id="{271454AF-249A-02ED-8475-2757C16D3FC1}"/>
                </a:ext>
              </a:extLst>
            </p:cNvPr>
            <p:cNvSpPr/>
            <p:nvPr/>
          </p:nvSpPr>
          <p:spPr>
            <a:xfrm>
              <a:off x="9038186" y="15164000"/>
              <a:ext cx="0" cy="1574984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346" name="tx8">
              <a:extLst>
                <a:ext uri="{FF2B5EF4-FFF2-40B4-BE49-F238E27FC236}">
                  <a16:creationId xmlns:a16="http://schemas.microsoft.com/office/drawing/2014/main" id="{220CD056-1228-03DB-8CCA-3E81886A66B3}"/>
                </a:ext>
              </a:extLst>
            </p:cNvPr>
            <p:cNvSpPr/>
            <p:nvPr/>
          </p:nvSpPr>
          <p:spPr>
            <a:xfrm>
              <a:off x="8881447" y="16616095"/>
              <a:ext cx="78086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47" name="tx9">
              <a:extLst>
                <a:ext uri="{FF2B5EF4-FFF2-40B4-BE49-F238E27FC236}">
                  <a16:creationId xmlns:a16="http://schemas.microsoft.com/office/drawing/2014/main" id="{5221B2B8-526D-376D-C6EA-4D1EE339226D}"/>
                </a:ext>
              </a:extLst>
            </p:cNvPr>
            <p:cNvSpPr/>
            <p:nvPr/>
          </p:nvSpPr>
          <p:spPr>
            <a:xfrm>
              <a:off x="8803358" y="16258143"/>
              <a:ext cx="15617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348" name="tx10">
              <a:extLst>
                <a:ext uri="{FF2B5EF4-FFF2-40B4-BE49-F238E27FC236}">
                  <a16:creationId xmlns:a16="http://schemas.microsoft.com/office/drawing/2014/main" id="{1EBB7FC0-9602-AFD6-F89F-33CE06718F3D}"/>
                </a:ext>
              </a:extLst>
            </p:cNvPr>
            <p:cNvSpPr/>
            <p:nvPr/>
          </p:nvSpPr>
          <p:spPr>
            <a:xfrm>
              <a:off x="8803358" y="15900193"/>
              <a:ext cx="15617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49" name="tx11">
              <a:extLst>
                <a:ext uri="{FF2B5EF4-FFF2-40B4-BE49-F238E27FC236}">
                  <a16:creationId xmlns:a16="http://schemas.microsoft.com/office/drawing/2014/main" id="{A9A4CB26-3BBE-1FD3-0EE1-38678856074F}"/>
                </a:ext>
              </a:extLst>
            </p:cNvPr>
            <p:cNvSpPr/>
            <p:nvPr/>
          </p:nvSpPr>
          <p:spPr>
            <a:xfrm>
              <a:off x="8803358" y="15542243"/>
              <a:ext cx="15617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350" name="tx12">
              <a:extLst>
                <a:ext uri="{FF2B5EF4-FFF2-40B4-BE49-F238E27FC236}">
                  <a16:creationId xmlns:a16="http://schemas.microsoft.com/office/drawing/2014/main" id="{9FAB28BE-8A0F-0079-FFF1-CD8CF8C39DBB}"/>
                </a:ext>
              </a:extLst>
            </p:cNvPr>
            <p:cNvSpPr/>
            <p:nvPr/>
          </p:nvSpPr>
          <p:spPr>
            <a:xfrm>
              <a:off x="8803358" y="15184292"/>
              <a:ext cx="15617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351" name="pl13">
              <a:extLst>
                <a:ext uri="{FF2B5EF4-FFF2-40B4-BE49-F238E27FC236}">
                  <a16:creationId xmlns:a16="http://schemas.microsoft.com/office/drawing/2014/main" id="{E339F6F2-FB46-B9FC-44C4-F16498B6C4F2}"/>
                </a:ext>
              </a:extLst>
            </p:cNvPr>
            <p:cNvSpPr/>
            <p:nvPr/>
          </p:nvSpPr>
          <p:spPr>
            <a:xfrm>
              <a:off x="8994495" y="16667391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52" name="pl14">
              <a:extLst>
                <a:ext uri="{FF2B5EF4-FFF2-40B4-BE49-F238E27FC236}">
                  <a16:creationId xmlns:a16="http://schemas.microsoft.com/office/drawing/2014/main" id="{1E395E3C-FA03-7F12-38EC-7156E32F08D6}"/>
                </a:ext>
              </a:extLst>
            </p:cNvPr>
            <p:cNvSpPr/>
            <p:nvPr/>
          </p:nvSpPr>
          <p:spPr>
            <a:xfrm>
              <a:off x="8994495" y="16309441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353" name="pl15">
              <a:extLst>
                <a:ext uri="{FF2B5EF4-FFF2-40B4-BE49-F238E27FC236}">
                  <a16:creationId xmlns:a16="http://schemas.microsoft.com/office/drawing/2014/main" id="{0AB10240-F16C-E10F-41BB-7F88AA094E34}"/>
                </a:ext>
              </a:extLst>
            </p:cNvPr>
            <p:cNvSpPr/>
            <p:nvPr/>
          </p:nvSpPr>
          <p:spPr>
            <a:xfrm>
              <a:off x="8994495" y="15951491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354" name="pl16">
              <a:extLst>
                <a:ext uri="{FF2B5EF4-FFF2-40B4-BE49-F238E27FC236}">
                  <a16:creationId xmlns:a16="http://schemas.microsoft.com/office/drawing/2014/main" id="{64B1AF5C-8693-4A2B-5685-634BCE5E120C}"/>
                </a:ext>
              </a:extLst>
            </p:cNvPr>
            <p:cNvSpPr/>
            <p:nvPr/>
          </p:nvSpPr>
          <p:spPr>
            <a:xfrm>
              <a:off x="8994495" y="15593540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355" name="pl17">
              <a:extLst>
                <a:ext uri="{FF2B5EF4-FFF2-40B4-BE49-F238E27FC236}">
                  <a16:creationId xmlns:a16="http://schemas.microsoft.com/office/drawing/2014/main" id="{BB1C94B9-0A90-67BF-18A7-6DDCEFDF749A}"/>
                </a:ext>
              </a:extLst>
            </p:cNvPr>
            <p:cNvSpPr/>
            <p:nvPr/>
          </p:nvSpPr>
          <p:spPr>
            <a:xfrm>
              <a:off x="8994495" y="15235589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356" name="pl18">
              <a:extLst>
                <a:ext uri="{FF2B5EF4-FFF2-40B4-BE49-F238E27FC236}">
                  <a16:creationId xmlns:a16="http://schemas.microsoft.com/office/drawing/2014/main" id="{410C5F4E-0DC9-3E81-19C5-4D2E737E0F6A}"/>
                </a:ext>
              </a:extLst>
            </p:cNvPr>
            <p:cNvSpPr/>
            <p:nvPr/>
          </p:nvSpPr>
          <p:spPr>
            <a:xfrm flipV="1">
              <a:off x="9038190" y="16574037"/>
              <a:ext cx="7796991" cy="164944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57" name="pl19">
              <a:extLst>
                <a:ext uri="{FF2B5EF4-FFF2-40B4-BE49-F238E27FC236}">
                  <a16:creationId xmlns:a16="http://schemas.microsoft.com/office/drawing/2014/main" id="{5027AFDB-0109-84A0-789F-32F451C5DF74}"/>
                </a:ext>
              </a:extLst>
            </p:cNvPr>
            <p:cNvSpPr/>
            <p:nvPr/>
          </p:nvSpPr>
          <p:spPr>
            <a:xfrm>
              <a:off x="9609893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58" name="pl20">
              <a:extLst>
                <a:ext uri="{FF2B5EF4-FFF2-40B4-BE49-F238E27FC236}">
                  <a16:creationId xmlns:a16="http://schemas.microsoft.com/office/drawing/2014/main" id="{DDE8BDF9-17E0-2D82-8FB3-006D693A145E}"/>
                </a:ext>
              </a:extLst>
            </p:cNvPr>
            <p:cNvSpPr/>
            <p:nvPr/>
          </p:nvSpPr>
          <p:spPr>
            <a:xfrm>
              <a:off x="10562737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59" name="pl21">
              <a:extLst>
                <a:ext uri="{FF2B5EF4-FFF2-40B4-BE49-F238E27FC236}">
                  <a16:creationId xmlns:a16="http://schemas.microsoft.com/office/drawing/2014/main" id="{D4A6E4E7-370B-7D9C-690D-7111175DFD9D}"/>
                </a:ext>
              </a:extLst>
            </p:cNvPr>
            <p:cNvSpPr/>
            <p:nvPr/>
          </p:nvSpPr>
          <p:spPr>
            <a:xfrm>
              <a:off x="11515582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60" name="pl22">
              <a:extLst>
                <a:ext uri="{FF2B5EF4-FFF2-40B4-BE49-F238E27FC236}">
                  <a16:creationId xmlns:a16="http://schemas.microsoft.com/office/drawing/2014/main" id="{986E4CA0-D482-E38E-64B4-DBE0A073329A}"/>
                </a:ext>
              </a:extLst>
            </p:cNvPr>
            <p:cNvSpPr/>
            <p:nvPr/>
          </p:nvSpPr>
          <p:spPr>
            <a:xfrm>
              <a:off x="12468425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61" name="pl23">
              <a:extLst>
                <a:ext uri="{FF2B5EF4-FFF2-40B4-BE49-F238E27FC236}">
                  <a16:creationId xmlns:a16="http://schemas.microsoft.com/office/drawing/2014/main" id="{432E3D2C-CF82-261B-2852-B62D985A80FF}"/>
                </a:ext>
              </a:extLst>
            </p:cNvPr>
            <p:cNvSpPr/>
            <p:nvPr/>
          </p:nvSpPr>
          <p:spPr>
            <a:xfrm>
              <a:off x="13421270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62" name="pl24">
              <a:extLst>
                <a:ext uri="{FF2B5EF4-FFF2-40B4-BE49-F238E27FC236}">
                  <a16:creationId xmlns:a16="http://schemas.microsoft.com/office/drawing/2014/main" id="{0BC6E99A-ECA7-F010-FED6-6F8A1DD79801}"/>
                </a:ext>
              </a:extLst>
            </p:cNvPr>
            <p:cNvSpPr/>
            <p:nvPr/>
          </p:nvSpPr>
          <p:spPr>
            <a:xfrm>
              <a:off x="14374114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63" name="pl25">
              <a:extLst>
                <a:ext uri="{FF2B5EF4-FFF2-40B4-BE49-F238E27FC236}">
                  <a16:creationId xmlns:a16="http://schemas.microsoft.com/office/drawing/2014/main" id="{AE47EE28-6C4B-2AFC-6CA8-C4B92AB44DAE}"/>
                </a:ext>
              </a:extLst>
            </p:cNvPr>
            <p:cNvSpPr/>
            <p:nvPr/>
          </p:nvSpPr>
          <p:spPr>
            <a:xfrm>
              <a:off x="15326959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64" name="pl26">
              <a:extLst>
                <a:ext uri="{FF2B5EF4-FFF2-40B4-BE49-F238E27FC236}">
                  <a16:creationId xmlns:a16="http://schemas.microsoft.com/office/drawing/2014/main" id="{C903D9B8-502C-A80C-0190-86191C3B6302}"/>
                </a:ext>
              </a:extLst>
            </p:cNvPr>
            <p:cNvSpPr/>
            <p:nvPr/>
          </p:nvSpPr>
          <p:spPr>
            <a:xfrm>
              <a:off x="16279802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65" name="pl27">
              <a:extLst>
                <a:ext uri="{FF2B5EF4-FFF2-40B4-BE49-F238E27FC236}">
                  <a16:creationId xmlns:a16="http://schemas.microsoft.com/office/drawing/2014/main" id="{2E0C836C-47C4-67DB-ED3D-368B05FC0A04}"/>
                </a:ext>
              </a:extLst>
            </p:cNvPr>
            <p:cNvSpPr/>
            <p:nvPr/>
          </p:nvSpPr>
          <p:spPr>
            <a:xfrm>
              <a:off x="18111200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66" name="pl28">
              <a:extLst>
                <a:ext uri="{FF2B5EF4-FFF2-40B4-BE49-F238E27FC236}">
                  <a16:creationId xmlns:a16="http://schemas.microsoft.com/office/drawing/2014/main" id="{A9178B67-1B88-E285-E03E-ED66DBC8DEBB}"/>
                </a:ext>
              </a:extLst>
            </p:cNvPr>
            <p:cNvSpPr/>
            <p:nvPr/>
          </p:nvSpPr>
          <p:spPr>
            <a:xfrm>
              <a:off x="19064044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67" name="tx29">
              <a:extLst>
                <a:ext uri="{FF2B5EF4-FFF2-40B4-BE49-F238E27FC236}">
                  <a16:creationId xmlns:a16="http://schemas.microsoft.com/office/drawing/2014/main" id="{C62B8097-FFCF-F33B-8436-43C8A6D8514F}"/>
                </a:ext>
              </a:extLst>
            </p:cNvPr>
            <p:cNvSpPr/>
            <p:nvPr/>
          </p:nvSpPr>
          <p:spPr>
            <a:xfrm rot="18900000">
              <a:off x="9272896" y="17255282"/>
              <a:ext cx="436482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368" name="tx30">
              <a:extLst>
                <a:ext uri="{FF2B5EF4-FFF2-40B4-BE49-F238E27FC236}">
                  <a16:creationId xmlns:a16="http://schemas.microsoft.com/office/drawing/2014/main" id="{C94C5813-E649-0766-D434-F04E7B8C3B1F}"/>
                </a:ext>
              </a:extLst>
            </p:cNvPr>
            <p:cNvSpPr/>
            <p:nvPr/>
          </p:nvSpPr>
          <p:spPr>
            <a:xfrm rot="18900000">
              <a:off x="10232210" y="17252548"/>
              <a:ext cx="42890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369" name="tx31">
              <a:extLst>
                <a:ext uri="{FF2B5EF4-FFF2-40B4-BE49-F238E27FC236}">
                  <a16:creationId xmlns:a16="http://schemas.microsoft.com/office/drawing/2014/main" id="{35EA5832-2749-CC60-842C-895404E2D149}"/>
                </a:ext>
              </a:extLst>
            </p:cNvPr>
            <p:cNvSpPr/>
            <p:nvPr/>
          </p:nvSpPr>
          <p:spPr>
            <a:xfrm rot="18900000">
              <a:off x="11191821" y="17249691"/>
              <a:ext cx="420981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370" name="tx32">
              <a:extLst>
                <a:ext uri="{FF2B5EF4-FFF2-40B4-BE49-F238E27FC236}">
                  <a16:creationId xmlns:a16="http://schemas.microsoft.com/office/drawing/2014/main" id="{F23D0C3D-85B4-80FC-6E1E-04FCB67A2A3E}"/>
                </a:ext>
              </a:extLst>
            </p:cNvPr>
            <p:cNvSpPr/>
            <p:nvPr/>
          </p:nvSpPr>
          <p:spPr>
            <a:xfrm rot="18900000">
              <a:off x="12124671" y="17258139"/>
              <a:ext cx="444407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371" name="tx33">
              <a:extLst>
                <a:ext uri="{FF2B5EF4-FFF2-40B4-BE49-F238E27FC236}">
                  <a16:creationId xmlns:a16="http://schemas.microsoft.com/office/drawing/2014/main" id="{EED8A321-DA88-268D-44F0-B114CCB3E8F4}"/>
                </a:ext>
              </a:extLst>
            </p:cNvPr>
            <p:cNvSpPr/>
            <p:nvPr/>
          </p:nvSpPr>
          <p:spPr>
            <a:xfrm rot="18900000">
              <a:off x="12964108" y="17306046"/>
              <a:ext cx="577268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372" name="tx34">
              <a:extLst>
                <a:ext uri="{FF2B5EF4-FFF2-40B4-BE49-F238E27FC236}">
                  <a16:creationId xmlns:a16="http://schemas.microsoft.com/office/drawing/2014/main" id="{7491C982-4336-60DD-7E55-665F667C8423}"/>
                </a:ext>
              </a:extLst>
            </p:cNvPr>
            <p:cNvSpPr/>
            <p:nvPr/>
          </p:nvSpPr>
          <p:spPr>
            <a:xfrm rot="18900000">
              <a:off x="13897155" y="17314412"/>
              <a:ext cx="600465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373" name="tx35">
              <a:extLst>
                <a:ext uri="{FF2B5EF4-FFF2-40B4-BE49-F238E27FC236}">
                  <a16:creationId xmlns:a16="http://schemas.microsoft.com/office/drawing/2014/main" id="{50780610-67E9-B076-DE14-03725C82DB3A}"/>
                </a:ext>
              </a:extLst>
            </p:cNvPr>
            <p:cNvSpPr/>
            <p:nvPr/>
          </p:nvSpPr>
          <p:spPr>
            <a:xfrm rot="18900000">
              <a:off x="14970067" y="17263687"/>
              <a:ext cx="45979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374" name="tx36">
              <a:extLst>
                <a:ext uri="{FF2B5EF4-FFF2-40B4-BE49-F238E27FC236}">
                  <a16:creationId xmlns:a16="http://schemas.microsoft.com/office/drawing/2014/main" id="{A44753B1-09C9-B6E6-073D-C695340D1D79}"/>
                </a:ext>
              </a:extLst>
            </p:cNvPr>
            <p:cNvSpPr/>
            <p:nvPr/>
          </p:nvSpPr>
          <p:spPr>
            <a:xfrm rot="18900000">
              <a:off x="15916152" y="17266544"/>
              <a:ext cx="467717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375" name="tx37">
              <a:extLst>
                <a:ext uri="{FF2B5EF4-FFF2-40B4-BE49-F238E27FC236}">
                  <a16:creationId xmlns:a16="http://schemas.microsoft.com/office/drawing/2014/main" id="{95B02870-7C78-93C6-5DD0-9D833C233CD2}"/>
                </a:ext>
              </a:extLst>
            </p:cNvPr>
            <p:cNvSpPr/>
            <p:nvPr/>
          </p:nvSpPr>
          <p:spPr>
            <a:xfrm rot="18900000">
              <a:off x="17640805" y="17311637"/>
              <a:ext cx="592772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376" name="tx38">
              <a:extLst>
                <a:ext uri="{FF2B5EF4-FFF2-40B4-BE49-F238E27FC236}">
                  <a16:creationId xmlns:a16="http://schemas.microsoft.com/office/drawing/2014/main" id="{E4EFC977-D643-8A06-5283-A193CC5E950D}"/>
                </a:ext>
              </a:extLst>
            </p:cNvPr>
            <p:cNvSpPr/>
            <p:nvPr/>
          </p:nvSpPr>
          <p:spPr>
            <a:xfrm rot="18900000">
              <a:off x="18540624" y="17334037"/>
              <a:ext cx="654897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377" name="tx40">
              <a:extLst>
                <a:ext uri="{FF2B5EF4-FFF2-40B4-BE49-F238E27FC236}">
                  <a16:creationId xmlns:a16="http://schemas.microsoft.com/office/drawing/2014/main" id="{42D25D85-A800-0284-7408-25D8AB1ECE4E}"/>
                </a:ext>
              </a:extLst>
            </p:cNvPr>
            <p:cNvSpPr/>
            <p:nvPr/>
          </p:nvSpPr>
          <p:spPr>
            <a:xfrm rot="16200000">
              <a:off x="7961375" y="15902270"/>
              <a:ext cx="994319" cy="12585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165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(ppt)</a:t>
              </a:r>
            </a:p>
          </p:txBody>
        </p:sp>
        <p:pic>
          <p:nvPicPr>
            <p:cNvPr id="3378" name="pic44">
              <a:extLst>
                <a:ext uri="{FF2B5EF4-FFF2-40B4-BE49-F238E27FC236}">
                  <a16:creationId xmlns:a16="http://schemas.microsoft.com/office/drawing/2014/main" id="{41AA795D-5B7C-6EA1-217D-7E58AC1A0629}"/>
                </a:ext>
              </a:extLst>
            </p:cNvPr>
            <p:cNvPicPr/>
            <p:nvPr/>
          </p:nvPicPr>
          <p:blipFill>
            <a:blip r:embed="rId5" cstate="print"/>
            <a:srcRect r="19776"/>
            <a:stretch>
              <a:fillRect/>
            </a:stretch>
          </p:blipFill>
          <p:spPr>
            <a:xfrm>
              <a:off x="9038193" y="18316641"/>
              <a:ext cx="7796991" cy="1574984"/>
            </a:xfrm>
            <a:prstGeom prst="rect">
              <a:avLst/>
            </a:prstGeom>
          </p:spPr>
        </p:pic>
        <p:sp>
          <p:nvSpPr>
            <p:cNvPr id="3379" name="pl45">
              <a:extLst>
                <a:ext uri="{FF2B5EF4-FFF2-40B4-BE49-F238E27FC236}">
                  <a16:creationId xmlns:a16="http://schemas.microsoft.com/office/drawing/2014/main" id="{58900A77-CCBC-CAD9-1BAE-F88CA72862BE}"/>
                </a:ext>
              </a:extLst>
            </p:cNvPr>
            <p:cNvSpPr/>
            <p:nvPr/>
          </p:nvSpPr>
          <p:spPr>
            <a:xfrm>
              <a:off x="9038186" y="18316641"/>
              <a:ext cx="0" cy="1574984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80" name="tx46">
              <a:extLst>
                <a:ext uri="{FF2B5EF4-FFF2-40B4-BE49-F238E27FC236}">
                  <a16:creationId xmlns:a16="http://schemas.microsoft.com/office/drawing/2014/main" id="{75F5A1A3-9837-3A82-0F41-C69A42812ED0}"/>
                </a:ext>
              </a:extLst>
            </p:cNvPr>
            <p:cNvSpPr/>
            <p:nvPr/>
          </p:nvSpPr>
          <p:spPr>
            <a:xfrm>
              <a:off x="8881447" y="19768737"/>
              <a:ext cx="78086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81" name="tx47">
              <a:extLst>
                <a:ext uri="{FF2B5EF4-FFF2-40B4-BE49-F238E27FC236}">
                  <a16:creationId xmlns:a16="http://schemas.microsoft.com/office/drawing/2014/main" id="{966C4D5F-4026-F5DC-E007-D2BAAA09005C}"/>
                </a:ext>
              </a:extLst>
            </p:cNvPr>
            <p:cNvSpPr/>
            <p:nvPr/>
          </p:nvSpPr>
          <p:spPr>
            <a:xfrm>
              <a:off x="8803358" y="19352515"/>
              <a:ext cx="15617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382" name="tx48">
              <a:extLst>
                <a:ext uri="{FF2B5EF4-FFF2-40B4-BE49-F238E27FC236}">
                  <a16:creationId xmlns:a16="http://schemas.microsoft.com/office/drawing/2014/main" id="{D157C214-0F82-D5AA-5D58-D7C91DAE0318}"/>
                </a:ext>
              </a:extLst>
            </p:cNvPr>
            <p:cNvSpPr/>
            <p:nvPr/>
          </p:nvSpPr>
          <p:spPr>
            <a:xfrm>
              <a:off x="8803358" y="18936293"/>
              <a:ext cx="15617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83" name="tx49">
              <a:extLst>
                <a:ext uri="{FF2B5EF4-FFF2-40B4-BE49-F238E27FC236}">
                  <a16:creationId xmlns:a16="http://schemas.microsoft.com/office/drawing/2014/main" id="{EE7B46F1-61E7-A4F2-1DCE-B92268BB5DE7}"/>
                </a:ext>
              </a:extLst>
            </p:cNvPr>
            <p:cNvSpPr/>
            <p:nvPr/>
          </p:nvSpPr>
          <p:spPr>
            <a:xfrm>
              <a:off x="8803358" y="18520071"/>
              <a:ext cx="15617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384" name="pl50">
              <a:extLst>
                <a:ext uri="{FF2B5EF4-FFF2-40B4-BE49-F238E27FC236}">
                  <a16:creationId xmlns:a16="http://schemas.microsoft.com/office/drawing/2014/main" id="{486650B6-C1F2-87E9-3AC1-E59B4386FFE0}"/>
                </a:ext>
              </a:extLst>
            </p:cNvPr>
            <p:cNvSpPr/>
            <p:nvPr/>
          </p:nvSpPr>
          <p:spPr>
            <a:xfrm>
              <a:off x="8994495" y="19820034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85" name="pl51">
              <a:extLst>
                <a:ext uri="{FF2B5EF4-FFF2-40B4-BE49-F238E27FC236}">
                  <a16:creationId xmlns:a16="http://schemas.microsoft.com/office/drawing/2014/main" id="{D6242D63-D4EC-A629-465C-62F1A609AF8A}"/>
                </a:ext>
              </a:extLst>
            </p:cNvPr>
            <p:cNvSpPr/>
            <p:nvPr/>
          </p:nvSpPr>
          <p:spPr>
            <a:xfrm>
              <a:off x="8994495" y="19403811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86" name="pl52">
              <a:extLst>
                <a:ext uri="{FF2B5EF4-FFF2-40B4-BE49-F238E27FC236}">
                  <a16:creationId xmlns:a16="http://schemas.microsoft.com/office/drawing/2014/main" id="{0D1CC051-9C7E-9903-13FA-EBE930A0EC38}"/>
                </a:ext>
              </a:extLst>
            </p:cNvPr>
            <p:cNvSpPr/>
            <p:nvPr/>
          </p:nvSpPr>
          <p:spPr>
            <a:xfrm>
              <a:off x="8994495" y="18987590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87" name="pl53">
              <a:extLst>
                <a:ext uri="{FF2B5EF4-FFF2-40B4-BE49-F238E27FC236}">
                  <a16:creationId xmlns:a16="http://schemas.microsoft.com/office/drawing/2014/main" id="{AEB1920E-75A4-2826-5C1B-A7222DEAC34E}"/>
                </a:ext>
              </a:extLst>
            </p:cNvPr>
            <p:cNvSpPr/>
            <p:nvPr/>
          </p:nvSpPr>
          <p:spPr>
            <a:xfrm>
              <a:off x="8994495" y="18571367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88" name="tx76">
              <a:extLst>
                <a:ext uri="{FF2B5EF4-FFF2-40B4-BE49-F238E27FC236}">
                  <a16:creationId xmlns:a16="http://schemas.microsoft.com/office/drawing/2014/main" id="{4F613E99-382C-300D-755F-6A702FC780D8}"/>
                </a:ext>
              </a:extLst>
            </p:cNvPr>
            <p:cNvSpPr/>
            <p:nvPr/>
          </p:nvSpPr>
          <p:spPr>
            <a:xfrm rot="16200000">
              <a:off x="8090551" y="19111253"/>
              <a:ext cx="820867" cy="12585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165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 (ºC)</a:t>
              </a:r>
            </a:p>
          </p:txBody>
        </p:sp>
        <p:sp>
          <p:nvSpPr>
            <p:cNvPr id="3389" name="pl19">
              <a:extLst>
                <a:ext uri="{FF2B5EF4-FFF2-40B4-BE49-F238E27FC236}">
                  <a16:creationId xmlns:a16="http://schemas.microsoft.com/office/drawing/2014/main" id="{FEDEBF36-6EC5-0B45-D567-84485AC473C3}"/>
                </a:ext>
              </a:extLst>
            </p:cNvPr>
            <p:cNvSpPr/>
            <p:nvPr/>
          </p:nvSpPr>
          <p:spPr>
            <a:xfrm>
              <a:off x="9632087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0" name="pl20">
              <a:extLst>
                <a:ext uri="{FF2B5EF4-FFF2-40B4-BE49-F238E27FC236}">
                  <a16:creationId xmlns:a16="http://schemas.microsoft.com/office/drawing/2014/main" id="{547ABC44-9F22-FE6D-A69D-E610004B84D6}"/>
                </a:ext>
              </a:extLst>
            </p:cNvPr>
            <p:cNvSpPr/>
            <p:nvPr/>
          </p:nvSpPr>
          <p:spPr>
            <a:xfrm>
              <a:off x="10584931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1" name="pl21">
              <a:extLst>
                <a:ext uri="{FF2B5EF4-FFF2-40B4-BE49-F238E27FC236}">
                  <a16:creationId xmlns:a16="http://schemas.microsoft.com/office/drawing/2014/main" id="{EDE8BA04-137B-60C9-24E5-101654FF7D69}"/>
                </a:ext>
              </a:extLst>
            </p:cNvPr>
            <p:cNvSpPr/>
            <p:nvPr/>
          </p:nvSpPr>
          <p:spPr>
            <a:xfrm>
              <a:off x="11537777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2" name="pl22">
              <a:extLst>
                <a:ext uri="{FF2B5EF4-FFF2-40B4-BE49-F238E27FC236}">
                  <a16:creationId xmlns:a16="http://schemas.microsoft.com/office/drawing/2014/main" id="{AF62A5D8-0236-CE58-5961-D0A07541CF20}"/>
                </a:ext>
              </a:extLst>
            </p:cNvPr>
            <p:cNvSpPr/>
            <p:nvPr/>
          </p:nvSpPr>
          <p:spPr>
            <a:xfrm>
              <a:off x="12490621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3" name="pl23">
              <a:extLst>
                <a:ext uri="{FF2B5EF4-FFF2-40B4-BE49-F238E27FC236}">
                  <a16:creationId xmlns:a16="http://schemas.microsoft.com/office/drawing/2014/main" id="{4F1A785A-7ACE-A782-D387-9B390EE162D9}"/>
                </a:ext>
              </a:extLst>
            </p:cNvPr>
            <p:cNvSpPr/>
            <p:nvPr/>
          </p:nvSpPr>
          <p:spPr>
            <a:xfrm>
              <a:off x="13443464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4" name="pl24">
              <a:extLst>
                <a:ext uri="{FF2B5EF4-FFF2-40B4-BE49-F238E27FC236}">
                  <a16:creationId xmlns:a16="http://schemas.microsoft.com/office/drawing/2014/main" id="{2531D9B9-2CD0-9B9D-1B61-69490B6C2FCB}"/>
                </a:ext>
              </a:extLst>
            </p:cNvPr>
            <p:cNvSpPr/>
            <p:nvPr/>
          </p:nvSpPr>
          <p:spPr>
            <a:xfrm>
              <a:off x="14396308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5" name="pl25">
              <a:extLst>
                <a:ext uri="{FF2B5EF4-FFF2-40B4-BE49-F238E27FC236}">
                  <a16:creationId xmlns:a16="http://schemas.microsoft.com/office/drawing/2014/main" id="{3447A560-72FD-0986-2F6F-B3337266B4B5}"/>
                </a:ext>
              </a:extLst>
            </p:cNvPr>
            <p:cNvSpPr/>
            <p:nvPr/>
          </p:nvSpPr>
          <p:spPr>
            <a:xfrm>
              <a:off x="15349154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6" name="pl26">
              <a:extLst>
                <a:ext uri="{FF2B5EF4-FFF2-40B4-BE49-F238E27FC236}">
                  <a16:creationId xmlns:a16="http://schemas.microsoft.com/office/drawing/2014/main" id="{3DDEA886-50AF-5545-5AD7-14DA7C44BA31}"/>
                </a:ext>
              </a:extLst>
            </p:cNvPr>
            <p:cNvSpPr/>
            <p:nvPr/>
          </p:nvSpPr>
          <p:spPr>
            <a:xfrm>
              <a:off x="16301998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7" name="pl27">
              <a:extLst>
                <a:ext uri="{FF2B5EF4-FFF2-40B4-BE49-F238E27FC236}">
                  <a16:creationId xmlns:a16="http://schemas.microsoft.com/office/drawing/2014/main" id="{5FA43F7F-1FA8-F03A-4F5C-0D973021C3CD}"/>
                </a:ext>
              </a:extLst>
            </p:cNvPr>
            <p:cNvSpPr/>
            <p:nvPr/>
          </p:nvSpPr>
          <p:spPr>
            <a:xfrm>
              <a:off x="18111199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8" name="pl28">
              <a:extLst>
                <a:ext uri="{FF2B5EF4-FFF2-40B4-BE49-F238E27FC236}">
                  <a16:creationId xmlns:a16="http://schemas.microsoft.com/office/drawing/2014/main" id="{C25AC224-57D3-23DF-7AEC-9FCB5FB6DC3F}"/>
                </a:ext>
              </a:extLst>
            </p:cNvPr>
            <p:cNvSpPr/>
            <p:nvPr/>
          </p:nvSpPr>
          <p:spPr>
            <a:xfrm>
              <a:off x="19064042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9" name="tx29">
              <a:extLst>
                <a:ext uri="{FF2B5EF4-FFF2-40B4-BE49-F238E27FC236}">
                  <a16:creationId xmlns:a16="http://schemas.microsoft.com/office/drawing/2014/main" id="{9D41515B-F6E7-18AD-3E39-555EDC7CAD41}"/>
                </a:ext>
              </a:extLst>
            </p:cNvPr>
            <p:cNvSpPr/>
            <p:nvPr/>
          </p:nvSpPr>
          <p:spPr>
            <a:xfrm rot="18900000">
              <a:off x="9295091" y="20388944"/>
              <a:ext cx="436482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400" name="tx30">
              <a:extLst>
                <a:ext uri="{FF2B5EF4-FFF2-40B4-BE49-F238E27FC236}">
                  <a16:creationId xmlns:a16="http://schemas.microsoft.com/office/drawing/2014/main" id="{BDF63476-D4C5-BE1E-9DEA-C2997934F795}"/>
                </a:ext>
              </a:extLst>
            </p:cNvPr>
            <p:cNvSpPr/>
            <p:nvPr/>
          </p:nvSpPr>
          <p:spPr>
            <a:xfrm rot="18900000">
              <a:off x="10254406" y="20386210"/>
              <a:ext cx="42890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401" name="tx31">
              <a:extLst>
                <a:ext uri="{FF2B5EF4-FFF2-40B4-BE49-F238E27FC236}">
                  <a16:creationId xmlns:a16="http://schemas.microsoft.com/office/drawing/2014/main" id="{70EA0A2E-25FF-963C-AB2F-C284B5C5B9C5}"/>
                </a:ext>
              </a:extLst>
            </p:cNvPr>
            <p:cNvSpPr/>
            <p:nvPr/>
          </p:nvSpPr>
          <p:spPr>
            <a:xfrm rot="18900000">
              <a:off x="11214018" y="20383353"/>
              <a:ext cx="420981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402" name="tx32">
              <a:extLst>
                <a:ext uri="{FF2B5EF4-FFF2-40B4-BE49-F238E27FC236}">
                  <a16:creationId xmlns:a16="http://schemas.microsoft.com/office/drawing/2014/main" id="{01970E23-77E3-EE12-20C5-F0DC12E2C1C6}"/>
                </a:ext>
              </a:extLst>
            </p:cNvPr>
            <p:cNvSpPr/>
            <p:nvPr/>
          </p:nvSpPr>
          <p:spPr>
            <a:xfrm rot="18900000">
              <a:off x="12146867" y="20391801"/>
              <a:ext cx="444407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403" name="tx33">
              <a:extLst>
                <a:ext uri="{FF2B5EF4-FFF2-40B4-BE49-F238E27FC236}">
                  <a16:creationId xmlns:a16="http://schemas.microsoft.com/office/drawing/2014/main" id="{25015B53-A81B-7072-03E3-FA8DB14CA743}"/>
                </a:ext>
              </a:extLst>
            </p:cNvPr>
            <p:cNvSpPr/>
            <p:nvPr/>
          </p:nvSpPr>
          <p:spPr>
            <a:xfrm rot="18900000">
              <a:off x="12986302" y="20439708"/>
              <a:ext cx="577268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404" name="tx34">
              <a:extLst>
                <a:ext uri="{FF2B5EF4-FFF2-40B4-BE49-F238E27FC236}">
                  <a16:creationId xmlns:a16="http://schemas.microsoft.com/office/drawing/2014/main" id="{F32C5D0F-D464-ADBA-B399-41BF285C1063}"/>
                </a:ext>
              </a:extLst>
            </p:cNvPr>
            <p:cNvSpPr/>
            <p:nvPr/>
          </p:nvSpPr>
          <p:spPr>
            <a:xfrm rot="18900000">
              <a:off x="13919349" y="20448074"/>
              <a:ext cx="600465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405" name="tx35">
              <a:extLst>
                <a:ext uri="{FF2B5EF4-FFF2-40B4-BE49-F238E27FC236}">
                  <a16:creationId xmlns:a16="http://schemas.microsoft.com/office/drawing/2014/main" id="{B28042C7-3728-4E8D-D48C-4439E66DB88F}"/>
                </a:ext>
              </a:extLst>
            </p:cNvPr>
            <p:cNvSpPr/>
            <p:nvPr/>
          </p:nvSpPr>
          <p:spPr>
            <a:xfrm rot="18900000">
              <a:off x="14992261" y="20397349"/>
              <a:ext cx="45979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406" name="tx36">
              <a:extLst>
                <a:ext uri="{FF2B5EF4-FFF2-40B4-BE49-F238E27FC236}">
                  <a16:creationId xmlns:a16="http://schemas.microsoft.com/office/drawing/2014/main" id="{6C96A8B3-D7A3-BC13-2A28-9510144050FB}"/>
                </a:ext>
              </a:extLst>
            </p:cNvPr>
            <p:cNvSpPr/>
            <p:nvPr/>
          </p:nvSpPr>
          <p:spPr>
            <a:xfrm rot="18900000">
              <a:off x="15938346" y="20400206"/>
              <a:ext cx="467717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407" name="tx37">
              <a:extLst>
                <a:ext uri="{FF2B5EF4-FFF2-40B4-BE49-F238E27FC236}">
                  <a16:creationId xmlns:a16="http://schemas.microsoft.com/office/drawing/2014/main" id="{BEA0C462-FC9A-5473-DEE0-4462D98D0685}"/>
                </a:ext>
              </a:extLst>
            </p:cNvPr>
            <p:cNvSpPr/>
            <p:nvPr/>
          </p:nvSpPr>
          <p:spPr>
            <a:xfrm rot="18900000">
              <a:off x="17640805" y="20445299"/>
              <a:ext cx="592772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408" name="tx38">
              <a:extLst>
                <a:ext uri="{FF2B5EF4-FFF2-40B4-BE49-F238E27FC236}">
                  <a16:creationId xmlns:a16="http://schemas.microsoft.com/office/drawing/2014/main" id="{80A1C710-A468-E326-3DED-F25146F57DC4}"/>
                </a:ext>
              </a:extLst>
            </p:cNvPr>
            <p:cNvSpPr/>
            <p:nvPr/>
          </p:nvSpPr>
          <p:spPr>
            <a:xfrm rot="18900000">
              <a:off x="18540624" y="20467699"/>
              <a:ext cx="654897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pic>
          <p:nvPicPr>
            <p:cNvPr id="3409" name="pic6">
              <a:extLst>
                <a:ext uri="{FF2B5EF4-FFF2-40B4-BE49-F238E27FC236}">
                  <a16:creationId xmlns:a16="http://schemas.microsoft.com/office/drawing/2014/main" id="{23E6BFA6-C154-B6D3-C670-7DC016651EE4}"/>
                </a:ext>
              </a:extLst>
            </p:cNvPr>
            <p:cNvPicPr/>
            <p:nvPr/>
          </p:nvPicPr>
          <p:blipFill>
            <a:blip r:embed="rId4" cstate="print"/>
            <a:srcRect l="78884"/>
            <a:stretch>
              <a:fillRect/>
            </a:stretch>
          </p:blipFill>
          <p:spPr>
            <a:xfrm>
              <a:off x="17591261" y="15137305"/>
              <a:ext cx="2052228" cy="1574984"/>
            </a:xfrm>
            <a:prstGeom prst="rect">
              <a:avLst/>
            </a:prstGeom>
          </p:spPr>
        </p:pic>
        <p:pic>
          <p:nvPicPr>
            <p:cNvPr id="3410" name="pic44">
              <a:extLst>
                <a:ext uri="{FF2B5EF4-FFF2-40B4-BE49-F238E27FC236}">
                  <a16:creationId xmlns:a16="http://schemas.microsoft.com/office/drawing/2014/main" id="{526E29F5-990A-F2BC-796F-6ECCF1250E0B}"/>
                </a:ext>
              </a:extLst>
            </p:cNvPr>
            <p:cNvPicPr/>
            <p:nvPr/>
          </p:nvPicPr>
          <p:blipFill>
            <a:blip r:embed="rId5" cstate="print"/>
            <a:srcRect l="78884"/>
            <a:stretch>
              <a:fillRect/>
            </a:stretch>
          </p:blipFill>
          <p:spPr>
            <a:xfrm>
              <a:off x="17591261" y="18294764"/>
              <a:ext cx="2052228" cy="1574984"/>
            </a:xfrm>
            <a:prstGeom prst="rect">
              <a:avLst/>
            </a:prstGeom>
          </p:spPr>
        </p:pic>
        <p:sp>
          <p:nvSpPr>
            <p:cNvPr id="3411" name="pl18">
              <a:extLst>
                <a:ext uri="{FF2B5EF4-FFF2-40B4-BE49-F238E27FC236}">
                  <a16:creationId xmlns:a16="http://schemas.microsoft.com/office/drawing/2014/main" id="{8D59BAA4-7789-9319-AE9C-F56D48AC47FD}"/>
                </a:ext>
              </a:extLst>
            </p:cNvPr>
            <p:cNvSpPr/>
            <p:nvPr/>
          </p:nvSpPr>
          <p:spPr>
            <a:xfrm flipV="1">
              <a:off x="17699273" y="16645191"/>
              <a:ext cx="1836204" cy="87778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412" name="pl18">
              <a:extLst>
                <a:ext uri="{FF2B5EF4-FFF2-40B4-BE49-F238E27FC236}">
                  <a16:creationId xmlns:a16="http://schemas.microsoft.com/office/drawing/2014/main" id="{2AC59EE9-A9F6-9E8F-2498-EDDA448B22C3}"/>
                </a:ext>
              </a:extLst>
            </p:cNvPr>
            <p:cNvSpPr/>
            <p:nvPr/>
          </p:nvSpPr>
          <p:spPr>
            <a:xfrm flipV="1">
              <a:off x="9034971" y="19731496"/>
              <a:ext cx="7796991" cy="164944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413" name="pl18">
              <a:extLst>
                <a:ext uri="{FF2B5EF4-FFF2-40B4-BE49-F238E27FC236}">
                  <a16:creationId xmlns:a16="http://schemas.microsoft.com/office/drawing/2014/main" id="{214A88D6-8DE3-690D-8294-85D7F7A264DB}"/>
                </a:ext>
              </a:extLst>
            </p:cNvPr>
            <p:cNvSpPr/>
            <p:nvPr/>
          </p:nvSpPr>
          <p:spPr>
            <a:xfrm flipV="1">
              <a:off x="17699273" y="19731496"/>
              <a:ext cx="1837944" cy="158002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414" name="tx98">
              <a:extLst>
                <a:ext uri="{FF2B5EF4-FFF2-40B4-BE49-F238E27FC236}">
                  <a16:creationId xmlns:a16="http://schemas.microsoft.com/office/drawing/2014/main" id="{2CCB173E-2733-1631-4D1D-2766F3FA4A88}"/>
                </a:ext>
              </a:extLst>
            </p:cNvPr>
            <p:cNvSpPr/>
            <p:nvPr/>
          </p:nvSpPr>
          <p:spPr>
            <a:xfrm>
              <a:off x="9703753" y="18029775"/>
              <a:ext cx="2234885" cy="1994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Temperature Trends</a:t>
              </a:r>
              <a:endPara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3415" name="tx98">
              <a:extLst>
                <a:ext uri="{FF2B5EF4-FFF2-40B4-BE49-F238E27FC236}">
                  <a16:creationId xmlns:a16="http://schemas.microsoft.com/office/drawing/2014/main" id="{7FB738B7-88DC-A8AD-B36A-396502A9BBC0}"/>
                </a:ext>
              </a:extLst>
            </p:cNvPr>
            <p:cNvSpPr/>
            <p:nvPr/>
          </p:nvSpPr>
          <p:spPr>
            <a:xfrm>
              <a:off x="9199697" y="14753523"/>
              <a:ext cx="2234885" cy="1994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Salinity Trends</a:t>
              </a:r>
              <a:endPara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</p:grpSp>
      <p:sp>
        <p:nvSpPr>
          <p:cNvPr id="3428" name="pl22">
            <a:extLst>
              <a:ext uri="{FF2B5EF4-FFF2-40B4-BE49-F238E27FC236}">
                <a16:creationId xmlns:a16="http://schemas.microsoft.com/office/drawing/2014/main" id="{23BCEF10-83C9-879D-DE94-4825E65BA0F0}"/>
              </a:ext>
            </a:extLst>
          </p:cNvPr>
          <p:cNvSpPr/>
          <p:nvPr/>
        </p:nvSpPr>
        <p:spPr>
          <a:xfrm flipH="1">
            <a:off x="3599024" y="15965282"/>
            <a:ext cx="45719" cy="8746769"/>
          </a:xfrm>
          <a:custGeom>
            <a:avLst/>
            <a:gdLst/>
            <a:ahLst/>
            <a:cxnLst/>
            <a:rect l="0" t="0" r="0" b="0"/>
            <a:pathLst>
              <a:path h="3206252">
                <a:moveTo>
                  <a:pt x="0" y="3206252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29" name="tx23">
            <a:extLst>
              <a:ext uri="{FF2B5EF4-FFF2-40B4-BE49-F238E27FC236}">
                <a16:creationId xmlns:a16="http://schemas.microsoft.com/office/drawing/2014/main" id="{6A537AC7-5590-DE23-E874-5EE34EA158CB}"/>
              </a:ext>
            </a:extLst>
          </p:cNvPr>
          <p:cNvSpPr/>
          <p:nvPr/>
        </p:nvSpPr>
        <p:spPr>
          <a:xfrm>
            <a:off x="2768022" y="23863630"/>
            <a:ext cx="698890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3430" name="tx24">
            <a:extLst>
              <a:ext uri="{FF2B5EF4-FFF2-40B4-BE49-F238E27FC236}">
                <a16:creationId xmlns:a16="http://schemas.microsoft.com/office/drawing/2014/main" id="{14F80189-39BB-5BDF-31AD-BD92F5031A18}"/>
              </a:ext>
            </a:extLst>
          </p:cNvPr>
          <p:cNvSpPr/>
          <p:nvPr/>
        </p:nvSpPr>
        <p:spPr>
          <a:xfrm>
            <a:off x="2780157" y="22810176"/>
            <a:ext cx="686754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3431" name="tx25">
            <a:extLst>
              <a:ext uri="{FF2B5EF4-FFF2-40B4-BE49-F238E27FC236}">
                <a16:creationId xmlns:a16="http://schemas.microsoft.com/office/drawing/2014/main" id="{94FE4288-45EF-D676-CFA6-FEDA3078E09C}"/>
              </a:ext>
            </a:extLst>
          </p:cNvPr>
          <p:cNvSpPr/>
          <p:nvPr/>
        </p:nvSpPr>
        <p:spPr>
          <a:xfrm>
            <a:off x="2792846" y="21756721"/>
            <a:ext cx="674068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3432" name="tx26">
            <a:extLst>
              <a:ext uri="{FF2B5EF4-FFF2-40B4-BE49-F238E27FC236}">
                <a16:creationId xmlns:a16="http://schemas.microsoft.com/office/drawing/2014/main" id="{F22E27F5-5234-7EAB-E469-4F77BD208FBA}"/>
              </a:ext>
            </a:extLst>
          </p:cNvPr>
          <p:cNvSpPr/>
          <p:nvPr/>
        </p:nvSpPr>
        <p:spPr>
          <a:xfrm>
            <a:off x="2755336" y="20703267"/>
            <a:ext cx="711576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3433" name="tx27">
            <a:extLst>
              <a:ext uri="{FF2B5EF4-FFF2-40B4-BE49-F238E27FC236}">
                <a16:creationId xmlns:a16="http://schemas.microsoft.com/office/drawing/2014/main" id="{6732061F-E9EF-6C13-66E2-705E17B0E768}"/>
              </a:ext>
            </a:extLst>
          </p:cNvPr>
          <p:cNvSpPr/>
          <p:nvPr/>
        </p:nvSpPr>
        <p:spPr>
          <a:xfrm>
            <a:off x="2542598" y="19649812"/>
            <a:ext cx="924314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3434" name="tx28">
            <a:extLst>
              <a:ext uri="{FF2B5EF4-FFF2-40B4-BE49-F238E27FC236}">
                <a16:creationId xmlns:a16="http://schemas.microsoft.com/office/drawing/2014/main" id="{202A1F5B-C3B8-F531-0D33-BE20B2E56EFA}"/>
              </a:ext>
            </a:extLst>
          </p:cNvPr>
          <p:cNvSpPr/>
          <p:nvPr/>
        </p:nvSpPr>
        <p:spPr>
          <a:xfrm>
            <a:off x="2505456" y="18596358"/>
            <a:ext cx="961456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3435" name="tx29">
            <a:extLst>
              <a:ext uri="{FF2B5EF4-FFF2-40B4-BE49-F238E27FC236}">
                <a16:creationId xmlns:a16="http://schemas.microsoft.com/office/drawing/2014/main" id="{4C3EFA51-B4B4-A285-26E8-371F3834913C}"/>
              </a:ext>
            </a:extLst>
          </p:cNvPr>
          <p:cNvSpPr/>
          <p:nvPr/>
        </p:nvSpPr>
        <p:spPr>
          <a:xfrm>
            <a:off x="2730697" y="17542903"/>
            <a:ext cx="736215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3436" name="tx30">
            <a:extLst>
              <a:ext uri="{FF2B5EF4-FFF2-40B4-BE49-F238E27FC236}">
                <a16:creationId xmlns:a16="http://schemas.microsoft.com/office/drawing/2014/main" id="{7496567D-0DAD-0670-ED3C-989BDDF0CD41}"/>
              </a:ext>
            </a:extLst>
          </p:cNvPr>
          <p:cNvSpPr/>
          <p:nvPr/>
        </p:nvSpPr>
        <p:spPr>
          <a:xfrm>
            <a:off x="2718011" y="16489449"/>
            <a:ext cx="748903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3437" name="pl31">
            <a:extLst>
              <a:ext uri="{FF2B5EF4-FFF2-40B4-BE49-F238E27FC236}">
                <a16:creationId xmlns:a16="http://schemas.microsoft.com/office/drawing/2014/main" id="{CB2853F0-3004-790B-595D-DBCB7CB99D2F}"/>
              </a:ext>
            </a:extLst>
          </p:cNvPr>
          <p:cNvSpPr/>
          <p:nvPr/>
        </p:nvSpPr>
        <p:spPr>
          <a:xfrm>
            <a:off x="3574776" y="23971536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38" name="pl32">
            <a:extLst>
              <a:ext uri="{FF2B5EF4-FFF2-40B4-BE49-F238E27FC236}">
                <a16:creationId xmlns:a16="http://schemas.microsoft.com/office/drawing/2014/main" id="{1D2E1C87-B70E-0737-55E0-A305B9E95191}"/>
              </a:ext>
            </a:extLst>
          </p:cNvPr>
          <p:cNvSpPr/>
          <p:nvPr/>
        </p:nvSpPr>
        <p:spPr>
          <a:xfrm>
            <a:off x="3574776" y="22918079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39" name="pl33">
            <a:extLst>
              <a:ext uri="{FF2B5EF4-FFF2-40B4-BE49-F238E27FC236}">
                <a16:creationId xmlns:a16="http://schemas.microsoft.com/office/drawing/2014/main" id="{A40E4597-84E8-F2B3-987D-58116DBD45A8}"/>
              </a:ext>
            </a:extLst>
          </p:cNvPr>
          <p:cNvSpPr/>
          <p:nvPr/>
        </p:nvSpPr>
        <p:spPr>
          <a:xfrm>
            <a:off x="3574776" y="21864626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0" name="pl34">
            <a:extLst>
              <a:ext uri="{FF2B5EF4-FFF2-40B4-BE49-F238E27FC236}">
                <a16:creationId xmlns:a16="http://schemas.microsoft.com/office/drawing/2014/main" id="{02125584-763C-A67D-CEAD-5AE258882317}"/>
              </a:ext>
            </a:extLst>
          </p:cNvPr>
          <p:cNvSpPr/>
          <p:nvPr/>
        </p:nvSpPr>
        <p:spPr>
          <a:xfrm>
            <a:off x="3574776" y="20811170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1" name="pl35">
            <a:extLst>
              <a:ext uri="{FF2B5EF4-FFF2-40B4-BE49-F238E27FC236}">
                <a16:creationId xmlns:a16="http://schemas.microsoft.com/office/drawing/2014/main" id="{45C0885B-69CD-932C-1A8B-ECDC64F4FBBA}"/>
              </a:ext>
            </a:extLst>
          </p:cNvPr>
          <p:cNvSpPr/>
          <p:nvPr/>
        </p:nvSpPr>
        <p:spPr>
          <a:xfrm>
            <a:off x="3574776" y="19757717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2" name="pl36">
            <a:extLst>
              <a:ext uri="{FF2B5EF4-FFF2-40B4-BE49-F238E27FC236}">
                <a16:creationId xmlns:a16="http://schemas.microsoft.com/office/drawing/2014/main" id="{8EFD5129-D860-7113-1BB2-89547A8A9067}"/>
              </a:ext>
            </a:extLst>
          </p:cNvPr>
          <p:cNvSpPr/>
          <p:nvPr/>
        </p:nvSpPr>
        <p:spPr>
          <a:xfrm>
            <a:off x="3574776" y="18704264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3" name="pl37">
            <a:extLst>
              <a:ext uri="{FF2B5EF4-FFF2-40B4-BE49-F238E27FC236}">
                <a16:creationId xmlns:a16="http://schemas.microsoft.com/office/drawing/2014/main" id="{86B59368-3841-5A73-91DB-FAB6AFB80133}"/>
              </a:ext>
            </a:extLst>
          </p:cNvPr>
          <p:cNvSpPr/>
          <p:nvPr/>
        </p:nvSpPr>
        <p:spPr>
          <a:xfrm>
            <a:off x="3574776" y="17650808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4" name="pl38">
            <a:extLst>
              <a:ext uri="{FF2B5EF4-FFF2-40B4-BE49-F238E27FC236}">
                <a16:creationId xmlns:a16="http://schemas.microsoft.com/office/drawing/2014/main" id="{32F657CD-7CCA-1E01-D459-C6F4E041CBD8}"/>
              </a:ext>
            </a:extLst>
          </p:cNvPr>
          <p:cNvSpPr/>
          <p:nvPr/>
        </p:nvSpPr>
        <p:spPr>
          <a:xfrm>
            <a:off x="3574776" y="16597355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9" name="tx37">
            <a:extLst>
              <a:ext uri="{FF2B5EF4-FFF2-40B4-BE49-F238E27FC236}">
                <a16:creationId xmlns:a16="http://schemas.microsoft.com/office/drawing/2014/main" id="{19790989-F3B1-74FC-FFA9-70A2941C9D8F}"/>
              </a:ext>
            </a:extLst>
          </p:cNvPr>
          <p:cNvSpPr/>
          <p:nvPr/>
        </p:nvSpPr>
        <p:spPr>
          <a:xfrm rot="18900000">
            <a:off x="3574997" y="25320862"/>
            <a:ext cx="592772" cy="102593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3451" name="pl41">
            <a:extLst>
              <a:ext uri="{FF2B5EF4-FFF2-40B4-BE49-F238E27FC236}">
                <a16:creationId xmlns:a16="http://schemas.microsoft.com/office/drawing/2014/main" id="{2A30AD27-28C5-7FD2-654D-53A0B45F8045}"/>
              </a:ext>
            </a:extLst>
          </p:cNvPr>
          <p:cNvSpPr/>
          <p:nvPr/>
        </p:nvSpPr>
        <p:spPr>
          <a:xfrm>
            <a:off x="4261248" y="24725376"/>
            <a:ext cx="0" cy="93742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pic>
        <p:nvPicPr>
          <p:cNvPr id="3427" name="Picture 3426">
            <a:extLst>
              <a:ext uri="{FF2B5EF4-FFF2-40B4-BE49-F238E27FC236}">
                <a16:creationId xmlns:a16="http://schemas.microsoft.com/office/drawing/2014/main" id="{2453D5FD-EE69-0E88-1A8A-F493825714A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830" t="26927" r="33097" b="38971"/>
          <a:stretch>
            <a:fillRect/>
          </a:stretch>
        </p:blipFill>
        <p:spPr>
          <a:xfrm>
            <a:off x="9013777" y="21585561"/>
            <a:ext cx="7875160" cy="3126490"/>
          </a:xfrm>
          <a:prstGeom prst="rect">
            <a:avLst/>
          </a:prstGeom>
        </p:spPr>
      </p:pic>
      <p:pic>
        <p:nvPicPr>
          <p:cNvPr id="3446" name="Picture 3445">
            <a:extLst>
              <a:ext uri="{FF2B5EF4-FFF2-40B4-BE49-F238E27FC236}">
                <a16:creationId xmlns:a16="http://schemas.microsoft.com/office/drawing/2014/main" id="{D77E132E-1E14-A97B-A5BC-B15793880AA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105" t="58352" r="20903" b="21948"/>
          <a:stretch>
            <a:fillRect/>
          </a:stretch>
        </p:blipFill>
        <p:spPr>
          <a:xfrm>
            <a:off x="9116016" y="18263872"/>
            <a:ext cx="7569720" cy="1472363"/>
          </a:xfrm>
          <a:prstGeom prst="rect">
            <a:avLst/>
          </a:prstGeom>
        </p:spPr>
      </p:pic>
      <p:pic>
        <p:nvPicPr>
          <p:cNvPr id="3453" name="Picture 3452">
            <a:extLst>
              <a:ext uri="{FF2B5EF4-FFF2-40B4-BE49-F238E27FC236}">
                <a16:creationId xmlns:a16="http://schemas.microsoft.com/office/drawing/2014/main" id="{85DE903C-DD0B-DC14-EC03-D8F2EBD638C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41393" t="16956" r="48778" b="20854"/>
          <a:stretch>
            <a:fillRect/>
          </a:stretch>
        </p:blipFill>
        <p:spPr>
          <a:xfrm>
            <a:off x="3658466" y="16111210"/>
            <a:ext cx="2295065" cy="8570694"/>
          </a:xfrm>
          <a:prstGeom prst="rect">
            <a:avLst/>
          </a:prstGeom>
        </p:spPr>
      </p:pic>
      <p:pic>
        <p:nvPicPr>
          <p:cNvPr id="3455" name="Picture 3454">
            <a:extLst>
              <a:ext uri="{FF2B5EF4-FFF2-40B4-BE49-F238E27FC236}">
                <a16:creationId xmlns:a16="http://schemas.microsoft.com/office/drawing/2014/main" id="{208BA39F-E69A-3373-24EB-5535BBEB186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0917" t="-2" r="340" b="71959"/>
          <a:stretch>
            <a:fillRect/>
          </a:stretch>
        </p:blipFill>
        <p:spPr>
          <a:xfrm>
            <a:off x="17697605" y="14672792"/>
            <a:ext cx="2061321" cy="1716391"/>
          </a:xfrm>
          <a:prstGeom prst="rect">
            <a:avLst/>
          </a:prstGeom>
        </p:spPr>
      </p:pic>
      <p:pic>
        <p:nvPicPr>
          <p:cNvPr id="1606" name="Picture 1605">
            <a:extLst>
              <a:ext uri="{FF2B5EF4-FFF2-40B4-BE49-F238E27FC236}">
                <a16:creationId xmlns:a16="http://schemas.microsoft.com/office/drawing/2014/main" id="{B832BD61-4994-5A0F-A3E9-03957B0DA90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0917" t="58352" r="340" b="21035"/>
          <a:stretch>
            <a:fillRect/>
          </a:stretch>
        </p:blipFill>
        <p:spPr>
          <a:xfrm>
            <a:off x="17726744" y="18291574"/>
            <a:ext cx="2032182" cy="1521870"/>
          </a:xfrm>
          <a:prstGeom prst="rect">
            <a:avLst/>
          </a:prstGeom>
        </p:spPr>
      </p:pic>
      <p:pic>
        <p:nvPicPr>
          <p:cNvPr id="3456" name="Picture 3455">
            <a:extLst>
              <a:ext uri="{FF2B5EF4-FFF2-40B4-BE49-F238E27FC236}">
                <a16:creationId xmlns:a16="http://schemas.microsoft.com/office/drawing/2014/main" id="{941676FA-147F-E151-AFC6-202A9486CA4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049" t="8320" r="20904" b="72011"/>
          <a:stretch>
            <a:fillRect/>
          </a:stretch>
        </p:blipFill>
        <p:spPr>
          <a:xfrm>
            <a:off x="9085887" y="14888815"/>
            <a:ext cx="7619564" cy="147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7778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3201</TotalTime>
  <Words>808</Words>
  <Application>Microsoft Macintosh PowerPoint</Application>
  <PresentationFormat>Custom</PresentationFormat>
  <Paragraphs>646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Helvetica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11</cp:revision>
  <dcterms:created xsi:type="dcterms:W3CDTF">2017-02-13T16:18:36Z</dcterms:created>
  <dcterms:modified xsi:type="dcterms:W3CDTF">2026-01-29T20:43:59Z</dcterms:modified>
  <cp:category/>
</cp:coreProperties>
</file>