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9" r:id="rId5"/>
    <p:sldId id="260" r:id="rId6"/>
    <p:sldId id="261" r:id="rId7"/>
  </p:sldIdLst>
  <p:sldSz cx="14630400" cy="10972800"/>
  <p:notesSz cx="6858000" cy="9144000"/>
  <p:custDataLst>
    <p:tags r:id="rId8"/>
  </p:custDataLst>
  <p:defaultTextStyle>
    <a:defPPr>
      <a:defRPr lang="en-US"/>
    </a:defPPr>
    <a:lvl1pPr marL="0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1pPr>
    <a:lvl2pPr marL="614477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2pPr>
    <a:lvl3pPr marL="1228954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3pPr>
    <a:lvl4pPr marL="1843430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4pPr>
    <a:lvl5pPr marL="2457907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5pPr>
    <a:lvl6pPr marL="3072384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6pPr>
    <a:lvl7pPr marL="3686861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7pPr>
    <a:lvl8pPr marL="4301338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8pPr>
    <a:lvl9pPr marL="4915814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56" userDrawn="1">
          <p15:clr>
            <a:srgbClr val="A4A3A4"/>
          </p15:clr>
        </p15:guide>
        <p15:guide id="2" pos="46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324"/>
    <p:restoredTop sz="94552"/>
  </p:normalViewPr>
  <p:slideViewPr>
    <p:cSldViewPr>
      <p:cViewPr>
        <p:scale>
          <a:sx n="70" d="100"/>
          <a:sy n="70" d="100"/>
        </p:scale>
        <p:origin x="176" y="104"/>
      </p:cViewPr>
      <p:guideLst>
        <p:guide orient="horz" pos="3456"/>
        <p:guide pos="460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3408682"/>
            <a:ext cx="12435840" cy="23520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94560" y="6217920"/>
            <a:ext cx="10241280" cy="280416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5701" y="7051042"/>
            <a:ext cx="12435840" cy="217932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5701" y="4650742"/>
            <a:ext cx="12435840" cy="240029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20" y="2560322"/>
            <a:ext cx="6461760" cy="724154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120" y="2560322"/>
            <a:ext cx="6461760" cy="724154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1" y="2456181"/>
            <a:ext cx="6464300" cy="102361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1521" y="3479800"/>
            <a:ext cx="6464300" cy="632206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32042" y="2456181"/>
            <a:ext cx="6466840" cy="102361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32042" y="3479800"/>
            <a:ext cx="6466840" cy="632206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1520" y="439421"/>
            <a:ext cx="13167360" cy="182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2560322"/>
            <a:ext cx="13167360" cy="7241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1520" y="10170162"/>
            <a:ext cx="341376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998720" y="10170162"/>
            <a:ext cx="463296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85120" y="10170162"/>
            <a:ext cx="341376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3200400" y="3657602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2025047" y="1600200"/>
              <a:ext cx="509390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572908" y="2077614"/>
              <a:ext cx="4476454" cy="36433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4652034" y="5615851"/>
              <a:ext cx="11398" cy="16824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4716197" y="5602359"/>
              <a:ext cx="7065" cy="5973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4736699" y="5589071"/>
              <a:ext cx="5655" cy="5980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6547417" y="2085407"/>
              <a:ext cx="312127" cy="121250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6882020" y="2496637"/>
              <a:ext cx="167342" cy="201393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556603" y="2489371"/>
              <a:ext cx="266281" cy="153395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479019" y="3317325"/>
              <a:ext cx="238237" cy="81627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7036216" y="2924918"/>
              <a:ext cx="13147" cy="6673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904610" y="5141810"/>
              <a:ext cx="21966" cy="32753"/>
            </a:xfrm>
            <a:custGeom>
              <a:avLst/>
              <a:gdLst/>
              <a:ahLst/>
              <a:cxnLst/>
              <a:rect l="0" t="0" r="0" b="0"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3810245" y="4914793"/>
              <a:ext cx="7939" cy="12993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3834949" y="4843148"/>
              <a:ext cx="18436" cy="8333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3880452" y="4841821"/>
              <a:ext cx="27409" cy="6000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5083985" y="5569188"/>
              <a:ext cx="32764" cy="12596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4683853" y="5614524"/>
              <a:ext cx="23152" cy="9298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20"/>
            <p:cNvSpPr/>
            <p:nvPr/>
          </p:nvSpPr>
          <p:spPr>
            <a:xfrm>
              <a:off x="5183361" y="4221555"/>
              <a:ext cx="14289" cy="6671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5487019" y="2679502"/>
              <a:ext cx="54217" cy="36899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5498527" y="2680939"/>
              <a:ext cx="31934" cy="18159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l23"/>
            <p:cNvSpPr/>
            <p:nvPr/>
          </p:nvSpPr>
          <p:spPr>
            <a:xfrm>
              <a:off x="6928304" y="2697353"/>
              <a:ext cx="18945" cy="13397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l24"/>
            <p:cNvSpPr/>
            <p:nvPr/>
          </p:nvSpPr>
          <p:spPr>
            <a:xfrm>
              <a:off x="6824611" y="2407367"/>
              <a:ext cx="68578" cy="59944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l25"/>
            <p:cNvSpPr/>
            <p:nvPr/>
          </p:nvSpPr>
          <p:spPr>
            <a:xfrm>
              <a:off x="6525106" y="2373744"/>
              <a:ext cx="19693" cy="19493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l26"/>
            <p:cNvSpPr/>
            <p:nvPr/>
          </p:nvSpPr>
          <p:spPr>
            <a:xfrm>
              <a:off x="6535543" y="2355941"/>
              <a:ext cx="12896" cy="14929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l27"/>
            <p:cNvSpPr/>
            <p:nvPr/>
          </p:nvSpPr>
          <p:spPr>
            <a:xfrm>
              <a:off x="5805283" y="2498546"/>
              <a:ext cx="32551" cy="18391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l28"/>
            <p:cNvSpPr/>
            <p:nvPr/>
          </p:nvSpPr>
          <p:spPr>
            <a:xfrm>
              <a:off x="6341622" y="2863447"/>
              <a:ext cx="12732" cy="18877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l29"/>
            <p:cNvSpPr/>
            <p:nvPr/>
          </p:nvSpPr>
          <p:spPr>
            <a:xfrm>
              <a:off x="6075395" y="2882482"/>
              <a:ext cx="8934" cy="1120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l30"/>
            <p:cNvSpPr/>
            <p:nvPr/>
          </p:nvSpPr>
          <p:spPr>
            <a:xfrm>
              <a:off x="6277502" y="2805528"/>
              <a:ext cx="16972" cy="24727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6107996" y="2854416"/>
              <a:ext cx="25119" cy="28976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5773191" y="3258639"/>
              <a:ext cx="5475" cy="14724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5454271" y="3514428"/>
              <a:ext cx="16387" cy="30413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l34"/>
            <p:cNvSpPr/>
            <p:nvPr/>
          </p:nvSpPr>
          <p:spPr>
            <a:xfrm>
              <a:off x="5456205" y="3386629"/>
              <a:ext cx="18857" cy="19582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l35"/>
            <p:cNvSpPr/>
            <p:nvPr/>
          </p:nvSpPr>
          <p:spPr>
            <a:xfrm>
              <a:off x="6505156" y="4545704"/>
              <a:ext cx="21770" cy="17837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l36"/>
            <p:cNvSpPr/>
            <p:nvPr/>
          </p:nvSpPr>
          <p:spPr>
            <a:xfrm>
              <a:off x="5837452" y="3274698"/>
              <a:ext cx="35731" cy="18186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l37"/>
            <p:cNvSpPr/>
            <p:nvPr/>
          </p:nvSpPr>
          <p:spPr>
            <a:xfrm>
              <a:off x="5779590" y="3247083"/>
              <a:ext cx="12781" cy="26581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l38"/>
            <p:cNvSpPr/>
            <p:nvPr/>
          </p:nvSpPr>
          <p:spPr>
            <a:xfrm>
              <a:off x="5904168" y="3283073"/>
              <a:ext cx="28551" cy="20738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l39"/>
            <p:cNvSpPr/>
            <p:nvPr/>
          </p:nvSpPr>
          <p:spPr>
            <a:xfrm>
              <a:off x="5260552" y="4152887"/>
              <a:ext cx="22633" cy="9996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l40"/>
            <p:cNvSpPr/>
            <p:nvPr/>
          </p:nvSpPr>
          <p:spPr>
            <a:xfrm>
              <a:off x="5290431" y="4046956"/>
              <a:ext cx="9120" cy="15490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l41"/>
            <p:cNvSpPr/>
            <p:nvPr/>
          </p:nvSpPr>
          <p:spPr>
            <a:xfrm>
              <a:off x="5328332" y="3717381"/>
              <a:ext cx="31404" cy="59698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l42"/>
            <p:cNvSpPr/>
            <p:nvPr/>
          </p:nvSpPr>
          <p:spPr>
            <a:xfrm>
              <a:off x="5293464" y="4071759"/>
              <a:ext cx="26147" cy="77953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l43"/>
            <p:cNvSpPr/>
            <p:nvPr/>
          </p:nvSpPr>
          <p:spPr>
            <a:xfrm>
              <a:off x="5199629" y="4188097"/>
              <a:ext cx="35944" cy="43078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l44"/>
            <p:cNvSpPr/>
            <p:nvPr/>
          </p:nvSpPr>
          <p:spPr>
            <a:xfrm>
              <a:off x="2930899" y="5106963"/>
              <a:ext cx="44491" cy="32671"/>
            </a:xfrm>
            <a:custGeom>
              <a:avLst/>
              <a:gdLst/>
              <a:ahLst/>
              <a:cxnLst/>
              <a:rect l="0" t="0" r="0" b="0"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l45"/>
            <p:cNvSpPr/>
            <p:nvPr/>
          </p:nvSpPr>
          <p:spPr>
            <a:xfrm>
              <a:off x="2865577" y="5185375"/>
              <a:ext cx="36289" cy="81203"/>
            </a:xfrm>
            <a:custGeom>
              <a:avLst/>
              <a:gdLst/>
              <a:ahLst/>
              <a:cxnLst/>
              <a:rect l="0" t="0" r="0" b="0"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l46"/>
            <p:cNvSpPr/>
            <p:nvPr/>
          </p:nvSpPr>
          <p:spPr>
            <a:xfrm>
              <a:off x="3122432" y="4972480"/>
              <a:ext cx="36037" cy="28723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l47"/>
            <p:cNvSpPr/>
            <p:nvPr/>
          </p:nvSpPr>
          <p:spPr>
            <a:xfrm>
              <a:off x="2863075" y="5273030"/>
              <a:ext cx="26464" cy="151835"/>
            </a:xfrm>
            <a:custGeom>
              <a:avLst/>
              <a:gdLst/>
              <a:ahLst/>
              <a:cxnLst/>
              <a:rect l="0" t="0" r="0" b="0"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l48"/>
            <p:cNvSpPr/>
            <p:nvPr/>
          </p:nvSpPr>
          <p:spPr>
            <a:xfrm>
              <a:off x="4238513" y="4917674"/>
              <a:ext cx="42480" cy="17625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l49"/>
            <p:cNvSpPr/>
            <p:nvPr/>
          </p:nvSpPr>
          <p:spPr>
            <a:xfrm>
              <a:off x="4644990" y="4744053"/>
              <a:ext cx="7344" cy="34142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l50"/>
            <p:cNvSpPr/>
            <p:nvPr/>
          </p:nvSpPr>
          <p:spPr>
            <a:xfrm>
              <a:off x="3765661" y="4856545"/>
              <a:ext cx="17606" cy="18364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l51"/>
            <p:cNvSpPr/>
            <p:nvPr/>
          </p:nvSpPr>
          <p:spPr>
            <a:xfrm>
              <a:off x="3467456" y="4930072"/>
              <a:ext cx="28240" cy="22066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l52"/>
            <p:cNvSpPr/>
            <p:nvPr/>
          </p:nvSpPr>
          <p:spPr>
            <a:xfrm>
              <a:off x="3818829" y="4872228"/>
              <a:ext cx="6076" cy="39356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l53"/>
            <p:cNvSpPr/>
            <p:nvPr/>
          </p:nvSpPr>
          <p:spPr>
            <a:xfrm>
              <a:off x="5034969" y="5680654"/>
              <a:ext cx="52086" cy="40293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l54"/>
            <p:cNvSpPr/>
            <p:nvPr/>
          </p:nvSpPr>
          <p:spPr>
            <a:xfrm>
              <a:off x="5041253" y="5308958"/>
              <a:ext cx="101332" cy="146381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5421562" y="5703199"/>
              <a:ext cx="12982" cy="17748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l56"/>
            <p:cNvSpPr/>
            <p:nvPr/>
          </p:nvSpPr>
          <p:spPr>
            <a:xfrm>
              <a:off x="5428973" y="5711410"/>
              <a:ext cx="5571" cy="9538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5171416" y="5501662"/>
              <a:ext cx="74501" cy="128284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5287431" y="5623207"/>
              <a:ext cx="49491" cy="78254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4564778" y="5363894"/>
              <a:ext cx="18371" cy="16886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4986243" y="5552465"/>
              <a:ext cx="78359" cy="128202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4628553" y="5624377"/>
              <a:ext cx="11174" cy="13889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l62"/>
            <p:cNvSpPr/>
            <p:nvPr/>
          </p:nvSpPr>
          <p:spPr>
            <a:xfrm>
              <a:off x="4762240" y="5181379"/>
              <a:ext cx="29813" cy="90488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l63"/>
            <p:cNvSpPr/>
            <p:nvPr/>
          </p:nvSpPr>
          <p:spPr>
            <a:xfrm>
              <a:off x="4568384" y="5342499"/>
              <a:ext cx="9551" cy="29024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l64"/>
            <p:cNvSpPr/>
            <p:nvPr/>
          </p:nvSpPr>
          <p:spPr>
            <a:xfrm>
              <a:off x="4924654" y="5328876"/>
              <a:ext cx="118982" cy="41655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l65"/>
            <p:cNvSpPr/>
            <p:nvPr/>
          </p:nvSpPr>
          <p:spPr>
            <a:xfrm>
              <a:off x="4746164" y="5532110"/>
              <a:ext cx="36201" cy="55120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2822643" y="2077614"/>
              <a:ext cx="4111278" cy="3643333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4608416" y="5640134"/>
              <a:ext cx="8141" cy="4816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rc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rc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rc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rc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rc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rc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rc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rc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rc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rc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rc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rc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rc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rc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rc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rc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rc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rc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rc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rc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rc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rc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rc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rc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rc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rc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rc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rc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rc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rc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rc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rc1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rc1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rc1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rc1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rc1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rc1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rc1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rc1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rc1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rc1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rc1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rc1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rc1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rc1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rc1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rc1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rc1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rc1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rc1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rc1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rc1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rc1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rc1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rc1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rc1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rc1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rc1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rc1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rc1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rc1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rc1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rc1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rc1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rc1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rc1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rc1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rc1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rc1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rc1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rc1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rc1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rc1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rc1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rc1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rc1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rc1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rc1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rc1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rc1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rc1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rc1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rc1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rc1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rc1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rc1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rc1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rc1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rc1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rc1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rc1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rc1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rc1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rc1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rc1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rc1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rc1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rc1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rc1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rc1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rc1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rc1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rc1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rc1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rc1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rc1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rc1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rc1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rc1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rc1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rc1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rc1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rc1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rc1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rc1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rc1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rc1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rc1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rc1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rc1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rc1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rc1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rc1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rc1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rc1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rc1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rc1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rc1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rc2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rc2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rc2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rc2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rc2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rc2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rc2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rc2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rc2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rc2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rc2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rc2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rc2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rc2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rc2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rc2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rc2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rc2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rc2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rc2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rc2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rc2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rc2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rc2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rc2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rc2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rc2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rc2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rc2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rc2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rc2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rc2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rc2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rc2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rc2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rc2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rc2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rc2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rc2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rc2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rc2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rc2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rc2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rc2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rc2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rc2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rc2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rc2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rc2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rc2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rc2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rc2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rc2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rc2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rc2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rc2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rc2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rc2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rc2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rc2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rc2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rc2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rc2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rc2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rc2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rc2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rc2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rc2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rc2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rc2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rc2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rc2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rc2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rc2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rc2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rc2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rc2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rc2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rc2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rc2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rc2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rc2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rc2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rc2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rc2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rc2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rc2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rc2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rc2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rc2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rc2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rc2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rc2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rc2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rc2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rc2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rc2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rc2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rc2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rc2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rc3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rc3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rc3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rc3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rc3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rc3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rc3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rc3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rc3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rc3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rc3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rc3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rc3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rc3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rc3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rc3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rc3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rc3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rc3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rc3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rc3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rc3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rc3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rc3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rc3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rc3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rc3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rc3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rc3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rc3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rc3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rc3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rc3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rc3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rc3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rc3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rc3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rc3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rc3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rc3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rc3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rc3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rc3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rc3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rc3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rc3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rc3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rc3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rc3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rc3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rc3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rc3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rc3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rc3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rc3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rc3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rc3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rc3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rc3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rc3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rc3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rc3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rc3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rc3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rc3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rc3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rc3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rc3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rc3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rc3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rc3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rc3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rc3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rc3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rc3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rc3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rc3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rc3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rc3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rc3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rc3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rc3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rc3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rc3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rc3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rc3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rc3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rc3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rc3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rc3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rc3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rc3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rc3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rc3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rc3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rc3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rc3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rc3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rc3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rc3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rc4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rc4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rc4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rc4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rc4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rc4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rc4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rc4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rc4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rc4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rc4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rc4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rc4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rc4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rc4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rc4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rc4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rc4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rc4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rc4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rc4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rc4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rc4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rc4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rc4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rc4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rc4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rc4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rc4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rc4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rc4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rc4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rc4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rc4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rc4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rc4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rc4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rc4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rc4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rc4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rc4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rc4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rc4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rc4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rc4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rc4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rc4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rc4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rc4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rc4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rc4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rc4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rc4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rc4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rc4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rc4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rc4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rc4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rc4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rc4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rc4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rc4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rc4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rc4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rc4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rc4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rc4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rc4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rc4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rc4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rc4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rc4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rc4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rc4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rc4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rc4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rc4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rc4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rc4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rc4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rc4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rc4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rc4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rc4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rc4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rc4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rc4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rc4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rc4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rc4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rc4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rc4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rc4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rc4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rc4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rc4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rc4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rc4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rc4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rc4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rc5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rc5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rc5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rc5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rc5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rc5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rc5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rc5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rc5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rc5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rc5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rc5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rc5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rc5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rc5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rc5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rc5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rc5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rc5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rc5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rc5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rc5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rc5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rc5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rc5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rc5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rc5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rc5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rc5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rc5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rc5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rc5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rc5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rc5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rc5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rc5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rc5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rc5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rc5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rc5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rc5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rc5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rc5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rc5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rc5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rc5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rc5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rc5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rc5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rc5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rc5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rc5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rc5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rc5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rc5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rc5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rc5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rc5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rc5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rc5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rc5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rc5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rc5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rc5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rc5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rc5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rc5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rc5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rc5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rc5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rc5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rc5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rc5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rc5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rc5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rc5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rc5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rc5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rc5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rc5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rc5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rc5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rc5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rc5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rc5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rc5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rc5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rc5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rc5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rc5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rc5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rc5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rc5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rc5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rc5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rc5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rc5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rc5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rc5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rc5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rc6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rc6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rc6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rc6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rc6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rc6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rc6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rc6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rc6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rc6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rc6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rc6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rc6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rc6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rc6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rc6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rc6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rc6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rc6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rc6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rc6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rc6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rc6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rc6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rc6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rc6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rc6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rc6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rc6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rc6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rc6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rc6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rc6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rc6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rc6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rc6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rc6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rc6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rc6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rc6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rc6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rc6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rc6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rc6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rc6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rc6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rc6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rc6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rc6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rc6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rc6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rc6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rc6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rc6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rc6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rc6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rc6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rc6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rc6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rc6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rc6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rc6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rc6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rc6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rc6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rc6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rc6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rc6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rc6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rc6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rc6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rc6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rc6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rc6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rc6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rc6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rc6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rc6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rc6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rc6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rc6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rc6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rc6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rc6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rc6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rc6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rc6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rc6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rc6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rc6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rc6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rc6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rc6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rc6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rc6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rc6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rc6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rc6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rc6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rc6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rc7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rc7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rc7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rc7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rc7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rc7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rc7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rc7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rc7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rc7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rc7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rc7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rc7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rc7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rc7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rc7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rc7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rc7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rc7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rc7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rc7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rc7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rc7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rc7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rc7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rc7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rc7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rc7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rc7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rc7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rc7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rc7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rc7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rc7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rc7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rc7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rc7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rc7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rc7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rc7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rc7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rc7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rc7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rc7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rc7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rc7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rc7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rc7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rc7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rc7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rc7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rc7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rc7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rc7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rc7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rc7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rc7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rc7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rc7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rc7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rc7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rc7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rc7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rc7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rc7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rc7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rc7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rc7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rc7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rc7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rc7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rc7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rc7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rc7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rc7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rc7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rc7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rc7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rc7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rc7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rc7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rc7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rc7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rc7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rc7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rc7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rc7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rc7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rc7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rc7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rc7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rc7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rc7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rc7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rc7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rc7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rc7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rc7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rc7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rc7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rc8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rc8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rc8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rc8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rc8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rc8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rc8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rc8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rc8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rc8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rc8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rc8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rc8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rc8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rc8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rc8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rc8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rc8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rc8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rc8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rc8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rc8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rc8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rc8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rc8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rc8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rc8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rc8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rc8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rc8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rc8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rc8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rc8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rc8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rc8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rc8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rc8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rc8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rc8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rc8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rc8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rc8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rc8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rc8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rc8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rc8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rc8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rc8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rc8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rc8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rc8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rc8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rc8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rc8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rc8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rc8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rc8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rc8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rc8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rc8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rc8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rc8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rc8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rc8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rc8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rc8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rc8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rc8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rc8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rc8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rc8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rc8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rc8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rc8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rc8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rc8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rc8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rc8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rc8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rc8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rc8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rc8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rc8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rc8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rc8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rc8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rc8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rc8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rc8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rc8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rc8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rc8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rc8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rc8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rc8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rc8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rc8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rc8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rc8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rc8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rc9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rc9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rc9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rc9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rc9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rc9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rc9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rc9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rc9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rc9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rc9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rc9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rc9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rc9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rc9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rc9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rc9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rc9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rc9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rc9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rc9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rc9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rc9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rc9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rc9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rc9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rc9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rc9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rc9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rc9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rc9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rc9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rc9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rc9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rc9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rc9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rc9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rc9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rc9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rc9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rc9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rc9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rc9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rc9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rc9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rc9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rc9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rc9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rc9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rc9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rc9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rc9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rc9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rc9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rc9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rc9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rc9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rc9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rc9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rc9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rc9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rc9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rc9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rc9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rc9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rc9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rc9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rc9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rc9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rc9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rc9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rc9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rc9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rc9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rc9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rc9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rc9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rc9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rc9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rc9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rc9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rc9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rc9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rc9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rc9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rc9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rc9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rc9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rc9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rc9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rc9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rc9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rc9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rc9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rc9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rc9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rc9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rc9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rc9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rc9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rc10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rc10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rc10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rc10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rc10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rc10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rc10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rc10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rc10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rc10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rc10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rc10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rc10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rc10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rc10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rc10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rc10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rc10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rc10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rc10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rc10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rc10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rc10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rc10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rc10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rc10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rc10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rc10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rc10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rc10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rc10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rc10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rc10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rc10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rc10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rc10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rc10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rc10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rc10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rc10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rc10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rc10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rc10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rc10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rc10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rc10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rc10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rc10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rc10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rc10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rc10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rc10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rc10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rc10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rc10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rc10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rc10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rc10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rc10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rc10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rc10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rc10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rc10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rc10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rc10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rc10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rc10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rc10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rc10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rc10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rc10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rc10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rc10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rc10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rc10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rc10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rc10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rc10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rc10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rc10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rc10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rc10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rc10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rc10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rc10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rc10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rc10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rc10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rc10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rc10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rc10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rc10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rc10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rc10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rc10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rc10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rc10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rc10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rc10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rc10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rc11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rc11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rc11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rc11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rc11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rc11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rc11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rc11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rc11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rc11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rc11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rc11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rc11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rc11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rc11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rc11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rc11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rc11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rc11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rc11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rc11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rc11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rc11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rc11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rc11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rc11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rc11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rc11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rc11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rc11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rc11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rc11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rc11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rc11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rc11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rc11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rc11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rc11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rc11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rc11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rc11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rc11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rc11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rc11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rc11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rc11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rc11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rc11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rc11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rc11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rc11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rc11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rc11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rc11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rc11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rc11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rc11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rc11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rc11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rc11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rc11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rc11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rc11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rc11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rc11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rc11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rc11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rc11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rc11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rc11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rc11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rc11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rc11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rc11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rc11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rc11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rc11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rc11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rc11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rc11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rc11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rc11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rc11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rc11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rc11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rc11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rc11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rc11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rc11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rc11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rc11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rc11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rc11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rc11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rc11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rc11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rc11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rc11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rc11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rc11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rc12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rc12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rc12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rc12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rc12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rc12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rc12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rc12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rc12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rc12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rc12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rc12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rc12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rc12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rc12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rc12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rc12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rc12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rc12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rc12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rc12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rc12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rc12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rc12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rc12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rc12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rc12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rc12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rc12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rc12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rc12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rc12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rc12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rc12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rc12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rc12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rc12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rc12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rc12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rc12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rc12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rc12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rc12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rc12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rc12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rc12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rc12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rc12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rc12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rc12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rc12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rc12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rc12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rc12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rc12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rc12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rc12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rc12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rc12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rc12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rc12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rc12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rc12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rc12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rc12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rc12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rc12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rc12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rc12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rc12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rc12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rc12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rc12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rc12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rc12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rc12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rc12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rc12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rc12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rc12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rc12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rc12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rc12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rc12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rc12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rc12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rc12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rc12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rc12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rc12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rc12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rc12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rc12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rc12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rc12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rc12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rc12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rc12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rc12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rc12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rc13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rc13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rc13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rc13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rc13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rc13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rc13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rc13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rc13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rc13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rc13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rc13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rc13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rc13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rc13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rc13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rc13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rc13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rc13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rc13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rc13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rc13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rc13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rc13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rc13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rc13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rc13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rc13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rc13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rc13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rc13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rc13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rc13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rc13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rc13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rc13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rc13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rc13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rc13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rc13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rc13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rc13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rc13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rc13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rc13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rc13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rc13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rc13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rc13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rc13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rc13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rc13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rc13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rc13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rc13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rc13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rc13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rc13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rc13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rc13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rc13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rc13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rc13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rc13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rc13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rc13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rc13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rc13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rc13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rc13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rc13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rc13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rc13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rc13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rc13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rc13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rc13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rc13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rc13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rc13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rc13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rc13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rc13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rc13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rc13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rc13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rc13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rc13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rc13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rc13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rc13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rc13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rc13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rc13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rc13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rc13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rc13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rc13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rc13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rc13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rc14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rc14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rc14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rc14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rc14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rc14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rc14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rc14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rc14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rc14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rc14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rc14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rc14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rc14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rc14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rc14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rc14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rc14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rc14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rc14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rc14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rc14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rc14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rc14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rc14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rc14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rc14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rc14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rc14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rc14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rc14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rc14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rc14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rc14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rc14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rc14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rc14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rc14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rc14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rc14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rc14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rc14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rc14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rc14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rc14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rc14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rc14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rc14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rc14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rc14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rc14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rc14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rc14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rc14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rc14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rc14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rc14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rc14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rc14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rc14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rc14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rc14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rc14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rc14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rc14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rc14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rc14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rc14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rc14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rc14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rc14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rc14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rc14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rc14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rc14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rc14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rc14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rc14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rc14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rc14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rc14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rc14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rc14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rc14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rc14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rc14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rc14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rc14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rc14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rc14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rc14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rc14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rc14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rc14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rc14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rc14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t1496"/>
            <p:cNvSpPr/>
            <p:nvPr/>
          </p:nvSpPr>
          <p:spPr>
            <a:xfrm>
              <a:off x="3703093" y="4884942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t1497"/>
            <p:cNvSpPr/>
            <p:nvPr/>
          </p:nvSpPr>
          <p:spPr>
            <a:xfrm>
              <a:off x="4870974" y="4341281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t1498"/>
            <p:cNvSpPr/>
            <p:nvPr/>
          </p:nvSpPr>
          <p:spPr>
            <a:xfrm>
              <a:off x="3091945" y="4889443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t1499"/>
            <p:cNvSpPr/>
            <p:nvPr/>
          </p:nvSpPr>
          <p:spPr>
            <a:xfrm>
              <a:off x="2844018" y="5101831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t1500"/>
            <p:cNvSpPr/>
            <p:nvPr/>
          </p:nvSpPr>
          <p:spPr>
            <a:xfrm>
              <a:off x="4662798" y="455235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t1501"/>
            <p:cNvSpPr/>
            <p:nvPr/>
          </p:nvSpPr>
          <p:spPr>
            <a:xfrm>
              <a:off x="4651641" y="455617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t1502"/>
            <p:cNvSpPr/>
            <p:nvPr/>
          </p:nvSpPr>
          <p:spPr>
            <a:xfrm>
              <a:off x="3644728" y="4915794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t1503"/>
            <p:cNvSpPr/>
            <p:nvPr/>
          </p:nvSpPr>
          <p:spPr>
            <a:xfrm>
              <a:off x="2950412" y="5018090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t1504"/>
            <p:cNvSpPr/>
            <p:nvPr/>
          </p:nvSpPr>
          <p:spPr>
            <a:xfrm>
              <a:off x="5251239" y="3767724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t1505"/>
            <p:cNvSpPr/>
            <p:nvPr/>
          </p:nvSpPr>
          <p:spPr>
            <a:xfrm>
              <a:off x="4620972" y="4636357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t1506"/>
            <p:cNvSpPr/>
            <p:nvPr/>
          </p:nvSpPr>
          <p:spPr>
            <a:xfrm>
              <a:off x="4613430" y="463134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t1507"/>
            <p:cNvSpPr/>
            <p:nvPr/>
          </p:nvSpPr>
          <p:spPr>
            <a:xfrm>
              <a:off x="3455820" y="4916357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t1508"/>
            <p:cNvSpPr/>
            <p:nvPr/>
          </p:nvSpPr>
          <p:spPr>
            <a:xfrm>
              <a:off x="3544878" y="4941534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t1509"/>
            <p:cNvSpPr/>
            <p:nvPr/>
          </p:nvSpPr>
          <p:spPr>
            <a:xfrm>
              <a:off x="4777436" y="4449350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t1510"/>
            <p:cNvSpPr/>
            <p:nvPr/>
          </p:nvSpPr>
          <p:spPr>
            <a:xfrm>
              <a:off x="3275559" y="485674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t1511"/>
            <p:cNvSpPr/>
            <p:nvPr/>
          </p:nvSpPr>
          <p:spPr>
            <a:xfrm>
              <a:off x="5783085" y="300582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t1512"/>
            <p:cNvSpPr/>
            <p:nvPr/>
          </p:nvSpPr>
          <p:spPr>
            <a:xfrm>
              <a:off x="5722490" y="3222851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t1513"/>
            <p:cNvSpPr/>
            <p:nvPr/>
          </p:nvSpPr>
          <p:spPr>
            <a:xfrm>
              <a:off x="5724182" y="3215289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t1514"/>
            <p:cNvSpPr/>
            <p:nvPr/>
          </p:nvSpPr>
          <p:spPr>
            <a:xfrm>
              <a:off x="4605237" y="4773366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t1515"/>
            <p:cNvSpPr/>
            <p:nvPr/>
          </p:nvSpPr>
          <p:spPr>
            <a:xfrm>
              <a:off x="3835068" y="4782789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t1516"/>
            <p:cNvSpPr/>
            <p:nvPr/>
          </p:nvSpPr>
          <p:spPr>
            <a:xfrm>
              <a:off x="5791476" y="3048149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t1517"/>
            <p:cNvSpPr/>
            <p:nvPr/>
          </p:nvSpPr>
          <p:spPr>
            <a:xfrm>
              <a:off x="5335275" y="3563560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t1518"/>
            <p:cNvSpPr/>
            <p:nvPr/>
          </p:nvSpPr>
          <p:spPr>
            <a:xfrm>
              <a:off x="5267689" y="3512956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t1519"/>
            <p:cNvSpPr/>
            <p:nvPr/>
          </p:nvSpPr>
          <p:spPr>
            <a:xfrm>
              <a:off x="6342754" y="289950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t1520"/>
            <p:cNvSpPr/>
            <p:nvPr/>
          </p:nvSpPr>
          <p:spPr>
            <a:xfrm>
              <a:off x="6343849" y="2897409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t1521"/>
            <p:cNvSpPr/>
            <p:nvPr/>
          </p:nvSpPr>
          <p:spPr>
            <a:xfrm>
              <a:off x="3208395" y="4865154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t1522"/>
            <p:cNvSpPr/>
            <p:nvPr/>
          </p:nvSpPr>
          <p:spPr>
            <a:xfrm>
              <a:off x="5150647" y="3845186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t1523"/>
            <p:cNvSpPr/>
            <p:nvPr/>
          </p:nvSpPr>
          <p:spPr>
            <a:xfrm>
              <a:off x="5142505" y="3833267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t1524"/>
            <p:cNvSpPr/>
            <p:nvPr/>
          </p:nvSpPr>
          <p:spPr>
            <a:xfrm>
              <a:off x="5264014" y="4023139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t1525"/>
            <p:cNvSpPr/>
            <p:nvPr/>
          </p:nvSpPr>
          <p:spPr>
            <a:xfrm>
              <a:off x="6681072" y="2572527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t1526"/>
            <p:cNvSpPr/>
            <p:nvPr/>
          </p:nvSpPr>
          <p:spPr>
            <a:xfrm>
              <a:off x="5104327" y="3666783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t1527"/>
            <p:cNvSpPr/>
            <p:nvPr/>
          </p:nvSpPr>
          <p:spPr>
            <a:xfrm>
              <a:off x="5937468" y="2869795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t1528"/>
            <p:cNvSpPr/>
            <p:nvPr/>
          </p:nvSpPr>
          <p:spPr>
            <a:xfrm>
              <a:off x="5894575" y="2896863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t1529"/>
            <p:cNvSpPr/>
            <p:nvPr/>
          </p:nvSpPr>
          <p:spPr>
            <a:xfrm>
              <a:off x="5005068" y="4254863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t1530"/>
            <p:cNvSpPr/>
            <p:nvPr/>
          </p:nvSpPr>
          <p:spPr>
            <a:xfrm>
              <a:off x="4996316" y="4280302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t1531"/>
            <p:cNvSpPr/>
            <p:nvPr/>
          </p:nvSpPr>
          <p:spPr>
            <a:xfrm>
              <a:off x="5522979" y="3273097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t1532"/>
            <p:cNvSpPr/>
            <p:nvPr/>
          </p:nvSpPr>
          <p:spPr>
            <a:xfrm>
              <a:off x="4181724" y="4878591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t1533"/>
            <p:cNvSpPr/>
            <p:nvPr/>
          </p:nvSpPr>
          <p:spPr>
            <a:xfrm>
              <a:off x="4230005" y="4877670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t1534"/>
            <p:cNvSpPr/>
            <p:nvPr/>
          </p:nvSpPr>
          <p:spPr>
            <a:xfrm>
              <a:off x="5595680" y="3255503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rc1535"/>
            <p:cNvSpPr/>
            <p:nvPr/>
          </p:nvSpPr>
          <p:spPr>
            <a:xfrm>
              <a:off x="2846145" y="5108635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rc1536"/>
            <p:cNvSpPr/>
            <p:nvPr/>
          </p:nvSpPr>
          <p:spPr>
            <a:xfrm>
              <a:off x="3548924" y="4945376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rc1537"/>
            <p:cNvSpPr/>
            <p:nvPr/>
          </p:nvSpPr>
          <p:spPr>
            <a:xfrm>
              <a:off x="4610071" y="4778345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rc1538"/>
            <p:cNvSpPr/>
            <p:nvPr/>
          </p:nvSpPr>
          <p:spPr>
            <a:xfrm>
              <a:off x="5130692" y="3829699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rc1539"/>
            <p:cNvSpPr/>
            <p:nvPr/>
          </p:nvSpPr>
          <p:spPr>
            <a:xfrm>
              <a:off x="5167074" y="3721898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rc1540"/>
            <p:cNvSpPr/>
            <p:nvPr/>
          </p:nvSpPr>
          <p:spPr>
            <a:xfrm>
              <a:off x="5162881" y="3824615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rc1541"/>
            <p:cNvSpPr/>
            <p:nvPr/>
          </p:nvSpPr>
          <p:spPr>
            <a:xfrm>
              <a:off x="5788193" y="3011154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rc1542"/>
            <p:cNvSpPr/>
            <p:nvPr/>
          </p:nvSpPr>
          <p:spPr>
            <a:xfrm>
              <a:off x="5940595" y="2880330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l1543"/>
            <p:cNvSpPr/>
            <p:nvPr/>
          </p:nvSpPr>
          <p:spPr>
            <a:xfrm>
              <a:off x="2882274" y="5161877"/>
              <a:ext cx="3006" cy="45251"/>
            </a:xfrm>
            <a:custGeom>
              <a:avLst/>
              <a:gdLst/>
              <a:ahLst/>
              <a:cxnLst/>
              <a:rect l="0" t="0" r="0" b="0"/>
              <a:pathLst>
                <a:path w="3006" h="45251">
                  <a:moveTo>
                    <a:pt x="0" y="45251"/>
                  </a:moveTo>
                  <a:lnTo>
                    <a:pt x="3006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l1544"/>
            <p:cNvSpPr/>
            <p:nvPr/>
          </p:nvSpPr>
          <p:spPr>
            <a:xfrm>
              <a:off x="3600056" y="4926956"/>
              <a:ext cx="56032" cy="48761"/>
            </a:xfrm>
            <a:custGeom>
              <a:avLst/>
              <a:gdLst/>
              <a:ahLst/>
              <a:cxnLst/>
              <a:rect l="0" t="0" r="0" b="0"/>
              <a:pathLst>
                <a:path w="56032" h="48761">
                  <a:moveTo>
                    <a:pt x="56032" y="0"/>
                  </a:moveTo>
                  <a:lnTo>
                    <a:pt x="0" y="4876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l1545"/>
            <p:cNvSpPr/>
            <p:nvPr/>
          </p:nvSpPr>
          <p:spPr>
            <a:xfrm>
              <a:off x="4661204" y="4760090"/>
              <a:ext cx="55850" cy="48595"/>
            </a:xfrm>
            <a:custGeom>
              <a:avLst/>
              <a:gdLst/>
              <a:ahLst/>
              <a:cxnLst/>
              <a:rect l="0" t="0" r="0" b="0"/>
              <a:pathLst>
                <a:path w="55850" h="48595">
                  <a:moveTo>
                    <a:pt x="55850" y="0"/>
                  </a:moveTo>
                  <a:lnTo>
                    <a:pt x="0" y="4859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l1546"/>
            <p:cNvSpPr/>
            <p:nvPr/>
          </p:nvSpPr>
          <p:spPr>
            <a:xfrm>
              <a:off x="5760762" y="3060845"/>
              <a:ext cx="56330" cy="49037"/>
            </a:xfrm>
            <a:custGeom>
              <a:avLst/>
              <a:gdLst/>
              <a:ahLst/>
              <a:cxnLst/>
              <a:rect l="0" t="0" r="0" b="0"/>
              <a:pathLst>
                <a:path w="56330" h="49037">
                  <a:moveTo>
                    <a:pt x="0" y="49037"/>
                  </a:moveTo>
                  <a:lnTo>
                    <a:pt x="5633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l1547"/>
            <p:cNvSpPr/>
            <p:nvPr/>
          </p:nvSpPr>
          <p:spPr>
            <a:xfrm>
              <a:off x="5991724" y="2861646"/>
              <a:ext cx="56314" cy="49023"/>
            </a:xfrm>
            <a:custGeom>
              <a:avLst/>
              <a:gdLst/>
              <a:ahLst/>
              <a:cxnLst/>
              <a:rect l="0" t="0" r="0" b="0"/>
              <a:pathLst>
                <a:path w="56314" h="49023">
                  <a:moveTo>
                    <a:pt x="56314" y="0"/>
                  </a:moveTo>
                  <a:lnTo>
                    <a:pt x="0" y="4902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2618647" y="5207128"/>
              <a:ext cx="527243" cy="191932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1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tx1549"/>
            <p:cNvSpPr/>
            <p:nvPr/>
          </p:nvSpPr>
          <p:spPr>
            <a:xfrm>
              <a:off x="2664367" y="5252848"/>
              <a:ext cx="435803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550" name="pg1550"/>
            <p:cNvSpPr/>
            <p:nvPr/>
          </p:nvSpPr>
          <p:spPr>
            <a:xfrm>
              <a:off x="3518863" y="4735023"/>
              <a:ext cx="519562" cy="191932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2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2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tx1551"/>
            <p:cNvSpPr/>
            <p:nvPr/>
          </p:nvSpPr>
          <p:spPr>
            <a:xfrm>
              <a:off x="3564583" y="4780743"/>
              <a:ext cx="428122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552" name="pg1552"/>
            <p:cNvSpPr/>
            <p:nvPr/>
          </p:nvSpPr>
          <p:spPr>
            <a:xfrm>
              <a:off x="4583607" y="4568157"/>
              <a:ext cx="511698" cy="191932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1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tx1553"/>
            <p:cNvSpPr/>
            <p:nvPr/>
          </p:nvSpPr>
          <p:spPr>
            <a:xfrm>
              <a:off x="4629327" y="4613877"/>
              <a:ext cx="420258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554" name="pg1554"/>
            <p:cNvSpPr/>
            <p:nvPr/>
          </p:nvSpPr>
          <p:spPr>
            <a:xfrm>
              <a:off x="5362914" y="3109883"/>
              <a:ext cx="550468" cy="191932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2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tx1555"/>
            <p:cNvSpPr/>
            <p:nvPr/>
          </p:nvSpPr>
          <p:spPr>
            <a:xfrm>
              <a:off x="5408634" y="3155603"/>
              <a:ext cx="459028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556" name="pg1556"/>
            <p:cNvSpPr/>
            <p:nvPr/>
          </p:nvSpPr>
          <p:spPr>
            <a:xfrm>
              <a:off x="5891481" y="2669713"/>
              <a:ext cx="558332" cy="191932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1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2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tx1557"/>
            <p:cNvSpPr/>
            <p:nvPr/>
          </p:nvSpPr>
          <p:spPr>
            <a:xfrm>
              <a:off x="5937201" y="2715433"/>
              <a:ext cx="466892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558" name="pl1558"/>
            <p:cNvSpPr/>
            <p:nvPr/>
          </p:nvSpPr>
          <p:spPr>
            <a:xfrm>
              <a:off x="2572908" y="2077614"/>
              <a:ext cx="0" cy="3643333"/>
            </a:xfrm>
            <a:custGeom>
              <a:avLst/>
              <a:gdLst/>
              <a:ahLst/>
              <a:cxnLst/>
              <a:rect l="0" t="0" r="0" b="0"/>
              <a:pathLst>
                <a:path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tx1559"/>
            <p:cNvSpPr/>
            <p:nvPr/>
          </p:nvSpPr>
          <p:spPr>
            <a:xfrm>
              <a:off x="2260556" y="553980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560" name="tx1560"/>
            <p:cNvSpPr/>
            <p:nvPr/>
          </p:nvSpPr>
          <p:spPr>
            <a:xfrm>
              <a:off x="2384914" y="55214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61" name="tx1561"/>
            <p:cNvSpPr/>
            <p:nvPr/>
          </p:nvSpPr>
          <p:spPr>
            <a:xfrm>
              <a:off x="2429628" y="553980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62" name="tx1562"/>
            <p:cNvSpPr/>
            <p:nvPr/>
          </p:nvSpPr>
          <p:spPr>
            <a:xfrm>
              <a:off x="2260556" y="48390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563" name="tx1563"/>
            <p:cNvSpPr/>
            <p:nvPr/>
          </p:nvSpPr>
          <p:spPr>
            <a:xfrm>
              <a:off x="2384914" y="4820697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64" name="tx1564"/>
            <p:cNvSpPr/>
            <p:nvPr/>
          </p:nvSpPr>
          <p:spPr>
            <a:xfrm>
              <a:off x="2429628" y="4839076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65" name="tx1565"/>
            <p:cNvSpPr/>
            <p:nvPr/>
          </p:nvSpPr>
          <p:spPr>
            <a:xfrm>
              <a:off x="2260556" y="413843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1566" name="tx1566"/>
            <p:cNvSpPr/>
            <p:nvPr/>
          </p:nvSpPr>
          <p:spPr>
            <a:xfrm>
              <a:off x="2384914" y="412005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67" name="tx1567"/>
            <p:cNvSpPr/>
            <p:nvPr/>
          </p:nvSpPr>
          <p:spPr>
            <a:xfrm>
              <a:off x="2429628" y="413843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68" name="tx1568"/>
            <p:cNvSpPr/>
            <p:nvPr/>
          </p:nvSpPr>
          <p:spPr>
            <a:xfrm>
              <a:off x="2260556" y="343779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569" name="tx1569"/>
            <p:cNvSpPr/>
            <p:nvPr/>
          </p:nvSpPr>
          <p:spPr>
            <a:xfrm>
              <a:off x="2384914" y="341941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70" name="tx1570"/>
            <p:cNvSpPr/>
            <p:nvPr/>
          </p:nvSpPr>
          <p:spPr>
            <a:xfrm>
              <a:off x="2429628" y="343779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71" name="tx1571"/>
            <p:cNvSpPr/>
            <p:nvPr/>
          </p:nvSpPr>
          <p:spPr>
            <a:xfrm>
              <a:off x="2260556" y="273724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1572" name="tx1572"/>
            <p:cNvSpPr/>
            <p:nvPr/>
          </p:nvSpPr>
          <p:spPr>
            <a:xfrm>
              <a:off x="2384914" y="271886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73" name="tx1573"/>
            <p:cNvSpPr/>
            <p:nvPr/>
          </p:nvSpPr>
          <p:spPr>
            <a:xfrm>
              <a:off x="2429628" y="273724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74" name="tx1574"/>
            <p:cNvSpPr/>
            <p:nvPr/>
          </p:nvSpPr>
          <p:spPr>
            <a:xfrm>
              <a:off x="2260556" y="203651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575" name="tx1575"/>
            <p:cNvSpPr/>
            <p:nvPr/>
          </p:nvSpPr>
          <p:spPr>
            <a:xfrm>
              <a:off x="2384914" y="2018132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76" name="tx1576"/>
            <p:cNvSpPr/>
            <p:nvPr/>
          </p:nvSpPr>
          <p:spPr>
            <a:xfrm>
              <a:off x="2429628" y="2036512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77" name="pl1577"/>
            <p:cNvSpPr/>
            <p:nvPr/>
          </p:nvSpPr>
          <p:spPr>
            <a:xfrm>
              <a:off x="2538114" y="558081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l1578"/>
            <p:cNvSpPr/>
            <p:nvPr/>
          </p:nvSpPr>
          <p:spPr>
            <a:xfrm>
              <a:off x="2538114" y="488017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l1579"/>
            <p:cNvSpPr/>
            <p:nvPr/>
          </p:nvSpPr>
          <p:spPr>
            <a:xfrm>
              <a:off x="2538114" y="41795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l1580"/>
            <p:cNvSpPr/>
            <p:nvPr/>
          </p:nvSpPr>
          <p:spPr>
            <a:xfrm>
              <a:off x="2538114" y="347889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l1581"/>
            <p:cNvSpPr/>
            <p:nvPr/>
          </p:nvSpPr>
          <p:spPr>
            <a:xfrm>
              <a:off x="2538114" y="277825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l1582"/>
            <p:cNvSpPr/>
            <p:nvPr/>
          </p:nvSpPr>
          <p:spPr>
            <a:xfrm>
              <a:off x="2538114" y="207761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l1583"/>
            <p:cNvSpPr/>
            <p:nvPr/>
          </p:nvSpPr>
          <p:spPr>
            <a:xfrm>
              <a:off x="2572908" y="5720948"/>
              <a:ext cx="4476454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l1584"/>
            <p:cNvSpPr/>
            <p:nvPr/>
          </p:nvSpPr>
          <p:spPr>
            <a:xfrm>
              <a:off x="2572908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l1585"/>
            <p:cNvSpPr/>
            <p:nvPr/>
          </p:nvSpPr>
          <p:spPr>
            <a:xfrm>
              <a:off x="313246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l1586"/>
            <p:cNvSpPr/>
            <p:nvPr/>
          </p:nvSpPr>
          <p:spPr>
            <a:xfrm>
              <a:off x="369202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l1587"/>
            <p:cNvSpPr/>
            <p:nvPr/>
          </p:nvSpPr>
          <p:spPr>
            <a:xfrm>
              <a:off x="4251579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l1588"/>
            <p:cNvSpPr/>
            <p:nvPr/>
          </p:nvSpPr>
          <p:spPr>
            <a:xfrm>
              <a:off x="481113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l1589"/>
            <p:cNvSpPr/>
            <p:nvPr/>
          </p:nvSpPr>
          <p:spPr>
            <a:xfrm>
              <a:off x="537069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l1590"/>
            <p:cNvSpPr/>
            <p:nvPr/>
          </p:nvSpPr>
          <p:spPr>
            <a:xfrm>
              <a:off x="5930249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l1591"/>
            <p:cNvSpPr/>
            <p:nvPr/>
          </p:nvSpPr>
          <p:spPr>
            <a:xfrm>
              <a:off x="648980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l1592"/>
            <p:cNvSpPr/>
            <p:nvPr/>
          </p:nvSpPr>
          <p:spPr>
            <a:xfrm>
              <a:off x="7049363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tx1593"/>
            <p:cNvSpPr/>
            <p:nvPr/>
          </p:nvSpPr>
          <p:spPr>
            <a:xfrm>
              <a:off x="2404567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594" name="tx1594"/>
            <p:cNvSpPr/>
            <p:nvPr/>
          </p:nvSpPr>
          <p:spPr>
            <a:xfrm>
              <a:off x="259110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95" name="tx1595"/>
            <p:cNvSpPr/>
            <p:nvPr/>
          </p:nvSpPr>
          <p:spPr>
            <a:xfrm>
              <a:off x="263581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596" name="tx1596"/>
            <p:cNvSpPr/>
            <p:nvPr/>
          </p:nvSpPr>
          <p:spPr>
            <a:xfrm>
              <a:off x="2979715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1597" name="tx1597"/>
            <p:cNvSpPr/>
            <p:nvPr/>
          </p:nvSpPr>
          <p:spPr>
            <a:xfrm>
              <a:off x="3135071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98" name="tx1598"/>
            <p:cNvSpPr/>
            <p:nvPr/>
          </p:nvSpPr>
          <p:spPr>
            <a:xfrm>
              <a:off x="3179785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599" name="tx1599"/>
            <p:cNvSpPr/>
            <p:nvPr/>
          </p:nvSpPr>
          <p:spPr>
            <a:xfrm>
              <a:off x="353927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1600" name="tx1600"/>
            <p:cNvSpPr/>
            <p:nvPr/>
          </p:nvSpPr>
          <p:spPr>
            <a:xfrm>
              <a:off x="369462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01" name="tx1601"/>
            <p:cNvSpPr/>
            <p:nvPr/>
          </p:nvSpPr>
          <p:spPr>
            <a:xfrm>
              <a:off x="373934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02" name="tx1602"/>
            <p:cNvSpPr/>
            <p:nvPr/>
          </p:nvSpPr>
          <p:spPr>
            <a:xfrm>
              <a:off x="4098828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1603" name="tx1603"/>
            <p:cNvSpPr/>
            <p:nvPr/>
          </p:nvSpPr>
          <p:spPr>
            <a:xfrm>
              <a:off x="425418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04" name="tx1604"/>
            <p:cNvSpPr/>
            <p:nvPr/>
          </p:nvSpPr>
          <p:spPr>
            <a:xfrm>
              <a:off x="429889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05" name="tx1605"/>
            <p:cNvSpPr/>
            <p:nvPr/>
          </p:nvSpPr>
          <p:spPr>
            <a:xfrm>
              <a:off x="4658385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1606" name="tx1606"/>
            <p:cNvSpPr/>
            <p:nvPr/>
          </p:nvSpPr>
          <p:spPr>
            <a:xfrm>
              <a:off x="481374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07" name="tx1607"/>
            <p:cNvSpPr/>
            <p:nvPr/>
          </p:nvSpPr>
          <p:spPr>
            <a:xfrm>
              <a:off x="485845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08" name="tx1608"/>
            <p:cNvSpPr/>
            <p:nvPr/>
          </p:nvSpPr>
          <p:spPr>
            <a:xfrm>
              <a:off x="5217942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1609" name="tx1609"/>
            <p:cNvSpPr/>
            <p:nvPr/>
          </p:nvSpPr>
          <p:spPr>
            <a:xfrm>
              <a:off x="537329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10" name="tx1610"/>
            <p:cNvSpPr/>
            <p:nvPr/>
          </p:nvSpPr>
          <p:spPr>
            <a:xfrm>
              <a:off x="5418013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11" name="tx1611"/>
            <p:cNvSpPr/>
            <p:nvPr/>
          </p:nvSpPr>
          <p:spPr>
            <a:xfrm>
              <a:off x="5777499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1612" name="tx1612"/>
            <p:cNvSpPr/>
            <p:nvPr/>
          </p:nvSpPr>
          <p:spPr>
            <a:xfrm>
              <a:off x="593285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13" name="tx1613"/>
            <p:cNvSpPr/>
            <p:nvPr/>
          </p:nvSpPr>
          <p:spPr>
            <a:xfrm>
              <a:off x="597756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14" name="tx1614"/>
            <p:cNvSpPr/>
            <p:nvPr/>
          </p:nvSpPr>
          <p:spPr>
            <a:xfrm>
              <a:off x="633705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1615" name="tx1615"/>
            <p:cNvSpPr/>
            <p:nvPr/>
          </p:nvSpPr>
          <p:spPr>
            <a:xfrm>
              <a:off x="649241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16" name="tx1616"/>
            <p:cNvSpPr/>
            <p:nvPr/>
          </p:nvSpPr>
          <p:spPr>
            <a:xfrm>
              <a:off x="653712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17" name="tx1617"/>
            <p:cNvSpPr/>
            <p:nvPr/>
          </p:nvSpPr>
          <p:spPr>
            <a:xfrm>
              <a:off x="6896612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1618" name="tx1618"/>
            <p:cNvSpPr/>
            <p:nvPr/>
          </p:nvSpPr>
          <p:spPr>
            <a:xfrm>
              <a:off x="7051969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19" name="tx1619"/>
            <p:cNvSpPr/>
            <p:nvPr/>
          </p:nvSpPr>
          <p:spPr>
            <a:xfrm>
              <a:off x="7096683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20" name="tx1620"/>
            <p:cNvSpPr/>
            <p:nvPr/>
          </p:nvSpPr>
          <p:spPr>
            <a:xfrm>
              <a:off x="4504217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1621" name="tx1621"/>
            <p:cNvSpPr/>
            <p:nvPr/>
          </p:nvSpPr>
          <p:spPr>
            <a:xfrm rot="-5400000">
              <a:off x="1896166" y="3849172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1622" name="tx1622"/>
            <p:cNvSpPr/>
            <p:nvPr/>
          </p:nvSpPr>
          <p:spPr>
            <a:xfrm>
              <a:off x="2572908" y="1669789"/>
              <a:ext cx="3371209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Map of Seascape &amp; Experimental Population </a:t>
              </a:r>
            </a:p>
          </p:txBody>
        </p:sp>
        <p:sp>
          <p:nvSpPr>
            <p:cNvPr id="1623" name="tx1623"/>
            <p:cNvSpPr/>
            <p:nvPr/>
          </p:nvSpPr>
          <p:spPr>
            <a:xfrm>
              <a:off x="2572908" y="1850840"/>
              <a:ext cx="94978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Source Sites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3200400" y="3657602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2257903" y="1600200"/>
              <a:ext cx="4628193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898941" y="1896563"/>
              <a:ext cx="3917565" cy="38244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5670248" y="2084613"/>
              <a:ext cx="112623" cy="211773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4804745" y="3497801"/>
              <a:ext cx="215821" cy="415685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757595" y="5516533"/>
              <a:ext cx="101935" cy="186280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3971994" y="5097035"/>
              <a:ext cx="592216" cy="603094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3316413" y="1896563"/>
              <a:ext cx="1751847" cy="3798672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4692685" y="1896563"/>
              <a:ext cx="1082264" cy="973826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800372" y="1896563"/>
              <a:ext cx="28664" cy="147362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g13"/>
            <p:cNvSpPr/>
            <p:nvPr/>
          </p:nvSpPr>
          <p:spPr>
            <a:xfrm>
              <a:off x="3777088" y="3716594"/>
              <a:ext cx="158117" cy="136934"/>
            </a:xfrm>
            <a:custGeom>
              <a:avLst/>
              <a:gdLst/>
              <a:ahLst/>
              <a:cxnLst/>
              <a:rect l="0" t="0" r="0" b="0"/>
              <a:pathLst>
                <a:path w="158117" h="136934">
                  <a:moveTo>
                    <a:pt x="79058" y="0"/>
                  </a:moveTo>
                  <a:lnTo>
                    <a:pt x="158117" y="136934"/>
                  </a:lnTo>
                  <a:lnTo>
                    <a:pt x="0" y="136934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g14"/>
            <p:cNvSpPr/>
            <p:nvPr/>
          </p:nvSpPr>
          <p:spPr>
            <a:xfrm>
              <a:off x="3748271" y="4431820"/>
              <a:ext cx="158117" cy="136934"/>
            </a:xfrm>
            <a:custGeom>
              <a:avLst/>
              <a:gdLst/>
              <a:ahLst/>
              <a:cxnLst/>
              <a:rect l="0" t="0" r="0" b="0"/>
              <a:pathLst>
                <a:path w="158117" h="136934">
                  <a:moveTo>
                    <a:pt x="79058" y="0"/>
                  </a:moveTo>
                  <a:lnTo>
                    <a:pt x="158117" y="136934"/>
                  </a:lnTo>
                  <a:lnTo>
                    <a:pt x="0" y="136934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rc15"/>
            <p:cNvSpPr/>
            <p:nvPr/>
          </p:nvSpPr>
          <p:spPr>
            <a:xfrm>
              <a:off x="3681463" y="4518498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rc16"/>
            <p:cNvSpPr/>
            <p:nvPr/>
          </p:nvSpPr>
          <p:spPr>
            <a:xfrm>
              <a:off x="3931498" y="3767869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c17"/>
            <p:cNvSpPr/>
            <p:nvPr/>
          </p:nvSpPr>
          <p:spPr>
            <a:xfrm>
              <a:off x="3902680" y="4483095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4540078" y="411758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5117609" y="2695974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4653128" y="2343609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848771" y="4656972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792814" y="4573973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530435" y="341472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l24"/>
            <p:cNvSpPr/>
            <p:nvPr/>
          </p:nvSpPr>
          <p:spPr>
            <a:xfrm>
              <a:off x="3985244" y="3517473"/>
              <a:ext cx="959892" cy="286314"/>
            </a:xfrm>
            <a:custGeom>
              <a:avLst/>
              <a:gdLst/>
              <a:ahLst/>
              <a:cxnLst/>
              <a:rect l="0" t="0" r="0" b="0"/>
              <a:pathLst>
                <a:path w="959892" h="286314">
                  <a:moveTo>
                    <a:pt x="959892" y="0"/>
                  </a:moveTo>
                  <a:lnTo>
                    <a:pt x="0" y="28631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l25"/>
            <p:cNvSpPr/>
            <p:nvPr/>
          </p:nvSpPr>
          <p:spPr>
            <a:xfrm>
              <a:off x="3956412" y="4232746"/>
              <a:ext cx="948297" cy="286222"/>
            </a:xfrm>
            <a:custGeom>
              <a:avLst/>
              <a:gdLst/>
              <a:ahLst/>
              <a:cxnLst/>
              <a:rect l="0" t="0" r="0" b="0"/>
              <a:pathLst>
                <a:path w="948297" h="286222">
                  <a:moveTo>
                    <a:pt x="948297" y="0"/>
                  </a:moveTo>
                  <a:lnTo>
                    <a:pt x="0" y="28622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4945136" y="3419201"/>
              <a:ext cx="667694" cy="191932"/>
            </a:xfrm>
            <a:custGeom>
              <a:avLst/>
              <a:gdLst/>
              <a:ahLst/>
              <a:cxnLst/>
              <a:rect l="0" t="0" r="0" b="0"/>
              <a:pathLst>
                <a:path w="667694" h="191932">
                  <a:moveTo>
                    <a:pt x="27432" y="191932"/>
                  </a:moveTo>
                  <a:lnTo>
                    <a:pt x="640262" y="191932"/>
                  </a:lnTo>
                  <a:lnTo>
                    <a:pt x="639158" y="191910"/>
                  </a:lnTo>
                  <a:lnTo>
                    <a:pt x="643569" y="191732"/>
                  </a:lnTo>
                  <a:lnTo>
                    <a:pt x="647894" y="190849"/>
                  </a:lnTo>
                  <a:lnTo>
                    <a:pt x="652022" y="189284"/>
                  </a:lnTo>
                  <a:lnTo>
                    <a:pt x="655846" y="187076"/>
                  </a:lnTo>
                  <a:lnTo>
                    <a:pt x="659265" y="184284"/>
                  </a:lnTo>
                  <a:lnTo>
                    <a:pt x="662193" y="180980"/>
                  </a:lnTo>
                  <a:lnTo>
                    <a:pt x="664552" y="177248"/>
                  </a:lnTo>
                  <a:lnTo>
                    <a:pt x="666283" y="173187"/>
                  </a:lnTo>
                  <a:lnTo>
                    <a:pt x="667339" y="168900"/>
                  </a:lnTo>
                  <a:lnTo>
                    <a:pt x="667694" y="164500"/>
                  </a:lnTo>
                  <a:lnTo>
                    <a:pt x="667694" y="27432"/>
                  </a:lnTo>
                  <a:lnTo>
                    <a:pt x="667339" y="23031"/>
                  </a:lnTo>
                  <a:lnTo>
                    <a:pt x="666283" y="18745"/>
                  </a:lnTo>
                  <a:lnTo>
                    <a:pt x="664552" y="14683"/>
                  </a:lnTo>
                  <a:lnTo>
                    <a:pt x="662193" y="10952"/>
                  </a:lnTo>
                  <a:lnTo>
                    <a:pt x="659265" y="7647"/>
                  </a:lnTo>
                  <a:lnTo>
                    <a:pt x="655846" y="4855"/>
                  </a:lnTo>
                  <a:lnTo>
                    <a:pt x="652022" y="2648"/>
                  </a:lnTo>
                  <a:lnTo>
                    <a:pt x="647894" y="1083"/>
                  </a:lnTo>
                  <a:lnTo>
                    <a:pt x="643569" y="200"/>
                  </a:lnTo>
                  <a:lnTo>
                    <a:pt x="640262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tx27"/>
            <p:cNvSpPr/>
            <p:nvPr/>
          </p:nvSpPr>
          <p:spPr>
            <a:xfrm>
              <a:off x="4990856" y="3464921"/>
              <a:ext cx="57625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28" name="pg28"/>
            <p:cNvSpPr/>
            <p:nvPr/>
          </p:nvSpPr>
          <p:spPr>
            <a:xfrm>
              <a:off x="4904710" y="4134422"/>
              <a:ext cx="690920" cy="191932"/>
            </a:xfrm>
            <a:custGeom>
              <a:avLst/>
              <a:gdLst/>
              <a:ahLst/>
              <a:cxnLst/>
              <a:rect l="0" t="0" r="0" b="0"/>
              <a:pathLst>
                <a:path w="690920" h="191932">
                  <a:moveTo>
                    <a:pt x="27432" y="191932"/>
                  </a:moveTo>
                  <a:lnTo>
                    <a:pt x="663488" y="191932"/>
                  </a:lnTo>
                  <a:lnTo>
                    <a:pt x="662384" y="191910"/>
                  </a:lnTo>
                  <a:lnTo>
                    <a:pt x="666795" y="191732"/>
                  </a:lnTo>
                  <a:lnTo>
                    <a:pt x="671120" y="190849"/>
                  </a:lnTo>
                  <a:lnTo>
                    <a:pt x="675248" y="189284"/>
                  </a:lnTo>
                  <a:lnTo>
                    <a:pt x="679071" y="187076"/>
                  </a:lnTo>
                  <a:lnTo>
                    <a:pt x="682491" y="184284"/>
                  </a:lnTo>
                  <a:lnTo>
                    <a:pt x="685418" y="180980"/>
                  </a:lnTo>
                  <a:lnTo>
                    <a:pt x="687778" y="177248"/>
                  </a:lnTo>
                  <a:lnTo>
                    <a:pt x="689508" y="173187"/>
                  </a:lnTo>
                  <a:lnTo>
                    <a:pt x="690565" y="168900"/>
                  </a:lnTo>
                  <a:lnTo>
                    <a:pt x="690920" y="164500"/>
                  </a:lnTo>
                  <a:lnTo>
                    <a:pt x="690920" y="27431"/>
                  </a:lnTo>
                  <a:lnTo>
                    <a:pt x="690565" y="23031"/>
                  </a:lnTo>
                  <a:lnTo>
                    <a:pt x="689508" y="18745"/>
                  </a:lnTo>
                  <a:lnTo>
                    <a:pt x="687778" y="14683"/>
                  </a:lnTo>
                  <a:lnTo>
                    <a:pt x="685418" y="10952"/>
                  </a:lnTo>
                  <a:lnTo>
                    <a:pt x="682491" y="7647"/>
                  </a:lnTo>
                  <a:lnTo>
                    <a:pt x="679071" y="4855"/>
                  </a:lnTo>
                  <a:lnTo>
                    <a:pt x="675248" y="2648"/>
                  </a:lnTo>
                  <a:lnTo>
                    <a:pt x="671120" y="1083"/>
                  </a:lnTo>
                  <a:lnTo>
                    <a:pt x="666795" y="200"/>
                  </a:lnTo>
                  <a:lnTo>
                    <a:pt x="66348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x29"/>
            <p:cNvSpPr/>
            <p:nvPr/>
          </p:nvSpPr>
          <p:spPr>
            <a:xfrm>
              <a:off x="4950430" y="4180142"/>
              <a:ext cx="59948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813216" y="3545846"/>
              <a:ext cx="40663" cy="248197"/>
            </a:xfrm>
            <a:custGeom>
              <a:avLst/>
              <a:gdLst/>
              <a:ahLst/>
              <a:cxnLst/>
              <a:rect l="0" t="0" r="0" b="0"/>
              <a:pathLst>
                <a:path w="40663" h="248197">
                  <a:moveTo>
                    <a:pt x="0" y="0"/>
                  </a:moveTo>
                  <a:lnTo>
                    <a:pt x="40663" y="24819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3815396" y="4261791"/>
              <a:ext cx="11293" cy="247315"/>
            </a:xfrm>
            <a:custGeom>
              <a:avLst/>
              <a:gdLst/>
              <a:ahLst/>
              <a:cxnLst/>
              <a:rect l="0" t="0" r="0" b="0"/>
              <a:pathLst>
                <a:path w="11293" h="247315">
                  <a:moveTo>
                    <a:pt x="0" y="0"/>
                  </a:moveTo>
                  <a:lnTo>
                    <a:pt x="11293" y="24731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3129976" y="3419199"/>
              <a:ext cx="683239" cy="191932"/>
            </a:xfrm>
            <a:custGeom>
              <a:avLst/>
              <a:gdLst/>
              <a:ahLst/>
              <a:cxnLst/>
              <a:rect l="0" t="0" r="0" b="0"/>
              <a:pathLst>
                <a:path w="683239" h="191932">
                  <a:moveTo>
                    <a:pt x="27431" y="191932"/>
                  </a:moveTo>
                  <a:lnTo>
                    <a:pt x="655807" y="191932"/>
                  </a:lnTo>
                  <a:lnTo>
                    <a:pt x="654703" y="191910"/>
                  </a:lnTo>
                  <a:lnTo>
                    <a:pt x="659114" y="191732"/>
                  </a:lnTo>
                  <a:lnTo>
                    <a:pt x="663439" y="190849"/>
                  </a:lnTo>
                  <a:lnTo>
                    <a:pt x="667567" y="189284"/>
                  </a:lnTo>
                  <a:lnTo>
                    <a:pt x="671390" y="187076"/>
                  </a:lnTo>
                  <a:lnTo>
                    <a:pt x="674810" y="184284"/>
                  </a:lnTo>
                  <a:lnTo>
                    <a:pt x="677737" y="180980"/>
                  </a:lnTo>
                  <a:lnTo>
                    <a:pt x="680097" y="177248"/>
                  </a:lnTo>
                  <a:lnTo>
                    <a:pt x="681827" y="173187"/>
                  </a:lnTo>
                  <a:lnTo>
                    <a:pt x="682884" y="168900"/>
                  </a:lnTo>
                  <a:lnTo>
                    <a:pt x="683239" y="164500"/>
                  </a:lnTo>
                  <a:lnTo>
                    <a:pt x="683239" y="27431"/>
                  </a:lnTo>
                  <a:lnTo>
                    <a:pt x="682884" y="23031"/>
                  </a:lnTo>
                  <a:lnTo>
                    <a:pt x="681827" y="18745"/>
                  </a:lnTo>
                  <a:lnTo>
                    <a:pt x="680097" y="14683"/>
                  </a:lnTo>
                  <a:lnTo>
                    <a:pt x="677737" y="10952"/>
                  </a:lnTo>
                  <a:lnTo>
                    <a:pt x="674810" y="7647"/>
                  </a:lnTo>
                  <a:lnTo>
                    <a:pt x="671390" y="4855"/>
                  </a:lnTo>
                  <a:lnTo>
                    <a:pt x="667567" y="2648"/>
                  </a:lnTo>
                  <a:lnTo>
                    <a:pt x="663439" y="1083"/>
                  </a:lnTo>
                  <a:lnTo>
                    <a:pt x="659114" y="200"/>
                  </a:lnTo>
                  <a:lnTo>
                    <a:pt x="655807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tx33"/>
            <p:cNvSpPr/>
            <p:nvPr/>
          </p:nvSpPr>
          <p:spPr>
            <a:xfrm>
              <a:off x="3175696" y="3464919"/>
              <a:ext cx="591799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4" name="pg34"/>
            <p:cNvSpPr/>
            <p:nvPr/>
          </p:nvSpPr>
          <p:spPr>
            <a:xfrm>
              <a:off x="3070160" y="4134424"/>
              <a:ext cx="745235" cy="191932"/>
            </a:xfrm>
            <a:custGeom>
              <a:avLst/>
              <a:gdLst/>
              <a:ahLst/>
              <a:cxnLst/>
              <a:rect l="0" t="0" r="0" b="0"/>
              <a:pathLst>
                <a:path w="745235" h="191932">
                  <a:moveTo>
                    <a:pt x="27431" y="191932"/>
                  </a:moveTo>
                  <a:lnTo>
                    <a:pt x="717804" y="191932"/>
                  </a:lnTo>
                  <a:lnTo>
                    <a:pt x="716699" y="191910"/>
                  </a:lnTo>
                  <a:lnTo>
                    <a:pt x="721110" y="191732"/>
                  </a:lnTo>
                  <a:lnTo>
                    <a:pt x="725436" y="190849"/>
                  </a:lnTo>
                  <a:lnTo>
                    <a:pt x="729563" y="189284"/>
                  </a:lnTo>
                  <a:lnTo>
                    <a:pt x="733387" y="187076"/>
                  </a:lnTo>
                  <a:lnTo>
                    <a:pt x="736806" y="184284"/>
                  </a:lnTo>
                  <a:lnTo>
                    <a:pt x="739734" y="180980"/>
                  </a:lnTo>
                  <a:lnTo>
                    <a:pt x="742093" y="177248"/>
                  </a:lnTo>
                  <a:lnTo>
                    <a:pt x="743824" y="173187"/>
                  </a:lnTo>
                  <a:lnTo>
                    <a:pt x="744880" y="168900"/>
                  </a:lnTo>
                  <a:lnTo>
                    <a:pt x="745235" y="164500"/>
                  </a:lnTo>
                  <a:lnTo>
                    <a:pt x="745235" y="27432"/>
                  </a:lnTo>
                  <a:lnTo>
                    <a:pt x="744880" y="23031"/>
                  </a:lnTo>
                  <a:lnTo>
                    <a:pt x="743824" y="18745"/>
                  </a:lnTo>
                  <a:lnTo>
                    <a:pt x="742093" y="14683"/>
                  </a:lnTo>
                  <a:lnTo>
                    <a:pt x="739734" y="10952"/>
                  </a:lnTo>
                  <a:lnTo>
                    <a:pt x="736806" y="7647"/>
                  </a:lnTo>
                  <a:lnTo>
                    <a:pt x="733387" y="4855"/>
                  </a:lnTo>
                  <a:lnTo>
                    <a:pt x="729563" y="2648"/>
                  </a:lnTo>
                  <a:lnTo>
                    <a:pt x="725436" y="1083"/>
                  </a:lnTo>
                  <a:lnTo>
                    <a:pt x="721110" y="200"/>
                  </a:lnTo>
                  <a:lnTo>
                    <a:pt x="71780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x35"/>
            <p:cNvSpPr/>
            <p:nvPr/>
          </p:nvSpPr>
          <p:spPr>
            <a:xfrm>
              <a:off x="3115880" y="4180144"/>
              <a:ext cx="65379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723891" y="4572330"/>
              <a:ext cx="114586" cy="656103"/>
            </a:xfrm>
            <a:custGeom>
              <a:avLst/>
              <a:gdLst/>
              <a:ahLst/>
              <a:cxnLst/>
              <a:rect l="0" t="0" r="0" b="0"/>
              <a:pathLst>
                <a:path w="114586" h="656103">
                  <a:moveTo>
                    <a:pt x="114586" y="656103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3838477" y="5145555"/>
              <a:ext cx="535106" cy="191932"/>
            </a:xfrm>
            <a:custGeom>
              <a:avLst/>
              <a:gdLst/>
              <a:ahLst/>
              <a:cxnLst/>
              <a:rect l="0" t="0" r="0" b="0"/>
              <a:pathLst>
                <a:path w="535106" h="191932">
                  <a:moveTo>
                    <a:pt x="27432" y="191932"/>
                  </a:moveTo>
                  <a:lnTo>
                    <a:pt x="507674" y="191932"/>
                  </a:lnTo>
                  <a:lnTo>
                    <a:pt x="506570" y="191910"/>
                  </a:lnTo>
                  <a:lnTo>
                    <a:pt x="510981" y="191732"/>
                  </a:lnTo>
                  <a:lnTo>
                    <a:pt x="515306" y="190849"/>
                  </a:lnTo>
                  <a:lnTo>
                    <a:pt x="519434" y="189284"/>
                  </a:lnTo>
                  <a:lnTo>
                    <a:pt x="523258" y="187076"/>
                  </a:lnTo>
                  <a:lnTo>
                    <a:pt x="526677" y="184284"/>
                  </a:lnTo>
                  <a:lnTo>
                    <a:pt x="529605" y="180980"/>
                  </a:lnTo>
                  <a:lnTo>
                    <a:pt x="531964" y="177248"/>
                  </a:lnTo>
                  <a:lnTo>
                    <a:pt x="533695" y="173187"/>
                  </a:lnTo>
                  <a:lnTo>
                    <a:pt x="534751" y="168900"/>
                  </a:lnTo>
                  <a:lnTo>
                    <a:pt x="535106" y="164500"/>
                  </a:lnTo>
                  <a:lnTo>
                    <a:pt x="535106" y="27432"/>
                  </a:lnTo>
                  <a:lnTo>
                    <a:pt x="534751" y="23031"/>
                  </a:lnTo>
                  <a:lnTo>
                    <a:pt x="533695" y="18745"/>
                  </a:lnTo>
                  <a:lnTo>
                    <a:pt x="531964" y="14683"/>
                  </a:lnTo>
                  <a:lnTo>
                    <a:pt x="529605" y="10952"/>
                  </a:lnTo>
                  <a:lnTo>
                    <a:pt x="526677" y="7647"/>
                  </a:lnTo>
                  <a:lnTo>
                    <a:pt x="523258" y="4855"/>
                  </a:lnTo>
                  <a:lnTo>
                    <a:pt x="519434" y="2648"/>
                  </a:lnTo>
                  <a:lnTo>
                    <a:pt x="515306" y="1083"/>
                  </a:lnTo>
                  <a:lnTo>
                    <a:pt x="510981" y="200"/>
                  </a:lnTo>
                  <a:lnTo>
                    <a:pt x="507674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tx38"/>
            <p:cNvSpPr/>
            <p:nvPr/>
          </p:nvSpPr>
          <p:spPr>
            <a:xfrm>
              <a:off x="3884197" y="5191275"/>
              <a:ext cx="44366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2898941" y="1896563"/>
              <a:ext cx="0" cy="3824476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tx40"/>
            <p:cNvSpPr/>
            <p:nvPr/>
          </p:nvSpPr>
          <p:spPr>
            <a:xfrm>
              <a:off x="2493411" y="521115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36.5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710947" y="519277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755661" y="521115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493411" y="472328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10947" y="470491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755661" y="472328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493411" y="423542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710947" y="421704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755661" y="423542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493411" y="374751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710947" y="3729134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55661" y="374751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493411" y="32596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710947" y="324127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755661" y="325964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2493411" y="277183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710947" y="275345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755661" y="277183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493411" y="228396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39.5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710947" y="226558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755661" y="228396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1" name="pl61"/>
            <p:cNvSpPr/>
            <p:nvPr/>
          </p:nvSpPr>
          <p:spPr>
            <a:xfrm>
              <a:off x="2864147" y="525225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l62"/>
            <p:cNvSpPr/>
            <p:nvPr/>
          </p:nvSpPr>
          <p:spPr>
            <a:xfrm>
              <a:off x="2864147" y="476439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l63"/>
            <p:cNvSpPr/>
            <p:nvPr/>
          </p:nvSpPr>
          <p:spPr>
            <a:xfrm>
              <a:off x="2864147" y="42765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l64"/>
            <p:cNvSpPr/>
            <p:nvPr/>
          </p:nvSpPr>
          <p:spPr>
            <a:xfrm>
              <a:off x="2864147" y="378866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l65"/>
            <p:cNvSpPr/>
            <p:nvPr/>
          </p:nvSpPr>
          <p:spPr>
            <a:xfrm>
              <a:off x="2864147" y="330079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2864147" y="281293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2864147" y="232506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2898941" y="5721039"/>
              <a:ext cx="3917565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3557659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4326761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5095862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5864964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6634066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tx74"/>
            <p:cNvSpPr/>
            <p:nvPr/>
          </p:nvSpPr>
          <p:spPr>
            <a:xfrm>
              <a:off x="3420407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544766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589480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4189509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4313868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358582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4958611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5082969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127684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727713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5852071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5896785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6496815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6621173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6665887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4550806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90" name="tx90"/>
            <p:cNvSpPr/>
            <p:nvPr/>
          </p:nvSpPr>
          <p:spPr>
            <a:xfrm rot="-5400000">
              <a:off x="2129021" y="3758692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898941" y="1669789"/>
              <a:ext cx="2262591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Map of Common Garden Sites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731520" y="2560321"/>
            <a:ext cx="13167360" cy="7241541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5" name="rc5"/>
            <p:cNvSpPr/>
            <p:nvPr/>
          </p:nvSpPr>
          <p:spPr>
            <a:xfrm>
              <a:off x="878142" y="1894809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870"/>
            </a:p>
          </p:txBody>
        </p:sp>
        <p:pic>
          <p:nvPicPr>
            <p:cNvPr id="6" name="pic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8142" y="1894809"/>
              <a:ext cx="7739068" cy="1229686"/>
            </a:xfrm>
            <a:prstGeom prst="rect">
              <a:avLst/>
            </a:prstGeom>
          </p:spPr>
        </p:pic>
        <p:sp>
          <p:nvSpPr>
            <p:cNvPr id="7" name="pl7"/>
            <p:cNvSpPr/>
            <p:nvPr/>
          </p:nvSpPr>
          <p:spPr>
            <a:xfrm>
              <a:off x="878142" y="1894809"/>
              <a:ext cx="0" cy="122968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8" name="tx8"/>
            <p:cNvSpPr/>
            <p:nvPr/>
          </p:nvSpPr>
          <p:spPr>
            <a:xfrm>
              <a:off x="753333" y="3028551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691154" y="27490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691154" y="246960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691154" y="219012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691154" y="191065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843348" y="306860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14" name="pl14"/>
            <p:cNvSpPr/>
            <p:nvPr/>
          </p:nvSpPr>
          <p:spPr>
            <a:xfrm>
              <a:off x="843348" y="27891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15" name="pl15"/>
            <p:cNvSpPr/>
            <p:nvPr/>
          </p:nvSpPr>
          <p:spPr>
            <a:xfrm>
              <a:off x="843348" y="250965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16" name="pl16"/>
            <p:cNvSpPr/>
            <p:nvPr/>
          </p:nvSpPr>
          <p:spPr>
            <a:xfrm>
              <a:off x="843348" y="223017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17" name="pl17"/>
            <p:cNvSpPr/>
            <p:nvPr/>
          </p:nvSpPr>
          <p:spPr>
            <a:xfrm>
              <a:off x="843348" y="195070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18" name="pl18"/>
            <p:cNvSpPr/>
            <p:nvPr/>
          </p:nvSpPr>
          <p:spPr>
            <a:xfrm>
              <a:off x="878142" y="3124496"/>
              <a:ext cx="7739068" cy="0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19" name="pl19"/>
            <p:cNvSpPr/>
            <p:nvPr/>
          </p:nvSpPr>
          <p:spPr>
            <a:xfrm>
              <a:off x="1333382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20" name="pl20"/>
            <p:cNvSpPr/>
            <p:nvPr/>
          </p:nvSpPr>
          <p:spPr>
            <a:xfrm>
              <a:off x="2092114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21" name="pl21"/>
            <p:cNvSpPr/>
            <p:nvPr/>
          </p:nvSpPr>
          <p:spPr>
            <a:xfrm>
              <a:off x="2850846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22" name="pl22"/>
            <p:cNvSpPr/>
            <p:nvPr/>
          </p:nvSpPr>
          <p:spPr>
            <a:xfrm>
              <a:off x="3609578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23" name="pl23"/>
            <p:cNvSpPr/>
            <p:nvPr/>
          </p:nvSpPr>
          <p:spPr>
            <a:xfrm>
              <a:off x="4368310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24" name="pl24"/>
            <p:cNvSpPr/>
            <p:nvPr/>
          </p:nvSpPr>
          <p:spPr>
            <a:xfrm>
              <a:off x="5127042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25" name="pl25"/>
            <p:cNvSpPr/>
            <p:nvPr/>
          </p:nvSpPr>
          <p:spPr>
            <a:xfrm>
              <a:off x="5885775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26" name="pl26"/>
            <p:cNvSpPr/>
            <p:nvPr/>
          </p:nvSpPr>
          <p:spPr>
            <a:xfrm>
              <a:off x="6644507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27" name="pl27"/>
            <p:cNvSpPr/>
            <p:nvPr/>
          </p:nvSpPr>
          <p:spPr>
            <a:xfrm>
              <a:off x="7403239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28" name="pl28"/>
            <p:cNvSpPr/>
            <p:nvPr/>
          </p:nvSpPr>
          <p:spPr>
            <a:xfrm>
              <a:off x="8161971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29" name="tx29"/>
            <p:cNvSpPr/>
            <p:nvPr/>
          </p:nvSpPr>
          <p:spPr>
            <a:xfrm rot="-2700000">
              <a:off x="1065038" y="3298278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0" name="tx30"/>
            <p:cNvSpPr/>
            <p:nvPr/>
          </p:nvSpPr>
          <p:spPr>
            <a:xfrm rot="-2700000">
              <a:off x="1828921" y="3296144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" name="tx31"/>
            <p:cNvSpPr/>
            <p:nvPr/>
          </p:nvSpPr>
          <p:spPr>
            <a:xfrm rot="-2700000">
              <a:off x="2593039" y="3293914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2" name="tx32"/>
            <p:cNvSpPr/>
            <p:nvPr/>
          </p:nvSpPr>
          <p:spPr>
            <a:xfrm rot="-2700000">
              <a:off x="3335849" y="3300509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3" name="tx33"/>
            <p:cNvSpPr/>
            <p:nvPr/>
          </p:nvSpPr>
          <p:spPr>
            <a:xfrm rot="-2700000">
              <a:off x="4004279" y="3337913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4" name="tx34"/>
            <p:cNvSpPr/>
            <p:nvPr/>
          </p:nvSpPr>
          <p:spPr>
            <a:xfrm rot="-2700000">
              <a:off x="4747245" y="3344444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5" name="tx35"/>
            <p:cNvSpPr/>
            <p:nvPr/>
          </p:nvSpPr>
          <p:spPr>
            <a:xfrm rot="-2700000">
              <a:off x="5601587" y="3304841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6" name="tx36"/>
            <p:cNvSpPr/>
            <p:nvPr/>
          </p:nvSpPr>
          <p:spPr>
            <a:xfrm rot="-2700000">
              <a:off x="6354934" y="3307071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7" name="tx37"/>
            <p:cNvSpPr/>
            <p:nvPr/>
          </p:nvSpPr>
          <p:spPr>
            <a:xfrm rot="-2700000">
              <a:off x="7028671" y="334227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8" name="tx38"/>
            <p:cNvSpPr/>
            <p:nvPr/>
          </p:nvSpPr>
          <p:spPr>
            <a:xfrm rot="-2700000">
              <a:off x="7745178" y="3359768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627341" y="3663974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760"/>
                </a:lnSpc>
              </a:pPr>
              <a:r>
                <a:rPr sz="17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8735" y="2459544"/>
              <a:ext cx="77632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760"/>
                </a:lnSpc>
              </a:pPr>
              <a:r>
                <a:rPr sz="17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78142" y="1669789"/>
              <a:ext cx="1107978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Trends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457200" y="3863181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43" name="rc43"/>
            <p:cNvSpPr/>
            <p:nvPr/>
          </p:nvSpPr>
          <p:spPr>
            <a:xfrm>
              <a:off x="878142" y="4157791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870"/>
            </a:p>
          </p:txBody>
        </p:sp>
        <p:pic>
          <p:nvPicPr>
            <p:cNvPr id="44" name="pic4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78142" y="4157791"/>
              <a:ext cx="7739068" cy="1229686"/>
            </a:xfrm>
            <a:prstGeom prst="rect">
              <a:avLst/>
            </a:prstGeom>
          </p:spPr>
        </p:pic>
        <p:sp>
          <p:nvSpPr>
            <p:cNvPr id="45" name="pl45"/>
            <p:cNvSpPr/>
            <p:nvPr/>
          </p:nvSpPr>
          <p:spPr>
            <a:xfrm>
              <a:off x="878142" y="4157791"/>
              <a:ext cx="0" cy="122968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46" name="tx46"/>
            <p:cNvSpPr/>
            <p:nvPr/>
          </p:nvSpPr>
          <p:spPr>
            <a:xfrm>
              <a:off x="753333" y="529153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1154" y="496656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1154" y="464159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1154" y="431662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pl50"/>
            <p:cNvSpPr/>
            <p:nvPr/>
          </p:nvSpPr>
          <p:spPr>
            <a:xfrm>
              <a:off x="843348" y="533158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51" name="pl51"/>
            <p:cNvSpPr/>
            <p:nvPr/>
          </p:nvSpPr>
          <p:spPr>
            <a:xfrm>
              <a:off x="843348" y="500661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52" name="pl52"/>
            <p:cNvSpPr/>
            <p:nvPr/>
          </p:nvSpPr>
          <p:spPr>
            <a:xfrm>
              <a:off x="843348" y="468164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53" name="pl53"/>
            <p:cNvSpPr/>
            <p:nvPr/>
          </p:nvSpPr>
          <p:spPr>
            <a:xfrm>
              <a:off x="843348" y="435667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54" name="pl54"/>
            <p:cNvSpPr/>
            <p:nvPr/>
          </p:nvSpPr>
          <p:spPr>
            <a:xfrm>
              <a:off x="878142" y="5387478"/>
              <a:ext cx="7739068" cy="0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55" name="pl55"/>
            <p:cNvSpPr/>
            <p:nvPr/>
          </p:nvSpPr>
          <p:spPr>
            <a:xfrm>
              <a:off x="1333382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56" name="pl56"/>
            <p:cNvSpPr/>
            <p:nvPr/>
          </p:nvSpPr>
          <p:spPr>
            <a:xfrm>
              <a:off x="2092114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57" name="pl57"/>
            <p:cNvSpPr/>
            <p:nvPr/>
          </p:nvSpPr>
          <p:spPr>
            <a:xfrm>
              <a:off x="2850846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58" name="pl58"/>
            <p:cNvSpPr/>
            <p:nvPr/>
          </p:nvSpPr>
          <p:spPr>
            <a:xfrm>
              <a:off x="3609578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59" name="pl59"/>
            <p:cNvSpPr/>
            <p:nvPr/>
          </p:nvSpPr>
          <p:spPr>
            <a:xfrm>
              <a:off x="4368310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60" name="pl60"/>
            <p:cNvSpPr/>
            <p:nvPr/>
          </p:nvSpPr>
          <p:spPr>
            <a:xfrm>
              <a:off x="5127042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61" name="pl61"/>
            <p:cNvSpPr/>
            <p:nvPr/>
          </p:nvSpPr>
          <p:spPr>
            <a:xfrm>
              <a:off x="5885775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62" name="pl62"/>
            <p:cNvSpPr/>
            <p:nvPr/>
          </p:nvSpPr>
          <p:spPr>
            <a:xfrm>
              <a:off x="6644507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63" name="pl63"/>
            <p:cNvSpPr/>
            <p:nvPr/>
          </p:nvSpPr>
          <p:spPr>
            <a:xfrm>
              <a:off x="7403239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64" name="pl64"/>
            <p:cNvSpPr/>
            <p:nvPr/>
          </p:nvSpPr>
          <p:spPr>
            <a:xfrm>
              <a:off x="8161971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65" name="tx65"/>
            <p:cNvSpPr/>
            <p:nvPr/>
          </p:nvSpPr>
          <p:spPr>
            <a:xfrm rot="-2700000">
              <a:off x="1065038" y="5561259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66" name="tx66"/>
            <p:cNvSpPr/>
            <p:nvPr/>
          </p:nvSpPr>
          <p:spPr>
            <a:xfrm rot="-2700000">
              <a:off x="1828921" y="5559126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67" name="tx67"/>
            <p:cNvSpPr/>
            <p:nvPr/>
          </p:nvSpPr>
          <p:spPr>
            <a:xfrm rot="-2700000">
              <a:off x="2593039" y="5556895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68" name="tx68"/>
            <p:cNvSpPr/>
            <p:nvPr/>
          </p:nvSpPr>
          <p:spPr>
            <a:xfrm rot="-2700000">
              <a:off x="3335849" y="5563490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4004279" y="5600895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4747245" y="5607425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5601587" y="5567822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6354934" y="5570053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7028671" y="5605259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7745178" y="5622749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40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627341" y="5926955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760"/>
                </a:lnSpc>
              </a:pPr>
              <a:r>
                <a:rPr sz="17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76" name="tx76"/>
            <p:cNvSpPr/>
            <p:nvPr/>
          </p:nvSpPr>
          <p:spPr>
            <a:xfrm rot="-5400000">
              <a:off x="256446" y="4722525"/>
              <a:ext cx="64090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760"/>
                </a:lnSpc>
              </a:pPr>
              <a:r>
                <a:rPr sz="17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78142" y="3932770"/>
              <a:ext cx="1526956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Temperature Trends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3200400" y="3657602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2324530"/>
              <a:ext cx="8229600" cy="30773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026729" y="2620894"/>
              <a:ext cx="6613066" cy="20746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rc6"/>
            <p:cNvSpPr/>
            <p:nvPr/>
          </p:nvSpPr>
          <p:spPr>
            <a:xfrm>
              <a:off x="6278282" y="3982407"/>
              <a:ext cx="648339" cy="648339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/>
            <p:cNvSpPr/>
            <p:nvPr/>
          </p:nvSpPr>
          <p:spPr>
            <a:xfrm>
              <a:off x="6278282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/>
            <p:cNvSpPr/>
            <p:nvPr/>
          </p:nvSpPr>
          <p:spPr>
            <a:xfrm>
              <a:off x="627828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/>
            <p:cNvSpPr/>
            <p:nvPr/>
          </p:nvSpPr>
          <p:spPr>
            <a:xfrm>
              <a:off x="3684922" y="3982407"/>
              <a:ext cx="648339" cy="648339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rc10"/>
            <p:cNvSpPr/>
            <p:nvPr/>
          </p:nvSpPr>
          <p:spPr>
            <a:xfrm>
              <a:off x="3684922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rc11"/>
            <p:cNvSpPr/>
            <p:nvPr/>
          </p:nvSpPr>
          <p:spPr>
            <a:xfrm>
              <a:off x="368492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rc12"/>
            <p:cNvSpPr/>
            <p:nvPr/>
          </p:nvSpPr>
          <p:spPr>
            <a:xfrm>
              <a:off x="4333262" y="3982407"/>
              <a:ext cx="648339" cy="648339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rc13"/>
            <p:cNvSpPr/>
            <p:nvPr/>
          </p:nvSpPr>
          <p:spPr>
            <a:xfrm>
              <a:off x="4333262" y="3334068"/>
              <a:ext cx="648339" cy="648339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rc14"/>
            <p:cNvSpPr/>
            <p:nvPr/>
          </p:nvSpPr>
          <p:spPr>
            <a:xfrm>
              <a:off x="4333262" y="2685728"/>
              <a:ext cx="648339" cy="648339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rc15"/>
            <p:cNvSpPr/>
            <p:nvPr/>
          </p:nvSpPr>
          <p:spPr>
            <a:xfrm>
              <a:off x="1091563" y="3982407"/>
              <a:ext cx="648339" cy="648339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rc16"/>
            <p:cNvSpPr/>
            <p:nvPr/>
          </p:nvSpPr>
          <p:spPr>
            <a:xfrm>
              <a:off x="1091563" y="3334068"/>
              <a:ext cx="648339" cy="648339"/>
            </a:xfrm>
            <a:prstGeom prst="rect">
              <a:avLst/>
            </a:prstGeom>
            <a:solidFill>
              <a:srgbClr val="FEAA7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c17"/>
            <p:cNvSpPr/>
            <p:nvPr/>
          </p:nvSpPr>
          <p:spPr>
            <a:xfrm>
              <a:off x="109156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rc18"/>
            <p:cNvSpPr/>
            <p:nvPr/>
          </p:nvSpPr>
          <p:spPr>
            <a:xfrm>
              <a:off x="1739903" y="3982407"/>
              <a:ext cx="648339" cy="648339"/>
            </a:xfrm>
            <a:prstGeom prst="rect">
              <a:avLst/>
            </a:prstGeom>
            <a:solidFill>
              <a:srgbClr val="E24D6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rc19"/>
            <p:cNvSpPr/>
            <p:nvPr/>
          </p:nvSpPr>
          <p:spPr>
            <a:xfrm>
              <a:off x="1739903" y="3334068"/>
              <a:ext cx="648339" cy="648339"/>
            </a:xfrm>
            <a:prstGeom prst="rect">
              <a:avLst/>
            </a:prstGeom>
            <a:solidFill>
              <a:srgbClr val="FD956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rc20"/>
            <p:cNvSpPr/>
            <p:nvPr/>
          </p:nvSpPr>
          <p:spPr>
            <a:xfrm>
              <a:off x="173990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rc21"/>
            <p:cNvSpPr/>
            <p:nvPr/>
          </p:nvSpPr>
          <p:spPr>
            <a:xfrm>
              <a:off x="2388243" y="3982407"/>
              <a:ext cx="648339" cy="648339"/>
            </a:xfrm>
            <a:prstGeom prst="rect">
              <a:avLst/>
            </a:prstGeom>
            <a:solidFill>
              <a:srgbClr val="07061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rc22"/>
            <p:cNvSpPr/>
            <p:nvPr/>
          </p:nvSpPr>
          <p:spPr>
            <a:xfrm>
              <a:off x="2388243" y="3334068"/>
              <a:ext cx="648339" cy="648339"/>
            </a:xfrm>
            <a:prstGeom prst="rect">
              <a:avLst/>
            </a:prstGeom>
            <a:solidFill>
              <a:srgbClr val="9F2F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rc23"/>
            <p:cNvSpPr/>
            <p:nvPr/>
          </p:nvSpPr>
          <p:spPr>
            <a:xfrm>
              <a:off x="238824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rc24"/>
            <p:cNvSpPr/>
            <p:nvPr/>
          </p:nvSpPr>
          <p:spPr>
            <a:xfrm>
              <a:off x="3036582" y="3982407"/>
              <a:ext cx="648339" cy="648339"/>
            </a:xfrm>
            <a:prstGeom prst="rect">
              <a:avLst/>
            </a:prstGeom>
            <a:solidFill>
              <a:srgbClr val="00000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rc25"/>
            <p:cNvSpPr/>
            <p:nvPr/>
          </p:nvSpPr>
          <p:spPr>
            <a:xfrm>
              <a:off x="3036582" y="3334068"/>
              <a:ext cx="648339" cy="648339"/>
            </a:xfrm>
            <a:prstGeom prst="rect">
              <a:avLst/>
            </a:prstGeom>
            <a:solidFill>
              <a:srgbClr val="FDE0A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rc26"/>
            <p:cNvSpPr/>
            <p:nvPr/>
          </p:nvSpPr>
          <p:spPr>
            <a:xfrm>
              <a:off x="3036582" y="2685728"/>
              <a:ext cx="648339" cy="648339"/>
            </a:xfrm>
            <a:prstGeom prst="rect">
              <a:avLst/>
            </a:prstGeom>
            <a:solidFill>
              <a:srgbClr val="5C16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rc27"/>
            <p:cNvSpPr/>
            <p:nvPr/>
          </p:nvSpPr>
          <p:spPr>
            <a:xfrm>
              <a:off x="4981602" y="3982407"/>
              <a:ext cx="648339" cy="648339"/>
            </a:xfrm>
            <a:prstGeom prst="rect">
              <a:avLst/>
            </a:prstGeom>
            <a:solidFill>
              <a:srgbClr val="0A082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rc28"/>
            <p:cNvSpPr/>
            <p:nvPr/>
          </p:nvSpPr>
          <p:spPr>
            <a:xfrm>
              <a:off x="4981602" y="3334068"/>
              <a:ext cx="648339" cy="648339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rc29"/>
            <p:cNvSpPr/>
            <p:nvPr/>
          </p:nvSpPr>
          <p:spPr>
            <a:xfrm>
              <a:off x="498160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rc30"/>
            <p:cNvSpPr/>
            <p:nvPr/>
          </p:nvSpPr>
          <p:spPr>
            <a:xfrm>
              <a:off x="5629942" y="3982407"/>
              <a:ext cx="648339" cy="648339"/>
            </a:xfrm>
            <a:prstGeom prst="rect">
              <a:avLst/>
            </a:prstGeom>
            <a:solidFill>
              <a:srgbClr val="FEC28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rc31"/>
            <p:cNvSpPr/>
            <p:nvPr/>
          </p:nvSpPr>
          <p:spPr>
            <a:xfrm>
              <a:off x="5629942" y="3334068"/>
              <a:ext cx="648339" cy="648339"/>
            </a:xfrm>
            <a:prstGeom prst="rect">
              <a:avLst/>
            </a:prstGeom>
            <a:solidFill>
              <a:srgbClr val="982D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rc32"/>
            <p:cNvSpPr/>
            <p:nvPr/>
          </p:nvSpPr>
          <p:spPr>
            <a:xfrm>
              <a:off x="562994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rc33"/>
            <p:cNvSpPr/>
            <p:nvPr/>
          </p:nvSpPr>
          <p:spPr>
            <a:xfrm>
              <a:off x="6926622" y="3982407"/>
              <a:ext cx="648339" cy="648339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rc34"/>
            <p:cNvSpPr/>
            <p:nvPr/>
          </p:nvSpPr>
          <p:spPr>
            <a:xfrm>
              <a:off x="6926622" y="3334068"/>
              <a:ext cx="648339" cy="648339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rc35"/>
            <p:cNvSpPr/>
            <p:nvPr/>
          </p:nvSpPr>
          <p:spPr>
            <a:xfrm>
              <a:off x="6926622" y="2685728"/>
              <a:ext cx="648339" cy="648339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tx36"/>
            <p:cNvSpPr/>
            <p:nvPr/>
          </p:nvSpPr>
          <p:spPr>
            <a:xfrm>
              <a:off x="6466480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563590" y="3608128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56359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7312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970230" y="3608128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7023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52146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2146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21461" y="295978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79762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79762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0.18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376871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2810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0.39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92810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025211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644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0.95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57644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673551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321890" y="4256468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22478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224781" y="295978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0.72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16980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0.94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16980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6691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81814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81814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0.57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591525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114820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114820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114820" y="295978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663583" y="4266527"/>
              <a:ext cx="33531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6760" y="3618187"/>
              <a:ext cx="24213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526789" y="2969847"/>
              <a:ext cx="47210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Pea Crab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1147389" y="4834569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1800880" y="4832435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2454605" y="4830204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3087023" y="4836799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3645060" y="4874204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4277634" y="4880734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75" name="tx75"/>
            <p:cNvSpPr/>
            <p:nvPr/>
          </p:nvSpPr>
          <p:spPr>
            <a:xfrm rot="-2700000">
              <a:off x="5021584" y="4841131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76" name="tx76"/>
            <p:cNvSpPr/>
            <p:nvPr/>
          </p:nvSpPr>
          <p:spPr>
            <a:xfrm rot="-2700000">
              <a:off x="5664539" y="4843362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77" name="tx77"/>
            <p:cNvSpPr/>
            <p:nvPr/>
          </p:nvSpPr>
          <p:spPr>
            <a:xfrm rot="-2700000">
              <a:off x="6227883" y="487856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8" name="tx78"/>
            <p:cNvSpPr/>
            <p:nvPr/>
          </p:nvSpPr>
          <p:spPr>
            <a:xfrm rot="-2700000">
              <a:off x="6833999" y="4896058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212927" y="5201118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778974" y="2939651"/>
              <a:ext cx="838236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1" name="tx81"/>
            <p:cNvSpPr/>
            <p:nvPr/>
          </p:nvSpPr>
          <p:spPr>
            <a:xfrm>
              <a:off x="7848563" y="3024694"/>
              <a:ext cx="69905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pic>
          <p:nvPicPr>
            <p:cNvPr id="82" name="pic8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48563" y="3209955"/>
              <a:ext cx="219455" cy="1097280"/>
            </a:xfrm>
            <a:prstGeom prst="rect">
              <a:avLst/>
            </a:prstGeom>
          </p:spPr>
        </p:pic>
        <p:sp>
          <p:nvSpPr>
            <p:cNvPr id="83" name="pl83"/>
            <p:cNvSpPr/>
            <p:nvPr/>
          </p:nvSpPr>
          <p:spPr>
            <a:xfrm>
              <a:off x="8024127" y="430540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l84"/>
            <p:cNvSpPr/>
            <p:nvPr/>
          </p:nvSpPr>
          <p:spPr>
            <a:xfrm>
              <a:off x="8024127" y="40320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l85"/>
            <p:cNvSpPr/>
            <p:nvPr/>
          </p:nvSpPr>
          <p:spPr>
            <a:xfrm>
              <a:off x="8024127" y="37585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l86"/>
            <p:cNvSpPr/>
            <p:nvPr/>
          </p:nvSpPr>
          <p:spPr>
            <a:xfrm>
              <a:off x="8024127" y="348518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8024127" y="321178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7848563" y="430540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7848563" y="40320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l90"/>
            <p:cNvSpPr/>
            <p:nvPr/>
          </p:nvSpPr>
          <p:spPr>
            <a:xfrm>
              <a:off x="7848563" y="37585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l91"/>
            <p:cNvSpPr/>
            <p:nvPr/>
          </p:nvSpPr>
          <p:spPr>
            <a:xfrm>
              <a:off x="7848563" y="348518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l92"/>
            <p:cNvSpPr/>
            <p:nvPr/>
          </p:nvSpPr>
          <p:spPr>
            <a:xfrm>
              <a:off x="7848563" y="321178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tx93"/>
            <p:cNvSpPr/>
            <p:nvPr/>
          </p:nvSpPr>
          <p:spPr>
            <a:xfrm>
              <a:off x="8137608" y="426535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137608" y="39919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137608" y="371854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137608" y="344513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8137608" y="317173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1026729" y="2394119"/>
              <a:ext cx="148992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c3">
            <a:extLst>
              <a:ext uri="{FF2B5EF4-FFF2-40B4-BE49-F238E27FC236}">
                <a16:creationId xmlns:a16="http://schemas.microsoft.com/office/drawing/2014/main" id="{C939C801-6CE7-BFAC-D996-8C4BE670DDF5}"/>
              </a:ext>
            </a:extLst>
          </p:cNvPr>
          <p:cNvSpPr/>
          <p:nvPr/>
        </p:nvSpPr>
        <p:spPr>
          <a:xfrm>
            <a:off x="3200400" y="3686200"/>
            <a:ext cx="8229600" cy="452596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0" name="rc4">
            <a:extLst>
              <a:ext uri="{FF2B5EF4-FFF2-40B4-BE49-F238E27FC236}">
                <a16:creationId xmlns:a16="http://schemas.microsoft.com/office/drawing/2014/main" id="{2272CB1A-422B-8AE0-35B5-2C34E1289674}"/>
              </a:ext>
            </a:extLst>
          </p:cNvPr>
          <p:cNvSpPr/>
          <p:nvPr/>
        </p:nvSpPr>
        <p:spPr>
          <a:xfrm>
            <a:off x="5907934" y="3686200"/>
            <a:ext cx="2814530" cy="4525962"/>
          </a:xfrm>
          <a:prstGeom prst="rect">
            <a:avLst/>
          </a:prstGeom>
          <a:solidFill>
            <a:srgbClr val="FFFFFF">
              <a:alpha val="100000"/>
            </a:srgbClr>
          </a:solidFill>
          <a:ln w="13550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C6001D8-05F5-1C13-610F-71A3D94A5368}"/>
              </a:ext>
            </a:extLst>
          </p:cNvPr>
          <p:cNvGrpSpPr/>
          <p:nvPr/>
        </p:nvGrpSpPr>
        <p:grpSpPr>
          <a:xfrm>
            <a:off x="6143443" y="4286784"/>
            <a:ext cx="2509432" cy="3510666"/>
            <a:chOff x="6143443" y="4286784"/>
            <a:chExt cx="2509432" cy="3510666"/>
          </a:xfrm>
        </p:grpSpPr>
        <p:sp>
          <p:nvSpPr>
            <p:cNvPr id="71" name="rc5">
              <a:extLst>
                <a:ext uri="{FF2B5EF4-FFF2-40B4-BE49-F238E27FC236}">
                  <a16:creationId xmlns:a16="http://schemas.microsoft.com/office/drawing/2014/main" id="{1BAAE258-59AF-123E-F3B9-05A9546174CC}"/>
                </a:ext>
              </a:extLst>
            </p:cNvPr>
            <p:cNvSpPr/>
            <p:nvPr/>
          </p:nvSpPr>
          <p:spPr>
            <a:xfrm>
              <a:off x="6684213" y="4286784"/>
              <a:ext cx="860214" cy="32062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2" name="rc6">
              <a:extLst>
                <a:ext uri="{FF2B5EF4-FFF2-40B4-BE49-F238E27FC236}">
                  <a16:creationId xmlns:a16="http://schemas.microsoft.com/office/drawing/2014/main" id="{6A49DBB5-437C-3BCB-73D1-05FF694A9B6A}"/>
                </a:ext>
              </a:extLst>
            </p:cNvPr>
            <p:cNvSpPr/>
            <p:nvPr/>
          </p:nvSpPr>
          <p:spPr>
            <a:xfrm>
              <a:off x="6723314" y="4716891"/>
              <a:ext cx="391006" cy="391006"/>
            </a:xfrm>
            <a:prstGeom prst="rect">
              <a:avLst/>
            </a:prstGeom>
            <a:solidFill>
              <a:srgbClr val="3B548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rc7">
              <a:extLst>
                <a:ext uri="{FF2B5EF4-FFF2-40B4-BE49-F238E27FC236}">
                  <a16:creationId xmlns:a16="http://schemas.microsoft.com/office/drawing/2014/main" id="{77C146F1-A57E-3F28-FECF-05115F18696F}"/>
                </a:ext>
              </a:extLst>
            </p:cNvPr>
            <p:cNvSpPr/>
            <p:nvPr/>
          </p:nvSpPr>
          <p:spPr>
            <a:xfrm>
              <a:off x="6723314" y="6280917"/>
              <a:ext cx="391006" cy="391006"/>
            </a:xfrm>
            <a:prstGeom prst="rect">
              <a:avLst/>
            </a:prstGeom>
            <a:solidFill>
              <a:srgbClr val="30244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rc8">
              <a:extLst>
                <a:ext uri="{FF2B5EF4-FFF2-40B4-BE49-F238E27FC236}">
                  <a16:creationId xmlns:a16="http://schemas.microsoft.com/office/drawing/2014/main" id="{9F28C44E-D09E-4445-6E85-4FB731A7E59A}"/>
                </a:ext>
              </a:extLst>
            </p:cNvPr>
            <p:cNvSpPr/>
            <p:nvPr/>
          </p:nvSpPr>
          <p:spPr>
            <a:xfrm>
              <a:off x="6723314" y="4325884"/>
              <a:ext cx="391006" cy="391006"/>
            </a:xfrm>
            <a:prstGeom prst="rect">
              <a:avLst/>
            </a:prstGeom>
            <a:solidFill>
              <a:srgbClr val="382B5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rc9">
              <a:extLst>
                <a:ext uri="{FF2B5EF4-FFF2-40B4-BE49-F238E27FC236}">
                  <a16:creationId xmlns:a16="http://schemas.microsoft.com/office/drawing/2014/main" id="{AAFA5687-7492-170D-CBC9-063C1268D65F}"/>
                </a:ext>
              </a:extLst>
            </p:cNvPr>
            <p:cNvSpPr/>
            <p:nvPr/>
          </p:nvSpPr>
          <p:spPr>
            <a:xfrm>
              <a:off x="6723314" y="5889910"/>
              <a:ext cx="391006" cy="391006"/>
            </a:xfrm>
            <a:prstGeom prst="rect">
              <a:avLst/>
            </a:prstGeom>
            <a:solidFill>
              <a:srgbClr val="31244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rc10">
              <a:extLst>
                <a:ext uri="{FF2B5EF4-FFF2-40B4-BE49-F238E27FC236}">
                  <a16:creationId xmlns:a16="http://schemas.microsoft.com/office/drawing/2014/main" id="{45D7798B-6E95-C9C6-ECAC-2E194C2E63D0}"/>
                </a:ext>
              </a:extLst>
            </p:cNvPr>
            <p:cNvSpPr/>
            <p:nvPr/>
          </p:nvSpPr>
          <p:spPr>
            <a:xfrm>
              <a:off x="6723314" y="7062930"/>
              <a:ext cx="391006" cy="391006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rc11">
              <a:extLst>
                <a:ext uri="{FF2B5EF4-FFF2-40B4-BE49-F238E27FC236}">
                  <a16:creationId xmlns:a16="http://schemas.microsoft.com/office/drawing/2014/main" id="{23A69A96-79BF-A6AB-E2C9-3FA3B8F301E8}"/>
                </a:ext>
              </a:extLst>
            </p:cNvPr>
            <p:cNvSpPr/>
            <p:nvPr/>
          </p:nvSpPr>
          <p:spPr>
            <a:xfrm>
              <a:off x="6723314" y="5498904"/>
              <a:ext cx="391006" cy="391006"/>
            </a:xfrm>
            <a:prstGeom prst="rect">
              <a:avLst/>
            </a:prstGeom>
            <a:solidFill>
              <a:srgbClr val="C5EDD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rc12">
              <a:extLst>
                <a:ext uri="{FF2B5EF4-FFF2-40B4-BE49-F238E27FC236}">
                  <a16:creationId xmlns:a16="http://schemas.microsoft.com/office/drawing/2014/main" id="{61A8C3C7-77FF-F066-50E8-5FC6532A9F93}"/>
                </a:ext>
              </a:extLst>
            </p:cNvPr>
            <p:cNvSpPr/>
            <p:nvPr/>
          </p:nvSpPr>
          <p:spPr>
            <a:xfrm>
              <a:off x="6723314" y="5107897"/>
              <a:ext cx="391006" cy="391006"/>
            </a:xfrm>
            <a:prstGeom prst="rect">
              <a:avLst/>
            </a:prstGeom>
            <a:solidFill>
              <a:srgbClr val="3A679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rc13">
              <a:extLst>
                <a:ext uri="{FF2B5EF4-FFF2-40B4-BE49-F238E27FC236}">
                  <a16:creationId xmlns:a16="http://schemas.microsoft.com/office/drawing/2014/main" id="{D969E6F7-B219-8380-6CF8-9A706EC955FA}"/>
                </a:ext>
              </a:extLst>
            </p:cNvPr>
            <p:cNvSpPr/>
            <p:nvPr/>
          </p:nvSpPr>
          <p:spPr>
            <a:xfrm>
              <a:off x="6723314" y="6671923"/>
              <a:ext cx="391006" cy="391006"/>
            </a:xfrm>
            <a:prstGeom prst="rect">
              <a:avLst/>
            </a:prstGeom>
            <a:solidFill>
              <a:srgbClr val="3593A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rc14">
              <a:extLst>
                <a:ext uri="{FF2B5EF4-FFF2-40B4-BE49-F238E27FC236}">
                  <a16:creationId xmlns:a16="http://schemas.microsoft.com/office/drawing/2014/main" id="{D714E029-6A91-723A-AD29-F4DC79DD4ECB}"/>
                </a:ext>
              </a:extLst>
            </p:cNvPr>
            <p:cNvSpPr/>
            <p:nvPr/>
          </p:nvSpPr>
          <p:spPr>
            <a:xfrm>
              <a:off x="7114320" y="6671923"/>
              <a:ext cx="391006" cy="391006"/>
            </a:xfrm>
            <a:prstGeom prst="rect">
              <a:avLst/>
            </a:prstGeom>
            <a:solidFill>
              <a:srgbClr val="3C4C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rc15">
              <a:extLst>
                <a:ext uri="{FF2B5EF4-FFF2-40B4-BE49-F238E27FC236}">
                  <a16:creationId xmlns:a16="http://schemas.microsoft.com/office/drawing/2014/main" id="{EC582927-8F13-A3BC-41EB-F9C12C0B16A0}"/>
                </a:ext>
              </a:extLst>
            </p:cNvPr>
            <p:cNvSpPr/>
            <p:nvPr/>
          </p:nvSpPr>
          <p:spPr>
            <a:xfrm>
              <a:off x="7114320" y="5498904"/>
              <a:ext cx="391006" cy="391006"/>
            </a:xfrm>
            <a:prstGeom prst="rect">
              <a:avLst/>
            </a:prstGeom>
            <a:solidFill>
              <a:srgbClr val="395F9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rc16">
              <a:extLst>
                <a:ext uri="{FF2B5EF4-FFF2-40B4-BE49-F238E27FC236}">
                  <a16:creationId xmlns:a16="http://schemas.microsoft.com/office/drawing/2014/main" id="{3898E8D4-D67B-FB5A-53B8-472F7C654854}"/>
                </a:ext>
              </a:extLst>
            </p:cNvPr>
            <p:cNvSpPr/>
            <p:nvPr/>
          </p:nvSpPr>
          <p:spPr>
            <a:xfrm>
              <a:off x="7114320" y="7062930"/>
              <a:ext cx="391006" cy="391006"/>
            </a:xfrm>
            <a:prstGeom prst="rect">
              <a:avLst/>
            </a:prstGeom>
            <a:solidFill>
              <a:srgbClr val="3C427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rc17">
              <a:extLst>
                <a:ext uri="{FF2B5EF4-FFF2-40B4-BE49-F238E27FC236}">
                  <a16:creationId xmlns:a16="http://schemas.microsoft.com/office/drawing/2014/main" id="{47FEC7B3-DE6B-BA50-B6E7-1FC3F80B826D}"/>
                </a:ext>
              </a:extLst>
            </p:cNvPr>
            <p:cNvSpPr/>
            <p:nvPr/>
          </p:nvSpPr>
          <p:spPr>
            <a:xfrm>
              <a:off x="7114320" y="6280917"/>
              <a:ext cx="391006" cy="391006"/>
            </a:xfrm>
            <a:prstGeom prst="rect">
              <a:avLst/>
            </a:prstGeom>
            <a:solidFill>
              <a:srgbClr val="3A36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rc18">
              <a:extLst>
                <a:ext uri="{FF2B5EF4-FFF2-40B4-BE49-F238E27FC236}">
                  <a16:creationId xmlns:a16="http://schemas.microsoft.com/office/drawing/2014/main" id="{C31D07CF-7B86-05C0-568E-2E41A6B44C50}"/>
                </a:ext>
              </a:extLst>
            </p:cNvPr>
            <p:cNvSpPr/>
            <p:nvPr/>
          </p:nvSpPr>
          <p:spPr>
            <a:xfrm>
              <a:off x="7114320" y="5107897"/>
              <a:ext cx="391006" cy="391006"/>
            </a:xfrm>
            <a:prstGeom prst="rect">
              <a:avLst/>
            </a:prstGeom>
            <a:solidFill>
              <a:srgbClr val="ADE5C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rc19">
              <a:extLst>
                <a:ext uri="{FF2B5EF4-FFF2-40B4-BE49-F238E27FC236}">
                  <a16:creationId xmlns:a16="http://schemas.microsoft.com/office/drawing/2014/main" id="{58BDA118-C4EA-5475-E819-8FBD9BC4BF09}"/>
                </a:ext>
              </a:extLst>
            </p:cNvPr>
            <p:cNvSpPr/>
            <p:nvPr/>
          </p:nvSpPr>
          <p:spPr>
            <a:xfrm>
              <a:off x="7114320" y="5889910"/>
              <a:ext cx="391006" cy="391006"/>
            </a:xfrm>
            <a:prstGeom prst="rect">
              <a:avLst/>
            </a:prstGeom>
            <a:solidFill>
              <a:srgbClr val="3FA2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rc20">
              <a:extLst>
                <a:ext uri="{FF2B5EF4-FFF2-40B4-BE49-F238E27FC236}">
                  <a16:creationId xmlns:a16="http://schemas.microsoft.com/office/drawing/2014/main" id="{5A8FB6C9-ECFA-BB42-FBAD-20B53ED75DEF}"/>
                </a:ext>
              </a:extLst>
            </p:cNvPr>
            <p:cNvSpPr/>
            <p:nvPr/>
          </p:nvSpPr>
          <p:spPr>
            <a:xfrm>
              <a:off x="7114320" y="4325884"/>
              <a:ext cx="391006" cy="391006"/>
            </a:xfrm>
            <a:prstGeom prst="rect">
              <a:avLst/>
            </a:prstGeom>
            <a:solidFill>
              <a:srgbClr val="35284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rc21">
              <a:extLst>
                <a:ext uri="{FF2B5EF4-FFF2-40B4-BE49-F238E27FC236}">
                  <a16:creationId xmlns:a16="http://schemas.microsoft.com/office/drawing/2014/main" id="{C7D327CA-221A-D874-72BC-C022663274D8}"/>
                </a:ext>
              </a:extLst>
            </p:cNvPr>
            <p:cNvSpPr/>
            <p:nvPr/>
          </p:nvSpPr>
          <p:spPr>
            <a:xfrm>
              <a:off x="7114320" y="4716891"/>
              <a:ext cx="391006" cy="391006"/>
            </a:xfrm>
            <a:prstGeom prst="rect">
              <a:avLst/>
            </a:prstGeom>
            <a:solidFill>
              <a:srgbClr val="3B549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l22">
              <a:extLst>
                <a:ext uri="{FF2B5EF4-FFF2-40B4-BE49-F238E27FC236}">
                  <a16:creationId xmlns:a16="http://schemas.microsoft.com/office/drawing/2014/main" id="{CD9172CF-D84B-CCD8-4CDE-EA99DEC01C65}"/>
                </a:ext>
              </a:extLst>
            </p:cNvPr>
            <p:cNvSpPr/>
            <p:nvPr/>
          </p:nvSpPr>
          <p:spPr>
            <a:xfrm>
              <a:off x="6684213" y="4286784"/>
              <a:ext cx="0" cy="3206252"/>
            </a:xfrm>
            <a:custGeom>
              <a:avLst/>
              <a:gdLst/>
              <a:ahLst/>
              <a:cxnLst/>
              <a:rect l="0" t="0" r="0" b="0"/>
              <a:pathLst>
                <a:path h="3206252">
                  <a:moveTo>
                    <a:pt x="0" y="320625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tx23">
              <a:extLst>
                <a:ext uri="{FF2B5EF4-FFF2-40B4-BE49-F238E27FC236}">
                  <a16:creationId xmlns:a16="http://schemas.microsoft.com/office/drawing/2014/main" id="{F8BF667F-873A-BB22-1231-F80E1744F80B}"/>
                </a:ext>
              </a:extLst>
            </p:cNvPr>
            <p:cNvSpPr/>
            <p:nvPr/>
          </p:nvSpPr>
          <p:spPr>
            <a:xfrm>
              <a:off x="6274019" y="7218382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90" name="tx24">
              <a:extLst>
                <a:ext uri="{FF2B5EF4-FFF2-40B4-BE49-F238E27FC236}">
                  <a16:creationId xmlns:a16="http://schemas.microsoft.com/office/drawing/2014/main" id="{69D36949-DD85-4828-2B60-4BECDCE0465B}"/>
                </a:ext>
              </a:extLst>
            </p:cNvPr>
            <p:cNvSpPr/>
            <p:nvPr/>
          </p:nvSpPr>
          <p:spPr>
            <a:xfrm>
              <a:off x="6280054" y="6827376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91" name="tx25">
              <a:extLst>
                <a:ext uri="{FF2B5EF4-FFF2-40B4-BE49-F238E27FC236}">
                  <a16:creationId xmlns:a16="http://schemas.microsoft.com/office/drawing/2014/main" id="{8A8DE83E-EDF1-AB67-9467-810C514FACAE}"/>
                </a:ext>
              </a:extLst>
            </p:cNvPr>
            <p:cNvSpPr/>
            <p:nvPr/>
          </p:nvSpPr>
          <p:spPr>
            <a:xfrm>
              <a:off x="6286364" y="6436369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92" name="tx26">
              <a:extLst>
                <a:ext uri="{FF2B5EF4-FFF2-40B4-BE49-F238E27FC236}">
                  <a16:creationId xmlns:a16="http://schemas.microsoft.com/office/drawing/2014/main" id="{262D7F1E-C417-3A0A-070D-FAA325249548}"/>
                </a:ext>
              </a:extLst>
            </p:cNvPr>
            <p:cNvSpPr/>
            <p:nvPr/>
          </p:nvSpPr>
          <p:spPr>
            <a:xfrm>
              <a:off x="6267710" y="6045363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93" name="tx27">
              <a:extLst>
                <a:ext uri="{FF2B5EF4-FFF2-40B4-BE49-F238E27FC236}">
                  <a16:creationId xmlns:a16="http://schemas.microsoft.com/office/drawing/2014/main" id="{DEF8F090-C325-9ADA-A278-A60E403A17C0}"/>
                </a:ext>
              </a:extLst>
            </p:cNvPr>
            <p:cNvSpPr/>
            <p:nvPr/>
          </p:nvSpPr>
          <p:spPr>
            <a:xfrm>
              <a:off x="6161914" y="5654356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94" name="tx28">
              <a:extLst>
                <a:ext uri="{FF2B5EF4-FFF2-40B4-BE49-F238E27FC236}">
                  <a16:creationId xmlns:a16="http://schemas.microsoft.com/office/drawing/2014/main" id="{3DF453A5-4C3F-FF60-2AC7-E58F7637F98B}"/>
                </a:ext>
              </a:extLst>
            </p:cNvPr>
            <p:cNvSpPr/>
            <p:nvPr/>
          </p:nvSpPr>
          <p:spPr>
            <a:xfrm>
              <a:off x="6143443" y="5263350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95" name="tx29">
              <a:extLst>
                <a:ext uri="{FF2B5EF4-FFF2-40B4-BE49-F238E27FC236}">
                  <a16:creationId xmlns:a16="http://schemas.microsoft.com/office/drawing/2014/main" id="{2CF68E8C-89B7-45A4-2E3A-48B59D9C85C4}"/>
                </a:ext>
              </a:extLst>
            </p:cNvPr>
            <p:cNvSpPr/>
            <p:nvPr/>
          </p:nvSpPr>
          <p:spPr>
            <a:xfrm>
              <a:off x="6255457" y="4872343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96" name="tx30">
              <a:extLst>
                <a:ext uri="{FF2B5EF4-FFF2-40B4-BE49-F238E27FC236}">
                  <a16:creationId xmlns:a16="http://schemas.microsoft.com/office/drawing/2014/main" id="{9B918494-1FAC-3E55-5B05-265512ED5625}"/>
                </a:ext>
              </a:extLst>
            </p:cNvPr>
            <p:cNvSpPr/>
            <p:nvPr/>
          </p:nvSpPr>
          <p:spPr>
            <a:xfrm>
              <a:off x="6249148" y="4481337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97" name="pl31">
              <a:extLst>
                <a:ext uri="{FF2B5EF4-FFF2-40B4-BE49-F238E27FC236}">
                  <a16:creationId xmlns:a16="http://schemas.microsoft.com/office/drawing/2014/main" id="{58973027-EF4A-AC6C-AA3F-D907D9FB9D1B}"/>
                </a:ext>
              </a:extLst>
            </p:cNvPr>
            <p:cNvSpPr/>
            <p:nvPr/>
          </p:nvSpPr>
          <p:spPr>
            <a:xfrm>
              <a:off x="6649418" y="725843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l32">
              <a:extLst>
                <a:ext uri="{FF2B5EF4-FFF2-40B4-BE49-F238E27FC236}">
                  <a16:creationId xmlns:a16="http://schemas.microsoft.com/office/drawing/2014/main" id="{14B69D58-72AE-BC2E-D6C3-3711DF49488F}"/>
                </a:ext>
              </a:extLst>
            </p:cNvPr>
            <p:cNvSpPr/>
            <p:nvPr/>
          </p:nvSpPr>
          <p:spPr>
            <a:xfrm>
              <a:off x="6649418" y="686742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l33">
              <a:extLst>
                <a:ext uri="{FF2B5EF4-FFF2-40B4-BE49-F238E27FC236}">
                  <a16:creationId xmlns:a16="http://schemas.microsoft.com/office/drawing/2014/main" id="{9BA1E7E9-70AB-0AB2-326D-646F38CB3819}"/>
                </a:ext>
              </a:extLst>
            </p:cNvPr>
            <p:cNvSpPr/>
            <p:nvPr/>
          </p:nvSpPr>
          <p:spPr>
            <a:xfrm>
              <a:off x="6649418" y="647642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l34">
              <a:extLst>
                <a:ext uri="{FF2B5EF4-FFF2-40B4-BE49-F238E27FC236}">
                  <a16:creationId xmlns:a16="http://schemas.microsoft.com/office/drawing/2014/main" id="{1C61BA0E-A31E-84EA-4A02-BB3D3AC6CFDB}"/>
                </a:ext>
              </a:extLst>
            </p:cNvPr>
            <p:cNvSpPr/>
            <p:nvPr/>
          </p:nvSpPr>
          <p:spPr>
            <a:xfrm>
              <a:off x="6649418" y="608541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l35">
              <a:extLst>
                <a:ext uri="{FF2B5EF4-FFF2-40B4-BE49-F238E27FC236}">
                  <a16:creationId xmlns:a16="http://schemas.microsoft.com/office/drawing/2014/main" id="{4A1CBD71-D406-7978-AEA5-A177C82CF337}"/>
                </a:ext>
              </a:extLst>
            </p:cNvPr>
            <p:cNvSpPr/>
            <p:nvPr/>
          </p:nvSpPr>
          <p:spPr>
            <a:xfrm>
              <a:off x="6649418" y="56944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l36">
              <a:extLst>
                <a:ext uri="{FF2B5EF4-FFF2-40B4-BE49-F238E27FC236}">
                  <a16:creationId xmlns:a16="http://schemas.microsoft.com/office/drawing/2014/main" id="{7B74726B-56C7-8E90-141F-0F621BF04728}"/>
                </a:ext>
              </a:extLst>
            </p:cNvPr>
            <p:cNvSpPr/>
            <p:nvPr/>
          </p:nvSpPr>
          <p:spPr>
            <a:xfrm>
              <a:off x="6649418" y="530340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l37">
              <a:extLst>
                <a:ext uri="{FF2B5EF4-FFF2-40B4-BE49-F238E27FC236}">
                  <a16:creationId xmlns:a16="http://schemas.microsoft.com/office/drawing/2014/main" id="{4A5CA9E3-FF57-6B41-AD7E-4DAD5827CC90}"/>
                </a:ext>
              </a:extLst>
            </p:cNvPr>
            <p:cNvSpPr/>
            <p:nvPr/>
          </p:nvSpPr>
          <p:spPr>
            <a:xfrm>
              <a:off x="6649418" y="491239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l38">
              <a:extLst>
                <a:ext uri="{FF2B5EF4-FFF2-40B4-BE49-F238E27FC236}">
                  <a16:creationId xmlns:a16="http://schemas.microsoft.com/office/drawing/2014/main" id="{C37809F1-B991-B353-E7F3-32B6AC7AD572}"/>
                </a:ext>
              </a:extLst>
            </p:cNvPr>
            <p:cNvSpPr/>
            <p:nvPr/>
          </p:nvSpPr>
          <p:spPr>
            <a:xfrm>
              <a:off x="6649418" y="45213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l39">
              <a:extLst>
                <a:ext uri="{FF2B5EF4-FFF2-40B4-BE49-F238E27FC236}">
                  <a16:creationId xmlns:a16="http://schemas.microsoft.com/office/drawing/2014/main" id="{C98842B7-F588-ACAE-B835-C5E1CE618E4E}"/>
                </a:ext>
              </a:extLst>
            </p:cNvPr>
            <p:cNvSpPr/>
            <p:nvPr/>
          </p:nvSpPr>
          <p:spPr>
            <a:xfrm>
              <a:off x="6684213" y="7493037"/>
              <a:ext cx="860214" cy="0"/>
            </a:xfrm>
            <a:custGeom>
              <a:avLst/>
              <a:gdLst/>
              <a:ahLst/>
              <a:cxnLst/>
              <a:rect l="0" t="0" r="0" b="0"/>
              <a:pathLst>
                <a:path w="860214">
                  <a:moveTo>
                    <a:pt x="0" y="0"/>
                  </a:moveTo>
                  <a:lnTo>
                    <a:pt x="86021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40">
              <a:extLst>
                <a:ext uri="{FF2B5EF4-FFF2-40B4-BE49-F238E27FC236}">
                  <a16:creationId xmlns:a16="http://schemas.microsoft.com/office/drawing/2014/main" id="{13C66C98-7ADF-DC3C-94CF-CCA3DF07EA63}"/>
                </a:ext>
              </a:extLst>
            </p:cNvPr>
            <p:cNvSpPr/>
            <p:nvPr/>
          </p:nvSpPr>
          <p:spPr>
            <a:xfrm>
              <a:off x="6918817" y="74930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l41">
              <a:extLst>
                <a:ext uri="{FF2B5EF4-FFF2-40B4-BE49-F238E27FC236}">
                  <a16:creationId xmlns:a16="http://schemas.microsoft.com/office/drawing/2014/main" id="{96719836-6FC2-5313-6CDC-BFC383BD0F32}"/>
                </a:ext>
              </a:extLst>
            </p:cNvPr>
            <p:cNvSpPr/>
            <p:nvPr/>
          </p:nvSpPr>
          <p:spPr>
            <a:xfrm>
              <a:off x="7309823" y="74930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tx42">
              <a:extLst>
                <a:ext uri="{FF2B5EF4-FFF2-40B4-BE49-F238E27FC236}">
                  <a16:creationId xmlns:a16="http://schemas.microsoft.com/office/drawing/2014/main" id="{3784319E-265B-EFB5-FE70-E5F434109E13}"/>
                </a:ext>
              </a:extLst>
            </p:cNvPr>
            <p:cNvSpPr/>
            <p:nvPr/>
          </p:nvSpPr>
          <p:spPr>
            <a:xfrm rot="18900000">
              <a:off x="6544248" y="771081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09" name="tx43">
              <a:extLst>
                <a:ext uri="{FF2B5EF4-FFF2-40B4-BE49-F238E27FC236}">
                  <a16:creationId xmlns:a16="http://schemas.microsoft.com/office/drawing/2014/main" id="{1CCECB56-0866-345C-F4EE-2C446F411372}"/>
                </a:ext>
              </a:extLst>
            </p:cNvPr>
            <p:cNvSpPr/>
            <p:nvPr/>
          </p:nvSpPr>
          <p:spPr>
            <a:xfrm rot="18900000">
              <a:off x="6919489" y="7717349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10" name="rc44">
              <a:extLst>
                <a:ext uri="{FF2B5EF4-FFF2-40B4-BE49-F238E27FC236}">
                  <a16:creationId xmlns:a16="http://schemas.microsoft.com/office/drawing/2014/main" id="{8E935C94-643A-E24B-8BAC-879A13D740E1}"/>
                </a:ext>
              </a:extLst>
            </p:cNvPr>
            <p:cNvSpPr/>
            <p:nvPr/>
          </p:nvSpPr>
          <p:spPr>
            <a:xfrm>
              <a:off x="7683605" y="4286784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1" name="tx45">
              <a:extLst>
                <a:ext uri="{FF2B5EF4-FFF2-40B4-BE49-F238E27FC236}">
                  <a16:creationId xmlns:a16="http://schemas.microsoft.com/office/drawing/2014/main" id="{7E543F87-4DD6-359A-CCD7-50DFFD1589BB}"/>
                </a:ext>
              </a:extLst>
            </p:cNvPr>
            <p:cNvSpPr/>
            <p:nvPr/>
          </p:nvSpPr>
          <p:spPr>
            <a:xfrm>
              <a:off x="7753194" y="4376032"/>
              <a:ext cx="830092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112" name="tx46">
              <a:extLst>
                <a:ext uri="{FF2B5EF4-FFF2-40B4-BE49-F238E27FC236}">
                  <a16:creationId xmlns:a16="http://schemas.microsoft.com/office/drawing/2014/main" id="{9F6DC40B-3836-5ADF-C4E8-510E25F48B84}"/>
                </a:ext>
              </a:extLst>
            </p:cNvPr>
            <p:cNvSpPr/>
            <p:nvPr/>
          </p:nvSpPr>
          <p:spPr>
            <a:xfrm>
              <a:off x="7753194" y="4568056"/>
              <a:ext cx="691560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113" name="pic47">
              <a:extLst>
                <a:ext uri="{FF2B5EF4-FFF2-40B4-BE49-F238E27FC236}">
                  <a16:creationId xmlns:a16="http://schemas.microsoft.com/office/drawing/2014/main" id="{3D00112B-7F10-DC74-E49C-26B57718F7D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53194" y="4784864"/>
              <a:ext cx="219455" cy="1097280"/>
            </a:xfrm>
            <a:prstGeom prst="rect">
              <a:avLst/>
            </a:prstGeom>
          </p:spPr>
        </p:pic>
        <p:sp>
          <p:nvSpPr>
            <p:cNvPr id="114" name="pl48">
              <a:extLst>
                <a:ext uri="{FF2B5EF4-FFF2-40B4-BE49-F238E27FC236}">
                  <a16:creationId xmlns:a16="http://schemas.microsoft.com/office/drawing/2014/main" id="{893E7FFB-006F-4615-303D-B1FDD807E7DF}"/>
                </a:ext>
              </a:extLst>
            </p:cNvPr>
            <p:cNvSpPr/>
            <p:nvPr/>
          </p:nvSpPr>
          <p:spPr>
            <a:xfrm>
              <a:off x="7928759" y="588031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l49">
              <a:extLst>
                <a:ext uri="{FF2B5EF4-FFF2-40B4-BE49-F238E27FC236}">
                  <a16:creationId xmlns:a16="http://schemas.microsoft.com/office/drawing/2014/main" id="{82BA7E97-BDC4-B058-E663-CB65827FAAF1}"/>
                </a:ext>
              </a:extLst>
            </p:cNvPr>
            <p:cNvSpPr/>
            <p:nvPr/>
          </p:nvSpPr>
          <p:spPr>
            <a:xfrm>
              <a:off x="7928759" y="569804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50">
              <a:extLst>
                <a:ext uri="{FF2B5EF4-FFF2-40B4-BE49-F238E27FC236}">
                  <a16:creationId xmlns:a16="http://schemas.microsoft.com/office/drawing/2014/main" id="{F293E280-C098-C96A-EB7D-F7F622D85512}"/>
                </a:ext>
              </a:extLst>
            </p:cNvPr>
            <p:cNvSpPr/>
            <p:nvPr/>
          </p:nvSpPr>
          <p:spPr>
            <a:xfrm>
              <a:off x="7928759" y="551577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l51">
              <a:extLst>
                <a:ext uri="{FF2B5EF4-FFF2-40B4-BE49-F238E27FC236}">
                  <a16:creationId xmlns:a16="http://schemas.microsoft.com/office/drawing/2014/main" id="{B10F8FBE-6EF9-9AD0-694A-43F26924623F}"/>
                </a:ext>
              </a:extLst>
            </p:cNvPr>
            <p:cNvSpPr/>
            <p:nvPr/>
          </p:nvSpPr>
          <p:spPr>
            <a:xfrm>
              <a:off x="7928759" y="533350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52">
              <a:extLst>
                <a:ext uri="{FF2B5EF4-FFF2-40B4-BE49-F238E27FC236}">
                  <a16:creationId xmlns:a16="http://schemas.microsoft.com/office/drawing/2014/main" id="{69A900D8-DBBF-27E9-C6A0-4AB27B436CDE}"/>
                </a:ext>
              </a:extLst>
            </p:cNvPr>
            <p:cNvSpPr/>
            <p:nvPr/>
          </p:nvSpPr>
          <p:spPr>
            <a:xfrm>
              <a:off x="7928759" y="515123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l53">
              <a:extLst>
                <a:ext uri="{FF2B5EF4-FFF2-40B4-BE49-F238E27FC236}">
                  <a16:creationId xmlns:a16="http://schemas.microsoft.com/office/drawing/2014/main" id="{E1078317-9209-3E93-12DD-49922872F041}"/>
                </a:ext>
              </a:extLst>
            </p:cNvPr>
            <p:cNvSpPr/>
            <p:nvPr/>
          </p:nvSpPr>
          <p:spPr>
            <a:xfrm>
              <a:off x="7928759" y="49689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l54">
              <a:extLst>
                <a:ext uri="{FF2B5EF4-FFF2-40B4-BE49-F238E27FC236}">
                  <a16:creationId xmlns:a16="http://schemas.microsoft.com/office/drawing/2014/main" id="{08DA60A7-8919-A949-97BD-B2800124C264}"/>
                </a:ext>
              </a:extLst>
            </p:cNvPr>
            <p:cNvSpPr/>
            <p:nvPr/>
          </p:nvSpPr>
          <p:spPr>
            <a:xfrm>
              <a:off x="7928759" y="478669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l55">
              <a:extLst>
                <a:ext uri="{FF2B5EF4-FFF2-40B4-BE49-F238E27FC236}">
                  <a16:creationId xmlns:a16="http://schemas.microsoft.com/office/drawing/2014/main" id="{2A3F6268-1B85-AC33-559D-88728B51010B}"/>
                </a:ext>
              </a:extLst>
            </p:cNvPr>
            <p:cNvSpPr/>
            <p:nvPr/>
          </p:nvSpPr>
          <p:spPr>
            <a:xfrm>
              <a:off x="7753194" y="588031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l56">
              <a:extLst>
                <a:ext uri="{FF2B5EF4-FFF2-40B4-BE49-F238E27FC236}">
                  <a16:creationId xmlns:a16="http://schemas.microsoft.com/office/drawing/2014/main" id="{D6CA9CAF-B78A-5D99-0D01-02AA66210F94}"/>
                </a:ext>
              </a:extLst>
            </p:cNvPr>
            <p:cNvSpPr/>
            <p:nvPr/>
          </p:nvSpPr>
          <p:spPr>
            <a:xfrm>
              <a:off x="7753194" y="569804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57">
              <a:extLst>
                <a:ext uri="{FF2B5EF4-FFF2-40B4-BE49-F238E27FC236}">
                  <a16:creationId xmlns:a16="http://schemas.microsoft.com/office/drawing/2014/main" id="{68FD025C-01AF-D238-0169-9759C7B5BF7D}"/>
                </a:ext>
              </a:extLst>
            </p:cNvPr>
            <p:cNvSpPr/>
            <p:nvPr/>
          </p:nvSpPr>
          <p:spPr>
            <a:xfrm>
              <a:off x="7753194" y="551577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58">
              <a:extLst>
                <a:ext uri="{FF2B5EF4-FFF2-40B4-BE49-F238E27FC236}">
                  <a16:creationId xmlns:a16="http://schemas.microsoft.com/office/drawing/2014/main" id="{95F9982C-4ED1-0AF5-70A4-85D036510198}"/>
                </a:ext>
              </a:extLst>
            </p:cNvPr>
            <p:cNvSpPr/>
            <p:nvPr/>
          </p:nvSpPr>
          <p:spPr>
            <a:xfrm>
              <a:off x="7753194" y="533350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59">
              <a:extLst>
                <a:ext uri="{FF2B5EF4-FFF2-40B4-BE49-F238E27FC236}">
                  <a16:creationId xmlns:a16="http://schemas.microsoft.com/office/drawing/2014/main" id="{A6024B4A-7759-A80D-5664-701879781511}"/>
                </a:ext>
              </a:extLst>
            </p:cNvPr>
            <p:cNvSpPr/>
            <p:nvPr/>
          </p:nvSpPr>
          <p:spPr>
            <a:xfrm>
              <a:off x="7753194" y="515123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60">
              <a:extLst>
                <a:ext uri="{FF2B5EF4-FFF2-40B4-BE49-F238E27FC236}">
                  <a16:creationId xmlns:a16="http://schemas.microsoft.com/office/drawing/2014/main" id="{3D481D7D-C788-AD19-1A76-B5C36E8F12DE}"/>
                </a:ext>
              </a:extLst>
            </p:cNvPr>
            <p:cNvSpPr/>
            <p:nvPr/>
          </p:nvSpPr>
          <p:spPr>
            <a:xfrm>
              <a:off x="7753194" y="49689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61">
              <a:extLst>
                <a:ext uri="{FF2B5EF4-FFF2-40B4-BE49-F238E27FC236}">
                  <a16:creationId xmlns:a16="http://schemas.microsoft.com/office/drawing/2014/main" id="{A8C6BD3B-40C9-52E1-5CDE-677E0E5ED1CF}"/>
                </a:ext>
              </a:extLst>
            </p:cNvPr>
            <p:cNvSpPr/>
            <p:nvPr/>
          </p:nvSpPr>
          <p:spPr>
            <a:xfrm>
              <a:off x="7753194" y="478669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tx62">
              <a:extLst>
                <a:ext uri="{FF2B5EF4-FFF2-40B4-BE49-F238E27FC236}">
                  <a16:creationId xmlns:a16="http://schemas.microsoft.com/office/drawing/2014/main" id="{48949E7C-241C-9218-B052-4A7C01F84F24}"/>
                </a:ext>
              </a:extLst>
            </p:cNvPr>
            <p:cNvSpPr/>
            <p:nvPr/>
          </p:nvSpPr>
          <p:spPr>
            <a:xfrm>
              <a:off x="8042239" y="584026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9" name="tx63">
              <a:extLst>
                <a:ext uri="{FF2B5EF4-FFF2-40B4-BE49-F238E27FC236}">
                  <a16:creationId xmlns:a16="http://schemas.microsoft.com/office/drawing/2014/main" id="{39EEC782-52C1-EF91-C25B-38FF811853E7}"/>
                </a:ext>
              </a:extLst>
            </p:cNvPr>
            <p:cNvSpPr/>
            <p:nvPr/>
          </p:nvSpPr>
          <p:spPr>
            <a:xfrm>
              <a:off x="8042239" y="565799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0" name="tx64">
              <a:extLst>
                <a:ext uri="{FF2B5EF4-FFF2-40B4-BE49-F238E27FC236}">
                  <a16:creationId xmlns:a16="http://schemas.microsoft.com/office/drawing/2014/main" id="{3EBB99AB-0B9E-44D0-859A-6C1FAAB6DE59}"/>
                </a:ext>
              </a:extLst>
            </p:cNvPr>
            <p:cNvSpPr/>
            <p:nvPr/>
          </p:nvSpPr>
          <p:spPr>
            <a:xfrm>
              <a:off x="8042239" y="547572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1" name="tx65">
              <a:extLst>
                <a:ext uri="{FF2B5EF4-FFF2-40B4-BE49-F238E27FC236}">
                  <a16:creationId xmlns:a16="http://schemas.microsoft.com/office/drawing/2014/main" id="{A33C4BB8-182B-CE2E-5371-9553206F2832}"/>
                </a:ext>
              </a:extLst>
            </p:cNvPr>
            <p:cNvSpPr/>
            <p:nvPr/>
          </p:nvSpPr>
          <p:spPr>
            <a:xfrm>
              <a:off x="8042239" y="529345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2" name="tx66">
              <a:extLst>
                <a:ext uri="{FF2B5EF4-FFF2-40B4-BE49-F238E27FC236}">
                  <a16:creationId xmlns:a16="http://schemas.microsoft.com/office/drawing/2014/main" id="{0AB97798-CEDD-96AF-3C77-A0072F517C57}"/>
                </a:ext>
              </a:extLst>
            </p:cNvPr>
            <p:cNvSpPr/>
            <p:nvPr/>
          </p:nvSpPr>
          <p:spPr>
            <a:xfrm>
              <a:off x="8042239" y="511118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3" name="tx67">
              <a:extLst>
                <a:ext uri="{FF2B5EF4-FFF2-40B4-BE49-F238E27FC236}">
                  <a16:creationId xmlns:a16="http://schemas.microsoft.com/office/drawing/2014/main" id="{5610A1D8-120C-5C6E-F447-6CACB7D7BA51}"/>
                </a:ext>
              </a:extLst>
            </p:cNvPr>
            <p:cNvSpPr/>
            <p:nvPr/>
          </p:nvSpPr>
          <p:spPr>
            <a:xfrm>
              <a:off x="8042239" y="492891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34" name="tx68">
              <a:extLst>
                <a:ext uri="{FF2B5EF4-FFF2-40B4-BE49-F238E27FC236}">
                  <a16:creationId xmlns:a16="http://schemas.microsoft.com/office/drawing/2014/main" id="{9B1C2D4B-C046-CE37-9420-D8189855A3A1}"/>
                </a:ext>
              </a:extLst>
            </p:cNvPr>
            <p:cNvSpPr/>
            <p:nvPr/>
          </p:nvSpPr>
          <p:spPr>
            <a:xfrm>
              <a:off x="8042239" y="474664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</p:grpSp>
      <p:sp>
        <p:nvSpPr>
          <p:cNvPr id="135" name="tx69">
            <a:extLst>
              <a:ext uri="{FF2B5EF4-FFF2-40B4-BE49-F238E27FC236}">
                <a16:creationId xmlns:a16="http://schemas.microsoft.com/office/drawing/2014/main" id="{DC9FAD2F-367F-F1D7-553E-834098DB0384}"/>
              </a:ext>
            </a:extLst>
          </p:cNvPr>
          <p:cNvSpPr/>
          <p:nvPr/>
        </p:nvSpPr>
        <p:spPr>
          <a:xfrm>
            <a:off x="6684213" y="3755789"/>
            <a:ext cx="2477383" cy="1639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 </a:t>
            </a:r>
          </a:p>
        </p:txBody>
      </p:sp>
      <p:sp>
        <p:nvSpPr>
          <p:cNvPr id="136" name="tx70">
            <a:extLst>
              <a:ext uri="{FF2B5EF4-FFF2-40B4-BE49-F238E27FC236}">
                <a16:creationId xmlns:a16="http://schemas.microsoft.com/office/drawing/2014/main" id="{2A435524-9BA2-13C7-8D67-A8508934A828}"/>
              </a:ext>
            </a:extLst>
          </p:cNvPr>
          <p:cNvSpPr/>
          <p:nvPr/>
        </p:nvSpPr>
        <p:spPr>
          <a:xfrm>
            <a:off x="6684213" y="4002677"/>
            <a:ext cx="1435790" cy="1639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between Sites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0" name="rc4">
            <a:extLst>
              <a:ext uri="{FF2B5EF4-FFF2-40B4-BE49-F238E27FC236}">
                <a16:creationId xmlns:a16="http://schemas.microsoft.com/office/drawing/2014/main" id="{2C8D40AD-942B-B614-16CB-B73DD59D6C04}"/>
              </a:ext>
            </a:extLst>
          </p:cNvPr>
          <p:cNvSpPr/>
          <p:nvPr/>
        </p:nvSpPr>
        <p:spPr>
          <a:xfrm>
            <a:off x="658383" y="445840"/>
            <a:ext cx="5093904" cy="4525962"/>
          </a:xfrm>
          <a:prstGeom prst="rect">
            <a:avLst/>
          </a:prstGeom>
          <a:solidFill>
            <a:srgbClr val="FFFFFF">
              <a:alpha val="100000"/>
            </a:srgbClr>
          </a:solidFill>
          <a:ln w="13550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52" name="pl6">
            <a:extLst>
              <a:ext uri="{FF2B5EF4-FFF2-40B4-BE49-F238E27FC236}">
                <a16:creationId xmlns:a16="http://schemas.microsoft.com/office/drawing/2014/main" id="{6527B0CB-5C67-4134-C6F2-4A3B96B12C45}"/>
              </a:ext>
            </a:extLst>
          </p:cNvPr>
          <p:cNvSpPr/>
          <p:nvPr/>
        </p:nvSpPr>
        <p:spPr>
          <a:xfrm>
            <a:off x="3285370" y="4461491"/>
            <a:ext cx="11398" cy="16824"/>
          </a:xfrm>
          <a:custGeom>
            <a:avLst/>
            <a:gdLst/>
            <a:ahLst/>
            <a:cxnLst/>
            <a:rect l="0" t="0" r="0" b="0"/>
            <a:pathLst>
              <a:path w="11398" h="16824">
                <a:moveTo>
                  <a:pt x="11120" y="9100"/>
                </a:moveTo>
                <a:lnTo>
                  <a:pt x="180" y="0"/>
                </a:lnTo>
                <a:lnTo>
                  <a:pt x="0" y="2435"/>
                </a:lnTo>
                <a:lnTo>
                  <a:pt x="4770" y="11734"/>
                </a:lnTo>
                <a:lnTo>
                  <a:pt x="4770" y="15935"/>
                </a:lnTo>
                <a:lnTo>
                  <a:pt x="6366" y="16824"/>
                </a:lnTo>
                <a:lnTo>
                  <a:pt x="9721" y="13944"/>
                </a:lnTo>
                <a:lnTo>
                  <a:pt x="11398" y="11542"/>
                </a:lnTo>
                <a:lnTo>
                  <a:pt x="11120" y="910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53" name="pl7">
            <a:extLst>
              <a:ext uri="{FF2B5EF4-FFF2-40B4-BE49-F238E27FC236}">
                <a16:creationId xmlns:a16="http://schemas.microsoft.com/office/drawing/2014/main" id="{11668BDE-53B5-8313-42C3-C4407AF3E138}"/>
              </a:ext>
            </a:extLst>
          </p:cNvPr>
          <p:cNvSpPr/>
          <p:nvPr/>
        </p:nvSpPr>
        <p:spPr>
          <a:xfrm>
            <a:off x="3349533" y="4447999"/>
            <a:ext cx="7065" cy="5973"/>
          </a:xfrm>
          <a:custGeom>
            <a:avLst/>
            <a:gdLst/>
            <a:ahLst/>
            <a:cxnLst/>
            <a:rect l="0" t="0" r="0" b="0"/>
            <a:pathLst>
              <a:path w="7065" h="5973">
                <a:moveTo>
                  <a:pt x="5475" y="0"/>
                </a:moveTo>
                <a:lnTo>
                  <a:pt x="1060" y="3982"/>
                </a:lnTo>
                <a:lnTo>
                  <a:pt x="0" y="5973"/>
                </a:lnTo>
                <a:lnTo>
                  <a:pt x="2120" y="5973"/>
                </a:lnTo>
                <a:lnTo>
                  <a:pt x="6890" y="3537"/>
                </a:lnTo>
                <a:lnTo>
                  <a:pt x="7065" y="1546"/>
                </a:lnTo>
                <a:lnTo>
                  <a:pt x="5475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54" name="pl8">
            <a:extLst>
              <a:ext uri="{FF2B5EF4-FFF2-40B4-BE49-F238E27FC236}">
                <a16:creationId xmlns:a16="http://schemas.microsoft.com/office/drawing/2014/main" id="{AB357873-49FC-F4BF-4AD8-EE00E0DD9C2D}"/>
              </a:ext>
            </a:extLst>
          </p:cNvPr>
          <p:cNvSpPr/>
          <p:nvPr/>
        </p:nvSpPr>
        <p:spPr>
          <a:xfrm>
            <a:off x="3370035" y="4434711"/>
            <a:ext cx="5655" cy="5980"/>
          </a:xfrm>
          <a:custGeom>
            <a:avLst/>
            <a:gdLst/>
            <a:ahLst/>
            <a:cxnLst/>
            <a:rect l="0" t="0" r="0" b="0"/>
            <a:pathLst>
              <a:path w="5655" h="5980">
                <a:moveTo>
                  <a:pt x="4415" y="0"/>
                </a:moveTo>
                <a:lnTo>
                  <a:pt x="0" y="5980"/>
                </a:lnTo>
                <a:lnTo>
                  <a:pt x="3005" y="5316"/>
                </a:lnTo>
                <a:lnTo>
                  <a:pt x="5655" y="444"/>
                </a:lnTo>
                <a:lnTo>
                  <a:pt x="4415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55" name="pl9">
            <a:extLst>
              <a:ext uri="{FF2B5EF4-FFF2-40B4-BE49-F238E27FC236}">
                <a16:creationId xmlns:a16="http://schemas.microsoft.com/office/drawing/2014/main" id="{38DC6209-CFF2-ED33-6E31-2021F4149FC4}"/>
              </a:ext>
            </a:extLst>
          </p:cNvPr>
          <p:cNvSpPr/>
          <p:nvPr/>
        </p:nvSpPr>
        <p:spPr>
          <a:xfrm>
            <a:off x="5180753" y="931047"/>
            <a:ext cx="312127" cy="121250"/>
          </a:xfrm>
          <a:custGeom>
            <a:avLst/>
            <a:gdLst/>
            <a:ahLst/>
            <a:cxnLst/>
            <a:rect l="0" t="0" r="0" b="0"/>
            <a:pathLst>
              <a:path w="312127" h="121250">
                <a:moveTo>
                  <a:pt x="67179" y="40170"/>
                </a:moveTo>
                <a:lnTo>
                  <a:pt x="79299" y="47977"/>
                </a:lnTo>
                <a:lnTo>
                  <a:pt x="90534" y="57460"/>
                </a:lnTo>
                <a:lnTo>
                  <a:pt x="96168" y="67888"/>
                </a:lnTo>
                <a:lnTo>
                  <a:pt x="102884" y="76379"/>
                </a:lnTo>
                <a:lnTo>
                  <a:pt x="161566" y="100812"/>
                </a:lnTo>
                <a:lnTo>
                  <a:pt x="188637" y="108414"/>
                </a:lnTo>
                <a:lnTo>
                  <a:pt x="216276" y="112595"/>
                </a:lnTo>
                <a:lnTo>
                  <a:pt x="253554" y="121250"/>
                </a:lnTo>
                <a:lnTo>
                  <a:pt x="300379" y="119177"/>
                </a:lnTo>
                <a:lnTo>
                  <a:pt x="306603" y="117514"/>
                </a:lnTo>
                <a:lnTo>
                  <a:pt x="312127" y="112855"/>
                </a:lnTo>
                <a:lnTo>
                  <a:pt x="307685" y="103782"/>
                </a:lnTo>
                <a:lnTo>
                  <a:pt x="298586" y="92602"/>
                </a:lnTo>
                <a:lnTo>
                  <a:pt x="273303" y="77713"/>
                </a:lnTo>
                <a:lnTo>
                  <a:pt x="263237" y="75291"/>
                </a:lnTo>
                <a:lnTo>
                  <a:pt x="207232" y="44905"/>
                </a:lnTo>
                <a:lnTo>
                  <a:pt x="182041" y="33478"/>
                </a:lnTo>
                <a:lnTo>
                  <a:pt x="156271" y="24057"/>
                </a:lnTo>
                <a:lnTo>
                  <a:pt x="133534" y="17871"/>
                </a:lnTo>
                <a:lnTo>
                  <a:pt x="81141" y="9688"/>
                </a:lnTo>
                <a:lnTo>
                  <a:pt x="39589" y="383"/>
                </a:lnTo>
                <a:lnTo>
                  <a:pt x="27021" y="0"/>
                </a:lnTo>
                <a:lnTo>
                  <a:pt x="12562" y="2586"/>
                </a:lnTo>
                <a:lnTo>
                  <a:pt x="0" y="8046"/>
                </a:lnTo>
                <a:lnTo>
                  <a:pt x="5054" y="16346"/>
                </a:lnTo>
                <a:lnTo>
                  <a:pt x="67179" y="4017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56" name="pl10">
            <a:extLst>
              <a:ext uri="{FF2B5EF4-FFF2-40B4-BE49-F238E27FC236}">
                <a16:creationId xmlns:a16="http://schemas.microsoft.com/office/drawing/2014/main" id="{F0853BBE-6C73-53D5-EC01-C9188D441B49}"/>
              </a:ext>
            </a:extLst>
          </p:cNvPr>
          <p:cNvSpPr/>
          <p:nvPr/>
        </p:nvSpPr>
        <p:spPr>
          <a:xfrm>
            <a:off x="5515356" y="1342277"/>
            <a:ext cx="167342" cy="201393"/>
          </a:xfrm>
          <a:custGeom>
            <a:avLst/>
            <a:gdLst/>
            <a:ahLst/>
            <a:cxnLst/>
            <a:rect l="0" t="0" r="0" b="0"/>
            <a:pathLst>
              <a:path w="167342" h="201393">
                <a:moveTo>
                  <a:pt x="167342" y="114109"/>
                </a:moveTo>
                <a:lnTo>
                  <a:pt x="156992" y="112622"/>
                </a:lnTo>
                <a:lnTo>
                  <a:pt x="141998" y="114086"/>
                </a:lnTo>
                <a:lnTo>
                  <a:pt x="140053" y="103638"/>
                </a:lnTo>
                <a:lnTo>
                  <a:pt x="133998" y="97877"/>
                </a:lnTo>
                <a:lnTo>
                  <a:pt x="125206" y="101613"/>
                </a:lnTo>
                <a:lnTo>
                  <a:pt x="119124" y="105670"/>
                </a:lnTo>
                <a:lnTo>
                  <a:pt x="110834" y="112923"/>
                </a:lnTo>
                <a:lnTo>
                  <a:pt x="101791" y="125143"/>
                </a:lnTo>
                <a:lnTo>
                  <a:pt x="103195" y="132882"/>
                </a:lnTo>
                <a:lnTo>
                  <a:pt x="85277" y="147572"/>
                </a:lnTo>
                <a:lnTo>
                  <a:pt x="88458" y="150890"/>
                </a:lnTo>
                <a:lnTo>
                  <a:pt x="115796" y="145875"/>
                </a:lnTo>
                <a:lnTo>
                  <a:pt x="114479" y="148982"/>
                </a:lnTo>
                <a:lnTo>
                  <a:pt x="89108" y="173251"/>
                </a:lnTo>
                <a:lnTo>
                  <a:pt x="84764" y="176323"/>
                </a:lnTo>
                <a:lnTo>
                  <a:pt x="77130" y="178191"/>
                </a:lnTo>
                <a:lnTo>
                  <a:pt x="69130" y="176788"/>
                </a:lnTo>
                <a:lnTo>
                  <a:pt x="63223" y="176843"/>
                </a:lnTo>
                <a:lnTo>
                  <a:pt x="48824" y="183056"/>
                </a:lnTo>
                <a:lnTo>
                  <a:pt x="45125" y="176747"/>
                </a:lnTo>
                <a:lnTo>
                  <a:pt x="49616" y="170213"/>
                </a:lnTo>
                <a:lnTo>
                  <a:pt x="58616" y="164192"/>
                </a:lnTo>
                <a:lnTo>
                  <a:pt x="58720" y="161694"/>
                </a:lnTo>
                <a:lnTo>
                  <a:pt x="51228" y="157993"/>
                </a:lnTo>
                <a:lnTo>
                  <a:pt x="57190" y="154004"/>
                </a:lnTo>
                <a:lnTo>
                  <a:pt x="70157" y="148687"/>
                </a:lnTo>
                <a:lnTo>
                  <a:pt x="70512" y="143802"/>
                </a:lnTo>
                <a:lnTo>
                  <a:pt x="62529" y="143515"/>
                </a:lnTo>
                <a:lnTo>
                  <a:pt x="47447" y="150302"/>
                </a:lnTo>
                <a:lnTo>
                  <a:pt x="43660" y="149235"/>
                </a:lnTo>
                <a:lnTo>
                  <a:pt x="65256" y="135242"/>
                </a:lnTo>
                <a:lnTo>
                  <a:pt x="74392" y="131103"/>
                </a:lnTo>
                <a:lnTo>
                  <a:pt x="83988" y="128503"/>
                </a:lnTo>
                <a:lnTo>
                  <a:pt x="102785" y="117364"/>
                </a:lnTo>
                <a:lnTo>
                  <a:pt x="107534" y="111425"/>
                </a:lnTo>
                <a:lnTo>
                  <a:pt x="111998" y="103618"/>
                </a:lnTo>
                <a:lnTo>
                  <a:pt x="110523" y="98979"/>
                </a:lnTo>
                <a:lnTo>
                  <a:pt x="113353" y="83543"/>
                </a:lnTo>
                <a:lnTo>
                  <a:pt x="124359" y="55544"/>
                </a:lnTo>
                <a:lnTo>
                  <a:pt x="130086" y="38213"/>
                </a:lnTo>
                <a:lnTo>
                  <a:pt x="130217" y="33896"/>
                </a:lnTo>
                <a:lnTo>
                  <a:pt x="119730" y="12124"/>
                </a:lnTo>
                <a:lnTo>
                  <a:pt x="119069" y="6554"/>
                </a:lnTo>
                <a:lnTo>
                  <a:pt x="121659" y="868"/>
                </a:lnTo>
                <a:lnTo>
                  <a:pt x="112610" y="0"/>
                </a:lnTo>
                <a:lnTo>
                  <a:pt x="103436" y="1525"/>
                </a:lnTo>
                <a:lnTo>
                  <a:pt x="98332" y="4755"/>
                </a:lnTo>
                <a:lnTo>
                  <a:pt x="82326" y="20506"/>
                </a:lnTo>
                <a:lnTo>
                  <a:pt x="69960" y="29838"/>
                </a:lnTo>
                <a:lnTo>
                  <a:pt x="63043" y="39274"/>
                </a:lnTo>
                <a:lnTo>
                  <a:pt x="57387" y="50338"/>
                </a:lnTo>
                <a:lnTo>
                  <a:pt x="28513" y="99095"/>
                </a:lnTo>
                <a:lnTo>
                  <a:pt x="21611" y="107319"/>
                </a:lnTo>
                <a:lnTo>
                  <a:pt x="9699" y="117617"/>
                </a:lnTo>
                <a:lnTo>
                  <a:pt x="1644" y="133114"/>
                </a:lnTo>
                <a:lnTo>
                  <a:pt x="0" y="149693"/>
                </a:lnTo>
                <a:lnTo>
                  <a:pt x="5092" y="181256"/>
                </a:lnTo>
                <a:lnTo>
                  <a:pt x="9732" y="187859"/>
                </a:lnTo>
                <a:lnTo>
                  <a:pt x="19234" y="197753"/>
                </a:lnTo>
                <a:lnTo>
                  <a:pt x="23682" y="201201"/>
                </a:lnTo>
                <a:lnTo>
                  <a:pt x="28983" y="201393"/>
                </a:lnTo>
                <a:lnTo>
                  <a:pt x="34567" y="199641"/>
                </a:lnTo>
                <a:lnTo>
                  <a:pt x="46065" y="200011"/>
                </a:lnTo>
                <a:lnTo>
                  <a:pt x="57824" y="196678"/>
                </a:lnTo>
                <a:lnTo>
                  <a:pt x="69802" y="196042"/>
                </a:lnTo>
                <a:lnTo>
                  <a:pt x="81873" y="198827"/>
                </a:lnTo>
                <a:lnTo>
                  <a:pt x="92031" y="198827"/>
                </a:lnTo>
                <a:lnTo>
                  <a:pt x="124135" y="189884"/>
                </a:lnTo>
                <a:lnTo>
                  <a:pt x="144391" y="177500"/>
                </a:lnTo>
                <a:lnTo>
                  <a:pt x="154533" y="166867"/>
                </a:lnTo>
                <a:lnTo>
                  <a:pt x="165571" y="158239"/>
                </a:lnTo>
                <a:lnTo>
                  <a:pt x="167342" y="157459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57" name="pl11">
            <a:extLst>
              <a:ext uri="{FF2B5EF4-FFF2-40B4-BE49-F238E27FC236}">
                <a16:creationId xmlns:a16="http://schemas.microsoft.com/office/drawing/2014/main" id="{5C7FF378-F829-FD67-DCFD-EBDA33CA63EC}"/>
              </a:ext>
            </a:extLst>
          </p:cNvPr>
          <p:cNvSpPr/>
          <p:nvPr/>
        </p:nvSpPr>
        <p:spPr>
          <a:xfrm>
            <a:off x="5189939" y="1335011"/>
            <a:ext cx="266281" cy="153395"/>
          </a:xfrm>
          <a:custGeom>
            <a:avLst/>
            <a:gdLst/>
            <a:ahLst/>
            <a:cxnLst/>
            <a:rect l="0" t="0" r="0" b="0"/>
            <a:pathLst>
              <a:path w="266281" h="153395">
                <a:moveTo>
                  <a:pt x="250631" y="80484"/>
                </a:moveTo>
                <a:lnTo>
                  <a:pt x="221587" y="81736"/>
                </a:lnTo>
                <a:lnTo>
                  <a:pt x="192620" y="84377"/>
                </a:lnTo>
                <a:lnTo>
                  <a:pt x="189254" y="85657"/>
                </a:lnTo>
                <a:lnTo>
                  <a:pt x="161052" y="88818"/>
                </a:lnTo>
                <a:lnTo>
                  <a:pt x="142544" y="89591"/>
                </a:lnTo>
                <a:lnTo>
                  <a:pt x="125009" y="84268"/>
                </a:lnTo>
                <a:lnTo>
                  <a:pt x="115769" y="77535"/>
                </a:lnTo>
                <a:lnTo>
                  <a:pt x="110791" y="77008"/>
                </a:lnTo>
                <a:lnTo>
                  <a:pt x="105938" y="78144"/>
                </a:lnTo>
                <a:lnTo>
                  <a:pt x="97222" y="72999"/>
                </a:lnTo>
                <a:lnTo>
                  <a:pt x="80764" y="70016"/>
                </a:lnTo>
                <a:lnTo>
                  <a:pt x="74545" y="81422"/>
                </a:lnTo>
                <a:lnTo>
                  <a:pt x="69261" y="85048"/>
                </a:lnTo>
                <a:lnTo>
                  <a:pt x="66234" y="83077"/>
                </a:lnTo>
                <a:lnTo>
                  <a:pt x="63737" y="79547"/>
                </a:lnTo>
                <a:lnTo>
                  <a:pt x="55682" y="77460"/>
                </a:lnTo>
                <a:lnTo>
                  <a:pt x="59032" y="73273"/>
                </a:lnTo>
                <a:lnTo>
                  <a:pt x="60365" y="68551"/>
                </a:lnTo>
                <a:lnTo>
                  <a:pt x="58622" y="63420"/>
                </a:lnTo>
                <a:lnTo>
                  <a:pt x="55966" y="59198"/>
                </a:lnTo>
                <a:lnTo>
                  <a:pt x="35278" y="40095"/>
                </a:lnTo>
                <a:lnTo>
                  <a:pt x="47185" y="20820"/>
                </a:lnTo>
                <a:lnTo>
                  <a:pt x="45420" y="11186"/>
                </a:lnTo>
                <a:lnTo>
                  <a:pt x="45835" y="0"/>
                </a:lnTo>
                <a:lnTo>
                  <a:pt x="27551" y="14950"/>
                </a:lnTo>
                <a:lnTo>
                  <a:pt x="20130" y="22462"/>
                </a:lnTo>
                <a:lnTo>
                  <a:pt x="13781" y="31645"/>
                </a:lnTo>
                <a:lnTo>
                  <a:pt x="5431" y="40964"/>
                </a:lnTo>
                <a:lnTo>
                  <a:pt x="0" y="51843"/>
                </a:lnTo>
                <a:lnTo>
                  <a:pt x="1688" y="58952"/>
                </a:lnTo>
                <a:lnTo>
                  <a:pt x="18742" y="60272"/>
                </a:lnTo>
                <a:lnTo>
                  <a:pt x="29890" y="64720"/>
                </a:lnTo>
                <a:lnTo>
                  <a:pt x="33190" y="69988"/>
                </a:lnTo>
                <a:lnTo>
                  <a:pt x="32710" y="89140"/>
                </a:lnTo>
                <a:lnTo>
                  <a:pt x="42906" y="92027"/>
                </a:lnTo>
                <a:lnTo>
                  <a:pt x="60720" y="91562"/>
                </a:lnTo>
                <a:lnTo>
                  <a:pt x="72124" y="93040"/>
                </a:lnTo>
                <a:lnTo>
                  <a:pt x="73032" y="94894"/>
                </a:lnTo>
                <a:lnTo>
                  <a:pt x="71611" y="96858"/>
                </a:lnTo>
                <a:lnTo>
                  <a:pt x="67436" y="97282"/>
                </a:lnTo>
                <a:lnTo>
                  <a:pt x="75130" y="108250"/>
                </a:lnTo>
                <a:lnTo>
                  <a:pt x="85288" y="116461"/>
                </a:lnTo>
                <a:lnTo>
                  <a:pt x="93359" y="119437"/>
                </a:lnTo>
                <a:lnTo>
                  <a:pt x="126069" y="127278"/>
                </a:lnTo>
                <a:lnTo>
                  <a:pt x="133135" y="126354"/>
                </a:lnTo>
                <a:lnTo>
                  <a:pt x="139927" y="122365"/>
                </a:lnTo>
                <a:lnTo>
                  <a:pt x="126719" y="120730"/>
                </a:lnTo>
                <a:lnTo>
                  <a:pt x="135233" y="115585"/>
                </a:lnTo>
                <a:lnTo>
                  <a:pt x="143932" y="113327"/>
                </a:lnTo>
                <a:lnTo>
                  <a:pt x="150659" y="107367"/>
                </a:lnTo>
                <a:lnTo>
                  <a:pt x="159435" y="104425"/>
                </a:lnTo>
                <a:lnTo>
                  <a:pt x="157572" y="107819"/>
                </a:lnTo>
                <a:lnTo>
                  <a:pt x="151102" y="110946"/>
                </a:lnTo>
                <a:lnTo>
                  <a:pt x="150719" y="117377"/>
                </a:lnTo>
                <a:lnTo>
                  <a:pt x="155342" y="122140"/>
                </a:lnTo>
                <a:lnTo>
                  <a:pt x="162326" y="121407"/>
                </a:lnTo>
                <a:lnTo>
                  <a:pt x="168828" y="131438"/>
                </a:lnTo>
                <a:lnTo>
                  <a:pt x="154555" y="139423"/>
                </a:lnTo>
                <a:lnTo>
                  <a:pt x="157626" y="140566"/>
                </a:lnTo>
                <a:lnTo>
                  <a:pt x="167823" y="139190"/>
                </a:lnTo>
                <a:lnTo>
                  <a:pt x="170637" y="148564"/>
                </a:lnTo>
                <a:lnTo>
                  <a:pt x="178861" y="152512"/>
                </a:lnTo>
                <a:lnTo>
                  <a:pt x="185768" y="153395"/>
                </a:lnTo>
                <a:lnTo>
                  <a:pt x="209473" y="151937"/>
                </a:lnTo>
                <a:lnTo>
                  <a:pt x="215434" y="148797"/>
                </a:lnTo>
                <a:lnTo>
                  <a:pt x="212691" y="145540"/>
                </a:lnTo>
                <a:lnTo>
                  <a:pt x="208139" y="144739"/>
                </a:lnTo>
                <a:lnTo>
                  <a:pt x="208593" y="135030"/>
                </a:lnTo>
                <a:lnTo>
                  <a:pt x="207161" y="125506"/>
                </a:lnTo>
                <a:lnTo>
                  <a:pt x="210063" y="120326"/>
                </a:lnTo>
                <a:lnTo>
                  <a:pt x="233128" y="109755"/>
                </a:lnTo>
                <a:lnTo>
                  <a:pt x="249713" y="98958"/>
                </a:lnTo>
                <a:lnTo>
                  <a:pt x="266281" y="89680"/>
                </a:lnTo>
                <a:lnTo>
                  <a:pt x="264363" y="86300"/>
                </a:lnTo>
                <a:lnTo>
                  <a:pt x="260625" y="83495"/>
                </a:lnTo>
                <a:lnTo>
                  <a:pt x="250631" y="8048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58" name="pl12">
            <a:extLst>
              <a:ext uri="{FF2B5EF4-FFF2-40B4-BE49-F238E27FC236}">
                <a16:creationId xmlns:a16="http://schemas.microsoft.com/office/drawing/2014/main" id="{0EAC0BA9-8716-C1F4-A0CB-B70CE7B9E3C7}"/>
              </a:ext>
            </a:extLst>
          </p:cNvPr>
          <p:cNvSpPr/>
          <p:nvPr/>
        </p:nvSpPr>
        <p:spPr>
          <a:xfrm>
            <a:off x="4112355" y="2162965"/>
            <a:ext cx="238237" cy="81627"/>
          </a:xfrm>
          <a:custGeom>
            <a:avLst/>
            <a:gdLst/>
            <a:ahLst/>
            <a:cxnLst/>
            <a:rect l="0" t="0" r="0" b="0"/>
            <a:pathLst>
              <a:path w="238237" h="81627">
                <a:moveTo>
                  <a:pt x="216003" y="19336"/>
                </a:moveTo>
                <a:lnTo>
                  <a:pt x="210478" y="14231"/>
                </a:lnTo>
                <a:lnTo>
                  <a:pt x="206828" y="14888"/>
                </a:lnTo>
                <a:lnTo>
                  <a:pt x="195238" y="18070"/>
                </a:lnTo>
                <a:lnTo>
                  <a:pt x="181637" y="25343"/>
                </a:lnTo>
                <a:lnTo>
                  <a:pt x="175779" y="30721"/>
                </a:lnTo>
                <a:lnTo>
                  <a:pt x="169593" y="33383"/>
                </a:lnTo>
                <a:lnTo>
                  <a:pt x="162402" y="32466"/>
                </a:lnTo>
                <a:lnTo>
                  <a:pt x="170358" y="23400"/>
                </a:lnTo>
                <a:lnTo>
                  <a:pt x="179577" y="16044"/>
                </a:lnTo>
                <a:lnTo>
                  <a:pt x="196730" y="0"/>
                </a:lnTo>
                <a:lnTo>
                  <a:pt x="185713" y="3852"/>
                </a:lnTo>
                <a:lnTo>
                  <a:pt x="166566" y="17659"/>
                </a:lnTo>
                <a:lnTo>
                  <a:pt x="157451" y="22586"/>
                </a:lnTo>
                <a:lnTo>
                  <a:pt x="134654" y="25357"/>
                </a:lnTo>
                <a:lnTo>
                  <a:pt x="111714" y="26212"/>
                </a:lnTo>
                <a:lnTo>
                  <a:pt x="103042" y="27485"/>
                </a:lnTo>
                <a:lnTo>
                  <a:pt x="94698" y="31275"/>
                </a:lnTo>
                <a:lnTo>
                  <a:pt x="84365" y="32062"/>
                </a:lnTo>
                <a:lnTo>
                  <a:pt x="73786" y="29318"/>
                </a:lnTo>
                <a:lnTo>
                  <a:pt x="69922" y="29695"/>
                </a:lnTo>
                <a:lnTo>
                  <a:pt x="66157" y="31706"/>
                </a:lnTo>
                <a:lnTo>
                  <a:pt x="60950" y="32657"/>
                </a:lnTo>
                <a:lnTo>
                  <a:pt x="51278" y="32705"/>
                </a:lnTo>
                <a:lnTo>
                  <a:pt x="47256" y="34587"/>
                </a:lnTo>
                <a:lnTo>
                  <a:pt x="43556" y="38083"/>
                </a:lnTo>
                <a:lnTo>
                  <a:pt x="42502" y="44139"/>
                </a:lnTo>
                <a:lnTo>
                  <a:pt x="37693" y="39657"/>
                </a:lnTo>
                <a:lnTo>
                  <a:pt x="30753" y="44747"/>
                </a:lnTo>
                <a:lnTo>
                  <a:pt x="17098" y="50639"/>
                </a:lnTo>
                <a:lnTo>
                  <a:pt x="7551" y="59930"/>
                </a:lnTo>
                <a:lnTo>
                  <a:pt x="3207" y="65842"/>
                </a:lnTo>
                <a:lnTo>
                  <a:pt x="0" y="72075"/>
                </a:lnTo>
                <a:lnTo>
                  <a:pt x="1918" y="80128"/>
                </a:lnTo>
                <a:lnTo>
                  <a:pt x="11529" y="77658"/>
                </a:lnTo>
                <a:lnTo>
                  <a:pt x="17551" y="70262"/>
                </a:lnTo>
                <a:lnTo>
                  <a:pt x="23431" y="69653"/>
                </a:lnTo>
                <a:lnTo>
                  <a:pt x="26059" y="71754"/>
                </a:lnTo>
                <a:lnTo>
                  <a:pt x="25819" y="74443"/>
                </a:lnTo>
                <a:lnTo>
                  <a:pt x="14824" y="81627"/>
                </a:lnTo>
                <a:lnTo>
                  <a:pt x="29688" y="78514"/>
                </a:lnTo>
                <a:lnTo>
                  <a:pt x="46010" y="77508"/>
                </a:lnTo>
                <a:lnTo>
                  <a:pt x="85780" y="68586"/>
                </a:lnTo>
                <a:lnTo>
                  <a:pt x="89922" y="70276"/>
                </a:lnTo>
                <a:lnTo>
                  <a:pt x="93753" y="69899"/>
                </a:lnTo>
                <a:lnTo>
                  <a:pt x="142036" y="52575"/>
                </a:lnTo>
                <a:lnTo>
                  <a:pt x="151747" y="50782"/>
                </a:lnTo>
                <a:lnTo>
                  <a:pt x="165233" y="45856"/>
                </a:lnTo>
                <a:lnTo>
                  <a:pt x="179500" y="38904"/>
                </a:lnTo>
                <a:lnTo>
                  <a:pt x="189473" y="36277"/>
                </a:lnTo>
                <a:lnTo>
                  <a:pt x="238237" y="12938"/>
                </a:lnTo>
                <a:lnTo>
                  <a:pt x="226964" y="15237"/>
                </a:lnTo>
                <a:lnTo>
                  <a:pt x="216003" y="19336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59" name="pl13">
            <a:extLst>
              <a:ext uri="{FF2B5EF4-FFF2-40B4-BE49-F238E27FC236}">
                <a16:creationId xmlns:a16="http://schemas.microsoft.com/office/drawing/2014/main" id="{AA6D6C4B-B908-89B5-11B3-30D5684AA1D7}"/>
              </a:ext>
            </a:extLst>
          </p:cNvPr>
          <p:cNvSpPr/>
          <p:nvPr/>
        </p:nvSpPr>
        <p:spPr>
          <a:xfrm>
            <a:off x="5669552" y="1770558"/>
            <a:ext cx="13147" cy="6673"/>
          </a:xfrm>
          <a:custGeom>
            <a:avLst/>
            <a:gdLst/>
            <a:ahLst/>
            <a:cxnLst/>
            <a:rect l="0" t="0" r="0" b="0"/>
            <a:pathLst>
              <a:path w="13147" h="6673">
                <a:moveTo>
                  <a:pt x="13147" y="1249"/>
                </a:moveTo>
                <a:lnTo>
                  <a:pt x="0" y="0"/>
                </a:lnTo>
                <a:lnTo>
                  <a:pt x="360" y="1997"/>
                </a:lnTo>
                <a:lnTo>
                  <a:pt x="8923" y="6547"/>
                </a:lnTo>
                <a:lnTo>
                  <a:pt x="13147" y="6673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60" name="pl14">
            <a:extLst>
              <a:ext uri="{FF2B5EF4-FFF2-40B4-BE49-F238E27FC236}">
                <a16:creationId xmlns:a16="http://schemas.microsoft.com/office/drawing/2014/main" id="{37F02E46-EF71-AC6A-D67C-1E703248F742}"/>
              </a:ext>
            </a:extLst>
          </p:cNvPr>
          <p:cNvSpPr/>
          <p:nvPr/>
        </p:nvSpPr>
        <p:spPr>
          <a:xfrm>
            <a:off x="1537946" y="3987450"/>
            <a:ext cx="21966" cy="32753"/>
          </a:xfrm>
          <a:custGeom>
            <a:avLst/>
            <a:gdLst/>
            <a:ahLst/>
            <a:cxnLst/>
            <a:rect l="0" t="0" r="0" b="0"/>
            <a:pathLst>
              <a:path w="21966" h="32753">
                <a:moveTo>
                  <a:pt x="21966" y="6178"/>
                </a:moveTo>
                <a:lnTo>
                  <a:pt x="19988" y="0"/>
                </a:lnTo>
                <a:lnTo>
                  <a:pt x="15300" y="2162"/>
                </a:lnTo>
                <a:lnTo>
                  <a:pt x="6420" y="16681"/>
                </a:lnTo>
                <a:lnTo>
                  <a:pt x="5415" y="21279"/>
                </a:lnTo>
                <a:lnTo>
                  <a:pt x="0" y="32753"/>
                </a:lnTo>
                <a:lnTo>
                  <a:pt x="2426" y="32411"/>
                </a:lnTo>
                <a:lnTo>
                  <a:pt x="12835" y="16380"/>
                </a:lnTo>
                <a:lnTo>
                  <a:pt x="21966" y="617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61" name="pl15">
            <a:extLst>
              <a:ext uri="{FF2B5EF4-FFF2-40B4-BE49-F238E27FC236}">
                <a16:creationId xmlns:a16="http://schemas.microsoft.com/office/drawing/2014/main" id="{BA46B7AD-C421-5402-A001-47DE9FB52F96}"/>
              </a:ext>
            </a:extLst>
          </p:cNvPr>
          <p:cNvSpPr/>
          <p:nvPr/>
        </p:nvSpPr>
        <p:spPr>
          <a:xfrm>
            <a:off x="2443581" y="3760433"/>
            <a:ext cx="7939" cy="12993"/>
          </a:xfrm>
          <a:custGeom>
            <a:avLst/>
            <a:gdLst/>
            <a:ahLst/>
            <a:cxnLst/>
            <a:rect l="0" t="0" r="0" b="0"/>
            <a:pathLst>
              <a:path w="7939" h="12993">
                <a:moveTo>
                  <a:pt x="278" y="10194"/>
                </a:moveTo>
                <a:lnTo>
                  <a:pt x="0" y="12993"/>
                </a:lnTo>
                <a:lnTo>
                  <a:pt x="6076" y="5658"/>
                </a:lnTo>
                <a:lnTo>
                  <a:pt x="7939" y="0"/>
                </a:lnTo>
                <a:lnTo>
                  <a:pt x="4748" y="2853"/>
                </a:lnTo>
                <a:lnTo>
                  <a:pt x="278" y="1019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62" name="pl16">
            <a:extLst>
              <a:ext uri="{FF2B5EF4-FFF2-40B4-BE49-F238E27FC236}">
                <a16:creationId xmlns:a16="http://schemas.microsoft.com/office/drawing/2014/main" id="{F32AE104-D076-9BE2-7E54-612FC805B003}"/>
              </a:ext>
            </a:extLst>
          </p:cNvPr>
          <p:cNvSpPr/>
          <p:nvPr/>
        </p:nvSpPr>
        <p:spPr>
          <a:xfrm>
            <a:off x="2468285" y="3688788"/>
            <a:ext cx="18436" cy="8333"/>
          </a:xfrm>
          <a:custGeom>
            <a:avLst/>
            <a:gdLst/>
            <a:ahLst/>
            <a:cxnLst/>
            <a:rect l="0" t="0" r="0" b="0"/>
            <a:pathLst>
              <a:path w="18436" h="8333">
                <a:moveTo>
                  <a:pt x="0" y="0"/>
                </a:moveTo>
                <a:lnTo>
                  <a:pt x="1092" y="2709"/>
                </a:lnTo>
                <a:lnTo>
                  <a:pt x="7120" y="5419"/>
                </a:lnTo>
                <a:lnTo>
                  <a:pt x="17032" y="8333"/>
                </a:lnTo>
                <a:lnTo>
                  <a:pt x="18436" y="6773"/>
                </a:lnTo>
                <a:lnTo>
                  <a:pt x="16661" y="4919"/>
                </a:ln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63" name="pl17">
            <a:extLst>
              <a:ext uri="{FF2B5EF4-FFF2-40B4-BE49-F238E27FC236}">
                <a16:creationId xmlns:a16="http://schemas.microsoft.com/office/drawing/2014/main" id="{9FFCB0D5-256E-B0ED-A97F-7C19DE6DB4FF}"/>
              </a:ext>
            </a:extLst>
          </p:cNvPr>
          <p:cNvSpPr/>
          <p:nvPr/>
        </p:nvSpPr>
        <p:spPr>
          <a:xfrm>
            <a:off x="2513788" y="3687461"/>
            <a:ext cx="27409" cy="6000"/>
          </a:xfrm>
          <a:custGeom>
            <a:avLst/>
            <a:gdLst/>
            <a:ahLst/>
            <a:cxnLst/>
            <a:rect l="0" t="0" r="0" b="0"/>
            <a:pathLst>
              <a:path w="27409" h="6000">
                <a:moveTo>
                  <a:pt x="23152" y="0"/>
                </a:moveTo>
                <a:lnTo>
                  <a:pt x="5857" y="2661"/>
                </a:lnTo>
                <a:lnTo>
                  <a:pt x="0" y="4666"/>
                </a:lnTo>
                <a:lnTo>
                  <a:pt x="2967" y="5720"/>
                </a:lnTo>
                <a:lnTo>
                  <a:pt x="17562" y="6000"/>
                </a:lnTo>
                <a:lnTo>
                  <a:pt x="27409" y="2996"/>
                </a:lnTo>
                <a:lnTo>
                  <a:pt x="23152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64" name="pl18">
            <a:extLst>
              <a:ext uri="{FF2B5EF4-FFF2-40B4-BE49-F238E27FC236}">
                <a16:creationId xmlns:a16="http://schemas.microsoft.com/office/drawing/2014/main" id="{B366A804-3AAE-322E-2A57-49790E8BFC1F}"/>
              </a:ext>
            </a:extLst>
          </p:cNvPr>
          <p:cNvSpPr/>
          <p:nvPr/>
        </p:nvSpPr>
        <p:spPr>
          <a:xfrm>
            <a:off x="3717321" y="4414828"/>
            <a:ext cx="32764" cy="12596"/>
          </a:xfrm>
          <a:custGeom>
            <a:avLst/>
            <a:gdLst/>
            <a:ahLst/>
            <a:cxnLst/>
            <a:rect l="0" t="0" r="0" b="0"/>
            <a:pathLst>
              <a:path w="32764" h="12596">
                <a:moveTo>
                  <a:pt x="12382" y="321"/>
                </a:moveTo>
                <a:lnTo>
                  <a:pt x="3868" y="3551"/>
                </a:lnTo>
                <a:lnTo>
                  <a:pt x="0" y="7423"/>
                </a:lnTo>
                <a:lnTo>
                  <a:pt x="2316" y="9729"/>
                </a:lnTo>
                <a:lnTo>
                  <a:pt x="11349" y="12596"/>
                </a:lnTo>
                <a:lnTo>
                  <a:pt x="23988" y="9688"/>
                </a:lnTo>
                <a:lnTo>
                  <a:pt x="32764" y="5487"/>
                </a:lnTo>
                <a:lnTo>
                  <a:pt x="32043" y="3817"/>
                </a:lnTo>
                <a:lnTo>
                  <a:pt x="26054" y="0"/>
                </a:lnTo>
                <a:lnTo>
                  <a:pt x="12382" y="321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65" name="pl19">
            <a:extLst>
              <a:ext uri="{FF2B5EF4-FFF2-40B4-BE49-F238E27FC236}">
                <a16:creationId xmlns:a16="http://schemas.microsoft.com/office/drawing/2014/main" id="{847EB4B2-44BC-C174-1696-50D135971BAA}"/>
              </a:ext>
            </a:extLst>
          </p:cNvPr>
          <p:cNvSpPr/>
          <p:nvPr/>
        </p:nvSpPr>
        <p:spPr>
          <a:xfrm>
            <a:off x="3317189" y="4460164"/>
            <a:ext cx="23152" cy="9298"/>
          </a:xfrm>
          <a:custGeom>
            <a:avLst/>
            <a:gdLst/>
            <a:ahLst/>
            <a:cxnLst/>
            <a:rect l="0" t="0" r="0" b="0"/>
            <a:pathLst>
              <a:path w="23152" h="9298">
                <a:moveTo>
                  <a:pt x="5830" y="3544"/>
                </a:moveTo>
                <a:lnTo>
                  <a:pt x="0" y="6862"/>
                </a:lnTo>
                <a:lnTo>
                  <a:pt x="5300" y="9298"/>
                </a:lnTo>
                <a:lnTo>
                  <a:pt x="10426" y="5980"/>
                </a:lnTo>
                <a:lnTo>
                  <a:pt x="16611" y="4426"/>
                </a:lnTo>
                <a:lnTo>
                  <a:pt x="23152" y="0"/>
                </a:lnTo>
                <a:lnTo>
                  <a:pt x="5830" y="354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66" name="pl20">
            <a:extLst>
              <a:ext uri="{FF2B5EF4-FFF2-40B4-BE49-F238E27FC236}">
                <a16:creationId xmlns:a16="http://schemas.microsoft.com/office/drawing/2014/main" id="{20AC1284-3605-54F6-19E7-A0BA293ECBAD}"/>
              </a:ext>
            </a:extLst>
          </p:cNvPr>
          <p:cNvSpPr/>
          <p:nvPr/>
        </p:nvSpPr>
        <p:spPr>
          <a:xfrm>
            <a:off x="3816697" y="3067195"/>
            <a:ext cx="14289" cy="6671"/>
          </a:xfrm>
          <a:custGeom>
            <a:avLst/>
            <a:gdLst/>
            <a:ahLst/>
            <a:cxnLst/>
            <a:rect l="0" t="0" r="0" b="0"/>
            <a:pathLst>
              <a:path w="14289" h="6671">
                <a:moveTo>
                  <a:pt x="5781" y="786"/>
                </a:moveTo>
                <a:lnTo>
                  <a:pt x="14289" y="6342"/>
                </a:lnTo>
                <a:lnTo>
                  <a:pt x="11797" y="6671"/>
                </a:lnTo>
                <a:lnTo>
                  <a:pt x="7398" y="5124"/>
                </a:lnTo>
                <a:lnTo>
                  <a:pt x="1338" y="2168"/>
                </a:lnTo>
                <a:lnTo>
                  <a:pt x="0" y="0"/>
                </a:lnTo>
                <a:lnTo>
                  <a:pt x="5781" y="786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67" name="pl21">
            <a:extLst>
              <a:ext uri="{FF2B5EF4-FFF2-40B4-BE49-F238E27FC236}">
                <a16:creationId xmlns:a16="http://schemas.microsoft.com/office/drawing/2014/main" id="{4817A9FA-8CFF-05A0-C221-93DB140C2B69}"/>
              </a:ext>
            </a:extLst>
          </p:cNvPr>
          <p:cNvSpPr/>
          <p:nvPr/>
        </p:nvSpPr>
        <p:spPr>
          <a:xfrm>
            <a:off x="4120355" y="1525142"/>
            <a:ext cx="54217" cy="36899"/>
          </a:xfrm>
          <a:custGeom>
            <a:avLst/>
            <a:gdLst/>
            <a:ahLst/>
            <a:cxnLst/>
            <a:rect l="0" t="0" r="0" b="0"/>
            <a:pathLst>
              <a:path w="54217" h="36899">
                <a:moveTo>
                  <a:pt x="30562" y="20081"/>
                </a:moveTo>
                <a:lnTo>
                  <a:pt x="12043" y="26486"/>
                </a:lnTo>
                <a:lnTo>
                  <a:pt x="0" y="36899"/>
                </a:lnTo>
                <a:lnTo>
                  <a:pt x="4513" y="36824"/>
                </a:lnTo>
                <a:lnTo>
                  <a:pt x="20726" y="33225"/>
                </a:lnTo>
                <a:lnTo>
                  <a:pt x="35475" y="35818"/>
                </a:lnTo>
                <a:lnTo>
                  <a:pt x="44097" y="33020"/>
                </a:lnTo>
                <a:lnTo>
                  <a:pt x="45759" y="30112"/>
                </a:lnTo>
                <a:lnTo>
                  <a:pt x="47190" y="22182"/>
                </a:lnTo>
                <a:lnTo>
                  <a:pt x="54217" y="0"/>
                </a:lnTo>
                <a:lnTo>
                  <a:pt x="49026" y="499"/>
                </a:lnTo>
                <a:lnTo>
                  <a:pt x="30562" y="20081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68" name="pl22">
            <a:extLst>
              <a:ext uri="{FF2B5EF4-FFF2-40B4-BE49-F238E27FC236}">
                <a16:creationId xmlns:a16="http://schemas.microsoft.com/office/drawing/2014/main" id="{23E3E688-0E0B-A6BF-215C-30C57EEA6E09}"/>
              </a:ext>
            </a:extLst>
          </p:cNvPr>
          <p:cNvSpPr/>
          <p:nvPr/>
        </p:nvSpPr>
        <p:spPr>
          <a:xfrm>
            <a:off x="4131863" y="1526579"/>
            <a:ext cx="31934" cy="18159"/>
          </a:xfrm>
          <a:custGeom>
            <a:avLst/>
            <a:gdLst/>
            <a:ahLst/>
            <a:cxnLst/>
            <a:rect l="0" t="0" r="0" b="0"/>
            <a:pathLst>
              <a:path w="31934" h="18159">
                <a:moveTo>
                  <a:pt x="18174" y="15271"/>
                </a:moveTo>
                <a:lnTo>
                  <a:pt x="31934" y="0"/>
                </a:lnTo>
                <a:lnTo>
                  <a:pt x="14890" y="3174"/>
                </a:lnTo>
                <a:lnTo>
                  <a:pt x="0" y="16941"/>
                </a:lnTo>
                <a:lnTo>
                  <a:pt x="4677" y="18159"/>
                </a:lnTo>
                <a:lnTo>
                  <a:pt x="18174" y="15271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69" name="pl23">
            <a:extLst>
              <a:ext uri="{FF2B5EF4-FFF2-40B4-BE49-F238E27FC236}">
                <a16:creationId xmlns:a16="http://schemas.microsoft.com/office/drawing/2014/main" id="{4FE5EC63-A26C-0C39-BBF2-8C0B9308FBDF}"/>
              </a:ext>
            </a:extLst>
          </p:cNvPr>
          <p:cNvSpPr/>
          <p:nvPr/>
        </p:nvSpPr>
        <p:spPr>
          <a:xfrm>
            <a:off x="5561640" y="1542993"/>
            <a:ext cx="18945" cy="13397"/>
          </a:xfrm>
          <a:custGeom>
            <a:avLst/>
            <a:gdLst/>
            <a:ahLst/>
            <a:cxnLst/>
            <a:rect l="0" t="0" r="0" b="0"/>
            <a:pathLst>
              <a:path w="18945" h="13397">
                <a:moveTo>
                  <a:pt x="6240" y="0"/>
                </a:moveTo>
                <a:lnTo>
                  <a:pt x="0" y="2736"/>
                </a:lnTo>
                <a:lnTo>
                  <a:pt x="622" y="5610"/>
                </a:lnTo>
                <a:lnTo>
                  <a:pt x="7748" y="11392"/>
                </a:lnTo>
                <a:lnTo>
                  <a:pt x="8825" y="13397"/>
                </a:lnTo>
                <a:lnTo>
                  <a:pt x="13447" y="12247"/>
                </a:lnTo>
                <a:lnTo>
                  <a:pt x="14404" y="8662"/>
                </a:lnTo>
                <a:lnTo>
                  <a:pt x="18945" y="1409"/>
                </a:lnTo>
                <a:lnTo>
                  <a:pt x="624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70" name="pl24">
            <a:extLst>
              <a:ext uri="{FF2B5EF4-FFF2-40B4-BE49-F238E27FC236}">
                <a16:creationId xmlns:a16="http://schemas.microsoft.com/office/drawing/2014/main" id="{3A14F990-9CA4-3F2A-A699-62EFED5DCEAC}"/>
              </a:ext>
            </a:extLst>
          </p:cNvPr>
          <p:cNvSpPr/>
          <p:nvPr/>
        </p:nvSpPr>
        <p:spPr>
          <a:xfrm>
            <a:off x="5457947" y="1253007"/>
            <a:ext cx="68578" cy="59944"/>
          </a:xfrm>
          <a:custGeom>
            <a:avLst/>
            <a:gdLst/>
            <a:ahLst/>
            <a:cxnLst/>
            <a:rect l="0" t="0" r="0" b="0"/>
            <a:pathLst>
              <a:path w="68578" h="59944">
                <a:moveTo>
                  <a:pt x="59622" y="11604"/>
                </a:moveTo>
                <a:lnTo>
                  <a:pt x="68578" y="1279"/>
                </a:lnTo>
                <a:lnTo>
                  <a:pt x="59786" y="0"/>
                </a:lnTo>
                <a:lnTo>
                  <a:pt x="51507" y="2100"/>
                </a:lnTo>
                <a:lnTo>
                  <a:pt x="42578" y="7416"/>
                </a:lnTo>
                <a:lnTo>
                  <a:pt x="20256" y="24898"/>
                </a:lnTo>
                <a:lnTo>
                  <a:pt x="9355" y="31056"/>
                </a:lnTo>
                <a:lnTo>
                  <a:pt x="0" y="57802"/>
                </a:lnTo>
                <a:lnTo>
                  <a:pt x="6431" y="59944"/>
                </a:lnTo>
                <a:lnTo>
                  <a:pt x="19535" y="59438"/>
                </a:lnTo>
                <a:lnTo>
                  <a:pt x="26382" y="54224"/>
                </a:lnTo>
                <a:lnTo>
                  <a:pt x="21579" y="53136"/>
                </a:lnTo>
                <a:lnTo>
                  <a:pt x="14502" y="53423"/>
                </a:lnTo>
                <a:lnTo>
                  <a:pt x="10540" y="50762"/>
                </a:lnTo>
                <a:lnTo>
                  <a:pt x="13617" y="42339"/>
                </a:lnTo>
                <a:lnTo>
                  <a:pt x="19813" y="35695"/>
                </a:lnTo>
                <a:lnTo>
                  <a:pt x="28808" y="30263"/>
                </a:lnTo>
                <a:lnTo>
                  <a:pt x="36283" y="20745"/>
                </a:lnTo>
                <a:lnTo>
                  <a:pt x="47682" y="12158"/>
                </a:lnTo>
                <a:lnTo>
                  <a:pt x="59622" y="1160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71" name="pl25">
            <a:extLst>
              <a:ext uri="{FF2B5EF4-FFF2-40B4-BE49-F238E27FC236}">
                <a16:creationId xmlns:a16="http://schemas.microsoft.com/office/drawing/2014/main" id="{1BE522EC-F167-DE8E-0A99-200BE3C1E678}"/>
              </a:ext>
            </a:extLst>
          </p:cNvPr>
          <p:cNvSpPr/>
          <p:nvPr/>
        </p:nvSpPr>
        <p:spPr>
          <a:xfrm>
            <a:off x="5158442" y="1219384"/>
            <a:ext cx="19693" cy="19493"/>
          </a:xfrm>
          <a:custGeom>
            <a:avLst/>
            <a:gdLst/>
            <a:ahLst/>
            <a:cxnLst/>
            <a:rect l="0" t="0" r="0" b="0"/>
            <a:pathLst>
              <a:path w="19693" h="19493">
                <a:moveTo>
                  <a:pt x="13398" y="2866"/>
                </a:moveTo>
                <a:lnTo>
                  <a:pt x="10458" y="1997"/>
                </a:lnTo>
                <a:lnTo>
                  <a:pt x="2382" y="3318"/>
                </a:lnTo>
                <a:lnTo>
                  <a:pt x="2693" y="13054"/>
                </a:lnTo>
                <a:lnTo>
                  <a:pt x="0" y="18651"/>
                </a:lnTo>
                <a:lnTo>
                  <a:pt x="2229" y="19493"/>
                </a:lnTo>
                <a:lnTo>
                  <a:pt x="7081" y="18891"/>
                </a:lnTo>
                <a:lnTo>
                  <a:pt x="16863" y="10222"/>
                </a:lnTo>
                <a:lnTo>
                  <a:pt x="19693" y="0"/>
                </a:lnTo>
                <a:lnTo>
                  <a:pt x="13398" y="2866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72" name="pl26">
            <a:extLst>
              <a:ext uri="{FF2B5EF4-FFF2-40B4-BE49-F238E27FC236}">
                <a16:creationId xmlns:a16="http://schemas.microsoft.com/office/drawing/2014/main" id="{FDB71BFB-F724-D4C9-4205-22D3B65A0457}"/>
              </a:ext>
            </a:extLst>
          </p:cNvPr>
          <p:cNvSpPr/>
          <p:nvPr/>
        </p:nvSpPr>
        <p:spPr>
          <a:xfrm>
            <a:off x="5168879" y="1201581"/>
            <a:ext cx="12896" cy="14929"/>
          </a:xfrm>
          <a:custGeom>
            <a:avLst/>
            <a:gdLst/>
            <a:ahLst/>
            <a:cxnLst/>
            <a:rect l="0" t="0" r="0" b="0"/>
            <a:pathLst>
              <a:path w="12896" h="14929">
                <a:moveTo>
                  <a:pt x="0" y="14929"/>
                </a:moveTo>
                <a:lnTo>
                  <a:pt x="12896" y="7690"/>
                </a:lnTo>
                <a:lnTo>
                  <a:pt x="12316" y="957"/>
                </a:lnTo>
                <a:lnTo>
                  <a:pt x="10196" y="0"/>
                </a:lnTo>
                <a:lnTo>
                  <a:pt x="8027" y="1217"/>
                </a:lnTo>
                <a:lnTo>
                  <a:pt x="5661" y="4036"/>
                </a:lnTo>
                <a:lnTo>
                  <a:pt x="0" y="14929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73" name="pl27">
            <a:extLst>
              <a:ext uri="{FF2B5EF4-FFF2-40B4-BE49-F238E27FC236}">
                <a16:creationId xmlns:a16="http://schemas.microsoft.com/office/drawing/2014/main" id="{CDA00AA9-CFB3-9DF8-E562-4330CAA71FBA}"/>
              </a:ext>
            </a:extLst>
          </p:cNvPr>
          <p:cNvSpPr/>
          <p:nvPr/>
        </p:nvSpPr>
        <p:spPr>
          <a:xfrm>
            <a:off x="4438619" y="1344186"/>
            <a:ext cx="32551" cy="18391"/>
          </a:xfrm>
          <a:custGeom>
            <a:avLst/>
            <a:gdLst/>
            <a:ahLst/>
            <a:cxnLst/>
            <a:rect l="0" t="0" r="0" b="0"/>
            <a:pathLst>
              <a:path w="32551" h="18391">
                <a:moveTo>
                  <a:pt x="2426" y="13527"/>
                </a:moveTo>
                <a:lnTo>
                  <a:pt x="0" y="18391"/>
                </a:lnTo>
                <a:lnTo>
                  <a:pt x="10174" y="17256"/>
                </a:lnTo>
                <a:lnTo>
                  <a:pt x="22737" y="10728"/>
                </a:lnTo>
                <a:lnTo>
                  <a:pt x="32551" y="102"/>
                </a:lnTo>
                <a:lnTo>
                  <a:pt x="26524" y="0"/>
                </a:lnTo>
                <a:lnTo>
                  <a:pt x="16316" y="4857"/>
                </a:lnTo>
                <a:lnTo>
                  <a:pt x="2426" y="13527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74" name="pl28">
            <a:extLst>
              <a:ext uri="{FF2B5EF4-FFF2-40B4-BE49-F238E27FC236}">
                <a16:creationId xmlns:a16="http://schemas.microsoft.com/office/drawing/2014/main" id="{3699186D-81FF-56A4-7342-9A920022EE1C}"/>
              </a:ext>
            </a:extLst>
          </p:cNvPr>
          <p:cNvSpPr/>
          <p:nvPr/>
        </p:nvSpPr>
        <p:spPr>
          <a:xfrm>
            <a:off x="4974958" y="1709087"/>
            <a:ext cx="12732" cy="18877"/>
          </a:xfrm>
          <a:custGeom>
            <a:avLst/>
            <a:gdLst/>
            <a:ahLst/>
            <a:cxnLst/>
            <a:rect l="0" t="0" r="0" b="0"/>
            <a:pathLst>
              <a:path w="12732" h="18877">
                <a:moveTo>
                  <a:pt x="0" y="18877"/>
                </a:moveTo>
                <a:lnTo>
                  <a:pt x="5633" y="13978"/>
                </a:lnTo>
                <a:lnTo>
                  <a:pt x="12732" y="0"/>
                </a:lnTo>
                <a:lnTo>
                  <a:pt x="8240" y="1826"/>
                </a:lnTo>
                <a:lnTo>
                  <a:pt x="1366" y="14074"/>
                </a:lnTo>
                <a:lnTo>
                  <a:pt x="0" y="18877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75" name="pl29">
            <a:extLst>
              <a:ext uri="{FF2B5EF4-FFF2-40B4-BE49-F238E27FC236}">
                <a16:creationId xmlns:a16="http://schemas.microsoft.com/office/drawing/2014/main" id="{C74458B9-B3AD-D0C4-6684-E71B175660D5}"/>
              </a:ext>
            </a:extLst>
          </p:cNvPr>
          <p:cNvSpPr/>
          <p:nvPr/>
        </p:nvSpPr>
        <p:spPr>
          <a:xfrm>
            <a:off x="4708731" y="1728122"/>
            <a:ext cx="8934" cy="11200"/>
          </a:xfrm>
          <a:custGeom>
            <a:avLst/>
            <a:gdLst/>
            <a:ahLst/>
            <a:cxnLst/>
            <a:rect l="0" t="0" r="0" b="0"/>
            <a:pathLst>
              <a:path w="8934" h="11200">
                <a:moveTo>
                  <a:pt x="1371" y="1046"/>
                </a:moveTo>
                <a:lnTo>
                  <a:pt x="0" y="3393"/>
                </a:lnTo>
                <a:lnTo>
                  <a:pt x="147" y="10304"/>
                </a:lnTo>
                <a:lnTo>
                  <a:pt x="4683" y="11200"/>
                </a:lnTo>
                <a:lnTo>
                  <a:pt x="8934" y="8429"/>
                </a:lnTo>
                <a:lnTo>
                  <a:pt x="5267" y="1943"/>
                </a:lnTo>
                <a:lnTo>
                  <a:pt x="2939" y="0"/>
                </a:lnTo>
                <a:lnTo>
                  <a:pt x="1371" y="1046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76" name="pl30">
            <a:extLst>
              <a:ext uri="{FF2B5EF4-FFF2-40B4-BE49-F238E27FC236}">
                <a16:creationId xmlns:a16="http://schemas.microsoft.com/office/drawing/2014/main" id="{7AB6D3B1-E9E0-D326-6384-C54333C30420}"/>
              </a:ext>
            </a:extLst>
          </p:cNvPr>
          <p:cNvSpPr/>
          <p:nvPr/>
        </p:nvSpPr>
        <p:spPr>
          <a:xfrm>
            <a:off x="4910838" y="1651168"/>
            <a:ext cx="16972" cy="24727"/>
          </a:xfrm>
          <a:custGeom>
            <a:avLst/>
            <a:gdLst/>
            <a:ahLst/>
            <a:cxnLst/>
            <a:rect l="0" t="0" r="0" b="0"/>
            <a:pathLst>
              <a:path w="16972" h="24727">
                <a:moveTo>
                  <a:pt x="0" y="24727"/>
                </a:moveTo>
                <a:lnTo>
                  <a:pt x="15059" y="17317"/>
                </a:lnTo>
                <a:lnTo>
                  <a:pt x="16081" y="13390"/>
                </a:lnTo>
                <a:lnTo>
                  <a:pt x="16972" y="1956"/>
                </a:lnTo>
                <a:lnTo>
                  <a:pt x="10622" y="0"/>
                </a:lnTo>
                <a:lnTo>
                  <a:pt x="5857" y="5809"/>
                </a:lnTo>
                <a:lnTo>
                  <a:pt x="0" y="24727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77" name="pl31">
            <a:extLst>
              <a:ext uri="{FF2B5EF4-FFF2-40B4-BE49-F238E27FC236}">
                <a16:creationId xmlns:a16="http://schemas.microsoft.com/office/drawing/2014/main" id="{E83C2565-DF2B-52DA-47A4-D3DE115888C1}"/>
              </a:ext>
            </a:extLst>
          </p:cNvPr>
          <p:cNvSpPr/>
          <p:nvPr/>
        </p:nvSpPr>
        <p:spPr>
          <a:xfrm>
            <a:off x="4741332" y="1700056"/>
            <a:ext cx="25119" cy="28976"/>
          </a:xfrm>
          <a:custGeom>
            <a:avLst/>
            <a:gdLst/>
            <a:ahLst/>
            <a:cxnLst/>
            <a:rect l="0" t="0" r="0" b="0"/>
            <a:pathLst>
              <a:path w="25119" h="28976">
                <a:moveTo>
                  <a:pt x="12568" y="0"/>
                </a:moveTo>
                <a:lnTo>
                  <a:pt x="7240" y="3660"/>
                </a:lnTo>
                <a:lnTo>
                  <a:pt x="251" y="12924"/>
                </a:lnTo>
                <a:lnTo>
                  <a:pt x="0" y="22722"/>
                </a:lnTo>
                <a:lnTo>
                  <a:pt x="2901" y="25172"/>
                </a:lnTo>
                <a:lnTo>
                  <a:pt x="10814" y="28976"/>
                </a:lnTo>
                <a:lnTo>
                  <a:pt x="11611" y="26315"/>
                </a:lnTo>
                <a:lnTo>
                  <a:pt x="11464" y="18918"/>
                </a:lnTo>
                <a:lnTo>
                  <a:pt x="18606" y="20109"/>
                </a:lnTo>
                <a:lnTo>
                  <a:pt x="25119" y="17379"/>
                </a:lnTo>
                <a:lnTo>
                  <a:pt x="24710" y="12911"/>
                </a:lnTo>
                <a:lnTo>
                  <a:pt x="19436" y="2538"/>
                </a:lnTo>
                <a:lnTo>
                  <a:pt x="12568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78" name="pl32">
            <a:extLst>
              <a:ext uri="{FF2B5EF4-FFF2-40B4-BE49-F238E27FC236}">
                <a16:creationId xmlns:a16="http://schemas.microsoft.com/office/drawing/2014/main" id="{A18CDB87-AAB7-CD7D-3D76-82B93ECC12D5}"/>
              </a:ext>
            </a:extLst>
          </p:cNvPr>
          <p:cNvSpPr/>
          <p:nvPr/>
        </p:nvSpPr>
        <p:spPr>
          <a:xfrm>
            <a:off x="4406527" y="2104279"/>
            <a:ext cx="5475" cy="14724"/>
          </a:xfrm>
          <a:custGeom>
            <a:avLst/>
            <a:gdLst/>
            <a:ahLst/>
            <a:cxnLst/>
            <a:rect l="0" t="0" r="0" b="0"/>
            <a:pathLst>
              <a:path w="5475" h="14724">
                <a:moveTo>
                  <a:pt x="1158" y="14724"/>
                </a:moveTo>
                <a:lnTo>
                  <a:pt x="4262" y="12131"/>
                </a:lnTo>
                <a:lnTo>
                  <a:pt x="5475" y="4139"/>
                </a:lnTo>
                <a:lnTo>
                  <a:pt x="4377" y="0"/>
                </a:lnTo>
                <a:lnTo>
                  <a:pt x="2174" y="177"/>
                </a:lnTo>
                <a:lnTo>
                  <a:pt x="0" y="7957"/>
                </a:lnTo>
                <a:lnTo>
                  <a:pt x="1158" y="1472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79" name="pl33">
            <a:extLst>
              <a:ext uri="{FF2B5EF4-FFF2-40B4-BE49-F238E27FC236}">
                <a16:creationId xmlns:a16="http://schemas.microsoft.com/office/drawing/2014/main" id="{AD791DA2-77FF-2718-FF87-103AA21FC595}"/>
              </a:ext>
            </a:extLst>
          </p:cNvPr>
          <p:cNvSpPr/>
          <p:nvPr/>
        </p:nvSpPr>
        <p:spPr>
          <a:xfrm>
            <a:off x="4087607" y="2360068"/>
            <a:ext cx="16387" cy="30413"/>
          </a:xfrm>
          <a:custGeom>
            <a:avLst/>
            <a:gdLst/>
            <a:ahLst/>
            <a:cxnLst/>
            <a:rect l="0" t="0" r="0" b="0"/>
            <a:pathLst>
              <a:path w="16387" h="30413">
                <a:moveTo>
                  <a:pt x="300" y="30413"/>
                </a:moveTo>
                <a:lnTo>
                  <a:pt x="13426" y="9202"/>
                </a:lnTo>
                <a:lnTo>
                  <a:pt x="16387" y="0"/>
                </a:lnTo>
                <a:lnTo>
                  <a:pt x="0" y="26335"/>
                </a:lnTo>
                <a:lnTo>
                  <a:pt x="300" y="30413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80" name="pl34">
            <a:extLst>
              <a:ext uri="{FF2B5EF4-FFF2-40B4-BE49-F238E27FC236}">
                <a16:creationId xmlns:a16="http://schemas.microsoft.com/office/drawing/2014/main" id="{3156E40F-EB2C-548E-3A6B-6B35D11593BF}"/>
              </a:ext>
            </a:extLst>
          </p:cNvPr>
          <p:cNvSpPr/>
          <p:nvPr/>
        </p:nvSpPr>
        <p:spPr>
          <a:xfrm>
            <a:off x="4089541" y="2232269"/>
            <a:ext cx="18857" cy="19582"/>
          </a:xfrm>
          <a:custGeom>
            <a:avLst/>
            <a:gdLst/>
            <a:ahLst/>
            <a:cxnLst/>
            <a:rect l="0" t="0" r="0" b="0"/>
            <a:pathLst>
              <a:path w="18857" h="19582">
                <a:moveTo>
                  <a:pt x="5338" y="6144"/>
                </a:moveTo>
                <a:lnTo>
                  <a:pt x="0" y="19582"/>
                </a:lnTo>
                <a:lnTo>
                  <a:pt x="5344" y="19000"/>
                </a:lnTo>
                <a:lnTo>
                  <a:pt x="10896" y="16339"/>
                </a:lnTo>
                <a:lnTo>
                  <a:pt x="17480" y="10085"/>
                </a:lnTo>
                <a:lnTo>
                  <a:pt x="18857" y="6027"/>
                </a:lnTo>
                <a:lnTo>
                  <a:pt x="18704" y="1279"/>
                </a:lnTo>
                <a:lnTo>
                  <a:pt x="15152" y="0"/>
                </a:lnTo>
                <a:lnTo>
                  <a:pt x="5338" y="614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81" name="pl35">
            <a:extLst>
              <a:ext uri="{FF2B5EF4-FFF2-40B4-BE49-F238E27FC236}">
                <a16:creationId xmlns:a16="http://schemas.microsoft.com/office/drawing/2014/main" id="{4EA43679-777C-43FB-36DD-A84C63AF92AD}"/>
              </a:ext>
            </a:extLst>
          </p:cNvPr>
          <p:cNvSpPr/>
          <p:nvPr/>
        </p:nvSpPr>
        <p:spPr>
          <a:xfrm>
            <a:off x="5138492" y="3391344"/>
            <a:ext cx="21770" cy="17837"/>
          </a:xfrm>
          <a:custGeom>
            <a:avLst/>
            <a:gdLst/>
            <a:ahLst/>
            <a:cxnLst/>
            <a:rect l="0" t="0" r="0" b="0"/>
            <a:pathLst>
              <a:path w="21770" h="17837">
                <a:moveTo>
                  <a:pt x="10256" y="11098"/>
                </a:moveTo>
                <a:lnTo>
                  <a:pt x="0" y="15839"/>
                </a:lnTo>
                <a:lnTo>
                  <a:pt x="1989" y="17461"/>
                </a:lnTo>
                <a:lnTo>
                  <a:pt x="4781" y="17837"/>
                </a:lnTo>
                <a:lnTo>
                  <a:pt x="14835" y="13095"/>
                </a:lnTo>
                <a:lnTo>
                  <a:pt x="21770" y="697"/>
                </a:lnTo>
                <a:lnTo>
                  <a:pt x="18824" y="0"/>
                </a:lnTo>
                <a:lnTo>
                  <a:pt x="10256" y="1109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82" name="pl36">
            <a:extLst>
              <a:ext uri="{FF2B5EF4-FFF2-40B4-BE49-F238E27FC236}">
                <a16:creationId xmlns:a16="http://schemas.microsoft.com/office/drawing/2014/main" id="{E7187292-38DA-C2E7-AE37-0E15DE395093}"/>
              </a:ext>
            </a:extLst>
          </p:cNvPr>
          <p:cNvSpPr/>
          <p:nvPr/>
        </p:nvSpPr>
        <p:spPr>
          <a:xfrm>
            <a:off x="4470788" y="2120338"/>
            <a:ext cx="35731" cy="18186"/>
          </a:xfrm>
          <a:custGeom>
            <a:avLst/>
            <a:gdLst/>
            <a:ahLst/>
            <a:cxnLst/>
            <a:rect l="0" t="0" r="0" b="0"/>
            <a:pathLst>
              <a:path w="35731" h="18186">
                <a:moveTo>
                  <a:pt x="17398" y="1217"/>
                </a:moveTo>
                <a:lnTo>
                  <a:pt x="7688" y="11720"/>
                </a:lnTo>
                <a:lnTo>
                  <a:pt x="0" y="13766"/>
                </a:lnTo>
                <a:lnTo>
                  <a:pt x="4912" y="18186"/>
                </a:lnTo>
                <a:lnTo>
                  <a:pt x="35731" y="11337"/>
                </a:lnTo>
                <a:lnTo>
                  <a:pt x="34005" y="5945"/>
                </a:lnTo>
                <a:lnTo>
                  <a:pt x="23857" y="0"/>
                </a:lnTo>
                <a:lnTo>
                  <a:pt x="17398" y="1217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83" name="pl37">
            <a:extLst>
              <a:ext uri="{FF2B5EF4-FFF2-40B4-BE49-F238E27FC236}">
                <a16:creationId xmlns:a16="http://schemas.microsoft.com/office/drawing/2014/main" id="{75BEB040-DADD-5910-456E-25B71F70D613}"/>
              </a:ext>
            </a:extLst>
          </p:cNvPr>
          <p:cNvSpPr/>
          <p:nvPr/>
        </p:nvSpPr>
        <p:spPr>
          <a:xfrm>
            <a:off x="4412926" y="2092723"/>
            <a:ext cx="12781" cy="26581"/>
          </a:xfrm>
          <a:custGeom>
            <a:avLst/>
            <a:gdLst/>
            <a:ahLst/>
            <a:cxnLst/>
            <a:rect l="0" t="0" r="0" b="0"/>
            <a:pathLst>
              <a:path w="12781" h="26581">
                <a:moveTo>
                  <a:pt x="0" y="25911"/>
                </a:moveTo>
                <a:lnTo>
                  <a:pt x="6191" y="26581"/>
                </a:lnTo>
                <a:lnTo>
                  <a:pt x="11732" y="22750"/>
                </a:lnTo>
                <a:lnTo>
                  <a:pt x="12781" y="0"/>
                </a:lnTo>
                <a:lnTo>
                  <a:pt x="9152" y="2251"/>
                </a:lnTo>
                <a:lnTo>
                  <a:pt x="7393" y="4803"/>
                </a:lnTo>
                <a:lnTo>
                  <a:pt x="4338" y="13143"/>
                </a:lnTo>
                <a:lnTo>
                  <a:pt x="3142" y="20738"/>
                </a:lnTo>
                <a:lnTo>
                  <a:pt x="0" y="25911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84" name="pl38">
            <a:extLst>
              <a:ext uri="{FF2B5EF4-FFF2-40B4-BE49-F238E27FC236}">
                <a16:creationId xmlns:a16="http://schemas.microsoft.com/office/drawing/2014/main" id="{ED261DB6-AB83-D470-8387-AD9CE4038F32}"/>
              </a:ext>
            </a:extLst>
          </p:cNvPr>
          <p:cNvSpPr/>
          <p:nvPr/>
        </p:nvSpPr>
        <p:spPr>
          <a:xfrm>
            <a:off x="4537504" y="2128713"/>
            <a:ext cx="28551" cy="20738"/>
          </a:xfrm>
          <a:custGeom>
            <a:avLst/>
            <a:gdLst/>
            <a:ahLst/>
            <a:cxnLst/>
            <a:rect l="0" t="0" r="0" b="0"/>
            <a:pathLst>
              <a:path w="28551" h="20738">
                <a:moveTo>
                  <a:pt x="19065" y="9668"/>
                </a:moveTo>
                <a:lnTo>
                  <a:pt x="16387" y="11193"/>
                </a:lnTo>
                <a:lnTo>
                  <a:pt x="0" y="15572"/>
                </a:lnTo>
                <a:lnTo>
                  <a:pt x="19917" y="20738"/>
                </a:lnTo>
                <a:lnTo>
                  <a:pt x="28551" y="18480"/>
                </a:lnTo>
                <a:lnTo>
                  <a:pt x="27693" y="13848"/>
                </a:lnTo>
                <a:lnTo>
                  <a:pt x="21469" y="0"/>
                </a:lnTo>
                <a:lnTo>
                  <a:pt x="21201" y="3229"/>
                </a:lnTo>
                <a:lnTo>
                  <a:pt x="19065" y="966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85" name="pl39">
            <a:extLst>
              <a:ext uri="{FF2B5EF4-FFF2-40B4-BE49-F238E27FC236}">
                <a16:creationId xmlns:a16="http://schemas.microsoft.com/office/drawing/2014/main" id="{00D74823-6F35-40A1-083C-AB28EC74CA8C}"/>
              </a:ext>
            </a:extLst>
          </p:cNvPr>
          <p:cNvSpPr/>
          <p:nvPr/>
        </p:nvSpPr>
        <p:spPr>
          <a:xfrm>
            <a:off x="3893888" y="2998527"/>
            <a:ext cx="22633" cy="9996"/>
          </a:xfrm>
          <a:custGeom>
            <a:avLst/>
            <a:gdLst/>
            <a:ahLst/>
            <a:cxnLst/>
            <a:rect l="0" t="0" r="0" b="0"/>
            <a:pathLst>
              <a:path w="22633" h="9996">
                <a:moveTo>
                  <a:pt x="22633" y="0"/>
                </a:moveTo>
                <a:lnTo>
                  <a:pt x="13344" y="2251"/>
                </a:lnTo>
                <a:lnTo>
                  <a:pt x="0" y="9401"/>
                </a:lnTo>
                <a:lnTo>
                  <a:pt x="2295" y="9996"/>
                </a:lnTo>
                <a:lnTo>
                  <a:pt x="22633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86" name="pl40">
            <a:extLst>
              <a:ext uri="{FF2B5EF4-FFF2-40B4-BE49-F238E27FC236}">
                <a16:creationId xmlns:a16="http://schemas.microsoft.com/office/drawing/2014/main" id="{7630BA6C-6BE3-8249-8268-F1C174A42897}"/>
              </a:ext>
            </a:extLst>
          </p:cNvPr>
          <p:cNvSpPr/>
          <p:nvPr/>
        </p:nvSpPr>
        <p:spPr>
          <a:xfrm>
            <a:off x="3923767" y="2892596"/>
            <a:ext cx="9120" cy="15490"/>
          </a:xfrm>
          <a:custGeom>
            <a:avLst/>
            <a:gdLst/>
            <a:ahLst/>
            <a:cxnLst/>
            <a:rect l="0" t="0" r="0" b="0"/>
            <a:pathLst>
              <a:path w="9120" h="15490">
                <a:moveTo>
                  <a:pt x="7431" y="15490"/>
                </a:moveTo>
                <a:lnTo>
                  <a:pt x="9120" y="12644"/>
                </a:lnTo>
                <a:lnTo>
                  <a:pt x="9010" y="9175"/>
                </a:lnTo>
                <a:lnTo>
                  <a:pt x="7644" y="5008"/>
                </a:lnTo>
                <a:lnTo>
                  <a:pt x="0" y="0"/>
                </a:lnTo>
                <a:lnTo>
                  <a:pt x="7431" y="1549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87" name="pl41">
            <a:extLst>
              <a:ext uri="{FF2B5EF4-FFF2-40B4-BE49-F238E27FC236}">
                <a16:creationId xmlns:a16="http://schemas.microsoft.com/office/drawing/2014/main" id="{76EDD81F-239F-FC2A-6C60-FCCF276DD08C}"/>
              </a:ext>
            </a:extLst>
          </p:cNvPr>
          <p:cNvSpPr/>
          <p:nvPr/>
        </p:nvSpPr>
        <p:spPr>
          <a:xfrm>
            <a:off x="3961668" y="2563021"/>
            <a:ext cx="31404" cy="59698"/>
          </a:xfrm>
          <a:custGeom>
            <a:avLst/>
            <a:gdLst/>
            <a:ahLst/>
            <a:cxnLst/>
            <a:rect l="0" t="0" r="0" b="0"/>
            <a:pathLst>
              <a:path w="31404" h="59698">
                <a:moveTo>
                  <a:pt x="17070" y="31638"/>
                </a:moveTo>
                <a:lnTo>
                  <a:pt x="14103" y="36523"/>
                </a:lnTo>
                <a:lnTo>
                  <a:pt x="0" y="59698"/>
                </a:lnTo>
                <a:lnTo>
                  <a:pt x="5087" y="57426"/>
                </a:lnTo>
                <a:lnTo>
                  <a:pt x="17087" y="36126"/>
                </a:lnTo>
                <a:lnTo>
                  <a:pt x="19617" y="31624"/>
                </a:lnTo>
                <a:lnTo>
                  <a:pt x="27114" y="16476"/>
                </a:lnTo>
                <a:lnTo>
                  <a:pt x="31404" y="0"/>
                </a:lnTo>
                <a:lnTo>
                  <a:pt x="26983" y="8128"/>
                </a:lnTo>
                <a:lnTo>
                  <a:pt x="17070" y="3163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88" name="pl42">
            <a:extLst>
              <a:ext uri="{FF2B5EF4-FFF2-40B4-BE49-F238E27FC236}">
                <a16:creationId xmlns:a16="http://schemas.microsoft.com/office/drawing/2014/main" id="{80B6292A-8590-A1F5-15FD-CD454B9F29B8}"/>
              </a:ext>
            </a:extLst>
          </p:cNvPr>
          <p:cNvSpPr/>
          <p:nvPr/>
        </p:nvSpPr>
        <p:spPr>
          <a:xfrm>
            <a:off x="3926800" y="2917399"/>
            <a:ext cx="26147" cy="77953"/>
          </a:xfrm>
          <a:custGeom>
            <a:avLst/>
            <a:gdLst/>
            <a:ahLst/>
            <a:cxnLst/>
            <a:rect l="0" t="0" r="0" b="0"/>
            <a:pathLst>
              <a:path w="26147" h="77953">
                <a:moveTo>
                  <a:pt x="20879" y="0"/>
                </a:moveTo>
                <a:lnTo>
                  <a:pt x="20792" y="4727"/>
                </a:lnTo>
                <a:lnTo>
                  <a:pt x="23371" y="27608"/>
                </a:lnTo>
                <a:lnTo>
                  <a:pt x="22628" y="40587"/>
                </a:lnTo>
                <a:lnTo>
                  <a:pt x="17202" y="68736"/>
                </a:lnTo>
                <a:lnTo>
                  <a:pt x="0" y="76728"/>
                </a:lnTo>
                <a:lnTo>
                  <a:pt x="1322" y="77953"/>
                </a:lnTo>
                <a:lnTo>
                  <a:pt x="16333" y="74135"/>
                </a:lnTo>
                <a:lnTo>
                  <a:pt x="20229" y="68497"/>
                </a:lnTo>
                <a:lnTo>
                  <a:pt x="25218" y="44912"/>
                </a:lnTo>
                <a:lnTo>
                  <a:pt x="26147" y="28723"/>
                </a:lnTo>
                <a:lnTo>
                  <a:pt x="23677" y="7375"/>
                </a:lnTo>
                <a:lnTo>
                  <a:pt x="20879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89" name="pl43">
            <a:extLst>
              <a:ext uri="{FF2B5EF4-FFF2-40B4-BE49-F238E27FC236}">
                <a16:creationId xmlns:a16="http://schemas.microsoft.com/office/drawing/2014/main" id="{B520D3BF-8DDB-5D1A-1C25-9D525829288F}"/>
              </a:ext>
            </a:extLst>
          </p:cNvPr>
          <p:cNvSpPr/>
          <p:nvPr/>
        </p:nvSpPr>
        <p:spPr>
          <a:xfrm>
            <a:off x="3832965" y="3033737"/>
            <a:ext cx="35944" cy="43078"/>
          </a:xfrm>
          <a:custGeom>
            <a:avLst/>
            <a:gdLst/>
            <a:ahLst/>
            <a:cxnLst/>
            <a:rect l="0" t="0" r="0" b="0"/>
            <a:pathLst>
              <a:path w="35944" h="43078">
                <a:moveTo>
                  <a:pt x="10245" y="25582"/>
                </a:moveTo>
                <a:lnTo>
                  <a:pt x="0" y="43078"/>
                </a:lnTo>
                <a:lnTo>
                  <a:pt x="2786" y="41470"/>
                </a:lnTo>
                <a:lnTo>
                  <a:pt x="19120" y="18952"/>
                </a:lnTo>
                <a:lnTo>
                  <a:pt x="35944" y="0"/>
                </a:lnTo>
                <a:lnTo>
                  <a:pt x="30480" y="3393"/>
                </a:lnTo>
                <a:lnTo>
                  <a:pt x="10245" y="25582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90" name="pl44">
            <a:extLst>
              <a:ext uri="{FF2B5EF4-FFF2-40B4-BE49-F238E27FC236}">
                <a16:creationId xmlns:a16="http://schemas.microsoft.com/office/drawing/2014/main" id="{60DBA792-A767-010A-2EED-DB8BA3D92CEE}"/>
              </a:ext>
            </a:extLst>
          </p:cNvPr>
          <p:cNvSpPr/>
          <p:nvPr/>
        </p:nvSpPr>
        <p:spPr>
          <a:xfrm>
            <a:off x="1564235" y="3952603"/>
            <a:ext cx="44491" cy="32671"/>
          </a:xfrm>
          <a:custGeom>
            <a:avLst/>
            <a:gdLst/>
            <a:ahLst/>
            <a:cxnLst/>
            <a:rect l="0" t="0" r="0" b="0"/>
            <a:pathLst>
              <a:path w="44491" h="32671">
                <a:moveTo>
                  <a:pt x="31535" y="6746"/>
                </a:moveTo>
                <a:lnTo>
                  <a:pt x="13371" y="21286"/>
                </a:lnTo>
                <a:lnTo>
                  <a:pt x="5092" y="25104"/>
                </a:lnTo>
                <a:lnTo>
                  <a:pt x="0" y="32671"/>
                </a:lnTo>
                <a:lnTo>
                  <a:pt x="4109" y="32089"/>
                </a:lnTo>
                <a:lnTo>
                  <a:pt x="28786" y="14854"/>
                </a:lnTo>
                <a:lnTo>
                  <a:pt x="43398" y="6137"/>
                </a:lnTo>
                <a:lnTo>
                  <a:pt x="44491" y="0"/>
                </a:lnTo>
                <a:lnTo>
                  <a:pt x="42802" y="738"/>
                </a:lnTo>
                <a:lnTo>
                  <a:pt x="38944" y="5747"/>
                </a:lnTo>
                <a:lnTo>
                  <a:pt x="31535" y="6746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91" name="pl45">
            <a:extLst>
              <a:ext uri="{FF2B5EF4-FFF2-40B4-BE49-F238E27FC236}">
                <a16:creationId xmlns:a16="http://schemas.microsoft.com/office/drawing/2014/main" id="{8DCA0A79-C633-B3F2-A99A-4654D2B4B0AE}"/>
              </a:ext>
            </a:extLst>
          </p:cNvPr>
          <p:cNvSpPr/>
          <p:nvPr/>
        </p:nvSpPr>
        <p:spPr>
          <a:xfrm>
            <a:off x="1498913" y="4031015"/>
            <a:ext cx="36289" cy="81203"/>
          </a:xfrm>
          <a:custGeom>
            <a:avLst/>
            <a:gdLst/>
            <a:ahLst/>
            <a:cxnLst/>
            <a:rect l="0" t="0" r="0" b="0"/>
            <a:pathLst>
              <a:path w="36289" h="81203">
                <a:moveTo>
                  <a:pt x="10049" y="41887"/>
                </a:moveTo>
                <a:lnTo>
                  <a:pt x="961" y="69188"/>
                </a:lnTo>
                <a:lnTo>
                  <a:pt x="0" y="81203"/>
                </a:lnTo>
                <a:lnTo>
                  <a:pt x="3491" y="73143"/>
                </a:lnTo>
                <a:lnTo>
                  <a:pt x="14988" y="39349"/>
                </a:lnTo>
                <a:lnTo>
                  <a:pt x="36289" y="0"/>
                </a:lnTo>
                <a:lnTo>
                  <a:pt x="28513" y="6007"/>
                </a:lnTo>
                <a:lnTo>
                  <a:pt x="10049" y="41887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92" name="pl46">
            <a:extLst>
              <a:ext uri="{FF2B5EF4-FFF2-40B4-BE49-F238E27FC236}">
                <a16:creationId xmlns:a16="http://schemas.microsoft.com/office/drawing/2014/main" id="{E67850E0-3802-1B7D-F06A-5E6BC153B30F}"/>
              </a:ext>
            </a:extLst>
          </p:cNvPr>
          <p:cNvSpPr/>
          <p:nvPr/>
        </p:nvSpPr>
        <p:spPr>
          <a:xfrm>
            <a:off x="1755768" y="3818120"/>
            <a:ext cx="36037" cy="28723"/>
          </a:xfrm>
          <a:custGeom>
            <a:avLst/>
            <a:gdLst/>
            <a:ahLst/>
            <a:cxnLst/>
            <a:rect l="0" t="0" r="0" b="0"/>
            <a:pathLst>
              <a:path w="36037" h="28723">
                <a:moveTo>
                  <a:pt x="0" y="28723"/>
                </a:moveTo>
                <a:lnTo>
                  <a:pt x="5590" y="27382"/>
                </a:lnTo>
                <a:lnTo>
                  <a:pt x="25147" y="12391"/>
                </a:lnTo>
                <a:lnTo>
                  <a:pt x="36037" y="314"/>
                </a:lnTo>
                <a:lnTo>
                  <a:pt x="29507" y="0"/>
                </a:lnTo>
                <a:lnTo>
                  <a:pt x="24393" y="7170"/>
                </a:lnTo>
                <a:lnTo>
                  <a:pt x="0" y="28723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93" name="pl47">
            <a:extLst>
              <a:ext uri="{FF2B5EF4-FFF2-40B4-BE49-F238E27FC236}">
                <a16:creationId xmlns:a16="http://schemas.microsoft.com/office/drawing/2014/main" id="{04EC7EFB-C4C4-B191-A6F1-9650235E07E8}"/>
              </a:ext>
            </a:extLst>
          </p:cNvPr>
          <p:cNvSpPr/>
          <p:nvPr/>
        </p:nvSpPr>
        <p:spPr>
          <a:xfrm>
            <a:off x="1496411" y="4118670"/>
            <a:ext cx="26464" cy="151835"/>
          </a:xfrm>
          <a:custGeom>
            <a:avLst/>
            <a:gdLst/>
            <a:ahLst/>
            <a:cxnLst/>
            <a:rect l="0" t="0" r="0" b="0"/>
            <a:pathLst>
              <a:path w="26464" h="151835">
                <a:moveTo>
                  <a:pt x="2371" y="0"/>
                </a:moveTo>
                <a:lnTo>
                  <a:pt x="0" y="13492"/>
                </a:lnTo>
                <a:lnTo>
                  <a:pt x="568" y="52684"/>
                </a:lnTo>
                <a:lnTo>
                  <a:pt x="15650" y="121449"/>
                </a:lnTo>
                <a:lnTo>
                  <a:pt x="24917" y="151835"/>
                </a:lnTo>
                <a:lnTo>
                  <a:pt x="26464" y="145328"/>
                </a:lnTo>
                <a:lnTo>
                  <a:pt x="22934" y="125650"/>
                </a:lnTo>
                <a:lnTo>
                  <a:pt x="6262" y="55353"/>
                </a:lnTo>
                <a:lnTo>
                  <a:pt x="2371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94" name="pl48">
            <a:extLst>
              <a:ext uri="{FF2B5EF4-FFF2-40B4-BE49-F238E27FC236}">
                <a16:creationId xmlns:a16="http://schemas.microsoft.com/office/drawing/2014/main" id="{DDA5B654-EC45-568D-74DE-7F9BBE703AA6}"/>
              </a:ext>
            </a:extLst>
          </p:cNvPr>
          <p:cNvSpPr/>
          <p:nvPr/>
        </p:nvSpPr>
        <p:spPr>
          <a:xfrm>
            <a:off x="2871849" y="3763314"/>
            <a:ext cx="42480" cy="17625"/>
          </a:xfrm>
          <a:custGeom>
            <a:avLst/>
            <a:gdLst/>
            <a:ahLst/>
            <a:cxnLst/>
            <a:rect l="0" t="0" r="0" b="0"/>
            <a:pathLst>
              <a:path w="42480" h="17625">
                <a:moveTo>
                  <a:pt x="7546" y="13260"/>
                </a:moveTo>
                <a:lnTo>
                  <a:pt x="0" y="13958"/>
                </a:lnTo>
                <a:lnTo>
                  <a:pt x="12141" y="17625"/>
                </a:lnTo>
                <a:lnTo>
                  <a:pt x="23371" y="12582"/>
                </a:lnTo>
                <a:lnTo>
                  <a:pt x="42480" y="0"/>
                </a:lnTo>
                <a:lnTo>
                  <a:pt x="34081" y="2073"/>
                </a:lnTo>
                <a:lnTo>
                  <a:pt x="26830" y="7533"/>
                </a:lnTo>
                <a:lnTo>
                  <a:pt x="13005" y="14744"/>
                </a:lnTo>
                <a:lnTo>
                  <a:pt x="7546" y="1326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95" name="pl49">
            <a:extLst>
              <a:ext uri="{FF2B5EF4-FFF2-40B4-BE49-F238E27FC236}">
                <a16:creationId xmlns:a16="http://schemas.microsoft.com/office/drawing/2014/main" id="{4EAA406A-383A-6F3F-ADDA-312AFCC47258}"/>
              </a:ext>
            </a:extLst>
          </p:cNvPr>
          <p:cNvSpPr/>
          <p:nvPr/>
        </p:nvSpPr>
        <p:spPr>
          <a:xfrm>
            <a:off x="3278326" y="3589693"/>
            <a:ext cx="7344" cy="34142"/>
          </a:xfrm>
          <a:custGeom>
            <a:avLst/>
            <a:gdLst/>
            <a:ahLst/>
            <a:cxnLst/>
            <a:rect l="0" t="0" r="0" b="0"/>
            <a:pathLst>
              <a:path w="7344" h="34142">
                <a:moveTo>
                  <a:pt x="2366" y="34142"/>
                </a:moveTo>
                <a:lnTo>
                  <a:pt x="7344" y="0"/>
                </a:lnTo>
                <a:lnTo>
                  <a:pt x="3770" y="3366"/>
                </a:lnTo>
                <a:lnTo>
                  <a:pt x="0" y="10311"/>
                </a:lnTo>
                <a:lnTo>
                  <a:pt x="213" y="22052"/>
                </a:lnTo>
                <a:lnTo>
                  <a:pt x="2366" y="34142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96" name="pl50">
            <a:extLst>
              <a:ext uri="{FF2B5EF4-FFF2-40B4-BE49-F238E27FC236}">
                <a16:creationId xmlns:a16="http://schemas.microsoft.com/office/drawing/2014/main" id="{379667C0-6637-8E5B-05BA-F47A7D2EA1F3}"/>
              </a:ext>
            </a:extLst>
          </p:cNvPr>
          <p:cNvSpPr/>
          <p:nvPr/>
        </p:nvSpPr>
        <p:spPr>
          <a:xfrm>
            <a:off x="2398997" y="3702185"/>
            <a:ext cx="17606" cy="18364"/>
          </a:xfrm>
          <a:custGeom>
            <a:avLst/>
            <a:gdLst/>
            <a:ahLst/>
            <a:cxnLst/>
            <a:rect l="0" t="0" r="0" b="0"/>
            <a:pathLst>
              <a:path w="17606" h="18364">
                <a:moveTo>
                  <a:pt x="17606" y="0"/>
                </a:moveTo>
                <a:lnTo>
                  <a:pt x="7333" y="8101"/>
                </a:lnTo>
                <a:lnTo>
                  <a:pt x="6081" y="10434"/>
                </a:lnTo>
                <a:lnTo>
                  <a:pt x="3573" y="12603"/>
                </a:lnTo>
                <a:lnTo>
                  <a:pt x="0" y="14827"/>
                </a:lnTo>
                <a:lnTo>
                  <a:pt x="8120" y="15121"/>
                </a:lnTo>
                <a:lnTo>
                  <a:pt x="13600" y="18364"/>
                </a:lnTo>
                <a:lnTo>
                  <a:pt x="13207" y="11850"/>
                </a:lnTo>
                <a:lnTo>
                  <a:pt x="14693" y="5945"/>
                </a:lnTo>
                <a:lnTo>
                  <a:pt x="17606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97" name="pl51">
            <a:extLst>
              <a:ext uri="{FF2B5EF4-FFF2-40B4-BE49-F238E27FC236}">
                <a16:creationId xmlns:a16="http://schemas.microsoft.com/office/drawing/2014/main" id="{9BE69E9C-7306-C711-7491-54D2F5C66578}"/>
              </a:ext>
            </a:extLst>
          </p:cNvPr>
          <p:cNvSpPr/>
          <p:nvPr/>
        </p:nvSpPr>
        <p:spPr>
          <a:xfrm>
            <a:off x="2100792" y="3775712"/>
            <a:ext cx="28240" cy="22066"/>
          </a:xfrm>
          <a:custGeom>
            <a:avLst/>
            <a:gdLst/>
            <a:ahLst/>
            <a:cxnLst/>
            <a:rect l="0" t="0" r="0" b="0"/>
            <a:pathLst>
              <a:path w="28240" h="22066">
                <a:moveTo>
                  <a:pt x="23518" y="6582"/>
                </a:moveTo>
                <a:lnTo>
                  <a:pt x="14704" y="417"/>
                </a:lnTo>
                <a:lnTo>
                  <a:pt x="9131" y="0"/>
                </a:lnTo>
                <a:lnTo>
                  <a:pt x="0" y="4714"/>
                </a:lnTo>
                <a:lnTo>
                  <a:pt x="1163" y="9928"/>
                </a:lnTo>
                <a:lnTo>
                  <a:pt x="19671" y="22066"/>
                </a:lnTo>
                <a:lnTo>
                  <a:pt x="23830" y="20068"/>
                </a:lnTo>
                <a:lnTo>
                  <a:pt x="27387" y="14703"/>
                </a:lnTo>
                <a:lnTo>
                  <a:pt x="28240" y="10796"/>
                </a:lnTo>
                <a:lnTo>
                  <a:pt x="26742" y="8299"/>
                </a:lnTo>
                <a:lnTo>
                  <a:pt x="23518" y="6582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98" name="pl52">
            <a:extLst>
              <a:ext uri="{FF2B5EF4-FFF2-40B4-BE49-F238E27FC236}">
                <a16:creationId xmlns:a16="http://schemas.microsoft.com/office/drawing/2014/main" id="{3501D52C-387A-536C-173F-FCA1696DFE8A}"/>
              </a:ext>
            </a:extLst>
          </p:cNvPr>
          <p:cNvSpPr/>
          <p:nvPr/>
        </p:nvSpPr>
        <p:spPr>
          <a:xfrm>
            <a:off x="2452165" y="3717868"/>
            <a:ext cx="6076" cy="39356"/>
          </a:xfrm>
          <a:custGeom>
            <a:avLst/>
            <a:gdLst/>
            <a:ahLst/>
            <a:cxnLst/>
            <a:rect l="0" t="0" r="0" b="0"/>
            <a:pathLst>
              <a:path w="6076" h="39356">
                <a:moveTo>
                  <a:pt x="4355" y="17988"/>
                </a:moveTo>
                <a:lnTo>
                  <a:pt x="1256" y="39356"/>
                </a:lnTo>
                <a:lnTo>
                  <a:pt x="4415" y="34895"/>
                </a:lnTo>
                <a:lnTo>
                  <a:pt x="6076" y="17290"/>
                </a:lnTo>
                <a:lnTo>
                  <a:pt x="4590" y="7895"/>
                </a:lnTo>
                <a:lnTo>
                  <a:pt x="0" y="0"/>
                </a:lnTo>
                <a:lnTo>
                  <a:pt x="4355" y="1798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99" name="pl53">
            <a:extLst>
              <a:ext uri="{FF2B5EF4-FFF2-40B4-BE49-F238E27FC236}">
                <a16:creationId xmlns:a16="http://schemas.microsoft.com/office/drawing/2014/main" id="{BF41D453-8110-9D54-6BE1-7113BDC80629}"/>
              </a:ext>
            </a:extLst>
          </p:cNvPr>
          <p:cNvSpPr/>
          <p:nvPr/>
        </p:nvSpPr>
        <p:spPr>
          <a:xfrm>
            <a:off x="3668305" y="4526294"/>
            <a:ext cx="52086" cy="40293"/>
          </a:xfrm>
          <a:custGeom>
            <a:avLst/>
            <a:gdLst/>
            <a:ahLst/>
            <a:cxnLst/>
            <a:rect l="0" t="0" r="0" b="0"/>
            <a:pathLst>
              <a:path w="52086" h="40293">
                <a:moveTo>
                  <a:pt x="52086" y="40293"/>
                </a:moveTo>
                <a:lnTo>
                  <a:pt x="49059" y="21121"/>
                </a:lnTo>
                <a:lnTo>
                  <a:pt x="43032" y="9975"/>
                </a:lnTo>
                <a:lnTo>
                  <a:pt x="35436" y="23694"/>
                </a:lnTo>
                <a:lnTo>
                  <a:pt x="27376" y="17386"/>
                </a:lnTo>
                <a:lnTo>
                  <a:pt x="38469" y="8545"/>
                </a:lnTo>
                <a:lnTo>
                  <a:pt x="38294" y="5336"/>
                </a:lnTo>
                <a:lnTo>
                  <a:pt x="33398" y="0"/>
                </a:lnTo>
                <a:lnTo>
                  <a:pt x="27136" y="2470"/>
                </a:lnTo>
                <a:lnTo>
                  <a:pt x="16824" y="4207"/>
                </a:lnTo>
                <a:lnTo>
                  <a:pt x="13016" y="6383"/>
                </a:lnTo>
                <a:lnTo>
                  <a:pt x="5579" y="4830"/>
                </a:lnTo>
                <a:lnTo>
                  <a:pt x="0" y="9490"/>
                </a:lnTo>
                <a:lnTo>
                  <a:pt x="9606" y="27553"/>
                </a:lnTo>
                <a:lnTo>
                  <a:pt x="16524" y="34635"/>
                </a:lnTo>
                <a:lnTo>
                  <a:pt x="17848" y="40293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00" name="pl54">
            <a:extLst>
              <a:ext uri="{FF2B5EF4-FFF2-40B4-BE49-F238E27FC236}">
                <a16:creationId xmlns:a16="http://schemas.microsoft.com/office/drawing/2014/main" id="{CCB44A61-19AD-21CA-2EB4-1A5D9FD6049D}"/>
              </a:ext>
            </a:extLst>
          </p:cNvPr>
          <p:cNvSpPr/>
          <p:nvPr/>
        </p:nvSpPr>
        <p:spPr>
          <a:xfrm>
            <a:off x="3674589" y="4154598"/>
            <a:ext cx="101332" cy="146381"/>
          </a:xfrm>
          <a:custGeom>
            <a:avLst/>
            <a:gdLst/>
            <a:ahLst/>
            <a:cxnLst/>
            <a:rect l="0" t="0" r="0" b="0"/>
            <a:pathLst>
              <a:path w="101332" h="146381">
                <a:moveTo>
                  <a:pt x="48474" y="13184"/>
                </a:moveTo>
                <a:lnTo>
                  <a:pt x="68693" y="45083"/>
                </a:lnTo>
                <a:lnTo>
                  <a:pt x="78911" y="53102"/>
                </a:lnTo>
                <a:lnTo>
                  <a:pt x="82556" y="63215"/>
                </a:lnTo>
                <a:lnTo>
                  <a:pt x="79862" y="72219"/>
                </a:lnTo>
                <a:lnTo>
                  <a:pt x="80873" y="81038"/>
                </a:lnTo>
                <a:lnTo>
                  <a:pt x="77889" y="91227"/>
                </a:lnTo>
                <a:lnTo>
                  <a:pt x="77999" y="109824"/>
                </a:lnTo>
                <a:lnTo>
                  <a:pt x="72720" y="118349"/>
                </a:lnTo>
                <a:lnTo>
                  <a:pt x="60496" y="128270"/>
                </a:lnTo>
                <a:lnTo>
                  <a:pt x="68321" y="132348"/>
                </a:lnTo>
                <a:lnTo>
                  <a:pt x="78037" y="146381"/>
                </a:lnTo>
                <a:lnTo>
                  <a:pt x="80365" y="145157"/>
                </a:lnTo>
                <a:lnTo>
                  <a:pt x="84239" y="137972"/>
                </a:lnTo>
                <a:lnTo>
                  <a:pt x="86895" y="98055"/>
                </a:lnTo>
                <a:lnTo>
                  <a:pt x="101332" y="85007"/>
                </a:lnTo>
                <a:lnTo>
                  <a:pt x="98190" y="57440"/>
                </a:lnTo>
                <a:lnTo>
                  <a:pt x="87474" y="48039"/>
                </a:lnTo>
                <a:lnTo>
                  <a:pt x="76835" y="42216"/>
                </a:lnTo>
                <a:lnTo>
                  <a:pt x="75480" y="38822"/>
                </a:lnTo>
                <a:lnTo>
                  <a:pt x="75857" y="35209"/>
                </a:lnTo>
                <a:lnTo>
                  <a:pt x="72501" y="32007"/>
                </a:lnTo>
                <a:lnTo>
                  <a:pt x="64349" y="26971"/>
                </a:lnTo>
                <a:lnTo>
                  <a:pt x="55321" y="14525"/>
                </a:lnTo>
                <a:lnTo>
                  <a:pt x="45868" y="5138"/>
                </a:lnTo>
                <a:lnTo>
                  <a:pt x="30398" y="3667"/>
                </a:lnTo>
                <a:lnTo>
                  <a:pt x="17480" y="622"/>
                </a:lnTo>
                <a:lnTo>
                  <a:pt x="9087" y="0"/>
                </a:lnTo>
                <a:lnTo>
                  <a:pt x="0" y="5117"/>
                </a:lnTo>
                <a:lnTo>
                  <a:pt x="16535" y="5439"/>
                </a:lnTo>
                <a:lnTo>
                  <a:pt x="48474" y="1318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01" name="pl55">
            <a:extLst>
              <a:ext uri="{FF2B5EF4-FFF2-40B4-BE49-F238E27FC236}">
                <a16:creationId xmlns:a16="http://schemas.microsoft.com/office/drawing/2014/main" id="{64C8B8E0-A97F-C392-B743-2B5C514501C4}"/>
              </a:ext>
            </a:extLst>
          </p:cNvPr>
          <p:cNvSpPr/>
          <p:nvPr/>
        </p:nvSpPr>
        <p:spPr>
          <a:xfrm>
            <a:off x="4054898" y="4548839"/>
            <a:ext cx="12982" cy="17748"/>
          </a:xfrm>
          <a:custGeom>
            <a:avLst/>
            <a:gdLst/>
            <a:ahLst/>
            <a:cxnLst/>
            <a:rect l="0" t="0" r="0" b="0"/>
            <a:pathLst>
              <a:path w="12982" h="17748">
                <a:moveTo>
                  <a:pt x="12982" y="8210"/>
                </a:moveTo>
                <a:lnTo>
                  <a:pt x="10627" y="164"/>
                </a:lnTo>
                <a:lnTo>
                  <a:pt x="8217" y="0"/>
                </a:lnTo>
                <a:lnTo>
                  <a:pt x="2075" y="3024"/>
                </a:lnTo>
                <a:lnTo>
                  <a:pt x="0" y="1774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02" name="pl56">
            <a:extLst>
              <a:ext uri="{FF2B5EF4-FFF2-40B4-BE49-F238E27FC236}">
                <a16:creationId xmlns:a16="http://schemas.microsoft.com/office/drawing/2014/main" id="{7A33776C-A600-0EB8-EB0E-7688F8B206FE}"/>
              </a:ext>
            </a:extLst>
          </p:cNvPr>
          <p:cNvSpPr/>
          <p:nvPr/>
        </p:nvSpPr>
        <p:spPr>
          <a:xfrm>
            <a:off x="4062309" y="4557050"/>
            <a:ext cx="5571" cy="9538"/>
          </a:xfrm>
          <a:custGeom>
            <a:avLst/>
            <a:gdLst/>
            <a:ahLst/>
            <a:cxnLst/>
            <a:rect l="0" t="0" r="0" b="0"/>
            <a:pathLst>
              <a:path w="5571" h="9538">
                <a:moveTo>
                  <a:pt x="0" y="9538"/>
                </a:moveTo>
                <a:lnTo>
                  <a:pt x="5571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03" name="pl57">
            <a:extLst>
              <a:ext uri="{FF2B5EF4-FFF2-40B4-BE49-F238E27FC236}">
                <a16:creationId xmlns:a16="http://schemas.microsoft.com/office/drawing/2014/main" id="{AFC303FC-B909-418A-6835-EC84EFF911C1}"/>
              </a:ext>
            </a:extLst>
          </p:cNvPr>
          <p:cNvSpPr/>
          <p:nvPr/>
        </p:nvSpPr>
        <p:spPr>
          <a:xfrm>
            <a:off x="3804752" y="4347302"/>
            <a:ext cx="74501" cy="128284"/>
          </a:xfrm>
          <a:custGeom>
            <a:avLst/>
            <a:gdLst/>
            <a:ahLst/>
            <a:cxnLst/>
            <a:rect l="0" t="0" r="0" b="0"/>
            <a:pathLst>
              <a:path w="74501" h="128284">
                <a:moveTo>
                  <a:pt x="48890" y="32630"/>
                </a:moveTo>
                <a:lnTo>
                  <a:pt x="33174" y="26664"/>
                </a:lnTo>
                <a:lnTo>
                  <a:pt x="14753" y="10858"/>
                </a:lnTo>
                <a:lnTo>
                  <a:pt x="7814" y="0"/>
                </a:lnTo>
                <a:lnTo>
                  <a:pt x="6010" y="1861"/>
                </a:lnTo>
                <a:lnTo>
                  <a:pt x="3551" y="11816"/>
                </a:lnTo>
                <a:lnTo>
                  <a:pt x="0" y="19342"/>
                </a:lnTo>
                <a:lnTo>
                  <a:pt x="9835" y="17119"/>
                </a:lnTo>
                <a:lnTo>
                  <a:pt x="17901" y="18672"/>
                </a:lnTo>
                <a:lnTo>
                  <a:pt x="31420" y="31296"/>
                </a:lnTo>
                <a:lnTo>
                  <a:pt x="46037" y="35353"/>
                </a:lnTo>
                <a:lnTo>
                  <a:pt x="55545" y="48032"/>
                </a:lnTo>
                <a:lnTo>
                  <a:pt x="69414" y="62435"/>
                </a:lnTo>
                <a:lnTo>
                  <a:pt x="70294" y="75517"/>
                </a:lnTo>
                <a:lnTo>
                  <a:pt x="64496" y="88093"/>
                </a:lnTo>
                <a:lnTo>
                  <a:pt x="63441" y="104035"/>
                </a:lnTo>
                <a:lnTo>
                  <a:pt x="51556" y="104706"/>
                </a:lnTo>
                <a:lnTo>
                  <a:pt x="53758" y="107757"/>
                </a:lnTo>
                <a:lnTo>
                  <a:pt x="60370" y="113580"/>
                </a:lnTo>
                <a:lnTo>
                  <a:pt x="64403" y="123706"/>
                </a:lnTo>
                <a:lnTo>
                  <a:pt x="68392" y="128284"/>
                </a:lnTo>
                <a:lnTo>
                  <a:pt x="67818" y="112820"/>
                </a:lnTo>
                <a:lnTo>
                  <a:pt x="71638" y="95181"/>
                </a:lnTo>
                <a:lnTo>
                  <a:pt x="74501" y="65883"/>
                </a:lnTo>
                <a:lnTo>
                  <a:pt x="73195" y="59465"/>
                </a:lnTo>
                <a:lnTo>
                  <a:pt x="65879" y="52418"/>
                </a:lnTo>
                <a:lnTo>
                  <a:pt x="48890" y="3263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04" name="pl58">
            <a:extLst>
              <a:ext uri="{FF2B5EF4-FFF2-40B4-BE49-F238E27FC236}">
                <a16:creationId xmlns:a16="http://schemas.microsoft.com/office/drawing/2014/main" id="{A7F8DF97-C653-F1FE-519D-BF18F0DB4C24}"/>
              </a:ext>
            </a:extLst>
          </p:cNvPr>
          <p:cNvSpPr/>
          <p:nvPr/>
        </p:nvSpPr>
        <p:spPr>
          <a:xfrm>
            <a:off x="3920767" y="4468847"/>
            <a:ext cx="49491" cy="78254"/>
          </a:xfrm>
          <a:custGeom>
            <a:avLst/>
            <a:gdLst/>
            <a:ahLst/>
            <a:cxnLst/>
            <a:rect l="0" t="0" r="0" b="0"/>
            <a:pathLst>
              <a:path w="49491" h="78254">
                <a:moveTo>
                  <a:pt x="24344" y="34751"/>
                </a:moveTo>
                <a:lnTo>
                  <a:pt x="10125" y="2333"/>
                </a:lnTo>
                <a:lnTo>
                  <a:pt x="3846" y="0"/>
                </a:lnTo>
                <a:lnTo>
                  <a:pt x="1939" y="1142"/>
                </a:lnTo>
                <a:lnTo>
                  <a:pt x="0" y="6000"/>
                </a:lnTo>
                <a:lnTo>
                  <a:pt x="9284" y="15087"/>
                </a:lnTo>
                <a:lnTo>
                  <a:pt x="11743" y="23557"/>
                </a:lnTo>
                <a:lnTo>
                  <a:pt x="16923" y="28901"/>
                </a:lnTo>
                <a:lnTo>
                  <a:pt x="27988" y="51439"/>
                </a:lnTo>
                <a:lnTo>
                  <a:pt x="37496" y="60498"/>
                </a:lnTo>
                <a:lnTo>
                  <a:pt x="37108" y="66779"/>
                </a:lnTo>
                <a:lnTo>
                  <a:pt x="29425" y="73375"/>
                </a:lnTo>
                <a:lnTo>
                  <a:pt x="26945" y="78254"/>
                </a:lnTo>
                <a:lnTo>
                  <a:pt x="30928" y="78178"/>
                </a:lnTo>
                <a:lnTo>
                  <a:pt x="41994" y="75394"/>
                </a:lnTo>
                <a:lnTo>
                  <a:pt x="49491" y="76837"/>
                </a:lnTo>
                <a:lnTo>
                  <a:pt x="48748" y="69715"/>
                </a:lnTo>
                <a:lnTo>
                  <a:pt x="25272" y="37857"/>
                </a:lnTo>
                <a:lnTo>
                  <a:pt x="24344" y="34751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05" name="pl59">
            <a:extLst>
              <a:ext uri="{FF2B5EF4-FFF2-40B4-BE49-F238E27FC236}">
                <a16:creationId xmlns:a16="http://schemas.microsoft.com/office/drawing/2014/main" id="{0B98C874-8659-5154-4F52-8D8B9C99A9C8}"/>
              </a:ext>
            </a:extLst>
          </p:cNvPr>
          <p:cNvSpPr/>
          <p:nvPr/>
        </p:nvSpPr>
        <p:spPr>
          <a:xfrm>
            <a:off x="3198114" y="4209534"/>
            <a:ext cx="18371" cy="16886"/>
          </a:xfrm>
          <a:custGeom>
            <a:avLst/>
            <a:gdLst/>
            <a:ahLst/>
            <a:cxnLst/>
            <a:rect l="0" t="0" r="0" b="0"/>
            <a:pathLst>
              <a:path w="18371" h="16886">
                <a:moveTo>
                  <a:pt x="0" y="0"/>
                </a:moveTo>
                <a:lnTo>
                  <a:pt x="1901" y="9401"/>
                </a:lnTo>
                <a:lnTo>
                  <a:pt x="6311" y="14204"/>
                </a:lnTo>
                <a:lnTo>
                  <a:pt x="14382" y="16886"/>
                </a:lnTo>
                <a:lnTo>
                  <a:pt x="18371" y="13232"/>
                </a:lnTo>
                <a:lnTo>
                  <a:pt x="9546" y="12206"/>
                </a:lnTo>
                <a:lnTo>
                  <a:pt x="7027" y="9955"/>
                </a:ln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06" name="pl60">
            <a:extLst>
              <a:ext uri="{FF2B5EF4-FFF2-40B4-BE49-F238E27FC236}">
                <a16:creationId xmlns:a16="http://schemas.microsoft.com/office/drawing/2014/main" id="{B17F6E2A-EAD2-50BF-CBC9-611E0C5D28CA}"/>
              </a:ext>
            </a:extLst>
          </p:cNvPr>
          <p:cNvSpPr/>
          <p:nvPr/>
        </p:nvSpPr>
        <p:spPr>
          <a:xfrm>
            <a:off x="3619579" y="4398105"/>
            <a:ext cx="78359" cy="128202"/>
          </a:xfrm>
          <a:custGeom>
            <a:avLst/>
            <a:gdLst/>
            <a:ahLst/>
            <a:cxnLst/>
            <a:rect l="0" t="0" r="0" b="0"/>
            <a:pathLst>
              <a:path w="78359" h="128202">
                <a:moveTo>
                  <a:pt x="7699" y="92225"/>
                </a:moveTo>
                <a:lnTo>
                  <a:pt x="19885" y="100833"/>
                </a:lnTo>
                <a:lnTo>
                  <a:pt x="27272" y="103173"/>
                </a:lnTo>
                <a:lnTo>
                  <a:pt x="32398" y="99335"/>
                </a:lnTo>
                <a:lnTo>
                  <a:pt x="33524" y="110699"/>
                </a:lnTo>
                <a:lnTo>
                  <a:pt x="40229" y="117384"/>
                </a:lnTo>
                <a:lnTo>
                  <a:pt x="43688" y="128202"/>
                </a:lnTo>
                <a:lnTo>
                  <a:pt x="50595" y="121544"/>
                </a:lnTo>
                <a:lnTo>
                  <a:pt x="62010" y="116762"/>
                </a:lnTo>
                <a:lnTo>
                  <a:pt x="65119" y="112020"/>
                </a:lnTo>
                <a:lnTo>
                  <a:pt x="77228" y="103536"/>
                </a:lnTo>
                <a:lnTo>
                  <a:pt x="78359" y="99013"/>
                </a:lnTo>
                <a:lnTo>
                  <a:pt x="77135" y="86321"/>
                </a:lnTo>
                <a:lnTo>
                  <a:pt x="77381" y="69352"/>
                </a:lnTo>
                <a:lnTo>
                  <a:pt x="66605" y="57166"/>
                </a:lnTo>
                <a:lnTo>
                  <a:pt x="57786" y="36366"/>
                </a:lnTo>
                <a:lnTo>
                  <a:pt x="51693" y="27683"/>
                </a:lnTo>
                <a:lnTo>
                  <a:pt x="51480" y="16469"/>
                </a:lnTo>
                <a:lnTo>
                  <a:pt x="44988" y="8299"/>
                </a:lnTo>
                <a:lnTo>
                  <a:pt x="30496" y="0"/>
                </a:lnTo>
                <a:lnTo>
                  <a:pt x="25059" y="1553"/>
                </a:lnTo>
                <a:lnTo>
                  <a:pt x="30884" y="25220"/>
                </a:lnTo>
                <a:lnTo>
                  <a:pt x="28114" y="39972"/>
                </a:lnTo>
                <a:lnTo>
                  <a:pt x="15273" y="62838"/>
                </a:lnTo>
                <a:lnTo>
                  <a:pt x="18070" y="71569"/>
                </a:lnTo>
                <a:lnTo>
                  <a:pt x="19611" y="72171"/>
                </a:lnTo>
                <a:lnTo>
                  <a:pt x="21551" y="76865"/>
                </a:lnTo>
                <a:lnTo>
                  <a:pt x="13016" y="85773"/>
                </a:lnTo>
                <a:lnTo>
                  <a:pt x="10786" y="78514"/>
                </a:lnTo>
                <a:lnTo>
                  <a:pt x="0" y="80539"/>
                </a:lnTo>
                <a:lnTo>
                  <a:pt x="7699" y="92225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07" name="pl61">
            <a:extLst>
              <a:ext uri="{FF2B5EF4-FFF2-40B4-BE49-F238E27FC236}">
                <a16:creationId xmlns:a16="http://schemas.microsoft.com/office/drawing/2014/main" id="{3D903023-24B0-FEF6-EF1E-A705CA35845B}"/>
              </a:ext>
            </a:extLst>
          </p:cNvPr>
          <p:cNvSpPr/>
          <p:nvPr/>
        </p:nvSpPr>
        <p:spPr>
          <a:xfrm>
            <a:off x="3261889" y="4470017"/>
            <a:ext cx="11174" cy="13889"/>
          </a:xfrm>
          <a:custGeom>
            <a:avLst/>
            <a:gdLst/>
            <a:ahLst/>
            <a:cxnLst/>
            <a:rect l="0" t="0" r="0" b="0"/>
            <a:pathLst>
              <a:path w="11174" h="13889">
                <a:moveTo>
                  <a:pt x="7743" y="0"/>
                </a:moveTo>
                <a:lnTo>
                  <a:pt x="5846" y="8374"/>
                </a:lnTo>
                <a:lnTo>
                  <a:pt x="0" y="13889"/>
                </a:lnTo>
                <a:lnTo>
                  <a:pt x="7251" y="12507"/>
                </a:lnTo>
                <a:lnTo>
                  <a:pt x="11109" y="10509"/>
                </a:lnTo>
                <a:lnTo>
                  <a:pt x="11174" y="6541"/>
                </a:lnTo>
                <a:lnTo>
                  <a:pt x="7743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08" name="pl62">
            <a:extLst>
              <a:ext uri="{FF2B5EF4-FFF2-40B4-BE49-F238E27FC236}">
                <a16:creationId xmlns:a16="http://schemas.microsoft.com/office/drawing/2014/main" id="{7EAC46BF-5334-33D7-8358-46521A6A2FC1}"/>
              </a:ext>
            </a:extLst>
          </p:cNvPr>
          <p:cNvSpPr/>
          <p:nvPr/>
        </p:nvSpPr>
        <p:spPr>
          <a:xfrm>
            <a:off x="3395576" y="4027019"/>
            <a:ext cx="29813" cy="90488"/>
          </a:xfrm>
          <a:custGeom>
            <a:avLst/>
            <a:gdLst/>
            <a:ahLst/>
            <a:cxnLst/>
            <a:rect l="0" t="0" r="0" b="0"/>
            <a:pathLst>
              <a:path w="29813" h="90488">
                <a:moveTo>
                  <a:pt x="19524" y="66554"/>
                </a:moveTo>
                <a:lnTo>
                  <a:pt x="29813" y="90488"/>
                </a:lnTo>
                <a:lnTo>
                  <a:pt x="27994" y="80170"/>
                </a:lnTo>
                <a:lnTo>
                  <a:pt x="9109" y="24091"/>
                </a:lnTo>
                <a:lnTo>
                  <a:pt x="4606" y="7848"/>
                </a:lnTo>
                <a:lnTo>
                  <a:pt x="0" y="0"/>
                </a:lnTo>
                <a:lnTo>
                  <a:pt x="6808" y="29024"/>
                </a:lnTo>
                <a:lnTo>
                  <a:pt x="19524" y="6655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09" name="pl63">
            <a:extLst>
              <a:ext uri="{FF2B5EF4-FFF2-40B4-BE49-F238E27FC236}">
                <a16:creationId xmlns:a16="http://schemas.microsoft.com/office/drawing/2014/main" id="{0654DB0F-C624-6767-EB50-D51FB7AB8D45}"/>
              </a:ext>
            </a:extLst>
          </p:cNvPr>
          <p:cNvSpPr/>
          <p:nvPr/>
        </p:nvSpPr>
        <p:spPr>
          <a:xfrm>
            <a:off x="3201720" y="4188139"/>
            <a:ext cx="9551" cy="29024"/>
          </a:xfrm>
          <a:custGeom>
            <a:avLst/>
            <a:gdLst/>
            <a:ahLst/>
            <a:cxnLst/>
            <a:rect l="0" t="0" r="0" b="0"/>
            <a:pathLst>
              <a:path w="9551" h="29024">
                <a:moveTo>
                  <a:pt x="9393" y="29024"/>
                </a:moveTo>
                <a:lnTo>
                  <a:pt x="9551" y="20793"/>
                </a:lnTo>
                <a:lnTo>
                  <a:pt x="5371" y="4933"/>
                </a:lnTo>
                <a:lnTo>
                  <a:pt x="0" y="0"/>
                </a:lnTo>
                <a:lnTo>
                  <a:pt x="3754" y="15237"/>
                </a:lnTo>
                <a:lnTo>
                  <a:pt x="9393" y="2902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10" name="pl64">
            <a:extLst>
              <a:ext uri="{FF2B5EF4-FFF2-40B4-BE49-F238E27FC236}">
                <a16:creationId xmlns:a16="http://schemas.microsoft.com/office/drawing/2014/main" id="{0056BC01-EFA5-ACF1-A0AC-74133DD44779}"/>
              </a:ext>
            </a:extLst>
          </p:cNvPr>
          <p:cNvSpPr/>
          <p:nvPr/>
        </p:nvSpPr>
        <p:spPr>
          <a:xfrm>
            <a:off x="3557990" y="4174516"/>
            <a:ext cx="118982" cy="41655"/>
          </a:xfrm>
          <a:custGeom>
            <a:avLst/>
            <a:gdLst/>
            <a:ahLst/>
            <a:cxnLst/>
            <a:rect l="0" t="0" r="0" b="0"/>
            <a:pathLst>
              <a:path w="118982" h="41655">
                <a:moveTo>
                  <a:pt x="84130" y="22503"/>
                </a:moveTo>
                <a:lnTo>
                  <a:pt x="118572" y="18857"/>
                </a:lnTo>
                <a:lnTo>
                  <a:pt x="118982" y="14970"/>
                </a:lnTo>
                <a:lnTo>
                  <a:pt x="116577" y="7526"/>
                </a:lnTo>
                <a:lnTo>
                  <a:pt x="100381" y="11720"/>
                </a:lnTo>
                <a:lnTo>
                  <a:pt x="80321" y="10550"/>
                </a:lnTo>
                <a:lnTo>
                  <a:pt x="75966" y="13417"/>
                </a:lnTo>
                <a:lnTo>
                  <a:pt x="68704" y="14012"/>
                </a:lnTo>
                <a:lnTo>
                  <a:pt x="55146" y="9654"/>
                </a:lnTo>
                <a:lnTo>
                  <a:pt x="43480" y="0"/>
                </a:lnTo>
                <a:lnTo>
                  <a:pt x="39469" y="10058"/>
                </a:lnTo>
                <a:lnTo>
                  <a:pt x="40791" y="13075"/>
                </a:lnTo>
                <a:lnTo>
                  <a:pt x="39436" y="19445"/>
                </a:lnTo>
                <a:lnTo>
                  <a:pt x="30567" y="27875"/>
                </a:lnTo>
                <a:lnTo>
                  <a:pt x="20994" y="30201"/>
                </a:lnTo>
                <a:lnTo>
                  <a:pt x="5579" y="17447"/>
                </a:lnTo>
                <a:lnTo>
                  <a:pt x="0" y="15196"/>
                </a:lnTo>
                <a:lnTo>
                  <a:pt x="20863" y="37762"/>
                </a:lnTo>
                <a:lnTo>
                  <a:pt x="27081" y="41655"/>
                </a:lnTo>
                <a:lnTo>
                  <a:pt x="35218" y="40834"/>
                </a:lnTo>
                <a:lnTo>
                  <a:pt x="52534" y="33430"/>
                </a:lnTo>
                <a:lnTo>
                  <a:pt x="84130" y="22503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11" name="pl65">
            <a:extLst>
              <a:ext uri="{FF2B5EF4-FFF2-40B4-BE49-F238E27FC236}">
                <a16:creationId xmlns:a16="http://schemas.microsoft.com/office/drawing/2014/main" id="{0491FBF5-7C44-B77D-E60E-C850D7443282}"/>
              </a:ext>
            </a:extLst>
          </p:cNvPr>
          <p:cNvSpPr/>
          <p:nvPr/>
        </p:nvSpPr>
        <p:spPr>
          <a:xfrm>
            <a:off x="3379500" y="4377750"/>
            <a:ext cx="36201" cy="55120"/>
          </a:xfrm>
          <a:custGeom>
            <a:avLst/>
            <a:gdLst/>
            <a:ahLst/>
            <a:cxnLst/>
            <a:rect l="0" t="0" r="0" b="0"/>
            <a:pathLst>
              <a:path w="36201" h="55120">
                <a:moveTo>
                  <a:pt x="36201" y="0"/>
                </a:moveTo>
                <a:lnTo>
                  <a:pt x="33584" y="889"/>
                </a:lnTo>
                <a:lnTo>
                  <a:pt x="25660" y="7095"/>
                </a:lnTo>
                <a:lnTo>
                  <a:pt x="25251" y="15969"/>
                </a:lnTo>
                <a:lnTo>
                  <a:pt x="19797" y="23578"/>
                </a:lnTo>
                <a:lnTo>
                  <a:pt x="13939" y="27786"/>
                </a:lnTo>
                <a:lnTo>
                  <a:pt x="11136" y="34423"/>
                </a:lnTo>
                <a:lnTo>
                  <a:pt x="2464" y="48524"/>
                </a:lnTo>
                <a:lnTo>
                  <a:pt x="0" y="55120"/>
                </a:lnTo>
                <a:lnTo>
                  <a:pt x="22240" y="28771"/>
                </a:lnTo>
                <a:lnTo>
                  <a:pt x="36201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12" name="pl66">
            <a:extLst>
              <a:ext uri="{FF2B5EF4-FFF2-40B4-BE49-F238E27FC236}">
                <a16:creationId xmlns:a16="http://schemas.microsoft.com/office/drawing/2014/main" id="{5497D4A4-A574-E6FC-E4BA-50DFD4EB0A46}"/>
              </a:ext>
            </a:extLst>
          </p:cNvPr>
          <p:cNvSpPr/>
          <p:nvPr/>
        </p:nvSpPr>
        <p:spPr>
          <a:xfrm>
            <a:off x="1455979" y="923254"/>
            <a:ext cx="4111278" cy="3643333"/>
          </a:xfrm>
          <a:custGeom>
            <a:avLst/>
            <a:gdLst/>
            <a:ahLst/>
            <a:cxnLst/>
            <a:rect l="0" t="0" r="0" b="0"/>
            <a:pathLst>
              <a:path w="4111278" h="3643333">
                <a:moveTo>
                  <a:pt x="6015" y="3643333"/>
                </a:moveTo>
                <a:lnTo>
                  <a:pt x="11278" y="3588684"/>
                </a:lnTo>
                <a:lnTo>
                  <a:pt x="29251" y="3501166"/>
                </a:lnTo>
                <a:lnTo>
                  <a:pt x="38540" y="3470540"/>
                </a:lnTo>
                <a:lnTo>
                  <a:pt x="60829" y="3421167"/>
                </a:lnTo>
                <a:lnTo>
                  <a:pt x="67594" y="3397418"/>
                </a:lnTo>
                <a:lnTo>
                  <a:pt x="69633" y="3368475"/>
                </a:lnTo>
                <a:lnTo>
                  <a:pt x="70310" y="3358910"/>
                </a:lnTo>
                <a:lnTo>
                  <a:pt x="69168" y="3353922"/>
                </a:lnTo>
                <a:lnTo>
                  <a:pt x="62059" y="3353566"/>
                </a:lnTo>
                <a:lnTo>
                  <a:pt x="40972" y="3307511"/>
                </a:lnTo>
                <a:lnTo>
                  <a:pt x="37311" y="3294997"/>
                </a:lnTo>
                <a:lnTo>
                  <a:pt x="33868" y="3266143"/>
                </a:lnTo>
                <a:lnTo>
                  <a:pt x="30737" y="3256632"/>
                </a:lnTo>
                <a:lnTo>
                  <a:pt x="27076" y="3235907"/>
                </a:lnTo>
                <a:lnTo>
                  <a:pt x="23923" y="3227526"/>
                </a:lnTo>
                <a:lnTo>
                  <a:pt x="28196" y="3215490"/>
                </a:lnTo>
                <a:lnTo>
                  <a:pt x="32764" y="3206431"/>
                </a:lnTo>
                <a:lnTo>
                  <a:pt x="32895" y="3198713"/>
                </a:lnTo>
                <a:lnTo>
                  <a:pt x="31710" y="3189682"/>
                </a:lnTo>
                <a:lnTo>
                  <a:pt x="8513" y="3182709"/>
                </a:lnTo>
                <a:lnTo>
                  <a:pt x="0" y="3158837"/>
                </a:lnTo>
                <a:lnTo>
                  <a:pt x="9661" y="3167609"/>
                </a:lnTo>
                <a:lnTo>
                  <a:pt x="27371" y="3178953"/>
                </a:lnTo>
                <a:lnTo>
                  <a:pt x="32305" y="3178584"/>
                </a:lnTo>
                <a:lnTo>
                  <a:pt x="36857" y="3176948"/>
                </a:lnTo>
                <a:lnTo>
                  <a:pt x="43420" y="3164188"/>
                </a:lnTo>
                <a:lnTo>
                  <a:pt x="53687" y="3128978"/>
                </a:lnTo>
                <a:lnTo>
                  <a:pt x="37709" y="3105632"/>
                </a:lnTo>
                <a:lnTo>
                  <a:pt x="40742" y="3102532"/>
                </a:lnTo>
                <a:lnTo>
                  <a:pt x="44130" y="3101034"/>
                </a:lnTo>
                <a:lnTo>
                  <a:pt x="57846" y="3103217"/>
                </a:lnTo>
                <a:lnTo>
                  <a:pt x="66813" y="3099693"/>
                </a:lnTo>
                <a:lnTo>
                  <a:pt x="77818" y="3084770"/>
                </a:lnTo>
                <a:lnTo>
                  <a:pt x="82157" y="3069669"/>
                </a:lnTo>
                <a:lnTo>
                  <a:pt x="70190" y="3074308"/>
                </a:lnTo>
                <a:lnTo>
                  <a:pt x="68644" y="3068438"/>
                </a:lnTo>
                <a:lnTo>
                  <a:pt x="68485" y="3062595"/>
                </a:lnTo>
                <a:lnTo>
                  <a:pt x="75250" y="3060645"/>
                </a:lnTo>
                <a:lnTo>
                  <a:pt x="84266" y="3059912"/>
                </a:lnTo>
                <a:lnTo>
                  <a:pt x="89731" y="3056259"/>
                </a:lnTo>
                <a:lnTo>
                  <a:pt x="93463" y="3051394"/>
                </a:lnTo>
                <a:lnTo>
                  <a:pt x="94966" y="3056847"/>
                </a:lnTo>
                <a:lnTo>
                  <a:pt x="98130" y="3060740"/>
                </a:lnTo>
                <a:lnTo>
                  <a:pt x="103960" y="3055581"/>
                </a:lnTo>
                <a:lnTo>
                  <a:pt x="107610" y="3051962"/>
                </a:lnTo>
                <a:lnTo>
                  <a:pt x="108987" y="3037860"/>
                </a:lnTo>
                <a:lnTo>
                  <a:pt x="111343" y="3023738"/>
                </a:lnTo>
                <a:lnTo>
                  <a:pt x="122217" y="3034993"/>
                </a:lnTo>
                <a:lnTo>
                  <a:pt x="135047" y="3031374"/>
                </a:lnTo>
                <a:lnTo>
                  <a:pt x="143206" y="3025920"/>
                </a:lnTo>
                <a:lnTo>
                  <a:pt x="150785" y="3018736"/>
                </a:lnTo>
                <a:lnTo>
                  <a:pt x="144697" y="3015671"/>
                </a:lnTo>
                <a:lnTo>
                  <a:pt x="139195" y="3014337"/>
                </a:lnTo>
                <a:lnTo>
                  <a:pt x="126282" y="2983499"/>
                </a:lnTo>
                <a:lnTo>
                  <a:pt x="129812" y="2981467"/>
                </a:lnTo>
                <a:lnTo>
                  <a:pt x="133484" y="2982527"/>
                </a:lnTo>
                <a:lnTo>
                  <a:pt x="135271" y="2986906"/>
                </a:lnTo>
                <a:lnTo>
                  <a:pt x="139042" y="2991976"/>
                </a:lnTo>
                <a:lnTo>
                  <a:pt x="147692" y="2999516"/>
                </a:lnTo>
                <a:lnTo>
                  <a:pt x="156042" y="2994385"/>
                </a:lnTo>
                <a:lnTo>
                  <a:pt x="156118" y="2990752"/>
                </a:lnTo>
                <a:lnTo>
                  <a:pt x="167096" y="2991018"/>
                </a:lnTo>
                <a:lnTo>
                  <a:pt x="185036" y="2995630"/>
                </a:lnTo>
                <a:lnTo>
                  <a:pt x="196675" y="2994268"/>
                </a:lnTo>
                <a:lnTo>
                  <a:pt x="183107" y="3004224"/>
                </a:lnTo>
                <a:lnTo>
                  <a:pt x="171664" y="3014302"/>
                </a:lnTo>
                <a:lnTo>
                  <a:pt x="177708" y="3012496"/>
                </a:lnTo>
                <a:lnTo>
                  <a:pt x="195626" y="3000591"/>
                </a:lnTo>
                <a:lnTo>
                  <a:pt x="214314" y="2993092"/>
                </a:lnTo>
                <a:lnTo>
                  <a:pt x="227860" y="2983088"/>
                </a:lnTo>
                <a:lnTo>
                  <a:pt x="236423" y="2978477"/>
                </a:lnTo>
                <a:lnTo>
                  <a:pt x="266439" y="2956924"/>
                </a:lnTo>
                <a:lnTo>
                  <a:pt x="279215" y="2947755"/>
                </a:lnTo>
                <a:lnTo>
                  <a:pt x="292794" y="2931587"/>
                </a:lnTo>
                <a:lnTo>
                  <a:pt x="294259" y="2919175"/>
                </a:lnTo>
                <a:lnTo>
                  <a:pt x="307772" y="2906332"/>
                </a:lnTo>
                <a:lnTo>
                  <a:pt x="322324" y="2890766"/>
                </a:lnTo>
                <a:lnTo>
                  <a:pt x="316996" y="2878170"/>
                </a:lnTo>
                <a:lnTo>
                  <a:pt x="310625" y="2868290"/>
                </a:lnTo>
                <a:lnTo>
                  <a:pt x="307264" y="2844274"/>
                </a:lnTo>
                <a:lnTo>
                  <a:pt x="311805" y="2842837"/>
                </a:lnTo>
                <a:lnTo>
                  <a:pt x="317668" y="2847380"/>
                </a:lnTo>
                <a:lnTo>
                  <a:pt x="322144" y="2847832"/>
                </a:lnTo>
                <a:lnTo>
                  <a:pt x="328586" y="2837233"/>
                </a:lnTo>
                <a:lnTo>
                  <a:pt x="338701" y="2837596"/>
                </a:lnTo>
                <a:lnTo>
                  <a:pt x="340668" y="2850870"/>
                </a:lnTo>
                <a:lnTo>
                  <a:pt x="334635" y="2865922"/>
                </a:lnTo>
                <a:lnTo>
                  <a:pt x="339744" y="2867674"/>
                </a:lnTo>
                <a:lnTo>
                  <a:pt x="353990" y="2863124"/>
                </a:lnTo>
                <a:lnTo>
                  <a:pt x="362837" y="2865909"/>
                </a:lnTo>
                <a:lnTo>
                  <a:pt x="337783" y="2884116"/>
                </a:lnTo>
                <a:lnTo>
                  <a:pt x="336723" y="2888844"/>
                </a:lnTo>
                <a:lnTo>
                  <a:pt x="357444" y="2874797"/>
                </a:lnTo>
                <a:lnTo>
                  <a:pt x="410580" y="2848749"/>
                </a:lnTo>
                <a:lnTo>
                  <a:pt x="433989" y="2846094"/>
                </a:lnTo>
                <a:lnTo>
                  <a:pt x="434448" y="2841427"/>
                </a:lnTo>
                <a:lnTo>
                  <a:pt x="427744" y="2828489"/>
                </a:lnTo>
                <a:lnTo>
                  <a:pt x="439476" y="2805403"/>
                </a:lnTo>
                <a:lnTo>
                  <a:pt x="444787" y="2805752"/>
                </a:lnTo>
                <a:lnTo>
                  <a:pt x="447579" y="2809249"/>
                </a:lnTo>
                <a:lnTo>
                  <a:pt x="447126" y="2814606"/>
                </a:lnTo>
                <a:lnTo>
                  <a:pt x="443131" y="2823467"/>
                </a:lnTo>
                <a:lnTo>
                  <a:pt x="438705" y="2827948"/>
                </a:lnTo>
                <a:lnTo>
                  <a:pt x="434727" y="2829187"/>
                </a:lnTo>
                <a:lnTo>
                  <a:pt x="436760" y="2836809"/>
                </a:lnTo>
                <a:lnTo>
                  <a:pt x="441153" y="2841078"/>
                </a:lnTo>
                <a:lnTo>
                  <a:pt x="447929" y="2837219"/>
                </a:lnTo>
                <a:lnTo>
                  <a:pt x="455885" y="2834804"/>
                </a:lnTo>
                <a:lnTo>
                  <a:pt x="490169" y="2833874"/>
                </a:lnTo>
                <a:lnTo>
                  <a:pt x="501950" y="2832074"/>
                </a:lnTo>
                <a:lnTo>
                  <a:pt x="513983" y="2833538"/>
                </a:lnTo>
                <a:lnTo>
                  <a:pt x="538972" y="2842618"/>
                </a:lnTo>
                <a:lnTo>
                  <a:pt x="556999" y="2853757"/>
                </a:lnTo>
                <a:lnTo>
                  <a:pt x="570431" y="2859026"/>
                </a:lnTo>
                <a:lnTo>
                  <a:pt x="616364" y="2864663"/>
                </a:lnTo>
                <a:lnTo>
                  <a:pt x="636151" y="2859621"/>
                </a:lnTo>
                <a:lnTo>
                  <a:pt x="638965" y="2856207"/>
                </a:lnTo>
                <a:lnTo>
                  <a:pt x="632801" y="2849132"/>
                </a:lnTo>
                <a:lnTo>
                  <a:pt x="630392" y="2844677"/>
                </a:lnTo>
                <a:lnTo>
                  <a:pt x="636577" y="2836090"/>
                </a:lnTo>
                <a:lnTo>
                  <a:pt x="643616" y="2830548"/>
                </a:lnTo>
                <a:lnTo>
                  <a:pt x="657512" y="2825540"/>
                </a:lnTo>
                <a:lnTo>
                  <a:pt x="665205" y="2837500"/>
                </a:lnTo>
                <a:lnTo>
                  <a:pt x="682211" y="2838143"/>
                </a:lnTo>
                <a:lnTo>
                  <a:pt x="694260" y="2857869"/>
                </a:lnTo>
                <a:lnTo>
                  <a:pt x="699921" y="2864869"/>
                </a:lnTo>
                <a:lnTo>
                  <a:pt x="720429" y="2870726"/>
                </a:lnTo>
                <a:lnTo>
                  <a:pt x="726385" y="2863815"/>
                </a:lnTo>
                <a:lnTo>
                  <a:pt x="729620" y="2863630"/>
                </a:lnTo>
                <a:lnTo>
                  <a:pt x="728341" y="2871861"/>
                </a:lnTo>
                <a:lnTo>
                  <a:pt x="730161" y="2878608"/>
                </a:lnTo>
                <a:lnTo>
                  <a:pt x="740079" y="2893551"/>
                </a:lnTo>
                <a:lnTo>
                  <a:pt x="740593" y="2898142"/>
                </a:lnTo>
                <a:lnTo>
                  <a:pt x="730888" y="2896315"/>
                </a:lnTo>
                <a:lnTo>
                  <a:pt x="725828" y="2897746"/>
                </a:lnTo>
                <a:lnTo>
                  <a:pt x="724997" y="2902200"/>
                </a:lnTo>
                <a:lnTo>
                  <a:pt x="757161" y="2915576"/>
                </a:lnTo>
                <a:lnTo>
                  <a:pt x="785330" y="2924355"/>
                </a:lnTo>
                <a:lnTo>
                  <a:pt x="793559" y="2921584"/>
                </a:lnTo>
                <a:lnTo>
                  <a:pt x="803772" y="2904642"/>
                </a:lnTo>
                <a:lnTo>
                  <a:pt x="813144" y="2900688"/>
                </a:lnTo>
                <a:lnTo>
                  <a:pt x="826941" y="2901338"/>
                </a:lnTo>
                <a:lnTo>
                  <a:pt x="835624" y="2906846"/>
                </a:lnTo>
                <a:lnTo>
                  <a:pt x="841766" y="2924334"/>
                </a:lnTo>
                <a:lnTo>
                  <a:pt x="845564" y="2927988"/>
                </a:lnTo>
                <a:lnTo>
                  <a:pt x="854176" y="2923623"/>
                </a:lnTo>
                <a:lnTo>
                  <a:pt x="858034" y="2917218"/>
                </a:lnTo>
                <a:lnTo>
                  <a:pt x="860121" y="2909097"/>
                </a:lnTo>
                <a:lnTo>
                  <a:pt x="861127" y="2901105"/>
                </a:lnTo>
                <a:lnTo>
                  <a:pt x="863471" y="2895494"/>
                </a:lnTo>
                <a:lnTo>
                  <a:pt x="863520" y="2882241"/>
                </a:lnTo>
                <a:lnTo>
                  <a:pt x="858100" y="2877766"/>
                </a:lnTo>
                <a:lnTo>
                  <a:pt x="853570" y="2875467"/>
                </a:lnTo>
                <a:lnTo>
                  <a:pt x="851384" y="2872012"/>
                </a:lnTo>
                <a:lnTo>
                  <a:pt x="851575" y="2867421"/>
                </a:lnTo>
                <a:lnTo>
                  <a:pt x="883116" y="2878512"/>
                </a:lnTo>
                <a:lnTo>
                  <a:pt x="889717" y="2884383"/>
                </a:lnTo>
                <a:lnTo>
                  <a:pt x="892055" y="2889357"/>
                </a:lnTo>
                <a:lnTo>
                  <a:pt x="892613" y="2896001"/>
                </a:lnTo>
                <a:lnTo>
                  <a:pt x="901050" y="2898847"/>
                </a:lnTo>
                <a:lnTo>
                  <a:pt x="906033" y="2898341"/>
                </a:lnTo>
                <a:lnTo>
                  <a:pt x="911875" y="2900318"/>
                </a:lnTo>
                <a:lnTo>
                  <a:pt x="916700" y="2905204"/>
                </a:lnTo>
                <a:lnTo>
                  <a:pt x="922897" y="2907762"/>
                </a:lnTo>
                <a:lnTo>
                  <a:pt x="931694" y="2915487"/>
                </a:lnTo>
                <a:lnTo>
                  <a:pt x="937733" y="2927974"/>
                </a:lnTo>
                <a:lnTo>
                  <a:pt x="941727" y="2932853"/>
                </a:lnTo>
                <a:lnTo>
                  <a:pt x="939197" y="2945306"/>
                </a:lnTo>
                <a:lnTo>
                  <a:pt x="944295" y="2942877"/>
                </a:lnTo>
                <a:lnTo>
                  <a:pt x="954869" y="2931327"/>
                </a:lnTo>
                <a:lnTo>
                  <a:pt x="959437" y="2935124"/>
                </a:lnTo>
                <a:lnTo>
                  <a:pt x="963885" y="2940366"/>
                </a:lnTo>
                <a:lnTo>
                  <a:pt x="966366" y="2936226"/>
                </a:lnTo>
                <a:lnTo>
                  <a:pt x="969033" y="2928864"/>
                </a:lnTo>
                <a:lnTo>
                  <a:pt x="978896" y="2922692"/>
                </a:lnTo>
                <a:lnTo>
                  <a:pt x="979530" y="2914263"/>
                </a:lnTo>
                <a:lnTo>
                  <a:pt x="973978" y="2912121"/>
                </a:lnTo>
                <a:lnTo>
                  <a:pt x="968213" y="2907906"/>
                </a:lnTo>
                <a:lnTo>
                  <a:pt x="961060" y="2895652"/>
                </a:lnTo>
                <a:lnTo>
                  <a:pt x="953793" y="2896001"/>
                </a:lnTo>
                <a:lnTo>
                  <a:pt x="923804" y="2883828"/>
                </a:lnTo>
                <a:lnTo>
                  <a:pt x="916345" y="2874585"/>
                </a:lnTo>
                <a:lnTo>
                  <a:pt x="905771" y="2867209"/>
                </a:lnTo>
                <a:lnTo>
                  <a:pt x="900613" y="2855912"/>
                </a:lnTo>
                <a:lnTo>
                  <a:pt x="904159" y="2852163"/>
                </a:lnTo>
                <a:lnTo>
                  <a:pt x="904859" y="2848126"/>
                </a:lnTo>
                <a:lnTo>
                  <a:pt x="907192" y="2846887"/>
                </a:lnTo>
                <a:lnTo>
                  <a:pt x="911831" y="2848229"/>
                </a:lnTo>
                <a:lnTo>
                  <a:pt x="918695" y="2844876"/>
                </a:lnTo>
                <a:lnTo>
                  <a:pt x="915165" y="2841058"/>
                </a:lnTo>
                <a:lnTo>
                  <a:pt x="921902" y="2834483"/>
                </a:lnTo>
                <a:lnTo>
                  <a:pt x="930323" y="2832779"/>
                </a:lnTo>
                <a:lnTo>
                  <a:pt x="941623" y="2827757"/>
                </a:lnTo>
                <a:lnTo>
                  <a:pt x="940689" y="2825013"/>
                </a:lnTo>
                <a:lnTo>
                  <a:pt x="941241" y="2813634"/>
                </a:lnTo>
                <a:lnTo>
                  <a:pt x="936421" y="2805691"/>
                </a:lnTo>
                <a:lnTo>
                  <a:pt x="934951" y="2801038"/>
                </a:lnTo>
                <a:lnTo>
                  <a:pt x="936443" y="2796112"/>
                </a:lnTo>
                <a:lnTo>
                  <a:pt x="925957" y="2794415"/>
                </a:lnTo>
                <a:lnTo>
                  <a:pt x="918241" y="2802269"/>
                </a:lnTo>
                <a:lnTo>
                  <a:pt x="915318" y="2814469"/>
                </a:lnTo>
                <a:lnTo>
                  <a:pt x="910596" y="2816043"/>
                </a:lnTo>
                <a:lnTo>
                  <a:pt x="898050" y="2812396"/>
                </a:lnTo>
                <a:lnTo>
                  <a:pt x="890061" y="2801544"/>
                </a:lnTo>
                <a:lnTo>
                  <a:pt x="894307" y="2796159"/>
                </a:lnTo>
                <a:lnTo>
                  <a:pt x="901307" y="2791589"/>
                </a:lnTo>
                <a:lnTo>
                  <a:pt x="906864" y="2786163"/>
                </a:lnTo>
                <a:lnTo>
                  <a:pt x="906585" y="2782311"/>
                </a:lnTo>
                <a:lnTo>
                  <a:pt x="898760" y="2778465"/>
                </a:lnTo>
                <a:lnTo>
                  <a:pt x="894766" y="2783337"/>
                </a:lnTo>
                <a:lnTo>
                  <a:pt x="890389" y="2785232"/>
                </a:lnTo>
                <a:lnTo>
                  <a:pt x="881236" y="2784925"/>
                </a:lnTo>
                <a:lnTo>
                  <a:pt x="870028" y="2794257"/>
                </a:lnTo>
                <a:lnTo>
                  <a:pt x="849755" y="2798486"/>
                </a:lnTo>
                <a:lnTo>
                  <a:pt x="837488" y="2793443"/>
                </a:lnTo>
                <a:lnTo>
                  <a:pt x="823155" y="2782899"/>
                </a:lnTo>
                <a:lnTo>
                  <a:pt x="832226" y="2763666"/>
                </a:lnTo>
                <a:lnTo>
                  <a:pt x="844165" y="2749414"/>
                </a:lnTo>
                <a:lnTo>
                  <a:pt x="855280" y="2750844"/>
                </a:lnTo>
                <a:lnTo>
                  <a:pt x="864318" y="2753320"/>
                </a:lnTo>
                <a:lnTo>
                  <a:pt x="874498" y="2764904"/>
                </a:lnTo>
                <a:lnTo>
                  <a:pt x="915432" y="2779307"/>
                </a:lnTo>
                <a:lnTo>
                  <a:pt x="923000" y="2775571"/>
                </a:lnTo>
                <a:lnTo>
                  <a:pt x="931656" y="2771295"/>
                </a:lnTo>
                <a:lnTo>
                  <a:pt x="945416" y="2754176"/>
                </a:lnTo>
                <a:lnTo>
                  <a:pt x="951793" y="2754408"/>
                </a:lnTo>
                <a:lnTo>
                  <a:pt x="956262" y="2755989"/>
                </a:lnTo>
                <a:lnTo>
                  <a:pt x="975240" y="2750960"/>
                </a:lnTo>
                <a:lnTo>
                  <a:pt x="991896" y="2744391"/>
                </a:lnTo>
                <a:lnTo>
                  <a:pt x="995508" y="2744227"/>
                </a:lnTo>
                <a:lnTo>
                  <a:pt x="1001442" y="2745602"/>
                </a:lnTo>
                <a:lnTo>
                  <a:pt x="1015748" y="2752766"/>
                </a:lnTo>
                <a:lnTo>
                  <a:pt x="1048480" y="2750604"/>
                </a:lnTo>
                <a:lnTo>
                  <a:pt x="1054043" y="2750228"/>
                </a:lnTo>
                <a:lnTo>
                  <a:pt x="1065310" y="2751671"/>
                </a:lnTo>
                <a:lnTo>
                  <a:pt x="1078043" y="2751192"/>
                </a:lnTo>
                <a:lnTo>
                  <a:pt x="1080157" y="2744364"/>
                </a:lnTo>
                <a:lnTo>
                  <a:pt x="1084430" y="2723222"/>
                </a:lnTo>
                <a:lnTo>
                  <a:pt x="1089572" y="2707101"/>
                </a:lnTo>
                <a:lnTo>
                  <a:pt x="1091933" y="2705288"/>
                </a:lnTo>
                <a:lnTo>
                  <a:pt x="1098922" y="2714717"/>
                </a:lnTo>
                <a:lnTo>
                  <a:pt x="1101818" y="2723878"/>
                </a:lnTo>
                <a:lnTo>
                  <a:pt x="1101671" y="2739554"/>
                </a:lnTo>
                <a:lnTo>
                  <a:pt x="1104660" y="2744528"/>
                </a:lnTo>
                <a:lnTo>
                  <a:pt x="1109190" y="2745472"/>
                </a:lnTo>
                <a:lnTo>
                  <a:pt x="1114097" y="2753957"/>
                </a:lnTo>
                <a:lnTo>
                  <a:pt x="1116671" y="2761675"/>
                </a:lnTo>
                <a:lnTo>
                  <a:pt x="1103944" y="2766259"/>
                </a:lnTo>
                <a:lnTo>
                  <a:pt x="1094878" y="2766916"/>
                </a:lnTo>
                <a:lnTo>
                  <a:pt x="1092534" y="2770207"/>
                </a:lnTo>
                <a:lnTo>
                  <a:pt x="1135474" y="2765465"/>
                </a:lnTo>
                <a:lnTo>
                  <a:pt x="1147670" y="2750980"/>
                </a:lnTo>
                <a:lnTo>
                  <a:pt x="1150331" y="2749639"/>
                </a:lnTo>
                <a:lnTo>
                  <a:pt x="1154943" y="2747333"/>
                </a:lnTo>
                <a:lnTo>
                  <a:pt x="1155452" y="2751582"/>
                </a:lnTo>
                <a:lnTo>
                  <a:pt x="1149075" y="2759225"/>
                </a:lnTo>
                <a:lnTo>
                  <a:pt x="1151867" y="2761326"/>
                </a:lnTo>
                <a:lnTo>
                  <a:pt x="1173659" y="2755024"/>
                </a:lnTo>
                <a:lnTo>
                  <a:pt x="1177014" y="2746978"/>
                </a:lnTo>
                <a:lnTo>
                  <a:pt x="1184446" y="2738986"/>
                </a:lnTo>
                <a:lnTo>
                  <a:pt x="1186020" y="2727067"/>
                </a:lnTo>
                <a:lnTo>
                  <a:pt x="1191817" y="2727040"/>
                </a:lnTo>
                <a:lnTo>
                  <a:pt x="1197052" y="2732438"/>
                </a:lnTo>
                <a:lnTo>
                  <a:pt x="1201320" y="2724946"/>
                </a:lnTo>
                <a:lnTo>
                  <a:pt x="1205385" y="2722647"/>
                </a:lnTo>
                <a:lnTo>
                  <a:pt x="1209014" y="2732233"/>
                </a:lnTo>
                <a:lnTo>
                  <a:pt x="1206702" y="2742188"/>
                </a:lnTo>
                <a:lnTo>
                  <a:pt x="1191260" y="2746978"/>
                </a:lnTo>
                <a:lnTo>
                  <a:pt x="1186790" y="2750125"/>
                </a:lnTo>
                <a:lnTo>
                  <a:pt x="1182599" y="2755024"/>
                </a:lnTo>
                <a:lnTo>
                  <a:pt x="1208735" y="2750385"/>
                </a:lnTo>
                <a:lnTo>
                  <a:pt x="1240964" y="2746109"/>
                </a:lnTo>
                <a:lnTo>
                  <a:pt x="1249199" y="2743050"/>
                </a:lnTo>
                <a:lnTo>
                  <a:pt x="1258450" y="2737111"/>
                </a:lnTo>
                <a:lnTo>
                  <a:pt x="1266893" y="2733115"/>
                </a:lnTo>
                <a:lnTo>
                  <a:pt x="1275150" y="2735011"/>
                </a:lnTo>
                <a:lnTo>
                  <a:pt x="1288221" y="2733478"/>
                </a:lnTo>
                <a:lnTo>
                  <a:pt x="1298483" y="2737508"/>
                </a:lnTo>
                <a:lnTo>
                  <a:pt x="1301614" y="2740690"/>
                </a:lnTo>
                <a:lnTo>
                  <a:pt x="1303166" y="2745698"/>
                </a:lnTo>
                <a:lnTo>
                  <a:pt x="1290155" y="2742434"/>
                </a:lnTo>
                <a:lnTo>
                  <a:pt x="1266166" y="2746636"/>
                </a:lnTo>
                <a:lnTo>
                  <a:pt x="1297423" y="2755968"/>
                </a:lnTo>
                <a:lnTo>
                  <a:pt x="1333176" y="2772520"/>
                </a:lnTo>
                <a:lnTo>
                  <a:pt x="1340439" y="2778465"/>
                </a:lnTo>
                <a:lnTo>
                  <a:pt x="1344351" y="2779163"/>
                </a:lnTo>
                <a:lnTo>
                  <a:pt x="1345788" y="2774360"/>
                </a:lnTo>
                <a:lnTo>
                  <a:pt x="1346029" y="2768318"/>
                </a:lnTo>
                <a:lnTo>
                  <a:pt x="1353296" y="2763426"/>
                </a:lnTo>
                <a:lnTo>
                  <a:pt x="1361395" y="2762379"/>
                </a:lnTo>
                <a:lnTo>
                  <a:pt x="1357203" y="2769365"/>
                </a:lnTo>
                <a:lnTo>
                  <a:pt x="1354690" y="2776016"/>
                </a:lnTo>
                <a:lnTo>
                  <a:pt x="1360641" y="2781770"/>
                </a:lnTo>
                <a:lnTo>
                  <a:pt x="1359160" y="2786156"/>
                </a:lnTo>
                <a:lnTo>
                  <a:pt x="1353307" y="2785479"/>
                </a:lnTo>
                <a:lnTo>
                  <a:pt x="1372498" y="2805957"/>
                </a:lnTo>
                <a:lnTo>
                  <a:pt x="1389362" y="2819977"/>
                </a:lnTo>
                <a:lnTo>
                  <a:pt x="1394597" y="2830890"/>
                </a:lnTo>
                <a:lnTo>
                  <a:pt x="1393695" y="2836460"/>
                </a:lnTo>
                <a:lnTo>
                  <a:pt x="1391285" y="2838978"/>
                </a:lnTo>
                <a:lnTo>
                  <a:pt x="1386023" y="2832683"/>
                </a:lnTo>
                <a:lnTo>
                  <a:pt x="1382624" y="2824637"/>
                </a:lnTo>
                <a:lnTo>
                  <a:pt x="1382624" y="2835133"/>
                </a:lnTo>
                <a:lnTo>
                  <a:pt x="1386815" y="2845273"/>
                </a:lnTo>
                <a:lnTo>
                  <a:pt x="1393241" y="2847373"/>
                </a:lnTo>
                <a:lnTo>
                  <a:pt x="1408115" y="2843494"/>
                </a:lnTo>
                <a:lnTo>
                  <a:pt x="1425656" y="2841646"/>
                </a:lnTo>
                <a:lnTo>
                  <a:pt x="1432383" y="2838253"/>
                </a:lnTo>
                <a:lnTo>
                  <a:pt x="1441367" y="2833723"/>
                </a:lnTo>
                <a:lnTo>
                  <a:pt x="1451257" y="2834366"/>
                </a:lnTo>
                <a:lnTo>
                  <a:pt x="1479295" y="2816878"/>
                </a:lnTo>
                <a:lnTo>
                  <a:pt x="1490033" y="2815153"/>
                </a:lnTo>
                <a:lnTo>
                  <a:pt x="1498005" y="2815543"/>
                </a:lnTo>
                <a:lnTo>
                  <a:pt x="1500705" y="2812458"/>
                </a:lnTo>
                <a:lnTo>
                  <a:pt x="1498841" y="2805047"/>
                </a:lnTo>
                <a:lnTo>
                  <a:pt x="1501049" y="2798499"/>
                </a:lnTo>
                <a:lnTo>
                  <a:pt x="1506191" y="2793491"/>
                </a:lnTo>
                <a:lnTo>
                  <a:pt x="1535896" y="2788017"/>
                </a:lnTo>
                <a:lnTo>
                  <a:pt x="1575048" y="2812936"/>
                </a:lnTo>
                <a:lnTo>
                  <a:pt x="1620250" y="2879367"/>
                </a:lnTo>
                <a:lnTo>
                  <a:pt x="1678572" y="2935467"/>
                </a:lnTo>
                <a:lnTo>
                  <a:pt x="1691763" y="2958456"/>
                </a:lnTo>
                <a:lnTo>
                  <a:pt x="1692593" y="2969034"/>
                </a:lnTo>
                <a:lnTo>
                  <a:pt x="1691861" y="2974932"/>
                </a:lnTo>
                <a:lnTo>
                  <a:pt x="1690735" y="3014740"/>
                </a:lnTo>
                <a:lnTo>
                  <a:pt x="1680899" y="3049635"/>
                </a:lnTo>
                <a:lnTo>
                  <a:pt x="1670271" y="3104400"/>
                </a:lnTo>
                <a:lnTo>
                  <a:pt x="1674293" y="3114130"/>
                </a:lnTo>
                <a:lnTo>
                  <a:pt x="1677905" y="3120042"/>
                </a:lnTo>
                <a:lnTo>
                  <a:pt x="1681533" y="3123545"/>
                </a:lnTo>
                <a:lnTo>
                  <a:pt x="1684615" y="3120220"/>
                </a:lnTo>
                <a:lnTo>
                  <a:pt x="1690708" y="3122279"/>
                </a:lnTo>
                <a:lnTo>
                  <a:pt x="1694610" y="3118413"/>
                </a:lnTo>
                <a:lnTo>
                  <a:pt x="1696293" y="3114034"/>
                </a:lnTo>
                <a:lnTo>
                  <a:pt x="1697905" y="3100582"/>
                </a:lnTo>
                <a:lnTo>
                  <a:pt x="1693741" y="3097148"/>
                </a:lnTo>
                <a:lnTo>
                  <a:pt x="1689107" y="3087897"/>
                </a:lnTo>
                <a:lnTo>
                  <a:pt x="1693500" y="3085454"/>
                </a:lnTo>
                <a:lnTo>
                  <a:pt x="1699806" y="3088643"/>
                </a:lnTo>
                <a:lnTo>
                  <a:pt x="1706407" y="3099932"/>
                </a:lnTo>
                <a:lnTo>
                  <a:pt x="1708921" y="3101328"/>
                </a:lnTo>
                <a:lnTo>
                  <a:pt x="1714790" y="3096436"/>
                </a:lnTo>
                <a:lnTo>
                  <a:pt x="1719260" y="3102033"/>
                </a:lnTo>
                <a:lnTo>
                  <a:pt x="1719844" y="3105885"/>
                </a:lnTo>
                <a:lnTo>
                  <a:pt x="1716489" y="3114890"/>
                </a:lnTo>
                <a:lnTo>
                  <a:pt x="1706380" y="3127903"/>
                </a:lnTo>
                <a:lnTo>
                  <a:pt x="1693511" y="3149443"/>
                </a:lnTo>
                <a:lnTo>
                  <a:pt x="1687817" y="3150743"/>
                </a:lnTo>
                <a:lnTo>
                  <a:pt x="1684697" y="3152939"/>
                </a:lnTo>
                <a:lnTo>
                  <a:pt x="1691326" y="3160000"/>
                </a:lnTo>
                <a:lnTo>
                  <a:pt x="1695233" y="3166747"/>
                </a:lnTo>
                <a:lnTo>
                  <a:pt x="1715276" y="3214587"/>
                </a:lnTo>
                <a:lnTo>
                  <a:pt x="1725047" y="3231953"/>
                </a:lnTo>
                <a:lnTo>
                  <a:pt x="1732210" y="3241053"/>
                </a:lnTo>
                <a:lnTo>
                  <a:pt x="1737489" y="3244125"/>
                </a:lnTo>
                <a:lnTo>
                  <a:pt x="1744451" y="3245357"/>
                </a:lnTo>
                <a:lnTo>
                  <a:pt x="1745800" y="3240553"/>
                </a:lnTo>
                <a:lnTo>
                  <a:pt x="1744401" y="3231809"/>
                </a:lnTo>
                <a:lnTo>
                  <a:pt x="1753959" y="3228073"/>
                </a:lnTo>
                <a:lnTo>
                  <a:pt x="1763183" y="3228333"/>
                </a:lnTo>
                <a:lnTo>
                  <a:pt x="1757177" y="3238145"/>
                </a:lnTo>
                <a:lnTo>
                  <a:pt x="1755953" y="3264378"/>
                </a:lnTo>
                <a:lnTo>
                  <a:pt x="1760237" y="3285719"/>
                </a:lnTo>
                <a:lnTo>
                  <a:pt x="1763953" y="3287429"/>
                </a:lnTo>
                <a:lnTo>
                  <a:pt x="1768008" y="3285719"/>
                </a:lnTo>
                <a:lnTo>
                  <a:pt x="1773560" y="3274593"/>
                </a:lnTo>
                <a:lnTo>
                  <a:pt x="1777926" y="3269934"/>
                </a:lnTo>
                <a:lnTo>
                  <a:pt x="1783844" y="3266800"/>
                </a:lnTo>
                <a:lnTo>
                  <a:pt x="1776363" y="3279396"/>
                </a:lnTo>
                <a:lnTo>
                  <a:pt x="1769265" y="3294422"/>
                </a:lnTo>
                <a:lnTo>
                  <a:pt x="1772336" y="3297569"/>
                </a:lnTo>
                <a:lnTo>
                  <a:pt x="1779603" y="3302119"/>
                </a:lnTo>
                <a:lnTo>
                  <a:pt x="1785767" y="3342605"/>
                </a:lnTo>
                <a:lnTo>
                  <a:pt x="1796510" y="3365437"/>
                </a:lnTo>
                <a:lnTo>
                  <a:pt x="1812985" y="3378273"/>
                </a:lnTo>
                <a:lnTo>
                  <a:pt x="1835739" y="3386751"/>
                </a:lnTo>
                <a:lnTo>
                  <a:pt x="1837963" y="3400654"/>
                </a:lnTo>
                <a:lnTo>
                  <a:pt x="1851160" y="3421454"/>
                </a:lnTo>
                <a:lnTo>
                  <a:pt x="1863897" y="3451745"/>
                </a:lnTo>
                <a:lnTo>
                  <a:pt x="1870220" y="3455823"/>
                </a:lnTo>
                <a:lnTo>
                  <a:pt x="1878777" y="3459531"/>
                </a:lnTo>
                <a:lnTo>
                  <a:pt x="1883247" y="3466182"/>
                </a:lnTo>
                <a:lnTo>
                  <a:pt x="1880455" y="3471772"/>
                </a:lnTo>
                <a:lnTo>
                  <a:pt x="1865652" y="3458484"/>
                </a:lnTo>
                <a:lnTo>
                  <a:pt x="1861357" y="3459812"/>
                </a:lnTo>
                <a:lnTo>
                  <a:pt x="1858821" y="3465511"/>
                </a:lnTo>
                <a:lnTo>
                  <a:pt x="1857848" y="3471183"/>
                </a:lnTo>
                <a:lnTo>
                  <a:pt x="1864214" y="3483862"/>
                </a:lnTo>
                <a:lnTo>
                  <a:pt x="1875242" y="3484532"/>
                </a:lnTo>
                <a:lnTo>
                  <a:pt x="1892001" y="3478518"/>
                </a:lnTo>
                <a:lnTo>
                  <a:pt x="1906066" y="3481296"/>
                </a:lnTo>
                <a:lnTo>
                  <a:pt x="1926088" y="3470636"/>
                </a:lnTo>
                <a:lnTo>
                  <a:pt x="1934252" y="3470999"/>
                </a:lnTo>
                <a:lnTo>
                  <a:pt x="1947427" y="3456787"/>
                </a:lnTo>
                <a:lnTo>
                  <a:pt x="1951815" y="3443356"/>
                </a:lnTo>
                <a:lnTo>
                  <a:pt x="1954825" y="3416528"/>
                </a:lnTo>
                <a:lnTo>
                  <a:pt x="1963973" y="3399265"/>
                </a:lnTo>
                <a:lnTo>
                  <a:pt x="1970705" y="3380127"/>
                </a:lnTo>
                <a:lnTo>
                  <a:pt x="1972497" y="3380729"/>
                </a:lnTo>
                <a:lnTo>
                  <a:pt x="1973241" y="3385129"/>
                </a:lnTo>
                <a:lnTo>
                  <a:pt x="1974350" y="3386408"/>
                </a:lnTo>
                <a:lnTo>
                  <a:pt x="1976115" y="3344637"/>
                </a:lnTo>
                <a:lnTo>
                  <a:pt x="1983869" y="3283399"/>
                </a:lnTo>
                <a:lnTo>
                  <a:pt x="1982891" y="3249893"/>
                </a:lnTo>
                <a:lnTo>
                  <a:pt x="1978568" y="3223797"/>
                </a:lnTo>
                <a:lnTo>
                  <a:pt x="1974415" y="3211317"/>
                </a:lnTo>
                <a:lnTo>
                  <a:pt x="1963186" y="3193937"/>
                </a:lnTo>
                <a:lnTo>
                  <a:pt x="1915738" y="3057470"/>
                </a:lnTo>
                <a:lnTo>
                  <a:pt x="1911678" y="3044682"/>
                </a:lnTo>
                <a:lnTo>
                  <a:pt x="1904711" y="3029430"/>
                </a:lnTo>
                <a:lnTo>
                  <a:pt x="1900394" y="3004258"/>
                </a:lnTo>
                <a:lnTo>
                  <a:pt x="1896903" y="2993755"/>
                </a:lnTo>
                <a:lnTo>
                  <a:pt x="1894690" y="2976650"/>
                </a:lnTo>
                <a:lnTo>
                  <a:pt x="1897990" y="2976472"/>
                </a:lnTo>
                <a:lnTo>
                  <a:pt x="1902209" y="2980180"/>
                </a:lnTo>
                <a:lnTo>
                  <a:pt x="1901214" y="2987118"/>
                </a:lnTo>
                <a:lnTo>
                  <a:pt x="1902777" y="2994145"/>
                </a:lnTo>
                <a:lnTo>
                  <a:pt x="1910126" y="2998613"/>
                </a:lnTo>
                <a:lnTo>
                  <a:pt x="1911443" y="3001754"/>
                </a:lnTo>
                <a:lnTo>
                  <a:pt x="1906902" y="3010484"/>
                </a:lnTo>
                <a:lnTo>
                  <a:pt x="1906602" y="3017956"/>
                </a:lnTo>
                <a:lnTo>
                  <a:pt x="1910881" y="3034480"/>
                </a:lnTo>
                <a:lnTo>
                  <a:pt x="1914017" y="3030286"/>
                </a:lnTo>
                <a:lnTo>
                  <a:pt x="1915312" y="3019455"/>
                </a:lnTo>
                <a:lnTo>
                  <a:pt x="1917667" y="3010231"/>
                </a:lnTo>
                <a:lnTo>
                  <a:pt x="1920569" y="3009547"/>
                </a:lnTo>
                <a:lnTo>
                  <a:pt x="1918788" y="3037928"/>
                </a:lnTo>
                <a:lnTo>
                  <a:pt x="1920225" y="3057935"/>
                </a:lnTo>
                <a:lnTo>
                  <a:pt x="1932585" y="3092002"/>
                </a:lnTo>
                <a:lnTo>
                  <a:pt x="1937361" y="3096737"/>
                </a:lnTo>
                <a:lnTo>
                  <a:pt x="1928826" y="3073002"/>
                </a:lnTo>
                <a:lnTo>
                  <a:pt x="1924383" y="3057477"/>
                </a:lnTo>
                <a:lnTo>
                  <a:pt x="1923028" y="3044764"/>
                </a:lnTo>
                <a:lnTo>
                  <a:pt x="1923454" y="3031716"/>
                </a:lnTo>
                <a:lnTo>
                  <a:pt x="1924946" y="3023060"/>
                </a:lnTo>
                <a:lnTo>
                  <a:pt x="1929837" y="3014706"/>
                </a:lnTo>
                <a:lnTo>
                  <a:pt x="1925339" y="3004853"/>
                </a:lnTo>
                <a:lnTo>
                  <a:pt x="1887772" y="2935706"/>
                </a:lnTo>
                <a:lnTo>
                  <a:pt x="1864881" y="2878656"/>
                </a:lnTo>
                <a:lnTo>
                  <a:pt x="1848657" y="2831458"/>
                </a:lnTo>
                <a:lnTo>
                  <a:pt x="1838854" y="2782776"/>
                </a:lnTo>
                <a:lnTo>
                  <a:pt x="1833411" y="2764733"/>
                </a:lnTo>
                <a:lnTo>
                  <a:pt x="1825417" y="2712774"/>
                </a:lnTo>
                <a:lnTo>
                  <a:pt x="1820182" y="2700068"/>
                </a:lnTo>
                <a:lnTo>
                  <a:pt x="1818811" y="2690208"/>
                </a:lnTo>
                <a:lnTo>
                  <a:pt x="1818341" y="2679999"/>
                </a:lnTo>
                <a:lnTo>
                  <a:pt x="1820559" y="2674519"/>
                </a:lnTo>
                <a:lnTo>
                  <a:pt x="1823827" y="2661170"/>
                </a:lnTo>
                <a:lnTo>
                  <a:pt x="1825860" y="2650065"/>
                </a:lnTo>
                <a:lnTo>
                  <a:pt x="1825062" y="2644632"/>
                </a:lnTo>
                <a:lnTo>
                  <a:pt x="1827144" y="2634451"/>
                </a:lnTo>
                <a:lnTo>
                  <a:pt x="1830406" y="2637290"/>
                </a:lnTo>
                <a:lnTo>
                  <a:pt x="1835745" y="2638351"/>
                </a:lnTo>
                <a:lnTo>
                  <a:pt x="1844297" y="2625453"/>
                </a:lnTo>
                <a:lnTo>
                  <a:pt x="1839745" y="2618468"/>
                </a:lnTo>
                <a:lnTo>
                  <a:pt x="1834308" y="2615867"/>
                </a:lnTo>
                <a:lnTo>
                  <a:pt x="1833947" y="2612932"/>
                </a:lnTo>
                <a:lnTo>
                  <a:pt x="1843570" y="2610421"/>
                </a:lnTo>
                <a:lnTo>
                  <a:pt x="1847717" y="2601335"/>
                </a:lnTo>
                <a:lnTo>
                  <a:pt x="1852083" y="2596278"/>
                </a:lnTo>
                <a:lnTo>
                  <a:pt x="1856947" y="2587986"/>
                </a:lnTo>
                <a:lnTo>
                  <a:pt x="1854679" y="2586918"/>
                </a:lnTo>
                <a:lnTo>
                  <a:pt x="1851581" y="2588382"/>
                </a:lnTo>
                <a:lnTo>
                  <a:pt x="1847553" y="2586918"/>
                </a:lnTo>
                <a:lnTo>
                  <a:pt x="1849455" y="2581958"/>
                </a:lnTo>
                <a:lnTo>
                  <a:pt x="1857564" y="2576915"/>
                </a:lnTo>
                <a:lnTo>
                  <a:pt x="1858056" y="2571893"/>
                </a:lnTo>
                <a:lnTo>
                  <a:pt x="1855701" y="2568978"/>
                </a:lnTo>
                <a:lnTo>
                  <a:pt x="1854433" y="2563757"/>
                </a:lnTo>
                <a:lnTo>
                  <a:pt x="1858439" y="2558222"/>
                </a:lnTo>
                <a:lnTo>
                  <a:pt x="1865570" y="2556867"/>
                </a:lnTo>
                <a:lnTo>
                  <a:pt x="1869182" y="2552016"/>
                </a:lnTo>
                <a:lnTo>
                  <a:pt x="1869302" y="2548444"/>
                </a:lnTo>
                <a:lnTo>
                  <a:pt x="1865892" y="2544599"/>
                </a:lnTo>
                <a:lnTo>
                  <a:pt x="1863903" y="2539317"/>
                </a:lnTo>
                <a:lnTo>
                  <a:pt x="1867307" y="2537148"/>
                </a:lnTo>
                <a:lnTo>
                  <a:pt x="1871482" y="2537435"/>
                </a:lnTo>
                <a:lnTo>
                  <a:pt x="1885149" y="2530025"/>
                </a:lnTo>
                <a:lnTo>
                  <a:pt x="1890864" y="2518161"/>
                </a:lnTo>
                <a:lnTo>
                  <a:pt x="1889777" y="2512694"/>
                </a:lnTo>
                <a:lnTo>
                  <a:pt x="1893455" y="2506344"/>
                </a:lnTo>
                <a:lnTo>
                  <a:pt x="1899990" y="2504675"/>
                </a:lnTo>
                <a:lnTo>
                  <a:pt x="1903662" y="2502383"/>
                </a:lnTo>
                <a:lnTo>
                  <a:pt x="1910799" y="2492078"/>
                </a:lnTo>
                <a:lnTo>
                  <a:pt x="1909924" y="2487850"/>
                </a:lnTo>
                <a:lnTo>
                  <a:pt x="1906367" y="2485127"/>
                </a:lnTo>
                <a:lnTo>
                  <a:pt x="1902842" y="2480501"/>
                </a:lnTo>
                <a:lnTo>
                  <a:pt x="1899198" y="2471388"/>
                </a:lnTo>
                <a:lnTo>
                  <a:pt x="1898679" y="2459523"/>
                </a:lnTo>
                <a:lnTo>
                  <a:pt x="1909110" y="2475076"/>
                </a:lnTo>
                <a:lnTo>
                  <a:pt x="1912050" y="2473454"/>
                </a:lnTo>
                <a:lnTo>
                  <a:pt x="1912640" y="2468904"/>
                </a:lnTo>
                <a:lnTo>
                  <a:pt x="1916061" y="2466824"/>
                </a:lnTo>
                <a:lnTo>
                  <a:pt x="1918454" y="2476588"/>
                </a:lnTo>
                <a:lnTo>
                  <a:pt x="1920427" y="2481275"/>
                </a:lnTo>
                <a:lnTo>
                  <a:pt x="1923656" y="2482048"/>
                </a:lnTo>
                <a:lnTo>
                  <a:pt x="1931012" y="2476848"/>
                </a:lnTo>
                <a:lnTo>
                  <a:pt x="1934132" y="2473009"/>
                </a:lnTo>
                <a:lnTo>
                  <a:pt x="1935416" y="2463068"/>
                </a:lnTo>
                <a:lnTo>
                  <a:pt x="1929175" y="2455692"/>
                </a:lnTo>
                <a:lnTo>
                  <a:pt x="1917520" y="2450601"/>
                </a:lnTo>
                <a:lnTo>
                  <a:pt x="1924454" y="2447522"/>
                </a:lnTo>
                <a:lnTo>
                  <a:pt x="1936902" y="2449253"/>
                </a:lnTo>
                <a:lnTo>
                  <a:pt x="1947886" y="2452141"/>
                </a:lnTo>
                <a:lnTo>
                  <a:pt x="1958459" y="2447009"/>
                </a:lnTo>
                <a:lnTo>
                  <a:pt x="1962787" y="2441521"/>
                </a:lnTo>
                <a:lnTo>
                  <a:pt x="1968312" y="2439229"/>
                </a:lnTo>
                <a:lnTo>
                  <a:pt x="1974776" y="2439756"/>
                </a:lnTo>
                <a:lnTo>
                  <a:pt x="1986055" y="2435439"/>
                </a:lnTo>
                <a:lnTo>
                  <a:pt x="1995126" y="2428822"/>
                </a:lnTo>
                <a:lnTo>
                  <a:pt x="2000393" y="2420194"/>
                </a:lnTo>
                <a:lnTo>
                  <a:pt x="1995978" y="2408795"/>
                </a:lnTo>
                <a:lnTo>
                  <a:pt x="2010317" y="2411970"/>
                </a:lnTo>
                <a:lnTo>
                  <a:pt x="2018147" y="2406729"/>
                </a:lnTo>
                <a:lnTo>
                  <a:pt x="2031584" y="2394892"/>
                </a:lnTo>
                <a:lnTo>
                  <a:pt x="2034699" y="2382056"/>
                </a:lnTo>
                <a:lnTo>
                  <a:pt x="2044595" y="2378354"/>
                </a:lnTo>
                <a:lnTo>
                  <a:pt x="2053409" y="2376220"/>
                </a:lnTo>
                <a:lnTo>
                  <a:pt x="2069513" y="2363206"/>
                </a:lnTo>
                <a:lnTo>
                  <a:pt x="2074748" y="2356233"/>
                </a:lnTo>
                <a:lnTo>
                  <a:pt x="2068917" y="2337978"/>
                </a:lnTo>
                <a:lnTo>
                  <a:pt x="2075059" y="2325444"/>
                </a:lnTo>
                <a:lnTo>
                  <a:pt x="2074961" y="2331287"/>
                </a:lnTo>
                <a:lnTo>
                  <a:pt x="2073726" y="2338437"/>
                </a:lnTo>
                <a:lnTo>
                  <a:pt x="2078715" y="2347968"/>
                </a:lnTo>
                <a:lnTo>
                  <a:pt x="2084939" y="2325300"/>
                </a:lnTo>
                <a:lnTo>
                  <a:pt x="2109321" y="2289878"/>
                </a:lnTo>
                <a:lnTo>
                  <a:pt x="2118146" y="2280716"/>
                </a:lnTo>
                <a:lnTo>
                  <a:pt x="2147665" y="2259813"/>
                </a:lnTo>
                <a:lnTo>
                  <a:pt x="2149168" y="2259334"/>
                </a:lnTo>
                <a:lnTo>
                  <a:pt x="2166894" y="2253600"/>
                </a:lnTo>
                <a:lnTo>
                  <a:pt x="2210823" y="2254408"/>
                </a:lnTo>
                <a:lnTo>
                  <a:pt x="2215610" y="2242975"/>
                </a:lnTo>
                <a:lnTo>
                  <a:pt x="2217544" y="2218370"/>
                </a:lnTo>
                <a:lnTo>
                  <a:pt x="2220593" y="2231801"/>
                </a:lnTo>
                <a:lnTo>
                  <a:pt x="2219828" y="2243529"/>
                </a:lnTo>
                <a:lnTo>
                  <a:pt x="2220391" y="2250494"/>
                </a:lnTo>
                <a:lnTo>
                  <a:pt x="2224844" y="2235024"/>
                </a:lnTo>
                <a:lnTo>
                  <a:pt x="2227888" y="2221148"/>
                </a:lnTo>
                <a:lnTo>
                  <a:pt x="2240210" y="2202120"/>
                </a:lnTo>
                <a:lnTo>
                  <a:pt x="2246227" y="2195531"/>
                </a:lnTo>
                <a:lnTo>
                  <a:pt x="2251522" y="2191952"/>
                </a:lnTo>
                <a:lnTo>
                  <a:pt x="2266292" y="2178802"/>
                </a:lnTo>
                <a:lnTo>
                  <a:pt x="2281724" y="2168258"/>
                </a:lnTo>
                <a:lnTo>
                  <a:pt x="2279232" y="2164310"/>
                </a:lnTo>
                <a:lnTo>
                  <a:pt x="2278013" y="2159076"/>
                </a:lnTo>
                <a:lnTo>
                  <a:pt x="2278090" y="2139644"/>
                </a:lnTo>
                <a:lnTo>
                  <a:pt x="2281199" y="2144748"/>
                </a:lnTo>
                <a:lnTo>
                  <a:pt x="2284117" y="2155134"/>
                </a:lnTo>
                <a:lnTo>
                  <a:pt x="2291073" y="2157563"/>
                </a:lnTo>
                <a:lnTo>
                  <a:pt x="2296051" y="2155784"/>
                </a:lnTo>
                <a:lnTo>
                  <a:pt x="2309242" y="2142853"/>
                </a:lnTo>
                <a:lnTo>
                  <a:pt x="2318685" y="2144331"/>
                </a:lnTo>
                <a:lnTo>
                  <a:pt x="2335876" y="2143756"/>
                </a:lnTo>
                <a:lnTo>
                  <a:pt x="2346980" y="2143380"/>
                </a:lnTo>
                <a:lnTo>
                  <a:pt x="2354083" y="2142983"/>
                </a:lnTo>
                <a:lnTo>
                  <a:pt x="2357007" y="2136654"/>
                </a:lnTo>
                <a:lnTo>
                  <a:pt x="2366974" y="2134163"/>
                </a:lnTo>
                <a:lnTo>
                  <a:pt x="2378291" y="2133137"/>
                </a:lnTo>
                <a:lnTo>
                  <a:pt x="2386919" y="2123934"/>
                </a:lnTo>
                <a:lnTo>
                  <a:pt x="2395602" y="2110818"/>
                </a:lnTo>
                <a:lnTo>
                  <a:pt x="2385023" y="2103414"/>
                </a:lnTo>
                <a:lnTo>
                  <a:pt x="2352767" y="2110195"/>
                </a:lnTo>
                <a:lnTo>
                  <a:pt x="2335570" y="2106090"/>
                </a:lnTo>
                <a:lnTo>
                  <a:pt x="2327029" y="2098392"/>
                </a:lnTo>
                <a:lnTo>
                  <a:pt x="2316363" y="2080253"/>
                </a:lnTo>
                <a:lnTo>
                  <a:pt x="2339778" y="2101225"/>
                </a:lnTo>
                <a:lnTo>
                  <a:pt x="2348941" y="2103277"/>
                </a:lnTo>
                <a:lnTo>
                  <a:pt x="2365854" y="2091646"/>
                </a:lnTo>
                <a:lnTo>
                  <a:pt x="2367493" y="2087328"/>
                </a:lnTo>
                <a:lnTo>
                  <a:pt x="2368149" y="2080486"/>
                </a:lnTo>
                <a:lnTo>
                  <a:pt x="2372799" y="2071769"/>
                </a:lnTo>
                <a:lnTo>
                  <a:pt x="2378733" y="2064031"/>
                </a:lnTo>
                <a:lnTo>
                  <a:pt x="2374275" y="2059097"/>
                </a:lnTo>
                <a:lnTo>
                  <a:pt x="2369499" y="2055724"/>
                </a:lnTo>
                <a:lnTo>
                  <a:pt x="2327084" y="2037688"/>
                </a:lnTo>
                <a:lnTo>
                  <a:pt x="2319751" y="2028020"/>
                </a:lnTo>
                <a:lnTo>
                  <a:pt x="2336843" y="2037031"/>
                </a:lnTo>
                <a:lnTo>
                  <a:pt x="2353165" y="2041458"/>
                </a:lnTo>
                <a:lnTo>
                  <a:pt x="2365171" y="2038413"/>
                </a:lnTo>
                <a:lnTo>
                  <a:pt x="2367755" y="2027698"/>
                </a:lnTo>
                <a:lnTo>
                  <a:pt x="2371542" y="2027329"/>
                </a:lnTo>
                <a:lnTo>
                  <a:pt x="2376548" y="2030675"/>
                </a:lnTo>
                <a:lnTo>
                  <a:pt x="2378433" y="2040760"/>
                </a:lnTo>
                <a:lnTo>
                  <a:pt x="2381356" y="2046289"/>
                </a:lnTo>
                <a:lnTo>
                  <a:pt x="2386154" y="2044783"/>
                </a:lnTo>
                <a:lnTo>
                  <a:pt x="2392466" y="2045693"/>
                </a:lnTo>
                <a:lnTo>
                  <a:pt x="2405334" y="2050209"/>
                </a:lnTo>
                <a:lnTo>
                  <a:pt x="2416684" y="2052296"/>
                </a:lnTo>
                <a:lnTo>
                  <a:pt x="2424553" y="2048636"/>
                </a:lnTo>
                <a:lnTo>
                  <a:pt x="2439946" y="2030682"/>
                </a:lnTo>
                <a:lnTo>
                  <a:pt x="2461438" y="2011264"/>
                </a:lnTo>
                <a:lnTo>
                  <a:pt x="2464705" y="1994658"/>
                </a:lnTo>
                <a:lnTo>
                  <a:pt x="2463126" y="1983758"/>
                </a:lnTo>
                <a:lnTo>
                  <a:pt x="2461629" y="1975821"/>
                </a:lnTo>
                <a:lnTo>
                  <a:pt x="2457175" y="1967993"/>
                </a:lnTo>
                <a:lnTo>
                  <a:pt x="2452487" y="1967378"/>
                </a:lnTo>
                <a:lnTo>
                  <a:pt x="2438498" y="1976375"/>
                </a:lnTo>
                <a:lnTo>
                  <a:pt x="2436006" y="2000727"/>
                </a:lnTo>
                <a:lnTo>
                  <a:pt x="2431023" y="2005071"/>
                </a:lnTo>
                <a:lnTo>
                  <a:pt x="2426782" y="2005160"/>
                </a:lnTo>
                <a:lnTo>
                  <a:pt x="2427667" y="1991565"/>
                </a:lnTo>
                <a:lnTo>
                  <a:pt x="2429416" y="1978797"/>
                </a:lnTo>
                <a:lnTo>
                  <a:pt x="2428329" y="1965954"/>
                </a:lnTo>
                <a:lnTo>
                  <a:pt x="2413023" y="1963026"/>
                </a:lnTo>
                <a:lnTo>
                  <a:pt x="2406640" y="1966406"/>
                </a:lnTo>
                <a:lnTo>
                  <a:pt x="2396039" y="1968397"/>
                </a:lnTo>
                <a:lnTo>
                  <a:pt x="2379788" y="1967952"/>
                </a:lnTo>
                <a:lnTo>
                  <a:pt x="2367745" y="1969690"/>
                </a:lnTo>
                <a:lnTo>
                  <a:pt x="2354865" y="1967733"/>
                </a:lnTo>
                <a:lnTo>
                  <a:pt x="2355701" y="1957101"/>
                </a:lnTo>
                <a:lnTo>
                  <a:pt x="2353318" y="1943115"/>
                </a:lnTo>
                <a:lnTo>
                  <a:pt x="2354034" y="1929684"/>
                </a:lnTo>
                <a:lnTo>
                  <a:pt x="2355827" y="1941042"/>
                </a:lnTo>
                <a:lnTo>
                  <a:pt x="2360160" y="1951244"/>
                </a:lnTo>
                <a:lnTo>
                  <a:pt x="2373537" y="1959646"/>
                </a:lnTo>
                <a:lnTo>
                  <a:pt x="2382553" y="1957846"/>
                </a:lnTo>
                <a:lnTo>
                  <a:pt x="2388651" y="1952270"/>
                </a:lnTo>
                <a:lnTo>
                  <a:pt x="2393198" y="1943081"/>
                </a:lnTo>
                <a:lnTo>
                  <a:pt x="2400192" y="1942431"/>
                </a:lnTo>
                <a:lnTo>
                  <a:pt x="2410689" y="1945537"/>
                </a:lnTo>
                <a:lnTo>
                  <a:pt x="2405853" y="1935185"/>
                </a:lnTo>
                <a:lnTo>
                  <a:pt x="2411318" y="1938408"/>
                </a:lnTo>
                <a:lnTo>
                  <a:pt x="2419351" y="1941370"/>
                </a:lnTo>
                <a:lnTo>
                  <a:pt x="2420351" y="1931655"/>
                </a:lnTo>
                <a:lnTo>
                  <a:pt x="2419591" y="1922657"/>
                </a:lnTo>
                <a:lnTo>
                  <a:pt x="2430012" y="1928931"/>
                </a:lnTo>
                <a:lnTo>
                  <a:pt x="2441711" y="1932510"/>
                </a:lnTo>
                <a:lnTo>
                  <a:pt x="2449230" y="1937176"/>
                </a:lnTo>
                <a:lnTo>
                  <a:pt x="2456274" y="1945982"/>
                </a:lnTo>
                <a:lnTo>
                  <a:pt x="2451066" y="1924258"/>
                </a:lnTo>
                <a:lnTo>
                  <a:pt x="2444547" y="1908124"/>
                </a:lnTo>
                <a:lnTo>
                  <a:pt x="2438547" y="1901658"/>
                </a:lnTo>
                <a:lnTo>
                  <a:pt x="2436946" y="1895405"/>
                </a:lnTo>
                <a:lnTo>
                  <a:pt x="2439891" y="1884532"/>
                </a:lnTo>
                <a:lnTo>
                  <a:pt x="2440640" y="1881775"/>
                </a:lnTo>
                <a:lnTo>
                  <a:pt x="2439110" y="1877724"/>
                </a:lnTo>
                <a:lnTo>
                  <a:pt x="2440017" y="1872449"/>
                </a:lnTo>
                <a:lnTo>
                  <a:pt x="2442126" y="1869438"/>
                </a:lnTo>
                <a:lnTo>
                  <a:pt x="2445328" y="1873140"/>
                </a:lnTo>
                <a:lnTo>
                  <a:pt x="2448050" y="1882411"/>
                </a:lnTo>
                <a:lnTo>
                  <a:pt x="2448552" y="1884656"/>
                </a:lnTo>
                <a:lnTo>
                  <a:pt x="2457427" y="1923813"/>
                </a:lnTo>
                <a:lnTo>
                  <a:pt x="2466552" y="1947262"/>
                </a:lnTo>
                <a:lnTo>
                  <a:pt x="2483088" y="1979735"/>
                </a:lnTo>
                <a:lnTo>
                  <a:pt x="2488268" y="1987145"/>
                </a:lnTo>
                <a:lnTo>
                  <a:pt x="2485525" y="1978702"/>
                </a:lnTo>
                <a:lnTo>
                  <a:pt x="2463235" y="1929670"/>
                </a:lnTo>
                <a:lnTo>
                  <a:pt x="2452093" y="1884642"/>
                </a:lnTo>
                <a:lnTo>
                  <a:pt x="2448399" y="1869726"/>
                </a:lnTo>
                <a:lnTo>
                  <a:pt x="2442678" y="1854522"/>
                </a:lnTo>
                <a:lnTo>
                  <a:pt x="2439902" y="1841009"/>
                </a:lnTo>
                <a:lnTo>
                  <a:pt x="2436203" y="1833907"/>
                </a:lnTo>
                <a:lnTo>
                  <a:pt x="2420023" y="1831389"/>
                </a:lnTo>
                <a:lnTo>
                  <a:pt x="2408804" y="1828303"/>
                </a:lnTo>
                <a:lnTo>
                  <a:pt x="2391422" y="1837102"/>
                </a:lnTo>
                <a:lnTo>
                  <a:pt x="2381542" y="1836096"/>
                </a:lnTo>
                <a:lnTo>
                  <a:pt x="2379662" y="1827126"/>
                </a:lnTo>
                <a:lnTo>
                  <a:pt x="2365193" y="1815022"/>
                </a:lnTo>
                <a:lnTo>
                  <a:pt x="2360947" y="1797431"/>
                </a:lnTo>
                <a:lnTo>
                  <a:pt x="2350477" y="1795864"/>
                </a:lnTo>
                <a:lnTo>
                  <a:pt x="2332597" y="1790137"/>
                </a:lnTo>
                <a:lnTo>
                  <a:pt x="2324007" y="1783685"/>
                </a:lnTo>
                <a:lnTo>
                  <a:pt x="2302270" y="1780230"/>
                </a:lnTo>
                <a:lnTo>
                  <a:pt x="2298816" y="1778355"/>
                </a:lnTo>
                <a:lnTo>
                  <a:pt x="2296150" y="1775536"/>
                </a:lnTo>
                <a:lnTo>
                  <a:pt x="2323444" y="1777151"/>
                </a:lnTo>
                <a:lnTo>
                  <a:pt x="2357406" y="1791164"/>
                </a:lnTo>
                <a:lnTo>
                  <a:pt x="2365531" y="1790596"/>
                </a:lnTo>
                <a:lnTo>
                  <a:pt x="2368734" y="1801646"/>
                </a:lnTo>
                <a:lnTo>
                  <a:pt x="2379417" y="1811533"/>
                </a:lnTo>
                <a:lnTo>
                  <a:pt x="2384433" y="1817356"/>
                </a:lnTo>
                <a:lnTo>
                  <a:pt x="2391274" y="1822884"/>
                </a:lnTo>
                <a:lnTo>
                  <a:pt x="2398280" y="1819826"/>
                </a:lnTo>
                <a:lnTo>
                  <a:pt x="2404433" y="1814283"/>
                </a:lnTo>
                <a:lnTo>
                  <a:pt x="2402476" y="1806128"/>
                </a:lnTo>
                <a:lnTo>
                  <a:pt x="2399547" y="1800750"/>
                </a:lnTo>
                <a:lnTo>
                  <a:pt x="2391247" y="1791862"/>
                </a:lnTo>
                <a:lnTo>
                  <a:pt x="2380477" y="1787072"/>
                </a:lnTo>
                <a:lnTo>
                  <a:pt x="2367772" y="1776467"/>
                </a:lnTo>
                <a:lnTo>
                  <a:pt x="2353537" y="1758780"/>
                </a:lnTo>
                <a:lnTo>
                  <a:pt x="2351548" y="1754517"/>
                </a:lnTo>
                <a:lnTo>
                  <a:pt x="2351340" y="1750843"/>
                </a:lnTo>
                <a:lnTo>
                  <a:pt x="2375887" y="1778314"/>
                </a:lnTo>
                <a:lnTo>
                  <a:pt x="2385340" y="1783336"/>
                </a:lnTo>
                <a:lnTo>
                  <a:pt x="2392138" y="1779635"/>
                </a:lnTo>
                <a:lnTo>
                  <a:pt x="2390761" y="1775153"/>
                </a:lnTo>
                <a:lnTo>
                  <a:pt x="2391263" y="1767558"/>
                </a:lnTo>
                <a:lnTo>
                  <a:pt x="2406651" y="1771636"/>
                </a:lnTo>
                <a:lnTo>
                  <a:pt x="2407668" y="1761325"/>
                </a:lnTo>
                <a:lnTo>
                  <a:pt x="2406083" y="1752280"/>
                </a:lnTo>
                <a:lnTo>
                  <a:pt x="2394996" y="1747360"/>
                </a:lnTo>
                <a:lnTo>
                  <a:pt x="2401941" y="1741585"/>
                </a:lnTo>
                <a:lnTo>
                  <a:pt x="2381963" y="1733546"/>
                </a:lnTo>
                <a:lnTo>
                  <a:pt x="2374646" y="1727901"/>
                </a:lnTo>
                <a:lnTo>
                  <a:pt x="2366772" y="1715858"/>
                </a:lnTo>
                <a:lnTo>
                  <a:pt x="2356073" y="1708140"/>
                </a:lnTo>
                <a:lnTo>
                  <a:pt x="2341105" y="1689913"/>
                </a:lnTo>
                <a:lnTo>
                  <a:pt x="2332608" y="1676913"/>
                </a:lnTo>
                <a:lnTo>
                  <a:pt x="2311794" y="1658322"/>
                </a:lnTo>
                <a:lnTo>
                  <a:pt x="2316319" y="1658110"/>
                </a:lnTo>
                <a:lnTo>
                  <a:pt x="2330942" y="1668162"/>
                </a:lnTo>
                <a:lnTo>
                  <a:pt x="2343406" y="1686930"/>
                </a:lnTo>
                <a:lnTo>
                  <a:pt x="2347417" y="1690228"/>
                </a:lnTo>
                <a:lnTo>
                  <a:pt x="2381023" y="1726067"/>
                </a:lnTo>
                <a:lnTo>
                  <a:pt x="2387274" y="1727723"/>
                </a:lnTo>
                <a:lnTo>
                  <a:pt x="2397624" y="1726984"/>
                </a:lnTo>
                <a:lnTo>
                  <a:pt x="2401935" y="1720552"/>
                </a:lnTo>
                <a:lnTo>
                  <a:pt x="2403323" y="1710357"/>
                </a:lnTo>
                <a:lnTo>
                  <a:pt x="2406837" y="1702824"/>
                </a:lnTo>
                <a:lnTo>
                  <a:pt x="2406564" y="1696454"/>
                </a:lnTo>
                <a:lnTo>
                  <a:pt x="2396416" y="1686690"/>
                </a:lnTo>
                <a:lnTo>
                  <a:pt x="2383340" y="1679971"/>
                </a:lnTo>
                <a:lnTo>
                  <a:pt x="2374641" y="1668298"/>
                </a:lnTo>
                <a:lnTo>
                  <a:pt x="2363969" y="1662770"/>
                </a:lnTo>
                <a:lnTo>
                  <a:pt x="2334707" y="1653923"/>
                </a:lnTo>
                <a:lnTo>
                  <a:pt x="2318991" y="1631556"/>
                </a:lnTo>
                <a:lnTo>
                  <a:pt x="2311925" y="1629674"/>
                </a:lnTo>
                <a:lnTo>
                  <a:pt x="2298270" y="1633889"/>
                </a:lnTo>
                <a:lnTo>
                  <a:pt x="2293647" y="1632247"/>
                </a:lnTo>
                <a:lnTo>
                  <a:pt x="2289122" y="1625959"/>
                </a:lnTo>
                <a:lnTo>
                  <a:pt x="2292467" y="1607382"/>
                </a:lnTo>
                <a:lnTo>
                  <a:pt x="2295084" y="1597461"/>
                </a:lnTo>
                <a:lnTo>
                  <a:pt x="2305800" y="1586733"/>
                </a:lnTo>
                <a:lnTo>
                  <a:pt x="2313942" y="1580711"/>
                </a:lnTo>
                <a:lnTo>
                  <a:pt x="2319122" y="1572829"/>
                </a:lnTo>
                <a:lnTo>
                  <a:pt x="2320827" y="1556928"/>
                </a:lnTo>
                <a:lnTo>
                  <a:pt x="2322193" y="1572555"/>
                </a:lnTo>
                <a:lnTo>
                  <a:pt x="2318193" y="1582634"/>
                </a:lnTo>
                <a:lnTo>
                  <a:pt x="2309128" y="1590441"/>
                </a:lnTo>
                <a:lnTo>
                  <a:pt x="2299505" y="1605733"/>
                </a:lnTo>
                <a:lnTo>
                  <a:pt x="2297188" y="1612199"/>
                </a:lnTo>
                <a:lnTo>
                  <a:pt x="2298204" y="1624406"/>
                </a:lnTo>
                <a:lnTo>
                  <a:pt x="2306778" y="1625890"/>
                </a:lnTo>
                <a:lnTo>
                  <a:pt x="2315641" y="1619637"/>
                </a:lnTo>
                <a:lnTo>
                  <a:pt x="2324095" y="1619144"/>
                </a:lnTo>
                <a:lnTo>
                  <a:pt x="2325526" y="1626342"/>
                </a:lnTo>
                <a:lnTo>
                  <a:pt x="2329794" y="1632911"/>
                </a:lnTo>
                <a:lnTo>
                  <a:pt x="2336565" y="1640608"/>
                </a:lnTo>
                <a:lnTo>
                  <a:pt x="2339024" y="1634293"/>
                </a:lnTo>
                <a:lnTo>
                  <a:pt x="2338985" y="1626848"/>
                </a:lnTo>
                <a:lnTo>
                  <a:pt x="2350062" y="1644693"/>
                </a:lnTo>
                <a:lnTo>
                  <a:pt x="2369706" y="1649544"/>
                </a:lnTo>
                <a:lnTo>
                  <a:pt x="2385285" y="1657221"/>
                </a:lnTo>
                <a:lnTo>
                  <a:pt x="2391154" y="1664015"/>
                </a:lnTo>
                <a:lnTo>
                  <a:pt x="2397957" y="1669345"/>
                </a:lnTo>
                <a:lnTo>
                  <a:pt x="2398881" y="1661812"/>
                </a:lnTo>
                <a:lnTo>
                  <a:pt x="2395209" y="1653950"/>
                </a:lnTo>
                <a:lnTo>
                  <a:pt x="2390389" y="1643947"/>
                </a:lnTo>
                <a:lnTo>
                  <a:pt x="2364291" y="1617871"/>
                </a:lnTo>
                <a:lnTo>
                  <a:pt x="2361318" y="1606219"/>
                </a:lnTo>
                <a:lnTo>
                  <a:pt x="2360335" y="1595785"/>
                </a:lnTo>
                <a:lnTo>
                  <a:pt x="2362368" y="1600328"/>
                </a:lnTo>
                <a:lnTo>
                  <a:pt x="2363745" y="1606075"/>
                </a:lnTo>
                <a:lnTo>
                  <a:pt x="2372078" y="1620471"/>
                </a:lnTo>
                <a:lnTo>
                  <a:pt x="2379072" y="1624974"/>
                </a:lnTo>
                <a:lnTo>
                  <a:pt x="2387034" y="1630878"/>
                </a:lnTo>
                <a:lnTo>
                  <a:pt x="2392034" y="1629832"/>
                </a:lnTo>
                <a:lnTo>
                  <a:pt x="2389537" y="1622654"/>
                </a:lnTo>
                <a:lnTo>
                  <a:pt x="2384826" y="1614984"/>
                </a:lnTo>
                <a:lnTo>
                  <a:pt x="2380034" y="1606965"/>
                </a:lnTo>
                <a:lnTo>
                  <a:pt x="2376056" y="1577475"/>
                </a:lnTo>
                <a:lnTo>
                  <a:pt x="2377821" y="1571078"/>
                </a:lnTo>
                <a:lnTo>
                  <a:pt x="2378444" y="1563743"/>
                </a:lnTo>
                <a:lnTo>
                  <a:pt x="2377996" y="1555655"/>
                </a:lnTo>
                <a:lnTo>
                  <a:pt x="2380881" y="1549087"/>
                </a:lnTo>
                <a:lnTo>
                  <a:pt x="2378078" y="1541246"/>
                </a:lnTo>
                <a:lnTo>
                  <a:pt x="2373630" y="1532269"/>
                </a:lnTo>
                <a:lnTo>
                  <a:pt x="2375007" y="1531885"/>
                </a:lnTo>
                <a:lnTo>
                  <a:pt x="2383192" y="1537120"/>
                </a:lnTo>
                <a:lnTo>
                  <a:pt x="2389127" y="1531058"/>
                </a:lnTo>
                <a:lnTo>
                  <a:pt x="2388285" y="1523750"/>
                </a:lnTo>
                <a:lnTo>
                  <a:pt x="2381373" y="1519173"/>
                </a:lnTo>
                <a:lnTo>
                  <a:pt x="2371908" y="1505776"/>
                </a:lnTo>
                <a:lnTo>
                  <a:pt x="2372302" y="1503668"/>
                </a:lnTo>
                <a:lnTo>
                  <a:pt x="2389034" y="1509881"/>
                </a:lnTo>
                <a:lnTo>
                  <a:pt x="2391061" y="1505981"/>
                </a:lnTo>
                <a:lnTo>
                  <a:pt x="2390739" y="1498824"/>
                </a:lnTo>
                <a:lnTo>
                  <a:pt x="2395963" y="1495916"/>
                </a:lnTo>
                <a:lnTo>
                  <a:pt x="2397520" y="1490333"/>
                </a:lnTo>
                <a:lnTo>
                  <a:pt x="2397285" y="1487103"/>
                </a:lnTo>
                <a:lnTo>
                  <a:pt x="2399116" y="1484811"/>
                </a:lnTo>
                <a:lnTo>
                  <a:pt x="2405209" y="1496183"/>
                </a:lnTo>
                <a:lnTo>
                  <a:pt x="2407394" y="1492064"/>
                </a:lnTo>
                <a:lnTo>
                  <a:pt x="2408422" y="1479946"/>
                </a:lnTo>
                <a:lnTo>
                  <a:pt x="2411176" y="1482512"/>
                </a:lnTo>
                <a:lnTo>
                  <a:pt x="2411984" y="1488171"/>
                </a:lnTo>
                <a:lnTo>
                  <a:pt x="2420318" y="1484907"/>
                </a:lnTo>
                <a:lnTo>
                  <a:pt x="2425252" y="1480720"/>
                </a:lnTo>
                <a:lnTo>
                  <a:pt x="2427105" y="1475506"/>
                </a:lnTo>
                <a:lnTo>
                  <a:pt x="2426618" y="1467562"/>
                </a:lnTo>
                <a:lnTo>
                  <a:pt x="2429088" y="1462779"/>
                </a:lnTo>
                <a:lnTo>
                  <a:pt x="2435432" y="1461719"/>
                </a:lnTo>
                <a:lnTo>
                  <a:pt x="2440733" y="1459427"/>
                </a:lnTo>
                <a:lnTo>
                  <a:pt x="2439449" y="1470703"/>
                </a:lnTo>
                <a:lnTo>
                  <a:pt x="2450356" y="1469820"/>
                </a:lnTo>
                <a:lnTo>
                  <a:pt x="2445820" y="1475779"/>
                </a:lnTo>
                <a:lnTo>
                  <a:pt x="2441203" y="1477004"/>
                </a:lnTo>
                <a:lnTo>
                  <a:pt x="2435788" y="1483840"/>
                </a:lnTo>
                <a:lnTo>
                  <a:pt x="2442995" y="1485557"/>
                </a:lnTo>
                <a:lnTo>
                  <a:pt x="2450017" y="1488725"/>
                </a:lnTo>
                <a:lnTo>
                  <a:pt x="2438826" y="1489943"/>
                </a:lnTo>
                <a:lnTo>
                  <a:pt x="2427815" y="1489724"/>
                </a:lnTo>
                <a:lnTo>
                  <a:pt x="2419001" y="1497264"/>
                </a:lnTo>
                <a:lnTo>
                  <a:pt x="2409760" y="1514561"/>
                </a:lnTo>
                <a:lnTo>
                  <a:pt x="2411870" y="1532494"/>
                </a:lnTo>
                <a:lnTo>
                  <a:pt x="2421258" y="1524181"/>
                </a:lnTo>
                <a:lnTo>
                  <a:pt x="2421006" y="1529901"/>
                </a:lnTo>
                <a:lnTo>
                  <a:pt x="2415356" y="1542710"/>
                </a:lnTo>
                <a:lnTo>
                  <a:pt x="2408717" y="1540123"/>
                </a:lnTo>
                <a:lnTo>
                  <a:pt x="2401138" y="1540096"/>
                </a:lnTo>
                <a:lnTo>
                  <a:pt x="2399252" y="1548026"/>
                </a:lnTo>
                <a:lnTo>
                  <a:pt x="2399132" y="1554218"/>
                </a:lnTo>
                <a:lnTo>
                  <a:pt x="2409187" y="1549388"/>
                </a:lnTo>
                <a:lnTo>
                  <a:pt x="2414755" y="1553240"/>
                </a:lnTo>
                <a:lnTo>
                  <a:pt x="2417318" y="1562046"/>
                </a:lnTo>
                <a:lnTo>
                  <a:pt x="2408498" y="1566261"/>
                </a:lnTo>
                <a:lnTo>
                  <a:pt x="2402526" y="1566883"/>
                </a:lnTo>
                <a:lnTo>
                  <a:pt x="2397957" y="1582094"/>
                </a:lnTo>
                <a:lnTo>
                  <a:pt x="2401657" y="1580246"/>
                </a:lnTo>
                <a:lnTo>
                  <a:pt x="2404990" y="1573294"/>
                </a:lnTo>
                <a:lnTo>
                  <a:pt x="2412301" y="1575279"/>
                </a:lnTo>
                <a:lnTo>
                  <a:pt x="2416553" y="1582511"/>
                </a:lnTo>
                <a:lnTo>
                  <a:pt x="2429766" y="1594485"/>
                </a:lnTo>
                <a:lnTo>
                  <a:pt x="2434241" y="1593944"/>
                </a:lnTo>
                <a:lnTo>
                  <a:pt x="2436033" y="1597222"/>
                </a:lnTo>
                <a:lnTo>
                  <a:pt x="2423498" y="1597242"/>
                </a:lnTo>
                <a:lnTo>
                  <a:pt x="2413935" y="1594847"/>
                </a:lnTo>
                <a:lnTo>
                  <a:pt x="2406575" y="1597468"/>
                </a:lnTo>
                <a:lnTo>
                  <a:pt x="2403138" y="1612227"/>
                </a:lnTo>
                <a:lnTo>
                  <a:pt x="2406520" y="1620382"/>
                </a:lnTo>
                <a:lnTo>
                  <a:pt x="2412449" y="1630906"/>
                </a:lnTo>
                <a:lnTo>
                  <a:pt x="2423099" y="1637023"/>
                </a:lnTo>
                <a:lnTo>
                  <a:pt x="2430405" y="1642366"/>
                </a:lnTo>
                <a:lnTo>
                  <a:pt x="2433864" y="1640218"/>
                </a:lnTo>
                <a:lnTo>
                  <a:pt x="2435389" y="1636311"/>
                </a:lnTo>
                <a:lnTo>
                  <a:pt x="2437733" y="1635025"/>
                </a:lnTo>
                <a:lnTo>
                  <a:pt x="2439787" y="1640711"/>
                </a:lnTo>
                <a:lnTo>
                  <a:pt x="2443159" y="1638145"/>
                </a:lnTo>
                <a:lnTo>
                  <a:pt x="2448580" y="1631720"/>
                </a:lnTo>
                <a:lnTo>
                  <a:pt x="2451951" y="1630803"/>
                </a:lnTo>
                <a:lnTo>
                  <a:pt x="2449929" y="1636872"/>
                </a:lnTo>
                <a:lnTo>
                  <a:pt x="2451367" y="1644932"/>
                </a:lnTo>
                <a:lnTo>
                  <a:pt x="2449011" y="1651556"/>
                </a:lnTo>
                <a:lnTo>
                  <a:pt x="2444186" y="1657823"/>
                </a:lnTo>
                <a:lnTo>
                  <a:pt x="2448301" y="1660909"/>
                </a:lnTo>
                <a:lnTo>
                  <a:pt x="2452296" y="1661867"/>
                </a:lnTo>
                <a:lnTo>
                  <a:pt x="2459044" y="1669393"/>
                </a:lnTo>
                <a:lnTo>
                  <a:pt x="2455268" y="1676947"/>
                </a:lnTo>
                <a:lnTo>
                  <a:pt x="2452831" y="1685520"/>
                </a:lnTo>
                <a:lnTo>
                  <a:pt x="2465776" y="1685219"/>
                </a:lnTo>
                <a:lnTo>
                  <a:pt x="2474268" y="1687990"/>
                </a:lnTo>
                <a:lnTo>
                  <a:pt x="2467547" y="1706567"/>
                </a:lnTo>
                <a:lnTo>
                  <a:pt x="2459372" y="1715681"/>
                </a:lnTo>
                <a:lnTo>
                  <a:pt x="2448656" y="1734907"/>
                </a:lnTo>
                <a:lnTo>
                  <a:pt x="2438930" y="1765834"/>
                </a:lnTo>
                <a:lnTo>
                  <a:pt x="2436432" y="1784698"/>
                </a:lnTo>
                <a:lnTo>
                  <a:pt x="2437869" y="1791930"/>
                </a:lnTo>
                <a:lnTo>
                  <a:pt x="2443481" y="1800380"/>
                </a:lnTo>
                <a:lnTo>
                  <a:pt x="2452476" y="1780100"/>
                </a:lnTo>
                <a:lnTo>
                  <a:pt x="2457170" y="1762084"/>
                </a:lnTo>
                <a:lnTo>
                  <a:pt x="2462224" y="1755386"/>
                </a:lnTo>
                <a:lnTo>
                  <a:pt x="2469842" y="1749310"/>
                </a:lnTo>
                <a:lnTo>
                  <a:pt x="2477372" y="1746648"/>
                </a:lnTo>
                <a:lnTo>
                  <a:pt x="2482344" y="1743378"/>
                </a:lnTo>
                <a:lnTo>
                  <a:pt x="2481306" y="1733217"/>
                </a:lnTo>
                <a:lnTo>
                  <a:pt x="2505973" y="1678035"/>
                </a:lnTo>
                <a:lnTo>
                  <a:pt x="2508486" y="1672424"/>
                </a:lnTo>
                <a:lnTo>
                  <a:pt x="2515393" y="1663434"/>
                </a:lnTo>
                <a:lnTo>
                  <a:pt x="2522819" y="1647587"/>
                </a:lnTo>
                <a:lnTo>
                  <a:pt x="2530142" y="1645794"/>
                </a:lnTo>
                <a:lnTo>
                  <a:pt x="2532213" y="1639760"/>
                </a:lnTo>
                <a:lnTo>
                  <a:pt x="2533027" y="1627683"/>
                </a:lnTo>
                <a:lnTo>
                  <a:pt x="2534983" y="1624618"/>
                </a:lnTo>
                <a:lnTo>
                  <a:pt x="2538005" y="1621929"/>
                </a:lnTo>
                <a:lnTo>
                  <a:pt x="2539836" y="1624084"/>
                </a:lnTo>
                <a:lnTo>
                  <a:pt x="2539726" y="1630290"/>
                </a:lnTo>
                <a:lnTo>
                  <a:pt x="2542311" y="1627868"/>
                </a:lnTo>
                <a:lnTo>
                  <a:pt x="2543710" y="1621792"/>
                </a:lnTo>
                <a:lnTo>
                  <a:pt x="2543836" y="1617700"/>
                </a:lnTo>
                <a:lnTo>
                  <a:pt x="2544032" y="1611009"/>
                </a:lnTo>
                <a:lnTo>
                  <a:pt x="2539896" y="1600444"/>
                </a:lnTo>
                <a:lnTo>
                  <a:pt x="2535644" y="1597550"/>
                </a:lnTo>
                <a:lnTo>
                  <a:pt x="2527109" y="1598706"/>
                </a:lnTo>
                <a:lnTo>
                  <a:pt x="2533672" y="1592918"/>
                </a:lnTo>
                <a:lnTo>
                  <a:pt x="2538650" y="1580253"/>
                </a:lnTo>
                <a:lnTo>
                  <a:pt x="2538125" y="1572583"/>
                </a:lnTo>
                <a:lnTo>
                  <a:pt x="2527338" y="1566719"/>
                </a:lnTo>
                <a:lnTo>
                  <a:pt x="2513311" y="1546097"/>
                </a:lnTo>
                <a:lnTo>
                  <a:pt x="2504158" y="1528410"/>
                </a:lnTo>
                <a:lnTo>
                  <a:pt x="2501869" y="1501978"/>
                </a:lnTo>
                <a:lnTo>
                  <a:pt x="2489874" y="1484962"/>
                </a:lnTo>
                <a:lnTo>
                  <a:pt x="2483825" y="1474575"/>
                </a:lnTo>
                <a:lnTo>
                  <a:pt x="2484563" y="1463922"/>
                </a:lnTo>
                <a:lnTo>
                  <a:pt x="2482962" y="1458811"/>
                </a:lnTo>
                <a:lnTo>
                  <a:pt x="2482290" y="1451620"/>
                </a:lnTo>
                <a:lnTo>
                  <a:pt x="2491852" y="1440884"/>
                </a:lnTo>
                <a:lnTo>
                  <a:pt x="2496076" y="1431976"/>
                </a:lnTo>
                <a:lnTo>
                  <a:pt x="2500934" y="1427145"/>
                </a:lnTo>
                <a:lnTo>
                  <a:pt x="2503213" y="1424880"/>
                </a:lnTo>
                <a:lnTo>
                  <a:pt x="2512136" y="1420241"/>
                </a:lnTo>
                <a:lnTo>
                  <a:pt x="2528694" y="1416027"/>
                </a:lnTo>
                <a:lnTo>
                  <a:pt x="2539748" y="1403594"/>
                </a:lnTo>
                <a:lnTo>
                  <a:pt x="2536431" y="1410833"/>
                </a:lnTo>
                <a:lnTo>
                  <a:pt x="2530836" y="1419427"/>
                </a:lnTo>
                <a:lnTo>
                  <a:pt x="2508524" y="1425140"/>
                </a:lnTo>
                <a:lnTo>
                  <a:pt x="2500836" y="1430751"/>
                </a:lnTo>
                <a:lnTo>
                  <a:pt x="2495268" y="1441582"/>
                </a:lnTo>
                <a:lnTo>
                  <a:pt x="2489459" y="1457073"/>
                </a:lnTo>
                <a:lnTo>
                  <a:pt x="2489940" y="1466878"/>
                </a:lnTo>
                <a:lnTo>
                  <a:pt x="2489383" y="1472721"/>
                </a:lnTo>
                <a:lnTo>
                  <a:pt x="2508497" y="1493788"/>
                </a:lnTo>
                <a:lnTo>
                  <a:pt x="2522191" y="1501575"/>
                </a:lnTo>
                <a:lnTo>
                  <a:pt x="2532814" y="1512283"/>
                </a:lnTo>
                <a:lnTo>
                  <a:pt x="2542431" y="1511865"/>
                </a:lnTo>
                <a:lnTo>
                  <a:pt x="2550814" y="1515033"/>
                </a:lnTo>
                <a:lnTo>
                  <a:pt x="2559573" y="1521027"/>
                </a:lnTo>
                <a:lnTo>
                  <a:pt x="2556967" y="1534800"/>
                </a:lnTo>
                <a:lnTo>
                  <a:pt x="2553163" y="1548423"/>
                </a:lnTo>
                <a:lnTo>
                  <a:pt x="2556617" y="1549662"/>
                </a:lnTo>
                <a:lnTo>
                  <a:pt x="2571048" y="1541143"/>
                </a:lnTo>
                <a:lnTo>
                  <a:pt x="2587671" y="1512283"/>
                </a:lnTo>
                <a:lnTo>
                  <a:pt x="2592278" y="1506727"/>
                </a:lnTo>
                <a:lnTo>
                  <a:pt x="2592480" y="1500411"/>
                </a:lnTo>
                <a:lnTo>
                  <a:pt x="2595196" y="1497113"/>
                </a:lnTo>
                <a:lnTo>
                  <a:pt x="2602081" y="1492803"/>
                </a:lnTo>
                <a:lnTo>
                  <a:pt x="2606873" y="1493405"/>
                </a:lnTo>
                <a:lnTo>
                  <a:pt x="2611971" y="1487151"/>
                </a:lnTo>
                <a:lnTo>
                  <a:pt x="2613982" y="1477716"/>
                </a:lnTo>
                <a:lnTo>
                  <a:pt x="2616332" y="1473193"/>
                </a:lnTo>
                <a:lnTo>
                  <a:pt x="2614409" y="1464510"/>
                </a:lnTo>
                <a:lnTo>
                  <a:pt x="2622960" y="1466317"/>
                </a:lnTo>
                <a:lnTo>
                  <a:pt x="2631250" y="1455390"/>
                </a:lnTo>
                <a:lnTo>
                  <a:pt x="2640250" y="1439591"/>
                </a:lnTo>
                <a:lnTo>
                  <a:pt x="2646796" y="1409951"/>
                </a:lnTo>
                <a:lnTo>
                  <a:pt x="2649217" y="1404648"/>
                </a:lnTo>
                <a:lnTo>
                  <a:pt x="2652731" y="1402246"/>
                </a:lnTo>
                <a:lnTo>
                  <a:pt x="2650561" y="1425229"/>
                </a:lnTo>
                <a:lnTo>
                  <a:pt x="2651015" y="1430970"/>
                </a:lnTo>
                <a:lnTo>
                  <a:pt x="2654485" y="1412065"/>
                </a:lnTo>
                <a:lnTo>
                  <a:pt x="2656791" y="1391053"/>
                </a:lnTo>
                <a:lnTo>
                  <a:pt x="2659512" y="1377272"/>
                </a:lnTo>
                <a:lnTo>
                  <a:pt x="2663097" y="1366174"/>
                </a:lnTo>
                <a:lnTo>
                  <a:pt x="2664703" y="1355268"/>
                </a:lnTo>
                <a:lnTo>
                  <a:pt x="2663064" y="1345182"/>
                </a:lnTo>
                <a:lnTo>
                  <a:pt x="2660135" y="1337923"/>
                </a:lnTo>
                <a:lnTo>
                  <a:pt x="2654381" y="1341050"/>
                </a:lnTo>
                <a:lnTo>
                  <a:pt x="2632933" y="1337348"/>
                </a:lnTo>
                <a:lnTo>
                  <a:pt x="2630392" y="1327208"/>
                </a:lnTo>
                <a:lnTo>
                  <a:pt x="2634589" y="1316083"/>
                </a:lnTo>
                <a:lnTo>
                  <a:pt x="2639015" y="1310479"/>
                </a:lnTo>
                <a:lnTo>
                  <a:pt x="2642824" y="1306941"/>
                </a:lnTo>
                <a:lnTo>
                  <a:pt x="2646949" y="1304971"/>
                </a:lnTo>
                <a:lnTo>
                  <a:pt x="2652425" y="1300441"/>
                </a:lnTo>
                <a:lnTo>
                  <a:pt x="2657108" y="1295289"/>
                </a:lnTo>
                <a:lnTo>
                  <a:pt x="2668107" y="1273168"/>
                </a:lnTo>
                <a:lnTo>
                  <a:pt x="2670025" y="1262241"/>
                </a:lnTo>
                <a:lnTo>
                  <a:pt x="2670118" y="1261701"/>
                </a:lnTo>
                <a:lnTo>
                  <a:pt x="2669173" y="1242125"/>
                </a:lnTo>
                <a:lnTo>
                  <a:pt x="2663326" y="1226162"/>
                </a:lnTo>
                <a:lnTo>
                  <a:pt x="2668315" y="1230596"/>
                </a:lnTo>
                <a:lnTo>
                  <a:pt x="2673140" y="1237247"/>
                </a:lnTo>
                <a:lnTo>
                  <a:pt x="2674288" y="1253422"/>
                </a:lnTo>
                <a:lnTo>
                  <a:pt x="2670397" y="1273421"/>
                </a:lnTo>
                <a:lnTo>
                  <a:pt x="2665714" y="1283746"/>
                </a:lnTo>
                <a:lnTo>
                  <a:pt x="2661403" y="1295994"/>
                </a:lnTo>
                <a:lnTo>
                  <a:pt x="2665867" y="1292409"/>
                </a:lnTo>
                <a:lnTo>
                  <a:pt x="2669954" y="1286921"/>
                </a:lnTo>
                <a:lnTo>
                  <a:pt x="2676605" y="1284779"/>
                </a:lnTo>
                <a:lnTo>
                  <a:pt x="2684692" y="1278190"/>
                </a:lnTo>
                <a:lnTo>
                  <a:pt x="2696736" y="1265936"/>
                </a:lnTo>
                <a:lnTo>
                  <a:pt x="2701315" y="1262296"/>
                </a:lnTo>
                <a:lnTo>
                  <a:pt x="2706626" y="1258088"/>
                </a:lnTo>
                <a:lnTo>
                  <a:pt x="2751473" y="1236515"/>
                </a:lnTo>
                <a:lnTo>
                  <a:pt x="2769216" y="1230822"/>
                </a:lnTo>
                <a:lnTo>
                  <a:pt x="2780297" y="1221195"/>
                </a:lnTo>
                <a:lnTo>
                  <a:pt x="2788975" y="1223898"/>
                </a:lnTo>
                <a:lnTo>
                  <a:pt x="2830133" y="1222509"/>
                </a:lnTo>
                <a:lnTo>
                  <a:pt x="2842259" y="1217411"/>
                </a:lnTo>
                <a:lnTo>
                  <a:pt x="2854094" y="1220285"/>
                </a:lnTo>
                <a:lnTo>
                  <a:pt x="2875515" y="1215454"/>
                </a:lnTo>
                <a:lnTo>
                  <a:pt x="2891624" y="1213361"/>
                </a:lnTo>
                <a:lnTo>
                  <a:pt x="2901422" y="1214141"/>
                </a:lnTo>
                <a:lnTo>
                  <a:pt x="2909602" y="1214784"/>
                </a:lnTo>
                <a:lnTo>
                  <a:pt x="2937181" y="1208051"/>
                </a:lnTo>
                <a:lnTo>
                  <a:pt x="2946028" y="1197576"/>
                </a:lnTo>
                <a:lnTo>
                  <a:pt x="2947957" y="1172410"/>
                </a:lnTo>
                <a:lnTo>
                  <a:pt x="2954995" y="1162680"/>
                </a:lnTo>
                <a:lnTo>
                  <a:pt x="2952033" y="1149708"/>
                </a:lnTo>
                <a:lnTo>
                  <a:pt x="2955498" y="1150980"/>
                </a:lnTo>
                <a:lnTo>
                  <a:pt x="2958694" y="1154340"/>
                </a:lnTo>
                <a:lnTo>
                  <a:pt x="2960918" y="1160279"/>
                </a:lnTo>
                <a:lnTo>
                  <a:pt x="2965356" y="1165691"/>
                </a:lnTo>
                <a:lnTo>
                  <a:pt x="2969530" y="1162147"/>
                </a:lnTo>
                <a:lnTo>
                  <a:pt x="2975738" y="1156892"/>
                </a:lnTo>
                <a:lnTo>
                  <a:pt x="2979049" y="1156659"/>
                </a:lnTo>
                <a:lnTo>
                  <a:pt x="2972831" y="1171315"/>
                </a:lnTo>
                <a:lnTo>
                  <a:pt x="2974607" y="1188790"/>
                </a:lnTo>
                <a:lnTo>
                  <a:pt x="2976831" y="1192574"/>
                </a:lnTo>
                <a:lnTo>
                  <a:pt x="2986765" y="1185752"/>
                </a:lnTo>
                <a:lnTo>
                  <a:pt x="2998579" y="1184288"/>
                </a:lnTo>
                <a:lnTo>
                  <a:pt x="3029142" y="1160984"/>
                </a:lnTo>
                <a:lnTo>
                  <a:pt x="3033022" y="1161647"/>
                </a:lnTo>
                <a:lnTo>
                  <a:pt x="3034262" y="1175941"/>
                </a:lnTo>
                <a:lnTo>
                  <a:pt x="3032841" y="1182920"/>
                </a:lnTo>
                <a:lnTo>
                  <a:pt x="3034065" y="1186293"/>
                </a:lnTo>
                <a:lnTo>
                  <a:pt x="3053737" y="1179533"/>
                </a:lnTo>
                <a:lnTo>
                  <a:pt x="3062316" y="1173306"/>
                </a:lnTo>
                <a:lnTo>
                  <a:pt x="3100944" y="1166238"/>
                </a:lnTo>
                <a:lnTo>
                  <a:pt x="3109086" y="1165308"/>
                </a:lnTo>
                <a:lnTo>
                  <a:pt x="3113354" y="1166266"/>
                </a:lnTo>
                <a:lnTo>
                  <a:pt x="3115010" y="1161599"/>
                </a:lnTo>
                <a:lnTo>
                  <a:pt x="3114141" y="1147949"/>
                </a:lnTo>
                <a:lnTo>
                  <a:pt x="3110081" y="1126451"/>
                </a:lnTo>
                <a:lnTo>
                  <a:pt x="3095414" y="1110050"/>
                </a:lnTo>
                <a:lnTo>
                  <a:pt x="3089715" y="1107416"/>
                </a:lnTo>
                <a:lnTo>
                  <a:pt x="3084830" y="1106869"/>
                </a:lnTo>
                <a:lnTo>
                  <a:pt x="3080628" y="1108244"/>
                </a:lnTo>
                <a:lnTo>
                  <a:pt x="3081136" y="1111070"/>
                </a:lnTo>
                <a:lnTo>
                  <a:pt x="3085644" y="1116106"/>
                </a:lnTo>
                <a:lnTo>
                  <a:pt x="3088294" y="1112226"/>
                </a:lnTo>
                <a:lnTo>
                  <a:pt x="3095267" y="1116804"/>
                </a:lnTo>
                <a:lnTo>
                  <a:pt x="3097529" y="1123872"/>
                </a:lnTo>
                <a:lnTo>
                  <a:pt x="3106922" y="1138918"/>
                </a:lnTo>
                <a:lnTo>
                  <a:pt x="3107447" y="1145383"/>
                </a:lnTo>
                <a:lnTo>
                  <a:pt x="3092496" y="1153272"/>
                </a:lnTo>
                <a:lnTo>
                  <a:pt x="3074540" y="1159006"/>
                </a:lnTo>
                <a:lnTo>
                  <a:pt x="3059857" y="1155038"/>
                </a:lnTo>
                <a:lnTo>
                  <a:pt x="3050005" y="1148586"/>
                </a:lnTo>
                <a:lnTo>
                  <a:pt x="3046174" y="1129626"/>
                </a:lnTo>
                <a:lnTo>
                  <a:pt x="3034175" y="1122838"/>
                </a:lnTo>
                <a:lnTo>
                  <a:pt x="3035399" y="1118001"/>
                </a:lnTo>
                <a:lnTo>
                  <a:pt x="3038480" y="1115360"/>
                </a:lnTo>
                <a:lnTo>
                  <a:pt x="3024983" y="1088956"/>
                </a:lnTo>
                <a:lnTo>
                  <a:pt x="3016065" y="1083899"/>
                </a:lnTo>
                <a:lnTo>
                  <a:pt x="2996060" y="1078987"/>
                </a:lnTo>
                <a:lnTo>
                  <a:pt x="2990525" y="1074628"/>
                </a:lnTo>
                <a:lnTo>
                  <a:pt x="3003475" y="1060492"/>
                </a:lnTo>
                <a:lnTo>
                  <a:pt x="3010142" y="1051433"/>
                </a:lnTo>
                <a:lnTo>
                  <a:pt x="3014590" y="1043592"/>
                </a:lnTo>
                <a:lnTo>
                  <a:pt x="3023464" y="1041101"/>
                </a:lnTo>
                <a:lnTo>
                  <a:pt x="3033584" y="1034615"/>
                </a:lnTo>
                <a:lnTo>
                  <a:pt x="3039011" y="1033691"/>
                </a:lnTo>
                <a:lnTo>
                  <a:pt x="3039994" y="1029983"/>
                </a:lnTo>
                <a:lnTo>
                  <a:pt x="3037776" y="1026890"/>
                </a:lnTo>
                <a:lnTo>
                  <a:pt x="3034322" y="1026582"/>
                </a:lnTo>
                <a:lnTo>
                  <a:pt x="3029617" y="1027896"/>
                </a:lnTo>
                <a:lnTo>
                  <a:pt x="3025273" y="1027239"/>
                </a:lnTo>
                <a:lnTo>
                  <a:pt x="3020164" y="1019959"/>
                </a:lnTo>
                <a:lnTo>
                  <a:pt x="3018044" y="1012563"/>
                </a:lnTo>
                <a:lnTo>
                  <a:pt x="3014825" y="1005372"/>
                </a:lnTo>
                <a:lnTo>
                  <a:pt x="3017393" y="998167"/>
                </a:lnTo>
                <a:lnTo>
                  <a:pt x="3020579" y="989224"/>
                </a:lnTo>
                <a:lnTo>
                  <a:pt x="3025563" y="971085"/>
                </a:lnTo>
                <a:lnTo>
                  <a:pt x="3030257" y="965577"/>
                </a:lnTo>
                <a:lnTo>
                  <a:pt x="3035721" y="962060"/>
                </a:lnTo>
                <a:lnTo>
                  <a:pt x="3049333" y="932016"/>
                </a:lnTo>
                <a:lnTo>
                  <a:pt x="3067354" y="913604"/>
                </a:lnTo>
                <a:lnTo>
                  <a:pt x="3084934" y="893159"/>
                </a:lnTo>
                <a:lnTo>
                  <a:pt x="3080983" y="888945"/>
                </a:lnTo>
                <a:lnTo>
                  <a:pt x="3077475" y="886741"/>
                </a:lnTo>
                <a:lnTo>
                  <a:pt x="3087595" y="873509"/>
                </a:lnTo>
                <a:lnTo>
                  <a:pt x="3100627" y="863943"/>
                </a:lnTo>
                <a:lnTo>
                  <a:pt x="3111496" y="861076"/>
                </a:lnTo>
                <a:lnTo>
                  <a:pt x="3110458" y="866263"/>
                </a:lnTo>
                <a:lnTo>
                  <a:pt x="3110480" y="870491"/>
                </a:lnTo>
                <a:lnTo>
                  <a:pt x="3115933" y="869212"/>
                </a:lnTo>
                <a:lnTo>
                  <a:pt x="3121873" y="866058"/>
                </a:lnTo>
                <a:lnTo>
                  <a:pt x="3125474" y="870211"/>
                </a:lnTo>
                <a:lnTo>
                  <a:pt x="3129053" y="872674"/>
                </a:lnTo>
                <a:lnTo>
                  <a:pt x="3130928" y="868062"/>
                </a:lnTo>
                <a:lnTo>
                  <a:pt x="3129627" y="859427"/>
                </a:lnTo>
                <a:lnTo>
                  <a:pt x="3130512" y="853290"/>
                </a:lnTo>
                <a:lnTo>
                  <a:pt x="3133091" y="854918"/>
                </a:lnTo>
                <a:lnTo>
                  <a:pt x="3134239" y="860290"/>
                </a:lnTo>
                <a:lnTo>
                  <a:pt x="3137840" y="861507"/>
                </a:lnTo>
                <a:lnTo>
                  <a:pt x="3141277" y="847070"/>
                </a:lnTo>
                <a:lnTo>
                  <a:pt x="3146452" y="841624"/>
                </a:lnTo>
                <a:lnTo>
                  <a:pt x="3148255" y="847939"/>
                </a:lnTo>
                <a:lnTo>
                  <a:pt x="3149692" y="857498"/>
                </a:lnTo>
                <a:lnTo>
                  <a:pt x="3153490" y="856663"/>
                </a:lnTo>
                <a:lnTo>
                  <a:pt x="3157217" y="843184"/>
                </a:lnTo>
                <a:lnTo>
                  <a:pt x="3158911" y="846010"/>
                </a:lnTo>
                <a:lnTo>
                  <a:pt x="3161239" y="855151"/>
                </a:lnTo>
                <a:lnTo>
                  <a:pt x="3165703" y="854070"/>
                </a:lnTo>
                <a:lnTo>
                  <a:pt x="3170840" y="846893"/>
                </a:lnTo>
                <a:lnTo>
                  <a:pt x="3180960" y="840639"/>
                </a:lnTo>
                <a:lnTo>
                  <a:pt x="3194217" y="842664"/>
                </a:lnTo>
                <a:lnTo>
                  <a:pt x="3204156" y="835466"/>
                </a:lnTo>
                <a:lnTo>
                  <a:pt x="3211867" y="827098"/>
                </a:lnTo>
                <a:lnTo>
                  <a:pt x="3212402" y="816616"/>
                </a:lnTo>
                <a:lnTo>
                  <a:pt x="3224424" y="791991"/>
                </a:lnTo>
                <a:lnTo>
                  <a:pt x="3223828" y="779976"/>
                </a:lnTo>
                <a:lnTo>
                  <a:pt x="3236599" y="772798"/>
                </a:lnTo>
                <a:lnTo>
                  <a:pt x="3241877" y="763780"/>
                </a:lnTo>
                <a:lnTo>
                  <a:pt x="3246074" y="760790"/>
                </a:lnTo>
                <a:lnTo>
                  <a:pt x="3245757" y="769336"/>
                </a:lnTo>
                <a:lnTo>
                  <a:pt x="3242467" y="777082"/>
                </a:lnTo>
                <a:lnTo>
                  <a:pt x="3244473" y="778265"/>
                </a:lnTo>
                <a:lnTo>
                  <a:pt x="3249074" y="777082"/>
                </a:lnTo>
                <a:lnTo>
                  <a:pt x="3251959" y="778751"/>
                </a:lnTo>
                <a:lnTo>
                  <a:pt x="3242582" y="787276"/>
                </a:lnTo>
                <a:lnTo>
                  <a:pt x="3240566" y="793215"/>
                </a:lnTo>
                <a:lnTo>
                  <a:pt x="3250484" y="792805"/>
                </a:lnTo>
                <a:lnTo>
                  <a:pt x="3262937" y="797252"/>
                </a:lnTo>
                <a:lnTo>
                  <a:pt x="3267374" y="802815"/>
                </a:lnTo>
                <a:lnTo>
                  <a:pt x="3271833" y="804526"/>
                </a:lnTo>
                <a:lnTo>
                  <a:pt x="3273855" y="798183"/>
                </a:lnTo>
                <a:lnTo>
                  <a:pt x="3273074" y="787489"/>
                </a:lnTo>
                <a:lnTo>
                  <a:pt x="3277773" y="778320"/>
                </a:lnTo>
                <a:lnTo>
                  <a:pt x="3281002" y="769637"/>
                </a:lnTo>
                <a:lnTo>
                  <a:pt x="3284778" y="775036"/>
                </a:lnTo>
                <a:lnTo>
                  <a:pt x="3289603" y="778395"/>
                </a:lnTo>
                <a:lnTo>
                  <a:pt x="3295980" y="774365"/>
                </a:lnTo>
                <a:lnTo>
                  <a:pt x="3300379" y="769671"/>
                </a:lnTo>
                <a:lnTo>
                  <a:pt x="3303926" y="768631"/>
                </a:lnTo>
                <a:lnTo>
                  <a:pt x="3309243" y="768570"/>
                </a:lnTo>
                <a:lnTo>
                  <a:pt x="3314412" y="770424"/>
                </a:lnTo>
                <a:lnTo>
                  <a:pt x="3318303" y="772018"/>
                </a:lnTo>
                <a:lnTo>
                  <a:pt x="3320942" y="779278"/>
                </a:lnTo>
                <a:lnTo>
                  <a:pt x="3325089" y="786914"/>
                </a:lnTo>
                <a:lnTo>
                  <a:pt x="3329865" y="784594"/>
                </a:lnTo>
                <a:lnTo>
                  <a:pt x="3333122" y="781892"/>
                </a:lnTo>
                <a:lnTo>
                  <a:pt x="3335603" y="775706"/>
                </a:lnTo>
                <a:lnTo>
                  <a:pt x="3341832" y="777205"/>
                </a:lnTo>
                <a:lnTo>
                  <a:pt x="3349439" y="760017"/>
                </a:lnTo>
                <a:lnTo>
                  <a:pt x="3354876" y="758697"/>
                </a:lnTo>
                <a:lnTo>
                  <a:pt x="3362002" y="761386"/>
                </a:lnTo>
                <a:lnTo>
                  <a:pt x="3370264" y="761960"/>
                </a:lnTo>
                <a:lnTo>
                  <a:pt x="3376297" y="759942"/>
                </a:lnTo>
                <a:lnTo>
                  <a:pt x="3381116" y="750418"/>
                </a:lnTo>
                <a:lnTo>
                  <a:pt x="3392105" y="748769"/>
                </a:lnTo>
                <a:lnTo>
                  <a:pt x="3402597" y="743117"/>
                </a:lnTo>
                <a:lnTo>
                  <a:pt x="3421935" y="746100"/>
                </a:lnTo>
                <a:lnTo>
                  <a:pt x="3444793" y="724787"/>
                </a:lnTo>
                <a:lnTo>
                  <a:pt x="3444296" y="721715"/>
                </a:lnTo>
                <a:lnTo>
                  <a:pt x="3441771" y="719169"/>
                </a:lnTo>
                <a:lnTo>
                  <a:pt x="3431394" y="716747"/>
                </a:lnTo>
                <a:lnTo>
                  <a:pt x="3430591" y="708434"/>
                </a:lnTo>
                <a:lnTo>
                  <a:pt x="3434334" y="702160"/>
                </a:lnTo>
                <a:lnTo>
                  <a:pt x="3431897" y="688345"/>
                </a:lnTo>
                <a:lnTo>
                  <a:pt x="3428750" y="681161"/>
                </a:lnTo>
                <a:lnTo>
                  <a:pt x="3429367" y="676898"/>
                </a:lnTo>
                <a:lnTo>
                  <a:pt x="3433930" y="680470"/>
                </a:lnTo>
                <a:lnTo>
                  <a:pt x="3445962" y="678616"/>
                </a:lnTo>
                <a:lnTo>
                  <a:pt x="3452438" y="680237"/>
                </a:lnTo>
                <a:lnTo>
                  <a:pt x="3453613" y="686956"/>
                </a:lnTo>
                <a:lnTo>
                  <a:pt x="3457613" y="691212"/>
                </a:lnTo>
                <a:lnTo>
                  <a:pt x="3476110" y="688954"/>
                </a:lnTo>
                <a:lnTo>
                  <a:pt x="3498071" y="680552"/>
                </a:lnTo>
                <a:lnTo>
                  <a:pt x="3506027" y="687202"/>
                </a:lnTo>
                <a:lnTo>
                  <a:pt x="3515863" y="681975"/>
                </a:lnTo>
                <a:lnTo>
                  <a:pt x="3527098" y="674154"/>
                </a:lnTo>
                <a:lnTo>
                  <a:pt x="3539164" y="668749"/>
                </a:lnTo>
                <a:lnTo>
                  <a:pt x="3543240" y="664637"/>
                </a:lnTo>
                <a:lnTo>
                  <a:pt x="3534803" y="653669"/>
                </a:lnTo>
                <a:lnTo>
                  <a:pt x="3545207" y="648004"/>
                </a:lnTo>
                <a:lnTo>
                  <a:pt x="3547989" y="644473"/>
                </a:lnTo>
                <a:lnTo>
                  <a:pt x="3552278" y="642126"/>
                </a:lnTo>
                <a:lnTo>
                  <a:pt x="3547792" y="650268"/>
                </a:lnTo>
                <a:lnTo>
                  <a:pt x="3542967" y="656276"/>
                </a:lnTo>
                <a:lnTo>
                  <a:pt x="3560218" y="669467"/>
                </a:lnTo>
                <a:lnTo>
                  <a:pt x="3568180" y="669406"/>
                </a:lnTo>
                <a:lnTo>
                  <a:pt x="3606168" y="653375"/>
                </a:lnTo>
                <a:lnTo>
                  <a:pt x="3635567" y="634346"/>
                </a:lnTo>
                <a:lnTo>
                  <a:pt x="3660752" y="624377"/>
                </a:lnTo>
                <a:lnTo>
                  <a:pt x="3678588" y="612924"/>
                </a:lnTo>
                <a:lnTo>
                  <a:pt x="3691949" y="611179"/>
                </a:lnTo>
                <a:lnTo>
                  <a:pt x="3712637" y="586622"/>
                </a:lnTo>
                <a:lnTo>
                  <a:pt x="3707222" y="572657"/>
                </a:lnTo>
                <a:lnTo>
                  <a:pt x="3708266" y="567991"/>
                </a:lnTo>
                <a:lnTo>
                  <a:pt x="3719052" y="579205"/>
                </a:lnTo>
                <a:lnTo>
                  <a:pt x="3725107" y="587648"/>
                </a:lnTo>
                <a:lnTo>
                  <a:pt x="3733856" y="584768"/>
                </a:lnTo>
                <a:lnTo>
                  <a:pt x="3743861" y="583536"/>
                </a:lnTo>
                <a:lnTo>
                  <a:pt x="3739779" y="590892"/>
                </a:lnTo>
                <a:lnTo>
                  <a:pt x="3734637" y="594723"/>
                </a:lnTo>
                <a:lnTo>
                  <a:pt x="3716397" y="612992"/>
                </a:lnTo>
                <a:lnTo>
                  <a:pt x="3686479" y="634004"/>
                </a:lnTo>
                <a:lnTo>
                  <a:pt x="3676911" y="648120"/>
                </a:lnTo>
                <a:lnTo>
                  <a:pt x="3681359" y="650953"/>
                </a:lnTo>
                <a:lnTo>
                  <a:pt x="3685971" y="651561"/>
                </a:lnTo>
                <a:lnTo>
                  <a:pt x="3695512" y="655188"/>
                </a:lnTo>
                <a:lnTo>
                  <a:pt x="3702850" y="646977"/>
                </a:lnTo>
                <a:lnTo>
                  <a:pt x="3711905" y="643180"/>
                </a:lnTo>
                <a:lnTo>
                  <a:pt x="3741424" y="646053"/>
                </a:lnTo>
                <a:lnTo>
                  <a:pt x="3769320" y="643063"/>
                </a:lnTo>
                <a:lnTo>
                  <a:pt x="3789543" y="647648"/>
                </a:lnTo>
                <a:lnTo>
                  <a:pt x="3822221" y="645410"/>
                </a:lnTo>
                <a:lnTo>
                  <a:pt x="3849800" y="649522"/>
                </a:lnTo>
                <a:lnTo>
                  <a:pt x="3839477" y="655646"/>
                </a:lnTo>
                <a:lnTo>
                  <a:pt x="3807237" y="657076"/>
                </a:lnTo>
                <a:lnTo>
                  <a:pt x="3768647" y="670220"/>
                </a:lnTo>
                <a:lnTo>
                  <a:pt x="3758626" y="680039"/>
                </a:lnTo>
                <a:lnTo>
                  <a:pt x="3763910" y="697411"/>
                </a:lnTo>
                <a:lnTo>
                  <a:pt x="3752773" y="684623"/>
                </a:lnTo>
                <a:lnTo>
                  <a:pt x="3739429" y="681270"/>
                </a:lnTo>
                <a:lnTo>
                  <a:pt x="3738145" y="674401"/>
                </a:lnTo>
                <a:lnTo>
                  <a:pt x="3738916" y="667257"/>
                </a:lnTo>
                <a:lnTo>
                  <a:pt x="3740976" y="663056"/>
                </a:lnTo>
                <a:lnTo>
                  <a:pt x="3742058" y="657295"/>
                </a:lnTo>
                <a:lnTo>
                  <a:pt x="3728921" y="653354"/>
                </a:lnTo>
                <a:lnTo>
                  <a:pt x="3733539" y="657802"/>
                </a:lnTo>
                <a:lnTo>
                  <a:pt x="3728845" y="664760"/>
                </a:lnTo>
                <a:lnTo>
                  <a:pt x="3694998" y="675386"/>
                </a:lnTo>
                <a:lnTo>
                  <a:pt x="3678026" y="683713"/>
                </a:lnTo>
                <a:lnTo>
                  <a:pt x="3593666" y="734229"/>
                </a:lnTo>
                <a:lnTo>
                  <a:pt x="3589715" y="737315"/>
                </a:lnTo>
                <a:lnTo>
                  <a:pt x="3585666" y="743083"/>
                </a:lnTo>
                <a:lnTo>
                  <a:pt x="3601453" y="738683"/>
                </a:lnTo>
                <a:lnTo>
                  <a:pt x="3610955" y="734215"/>
                </a:lnTo>
                <a:lnTo>
                  <a:pt x="3608966" y="738102"/>
                </a:lnTo>
                <a:lnTo>
                  <a:pt x="3598250" y="745423"/>
                </a:lnTo>
                <a:lnTo>
                  <a:pt x="3590857" y="749555"/>
                </a:lnTo>
                <a:lnTo>
                  <a:pt x="3580130" y="750219"/>
                </a:lnTo>
                <a:lnTo>
                  <a:pt x="3564535" y="754578"/>
                </a:lnTo>
                <a:lnTo>
                  <a:pt x="3552825" y="762056"/>
                </a:lnTo>
                <a:lnTo>
                  <a:pt x="3545109" y="770014"/>
                </a:lnTo>
                <a:lnTo>
                  <a:pt x="3541229" y="774947"/>
                </a:lnTo>
                <a:lnTo>
                  <a:pt x="3538869" y="779682"/>
                </a:lnTo>
                <a:lnTo>
                  <a:pt x="3561748" y="760120"/>
                </a:lnTo>
                <a:lnTo>
                  <a:pt x="3570021" y="761064"/>
                </a:lnTo>
                <a:lnTo>
                  <a:pt x="3544109" y="789274"/>
                </a:lnTo>
                <a:lnTo>
                  <a:pt x="3533645" y="820612"/>
                </a:lnTo>
                <a:lnTo>
                  <a:pt x="3533705" y="829602"/>
                </a:lnTo>
                <a:lnTo>
                  <a:pt x="3541180" y="866858"/>
                </a:lnTo>
                <a:lnTo>
                  <a:pt x="3551038" y="876896"/>
                </a:lnTo>
                <a:lnTo>
                  <a:pt x="3555010" y="871860"/>
                </a:lnTo>
                <a:lnTo>
                  <a:pt x="3557666" y="866714"/>
                </a:lnTo>
                <a:lnTo>
                  <a:pt x="3567906" y="869465"/>
                </a:lnTo>
                <a:lnTo>
                  <a:pt x="3573682" y="877990"/>
                </a:lnTo>
                <a:lnTo>
                  <a:pt x="3584557" y="902321"/>
                </a:lnTo>
                <a:lnTo>
                  <a:pt x="3593087" y="906064"/>
                </a:lnTo>
                <a:lnTo>
                  <a:pt x="3603994" y="903368"/>
                </a:lnTo>
                <a:lnTo>
                  <a:pt x="3613256" y="908301"/>
                </a:lnTo>
                <a:lnTo>
                  <a:pt x="3616753" y="907439"/>
                </a:lnTo>
                <a:lnTo>
                  <a:pt x="3619206" y="902225"/>
                </a:lnTo>
                <a:lnTo>
                  <a:pt x="3623955" y="901685"/>
                </a:lnTo>
                <a:lnTo>
                  <a:pt x="3628633" y="903881"/>
                </a:lnTo>
                <a:lnTo>
                  <a:pt x="3630277" y="887275"/>
                </a:lnTo>
                <a:lnTo>
                  <a:pt x="3640873" y="879058"/>
                </a:lnTo>
                <a:lnTo>
                  <a:pt x="3647906" y="878408"/>
                </a:lnTo>
                <a:lnTo>
                  <a:pt x="3657446" y="878996"/>
                </a:lnTo>
                <a:lnTo>
                  <a:pt x="3682566" y="859284"/>
                </a:lnTo>
                <a:lnTo>
                  <a:pt x="3686676" y="850669"/>
                </a:lnTo>
                <a:lnTo>
                  <a:pt x="3701676" y="837779"/>
                </a:lnTo>
                <a:lnTo>
                  <a:pt x="3714337" y="820865"/>
                </a:lnTo>
                <a:lnTo>
                  <a:pt x="3726610" y="814823"/>
                </a:lnTo>
                <a:lnTo>
                  <a:pt x="3736746" y="798231"/>
                </a:lnTo>
                <a:lnTo>
                  <a:pt x="3741631" y="799852"/>
                </a:lnTo>
                <a:lnTo>
                  <a:pt x="3748221" y="793954"/>
                </a:lnTo>
                <a:lnTo>
                  <a:pt x="3744129" y="782651"/>
                </a:lnTo>
                <a:lnTo>
                  <a:pt x="3741189" y="778429"/>
                </a:lnTo>
                <a:lnTo>
                  <a:pt x="3747058" y="763650"/>
                </a:lnTo>
                <a:lnTo>
                  <a:pt x="3760385" y="758560"/>
                </a:lnTo>
                <a:lnTo>
                  <a:pt x="3767784" y="772463"/>
                </a:lnTo>
                <a:lnTo>
                  <a:pt x="3774079" y="764341"/>
                </a:lnTo>
                <a:lnTo>
                  <a:pt x="3774046" y="758389"/>
                </a:lnTo>
                <a:lnTo>
                  <a:pt x="3779106" y="750397"/>
                </a:lnTo>
                <a:lnTo>
                  <a:pt x="3787614" y="756151"/>
                </a:lnTo>
                <a:lnTo>
                  <a:pt x="3791237" y="764211"/>
                </a:lnTo>
                <a:lnTo>
                  <a:pt x="3799144" y="769213"/>
                </a:lnTo>
                <a:lnTo>
                  <a:pt x="3805806" y="772607"/>
                </a:lnTo>
                <a:lnTo>
                  <a:pt x="3822745" y="773510"/>
                </a:lnTo>
                <a:lnTo>
                  <a:pt x="3827456" y="768679"/>
                </a:lnTo>
                <a:lnTo>
                  <a:pt x="3830013" y="764574"/>
                </a:lnTo>
                <a:lnTo>
                  <a:pt x="3828510" y="755207"/>
                </a:lnTo>
                <a:lnTo>
                  <a:pt x="3823390" y="745033"/>
                </a:lnTo>
                <a:lnTo>
                  <a:pt x="3830068" y="748974"/>
                </a:lnTo>
                <a:lnTo>
                  <a:pt x="3839860" y="751095"/>
                </a:lnTo>
                <a:lnTo>
                  <a:pt x="3848368" y="749419"/>
                </a:lnTo>
                <a:lnTo>
                  <a:pt x="3856707" y="750725"/>
                </a:lnTo>
                <a:lnTo>
                  <a:pt x="3873559" y="741092"/>
                </a:lnTo>
                <a:lnTo>
                  <a:pt x="3881001" y="741482"/>
                </a:lnTo>
                <a:lnTo>
                  <a:pt x="3887422" y="740606"/>
                </a:lnTo>
                <a:lnTo>
                  <a:pt x="3916941" y="730753"/>
                </a:lnTo>
                <a:lnTo>
                  <a:pt x="3945372" y="722549"/>
                </a:lnTo>
                <a:lnTo>
                  <a:pt x="3973241" y="709542"/>
                </a:lnTo>
                <a:lnTo>
                  <a:pt x="3999896" y="701414"/>
                </a:lnTo>
                <a:lnTo>
                  <a:pt x="4025962" y="688810"/>
                </a:lnTo>
                <a:lnTo>
                  <a:pt x="4034317" y="687401"/>
                </a:lnTo>
                <a:lnTo>
                  <a:pt x="4042355" y="682351"/>
                </a:lnTo>
                <a:lnTo>
                  <a:pt x="4051158" y="679088"/>
                </a:lnTo>
                <a:lnTo>
                  <a:pt x="4059087" y="678636"/>
                </a:lnTo>
                <a:lnTo>
                  <a:pt x="4071469" y="674709"/>
                </a:lnTo>
                <a:lnTo>
                  <a:pt x="4083048" y="667641"/>
                </a:lnTo>
                <a:lnTo>
                  <a:pt x="4096305" y="664753"/>
                </a:lnTo>
                <a:lnTo>
                  <a:pt x="4103496" y="667928"/>
                </a:lnTo>
                <a:lnTo>
                  <a:pt x="4107234" y="665212"/>
                </a:lnTo>
                <a:lnTo>
                  <a:pt x="4111278" y="659758"/>
                </a:lnTo>
                <a:lnTo>
                  <a:pt x="4106884" y="654374"/>
                </a:lnTo>
                <a:lnTo>
                  <a:pt x="4102862" y="651787"/>
                </a:lnTo>
                <a:lnTo>
                  <a:pt x="4063218" y="649256"/>
                </a:lnTo>
                <a:lnTo>
                  <a:pt x="4072715" y="643105"/>
                </a:lnTo>
                <a:lnTo>
                  <a:pt x="4083251" y="638835"/>
                </a:lnTo>
                <a:lnTo>
                  <a:pt x="4083803" y="633936"/>
                </a:lnTo>
                <a:lnTo>
                  <a:pt x="4075584" y="620252"/>
                </a:lnTo>
                <a:lnTo>
                  <a:pt x="4066950" y="609797"/>
                </a:lnTo>
                <a:lnTo>
                  <a:pt x="4059715" y="604371"/>
                </a:lnTo>
                <a:lnTo>
                  <a:pt x="4041295" y="610652"/>
                </a:lnTo>
                <a:lnTo>
                  <a:pt x="4027907" y="608770"/>
                </a:lnTo>
                <a:lnTo>
                  <a:pt x="4016634" y="600560"/>
                </a:lnTo>
                <a:lnTo>
                  <a:pt x="4012787" y="588661"/>
                </a:lnTo>
                <a:lnTo>
                  <a:pt x="4011448" y="581367"/>
                </a:lnTo>
                <a:lnTo>
                  <a:pt x="4007874" y="578986"/>
                </a:lnTo>
                <a:lnTo>
                  <a:pt x="3978530" y="598227"/>
                </a:lnTo>
                <a:lnTo>
                  <a:pt x="3955684" y="607505"/>
                </a:lnTo>
                <a:lnTo>
                  <a:pt x="3952842" y="610885"/>
                </a:lnTo>
                <a:lnTo>
                  <a:pt x="3948837" y="613505"/>
                </a:lnTo>
                <a:lnTo>
                  <a:pt x="3937356" y="608059"/>
                </a:lnTo>
                <a:lnTo>
                  <a:pt x="3918952" y="609804"/>
                </a:lnTo>
                <a:lnTo>
                  <a:pt x="3922504" y="604515"/>
                </a:lnTo>
                <a:lnTo>
                  <a:pt x="3924482" y="596865"/>
                </a:lnTo>
                <a:lnTo>
                  <a:pt x="3900968" y="591850"/>
                </a:lnTo>
                <a:lnTo>
                  <a:pt x="3878909" y="591001"/>
                </a:lnTo>
                <a:lnTo>
                  <a:pt x="3866712" y="594429"/>
                </a:lnTo>
                <a:lnTo>
                  <a:pt x="3858220" y="595271"/>
                </a:lnTo>
                <a:lnTo>
                  <a:pt x="3855630" y="591357"/>
                </a:lnTo>
                <a:lnTo>
                  <a:pt x="3850920" y="586957"/>
                </a:lnTo>
                <a:lnTo>
                  <a:pt x="3833997" y="578069"/>
                </a:lnTo>
                <a:lnTo>
                  <a:pt x="3827456" y="577618"/>
                </a:lnTo>
                <a:lnTo>
                  <a:pt x="3812325" y="580409"/>
                </a:lnTo>
                <a:lnTo>
                  <a:pt x="3793095" y="566226"/>
                </a:lnTo>
                <a:lnTo>
                  <a:pt x="3775609" y="558733"/>
                </a:lnTo>
                <a:lnTo>
                  <a:pt x="3772762" y="557522"/>
                </a:lnTo>
                <a:lnTo>
                  <a:pt x="3797882" y="545494"/>
                </a:lnTo>
                <a:lnTo>
                  <a:pt x="3793325" y="540027"/>
                </a:lnTo>
                <a:lnTo>
                  <a:pt x="3788483" y="537276"/>
                </a:lnTo>
                <a:lnTo>
                  <a:pt x="3762844" y="533486"/>
                </a:lnTo>
                <a:lnTo>
                  <a:pt x="3755369" y="529654"/>
                </a:lnTo>
                <a:lnTo>
                  <a:pt x="3718473" y="526835"/>
                </a:lnTo>
                <a:lnTo>
                  <a:pt x="3716757" y="516873"/>
                </a:lnTo>
                <a:lnTo>
                  <a:pt x="3706572" y="510633"/>
                </a:lnTo>
                <a:lnTo>
                  <a:pt x="3707298" y="500876"/>
                </a:lnTo>
                <a:lnTo>
                  <a:pt x="3701910" y="488724"/>
                </a:lnTo>
                <a:lnTo>
                  <a:pt x="3697840" y="466425"/>
                </a:lnTo>
                <a:lnTo>
                  <a:pt x="3687676" y="462607"/>
                </a:lnTo>
                <a:lnTo>
                  <a:pt x="3680310" y="445208"/>
                </a:lnTo>
                <a:lnTo>
                  <a:pt x="3677709" y="436087"/>
                </a:lnTo>
                <a:lnTo>
                  <a:pt x="3682173" y="426296"/>
                </a:lnTo>
                <a:lnTo>
                  <a:pt x="3686031" y="411866"/>
                </a:lnTo>
                <a:lnTo>
                  <a:pt x="3673605" y="408308"/>
                </a:lnTo>
                <a:lnTo>
                  <a:pt x="3662419" y="407938"/>
                </a:lnTo>
                <a:lnTo>
                  <a:pt x="3645665" y="413439"/>
                </a:lnTo>
                <a:lnTo>
                  <a:pt x="3638042" y="410682"/>
                </a:lnTo>
                <a:lnTo>
                  <a:pt x="3631474" y="406200"/>
                </a:lnTo>
                <a:lnTo>
                  <a:pt x="3657523" y="387624"/>
                </a:lnTo>
                <a:lnTo>
                  <a:pt x="3676987" y="368726"/>
                </a:lnTo>
                <a:lnTo>
                  <a:pt x="3683709" y="340529"/>
                </a:lnTo>
                <a:lnTo>
                  <a:pt x="3693315" y="326010"/>
                </a:lnTo>
                <a:lnTo>
                  <a:pt x="3700375" y="318812"/>
                </a:lnTo>
                <a:lnTo>
                  <a:pt x="3681266" y="308672"/>
                </a:lnTo>
                <a:lnTo>
                  <a:pt x="3661971" y="309260"/>
                </a:lnTo>
                <a:lnTo>
                  <a:pt x="3666976" y="301720"/>
                </a:lnTo>
                <a:lnTo>
                  <a:pt x="3641627" y="306701"/>
                </a:lnTo>
                <a:lnTo>
                  <a:pt x="3628671" y="312777"/>
                </a:lnTo>
                <a:lnTo>
                  <a:pt x="3613054" y="324114"/>
                </a:lnTo>
                <a:lnTo>
                  <a:pt x="3599207" y="326495"/>
                </a:lnTo>
                <a:lnTo>
                  <a:pt x="3592578" y="322835"/>
                </a:lnTo>
                <a:lnTo>
                  <a:pt x="3582589" y="299907"/>
                </a:lnTo>
                <a:lnTo>
                  <a:pt x="3572103" y="292722"/>
                </a:lnTo>
                <a:lnTo>
                  <a:pt x="3531727" y="281857"/>
                </a:lnTo>
                <a:lnTo>
                  <a:pt x="3515005" y="271758"/>
                </a:lnTo>
                <a:lnTo>
                  <a:pt x="3507262" y="270875"/>
                </a:lnTo>
                <a:lnTo>
                  <a:pt x="3484574" y="278703"/>
                </a:lnTo>
                <a:lnTo>
                  <a:pt x="3476421" y="277109"/>
                </a:lnTo>
                <a:lnTo>
                  <a:pt x="3505006" y="263493"/>
                </a:lnTo>
                <a:lnTo>
                  <a:pt x="3518962" y="266537"/>
                </a:lnTo>
                <a:lnTo>
                  <a:pt x="3527426" y="263814"/>
                </a:lnTo>
                <a:lnTo>
                  <a:pt x="3545950" y="265867"/>
                </a:lnTo>
                <a:lnTo>
                  <a:pt x="3553847" y="259702"/>
                </a:lnTo>
                <a:lnTo>
                  <a:pt x="3563453" y="253790"/>
                </a:lnTo>
                <a:lnTo>
                  <a:pt x="3582704" y="264608"/>
                </a:lnTo>
                <a:lnTo>
                  <a:pt x="3613906" y="275843"/>
                </a:lnTo>
                <a:lnTo>
                  <a:pt x="3626873" y="278696"/>
                </a:lnTo>
                <a:lnTo>
                  <a:pt x="3638130" y="277280"/>
                </a:lnTo>
                <a:lnTo>
                  <a:pt x="3663124" y="265367"/>
                </a:lnTo>
                <a:lnTo>
                  <a:pt x="3671649" y="257855"/>
                </a:lnTo>
                <a:lnTo>
                  <a:pt x="3687075" y="252723"/>
                </a:lnTo>
                <a:lnTo>
                  <a:pt x="3693517" y="248296"/>
                </a:lnTo>
                <a:lnTo>
                  <a:pt x="3700091" y="236733"/>
                </a:lnTo>
                <a:lnTo>
                  <a:pt x="3708216" y="229740"/>
                </a:lnTo>
                <a:lnTo>
                  <a:pt x="3740036" y="220955"/>
                </a:lnTo>
                <a:lnTo>
                  <a:pt x="3750675" y="203131"/>
                </a:lnTo>
                <a:lnTo>
                  <a:pt x="3751533" y="183411"/>
                </a:lnTo>
                <a:lnTo>
                  <a:pt x="3732681" y="167647"/>
                </a:lnTo>
                <a:lnTo>
                  <a:pt x="3721582" y="162392"/>
                </a:lnTo>
                <a:lnTo>
                  <a:pt x="3737582" y="162693"/>
                </a:lnTo>
                <a:lnTo>
                  <a:pt x="3755708" y="167284"/>
                </a:lnTo>
                <a:lnTo>
                  <a:pt x="3754877" y="157835"/>
                </a:lnTo>
                <a:lnTo>
                  <a:pt x="3749773" y="151075"/>
                </a:lnTo>
                <a:lnTo>
                  <a:pt x="3715539" y="125444"/>
                </a:lnTo>
                <a:lnTo>
                  <a:pt x="3685479" y="113258"/>
                </a:lnTo>
                <a:lnTo>
                  <a:pt x="3622829" y="103406"/>
                </a:lnTo>
                <a:lnTo>
                  <a:pt x="3608589" y="102831"/>
                </a:lnTo>
                <a:lnTo>
                  <a:pt x="3568365" y="108503"/>
                </a:lnTo>
                <a:lnTo>
                  <a:pt x="3535311" y="110262"/>
                </a:lnTo>
                <a:lnTo>
                  <a:pt x="3488317" y="122420"/>
                </a:lnTo>
                <a:lnTo>
                  <a:pt x="3430192" y="145150"/>
                </a:lnTo>
                <a:lnTo>
                  <a:pt x="3380570" y="160312"/>
                </a:lnTo>
                <a:lnTo>
                  <a:pt x="3343849" y="177835"/>
                </a:lnTo>
                <a:lnTo>
                  <a:pt x="3304773" y="192477"/>
                </a:lnTo>
                <a:lnTo>
                  <a:pt x="3283139" y="204349"/>
                </a:lnTo>
                <a:lnTo>
                  <a:pt x="3269653" y="216172"/>
                </a:lnTo>
                <a:lnTo>
                  <a:pt x="3247937" y="227509"/>
                </a:lnTo>
                <a:lnTo>
                  <a:pt x="3240145" y="228967"/>
                </a:lnTo>
                <a:lnTo>
                  <a:pt x="3220965" y="241721"/>
                </a:lnTo>
                <a:lnTo>
                  <a:pt x="3185233" y="273667"/>
                </a:lnTo>
                <a:lnTo>
                  <a:pt x="3166801" y="284840"/>
                </a:lnTo>
                <a:lnTo>
                  <a:pt x="3154490" y="304963"/>
                </a:lnTo>
                <a:lnTo>
                  <a:pt x="3129736" y="333023"/>
                </a:lnTo>
                <a:lnTo>
                  <a:pt x="3105687" y="354323"/>
                </a:lnTo>
                <a:lnTo>
                  <a:pt x="3099819" y="367446"/>
                </a:lnTo>
                <a:lnTo>
                  <a:pt x="3083234" y="379769"/>
                </a:lnTo>
                <a:lnTo>
                  <a:pt x="3064174" y="403997"/>
                </a:lnTo>
                <a:lnTo>
                  <a:pt x="3049469" y="415827"/>
                </a:lnTo>
                <a:lnTo>
                  <a:pt x="2996448" y="441095"/>
                </a:lnTo>
                <a:lnTo>
                  <a:pt x="2978683" y="445734"/>
                </a:lnTo>
                <a:lnTo>
                  <a:pt x="2966465" y="454540"/>
                </a:lnTo>
                <a:lnTo>
                  <a:pt x="2946542" y="459515"/>
                </a:lnTo>
                <a:lnTo>
                  <a:pt x="2920569" y="468902"/>
                </a:lnTo>
                <a:lnTo>
                  <a:pt x="2894870" y="471961"/>
                </a:lnTo>
                <a:lnTo>
                  <a:pt x="2871553" y="483271"/>
                </a:lnTo>
                <a:lnTo>
                  <a:pt x="2862832" y="488833"/>
                </a:lnTo>
                <a:lnTo>
                  <a:pt x="2856909" y="498563"/>
                </a:lnTo>
                <a:lnTo>
                  <a:pt x="2842805" y="503791"/>
                </a:lnTo>
                <a:lnTo>
                  <a:pt x="2828253" y="511091"/>
                </a:lnTo>
                <a:lnTo>
                  <a:pt x="2801702" y="535032"/>
                </a:lnTo>
                <a:lnTo>
                  <a:pt x="2772997" y="545993"/>
                </a:lnTo>
                <a:lnTo>
                  <a:pt x="2754014" y="559103"/>
                </a:lnTo>
                <a:lnTo>
                  <a:pt x="2743555" y="579616"/>
                </a:lnTo>
                <a:lnTo>
                  <a:pt x="2730593" y="594450"/>
                </a:lnTo>
                <a:lnTo>
                  <a:pt x="2719801" y="612034"/>
                </a:lnTo>
                <a:lnTo>
                  <a:pt x="2717686" y="618418"/>
                </a:lnTo>
                <a:lnTo>
                  <a:pt x="2713812" y="636324"/>
                </a:lnTo>
                <a:lnTo>
                  <a:pt x="2709413" y="641072"/>
                </a:lnTo>
                <a:lnTo>
                  <a:pt x="2686298" y="645226"/>
                </a:lnTo>
                <a:lnTo>
                  <a:pt x="2654386" y="666813"/>
                </a:lnTo>
                <a:lnTo>
                  <a:pt x="2629851" y="674257"/>
                </a:lnTo>
                <a:lnTo>
                  <a:pt x="2596584" y="694811"/>
                </a:lnTo>
                <a:lnTo>
                  <a:pt x="2580627" y="700100"/>
                </a:lnTo>
                <a:lnTo>
                  <a:pt x="2619862" y="671719"/>
                </a:lnTo>
                <a:lnTo>
                  <a:pt x="2621862" y="670590"/>
                </a:lnTo>
                <a:lnTo>
                  <a:pt x="2648982" y="655236"/>
                </a:lnTo>
                <a:lnTo>
                  <a:pt x="2662889" y="652280"/>
                </a:lnTo>
                <a:lnTo>
                  <a:pt x="2660004" y="639916"/>
                </a:lnTo>
                <a:lnTo>
                  <a:pt x="2632244" y="631575"/>
                </a:lnTo>
                <a:lnTo>
                  <a:pt x="2624698" y="626225"/>
                </a:lnTo>
                <a:lnTo>
                  <a:pt x="2655725" y="630316"/>
                </a:lnTo>
                <a:lnTo>
                  <a:pt x="2671441" y="621586"/>
                </a:lnTo>
                <a:lnTo>
                  <a:pt x="2682583" y="608866"/>
                </a:lnTo>
                <a:lnTo>
                  <a:pt x="2692206" y="600984"/>
                </a:lnTo>
                <a:lnTo>
                  <a:pt x="2718533" y="597193"/>
                </a:lnTo>
                <a:lnTo>
                  <a:pt x="2740139" y="574546"/>
                </a:lnTo>
                <a:lnTo>
                  <a:pt x="2751762" y="557009"/>
                </a:lnTo>
                <a:lnTo>
                  <a:pt x="2755598" y="551221"/>
                </a:lnTo>
                <a:lnTo>
                  <a:pt x="2769418" y="543660"/>
                </a:lnTo>
                <a:lnTo>
                  <a:pt x="2773997" y="531125"/>
                </a:lnTo>
                <a:lnTo>
                  <a:pt x="2789478" y="523742"/>
                </a:lnTo>
                <a:lnTo>
                  <a:pt x="2807669" y="520253"/>
                </a:lnTo>
                <a:lnTo>
                  <a:pt x="2855062" y="492542"/>
                </a:lnTo>
                <a:lnTo>
                  <a:pt x="2860881" y="482197"/>
                </a:lnTo>
                <a:lnTo>
                  <a:pt x="2880597" y="475395"/>
                </a:lnTo>
                <a:lnTo>
                  <a:pt x="2897258" y="464270"/>
                </a:lnTo>
                <a:lnTo>
                  <a:pt x="2910946" y="466124"/>
                </a:lnTo>
                <a:lnTo>
                  <a:pt x="2925777" y="462648"/>
                </a:lnTo>
                <a:lnTo>
                  <a:pt x="2965727" y="448978"/>
                </a:lnTo>
                <a:lnTo>
                  <a:pt x="2982754" y="430901"/>
                </a:lnTo>
                <a:lnTo>
                  <a:pt x="2998749" y="419447"/>
                </a:lnTo>
                <a:lnTo>
                  <a:pt x="3028612" y="400795"/>
                </a:lnTo>
                <a:lnTo>
                  <a:pt x="3057464" y="361049"/>
                </a:lnTo>
                <a:lnTo>
                  <a:pt x="3074021" y="349896"/>
                </a:lnTo>
                <a:lnTo>
                  <a:pt x="3108228" y="316704"/>
                </a:lnTo>
                <a:lnTo>
                  <a:pt x="3118174" y="303766"/>
                </a:lnTo>
                <a:lnTo>
                  <a:pt x="3125529" y="286900"/>
                </a:lnTo>
                <a:lnTo>
                  <a:pt x="3132785" y="266510"/>
                </a:lnTo>
                <a:lnTo>
                  <a:pt x="3122654" y="256117"/>
                </a:lnTo>
                <a:lnTo>
                  <a:pt x="3110829" y="251423"/>
                </a:lnTo>
                <a:lnTo>
                  <a:pt x="3091343" y="246127"/>
                </a:lnTo>
                <a:lnTo>
                  <a:pt x="3051579" y="230602"/>
                </a:lnTo>
                <a:lnTo>
                  <a:pt x="3032502" y="230759"/>
                </a:lnTo>
                <a:lnTo>
                  <a:pt x="3013738" y="228775"/>
                </a:lnTo>
                <a:lnTo>
                  <a:pt x="3004355" y="221078"/>
                </a:lnTo>
                <a:lnTo>
                  <a:pt x="2993650" y="216411"/>
                </a:lnTo>
                <a:lnTo>
                  <a:pt x="3064666" y="228898"/>
                </a:lnTo>
                <a:lnTo>
                  <a:pt x="3095223" y="241303"/>
                </a:lnTo>
                <a:lnTo>
                  <a:pt x="3107491" y="242289"/>
                </a:lnTo>
                <a:lnTo>
                  <a:pt x="3124201" y="251197"/>
                </a:lnTo>
                <a:lnTo>
                  <a:pt x="3134250" y="253469"/>
                </a:lnTo>
                <a:lnTo>
                  <a:pt x="3144102" y="252347"/>
                </a:lnTo>
                <a:lnTo>
                  <a:pt x="3157955" y="245114"/>
                </a:lnTo>
                <a:lnTo>
                  <a:pt x="3177555" y="226107"/>
                </a:lnTo>
                <a:lnTo>
                  <a:pt x="3193692" y="199874"/>
                </a:lnTo>
                <a:lnTo>
                  <a:pt x="3227457" y="164096"/>
                </a:lnTo>
                <a:lnTo>
                  <a:pt x="3256555" y="148605"/>
                </a:lnTo>
                <a:lnTo>
                  <a:pt x="3261161" y="139122"/>
                </a:lnTo>
                <a:lnTo>
                  <a:pt x="3270565" y="132259"/>
                </a:lnTo>
                <a:lnTo>
                  <a:pt x="3285052" y="126183"/>
                </a:lnTo>
                <a:lnTo>
                  <a:pt x="3298467" y="124103"/>
                </a:lnTo>
                <a:lnTo>
                  <a:pt x="3306740" y="119156"/>
                </a:lnTo>
                <a:lnTo>
                  <a:pt x="3299877" y="112499"/>
                </a:lnTo>
                <a:lnTo>
                  <a:pt x="3325133" y="104145"/>
                </a:lnTo>
                <a:lnTo>
                  <a:pt x="3381870" y="93567"/>
                </a:lnTo>
                <a:lnTo>
                  <a:pt x="3390826" y="93238"/>
                </a:lnTo>
                <a:lnTo>
                  <a:pt x="3401706" y="91302"/>
                </a:lnTo>
                <a:lnTo>
                  <a:pt x="3414028" y="76906"/>
                </a:lnTo>
                <a:lnTo>
                  <a:pt x="3417110" y="55804"/>
                </a:lnTo>
                <a:lnTo>
                  <a:pt x="3449924" y="882"/>
                </a:lnTo>
                <a:lnTo>
                  <a:pt x="345189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13" name="pl67">
            <a:extLst>
              <a:ext uri="{FF2B5EF4-FFF2-40B4-BE49-F238E27FC236}">
                <a16:creationId xmlns:a16="http://schemas.microsoft.com/office/drawing/2014/main" id="{79F7F583-7722-FC6E-B815-BE39E6DD6A37}"/>
              </a:ext>
            </a:extLst>
          </p:cNvPr>
          <p:cNvSpPr/>
          <p:nvPr/>
        </p:nvSpPr>
        <p:spPr>
          <a:xfrm>
            <a:off x="3241752" y="4485774"/>
            <a:ext cx="8141" cy="4816"/>
          </a:xfrm>
          <a:custGeom>
            <a:avLst/>
            <a:gdLst/>
            <a:ahLst/>
            <a:cxnLst/>
            <a:rect l="0" t="0" r="0" b="0"/>
            <a:pathLst>
              <a:path w="8141" h="4816">
                <a:moveTo>
                  <a:pt x="3087" y="4502"/>
                </a:moveTo>
                <a:lnTo>
                  <a:pt x="8021" y="3113"/>
                </a:lnTo>
                <a:lnTo>
                  <a:pt x="8141" y="177"/>
                </a:lnTo>
                <a:lnTo>
                  <a:pt x="4896" y="0"/>
                </a:lnTo>
                <a:lnTo>
                  <a:pt x="0" y="2647"/>
                </a:lnTo>
                <a:lnTo>
                  <a:pt x="245" y="4816"/>
                </a:lnTo>
                <a:lnTo>
                  <a:pt x="3087" y="4502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14" name="rc68">
            <a:extLst>
              <a:ext uri="{FF2B5EF4-FFF2-40B4-BE49-F238E27FC236}">
                <a16:creationId xmlns:a16="http://schemas.microsoft.com/office/drawing/2014/main" id="{656E2AC0-9B29-9538-0ECB-7B9BD0D8E85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15" name="rc69">
            <a:extLst>
              <a:ext uri="{FF2B5EF4-FFF2-40B4-BE49-F238E27FC236}">
                <a16:creationId xmlns:a16="http://schemas.microsoft.com/office/drawing/2014/main" id="{E5972B84-0F20-465F-30B0-1A0B53AFD2F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16" name="rc70">
            <a:extLst>
              <a:ext uri="{FF2B5EF4-FFF2-40B4-BE49-F238E27FC236}">
                <a16:creationId xmlns:a16="http://schemas.microsoft.com/office/drawing/2014/main" id="{1FE72CE6-898D-3AB5-0169-6A439CF4363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17" name="rc71">
            <a:extLst>
              <a:ext uri="{FF2B5EF4-FFF2-40B4-BE49-F238E27FC236}">
                <a16:creationId xmlns:a16="http://schemas.microsoft.com/office/drawing/2014/main" id="{42ECDA52-85F8-D48C-C340-A2F45203810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18" name="rc72">
            <a:extLst>
              <a:ext uri="{FF2B5EF4-FFF2-40B4-BE49-F238E27FC236}">
                <a16:creationId xmlns:a16="http://schemas.microsoft.com/office/drawing/2014/main" id="{3BF28379-7907-EB82-A211-C5064DF24E1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19" name="rc73">
            <a:extLst>
              <a:ext uri="{FF2B5EF4-FFF2-40B4-BE49-F238E27FC236}">
                <a16:creationId xmlns:a16="http://schemas.microsoft.com/office/drawing/2014/main" id="{F803C25D-764B-5BB8-8CEC-4D8B33D33B5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20" name="rc74">
            <a:extLst>
              <a:ext uri="{FF2B5EF4-FFF2-40B4-BE49-F238E27FC236}">
                <a16:creationId xmlns:a16="http://schemas.microsoft.com/office/drawing/2014/main" id="{8B152BE1-6060-CE1C-DC7D-4B3E0A8F751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21" name="rc75">
            <a:extLst>
              <a:ext uri="{FF2B5EF4-FFF2-40B4-BE49-F238E27FC236}">
                <a16:creationId xmlns:a16="http://schemas.microsoft.com/office/drawing/2014/main" id="{CBB4814B-F73E-6039-A3CD-6B12C7C5F4E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22" name="rc76">
            <a:extLst>
              <a:ext uri="{FF2B5EF4-FFF2-40B4-BE49-F238E27FC236}">
                <a16:creationId xmlns:a16="http://schemas.microsoft.com/office/drawing/2014/main" id="{F44AF721-10A3-7306-221C-0FC825ECCD7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23" name="rc77">
            <a:extLst>
              <a:ext uri="{FF2B5EF4-FFF2-40B4-BE49-F238E27FC236}">
                <a16:creationId xmlns:a16="http://schemas.microsoft.com/office/drawing/2014/main" id="{E5F15053-DBD1-EC4D-9A2D-05FFCEDC5BE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24" name="rc78">
            <a:extLst>
              <a:ext uri="{FF2B5EF4-FFF2-40B4-BE49-F238E27FC236}">
                <a16:creationId xmlns:a16="http://schemas.microsoft.com/office/drawing/2014/main" id="{D2610A49-9BCD-D87A-D95D-C1AD3B9E93B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25" name="rc79">
            <a:extLst>
              <a:ext uri="{FF2B5EF4-FFF2-40B4-BE49-F238E27FC236}">
                <a16:creationId xmlns:a16="http://schemas.microsoft.com/office/drawing/2014/main" id="{912DFD36-8F9F-26D2-9B8A-E90334F8D91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26" name="rc80">
            <a:extLst>
              <a:ext uri="{FF2B5EF4-FFF2-40B4-BE49-F238E27FC236}">
                <a16:creationId xmlns:a16="http://schemas.microsoft.com/office/drawing/2014/main" id="{19FB7A8F-46E7-8FD9-6073-C5810DFD5BF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27" name="rc81">
            <a:extLst>
              <a:ext uri="{FF2B5EF4-FFF2-40B4-BE49-F238E27FC236}">
                <a16:creationId xmlns:a16="http://schemas.microsoft.com/office/drawing/2014/main" id="{E5B065CC-B342-2085-7392-045E1FE0EAF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28" name="rc82">
            <a:extLst>
              <a:ext uri="{FF2B5EF4-FFF2-40B4-BE49-F238E27FC236}">
                <a16:creationId xmlns:a16="http://schemas.microsoft.com/office/drawing/2014/main" id="{61D01D41-C309-C071-85F5-86AD904851B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29" name="rc83">
            <a:extLst>
              <a:ext uri="{FF2B5EF4-FFF2-40B4-BE49-F238E27FC236}">
                <a16:creationId xmlns:a16="http://schemas.microsoft.com/office/drawing/2014/main" id="{0F560035-51FF-37F5-F87C-74A2EF3D004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30" name="rc84">
            <a:extLst>
              <a:ext uri="{FF2B5EF4-FFF2-40B4-BE49-F238E27FC236}">
                <a16:creationId xmlns:a16="http://schemas.microsoft.com/office/drawing/2014/main" id="{FD417E84-88F9-660E-D64D-AAD591E13ED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31" name="rc85">
            <a:extLst>
              <a:ext uri="{FF2B5EF4-FFF2-40B4-BE49-F238E27FC236}">
                <a16:creationId xmlns:a16="http://schemas.microsoft.com/office/drawing/2014/main" id="{B8CA5084-3DD4-970A-452A-0F8E6FDB73F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32" name="rc86">
            <a:extLst>
              <a:ext uri="{FF2B5EF4-FFF2-40B4-BE49-F238E27FC236}">
                <a16:creationId xmlns:a16="http://schemas.microsoft.com/office/drawing/2014/main" id="{42DCBEFF-2ABC-1F75-3247-3D7385BC19D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33" name="rc87">
            <a:extLst>
              <a:ext uri="{FF2B5EF4-FFF2-40B4-BE49-F238E27FC236}">
                <a16:creationId xmlns:a16="http://schemas.microsoft.com/office/drawing/2014/main" id="{A136D520-068F-E781-866D-F44AB0983A5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34" name="rc88">
            <a:extLst>
              <a:ext uri="{FF2B5EF4-FFF2-40B4-BE49-F238E27FC236}">
                <a16:creationId xmlns:a16="http://schemas.microsoft.com/office/drawing/2014/main" id="{1183E3F5-46B1-B4BA-F1F1-E3D2FF42681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35" name="rc89">
            <a:extLst>
              <a:ext uri="{FF2B5EF4-FFF2-40B4-BE49-F238E27FC236}">
                <a16:creationId xmlns:a16="http://schemas.microsoft.com/office/drawing/2014/main" id="{B39A745C-76D1-438C-F7AB-249AA48E585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36" name="rc90">
            <a:extLst>
              <a:ext uri="{FF2B5EF4-FFF2-40B4-BE49-F238E27FC236}">
                <a16:creationId xmlns:a16="http://schemas.microsoft.com/office/drawing/2014/main" id="{505A8AEB-3786-AEFA-F2A1-0CE390C858D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37" name="rc91">
            <a:extLst>
              <a:ext uri="{FF2B5EF4-FFF2-40B4-BE49-F238E27FC236}">
                <a16:creationId xmlns:a16="http://schemas.microsoft.com/office/drawing/2014/main" id="{C9C96DE7-FE02-CD05-0081-097676129FA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38" name="rc92">
            <a:extLst>
              <a:ext uri="{FF2B5EF4-FFF2-40B4-BE49-F238E27FC236}">
                <a16:creationId xmlns:a16="http://schemas.microsoft.com/office/drawing/2014/main" id="{4D993DD6-4D34-9667-959A-FB41FADB66A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39" name="rc93">
            <a:extLst>
              <a:ext uri="{FF2B5EF4-FFF2-40B4-BE49-F238E27FC236}">
                <a16:creationId xmlns:a16="http://schemas.microsoft.com/office/drawing/2014/main" id="{892174F0-76B2-AA52-1E4E-EC777A6BA98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40" name="rc94">
            <a:extLst>
              <a:ext uri="{FF2B5EF4-FFF2-40B4-BE49-F238E27FC236}">
                <a16:creationId xmlns:a16="http://schemas.microsoft.com/office/drawing/2014/main" id="{112BF4C7-9AEB-67C1-82BA-F2233430772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41" name="rc95">
            <a:extLst>
              <a:ext uri="{FF2B5EF4-FFF2-40B4-BE49-F238E27FC236}">
                <a16:creationId xmlns:a16="http://schemas.microsoft.com/office/drawing/2014/main" id="{927AA9F8-24A5-53F7-C794-347F1F8994D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42" name="rc96">
            <a:extLst>
              <a:ext uri="{FF2B5EF4-FFF2-40B4-BE49-F238E27FC236}">
                <a16:creationId xmlns:a16="http://schemas.microsoft.com/office/drawing/2014/main" id="{31EF9868-1251-C4C1-10C3-921E3F05E42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43" name="rc97">
            <a:extLst>
              <a:ext uri="{FF2B5EF4-FFF2-40B4-BE49-F238E27FC236}">
                <a16:creationId xmlns:a16="http://schemas.microsoft.com/office/drawing/2014/main" id="{DC482468-9D2E-7CA1-9518-33402D14ED0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44" name="rc98">
            <a:extLst>
              <a:ext uri="{FF2B5EF4-FFF2-40B4-BE49-F238E27FC236}">
                <a16:creationId xmlns:a16="http://schemas.microsoft.com/office/drawing/2014/main" id="{CC758E6F-915C-27E7-C60B-0BCE7E1C7EF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45" name="rc99">
            <a:extLst>
              <a:ext uri="{FF2B5EF4-FFF2-40B4-BE49-F238E27FC236}">
                <a16:creationId xmlns:a16="http://schemas.microsoft.com/office/drawing/2014/main" id="{B9746213-BC2F-3962-664E-E9063DBCBAA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46" name="rc100">
            <a:extLst>
              <a:ext uri="{FF2B5EF4-FFF2-40B4-BE49-F238E27FC236}">
                <a16:creationId xmlns:a16="http://schemas.microsoft.com/office/drawing/2014/main" id="{CF80F0E2-074D-9055-8E74-6CCDD623921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47" name="rc101">
            <a:extLst>
              <a:ext uri="{FF2B5EF4-FFF2-40B4-BE49-F238E27FC236}">
                <a16:creationId xmlns:a16="http://schemas.microsoft.com/office/drawing/2014/main" id="{2E129A10-8C4F-37A0-87BF-C73B1BE0967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48" name="rc102">
            <a:extLst>
              <a:ext uri="{FF2B5EF4-FFF2-40B4-BE49-F238E27FC236}">
                <a16:creationId xmlns:a16="http://schemas.microsoft.com/office/drawing/2014/main" id="{E9F51974-DBB7-4961-957A-53BFB2C2562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49" name="rc103">
            <a:extLst>
              <a:ext uri="{FF2B5EF4-FFF2-40B4-BE49-F238E27FC236}">
                <a16:creationId xmlns:a16="http://schemas.microsoft.com/office/drawing/2014/main" id="{60CD6358-ED6F-0AF2-D3EE-34772B41DE0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50" name="rc104">
            <a:extLst>
              <a:ext uri="{FF2B5EF4-FFF2-40B4-BE49-F238E27FC236}">
                <a16:creationId xmlns:a16="http://schemas.microsoft.com/office/drawing/2014/main" id="{4ADC7CBC-E203-E0B2-CB9B-A101CEC5728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51" name="rc105">
            <a:extLst>
              <a:ext uri="{FF2B5EF4-FFF2-40B4-BE49-F238E27FC236}">
                <a16:creationId xmlns:a16="http://schemas.microsoft.com/office/drawing/2014/main" id="{3F483F9A-EEAD-8B27-0666-E8903D8F67B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52" name="rc106">
            <a:extLst>
              <a:ext uri="{FF2B5EF4-FFF2-40B4-BE49-F238E27FC236}">
                <a16:creationId xmlns:a16="http://schemas.microsoft.com/office/drawing/2014/main" id="{49FFDC08-A3B0-4C51-00DE-269E3B8E952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53" name="rc107">
            <a:extLst>
              <a:ext uri="{FF2B5EF4-FFF2-40B4-BE49-F238E27FC236}">
                <a16:creationId xmlns:a16="http://schemas.microsoft.com/office/drawing/2014/main" id="{1A3E8304-BE34-B561-9545-B9C785852C5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54" name="rc108">
            <a:extLst>
              <a:ext uri="{FF2B5EF4-FFF2-40B4-BE49-F238E27FC236}">
                <a16:creationId xmlns:a16="http://schemas.microsoft.com/office/drawing/2014/main" id="{CD102EAF-0C0C-C288-AA37-980B270BD23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55" name="rc109">
            <a:extLst>
              <a:ext uri="{FF2B5EF4-FFF2-40B4-BE49-F238E27FC236}">
                <a16:creationId xmlns:a16="http://schemas.microsoft.com/office/drawing/2014/main" id="{0275F463-D31B-91BC-1004-07395A40055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56" name="rc110">
            <a:extLst>
              <a:ext uri="{FF2B5EF4-FFF2-40B4-BE49-F238E27FC236}">
                <a16:creationId xmlns:a16="http://schemas.microsoft.com/office/drawing/2014/main" id="{D7F4670D-B0D9-23AF-41B1-5F7CD582556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57" name="rc111">
            <a:extLst>
              <a:ext uri="{FF2B5EF4-FFF2-40B4-BE49-F238E27FC236}">
                <a16:creationId xmlns:a16="http://schemas.microsoft.com/office/drawing/2014/main" id="{7F699117-80F8-339B-568A-6738CD5ED60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58" name="rc112">
            <a:extLst>
              <a:ext uri="{FF2B5EF4-FFF2-40B4-BE49-F238E27FC236}">
                <a16:creationId xmlns:a16="http://schemas.microsoft.com/office/drawing/2014/main" id="{D0F7B83E-D9DC-9470-D5C9-A193510E6D6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59" name="rc113">
            <a:extLst>
              <a:ext uri="{FF2B5EF4-FFF2-40B4-BE49-F238E27FC236}">
                <a16:creationId xmlns:a16="http://schemas.microsoft.com/office/drawing/2014/main" id="{58E373E4-86AD-897F-7561-D725C558258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60" name="rc114">
            <a:extLst>
              <a:ext uri="{FF2B5EF4-FFF2-40B4-BE49-F238E27FC236}">
                <a16:creationId xmlns:a16="http://schemas.microsoft.com/office/drawing/2014/main" id="{46A2184C-4974-A8C0-51F0-BA3D6BF3510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61" name="rc115">
            <a:extLst>
              <a:ext uri="{FF2B5EF4-FFF2-40B4-BE49-F238E27FC236}">
                <a16:creationId xmlns:a16="http://schemas.microsoft.com/office/drawing/2014/main" id="{41685EB8-39B6-5E79-60EB-4ED633E46C2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62" name="rc116">
            <a:extLst>
              <a:ext uri="{FF2B5EF4-FFF2-40B4-BE49-F238E27FC236}">
                <a16:creationId xmlns:a16="http://schemas.microsoft.com/office/drawing/2014/main" id="{A2160796-C80E-43CF-4B47-3F49F489927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63" name="rc117">
            <a:extLst>
              <a:ext uri="{FF2B5EF4-FFF2-40B4-BE49-F238E27FC236}">
                <a16:creationId xmlns:a16="http://schemas.microsoft.com/office/drawing/2014/main" id="{B16EA0BF-36CE-BF84-897E-8E13F5B7882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64" name="rc118">
            <a:extLst>
              <a:ext uri="{FF2B5EF4-FFF2-40B4-BE49-F238E27FC236}">
                <a16:creationId xmlns:a16="http://schemas.microsoft.com/office/drawing/2014/main" id="{176CE2E3-A350-74F1-827C-C7D189B6EFA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65" name="rc119">
            <a:extLst>
              <a:ext uri="{FF2B5EF4-FFF2-40B4-BE49-F238E27FC236}">
                <a16:creationId xmlns:a16="http://schemas.microsoft.com/office/drawing/2014/main" id="{87406236-69D1-5AC7-01FA-633CF55F179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66" name="rc120">
            <a:extLst>
              <a:ext uri="{FF2B5EF4-FFF2-40B4-BE49-F238E27FC236}">
                <a16:creationId xmlns:a16="http://schemas.microsoft.com/office/drawing/2014/main" id="{A9687276-C01E-919D-F170-F1C543969C8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67" name="rc121">
            <a:extLst>
              <a:ext uri="{FF2B5EF4-FFF2-40B4-BE49-F238E27FC236}">
                <a16:creationId xmlns:a16="http://schemas.microsoft.com/office/drawing/2014/main" id="{8D8E4135-9F15-BF46-D8FF-1952F16AE82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68" name="rc122">
            <a:extLst>
              <a:ext uri="{FF2B5EF4-FFF2-40B4-BE49-F238E27FC236}">
                <a16:creationId xmlns:a16="http://schemas.microsoft.com/office/drawing/2014/main" id="{2C831D85-DDE3-185E-ACE3-CB2034304D8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69" name="rc123">
            <a:extLst>
              <a:ext uri="{FF2B5EF4-FFF2-40B4-BE49-F238E27FC236}">
                <a16:creationId xmlns:a16="http://schemas.microsoft.com/office/drawing/2014/main" id="{4FD5F299-ECED-19AE-B359-67E9AFD374D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70" name="rc124">
            <a:extLst>
              <a:ext uri="{FF2B5EF4-FFF2-40B4-BE49-F238E27FC236}">
                <a16:creationId xmlns:a16="http://schemas.microsoft.com/office/drawing/2014/main" id="{451E364B-8B91-85C5-9D74-4AA0B845C9E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71" name="rc125">
            <a:extLst>
              <a:ext uri="{FF2B5EF4-FFF2-40B4-BE49-F238E27FC236}">
                <a16:creationId xmlns:a16="http://schemas.microsoft.com/office/drawing/2014/main" id="{69E6F83C-DAEB-CB88-451C-4F469D94FFD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72" name="rc126">
            <a:extLst>
              <a:ext uri="{FF2B5EF4-FFF2-40B4-BE49-F238E27FC236}">
                <a16:creationId xmlns:a16="http://schemas.microsoft.com/office/drawing/2014/main" id="{0A33FAC8-BF23-38B0-FDC0-A32C2FBF1D7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73" name="rc127">
            <a:extLst>
              <a:ext uri="{FF2B5EF4-FFF2-40B4-BE49-F238E27FC236}">
                <a16:creationId xmlns:a16="http://schemas.microsoft.com/office/drawing/2014/main" id="{9B090905-0891-54F9-336C-D6ADF3E3148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74" name="rc128">
            <a:extLst>
              <a:ext uri="{FF2B5EF4-FFF2-40B4-BE49-F238E27FC236}">
                <a16:creationId xmlns:a16="http://schemas.microsoft.com/office/drawing/2014/main" id="{843D3116-1F41-445F-4234-032F0B793EC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75" name="rc129">
            <a:extLst>
              <a:ext uri="{FF2B5EF4-FFF2-40B4-BE49-F238E27FC236}">
                <a16:creationId xmlns:a16="http://schemas.microsoft.com/office/drawing/2014/main" id="{236755A2-309A-C26D-077D-C6B25776FFE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76" name="rc130">
            <a:extLst>
              <a:ext uri="{FF2B5EF4-FFF2-40B4-BE49-F238E27FC236}">
                <a16:creationId xmlns:a16="http://schemas.microsoft.com/office/drawing/2014/main" id="{40D9A924-E2B7-E937-28D5-A4D95E075BD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77" name="rc131">
            <a:extLst>
              <a:ext uri="{FF2B5EF4-FFF2-40B4-BE49-F238E27FC236}">
                <a16:creationId xmlns:a16="http://schemas.microsoft.com/office/drawing/2014/main" id="{7B12D818-DA3A-BDD4-A6A0-DE9DF0D7FCB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78" name="rc132">
            <a:extLst>
              <a:ext uri="{FF2B5EF4-FFF2-40B4-BE49-F238E27FC236}">
                <a16:creationId xmlns:a16="http://schemas.microsoft.com/office/drawing/2014/main" id="{BCF6080A-2354-3B92-50C5-617E332E851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79" name="rc133">
            <a:extLst>
              <a:ext uri="{FF2B5EF4-FFF2-40B4-BE49-F238E27FC236}">
                <a16:creationId xmlns:a16="http://schemas.microsoft.com/office/drawing/2014/main" id="{0FD86EF7-3F12-FFBC-20FB-B314BB6E54D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80" name="rc134">
            <a:extLst>
              <a:ext uri="{FF2B5EF4-FFF2-40B4-BE49-F238E27FC236}">
                <a16:creationId xmlns:a16="http://schemas.microsoft.com/office/drawing/2014/main" id="{B58D721C-3983-85DF-20D6-55F5C617999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81" name="rc135">
            <a:extLst>
              <a:ext uri="{FF2B5EF4-FFF2-40B4-BE49-F238E27FC236}">
                <a16:creationId xmlns:a16="http://schemas.microsoft.com/office/drawing/2014/main" id="{8DF56F2F-094E-D4DD-EFE7-70B5B82A44A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82" name="rc136">
            <a:extLst>
              <a:ext uri="{FF2B5EF4-FFF2-40B4-BE49-F238E27FC236}">
                <a16:creationId xmlns:a16="http://schemas.microsoft.com/office/drawing/2014/main" id="{719FF867-DB90-6010-D828-529ABA868A9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83" name="rc137">
            <a:extLst>
              <a:ext uri="{FF2B5EF4-FFF2-40B4-BE49-F238E27FC236}">
                <a16:creationId xmlns:a16="http://schemas.microsoft.com/office/drawing/2014/main" id="{6E893C28-4FB7-2D70-BC34-96488205FC4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84" name="rc138">
            <a:extLst>
              <a:ext uri="{FF2B5EF4-FFF2-40B4-BE49-F238E27FC236}">
                <a16:creationId xmlns:a16="http://schemas.microsoft.com/office/drawing/2014/main" id="{A50487AA-7E3C-C0BC-5D4B-309C10E32B7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85" name="rc139">
            <a:extLst>
              <a:ext uri="{FF2B5EF4-FFF2-40B4-BE49-F238E27FC236}">
                <a16:creationId xmlns:a16="http://schemas.microsoft.com/office/drawing/2014/main" id="{847E9B78-2C46-3D52-EED0-6A1BD8B20E5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86" name="rc140">
            <a:extLst>
              <a:ext uri="{FF2B5EF4-FFF2-40B4-BE49-F238E27FC236}">
                <a16:creationId xmlns:a16="http://schemas.microsoft.com/office/drawing/2014/main" id="{92A20A32-18DA-634C-06B2-3F1797F5105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87" name="rc141">
            <a:extLst>
              <a:ext uri="{FF2B5EF4-FFF2-40B4-BE49-F238E27FC236}">
                <a16:creationId xmlns:a16="http://schemas.microsoft.com/office/drawing/2014/main" id="{36A1EAAB-8C1A-0588-F2DD-1282B74714B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88" name="rc142">
            <a:extLst>
              <a:ext uri="{FF2B5EF4-FFF2-40B4-BE49-F238E27FC236}">
                <a16:creationId xmlns:a16="http://schemas.microsoft.com/office/drawing/2014/main" id="{3C17FA40-4999-2212-D535-9B77C56AEEA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89" name="rc143">
            <a:extLst>
              <a:ext uri="{FF2B5EF4-FFF2-40B4-BE49-F238E27FC236}">
                <a16:creationId xmlns:a16="http://schemas.microsoft.com/office/drawing/2014/main" id="{89A0571D-F53B-C696-5F68-0E2C47106F2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90" name="rc144">
            <a:extLst>
              <a:ext uri="{FF2B5EF4-FFF2-40B4-BE49-F238E27FC236}">
                <a16:creationId xmlns:a16="http://schemas.microsoft.com/office/drawing/2014/main" id="{1B2B3545-FE47-109E-7B1C-D92E0C5F14A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91" name="rc145">
            <a:extLst>
              <a:ext uri="{FF2B5EF4-FFF2-40B4-BE49-F238E27FC236}">
                <a16:creationId xmlns:a16="http://schemas.microsoft.com/office/drawing/2014/main" id="{893FCDD0-4DEC-886C-07D6-7C47129D981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92" name="rc146">
            <a:extLst>
              <a:ext uri="{FF2B5EF4-FFF2-40B4-BE49-F238E27FC236}">
                <a16:creationId xmlns:a16="http://schemas.microsoft.com/office/drawing/2014/main" id="{5BA5AC41-A8B8-B0D5-D492-6E90DE3A7EF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93" name="rc147">
            <a:extLst>
              <a:ext uri="{FF2B5EF4-FFF2-40B4-BE49-F238E27FC236}">
                <a16:creationId xmlns:a16="http://schemas.microsoft.com/office/drawing/2014/main" id="{31CF7B1C-8C3B-FE72-36F6-64994CEA275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94" name="rc148">
            <a:extLst>
              <a:ext uri="{FF2B5EF4-FFF2-40B4-BE49-F238E27FC236}">
                <a16:creationId xmlns:a16="http://schemas.microsoft.com/office/drawing/2014/main" id="{754B5363-71C8-B871-4E1F-FC1F855A755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95" name="rc149">
            <a:extLst>
              <a:ext uri="{FF2B5EF4-FFF2-40B4-BE49-F238E27FC236}">
                <a16:creationId xmlns:a16="http://schemas.microsoft.com/office/drawing/2014/main" id="{5F8B21AF-5CE4-4443-6A99-35ACB7F6E35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96" name="rc150">
            <a:extLst>
              <a:ext uri="{FF2B5EF4-FFF2-40B4-BE49-F238E27FC236}">
                <a16:creationId xmlns:a16="http://schemas.microsoft.com/office/drawing/2014/main" id="{21F5FE21-E5B7-9F85-0E36-60A3B6E90BC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97" name="rc151">
            <a:extLst>
              <a:ext uri="{FF2B5EF4-FFF2-40B4-BE49-F238E27FC236}">
                <a16:creationId xmlns:a16="http://schemas.microsoft.com/office/drawing/2014/main" id="{54D35209-870B-139C-0583-A52157B4E60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98" name="rc152">
            <a:extLst>
              <a:ext uri="{FF2B5EF4-FFF2-40B4-BE49-F238E27FC236}">
                <a16:creationId xmlns:a16="http://schemas.microsoft.com/office/drawing/2014/main" id="{4FEE58EB-1A89-89FC-BF03-7F319D77DB1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99" name="rc153">
            <a:extLst>
              <a:ext uri="{FF2B5EF4-FFF2-40B4-BE49-F238E27FC236}">
                <a16:creationId xmlns:a16="http://schemas.microsoft.com/office/drawing/2014/main" id="{9CD6B741-2374-7722-8F2F-6E8D2DE9E17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00" name="rc154">
            <a:extLst>
              <a:ext uri="{FF2B5EF4-FFF2-40B4-BE49-F238E27FC236}">
                <a16:creationId xmlns:a16="http://schemas.microsoft.com/office/drawing/2014/main" id="{29C96F1E-CFFC-56BA-96CC-8A229C5940A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01" name="rc155">
            <a:extLst>
              <a:ext uri="{FF2B5EF4-FFF2-40B4-BE49-F238E27FC236}">
                <a16:creationId xmlns:a16="http://schemas.microsoft.com/office/drawing/2014/main" id="{B260C24F-D5CE-DA5E-19E1-605E62FEBB2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02" name="rc156">
            <a:extLst>
              <a:ext uri="{FF2B5EF4-FFF2-40B4-BE49-F238E27FC236}">
                <a16:creationId xmlns:a16="http://schemas.microsoft.com/office/drawing/2014/main" id="{D45A7EF3-8EEC-7342-46E0-5C9979F51AD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03" name="rc157">
            <a:extLst>
              <a:ext uri="{FF2B5EF4-FFF2-40B4-BE49-F238E27FC236}">
                <a16:creationId xmlns:a16="http://schemas.microsoft.com/office/drawing/2014/main" id="{8106E2F7-7A7A-5D9E-6865-6376FC302EF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04" name="rc158">
            <a:extLst>
              <a:ext uri="{FF2B5EF4-FFF2-40B4-BE49-F238E27FC236}">
                <a16:creationId xmlns:a16="http://schemas.microsoft.com/office/drawing/2014/main" id="{4454508A-D0CB-17B6-7275-52C4876A224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05" name="rc159">
            <a:extLst>
              <a:ext uri="{FF2B5EF4-FFF2-40B4-BE49-F238E27FC236}">
                <a16:creationId xmlns:a16="http://schemas.microsoft.com/office/drawing/2014/main" id="{03B36785-9E30-8BC4-12F4-5B9DFD873AF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06" name="rc160">
            <a:extLst>
              <a:ext uri="{FF2B5EF4-FFF2-40B4-BE49-F238E27FC236}">
                <a16:creationId xmlns:a16="http://schemas.microsoft.com/office/drawing/2014/main" id="{FE5757C6-7ACA-B85D-9B2C-B8359CF7BA3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07" name="rc161">
            <a:extLst>
              <a:ext uri="{FF2B5EF4-FFF2-40B4-BE49-F238E27FC236}">
                <a16:creationId xmlns:a16="http://schemas.microsoft.com/office/drawing/2014/main" id="{7C286ED6-F466-E899-F312-158318A5D00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08" name="rc162">
            <a:extLst>
              <a:ext uri="{FF2B5EF4-FFF2-40B4-BE49-F238E27FC236}">
                <a16:creationId xmlns:a16="http://schemas.microsoft.com/office/drawing/2014/main" id="{84118B3D-E884-A364-D246-23E318AAF8C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09" name="rc163">
            <a:extLst>
              <a:ext uri="{FF2B5EF4-FFF2-40B4-BE49-F238E27FC236}">
                <a16:creationId xmlns:a16="http://schemas.microsoft.com/office/drawing/2014/main" id="{625D0021-C15F-51D5-2035-789F6A612C7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10" name="rc164">
            <a:extLst>
              <a:ext uri="{FF2B5EF4-FFF2-40B4-BE49-F238E27FC236}">
                <a16:creationId xmlns:a16="http://schemas.microsoft.com/office/drawing/2014/main" id="{CD94470E-7DCB-C247-DAE4-0B57BD4D6C2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11" name="rc165">
            <a:extLst>
              <a:ext uri="{FF2B5EF4-FFF2-40B4-BE49-F238E27FC236}">
                <a16:creationId xmlns:a16="http://schemas.microsoft.com/office/drawing/2014/main" id="{1FE2E91E-417F-164A-5E4C-237A80C4737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12" name="rc166">
            <a:extLst>
              <a:ext uri="{FF2B5EF4-FFF2-40B4-BE49-F238E27FC236}">
                <a16:creationId xmlns:a16="http://schemas.microsoft.com/office/drawing/2014/main" id="{B87F6A57-92B6-CE9F-984B-6E947150423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13" name="rc167">
            <a:extLst>
              <a:ext uri="{FF2B5EF4-FFF2-40B4-BE49-F238E27FC236}">
                <a16:creationId xmlns:a16="http://schemas.microsoft.com/office/drawing/2014/main" id="{8701603C-FBA5-B2BE-DFC2-C071C8C9EAC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14" name="rc168">
            <a:extLst>
              <a:ext uri="{FF2B5EF4-FFF2-40B4-BE49-F238E27FC236}">
                <a16:creationId xmlns:a16="http://schemas.microsoft.com/office/drawing/2014/main" id="{5BBC2793-1D48-439A-86FE-2D37BE52A58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15" name="rc169">
            <a:extLst>
              <a:ext uri="{FF2B5EF4-FFF2-40B4-BE49-F238E27FC236}">
                <a16:creationId xmlns:a16="http://schemas.microsoft.com/office/drawing/2014/main" id="{8D211C81-0FE1-2B70-5338-E6D62301E22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16" name="rc170">
            <a:extLst>
              <a:ext uri="{FF2B5EF4-FFF2-40B4-BE49-F238E27FC236}">
                <a16:creationId xmlns:a16="http://schemas.microsoft.com/office/drawing/2014/main" id="{F03D9520-2DFB-C693-B187-B3A596A78C6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17" name="rc171">
            <a:extLst>
              <a:ext uri="{FF2B5EF4-FFF2-40B4-BE49-F238E27FC236}">
                <a16:creationId xmlns:a16="http://schemas.microsoft.com/office/drawing/2014/main" id="{E310F50B-A0B5-AA10-CFF0-40930D25087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18" name="rc172">
            <a:extLst>
              <a:ext uri="{FF2B5EF4-FFF2-40B4-BE49-F238E27FC236}">
                <a16:creationId xmlns:a16="http://schemas.microsoft.com/office/drawing/2014/main" id="{0D5F8072-772C-0258-3F09-DC2751AC07A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19" name="rc173">
            <a:extLst>
              <a:ext uri="{FF2B5EF4-FFF2-40B4-BE49-F238E27FC236}">
                <a16:creationId xmlns:a16="http://schemas.microsoft.com/office/drawing/2014/main" id="{62585177-A9CE-FFD8-F71F-AC24C1748D9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20" name="rc174">
            <a:extLst>
              <a:ext uri="{FF2B5EF4-FFF2-40B4-BE49-F238E27FC236}">
                <a16:creationId xmlns:a16="http://schemas.microsoft.com/office/drawing/2014/main" id="{1AFDBBD2-5057-7992-A557-7BDFA9BDA28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21" name="rc175">
            <a:extLst>
              <a:ext uri="{FF2B5EF4-FFF2-40B4-BE49-F238E27FC236}">
                <a16:creationId xmlns:a16="http://schemas.microsoft.com/office/drawing/2014/main" id="{E97EE10B-FBB1-C88F-57AA-0A5FAA2B364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22" name="rc176">
            <a:extLst>
              <a:ext uri="{FF2B5EF4-FFF2-40B4-BE49-F238E27FC236}">
                <a16:creationId xmlns:a16="http://schemas.microsoft.com/office/drawing/2014/main" id="{1FDEF8AF-B9A9-ADDE-512B-2B012533F38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23" name="rc177">
            <a:extLst>
              <a:ext uri="{FF2B5EF4-FFF2-40B4-BE49-F238E27FC236}">
                <a16:creationId xmlns:a16="http://schemas.microsoft.com/office/drawing/2014/main" id="{545B087F-2245-59BF-4303-9A06B3AE1C9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24" name="rc178">
            <a:extLst>
              <a:ext uri="{FF2B5EF4-FFF2-40B4-BE49-F238E27FC236}">
                <a16:creationId xmlns:a16="http://schemas.microsoft.com/office/drawing/2014/main" id="{D1336A52-44E9-8696-0FA8-38052586BBD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25" name="rc179">
            <a:extLst>
              <a:ext uri="{FF2B5EF4-FFF2-40B4-BE49-F238E27FC236}">
                <a16:creationId xmlns:a16="http://schemas.microsoft.com/office/drawing/2014/main" id="{410B4195-B622-56A1-99E5-D8B6AD2C4C4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26" name="rc180">
            <a:extLst>
              <a:ext uri="{FF2B5EF4-FFF2-40B4-BE49-F238E27FC236}">
                <a16:creationId xmlns:a16="http://schemas.microsoft.com/office/drawing/2014/main" id="{543BFFEB-86D9-2590-A77B-16895933854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27" name="rc181">
            <a:extLst>
              <a:ext uri="{FF2B5EF4-FFF2-40B4-BE49-F238E27FC236}">
                <a16:creationId xmlns:a16="http://schemas.microsoft.com/office/drawing/2014/main" id="{213F409B-4F75-0AAA-DDBB-F331B9E022E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28" name="rc182">
            <a:extLst>
              <a:ext uri="{FF2B5EF4-FFF2-40B4-BE49-F238E27FC236}">
                <a16:creationId xmlns:a16="http://schemas.microsoft.com/office/drawing/2014/main" id="{A1E1A01E-5475-1C95-DC1F-B842571579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29" name="rc183">
            <a:extLst>
              <a:ext uri="{FF2B5EF4-FFF2-40B4-BE49-F238E27FC236}">
                <a16:creationId xmlns:a16="http://schemas.microsoft.com/office/drawing/2014/main" id="{B83C5712-9921-0267-FA37-E9290CDB5FF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30" name="rc184">
            <a:extLst>
              <a:ext uri="{FF2B5EF4-FFF2-40B4-BE49-F238E27FC236}">
                <a16:creationId xmlns:a16="http://schemas.microsoft.com/office/drawing/2014/main" id="{FBE7083F-D1FA-EC4B-6272-3675DEAB2B2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31" name="rc185">
            <a:extLst>
              <a:ext uri="{FF2B5EF4-FFF2-40B4-BE49-F238E27FC236}">
                <a16:creationId xmlns:a16="http://schemas.microsoft.com/office/drawing/2014/main" id="{430B0F80-B0BB-1176-EB64-94E02B9ECE2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32" name="rc186">
            <a:extLst>
              <a:ext uri="{FF2B5EF4-FFF2-40B4-BE49-F238E27FC236}">
                <a16:creationId xmlns:a16="http://schemas.microsoft.com/office/drawing/2014/main" id="{97AC766F-9CF9-D291-D76E-A5202A4D335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33" name="rc187">
            <a:extLst>
              <a:ext uri="{FF2B5EF4-FFF2-40B4-BE49-F238E27FC236}">
                <a16:creationId xmlns:a16="http://schemas.microsoft.com/office/drawing/2014/main" id="{551F5F98-C4A4-2536-0EB3-BB973A0B7A7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34" name="rc188">
            <a:extLst>
              <a:ext uri="{FF2B5EF4-FFF2-40B4-BE49-F238E27FC236}">
                <a16:creationId xmlns:a16="http://schemas.microsoft.com/office/drawing/2014/main" id="{3594BAAA-4F45-972E-8F83-389AFF101AD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35" name="rc189">
            <a:extLst>
              <a:ext uri="{FF2B5EF4-FFF2-40B4-BE49-F238E27FC236}">
                <a16:creationId xmlns:a16="http://schemas.microsoft.com/office/drawing/2014/main" id="{01D51C62-1D2A-0E14-E55F-F22CFCD6A3D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36" name="rc190">
            <a:extLst>
              <a:ext uri="{FF2B5EF4-FFF2-40B4-BE49-F238E27FC236}">
                <a16:creationId xmlns:a16="http://schemas.microsoft.com/office/drawing/2014/main" id="{785FFB85-1B82-C7D4-A080-655570C6B3B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37" name="rc191">
            <a:extLst>
              <a:ext uri="{FF2B5EF4-FFF2-40B4-BE49-F238E27FC236}">
                <a16:creationId xmlns:a16="http://schemas.microsoft.com/office/drawing/2014/main" id="{B17F908A-C572-3C7D-A8B8-C8A9002ACFD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38" name="rc192">
            <a:extLst>
              <a:ext uri="{FF2B5EF4-FFF2-40B4-BE49-F238E27FC236}">
                <a16:creationId xmlns:a16="http://schemas.microsoft.com/office/drawing/2014/main" id="{60E2F9F6-DCB6-7C1A-ADF9-4AE0461B00B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39" name="rc193">
            <a:extLst>
              <a:ext uri="{FF2B5EF4-FFF2-40B4-BE49-F238E27FC236}">
                <a16:creationId xmlns:a16="http://schemas.microsoft.com/office/drawing/2014/main" id="{E5C45DD8-2D51-D407-CDFE-52E3186E4D8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40" name="rc194">
            <a:extLst>
              <a:ext uri="{FF2B5EF4-FFF2-40B4-BE49-F238E27FC236}">
                <a16:creationId xmlns:a16="http://schemas.microsoft.com/office/drawing/2014/main" id="{26FFA4D5-4D40-CA2F-5B10-2806EDC8637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41" name="rc195">
            <a:extLst>
              <a:ext uri="{FF2B5EF4-FFF2-40B4-BE49-F238E27FC236}">
                <a16:creationId xmlns:a16="http://schemas.microsoft.com/office/drawing/2014/main" id="{FA84FE4F-663A-9304-F07E-8194E9EF1D6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42" name="rc196">
            <a:extLst>
              <a:ext uri="{FF2B5EF4-FFF2-40B4-BE49-F238E27FC236}">
                <a16:creationId xmlns:a16="http://schemas.microsoft.com/office/drawing/2014/main" id="{9E9D96B3-F37E-5687-0A4D-4D356A0B630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43" name="rc197">
            <a:extLst>
              <a:ext uri="{FF2B5EF4-FFF2-40B4-BE49-F238E27FC236}">
                <a16:creationId xmlns:a16="http://schemas.microsoft.com/office/drawing/2014/main" id="{D469FB04-B523-65D2-A3B4-58026C63294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44" name="rc198">
            <a:extLst>
              <a:ext uri="{FF2B5EF4-FFF2-40B4-BE49-F238E27FC236}">
                <a16:creationId xmlns:a16="http://schemas.microsoft.com/office/drawing/2014/main" id="{55B664A6-2588-5BED-3D60-550BE7AEDDE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45" name="rc199">
            <a:extLst>
              <a:ext uri="{FF2B5EF4-FFF2-40B4-BE49-F238E27FC236}">
                <a16:creationId xmlns:a16="http://schemas.microsoft.com/office/drawing/2014/main" id="{F19DC07B-BC62-5009-B234-DC6231AC6F2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46" name="rc200">
            <a:extLst>
              <a:ext uri="{FF2B5EF4-FFF2-40B4-BE49-F238E27FC236}">
                <a16:creationId xmlns:a16="http://schemas.microsoft.com/office/drawing/2014/main" id="{58BD59E1-3FBC-9698-7CCF-95F37F24FBA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47" name="rc201">
            <a:extLst>
              <a:ext uri="{FF2B5EF4-FFF2-40B4-BE49-F238E27FC236}">
                <a16:creationId xmlns:a16="http://schemas.microsoft.com/office/drawing/2014/main" id="{46DBCEFC-5316-03E2-1AC3-188D5EFE6E2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48" name="rc202">
            <a:extLst>
              <a:ext uri="{FF2B5EF4-FFF2-40B4-BE49-F238E27FC236}">
                <a16:creationId xmlns:a16="http://schemas.microsoft.com/office/drawing/2014/main" id="{3DB41DAB-F637-82DD-268D-7428025DFAC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49" name="rc203">
            <a:extLst>
              <a:ext uri="{FF2B5EF4-FFF2-40B4-BE49-F238E27FC236}">
                <a16:creationId xmlns:a16="http://schemas.microsoft.com/office/drawing/2014/main" id="{E5CF3A42-C2CD-7448-4092-6CEF671ED71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50" name="rc204">
            <a:extLst>
              <a:ext uri="{FF2B5EF4-FFF2-40B4-BE49-F238E27FC236}">
                <a16:creationId xmlns:a16="http://schemas.microsoft.com/office/drawing/2014/main" id="{EF7A4C39-75C4-0005-EB0B-6553F3A0C85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51" name="rc205">
            <a:extLst>
              <a:ext uri="{FF2B5EF4-FFF2-40B4-BE49-F238E27FC236}">
                <a16:creationId xmlns:a16="http://schemas.microsoft.com/office/drawing/2014/main" id="{7CE93BCD-348F-D28F-BBA9-EE9DBE808B9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52" name="rc206">
            <a:extLst>
              <a:ext uri="{FF2B5EF4-FFF2-40B4-BE49-F238E27FC236}">
                <a16:creationId xmlns:a16="http://schemas.microsoft.com/office/drawing/2014/main" id="{455D6ED6-2BB1-4F8B-E94A-1A3E1802ED7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53" name="rc207">
            <a:extLst>
              <a:ext uri="{FF2B5EF4-FFF2-40B4-BE49-F238E27FC236}">
                <a16:creationId xmlns:a16="http://schemas.microsoft.com/office/drawing/2014/main" id="{8E3E1FFD-644B-732F-4034-B2045A53FFC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54" name="rc208">
            <a:extLst>
              <a:ext uri="{FF2B5EF4-FFF2-40B4-BE49-F238E27FC236}">
                <a16:creationId xmlns:a16="http://schemas.microsoft.com/office/drawing/2014/main" id="{F4C72961-8B4B-3A76-E548-E28AF9E23D2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55" name="rc209">
            <a:extLst>
              <a:ext uri="{FF2B5EF4-FFF2-40B4-BE49-F238E27FC236}">
                <a16:creationId xmlns:a16="http://schemas.microsoft.com/office/drawing/2014/main" id="{699D18DC-EEBA-9059-4388-F35B8A524CF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56" name="rc210">
            <a:extLst>
              <a:ext uri="{FF2B5EF4-FFF2-40B4-BE49-F238E27FC236}">
                <a16:creationId xmlns:a16="http://schemas.microsoft.com/office/drawing/2014/main" id="{8819BBCC-903E-48B1-8D35-DC9A711C2C8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57" name="rc211">
            <a:extLst>
              <a:ext uri="{FF2B5EF4-FFF2-40B4-BE49-F238E27FC236}">
                <a16:creationId xmlns:a16="http://schemas.microsoft.com/office/drawing/2014/main" id="{2DB47C91-FA32-954D-EC6B-2803581C78C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58" name="rc212">
            <a:extLst>
              <a:ext uri="{FF2B5EF4-FFF2-40B4-BE49-F238E27FC236}">
                <a16:creationId xmlns:a16="http://schemas.microsoft.com/office/drawing/2014/main" id="{FE70A49E-6A27-B91C-307A-6FD71F8B15D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59" name="rc213">
            <a:extLst>
              <a:ext uri="{FF2B5EF4-FFF2-40B4-BE49-F238E27FC236}">
                <a16:creationId xmlns:a16="http://schemas.microsoft.com/office/drawing/2014/main" id="{8B0AC3A7-787A-B706-B632-CA631F05EC8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60" name="rc214">
            <a:extLst>
              <a:ext uri="{FF2B5EF4-FFF2-40B4-BE49-F238E27FC236}">
                <a16:creationId xmlns:a16="http://schemas.microsoft.com/office/drawing/2014/main" id="{0BDBAF85-D44A-2EA0-B9BC-FE9112692CA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61" name="rc215">
            <a:extLst>
              <a:ext uri="{FF2B5EF4-FFF2-40B4-BE49-F238E27FC236}">
                <a16:creationId xmlns:a16="http://schemas.microsoft.com/office/drawing/2014/main" id="{E579246B-42DC-52D8-3061-E8C010F4A84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62" name="rc216">
            <a:extLst>
              <a:ext uri="{FF2B5EF4-FFF2-40B4-BE49-F238E27FC236}">
                <a16:creationId xmlns:a16="http://schemas.microsoft.com/office/drawing/2014/main" id="{9C674BEF-8A29-820F-61E9-4D0A54C40CC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63" name="rc217">
            <a:extLst>
              <a:ext uri="{FF2B5EF4-FFF2-40B4-BE49-F238E27FC236}">
                <a16:creationId xmlns:a16="http://schemas.microsoft.com/office/drawing/2014/main" id="{01D30B81-B391-C2C5-49E0-0D6C599F492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64" name="rc218">
            <a:extLst>
              <a:ext uri="{FF2B5EF4-FFF2-40B4-BE49-F238E27FC236}">
                <a16:creationId xmlns:a16="http://schemas.microsoft.com/office/drawing/2014/main" id="{7673700E-132C-89B3-5522-123F1DCA313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65" name="rc219">
            <a:extLst>
              <a:ext uri="{FF2B5EF4-FFF2-40B4-BE49-F238E27FC236}">
                <a16:creationId xmlns:a16="http://schemas.microsoft.com/office/drawing/2014/main" id="{88C09BD0-F93A-718F-6DC8-32C7737A65A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66" name="rc220">
            <a:extLst>
              <a:ext uri="{FF2B5EF4-FFF2-40B4-BE49-F238E27FC236}">
                <a16:creationId xmlns:a16="http://schemas.microsoft.com/office/drawing/2014/main" id="{E6495557-8D68-B0E3-8240-FC6EA57E8EC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67" name="rc221">
            <a:extLst>
              <a:ext uri="{FF2B5EF4-FFF2-40B4-BE49-F238E27FC236}">
                <a16:creationId xmlns:a16="http://schemas.microsoft.com/office/drawing/2014/main" id="{7F9D0044-150F-9B7A-49C1-2ED97F214A9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68" name="rc222">
            <a:extLst>
              <a:ext uri="{FF2B5EF4-FFF2-40B4-BE49-F238E27FC236}">
                <a16:creationId xmlns:a16="http://schemas.microsoft.com/office/drawing/2014/main" id="{032CCFD2-3183-CBD1-1837-3D3F432C53E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69" name="rc223">
            <a:extLst>
              <a:ext uri="{FF2B5EF4-FFF2-40B4-BE49-F238E27FC236}">
                <a16:creationId xmlns:a16="http://schemas.microsoft.com/office/drawing/2014/main" id="{557E39F0-31A1-1E89-2CBA-674CD1FA103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70" name="rc224">
            <a:extLst>
              <a:ext uri="{FF2B5EF4-FFF2-40B4-BE49-F238E27FC236}">
                <a16:creationId xmlns:a16="http://schemas.microsoft.com/office/drawing/2014/main" id="{9F4C1DF4-D08B-AF67-31B7-FD9FBA1A103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71" name="rc225">
            <a:extLst>
              <a:ext uri="{FF2B5EF4-FFF2-40B4-BE49-F238E27FC236}">
                <a16:creationId xmlns:a16="http://schemas.microsoft.com/office/drawing/2014/main" id="{3E04B30E-6E11-03A2-F0F3-D1DAAA84286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72" name="rc226">
            <a:extLst>
              <a:ext uri="{FF2B5EF4-FFF2-40B4-BE49-F238E27FC236}">
                <a16:creationId xmlns:a16="http://schemas.microsoft.com/office/drawing/2014/main" id="{DE0F3155-5661-2B27-A91C-44493C4FE3F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73" name="rc227">
            <a:extLst>
              <a:ext uri="{FF2B5EF4-FFF2-40B4-BE49-F238E27FC236}">
                <a16:creationId xmlns:a16="http://schemas.microsoft.com/office/drawing/2014/main" id="{F1654BD7-D694-302C-0BFF-0AEA20C396A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74" name="rc228">
            <a:extLst>
              <a:ext uri="{FF2B5EF4-FFF2-40B4-BE49-F238E27FC236}">
                <a16:creationId xmlns:a16="http://schemas.microsoft.com/office/drawing/2014/main" id="{63A7837E-A93C-B60F-781D-8965BBA5925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75" name="rc229">
            <a:extLst>
              <a:ext uri="{FF2B5EF4-FFF2-40B4-BE49-F238E27FC236}">
                <a16:creationId xmlns:a16="http://schemas.microsoft.com/office/drawing/2014/main" id="{66FDDD7A-D917-9A90-481C-18444059256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76" name="rc230">
            <a:extLst>
              <a:ext uri="{FF2B5EF4-FFF2-40B4-BE49-F238E27FC236}">
                <a16:creationId xmlns:a16="http://schemas.microsoft.com/office/drawing/2014/main" id="{022AC603-9738-A347-F464-D9F0972BF66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77" name="rc231">
            <a:extLst>
              <a:ext uri="{FF2B5EF4-FFF2-40B4-BE49-F238E27FC236}">
                <a16:creationId xmlns:a16="http://schemas.microsoft.com/office/drawing/2014/main" id="{479CB294-31C7-88F5-4F47-9EE15890C39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78" name="rc232">
            <a:extLst>
              <a:ext uri="{FF2B5EF4-FFF2-40B4-BE49-F238E27FC236}">
                <a16:creationId xmlns:a16="http://schemas.microsoft.com/office/drawing/2014/main" id="{BF8E9DFF-71E7-3437-F083-571DD30C4E1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79" name="rc233">
            <a:extLst>
              <a:ext uri="{FF2B5EF4-FFF2-40B4-BE49-F238E27FC236}">
                <a16:creationId xmlns:a16="http://schemas.microsoft.com/office/drawing/2014/main" id="{22B17600-C85E-9518-784F-C641C92CA0B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80" name="rc234">
            <a:extLst>
              <a:ext uri="{FF2B5EF4-FFF2-40B4-BE49-F238E27FC236}">
                <a16:creationId xmlns:a16="http://schemas.microsoft.com/office/drawing/2014/main" id="{BEB64B58-A3F8-A2DF-5FB7-6732E575881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81" name="rc235">
            <a:extLst>
              <a:ext uri="{FF2B5EF4-FFF2-40B4-BE49-F238E27FC236}">
                <a16:creationId xmlns:a16="http://schemas.microsoft.com/office/drawing/2014/main" id="{93EDFDFD-C01F-4293-81A8-BABB2778DEF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82" name="rc236">
            <a:extLst>
              <a:ext uri="{FF2B5EF4-FFF2-40B4-BE49-F238E27FC236}">
                <a16:creationId xmlns:a16="http://schemas.microsoft.com/office/drawing/2014/main" id="{C1B5CF10-4E2A-6E30-10BA-CFF1864DA7E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83" name="rc237">
            <a:extLst>
              <a:ext uri="{FF2B5EF4-FFF2-40B4-BE49-F238E27FC236}">
                <a16:creationId xmlns:a16="http://schemas.microsoft.com/office/drawing/2014/main" id="{ED25F4D7-0B3B-FB16-1732-087B0210437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84" name="rc238">
            <a:extLst>
              <a:ext uri="{FF2B5EF4-FFF2-40B4-BE49-F238E27FC236}">
                <a16:creationId xmlns:a16="http://schemas.microsoft.com/office/drawing/2014/main" id="{61038FBF-C883-51C6-7906-7CA2C98C584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85" name="rc239">
            <a:extLst>
              <a:ext uri="{FF2B5EF4-FFF2-40B4-BE49-F238E27FC236}">
                <a16:creationId xmlns:a16="http://schemas.microsoft.com/office/drawing/2014/main" id="{D367B6C6-17ED-3FA7-69E5-06B9C9BBD5F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86" name="rc240">
            <a:extLst>
              <a:ext uri="{FF2B5EF4-FFF2-40B4-BE49-F238E27FC236}">
                <a16:creationId xmlns:a16="http://schemas.microsoft.com/office/drawing/2014/main" id="{40DE9535-6977-3516-7142-703BF16C8EA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87" name="rc241">
            <a:extLst>
              <a:ext uri="{FF2B5EF4-FFF2-40B4-BE49-F238E27FC236}">
                <a16:creationId xmlns:a16="http://schemas.microsoft.com/office/drawing/2014/main" id="{4289A59F-8564-E736-EABF-B96E944E21B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88" name="rc242">
            <a:extLst>
              <a:ext uri="{FF2B5EF4-FFF2-40B4-BE49-F238E27FC236}">
                <a16:creationId xmlns:a16="http://schemas.microsoft.com/office/drawing/2014/main" id="{17FC369D-423F-D352-7E7C-C9AC0724A6D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89" name="rc243">
            <a:extLst>
              <a:ext uri="{FF2B5EF4-FFF2-40B4-BE49-F238E27FC236}">
                <a16:creationId xmlns:a16="http://schemas.microsoft.com/office/drawing/2014/main" id="{EE7C1792-EF89-BF23-E350-FE6D001660C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90" name="rc244">
            <a:extLst>
              <a:ext uri="{FF2B5EF4-FFF2-40B4-BE49-F238E27FC236}">
                <a16:creationId xmlns:a16="http://schemas.microsoft.com/office/drawing/2014/main" id="{66EDF60A-6894-9412-183E-3A994A84C52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91" name="rc245">
            <a:extLst>
              <a:ext uri="{FF2B5EF4-FFF2-40B4-BE49-F238E27FC236}">
                <a16:creationId xmlns:a16="http://schemas.microsoft.com/office/drawing/2014/main" id="{71680B22-2CE7-961B-85FE-DE5AC47E4FA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92" name="rc246">
            <a:extLst>
              <a:ext uri="{FF2B5EF4-FFF2-40B4-BE49-F238E27FC236}">
                <a16:creationId xmlns:a16="http://schemas.microsoft.com/office/drawing/2014/main" id="{5BCB6F06-7D69-B775-DA64-16DCDE944A8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93" name="rc247">
            <a:extLst>
              <a:ext uri="{FF2B5EF4-FFF2-40B4-BE49-F238E27FC236}">
                <a16:creationId xmlns:a16="http://schemas.microsoft.com/office/drawing/2014/main" id="{8ACF4AA7-19F5-7F6B-143A-D1948FCE199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94" name="rc248">
            <a:extLst>
              <a:ext uri="{FF2B5EF4-FFF2-40B4-BE49-F238E27FC236}">
                <a16:creationId xmlns:a16="http://schemas.microsoft.com/office/drawing/2014/main" id="{AA072011-5EBE-784C-D3C5-2A0BEFCA77B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95" name="rc249">
            <a:extLst>
              <a:ext uri="{FF2B5EF4-FFF2-40B4-BE49-F238E27FC236}">
                <a16:creationId xmlns:a16="http://schemas.microsoft.com/office/drawing/2014/main" id="{A4D6E86D-66DA-989B-1083-D44F7154A7A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96" name="rc250">
            <a:extLst>
              <a:ext uri="{FF2B5EF4-FFF2-40B4-BE49-F238E27FC236}">
                <a16:creationId xmlns:a16="http://schemas.microsoft.com/office/drawing/2014/main" id="{2F58E23A-6F09-300D-6C11-EB2BFC07A66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97" name="rc251">
            <a:extLst>
              <a:ext uri="{FF2B5EF4-FFF2-40B4-BE49-F238E27FC236}">
                <a16:creationId xmlns:a16="http://schemas.microsoft.com/office/drawing/2014/main" id="{60D4073B-BAFE-FBBC-E14E-22B44EB0AE3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98" name="rc252">
            <a:extLst>
              <a:ext uri="{FF2B5EF4-FFF2-40B4-BE49-F238E27FC236}">
                <a16:creationId xmlns:a16="http://schemas.microsoft.com/office/drawing/2014/main" id="{A4493B2E-E7CB-49D8-4399-AE4BF6EC0C0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99" name="rc253">
            <a:extLst>
              <a:ext uri="{FF2B5EF4-FFF2-40B4-BE49-F238E27FC236}">
                <a16:creationId xmlns:a16="http://schemas.microsoft.com/office/drawing/2014/main" id="{9E196BD6-07AB-87FA-491C-3043743B2C8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00" name="rc254">
            <a:extLst>
              <a:ext uri="{FF2B5EF4-FFF2-40B4-BE49-F238E27FC236}">
                <a16:creationId xmlns:a16="http://schemas.microsoft.com/office/drawing/2014/main" id="{BB39117C-A42E-164C-372F-7B8400DA09E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01" name="rc255">
            <a:extLst>
              <a:ext uri="{FF2B5EF4-FFF2-40B4-BE49-F238E27FC236}">
                <a16:creationId xmlns:a16="http://schemas.microsoft.com/office/drawing/2014/main" id="{B91FE2B2-261A-C5CA-7097-2ED38017C5E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02" name="rc256">
            <a:extLst>
              <a:ext uri="{FF2B5EF4-FFF2-40B4-BE49-F238E27FC236}">
                <a16:creationId xmlns:a16="http://schemas.microsoft.com/office/drawing/2014/main" id="{3DFA1E42-7B72-4903-D342-7709DAD17C1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03" name="rc257">
            <a:extLst>
              <a:ext uri="{FF2B5EF4-FFF2-40B4-BE49-F238E27FC236}">
                <a16:creationId xmlns:a16="http://schemas.microsoft.com/office/drawing/2014/main" id="{CC58FB2B-939D-239A-F691-7BC41DCE117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04" name="rc258">
            <a:extLst>
              <a:ext uri="{FF2B5EF4-FFF2-40B4-BE49-F238E27FC236}">
                <a16:creationId xmlns:a16="http://schemas.microsoft.com/office/drawing/2014/main" id="{D926EF3C-C52A-548E-E60A-CC5C6AA169C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05" name="rc259">
            <a:extLst>
              <a:ext uri="{FF2B5EF4-FFF2-40B4-BE49-F238E27FC236}">
                <a16:creationId xmlns:a16="http://schemas.microsoft.com/office/drawing/2014/main" id="{CADA150C-A399-EAD5-6E48-507AAA94571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06" name="rc260">
            <a:extLst>
              <a:ext uri="{FF2B5EF4-FFF2-40B4-BE49-F238E27FC236}">
                <a16:creationId xmlns:a16="http://schemas.microsoft.com/office/drawing/2014/main" id="{F5ABE18F-609E-5147-DDC2-0F4B420E29C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07" name="rc261">
            <a:extLst>
              <a:ext uri="{FF2B5EF4-FFF2-40B4-BE49-F238E27FC236}">
                <a16:creationId xmlns:a16="http://schemas.microsoft.com/office/drawing/2014/main" id="{769FC169-1266-01A5-FC07-0EB450ED048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08" name="rc262">
            <a:extLst>
              <a:ext uri="{FF2B5EF4-FFF2-40B4-BE49-F238E27FC236}">
                <a16:creationId xmlns:a16="http://schemas.microsoft.com/office/drawing/2014/main" id="{2A45BE4C-049E-8C30-FCE7-FA9BDDB7246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09" name="rc263">
            <a:extLst>
              <a:ext uri="{FF2B5EF4-FFF2-40B4-BE49-F238E27FC236}">
                <a16:creationId xmlns:a16="http://schemas.microsoft.com/office/drawing/2014/main" id="{70A417ED-6971-6819-A618-2586D2E9CC4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10" name="rc264">
            <a:extLst>
              <a:ext uri="{FF2B5EF4-FFF2-40B4-BE49-F238E27FC236}">
                <a16:creationId xmlns:a16="http://schemas.microsoft.com/office/drawing/2014/main" id="{26F04B9F-E942-445A-C97E-B3E3266F450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11" name="rc265">
            <a:extLst>
              <a:ext uri="{FF2B5EF4-FFF2-40B4-BE49-F238E27FC236}">
                <a16:creationId xmlns:a16="http://schemas.microsoft.com/office/drawing/2014/main" id="{7DF91ACC-329D-057D-FECF-11B16414848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12" name="rc266">
            <a:extLst>
              <a:ext uri="{FF2B5EF4-FFF2-40B4-BE49-F238E27FC236}">
                <a16:creationId xmlns:a16="http://schemas.microsoft.com/office/drawing/2014/main" id="{516E5B9D-78EE-3EFC-0ED5-18104E14077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13" name="rc267">
            <a:extLst>
              <a:ext uri="{FF2B5EF4-FFF2-40B4-BE49-F238E27FC236}">
                <a16:creationId xmlns:a16="http://schemas.microsoft.com/office/drawing/2014/main" id="{B7FD6FE9-1E45-B7A7-A8F7-53ECECDE43E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14" name="rc268">
            <a:extLst>
              <a:ext uri="{FF2B5EF4-FFF2-40B4-BE49-F238E27FC236}">
                <a16:creationId xmlns:a16="http://schemas.microsoft.com/office/drawing/2014/main" id="{A1B3BD40-7030-1415-1139-D193BFE480D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15" name="rc269">
            <a:extLst>
              <a:ext uri="{FF2B5EF4-FFF2-40B4-BE49-F238E27FC236}">
                <a16:creationId xmlns:a16="http://schemas.microsoft.com/office/drawing/2014/main" id="{D8336DD8-FAA3-67E4-7F59-1C772F318A1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16" name="rc270">
            <a:extLst>
              <a:ext uri="{FF2B5EF4-FFF2-40B4-BE49-F238E27FC236}">
                <a16:creationId xmlns:a16="http://schemas.microsoft.com/office/drawing/2014/main" id="{70997344-3D13-5300-625A-15A9B4E3C84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17" name="rc271">
            <a:extLst>
              <a:ext uri="{FF2B5EF4-FFF2-40B4-BE49-F238E27FC236}">
                <a16:creationId xmlns:a16="http://schemas.microsoft.com/office/drawing/2014/main" id="{7191FB1E-2770-C07C-7D8C-24BD3AFD265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18" name="rc272">
            <a:extLst>
              <a:ext uri="{FF2B5EF4-FFF2-40B4-BE49-F238E27FC236}">
                <a16:creationId xmlns:a16="http://schemas.microsoft.com/office/drawing/2014/main" id="{B58B4BBA-A35A-654E-1A38-1AB46DB7BE6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19" name="rc273">
            <a:extLst>
              <a:ext uri="{FF2B5EF4-FFF2-40B4-BE49-F238E27FC236}">
                <a16:creationId xmlns:a16="http://schemas.microsoft.com/office/drawing/2014/main" id="{8418961F-23C5-7718-3650-8F6C367A490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20" name="rc274">
            <a:extLst>
              <a:ext uri="{FF2B5EF4-FFF2-40B4-BE49-F238E27FC236}">
                <a16:creationId xmlns:a16="http://schemas.microsoft.com/office/drawing/2014/main" id="{9007891C-0738-0088-C345-2189A30BDC8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21" name="rc275">
            <a:extLst>
              <a:ext uri="{FF2B5EF4-FFF2-40B4-BE49-F238E27FC236}">
                <a16:creationId xmlns:a16="http://schemas.microsoft.com/office/drawing/2014/main" id="{1CB55D49-5E55-190C-5E14-A6DF22E4174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22" name="rc276">
            <a:extLst>
              <a:ext uri="{FF2B5EF4-FFF2-40B4-BE49-F238E27FC236}">
                <a16:creationId xmlns:a16="http://schemas.microsoft.com/office/drawing/2014/main" id="{7F9E8FE7-1E05-5A58-6735-D663E47E5BB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23" name="rc277">
            <a:extLst>
              <a:ext uri="{FF2B5EF4-FFF2-40B4-BE49-F238E27FC236}">
                <a16:creationId xmlns:a16="http://schemas.microsoft.com/office/drawing/2014/main" id="{71CB018E-82F6-BAED-4BE4-7DD350BD8B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24" name="rc278">
            <a:extLst>
              <a:ext uri="{FF2B5EF4-FFF2-40B4-BE49-F238E27FC236}">
                <a16:creationId xmlns:a16="http://schemas.microsoft.com/office/drawing/2014/main" id="{AD1C6FB5-5F73-952B-188D-F8D7718D4C1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25" name="rc279">
            <a:extLst>
              <a:ext uri="{FF2B5EF4-FFF2-40B4-BE49-F238E27FC236}">
                <a16:creationId xmlns:a16="http://schemas.microsoft.com/office/drawing/2014/main" id="{A9EA3A0C-672F-8B4C-D0D2-1B883E1458C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26" name="rc280">
            <a:extLst>
              <a:ext uri="{FF2B5EF4-FFF2-40B4-BE49-F238E27FC236}">
                <a16:creationId xmlns:a16="http://schemas.microsoft.com/office/drawing/2014/main" id="{F66B0E90-1255-EADE-FB83-A96599E5BDF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27" name="rc281">
            <a:extLst>
              <a:ext uri="{FF2B5EF4-FFF2-40B4-BE49-F238E27FC236}">
                <a16:creationId xmlns:a16="http://schemas.microsoft.com/office/drawing/2014/main" id="{E5C22FB0-AE18-BE1A-8E95-932C9FC157F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28" name="rc282">
            <a:extLst>
              <a:ext uri="{FF2B5EF4-FFF2-40B4-BE49-F238E27FC236}">
                <a16:creationId xmlns:a16="http://schemas.microsoft.com/office/drawing/2014/main" id="{6C263BA0-CE98-10B9-3986-EDD58221233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29" name="rc283">
            <a:extLst>
              <a:ext uri="{FF2B5EF4-FFF2-40B4-BE49-F238E27FC236}">
                <a16:creationId xmlns:a16="http://schemas.microsoft.com/office/drawing/2014/main" id="{2FA5C9D3-3FD4-8A51-E7E1-9A934887CF0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30" name="rc284">
            <a:extLst>
              <a:ext uri="{FF2B5EF4-FFF2-40B4-BE49-F238E27FC236}">
                <a16:creationId xmlns:a16="http://schemas.microsoft.com/office/drawing/2014/main" id="{69A0948F-7678-9AEC-D279-4DA149A4555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31" name="rc285">
            <a:extLst>
              <a:ext uri="{FF2B5EF4-FFF2-40B4-BE49-F238E27FC236}">
                <a16:creationId xmlns:a16="http://schemas.microsoft.com/office/drawing/2014/main" id="{E26B8426-F594-AF60-E58F-43518587B18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32" name="rc286">
            <a:extLst>
              <a:ext uri="{FF2B5EF4-FFF2-40B4-BE49-F238E27FC236}">
                <a16:creationId xmlns:a16="http://schemas.microsoft.com/office/drawing/2014/main" id="{4F891EDA-5C28-5449-100D-6F0F34778EC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33" name="rc287">
            <a:extLst>
              <a:ext uri="{FF2B5EF4-FFF2-40B4-BE49-F238E27FC236}">
                <a16:creationId xmlns:a16="http://schemas.microsoft.com/office/drawing/2014/main" id="{387C76D6-7DE8-0915-B026-1B6136EC2A8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34" name="rc288">
            <a:extLst>
              <a:ext uri="{FF2B5EF4-FFF2-40B4-BE49-F238E27FC236}">
                <a16:creationId xmlns:a16="http://schemas.microsoft.com/office/drawing/2014/main" id="{02100A82-6672-CD12-1D7D-07155B55EB4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35" name="rc289">
            <a:extLst>
              <a:ext uri="{FF2B5EF4-FFF2-40B4-BE49-F238E27FC236}">
                <a16:creationId xmlns:a16="http://schemas.microsoft.com/office/drawing/2014/main" id="{3FB4303F-AD45-1580-8033-7646F91A9EC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36" name="rc290">
            <a:extLst>
              <a:ext uri="{FF2B5EF4-FFF2-40B4-BE49-F238E27FC236}">
                <a16:creationId xmlns:a16="http://schemas.microsoft.com/office/drawing/2014/main" id="{CB6BBEA4-95E7-4C33-509D-61595D50637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37" name="rc291">
            <a:extLst>
              <a:ext uri="{FF2B5EF4-FFF2-40B4-BE49-F238E27FC236}">
                <a16:creationId xmlns:a16="http://schemas.microsoft.com/office/drawing/2014/main" id="{885F4C6A-2791-55D2-AC5D-0FD71B8B33A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38" name="rc292">
            <a:extLst>
              <a:ext uri="{FF2B5EF4-FFF2-40B4-BE49-F238E27FC236}">
                <a16:creationId xmlns:a16="http://schemas.microsoft.com/office/drawing/2014/main" id="{CAA2FF7E-2D6D-EF70-6DC5-95A22C28956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39" name="rc293">
            <a:extLst>
              <a:ext uri="{FF2B5EF4-FFF2-40B4-BE49-F238E27FC236}">
                <a16:creationId xmlns:a16="http://schemas.microsoft.com/office/drawing/2014/main" id="{CD2CA3CE-CCFC-F953-055D-6E02B815CFC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40" name="rc294">
            <a:extLst>
              <a:ext uri="{FF2B5EF4-FFF2-40B4-BE49-F238E27FC236}">
                <a16:creationId xmlns:a16="http://schemas.microsoft.com/office/drawing/2014/main" id="{9192D560-52EE-F882-429B-2B2D8B8C1A8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41" name="rc295">
            <a:extLst>
              <a:ext uri="{FF2B5EF4-FFF2-40B4-BE49-F238E27FC236}">
                <a16:creationId xmlns:a16="http://schemas.microsoft.com/office/drawing/2014/main" id="{044BB417-EA47-B742-2A2C-C74EBE58D1C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42" name="rc296">
            <a:extLst>
              <a:ext uri="{FF2B5EF4-FFF2-40B4-BE49-F238E27FC236}">
                <a16:creationId xmlns:a16="http://schemas.microsoft.com/office/drawing/2014/main" id="{4D77E53C-85DD-30C6-EAC5-BF77600B7BD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43" name="rc297">
            <a:extLst>
              <a:ext uri="{FF2B5EF4-FFF2-40B4-BE49-F238E27FC236}">
                <a16:creationId xmlns:a16="http://schemas.microsoft.com/office/drawing/2014/main" id="{44C522F1-4354-A526-A44A-B7FA67164AB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44" name="rc298">
            <a:extLst>
              <a:ext uri="{FF2B5EF4-FFF2-40B4-BE49-F238E27FC236}">
                <a16:creationId xmlns:a16="http://schemas.microsoft.com/office/drawing/2014/main" id="{11DF24D0-0BD7-0B68-D81F-21F2EE7A9AA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45" name="rc299">
            <a:extLst>
              <a:ext uri="{FF2B5EF4-FFF2-40B4-BE49-F238E27FC236}">
                <a16:creationId xmlns:a16="http://schemas.microsoft.com/office/drawing/2014/main" id="{F0367124-D0D7-ACFB-D593-FA54C575310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46" name="rc300">
            <a:extLst>
              <a:ext uri="{FF2B5EF4-FFF2-40B4-BE49-F238E27FC236}">
                <a16:creationId xmlns:a16="http://schemas.microsoft.com/office/drawing/2014/main" id="{9033367F-F574-60E6-4B54-E47A6FD378D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47" name="rc301">
            <a:extLst>
              <a:ext uri="{FF2B5EF4-FFF2-40B4-BE49-F238E27FC236}">
                <a16:creationId xmlns:a16="http://schemas.microsoft.com/office/drawing/2014/main" id="{090E5241-3043-5B44-5044-EDAB8410921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48" name="rc302">
            <a:extLst>
              <a:ext uri="{FF2B5EF4-FFF2-40B4-BE49-F238E27FC236}">
                <a16:creationId xmlns:a16="http://schemas.microsoft.com/office/drawing/2014/main" id="{9A68F011-195C-6571-2494-30E2D51D1C3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49" name="rc303">
            <a:extLst>
              <a:ext uri="{FF2B5EF4-FFF2-40B4-BE49-F238E27FC236}">
                <a16:creationId xmlns:a16="http://schemas.microsoft.com/office/drawing/2014/main" id="{0B726897-2D4E-3DE7-84B3-4EAA7A9196D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50" name="rc304">
            <a:extLst>
              <a:ext uri="{FF2B5EF4-FFF2-40B4-BE49-F238E27FC236}">
                <a16:creationId xmlns:a16="http://schemas.microsoft.com/office/drawing/2014/main" id="{9989CC97-81D7-E5BC-02CC-D63385BA7C2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51" name="rc305">
            <a:extLst>
              <a:ext uri="{FF2B5EF4-FFF2-40B4-BE49-F238E27FC236}">
                <a16:creationId xmlns:a16="http://schemas.microsoft.com/office/drawing/2014/main" id="{EC0C2C49-F2D9-9306-BFD9-348B7DABC5E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52" name="rc306">
            <a:extLst>
              <a:ext uri="{FF2B5EF4-FFF2-40B4-BE49-F238E27FC236}">
                <a16:creationId xmlns:a16="http://schemas.microsoft.com/office/drawing/2014/main" id="{F9CE1095-DB02-3A4C-AF0A-5FEE684F612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53" name="rc307">
            <a:extLst>
              <a:ext uri="{FF2B5EF4-FFF2-40B4-BE49-F238E27FC236}">
                <a16:creationId xmlns:a16="http://schemas.microsoft.com/office/drawing/2014/main" id="{B640AF3A-1DFF-05F8-6144-C9C8A995CF8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54" name="rc308">
            <a:extLst>
              <a:ext uri="{FF2B5EF4-FFF2-40B4-BE49-F238E27FC236}">
                <a16:creationId xmlns:a16="http://schemas.microsoft.com/office/drawing/2014/main" id="{4E9977B6-BCC7-D2AC-C428-49426D30322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55" name="rc309">
            <a:extLst>
              <a:ext uri="{FF2B5EF4-FFF2-40B4-BE49-F238E27FC236}">
                <a16:creationId xmlns:a16="http://schemas.microsoft.com/office/drawing/2014/main" id="{FF18D9FF-CAB8-57C8-6EF5-90FD29D5968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56" name="rc310">
            <a:extLst>
              <a:ext uri="{FF2B5EF4-FFF2-40B4-BE49-F238E27FC236}">
                <a16:creationId xmlns:a16="http://schemas.microsoft.com/office/drawing/2014/main" id="{44663747-7930-3CAE-AA3C-79FA7683D5F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57" name="rc311">
            <a:extLst>
              <a:ext uri="{FF2B5EF4-FFF2-40B4-BE49-F238E27FC236}">
                <a16:creationId xmlns:a16="http://schemas.microsoft.com/office/drawing/2014/main" id="{CE79EB66-B1C2-B36F-ED28-70067072426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58" name="rc312">
            <a:extLst>
              <a:ext uri="{FF2B5EF4-FFF2-40B4-BE49-F238E27FC236}">
                <a16:creationId xmlns:a16="http://schemas.microsoft.com/office/drawing/2014/main" id="{0D2B7F52-2DA2-BD2C-62AC-387BE8DF28B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59" name="rc313">
            <a:extLst>
              <a:ext uri="{FF2B5EF4-FFF2-40B4-BE49-F238E27FC236}">
                <a16:creationId xmlns:a16="http://schemas.microsoft.com/office/drawing/2014/main" id="{9F9DBC27-6505-CB17-7D15-BC2785AC4BF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60" name="rc314">
            <a:extLst>
              <a:ext uri="{FF2B5EF4-FFF2-40B4-BE49-F238E27FC236}">
                <a16:creationId xmlns:a16="http://schemas.microsoft.com/office/drawing/2014/main" id="{39689170-E82D-00F9-C7CA-7F583362710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61" name="rc315">
            <a:extLst>
              <a:ext uri="{FF2B5EF4-FFF2-40B4-BE49-F238E27FC236}">
                <a16:creationId xmlns:a16="http://schemas.microsoft.com/office/drawing/2014/main" id="{452F5F10-1528-F9BF-7BC9-11C8BC032AB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62" name="rc316">
            <a:extLst>
              <a:ext uri="{FF2B5EF4-FFF2-40B4-BE49-F238E27FC236}">
                <a16:creationId xmlns:a16="http://schemas.microsoft.com/office/drawing/2014/main" id="{67B9AC79-9900-AAE8-CA3D-C5090CCB21F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63" name="rc317">
            <a:extLst>
              <a:ext uri="{FF2B5EF4-FFF2-40B4-BE49-F238E27FC236}">
                <a16:creationId xmlns:a16="http://schemas.microsoft.com/office/drawing/2014/main" id="{4FA7D080-5719-BBB8-AA78-6E0103A2678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64" name="rc318">
            <a:extLst>
              <a:ext uri="{FF2B5EF4-FFF2-40B4-BE49-F238E27FC236}">
                <a16:creationId xmlns:a16="http://schemas.microsoft.com/office/drawing/2014/main" id="{5ECA8A24-4DED-895F-871F-8F19FC94485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65" name="rc319">
            <a:extLst>
              <a:ext uri="{FF2B5EF4-FFF2-40B4-BE49-F238E27FC236}">
                <a16:creationId xmlns:a16="http://schemas.microsoft.com/office/drawing/2014/main" id="{2C3E6D2C-2987-BCBE-8721-11191A027AB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66" name="rc320">
            <a:extLst>
              <a:ext uri="{FF2B5EF4-FFF2-40B4-BE49-F238E27FC236}">
                <a16:creationId xmlns:a16="http://schemas.microsoft.com/office/drawing/2014/main" id="{CD12076B-AADD-7BEB-03DE-99D133571BD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67" name="rc321">
            <a:extLst>
              <a:ext uri="{FF2B5EF4-FFF2-40B4-BE49-F238E27FC236}">
                <a16:creationId xmlns:a16="http://schemas.microsoft.com/office/drawing/2014/main" id="{6E311328-590A-82A4-A443-2B176917177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68" name="rc322">
            <a:extLst>
              <a:ext uri="{FF2B5EF4-FFF2-40B4-BE49-F238E27FC236}">
                <a16:creationId xmlns:a16="http://schemas.microsoft.com/office/drawing/2014/main" id="{78AC2BB7-A2D6-186A-AC92-9875CABC173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69" name="rc323">
            <a:extLst>
              <a:ext uri="{FF2B5EF4-FFF2-40B4-BE49-F238E27FC236}">
                <a16:creationId xmlns:a16="http://schemas.microsoft.com/office/drawing/2014/main" id="{8775C796-EC7F-4A8D-0DD3-D2C68F46725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70" name="rc324">
            <a:extLst>
              <a:ext uri="{FF2B5EF4-FFF2-40B4-BE49-F238E27FC236}">
                <a16:creationId xmlns:a16="http://schemas.microsoft.com/office/drawing/2014/main" id="{8576AA97-850F-9A2C-9BC5-9D7A9038E4A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71" name="rc325">
            <a:extLst>
              <a:ext uri="{FF2B5EF4-FFF2-40B4-BE49-F238E27FC236}">
                <a16:creationId xmlns:a16="http://schemas.microsoft.com/office/drawing/2014/main" id="{C8415951-1C20-1710-AFAE-1064C9AEB18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72" name="rc326">
            <a:extLst>
              <a:ext uri="{FF2B5EF4-FFF2-40B4-BE49-F238E27FC236}">
                <a16:creationId xmlns:a16="http://schemas.microsoft.com/office/drawing/2014/main" id="{555A4A9C-E731-70EE-9321-C1792CBE314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73" name="rc327">
            <a:extLst>
              <a:ext uri="{FF2B5EF4-FFF2-40B4-BE49-F238E27FC236}">
                <a16:creationId xmlns:a16="http://schemas.microsoft.com/office/drawing/2014/main" id="{178B4F63-2971-67F2-2C25-357039D101E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74" name="rc328">
            <a:extLst>
              <a:ext uri="{FF2B5EF4-FFF2-40B4-BE49-F238E27FC236}">
                <a16:creationId xmlns:a16="http://schemas.microsoft.com/office/drawing/2014/main" id="{DE649EEF-57A8-B34F-FD70-6051E636C75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75" name="rc329">
            <a:extLst>
              <a:ext uri="{FF2B5EF4-FFF2-40B4-BE49-F238E27FC236}">
                <a16:creationId xmlns:a16="http://schemas.microsoft.com/office/drawing/2014/main" id="{F9EE7E43-5525-A0D5-9C9B-16FD76D382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76" name="rc330">
            <a:extLst>
              <a:ext uri="{FF2B5EF4-FFF2-40B4-BE49-F238E27FC236}">
                <a16:creationId xmlns:a16="http://schemas.microsoft.com/office/drawing/2014/main" id="{89BAF0EC-01C6-63AA-0A99-6C630E7FF4B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77" name="rc331">
            <a:extLst>
              <a:ext uri="{FF2B5EF4-FFF2-40B4-BE49-F238E27FC236}">
                <a16:creationId xmlns:a16="http://schemas.microsoft.com/office/drawing/2014/main" id="{F62AC070-DF39-B2FA-FE3A-0DA5317320A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78" name="rc332">
            <a:extLst>
              <a:ext uri="{FF2B5EF4-FFF2-40B4-BE49-F238E27FC236}">
                <a16:creationId xmlns:a16="http://schemas.microsoft.com/office/drawing/2014/main" id="{8D451A15-F6E8-7C81-B784-D55049BF92F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79" name="rc333">
            <a:extLst>
              <a:ext uri="{FF2B5EF4-FFF2-40B4-BE49-F238E27FC236}">
                <a16:creationId xmlns:a16="http://schemas.microsoft.com/office/drawing/2014/main" id="{6CA3DBB3-5950-81C5-19C6-69F38B2664F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80" name="rc334">
            <a:extLst>
              <a:ext uri="{FF2B5EF4-FFF2-40B4-BE49-F238E27FC236}">
                <a16:creationId xmlns:a16="http://schemas.microsoft.com/office/drawing/2014/main" id="{6ECBC383-B0CC-4CE8-0C30-751E880F13D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81" name="rc335">
            <a:extLst>
              <a:ext uri="{FF2B5EF4-FFF2-40B4-BE49-F238E27FC236}">
                <a16:creationId xmlns:a16="http://schemas.microsoft.com/office/drawing/2014/main" id="{4A846CE5-179B-A621-9B05-EF8B88EE3F7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82" name="rc336">
            <a:extLst>
              <a:ext uri="{FF2B5EF4-FFF2-40B4-BE49-F238E27FC236}">
                <a16:creationId xmlns:a16="http://schemas.microsoft.com/office/drawing/2014/main" id="{18A27DD2-DB5D-5CF9-2D35-32C0266A6D2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83" name="rc337">
            <a:extLst>
              <a:ext uri="{FF2B5EF4-FFF2-40B4-BE49-F238E27FC236}">
                <a16:creationId xmlns:a16="http://schemas.microsoft.com/office/drawing/2014/main" id="{6773D7B6-0825-397D-4F40-6025D8727D9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84" name="rc338">
            <a:extLst>
              <a:ext uri="{FF2B5EF4-FFF2-40B4-BE49-F238E27FC236}">
                <a16:creationId xmlns:a16="http://schemas.microsoft.com/office/drawing/2014/main" id="{ADF7C156-438B-580C-8803-D14403F0C9C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85" name="rc339">
            <a:extLst>
              <a:ext uri="{FF2B5EF4-FFF2-40B4-BE49-F238E27FC236}">
                <a16:creationId xmlns:a16="http://schemas.microsoft.com/office/drawing/2014/main" id="{242A6F18-51BB-DCD8-542C-9EA2ACBAF1B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86" name="rc340">
            <a:extLst>
              <a:ext uri="{FF2B5EF4-FFF2-40B4-BE49-F238E27FC236}">
                <a16:creationId xmlns:a16="http://schemas.microsoft.com/office/drawing/2014/main" id="{C044E3AB-09C6-7EFA-E11F-CDCD54F07D1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87" name="rc341">
            <a:extLst>
              <a:ext uri="{FF2B5EF4-FFF2-40B4-BE49-F238E27FC236}">
                <a16:creationId xmlns:a16="http://schemas.microsoft.com/office/drawing/2014/main" id="{13729BA0-DD38-E21A-99A6-71E0110619C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88" name="rc342">
            <a:extLst>
              <a:ext uri="{FF2B5EF4-FFF2-40B4-BE49-F238E27FC236}">
                <a16:creationId xmlns:a16="http://schemas.microsoft.com/office/drawing/2014/main" id="{79ACBCFA-8277-EFE5-6C4B-7DDC2ED4A2F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89" name="rc343">
            <a:extLst>
              <a:ext uri="{FF2B5EF4-FFF2-40B4-BE49-F238E27FC236}">
                <a16:creationId xmlns:a16="http://schemas.microsoft.com/office/drawing/2014/main" id="{F01BE73B-A24F-94F6-9994-9FA68ED5C81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90" name="rc344">
            <a:extLst>
              <a:ext uri="{FF2B5EF4-FFF2-40B4-BE49-F238E27FC236}">
                <a16:creationId xmlns:a16="http://schemas.microsoft.com/office/drawing/2014/main" id="{1998CD66-C952-2E34-AB2C-3514DBF9926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91" name="rc345">
            <a:extLst>
              <a:ext uri="{FF2B5EF4-FFF2-40B4-BE49-F238E27FC236}">
                <a16:creationId xmlns:a16="http://schemas.microsoft.com/office/drawing/2014/main" id="{2E152CCD-6269-DB65-4686-1D468937DF0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92" name="rc346">
            <a:extLst>
              <a:ext uri="{FF2B5EF4-FFF2-40B4-BE49-F238E27FC236}">
                <a16:creationId xmlns:a16="http://schemas.microsoft.com/office/drawing/2014/main" id="{ABD86682-4339-5954-4636-C921CE94204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93" name="rc347">
            <a:extLst>
              <a:ext uri="{FF2B5EF4-FFF2-40B4-BE49-F238E27FC236}">
                <a16:creationId xmlns:a16="http://schemas.microsoft.com/office/drawing/2014/main" id="{2FBB0F91-4705-41B9-4C5F-8ED6390BF7A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94" name="rc348">
            <a:extLst>
              <a:ext uri="{FF2B5EF4-FFF2-40B4-BE49-F238E27FC236}">
                <a16:creationId xmlns:a16="http://schemas.microsoft.com/office/drawing/2014/main" id="{86AE0F2E-51B5-961D-CFA2-A76175E94A3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95" name="rc349">
            <a:extLst>
              <a:ext uri="{FF2B5EF4-FFF2-40B4-BE49-F238E27FC236}">
                <a16:creationId xmlns:a16="http://schemas.microsoft.com/office/drawing/2014/main" id="{5A49CF9D-4E75-F6E1-3481-83EC1411329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96" name="rc350">
            <a:extLst>
              <a:ext uri="{FF2B5EF4-FFF2-40B4-BE49-F238E27FC236}">
                <a16:creationId xmlns:a16="http://schemas.microsoft.com/office/drawing/2014/main" id="{BBBB0036-2ABF-9210-A0D6-09EDE0E9F15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97" name="rc351">
            <a:extLst>
              <a:ext uri="{FF2B5EF4-FFF2-40B4-BE49-F238E27FC236}">
                <a16:creationId xmlns:a16="http://schemas.microsoft.com/office/drawing/2014/main" id="{9D1A14B5-D3A5-A457-B85F-9999C6FBF30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98" name="rc352">
            <a:extLst>
              <a:ext uri="{FF2B5EF4-FFF2-40B4-BE49-F238E27FC236}">
                <a16:creationId xmlns:a16="http://schemas.microsoft.com/office/drawing/2014/main" id="{A93E88B8-C90A-0126-AC12-AE1BD4AD2D9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99" name="rc353">
            <a:extLst>
              <a:ext uri="{FF2B5EF4-FFF2-40B4-BE49-F238E27FC236}">
                <a16:creationId xmlns:a16="http://schemas.microsoft.com/office/drawing/2014/main" id="{0635D41E-F64F-E47B-9435-63F79D4D32F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00" name="rc354">
            <a:extLst>
              <a:ext uri="{FF2B5EF4-FFF2-40B4-BE49-F238E27FC236}">
                <a16:creationId xmlns:a16="http://schemas.microsoft.com/office/drawing/2014/main" id="{346DF056-D5CE-375C-4D24-E7C49863A92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01" name="rc355">
            <a:extLst>
              <a:ext uri="{FF2B5EF4-FFF2-40B4-BE49-F238E27FC236}">
                <a16:creationId xmlns:a16="http://schemas.microsoft.com/office/drawing/2014/main" id="{9279C424-AA02-7836-83E5-DF8AEAF59AB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02" name="rc356">
            <a:extLst>
              <a:ext uri="{FF2B5EF4-FFF2-40B4-BE49-F238E27FC236}">
                <a16:creationId xmlns:a16="http://schemas.microsoft.com/office/drawing/2014/main" id="{3C0B0F09-064E-1FF5-1887-D217BD95DBA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03" name="rc357">
            <a:extLst>
              <a:ext uri="{FF2B5EF4-FFF2-40B4-BE49-F238E27FC236}">
                <a16:creationId xmlns:a16="http://schemas.microsoft.com/office/drawing/2014/main" id="{EECEC0C4-D227-0D6A-2DA2-5773A2D03CB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04" name="rc358">
            <a:extLst>
              <a:ext uri="{FF2B5EF4-FFF2-40B4-BE49-F238E27FC236}">
                <a16:creationId xmlns:a16="http://schemas.microsoft.com/office/drawing/2014/main" id="{8DF8BC6A-A6D2-546A-834A-8D3ADFD4FAA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05" name="rc359">
            <a:extLst>
              <a:ext uri="{FF2B5EF4-FFF2-40B4-BE49-F238E27FC236}">
                <a16:creationId xmlns:a16="http://schemas.microsoft.com/office/drawing/2014/main" id="{5DBC607F-1828-6B56-FC46-C9FA7C5E73D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06" name="rc360">
            <a:extLst>
              <a:ext uri="{FF2B5EF4-FFF2-40B4-BE49-F238E27FC236}">
                <a16:creationId xmlns:a16="http://schemas.microsoft.com/office/drawing/2014/main" id="{F7E8FE46-1504-BEFD-D989-CCA2C3B7719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07" name="rc361">
            <a:extLst>
              <a:ext uri="{FF2B5EF4-FFF2-40B4-BE49-F238E27FC236}">
                <a16:creationId xmlns:a16="http://schemas.microsoft.com/office/drawing/2014/main" id="{4010ECE3-74F5-03FD-B611-02ABBB16F1A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08" name="rc362">
            <a:extLst>
              <a:ext uri="{FF2B5EF4-FFF2-40B4-BE49-F238E27FC236}">
                <a16:creationId xmlns:a16="http://schemas.microsoft.com/office/drawing/2014/main" id="{908231DF-1769-30A4-A09A-3C434A867A3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09" name="rc363">
            <a:extLst>
              <a:ext uri="{FF2B5EF4-FFF2-40B4-BE49-F238E27FC236}">
                <a16:creationId xmlns:a16="http://schemas.microsoft.com/office/drawing/2014/main" id="{0EAF3D7E-DE7A-4C02-9676-ABB8B0ECF51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10" name="rc364">
            <a:extLst>
              <a:ext uri="{FF2B5EF4-FFF2-40B4-BE49-F238E27FC236}">
                <a16:creationId xmlns:a16="http://schemas.microsoft.com/office/drawing/2014/main" id="{D67B5439-137D-47B1-B080-78E54BB9EB1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11" name="rc365">
            <a:extLst>
              <a:ext uri="{FF2B5EF4-FFF2-40B4-BE49-F238E27FC236}">
                <a16:creationId xmlns:a16="http://schemas.microsoft.com/office/drawing/2014/main" id="{DBDB1385-923F-3B2C-47CA-EFD0406D07B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12" name="rc366">
            <a:extLst>
              <a:ext uri="{FF2B5EF4-FFF2-40B4-BE49-F238E27FC236}">
                <a16:creationId xmlns:a16="http://schemas.microsoft.com/office/drawing/2014/main" id="{FD845997-7538-1E9C-008F-BDC57114D12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13" name="rc367">
            <a:extLst>
              <a:ext uri="{FF2B5EF4-FFF2-40B4-BE49-F238E27FC236}">
                <a16:creationId xmlns:a16="http://schemas.microsoft.com/office/drawing/2014/main" id="{B973CFC3-1EEF-7952-C25F-C1D3916A104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14" name="rc368">
            <a:extLst>
              <a:ext uri="{FF2B5EF4-FFF2-40B4-BE49-F238E27FC236}">
                <a16:creationId xmlns:a16="http://schemas.microsoft.com/office/drawing/2014/main" id="{F1A06F8C-55D8-FC99-E6D4-625814AAEB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15" name="rc369">
            <a:extLst>
              <a:ext uri="{FF2B5EF4-FFF2-40B4-BE49-F238E27FC236}">
                <a16:creationId xmlns:a16="http://schemas.microsoft.com/office/drawing/2014/main" id="{8EBFD4C1-9150-9FEF-BD3F-E2ABAA2DE52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16" name="rc370">
            <a:extLst>
              <a:ext uri="{FF2B5EF4-FFF2-40B4-BE49-F238E27FC236}">
                <a16:creationId xmlns:a16="http://schemas.microsoft.com/office/drawing/2014/main" id="{8AFA7CA9-B27A-446C-949A-7352CCADE76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17" name="rc371">
            <a:extLst>
              <a:ext uri="{FF2B5EF4-FFF2-40B4-BE49-F238E27FC236}">
                <a16:creationId xmlns:a16="http://schemas.microsoft.com/office/drawing/2014/main" id="{C2C18981-9565-0771-4121-DFA3831D132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18" name="rc372">
            <a:extLst>
              <a:ext uri="{FF2B5EF4-FFF2-40B4-BE49-F238E27FC236}">
                <a16:creationId xmlns:a16="http://schemas.microsoft.com/office/drawing/2014/main" id="{579A4D9D-0507-D022-7AF1-D22F20D982B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19" name="rc373">
            <a:extLst>
              <a:ext uri="{FF2B5EF4-FFF2-40B4-BE49-F238E27FC236}">
                <a16:creationId xmlns:a16="http://schemas.microsoft.com/office/drawing/2014/main" id="{84DF1F15-0455-9DFD-F23F-DCA029A27A9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20" name="rc374">
            <a:extLst>
              <a:ext uri="{FF2B5EF4-FFF2-40B4-BE49-F238E27FC236}">
                <a16:creationId xmlns:a16="http://schemas.microsoft.com/office/drawing/2014/main" id="{AB8BDD1E-0D7D-C50D-36D0-3A45BDEC71C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21" name="rc375">
            <a:extLst>
              <a:ext uri="{FF2B5EF4-FFF2-40B4-BE49-F238E27FC236}">
                <a16:creationId xmlns:a16="http://schemas.microsoft.com/office/drawing/2014/main" id="{DB05693A-98F6-FBAE-4121-89AE10EFA0E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22" name="rc376">
            <a:extLst>
              <a:ext uri="{FF2B5EF4-FFF2-40B4-BE49-F238E27FC236}">
                <a16:creationId xmlns:a16="http://schemas.microsoft.com/office/drawing/2014/main" id="{AC938D90-C984-EF65-BCC4-B2F422BF4F9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23" name="rc377">
            <a:extLst>
              <a:ext uri="{FF2B5EF4-FFF2-40B4-BE49-F238E27FC236}">
                <a16:creationId xmlns:a16="http://schemas.microsoft.com/office/drawing/2014/main" id="{A02B6019-1F5E-0A6A-49D1-28EECAD5BF9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24" name="rc378">
            <a:extLst>
              <a:ext uri="{FF2B5EF4-FFF2-40B4-BE49-F238E27FC236}">
                <a16:creationId xmlns:a16="http://schemas.microsoft.com/office/drawing/2014/main" id="{2F2ECBAF-A126-0BB2-6BFD-69E596BA01B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25" name="rc379">
            <a:extLst>
              <a:ext uri="{FF2B5EF4-FFF2-40B4-BE49-F238E27FC236}">
                <a16:creationId xmlns:a16="http://schemas.microsoft.com/office/drawing/2014/main" id="{082B89F7-6BCF-E8F8-9321-C1A1CBC075B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26" name="rc380">
            <a:extLst>
              <a:ext uri="{FF2B5EF4-FFF2-40B4-BE49-F238E27FC236}">
                <a16:creationId xmlns:a16="http://schemas.microsoft.com/office/drawing/2014/main" id="{D6BF5E8E-6D3A-02B9-6B08-5EB5046E524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27" name="rc381">
            <a:extLst>
              <a:ext uri="{FF2B5EF4-FFF2-40B4-BE49-F238E27FC236}">
                <a16:creationId xmlns:a16="http://schemas.microsoft.com/office/drawing/2014/main" id="{E63B9DC1-231C-DA18-D553-A2B99E44DB4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28" name="rc382">
            <a:extLst>
              <a:ext uri="{FF2B5EF4-FFF2-40B4-BE49-F238E27FC236}">
                <a16:creationId xmlns:a16="http://schemas.microsoft.com/office/drawing/2014/main" id="{3F50455A-61AE-B548-C36A-811B75540CF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29" name="rc383">
            <a:extLst>
              <a:ext uri="{FF2B5EF4-FFF2-40B4-BE49-F238E27FC236}">
                <a16:creationId xmlns:a16="http://schemas.microsoft.com/office/drawing/2014/main" id="{65E95ABC-A42A-6076-BBDF-53856144EDD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30" name="rc384">
            <a:extLst>
              <a:ext uri="{FF2B5EF4-FFF2-40B4-BE49-F238E27FC236}">
                <a16:creationId xmlns:a16="http://schemas.microsoft.com/office/drawing/2014/main" id="{B136203E-8E82-5E97-BDE6-4AACC9D7D50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31" name="rc385">
            <a:extLst>
              <a:ext uri="{FF2B5EF4-FFF2-40B4-BE49-F238E27FC236}">
                <a16:creationId xmlns:a16="http://schemas.microsoft.com/office/drawing/2014/main" id="{39862D16-4759-2F34-376A-7D1D4557458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32" name="rc386">
            <a:extLst>
              <a:ext uri="{FF2B5EF4-FFF2-40B4-BE49-F238E27FC236}">
                <a16:creationId xmlns:a16="http://schemas.microsoft.com/office/drawing/2014/main" id="{F402EFA4-0F83-84A1-1D3D-1747B5899C5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33" name="rc387">
            <a:extLst>
              <a:ext uri="{FF2B5EF4-FFF2-40B4-BE49-F238E27FC236}">
                <a16:creationId xmlns:a16="http://schemas.microsoft.com/office/drawing/2014/main" id="{F0C58489-F452-EA17-C4EB-746CCE93004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34" name="rc388">
            <a:extLst>
              <a:ext uri="{FF2B5EF4-FFF2-40B4-BE49-F238E27FC236}">
                <a16:creationId xmlns:a16="http://schemas.microsoft.com/office/drawing/2014/main" id="{AF773BD1-DE6B-8A02-02C1-B1E49FFF456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35" name="rc389">
            <a:extLst>
              <a:ext uri="{FF2B5EF4-FFF2-40B4-BE49-F238E27FC236}">
                <a16:creationId xmlns:a16="http://schemas.microsoft.com/office/drawing/2014/main" id="{1A629F35-55E2-38F9-8813-913A834B7E1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36" name="rc390">
            <a:extLst>
              <a:ext uri="{FF2B5EF4-FFF2-40B4-BE49-F238E27FC236}">
                <a16:creationId xmlns:a16="http://schemas.microsoft.com/office/drawing/2014/main" id="{6035851D-E514-ABAB-04FB-58274C1FE6C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37" name="rc391">
            <a:extLst>
              <a:ext uri="{FF2B5EF4-FFF2-40B4-BE49-F238E27FC236}">
                <a16:creationId xmlns:a16="http://schemas.microsoft.com/office/drawing/2014/main" id="{91ECF1A0-25CF-694D-CFCE-8764797488D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38" name="rc392">
            <a:extLst>
              <a:ext uri="{FF2B5EF4-FFF2-40B4-BE49-F238E27FC236}">
                <a16:creationId xmlns:a16="http://schemas.microsoft.com/office/drawing/2014/main" id="{72C31C49-CD54-CF50-E2F1-91D9729CC79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39" name="rc393">
            <a:extLst>
              <a:ext uri="{FF2B5EF4-FFF2-40B4-BE49-F238E27FC236}">
                <a16:creationId xmlns:a16="http://schemas.microsoft.com/office/drawing/2014/main" id="{A6B2B53B-D313-6D8A-5FBF-C287DA425B1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40" name="rc394">
            <a:extLst>
              <a:ext uri="{FF2B5EF4-FFF2-40B4-BE49-F238E27FC236}">
                <a16:creationId xmlns:a16="http://schemas.microsoft.com/office/drawing/2014/main" id="{9A79737F-353A-A888-CA4F-BB32B5CDC96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41" name="rc395">
            <a:extLst>
              <a:ext uri="{FF2B5EF4-FFF2-40B4-BE49-F238E27FC236}">
                <a16:creationId xmlns:a16="http://schemas.microsoft.com/office/drawing/2014/main" id="{57D6A5E0-FA46-6C31-EE12-9C7659732E1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42" name="rc396">
            <a:extLst>
              <a:ext uri="{FF2B5EF4-FFF2-40B4-BE49-F238E27FC236}">
                <a16:creationId xmlns:a16="http://schemas.microsoft.com/office/drawing/2014/main" id="{84B01957-5F5A-82C2-4533-154914C7D30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43" name="rc397">
            <a:extLst>
              <a:ext uri="{FF2B5EF4-FFF2-40B4-BE49-F238E27FC236}">
                <a16:creationId xmlns:a16="http://schemas.microsoft.com/office/drawing/2014/main" id="{350B60F9-6A08-E4FA-E6E3-6EE060A279A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44" name="rc398">
            <a:extLst>
              <a:ext uri="{FF2B5EF4-FFF2-40B4-BE49-F238E27FC236}">
                <a16:creationId xmlns:a16="http://schemas.microsoft.com/office/drawing/2014/main" id="{C15E183B-3284-CB1B-3F4F-09F401B3553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45" name="rc399">
            <a:extLst>
              <a:ext uri="{FF2B5EF4-FFF2-40B4-BE49-F238E27FC236}">
                <a16:creationId xmlns:a16="http://schemas.microsoft.com/office/drawing/2014/main" id="{DDFDF42E-323F-E2BF-AA90-C866AE9C535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46" name="rc400">
            <a:extLst>
              <a:ext uri="{FF2B5EF4-FFF2-40B4-BE49-F238E27FC236}">
                <a16:creationId xmlns:a16="http://schemas.microsoft.com/office/drawing/2014/main" id="{8B122566-3949-0526-2472-39BFF1679DD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47" name="rc401">
            <a:extLst>
              <a:ext uri="{FF2B5EF4-FFF2-40B4-BE49-F238E27FC236}">
                <a16:creationId xmlns:a16="http://schemas.microsoft.com/office/drawing/2014/main" id="{2B8139FC-B6A5-4306-854F-E4404C0B0C8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48" name="rc402">
            <a:extLst>
              <a:ext uri="{FF2B5EF4-FFF2-40B4-BE49-F238E27FC236}">
                <a16:creationId xmlns:a16="http://schemas.microsoft.com/office/drawing/2014/main" id="{AAB931CC-3EDE-4672-3181-5B1097767C6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49" name="rc403">
            <a:extLst>
              <a:ext uri="{FF2B5EF4-FFF2-40B4-BE49-F238E27FC236}">
                <a16:creationId xmlns:a16="http://schemas.microsoft.com/office/drawing/2014/main" id="{7BCD9995-5D9C-E3F7-2A53-4310153DD4D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0" name="rc404">
            <a:extLst>
              <a:ext uri="{FF2B5EF4-FFF2-40B4-BE49-F238E27FC236}">
                <a16:creationId xmlns:a16="http://schemas.microsoft.com/office/drawing/2014/main" id="{7B5E6A1C-21E3-9316-DCCB-65D263399EA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1" name="rc405">
            <a:extLst>
              <a:ext uri="{FF2B5EF4-FFF2-40B4-BE49-F238E27FC236}">
                <a16:creationId xmlns:a16="http://schemas.microsoft.com/office/drawing/2014/main" id="{963ADB6D-DEAA-5B53-5CE5-9FA59CC573D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2" name="rc406">
            <a:extLst>
              <a:ext uri="{FF2B5EF4-FFF2-40B4-BE49-F238E27FC236}">
                <a16:creationId xmlns:a16="http://schemas.microsoft.com/office/drawing/2014/main" id="{F5EB486B-6A01-F291-144F-33C0A0F3D12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3" name="rc407">
            <a:extLst>
              <a:ext uri="{FF2B5EF4-FFF2-40B4-BE49-F238E27FC236}">
                <a16:creationId xmlns:a16="http://schemas.microsoft.com/office/drawing/2014/main" id="{9F67A8F6-B85C-B8D3-DB5D-5F7EA8FB9A6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4" name="rc408">
            <a:extLst>
              <a:ext uri="{FF2B5EF4-FFF2-40B4-BE49-F238E27FC236}">
                <a16:creationId xmlns:a16="http://schemas.microsoft.com/office/drawing/2014/main" id="{38309805-DF15-30B6-9E0A-7C343D44513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5" name="rc409">
            <a:extLst>
              <a:ext uri="{FF2B5EF4-FFF2-40B4-BE49-F238E27FC236}">
                <a16:creationId xmlns:a16="http://schemas.microsoft.com/office/drawing/2014/main" id="{1554447C-660A-4A58-10B4-AAE16690B2C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6" name="rc410">
            <a:extLst>
              <a:ext uri="{FF2B5EF4-FFF2-40B4-BE49-F238E27FC236}">
                <a16:creationId xmlns:a16="http://schemas.microsoft.com/office/drawing/2014/main" id="{18868147-8281-4D46-276E-F3541C9BBE5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7" name="rc411">
            <a:extLst>
              <a:ext uri="{FF2B5EF4-FFF2-40B4-BE49-F238E27FC236}">
                <a16:creationId xmlns:a16="http://schemas.microsoft.com/office/drawing/2014/main" id="{748C7FC8-DD0D-A016-5216-022FE4837C1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8" name="rc412">
            <a:extLst>
              <a:ext uri="{FF2B5EF4-FFF2-40B4-BE49-F238E27FC236}">
                <a16:creationId xmlns:a16="http://schemas.microsoft.com/office/drawing/2014/main" id="{9D0C8BF5-FBC9-CDA5-BF00-03F40B8D39F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9" name="rc413">
            <a:extLst>
              <a:ext uri="{FF2B5EF4-FFF2-40B4-BE49-F238E27FC236}">
                <a16:creationId xmlns:a16="http://schemas.microsoft.com/office/drawing/2014/main" id="{1BB31D2F-0CD3-8E8E-EC8F-6BF47E0320D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0" name="rc414">
            <a:extLst>
              <a:ext uri="{FF2B5EF4-FFF2-40B4-BE49-F238E27FC236}">
                <a16:creationId xmlns:a16="http://schemas.microsoft.com/office/drawing/2014/main" id="{D931DFD7-3A91-DE4F-441A-062C4CA6936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1" name="rc415">
            <a:extLst>
              <a:ext uri="{FF2B5EF4-FFF2-40B4-BE49-F238E27FC236}">
                <a16:creationId xmlns:a16="http://schemas.microsoft.com/office/drawing/2014/main" id="{96624349-4F50-B285-B5B8-95C1A8C4766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2" name="rc416">
            <a:extLst>
              <a:ext uri="{FF2B5EF4-FFF2-40B4-BE49-F238E27FC236}">
                <a16:creationId xmlns:a16="http://schemas.microsoft.com/office/drawing/2014/main" id="{375E9C17-684A-8184-6DBA-A1F3EC4E9CF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3" name="rc417">
            <a:extLst>
              <a:ext uri="{FF2B5EF4-FFF2-40B4-BE49-F238E27FC236}">
                <a16:creationId xmlns:a16="http://schemas.microsoft.com/office/drawing/2014/main" id="{4B7084C9-AFFA-23DF-ECDA-C1C1A669EA9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4" name="rc418">
            <a:extLst>
              <a:ext uri="{FF2B5EF4-FFF2-40B4-BE49-F238E27FC236}">
                <a16:creationId xmlns:a16="http://schemas.microsoft.com/office/drawing/2014/main" id="{FE0BCA33-3922-DD9E-6BF9-8CBFD768803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5" name="rc419">
            <a:extLst>
              <a:ext uri="{FF2B5EF4-FFF2-40B4-BE49-F238E27FC236}">
                <a16:creationId xmlns:a16="http://schemas.microsoft.com/office/drawing/2014/main" id="{D537E371-15D7-B1BB-6A95-0148603E098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6" name="rc420">
            <a:extLst>
              <a:ext uri="{FF2B5EF4-FFF2-40B4-BE49-F238E27FC236}">
                <a16:creationId xmlns:a16="http://schemas.microsoft.com/office/drawing/2014/main" id="{FFCD08F5-CD8B-73AD-058A-E645B20C99C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7" name="rc421">
            <a:extLst>
              <a:ext uri="{FF2B5EF4-FFF2-40B4-BE49-F238E27FC236}">
                <a16:creationId xmlns:a16="http://schemas.microsoft.com/office/drawing/2014/main" id="{1A978973-EB11-CBDC-2315-476D89040C1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8" name="rc422">
            <a:extLst>
              <a:ext uri="{FF2B5EF4-FFF2-40B4-BE49-F238E27FC236}">
                <a16:creationId xmlns:a16="http://schemas.microsoft.com/office/drawing/2014/main" id="{59EAA1B8-1829-2AEA-277D-2D9F833EB68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9" name="rc423">
            <a:extLst>
              <a:ext uri="{FF2B5EF4-FFF2-40B4-BE49-F238E27FC236}">
                <a16:creationId xmlns:a16="http://schemas.microsoft.com/office/drawing/2014/main" id="{50DB89A8-0EEE-2F13-0A22-1408C9A5F13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0" name="rc424">
            <a:extLst>
              <a:ext uri="{FF2B5EF4-FFF2-40B4-BE49-F238E27FC236}">
                <a16:creationId xmlns:a16="http://schemas.microsoft.com/office/drawing/2014/main" id="{58B5149F-56D2-09F5-08C7-6E4DA501C2E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1" name="rc425">
            <a:extLst>
              <a:ext uri="{FF2B5EF4-FFF2-40B4-BE49-F238E27FC236}">
                <a16:creationId xmlns:a16="http://schemas.microsoft.com/office/drawing/2014/main" id="{CDDD50B2-FD6D-4502-350F-8539921DED6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2" name="rc426">
            <a:extLst>
              <a:ext uri="{FF2B5EF4-FFF2-40B4-BE49-F238E27FC236}">
                <a16:creationId xmlns:a16="http://schemas.microsoft.com/office/drawing/2014/main" id="{B70A1308-13AD-413A-C80C-F5F1A367B37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3" name="rc427">
            <a:extLst>
              <a:ext uri="{FF2B5EF4-FFF2-40B4-BE49-F238E27FC236}">
                <a16:creationId xmlns:a16="http://schemas.microsoft.com/office/drawing/2014/main" id="{2540D7BE-46BE-FA85-1FA8-CC33F5B075D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4" name="rc428">
            <a:extLst>
              <a:ext uri="{FF2B5EF4-FFF2-40B4-BE49-F238E27FC236}">
                <a16:creationId xmlns:a16="http://schemas.microsoft.com/office/drawing/2014/main" id="{D62CC8EF-15AB-02DC-C94A-A5D5EEE63A3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5" name="rc429">
            <a:extLst>
              <a:ext uri="{FF2B5EF4-FFF2-40B4-BE49-F238E27FC236}">
                <a16:creationId xmlns:a16="http://schemas.microsoft.com/office/drawing/2014/main" id="{DC901E08-4E67-2EA9-9A0E-9F75E372C22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6" name="rc430">
            <a:extLst>
              <a:ext uri="{FF2B5EF4-FFF2-40B4-BE49-F238E27FC236}">
                <a16:creationId xmlns:a16="http://schemas.microsoft.com/office/drawing/2014/main" id="{E832FD6F-BF07-CB49-D387-1BD95BC8D07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7" name="rc431">
            <a:extLst>
              <a:ext uri="{FF2B5EF4-FFF2-40B4-BE49-F238E27FC236}">
                <a16:creationId xmlns:a16="http://schemas.microsoft.com/office/drawing/2014/main" id="{0FC8EC10-6AC2-2807-EE0F-3936DF6C8F5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8" name="rc432">
            <a:extLst>
              <a:ext uri="{FF2B5EF4-FFF2-40B4-BE49-F238E27FC236}">
                <a16:creationId xmlns:a16="http://schemas.microsoft.com/office/drawing/2014/main" id="{D2012D54-28B4-364B-C0B3-9DFB1C4985D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9" name="rc433">
            <a:extLst>
              <a:ext uri="{FF2B5EF4-FFF2-40B4-BE49-F238E27FC236}">
                <a16:creationId xmlns:a16="http://schemas.microsoft.com/office/drawing/2014/main" id="{E47223DA-CEA7-4634-314E-51CB3D1E7A3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80" name="rc434">
            <a:extLst>
              <a:ext uri="{FF2B5EF4-FFF2-40B4-BE49-F238E27FC236}">
                <a16:creationId xmlns:a16="http://schemas.microsoft.com/office/drawing/2014/main" id="{774F04F4-0071-B9BF-2201-B61068CC5F6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81" name="rc435">
            <a:extLst>
              <a:ext uri="{FF2B5EF4-FFF2-40B4-BE49-F238E27FC236}">
                <a16:creationId xmlns:a16="http://schemas.microsoft.com/office/drawing/2014/main" id="{1907638D-DF2C-668C-552C-22CDFD3E11F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82" name="rc436">
            <a:extLst>
              <a:ext uri="{FF2B5EF4-FFF2-40B4-BE49-F238E27FC236}">
                <a16:creationId xmlns:a16="http://schemas.microsoft.com/office/drawing/2014/main" id="{70F0B8A4-482C-907D-1E9C-299713290C1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83" name="rc437">
            <a:extLst>
              <a:ext uri="{FF2B5EF4-FFF2-40B4-BE49-F238E27FC236}">
                <a16:creationId xmlns:a16="http://schemas.microsoft.com/office/drawing/2014/main" id="{04ADDD5C-5142-BAD0-CFA5-018DBE23906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84" name="rc438">
            <a:extLst>
              <a:ext uri="{FF2B5EF4-FFF2-40B4-BE49-F238E27FC236}">
                <a16:creationId xmlns:a16="http://schemas.microsoft.com/office/drawing/2014/main" id="{ECCE924A-9BFC-DE1B-EEBE-0C394FE36F5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85" name="rc439">
            <a:extLst>
              <a:ext uri="{FF2B5EF4-FFF2-40B4-BE49-F238E27FC236}">
                <a16:creationId xmlns:a16="http://schemas.microsoft.com/office/drawing/2014/main" id="{2AD585AC-FFE1-8D96-F48F-EEEDF6974E3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86" name="rc440">
            <a:extLst>
              <a:ext uri="{FF2B5EF4-FFF2-40B4-BE49-F238E27FC236}">
                <a16:creationId xmlns:a16="http://schemas.microsoft.com/office/drawing/2014/main" id="{CC6A19C3-2C32-1490-6332-71A70D7B3B1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87" name="rc441">
            <a:extLst>
              <a:ext uri="{FF2B5EF4-FFF2-40B4-BE49-F238E27FC236}">
                <a16:creationId xmlns:a16="http://schemas.microsoft.com/office/drawing/2014/main" id="{4B5FD1FB-A67F-0771-865D-C773782835F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88" name="rc442">
            <a:extLst>
              <a:ext uri="{FF2B5EF4-FFF2-40B4-BE49-F238E27FC236}">
                <a16:creationId xmlns:a16="http://schemas.microsoft.com/office/drawing/2014/main" id="{5F14B99B-67D8-01F1-4CFC-48069A3CF28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89" name="rc443">
            <a:extLst>
              <a:ext uri="{FF2B5EF4-FFF2-40B4-BE49-F238E27FC236}">
                <a16:creationId xmlns:a16="http://schemas.microsoft.com/office/drawing/2014/main" id="{719D8D25-B3FF-A531-71E1-5A93254BD5D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90" name="rc444">
            <a:extLst>
              <a:ext uri="{FF2B5EF4-FFF2-40B4-BE49-F238E27FC236}">
                <a16:creationId xmlns:a16="http://schemas.microsoft.com/office/drawing/2014/main" id="{21B11D99-2940-5108-2A18-3EB3783D938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91" name="rc445">
            <a:extLst>
              <a:ext uri="{FF2B5EF4-FFF2-40B4-BE49-F238E27FC236}">
                <a16:creationId xmlns:a16="http://schemas.microsoft.com/office/drawing/2014/main" id="{56C955BD-A518-CD15-ABCC-A95F099595C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92" name="rc446">
            <a:extLst>
              <a:ext uri="{FF2B5EF4-FFF2-40B4-BE49-F238E27FC236}">
                <a16:creationId xmlns:a16="http://schemas.microsoft.com/office/drawing/2014/main" id="{B57246F8-9750-CFAF-3CF5-0E2A5790BF1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93" name="rc447">
            <a:extLst>
              <a:ext uri="{FF2B5EF4-FFF2-40B4-BE49-F238E27FC236}">
                <a16:creationId xmlns:a16="http://schemas.microsoft.com/office/drawing/2014/main" id="{4F9EA32B-9DB0-0B43-9070-C5D1B13A873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94" name="rc448">
            <a:extLst>
              <a:ext uri="{FF2B5EF4-FFF2-40B4-BE49-F238E27FC236}">
                <a16:creationId xmlns:a16="http://schemas.microsoft.com/office/drawing/2014/main" id="{43C79387-BD43-C798-2183-35EFE4C6BC6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95" name="rc449">
            <a:extLst>
              <a:ext uri="{FF2B5EF4-FFF2-40B4-BE49-F238E27FC236}">
                <a16:creationId xmlns:a16="http://schemas.microsoft.com/office/drawing/2014/main" id="{BF5A3635-AC81-B4C4-80B0-5F02F915B76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96" name="rc450">
            <a:extLst>
              <a:ext uri="{FF2B5EF4-FFF2-40B4-BE49-F238E27FC236}">
                <a16:creationId xmlns:a16="http://schemas.microsoft.com/office/drawing/2014/main" id="{B5673E36-1919-CAE5-3E6A-F04ABEEB377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97" name="rc451">
            <a:extLst>
              <a:ext uri="{FF2B5EF4-FFF2-40B4-BE49-F238E27FC236}">
                <a16:creationId xmlns:a16="http://schemas.microsoft.com/office/drawing/2014/main" id="{723144CE-D7F3-021D-2014-AFA2408F44B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98" name="rc452">
            <a:extLst>
              <a:ext uri="{FF2B5EF4-FFF2-40B4-BE49-F238E27FC236}">
                <a16:creationId xmlns:a16="http://schemas.microsoft.com/office/drawing/2014/main" id="{BAF64B06-5082-D844-2AC9-282B82DB7DE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99" name="rc453">
            <a:extLst>
              <a:ext uri="{FF2B5EF4-FFF2-40B4-BE49-F238E27FC236}">
                <a16:creationId xmlns:a16="http://schemas.microsoft.com/office/drawing/2014/main" id="{957C4F66-CB81-2518-2EA5-A33F87C72B4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00" name="rc454">
            <a:extLst>
              <a:ext uri="{FF2B5EF4-FFF2-40B4-BE49-F238E27FC236}">
                <a16:creationId xmlns:a16="http://schemas.microsoft.com/office/drawing/2014/main" id="{6F04A895-DA8E-CB08-6E84-DE60265F214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01" name="rc455">
            <a:extLst>
              <a:ext uri="{FF2B5EF4-FFF2-40B4-BE49-F238E27FC236}">
                <a16:creationId xmlns:a16="http://schemas.microsoft.com/office/drawing/2014/main" id="{D32BA50B-2BC7-1673-127A-27A8E097A26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02" name="rc456">
            <a:extLst>
              <a:ext uri="{FF2B5EF4-FFF2-40B4-BE49-F238E27FC236}">
                <a16:creationId xmlns:a16="http://schemas.microsoft.com/office/drawing/2014/main" id="{526D5D59-7B82-6EA1-0065-F5DDB0259EE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03" name="rc457">
            <a:extLst>
              <a:ext uri="{FF2B5EF4-FFF2-40B4-BE49-F238E27FC236}">
                <a16:creationId xmlns:a16="http://schemas.microsoft.com/office/drawing/2014/main" id="{02D0195D-A323-59CB-1ACB-1887204503B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04" name="rc458">
            <a:extLst>
              <a:ext uri="{FF2B5EF4-FFF2-40B4-BE49-F238E27FC236}">
                <a16:creationId xmlns:a16="http://schemas.microsoft.com/office/drawing/2014/main" id="{A664603B-4FAB-3F4D-2531-1CEC9E792DD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05" name="rc459">
            <a:extLst>
              <a:ext uri="{FF2B5EF4-FFF2-40B4-BE49-F238E27FC236}">
                <a16:creationId xmlns:a16="http://schemas.microsoft.com/office/drawing/2014/main" id="{AA19A1FA-C524-59C7-50CA-B769E1C6C47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06" name="rc460">
            <a:extLst>
              <a:ext uri="{FF2B5EF4-FFF2-40B4-BE49-F238E27FC236}">
                <a16:creationId xmlns:a16="http://schemas.microsoft.com/office/drawing/2014/main" id="{5E47BC5D-6878-7AB0-64D4-8B82520EEB3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07" name="rc461">
            <a:extLst>
              <a:ext uri="{FF2B5EF4-FFF2-40B4-BE49-F238E27FC236}">
                <a16:creationId xmlns:a16="http://schemas.microsoft.com/office/drawing/2014/main" id="{51EC4D91-117B-68B4-22AA-F5D210DA835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08" name="rc462">
            <a:extLst>
              <a:ext uri="{FF2B5EF4-FFF2-40B4-BE49-F238E27FC236}">
                <a16:creationId xmlns:a16="http://schemas.microsoft.com/office/drawing/2014/main" id="{6315A6E6-85FB-24FC-0720-E7BDB1FDE20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09" name="rc463">
            <a:extLst>
              <a:ext uri="{FF2B5EF4-FFF2-40B4-BE49-F238E27FC236}">
                <a16:creationId xmlns:a16="http://schemas.microsoft.com/office/drawing/2014/main" id="{A720C193-9F06-5195-4D84-A382382DFC4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10" name="rc464">
            <a:extLst>
              <a:ext uri="{FF2B5EF4-FFF2-40B4-BE49-F238E27FC236}">
                <a16:creationId xmlns:a16="http://schemas.microsoft.com/office/drawing/2014/main" id="{9ABE499A-DA86-0084-0895-EF1896DAA2C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11" name="rc465">
            <a:extLst>
              <a:ext uri="{FF2B5EF4-FFF2-40B4-BE49-F238E27FC236}">
                <a16:creationId xmlns:a16="http://schemas.microsoft.com/office/drawing/2014/main" id="{5BC53653-698E-E8D7-EEB3-086EB774285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12" name="rc466">
            <a:extLst>
              <a:ext uri="{FF2B5EF4-FFF2-40B4-BE49-F238E27FC236}">
                <a16:creationId xmlns:a16="http://schemas.microsoft.com/office/drawing/2014/main" id="{A2A8D5DA-D9C8-F5EE-F16D-B166B10D0CD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13" name="rc467">
            <a:extLst>
              <a:ext uri="{FF2B5EF4-FFF2-40B4-BE49-F238E27FC236}">
                <a16:creationId xmlns:a16="http://schemas.microsoft.com/office/drawing/2014/main" id="{E19BDF12-3548-09DB-0E48-C860AD97F62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14" name="rc468">
            <a:extLst>
              <a:ext uri="{FF2B5EF4-FFF2-40B4-BE49-F238E27FC236}">
                <a16:creationId xmlns:a16="http://schemas.microsoft.com/office/drawing/2014/main" id="{7CA9FD3E-EE1D-8E91-37C2-4696AF6AB4C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15" name="rc469">
            <a:extLst>
              <a:ext uri="{FF2B5EF4-FFF2-40B4-BE49-F238E27FC236}">
                <a16:creationId xmlns:a16="http://schemas.microsoft.com/office/drawing/2014/main" id="{8F0A3A1F-BD86-FC29-E623-57216381050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16" name="rc470">
            <a:extLst>
              <a:ext uri="{FF2B5EF4-FFF2-40B4-BE49-F238E27FC236}">
                <a16:creationId xmlns:a16="http://schemas.microsoft.com/office/drawing/2014/main" id="{DB9B5EB6-0656-C861-2133-C01082E9D39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17" name="rc471">
            <a:extLst>
              <a:ext uri="{FF2B5EF4-FFF2-40B4-BE49-F238E27FC236}">
                <a16:creationId xmlns:a16="http://schemas.microsoft.com/office/drawing/2014/main" id="{5A46A01D-A9DA-7F8A-C00E-09692605E35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18" name="rc472">
            <a:extLst>
              <a:ext uri="{FF2B5EF4-FFF2-40B4-BE49-F238E27FC236}">
                <a16:creationId xmlns:a16="http://schemas.microsoft.com/office/drawing/2014/main" id="{0BC3D4ED-0FC9-D726-F391-AE4D955FBB1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19" name="rc473">
            <a:extLst>
              <a:ext uri="{FF2B5EF4-FFF2-40B4-BE49-F238E27FC236}">
                <a16:creationId xmlns:a16="http://schemas.microsoft.com/office/drawing/2014/main" id="{3493F208-B2C0-8761-5306-58C70E5BF63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20" name="rc474">
            <a:extLst>
              <a:ext uri="{FF2B5EF4-FFF2-40B4-BE49-F238E27FC236}">
                <a16:creationId xmlns:a16="http://schemas.microsoft.com/office/drawing/2014/main" id="{8920646A-CE82-6CCE-7F6C-076415C8A73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21" name="rc475">
            <a:extLst>
              <a:ext uri="{FF2B5EF4-FFF2-40B4-BE49-F238E27FC236}">
                <a16:creationId xmlns:a16="http://schemas.microsoft.com/office/drawing/2014/main" id="{0E9BD8FC-2A56-4454-7433-0F8ECF74C80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22" name="rc476">
            <a:extLst>
              <a:ext uri="{FF2B5EF4-FFF2-40B4-BE49-F238E27FC236}">
                <a16:creationId xmlns:a16="http://schemas.microsoft.com/office/drawing/2014/main" id="{71DEAF78-ADF6-3909-E8D7-9752ECB40C9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23" name="rc477">
            <a:extLst>
              <a:ext uri="{FF2B5EF4-FFF2-40B4-BE49-F238E27FC236}">
                <a16:creationId xmlns:a16="http://schemas.microsoft.com/office/drawing/2014/main" id="{5E2E4D23-D8B3-FA6F-406B-5DCE2DAAAF1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24" name="rc478">
            <a:extLst>
              <a:ext uri="{FF2B5EF4-FFF2-40B4-BE49-F238E27FC236}">
                <a16:creationId xmlns:a16="http://schemas.microsoft.com/office/drawing/2014/main" id="{06EB6919-C915-B379-AEFB-57FCC4A4762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25" name="rc479">
            <a:extLst>
              <a:ext uri="{FF2B5EF4-FFF2-40B4-BE49-F238E27FC236}">
                <a16:creationId xmlns:a16="http://schemas.microsoft.com/office/drawing/2014/main" id="{FC14005B-C36D-A353-1447-025BDCF8460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26" name="rc480">
            <a:extLst>
              <a:ext uri="{FF2B5EF4-FFF2-40B4-BE49-F238E27FC236}">
                <a16:creationId xmlns:a16="http://schemas.microsoft.com/office/drawing/2014/main" id="{3231D907-7598-EFF6-0162-6B546D2652D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27" name="rc481">
            <a:extLst>
              <a:ext uri="{FF2B5EF4-FFF2-40B4-BE49-F238E27FC236}">
                <a16:creationId xmlns:a16="http://schemas.microsoft.com/office/drawing/2014/main" id="{A66A9DDB-68D5-CBAE-1C19-702A4E12323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28" name="rc482">
            <a:extLst>
              <a:ext uri="{FF2B5EF4-FFF2-40B4-BE49-F238E27FC236}">
                <a16:creationId xmlns:a16="http://schemas.microsoft.com/office/drawing/2014/main" id="{AEE90697-0667-43D7-A4C0-4BCB4EADAA8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29" name="rc483">
            <a:extLst>
              <a:ext uri="{FF2B5EF4-FFF2-40B4-BE49-F238E27FC236}">
                <a16:creationId xmlns:a16="http://schemas.microsoft.com/office/drawing/2014/main" id="{E9F660CD-2784-4691-29E9-423236BC1B4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30" name="rc484">
            <a:extLst>
              <a:ext uri="{FF2B5EF4-FFF2-40B4-BE49-F238E27FC236}">
                <a16:creationId xmlns:a16="http://schemas.microsoft.com/office/drawing/2014/main" id="{756C20A4-FDD6-CEAE-DFEF-F0451D64966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31" name="rc485">
            <a:extLst>
              <a:ext uri="{FF2B5EF4-FFF2-40B4-BE49-F238E27FC236}">
                <a16:creationId xmlns:a16="http://schemas.microsoft.com/office/drawing/2014/main" id="{C360EB43-A059-B6C8-3AC0-B24049A81C9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32" name="rc486">
            <a:extLst>
              <a:ext uri="{FF2B5EF4-FFF2-40B4-BE49-F238E27FC236}">
                <a16:creationId xmlns:a16="http://schemas.microsoft.com/office/drawing/2014/main" id="{471DB921-719C-0F87-4718-373622202CA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33" name="rc487">
            <a:extLst>
              <a:ext uri="{FF2B5EF4-FFF2-40B4-BE49-F238E27FC236}">
                <a16:creationId xmlns:a16="http://schemas.microsoft.com/office/drawing/2014/main" id="{7D1C8983-527E-561B-EDDB-376832A3DF8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34" name="rc488">
            <a:extLst>
              <a:ext uri="{FF2B5EF4-FFF2-40B4-BE49-F238E27FC236}">
                <a16:creationId xmlns:a16="http://schemas.microsoft.com/office/drawing/2014/main" id="{400561E4-E708-A31C-6334-1FDA07BA49E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35" name="rc489">
            <a:extLst>
              <a:ext uri="{FF2B5EF4-FFF2-40B4-BE49-F238E27FC236}">
                <a16:creationId xmlns:a16="http://schemas.microsoft.com/office/drawing/2014/main" id="{B66AAAE9-39A3-3339-5338-E4843280920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36" name="rc490">
            <a:extLst>
              <a:ext uri="{FF2B5EF4-FFF2-40B4-BE49-F238E27FC236}">
                <a16:creationId xmlns:a16="http://schemas.microsoft.com/office/drawing/2014/main" id="{AEE8EF58-3029-D08D-3F9F-7D51A22F13B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37" name="rc491">
            <a:extLst>
              <a:ext uri="{FF2B5EF4-FFF2-40B4-BE49-F238E27FC236}">
                <a16:creationId xmlns:a16="http://schemas.microsoft.com/office/drawing/2014/main" id="{1F4A1B44-0ADD-CE63-5D24-F84D8AA1B9B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38" name="rc492">
            <a:extLst>
              <a:ext uri="{FF2B5EF4-FFF2-40B4-BE49-F238E27FC236}">
                <a16:creationId xmlns:a16="http://schemas.microsoft.com/office/drawing/2014/main" id="{8B0A6FBA-7360-933A-2FA3-1182AC1F60B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39" name="rc493">
            <a:extLst>
              <a:ext uri="{FF2B5EF4-FFF2-40B4-BE49-F238E27FC236}">
                <a16:creationId xmlns:a16="http://schemas.microsoft.com/office/drawing/2014/main" id="{69F97133-5FC3-7A66-90C2-C70B0A515C7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40" name="rc494">
            <a:extLst>
              <a:ext uri="{FF2B5EF4-FFF2-40B4-BE49-F238E27FC236}">
                <a16:creationId xmlns:a16="http://schemas.microsoft.com/office/drawing/2014/main" id="{8C89AC91-CAC4-9025-FFCF-02E93078B5A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41" name="rc495">
            <a:extLst>
              <a:ext uri="{FF2B5EF4-FFF2-40B4-BE49-F238E27FC236}">
                <a16:creationId xmlns:a16="http://schemas.microsoft.com/office/drawing/2014/main" id="{4B70525A-6273-CBA7-9819-0362BA84920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42" name="rc496">
            <a:extLst>
              <a:ext uri="{FF2B5EF4-FFF2-40B4-BE49-F238E27FC236}">
                <a16:creationId xmlns:a16="http://schemas.microsoft.com/office/drawing/2014/main" id="{831F1205-7BBB-440F-6704-B45E1348B01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43" name="rc497">
            <a:extLst>
              <a:ext uri="{FF2B5EF4-FFF2-40B4-BE49-F238E27FC236}">
                <a16:creationId xmlns:a16="http://schemas.microsoft.com/office/drawing/2014/main" id="{AA7E4FBD-408B-1F39-01F2-39CC6FC8E85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44" name="rc498">
            <a:extLst>
              <a:ext uri="{FF2B5EF4-FFF2-40B4-BE49-F238E27FC236}">
                <a16:creationId xmlns:a16="http://schemas.microsoft.com/office/drawing/2014/main" id="{C56CABBE-178D-E28D-C168-A8814BAECCF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45" name="rc499">
            <a:extLst>
              <a:ext uri="{FF2B5EF4-FFF2-40B4-BE49-F238E27FC236}">
                <a16:creationId xmlns:a16="http://schemas.microsoft.com/office/drawing/2014/main" id="{79101E96-A666-5302-5C1E-59A7B5A10F4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46" name="rc500">
            <a:extLst>
              <a:ext uri="{FF2B5EF4-FFF2-40B4-BE49-F238E27FC236}">
                <a16:creationId xmlns:a16="http://schemas.microsoft.com/office/drawing/2014/main" id="{E6268B39-6E68-908A-66DA-246A95469CD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47" name="rc501">
            <a:extLst>
              <a:ext uri="{FF2B5EF4-FFF2-40B4-BE49-F238E27FC236}">
                <a16:creationId xmlns:a16="http://schemas.microsoft.com/office/drawing/2014/main" id="{3A25707F-5E54-DAA2-8097-B885303162D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48" name="rc502">
            <a:extLst>
              <a:ext uri="{FF2B5EF4-FFF2-40B4-BE49-F238E27FC236}">
                <a16:creationId xmlns:a16="http://schemas.microsoft.com/office/drawing/2014/main" id="{DEE7B29F-7A7D-1EB0-6D74-9387299D48A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49" name="rc503">
            <a:extLst>
              <a:ext uri="{FF2B5EF4-FFF2-40B4-BE49-F238E27FC236}">
                <a16:creationId xmlns:a16="http://schemas.microsoft.com/office/drawing/2014/main" id="{CE4D985A-99B3-487E-1BC2-DA5C47A1B3B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50" name="rc504">
            <a:extLst>
              <a:ext uri="{FF2B5EF4-FFF2-40B4-BE49-F238E27FC236}">
                <a16:creationId xmlns:a16="http://schemas.microsoft.com/office/drawing/2014/main" id="{F47EFDAD-0F32-AFA0-C21E-979B050DC9E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51" name="rc505">
            <a:extLst>
              <a:ext uri="{FF2B5EF4-FFF2-40B4-BE49-F238E27FC236}">
                <a16:creationId xmlns:a16="http://schemas.microsoft.com/office/drawing/2014/main" id="{9B56CC57-F859-0EF5-0B87-A28BF534AD4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52" name="rc506">
            <a:extLst>
              <a:ext uri="{FF2B5EF4-FFF2-40B4-BE49-F238E27FC236}">
                <a16:creationId xmlns:a16="http://schemas.microsoft.com/office/drawing/2014/main" id="{E46DD7B7-97AF-9CE1-EFE4-F92CB20D5C9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53" name="rc507">
            <a:extLst>
              <a:ext uri="{FF2B5EF4-FFF2-40B4-BE49-F238E27FC236}">
                <a16:creationId xmlns:a16="http://schemas.microsoft.com/office/drawing/2014/main" id="{10393105-A36E-AD99-D790-507447EA2A0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54" name="rc508">
            <a:extLst>
              <a:ext uri="{FF2B5EF4-FFF2-40B4-BE49-F238E27FC236}">
                <a16:creationId xmlns:a16="http://schemas.microsoft.com/office/drawing/2014/main" id="{FDF51106-5F51-8673-840D-4B47B1E7BBF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55" name="rc509">
            <a:extLst>
              <a:ext uri="{FF2B5EF4-FFF2-40B4-BE49-F238E27FC236}">
                <a16:creationId xmlns:a16="http://schemas.microsoft.com/office/drawing/2014/main" id="{FB4ACA66-FA76-E76D-1CEA-B98301B721C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56" name="rc510">
            <a:extLst>
              <a:ext uri="{FF2B5EF4-FFF2-40B4-BE49-F238E27FC236}">
                <a16:creationId xmlns:a16="http://schemas.microsoft.com/office/drawing/2014/main" id="{87F734C3-AFAA-F099-FA07-871CAC79543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57" name="rc511">
            <a:extLst>
              <a:ext uri="{FF2B5EF4-FFF2-40B4-BE49-F238E27FC236}">
                <a16:creationId xmlns:a16="http://schemas.microsoft.com/office/drawing/2014/main" id="{5FC35AF4-19D3-86FE-2B9E-BE9E06FE136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58" name="rc512">
            <a:extLst>
              <a:ext uri="{FF2B5EF4-FFF2-40B4-BE49-F238E27FC236}">
                <a16:creationId xmlns:a16="http://schemas.microsoft.com/office/drawing/2014/main" id="{35BA20DB-39EB-C493-E711-88B0212DF03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59" name="rc513">
            <a:extLst>
              <a:ext uri="{FF2B5EF4-FFF2-40B4-BE49-F238E27FC236}">
                <a16:creationId xmlns:a16="http://schemas.microsoft.com/office/drawing/2014/main" id="{30B2DBF8-2A36-71FC-3CFB-CE923D57391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60" name="rc514">
            <a:extLst>
              <a:ext uri="{FF2B5EF4-FFF2-40B4-BE49-F238E27FC236}">
                <a16:creationId xmlns:a16="http://schemas.microsoft.com/office/drawing/2014/main" id="{04F0FF51-1DA4-08C7-6909-19F611EE565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61" name="rc515">
            <a:extLst>
              <a:ext uri="{FF2B5EF4-FFF2-40B4-BE49-F238E27FC236}">
                <a16:creationId xmlns:a16="http://schemas.microsoft.com/office/drawing/2014/main" id="{D5CA4F65-B65A-D921-0EB7-00E85885B91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62" name="rc516">
            <a:extLst>
              <a:ext uri="{FF2B5EF4-FFF2-40B4-BE49-F238E27FC236}">
                <a16:creationId xmlns:a16="http://schemas.microsoft.com/office/drawing/2014/main" id="{C49D2F91-A9DB-B1CD-2B7B-F840AEE969B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63" name="rc517">
            <a:extLst>
              <a:ext uri="{FF2B5EF4-FFF2-40B4-BE49-F238E27FC236}">
                <a16:creationId xmlns:a16="http://schemas.microsoft.com/office/drawing/2014/main" id="{46F4876C-0321-FAF1-1B71-09D9F12C8A2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64" name="rc518">
            <a:extLst>
              <a:ext uri="{FF2B5EF4-FFF2-40B4-BE49-F238E27FC236}">
                <a16:creationId xmlns:a16="http://schemas.microsoft.com/office/drawing/2014/main" id="{B3F704FC-4595-4D4C-74D4-F3139F35D7D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65" name="rc519">
            <a:extLst>
              <a:ext uri="{FF2B5EF4-FFF2-40B4-BE49-F238E27FC236}">
                <a16:creationId xmlns:a16="http://schemas.microsoft.com/office/drawing/2014/main" id="{87FAC1BF-F2E9-8889-05ED-FDDDBFC9487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66" name="rc520">
            <a:extLst>
              <a:ext uri="{FF2B5EF4-FFF2-40B4-BE49-F238E27FC236}">
                <a16:creationId xmlns:a16="http://schemas.microsoft.com/office/drawing/2014/main" id="{6646255E-00A4-75D7-DBBB-1CB6AAB256C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67" name="rc521">
            <a:extLst>
              <a:ext uri="{FF2B5EF4-FFF2-40B4-BE49-F238E27FC236}">
                <a16:creationId xmlns:a16="http://schemas.microsoft.com/office/drawing/2014/main" id="{9F57FCDB-1716-129E-1C54-75E7B3A43FC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68" name="rc522">
            <a:extLst>
              <a:ext uri="{FF2B5EF4-FFF2-40B4-BE49-F238E27FC236}">
                <a16:creationId xmlns:a16="http://schemas.microsoft.com/office/drawing/2014/main" id="{BD314412-4F76-3EA4-2FAF-07BDD1502E9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69" name="rc523">
            <a:extLst>
              <a:ext uri="{FF2B5EF4-FFF2-40B4-BE49-F238E27FC236}">
                <a16:creationId xmlns:a16="http://schemas.microsoft.com/office/drawing/2014/main" id="{35A642EE-D5E6-1170-56E1-7805A958F4F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70" name="rc524">
            <a:extLst>
              <a:ext uri="{FF2B5EF4-FFF2-40B4-BE49-F238E27FC236}">
                <a16:creationId xmlns:a16="http://schemas.microsoft.com/office/drawing/2014/main" id="{DA5EF00E-9AFA-9112-286E-B2D34B41718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71" name="rc525">
            <a:extLst>
              <a:ext uri="{FF2B5EF4-FFF2-40B4-BE49-F238E27FC236}">
                <a16:creationId xmlns:a16="http://schemas.microsoft.com/office/drawing/2014/main" id="{CA328CF8-F368-5A03-6156-A5625A0B68B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72" name="rc526">
            <a:extLst>
              <a:ext uri="{FF2B5EF4-FFF2-40B4-BE49-F238E27FC236}">
                <a16:creationId xmlns:a16="http://schemas.microsoft.com/office/drawing/2014/main" id="{3D20BD39-8DB9-D449-6FA5-BCF06BB4983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73" name="rc527">
            <a:extLst>
              <a:ext uri="{FF2B5EF4-FFF2-40B4-BE49-F238E27FC236}">
                <a16:creationId xmlns:a16="http://schemas.microsoft.com/office/drawing/2014/main" id="{BDD9EE4A-1047-60BA-1D37-D70486C0088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74" name="rc528">
            <a:extLst>
              <a:ext uri="{FF2B5EF4-FFF2-40B4-BE49-F238E27FC236}">
                <a16:creationId xmlns:a16="http://schemas.microsoft.com/office/drawing/2014/main" id="{C3FBF583-6812-71C5-D13C-F7C9898505C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75" name="rc529">
            <a:extLst>
              <a:ext uri="{FF2B5EF4-FFF2-40B4-BE49-F238E27FC236}">
                <a16:creationId xmlns:a16="http://schemas.microsoft.com/office/drawing/2014/main" id="{D8183149-748A-659D-93A9-457F6BB6E1D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76" name="rc530">
            <a:extLst>
              <a:ext uri="{FF2B5EF4-FFF2-40B4-BE49-F238E27FC236}">
                <a16:creationId xmlns:a16="http://schemas.microsoft.com/office/drawing/2014/main" id="{057F0FF8-55AB-FA71-4CEB-79181E13D87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77" name="rc531">
            <a:extLst>
              <a:ext uri="{FF2B5EF4-FFF2-40B4-BE49-F238E27FC236}">
                <a16:creationId xmlns:a16="http://schemas.microsoft.com/office/drawing/2014/main" id="{DA800F36-20DA-EB58-0F79-D68659CB964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78" name="rc532">
            <a:extLst>
              <a:ext uri="{FF2B5EF4-FFF2-40B4-BE49-F238E27FC236}">
                <a16:creationId xmlns:a16="http://schemas.microsoft.com/office/drawing/2014/main" id="{D00D6C18-90CE-D4E4-DF3C-3EA16D75BDD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79" name="rc533">
            <a:extLst>
              <a:ext uri="{FF2B5EF4-FFF2-40B4-BE49-F238E27FC236}">
                <a16:creationId xmlns:a16="http://schemas.microsoft.com/office/drawing/2014/main" id="{C012B6DC-DF9D-D1F1-8FF9-4F0F7F602C3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80" name="rc534">
            <a:extLst>
              <a:ext uri="{FF2B5EF4-FFF2-40B4-BE49-F238E27FC236}">
                <a16:creationId xmlns:a16="http://schemas.microsoft.com/office/drawing/2014/main" id="{9166EBB1-D252-EF7F-B785-75567777DC2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81" name="rc535">
            <a:extLst>
              <a:ext uri="{FF2B5EF4-FFF2-40B4-BE49-F238E27FC236}">
                <a16:creationId xmlns:a16="http://schemas.microsoft.com/office/drawing/2014/main" id="{76A68732-0A81-6CAB-2D55-2CE1DCB2FE6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82" name="rc536">
            <a:extLst>
              <a:ext uri="{FF2B5EF4-FFF2-40B4-BE49-F238E27FC236}">
                <a16:creationId xmlns:a16="http://schemas.microsoft.com/office/drawing/2014/main" id="{94C5B2A1-96F9-BC55-A6CB-2965864FBE8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83" name="rc537">
            <a:extLst>
              <a:ext uri="{FF2B5EF4-FFF2-40B4-BE49-F238E27FC236}">
                <a16:creationId xmlns:a16="http://schemas.microsoft.com/office/drawing/2014/main" id="{7626188A-410A-A6EC-D750-336731DC69F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84" name="rc538">
            <a:extLst>
              <a:ext uri="{FF2B5EF4-FFF2-40B4-BE49-F238E27FC236}">
                <a16:creationId xmlns:a16="http://schemas.microsoft.com/office/drawing/2014/main" id="{7B4ECB47-EB3C-15ED-E3C2-050DEA1156A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85" name="rc539">
            <a:extLst>
              <a:ext uri="{FF2B5EF4-FFF2-40B4-BE49-F238E27FC236}">
                <a16:creationId xmlns:a16="http://schemas.microsoft.com/office/drawing/2014/main" id="{18E4ED05-3DB5-37D1-714A-2C9E90C530D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86" name="rc540">
            <a:extLst>
              <a:ext uri="{FF2B5EF4-FFF2-40B4-BE49-F238E27FC236}">
                <a16:creationId xmlns:a16="http://schemas.microsoft.com/office/drawing/2014/main" id="{B9A26B0B-6B30-FC95-378C-EE02DAA823D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87" name="rc541">
            <a:extLst>
              <a:ext uri="{FF2B5EF4-FFF2-40B4-BE49-F238E27FC236}">
                <a16:creationId xmlns:a16="http://schemas.microsoft.com/office/drawing/2014/main" id="{6103DA8F-7C84-BF80-38CC-411C3924CF0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88" name="rc542">
            <a:extLst>
              <a:ext uri="{FF2B5EF4-FFF2-40B4-BE49-F238E27FC236}">
                <a16:creationId xmlns:a16="http://schemas.microsoft.com/office/drawing/2014/main" id="{870BEBAE-5F94-89D8-13F5-F659F505493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89" name="rc543">
            <a:extLst>
              <a:ext uri="{FF2B5EF4-FFF2-40B4-BE49-F238E27FC236}">
                <a16:creationId xmlns:a16="http://schemas.microsoft.com/office/drawing/2014/main" id="{0A1D3DF7-F71B-F236-A8EB-D82DF1C51F3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90" name="rc544">
            <a:extLst>
              <a:ext uri="{FF2B5EF4-FFF2-40B4-BE49-F238E27FC236}">
                <a16:creationId xmlns:a16="http://schemas.microsoft.com/office/drawing/2014/main" id="{AB96284F-EE2B-2C1A-33D6-ABE054DE228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91" name="rc545">
            <a:extLst>
              <a:ext uri="{FF2B5EF4-FFF2-40B4-BE49-F238E27FC236}">
                <a16:creationId xmlns:a16="http://schemas.microsoft.com/office/drawing/2014/main" id="{F6294A5A-8DE2-7501-CFD1-E8BD0AF2077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92" name="rc546">
            <a:extLst>
              <a:ext uri="{FF2B5EF4-FFF2-40B4-BE49-F238E27FC236}">
                <a16:creationId xmlns:a16="http://schemas.microsoft.com/office/drawing/2014/main" id="{046C9A52-5CF9-F45E-B81D-20A00EE1AC3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93" name="rc547">
            <a:extLst>
              <a:ext uri="{FF2B5EF4-FFF2-40B4-BE49-F238E27FC236}">
                <a16:creationId xmlns:a16="http://schemas.microsoft.com/office/drawing/2014/main" id="{08DEC1A8-BC41-2799-08F2-245AD85A240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94" name="rc548">
            <a:extLst>
              <a:ext uri="{FF2B5EF4-FFF2-40B4-BE49-F238E27FC236}">
                <a16:creationId xmlns:a16="http://schemas.microsoft.com/office/drawing/2014/main" id="{33892D04-CB2B-2366-4BA7-7043AD55A47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95" name="rc549">
            <a:extLst>
              <a:ext uri="{FF2B5EF4-FFF2-40B4-BE49-F238E27FC236}">
                <a16:creationId xmlns:a16="http://schemas.microsoft.com/office/drawing/2014/main" id="{E2EC6759-33DF-4FCD-9004-0DD6DEE7652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96" name="rc550">
            <a:extLst>
              <a:ext uri="{FF2B5EF4-FFF2-40B4-BE49-F238E27FC236}">
                <a16:creationId xmlns:a16="http://schemas.microsoft.com/office/drawing/2014/main" id="{58660DD8-E6F6-1738-9484-D6AE625EDC1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97" name="rc551">
            <a:extLst>
              <a:ext uri="{FF2B5EF4-FFF2-40B4-BE49-F238E27FC236}">
                <a16:creationId xmlns:a16="http://schemas.microsoft.com/office/drawing/2014/main" id="{D261BFD8-A585-7213-52E5-F051D1EC4AC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98" name="rc552">
            <a:extLst>
              <a:ext uri="{FF2B5EF4-FFF2-40B4-BE49-F238E27FC236}">
                <a16:creationId xmlns:a16="http://schemas.microsoft.com/office/drawing/2014/main" id="{6244085B-7FF6-C7C4-6A55-B6609A373E1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99" name="rc553">
            <a:extLst>
              <a:ext uri="{FF2B5EF4-FFF2-40B4-BE49-F238E27FC236}">
                <a16:creationId xmlns:a16="http://schemas.microsoft.com/office/drawing/2014/main" id="{B0FCE580-0B6B-D16D-AD2A-FE4F6669CEA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00" name="rc554">
            <a:extLst>
              <a:ext uri="{FF2B5EF4-FFF2-40B4-BE49-F238E27FC236}">
                <a16:creationId xmlns:a16="http://schemas.microsoft.com/office/drawing/2014/main" id="{82976141-E815-B475-913E-E0A2EF9DAC9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01" name="rc555">
            <a:extLst>
              <a:ext uri="{FF2B5EF4-FFF2-40B4-BE49-F238E27FC236}">
                <a16:creationId xmlns:a16="http://schemas.microsoft.com/office/drawing/2014/main" id="{E66A6C60-2E12-2AB8-9F91-7B4B65ACDCE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02" name="rc556">
            <a:extLst>
              <a:ext uri="{FF2B5EF4-FFF2-40B4-BE49-F238E27FC236}">
                <a16:creationId xmlns:a16="http://schemas.microsoft.com/office/drawing/2014/main" id="{6E864DEA-8D31-8C3D-C15E-3E4E869A414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03" name="rc557">
            <a:extLst>
              <a:ext uri="{FF2B5EF4-FFF2-40B4-BE49-F238E27FC236}">
                <a16:creationId xmlns:a16="http://schemas.microsoft.com/office/drawing/2014/main" id="{249869A7-DD59-5D65-4812-6BA7C13B297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04" name="rc558">
            <a:extLst>
              <a:ext uri="{FF2B5EF4-FFF2-40B4-BE49-F238E27FC236}">
                <a16:creationId xmlns:a16="http://schemas.microsoft.com/office/drawing/2014/main" id="{434E1C9D-7F08-C792-B5EA-7C52D0131B3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05" name="rc559">
            <a:extLst>
              <a:ext uri="{FF2B5EF4-FFF2-40B4-BE49-F238E27FC236}">
                <a16:creationId xmlns:a16="http://schemas.microsoft.com/office/drawing/2014/main" id="{E0F26E44-FB9B-08AE-787E-DDD4032047C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06" name="rc560">
            <a:extLst>
              <a:ext uri="{FF2B5EF4-FFF2-40B4-BE49-F238E27FC236}">
                <a16:creationId xmlns:a16="http://schemas.microsoft.com/office/drawing/2014/main" id="{92CE0501-9CC5-FB2F-D124-D2E7DB02880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07" name="rc561">
            <a:extLst>
              <a:ext uri="{FF2B5EF4-FFF2-40B4-BE49-F238E27FC236}">
                <a16:creationId xmlns:a16="http://schemas.microsoft.com/office/drawing/2014/main" id="{9430CD91-D974-E771-58CD-CD0D1A65062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08" name="rc562">
            <a:extLst>
              <a:ext uri="{FF2B5EF4-FFF2-40B4-BE49-F238E27FC236}">
                <a16:creationId xmlns:a16="http://schemas.microsoft.com/office/drawing/2014/main" id="{48F5CCB5-9CAB-716F-ACA7-5A5EAB0B225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09" name="rc563">
            <a:extLst>
              <a:ext uri="{FF2B5EF4-FFF2-40B4-BE49-F238E27FC236}">
                <a16:creationId xmlns:a16="http://schemas.microsoft.com/office/drawing/2014/main" id="{0D5ADBCA-565D-C365-E8F6-84D3C520147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10" name="rc564">
            <a:extLst>
              <a:ext uri="{FF2B5EF4-FFF2-40B4-BE49-F238E27FC236}">
                <a16:creationId xmlns:a16="http://schemas.microsoft.com/office/drawing/2014/main" id="{AC168E15-D8AF-BCEE-85A4-8FB95B0EA2F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11" name="rc565">
            <a:extLst>
              <a:ext uri="{FF2B5EF4-FFF2-40B4-BE49-F238E27FC236}">
                <a16:creationId xmlns:a16="http://schemas.microsoft.com/office/drawing/2014/main" id="{311FEB52-1DA8-25DF-CFC4-BF3D6CBC8A8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12" name="rc566">
            <a:extLst>
              <a:ext uri="{FF2B5EF4-FFF2-40B4-BE49-F238E27FC236}">
                <a16:creationId xmlns:a16="http://schemas.microsoft.com/office/drawing/2014/main" id="{2963CB3F-C6D2-A61F-8FAF-6BAF9D74704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13" name="rc567">
            <a:extLst>
              <a:ext uri="{FF2B5EF4-FFF2-40B4-BE49-F238E27FC236}">
                <a16:creationId xmlns:a16="http://schemas.microsoft.com/office/drawing/2014/main" id="{EE9322FE-9A36-8550-2B3A-34BEF97C6DC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14" name="rc568">
            <a:extLst>
              <a:ext uri="{FF2B5EF4-FFF2-40B4-BE49-F238E27FC236}">
                <a16:creationId xmlns:a16="http://schemas.microsoft.com/office/drawing/2014/main" id="{52FB3E32-FC41-D1A4-EC22-49EB8E05994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15" name="rc569">
            <a:extLst>
              <a:ext uri="{FF2B5EF4-FFF2-40B4-BE49-F238E27FC236}">
                <a16:creationId xmlns:a16="http://schemas.microsoft.com/office/drawing/2014/main" id="{924F9177-662D-8189-54E7-AEE5D435A53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16" name="rc570">
            <a:extLst>
              <a:ext uri="{FF2B5EF4-FFF2-40B4-BE49-F238E27FC236}">
                <a16:creationId xmlns:a16="http://schemas.microsoft.com/office/drawing/2014/main" id="{33173513-5F57-61BB-95EF-35DD9B21D77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17" name="rc571">
            <a:extLst>
              <a:ext uri="{FF2B5EF4-FFF2-40B4-BE49-F238E27FC236}">
                <a16:creationId xmlns:a16="http://schemas.microsoft.com/office/drawing/2014/main" id="{9571EC1C-B427-B59C-DD88-929B5DD9293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18" name="rc572">
            <a:extLst>
              <a:ext uri="{FF2B5EF4-FFF2-40B4-BE49-F238E27FC236}">
                <a16:creationId xmlns:a16="http://schemas.microsoft.com/office/drawing/2014/main" id="{9FF9967B-C8FF-C730-AF41-3EB8B2A7C2B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19" name="rc573">
            <a:extLst>
              <a:ext uri="{FF2B5EF4-FFF2-40B4-BE49-F238E27FC236}">
                <a16:creationId xmlns:a16="http://schemas.microsoft.com/office/drawing/2014/main" id="{17BBD4FE-B9AC-A8D0-31DE-D69958AD597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20" name="rc574">
            <a:extLst>
              <a:ext uri="{FF2B5EF4-FFF2-40B4-BE49-F238E27FC236}">
                <a16:creationId xmlns:a16="http://schemas.microsoft.com/office/drawing/2014/main" id="{BB8110BC-A8AF-F685-EE8F-BDE83AC9937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21" name="rc575">
            <a:extLst>
              <a:ext uri="{FF2B5EF4-FFF2-40B4-BE49-F238E27FC236}">
                <a16:creationId xmlns:a16="http://schemas.microsoft.com/office/drawing/2014/main" id="{02E803AD-D21C-4423-6314-3A11158071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22" name="rc576">
            <a:extLst>
              <a:ext uri="{FF2B5EF4-FFF2-40B4-BE49-F238E27FC236}">
                <a16:creationId xmlns:a16="http://schemas.microsoft.com/office/drawing/2014/main" id="{AA953F3B-9BFF-EBAE-9AA8-F6056B31308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23" name="rc577">
            <a:extLst>
              <a:ext uri="{FF2B5EF4-FFF2-40B4-BE49-F238E27FC236}">
                <a16:creationId xmlns:a16="http://schemas.microsoft.com/office/drawing/2014/main" id="{5E9D3023-6CC5-CB6D-3C7D-30287715492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24" name="rc578">
            <a:extLst>
              <a:ext uri="{FF2B5EF4-FFF2-40B4-BE49-F238E27FC236}">
                <a16:creationId xmlns:a16="http://schemas.microsoft.com/office/drawing/2014/main" id="{6244E89A-CED4-E7B9-834F-9F7E66E5E5C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25" name="rc579">
            <a:extLst>
              <a:ext uri="{FF2B5EF4-FFF2-40B4-BE49-F238E27FC236}">
                <a16:creationId xmlns:a16="http://schemas.microsoft.com/office/drawing/2014/main" id="{9741D26C-213B-A39E-99A7-7CCF5AA6298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26" name="rc580">
            <a:extLst>
              <a:ext uri="{FF2B5EF4-FFF2-40B4-BE49-F238E27FC236}">
                <a16:creationId xmlns:a16="http://schemas.microsoft.com/office/drawing/2014/main" id="{8D505B57-0208-D4AF-DDB3-ADCDD7E8821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27" name="rc581">
            <a:extLst>
              <a:ext uri="{FF2B5EF4-FFF2-40B4-BE49-F238E27FC236}">
                <a16:creationId xmlns:a16="http://schemas.microsoft.com/office/drawing/2014/main" id="{1183A8BD-8760-5FB1-8364-486A891A7BC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28" name="rc582">
            <a:extLst>
              <a:ext uri="{FF2B5EF4-FFF2-40B4-BE49-F238E27FC236}">
                <a16:creationId xmlns:a16="http://schemas.microsoft.com/office/drawing/2014/main" id="{4397367B-4C36-2858-E6AD-D49C2DBDF43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29" name="rc583">
            <a:extLst>
              <a:ext uri="{FF2B5EF4-FFF2-40B4-BE49-F238E27FC236}">
                <a16:creationId xmlns:a16="http://schemas.microsoft.com/office/drawing/2014/main" id="{F3981E6B-C748-7F4D-F364-4D7847F1C94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30" name="rc584">
            <a:extLst>
              <a:ext uri="{FF2B5EF4-FFF2-40B4-BE49-F238E27FC236}">
                <a16:creationId xmlns:a16="http://schemas.microsoft.com/office/drawing/2014/main" id="{AE2C2CF9-18D4-04C8-4091-709FF14D4D0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31" name="rc585">
            <a:extLst>
              <a:ext uri="{FF2B5EF4-FFF2-40B4-BE49-F238E27FC236}">
                <a16:creationId xmlns:a16="http://schemas.microsoft.com/office/drawing/2014/main" id="{4DF4A637-BD92-8A7F-B77F-3091DB39F67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32" name="rc586">
            <a:extLst>
              <a:ext uri="{FF2B5EF4-FFF2-40B4-BE49-F238E27FC236}">
                <a16:creationId xmlns:a16="http://schemas.microsoft.com/office/drawing/2014/main" id="{269EDBC0-4D63-49E3-6429-5AB6BEA000B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33" name="rc587">
            <a:extLst>
              <a:ext uri="{FF2B5EF4-FFF2-40B4-BE49-F238E27FC236}">
                <a16:creationId xmlns:a16="http://schemas.microsoft.com/office/drawing/2014/main" id="{19DC640A-7494-663F-5A75-555676BCADC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34" name="rc588">
            <a:extLst>
              <a:ext uri="{FF2B5EF4-FFF2-40B4-BE49-F238E27FC236}">
                <a16:creationId xmlns:a16="http://schemas.microsoft.com/office/drawing/2014/main" id="{A68FF1D0-8423-69C7-0FB1-9881B282459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35" name="rc589">
            <a:extLst>
              <a:ext uri="{FF2B5EF4-FFF2-40B4-BE49-F238E27FC236}">
                <a16:creationId xmlns:a16="http://schemas.microsoft.com/office/drawing/2014/main" id="{5BBFB49A-AE24-2773-CDFC-C3DB5C7022E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36" name="rc590">
            <a:extLst>
              <a:ext uri="{FF2B5EF4-FFF2-40B4-BE49-F238E27FC236}">
                <a16:creationId xmlns:a16="http://schemas.microsoft.com/office/drawing/2014/main" id="{CAFE4873-E9CF-0722-8EED-EF3DAD68B4A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37" name="rc591">
            <a:extLst>
              <a:ext uri="{FF2B5EF4-FFF2-40B4-BE49-F238E27FC236}">
                <a16:creationId xmlns:a16="http://schemas.microsoft.com/office/drawing/2014/main" id="{F97F3FB1-A3A5-AB09-72AC-8F91EEDFB63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38" name="rc592">
            <a:extLst>
              <a:ext uri="{FF2B5EF4-FFF2-40B4-BE49-F238E27FC236}">
                <a16:creationId xmlns:a16="http://schemas.microsoft.com/office/drawing/2014/main" id="{02C8AAA5-2B53-2937-5635-265BD03BE14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39" name="rc593">
            <a:extLst>
              <a:ext uri="{FF2B5EF4-FFF2-40B4-BE49-F238E27FC236}">
                <a16:creationId xmlns:a16="http://schemas.microsoft.com/office/drawing/2014/main" id="{FCDEE406-088D-1787-6847-C04555BE4CA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40" name="rc594">
            <a:extLst>
              <a:ext uri="{FF2B5EF4-FFF2-40B4-BE49-F238E27FC236}">
                <a16:creationId xmlns:a16="http://schemas.microsoft.com/office/drawing/2014/main" id="{FDC34FE6-8A57-0BBA-80CA-89E1C14C499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41" name="rc595">
            <a:extLst>
              <a:ext uri="{FF2B5EF4-FFF2-40B4-BE49-F238E27FC236}">
                <a16:creationId xmlns:a16="http://schemas.microsoft.com/office/drawing/2014/main" id="{44EF8D9A-26CF-CD9D-5FDC-096F8C4AE9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42" name="rc596">
            <a:extLst>
              <a:ext uri="{FF2B5EF4-FFF2-40B4-BE49-F238E27FC236}">
                <a16:creationId xmlns:a16="http://schemas.microsoft.com/office/drawing/2014/main" id="{C7962264-FB90-A587-91DE-24682901F3A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43" name="rc597">
            <a:extLst>
              <a:ext uri="{FF2B5EF4-FFF2-40B4-BE49-F238E27FC236}">
                <a16:creationId xmlns:a16="http://schemas.microsoft.com/office/drawing/2014/main" id="{537406DF-56DD-8497-99F4-6B5656B1452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44" name="rc598">
            <a:extLst>
              <a:ext uri="{FF2B5EF4-FFF2-40B4-BE49-F238E27FC236}">
                <a16:creationId xmlns:a16="http://schemas.microsoft.com/office/drawing/2014/main" id="{F81A664A-D0A9-2FE1-68F7-4CD8C275F42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45" name="rc599">
            <a:extLst>
              <a:ext uri="{FF2B5EF4-FFF2-40B4-BE49-F238E27FC236}">
                <a16:creationId xmlns:a16="http://schemas.microsoft.com/office/drawing/2014/main" id="{6A5B5101-BB46-8980-E612-E114E923378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46" name="rc600">
            <a:extLst>
              <a:ext uri="{FF2B5EF4-FFF2-40B4-BE49-F238E27FC236}">
                <a16:creationId xmlns:a16="http://schemas.microsoft.com/office/drawing/2014/main" id="{DE12DA0F-F2E2-486A-456B-3F190A5F111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47" name="rc601">
            <a:extLst>
              <a:ext uri="{FF2B5EF4-FFF2-40B4-BE49-F238E27FC236}">
                <a16:creationId xmlns:a16="http://schemas.microsoft.com/office/drawing/2014/main" id="{7D3E9EA5-1F53-D201-1EBD-1BE4DD8D519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48" name="rc602">
            <a:extLst>
              <a:ext uri="{FF2B5EF4-FFF2-40B4-BE49-F238E27FC236}">
                <a16:creationId xmlns:a16="http://schemas.microsoft.com/office/drawing/2014/main" id="{26AA2222-0E09-2438-D455-3BCE278DBDC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49" name="rc603">
            <a:extLst>
              <a:ext uri="{FF2B5EF4-FFF2-40B4-BE49-F238E27FC236}">
                <a16:creationId xmlns:a16="http://schemas.microsoft.com/office/drawing/2014/main" id="{6A762C7D-31D7-C7F4-1ABA-4827FB23458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50" name="rc604">
            <a:extLst>
              <a:ext uri="{FF2B5EF4-FFF2-40B4-BE49-F238E27FC236}">
                <a16:creationId xmlns:a16="http://schemas.microsoft.com/office/drawing/2014/main" id="{669420DA-E5EA-A041-3207-1FAB1C62550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51" name="rc605">
            <a:extLst>
              <a:ext uri="{FF2B5EF4-FFF2-40B4-BE49-F238E27FC236}">
                <a16:creationId xmlns:a16="http://schemas.microsoft.com/office/drawing/2014/main" id="{AF8A8531-92D8-9665-BF3A-97807F79E4A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52" name="rc606">
            <a:extLst>
              <a:ext uri="{FF2B5EF4-FFF2-40B4-BE49-F238E27FC236}">
                <a16:creationId xmlns:a16="http://schemas.microsoft.com/office/drawing/2014/main" id="{A12107F3-195A-7E3D-3378-76085CF2BC0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53" name="rc607">
            <a:extLst>
              <a:ext uri="{FF2B5EF4-FFF2-40B4-BE49-F238E27FC236}">
                <a16:creationId xmlns:a16="http://schemas.microsoft.com/office/drawing/2014/main" id="{941C77CC-6FBB-85B8-8802-61F2B3F8233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54" name="rc608">
            <a:extLst>
              <a:ext uri="{FF2B5EF4-FFF2-40B4-BE49-F238E27FC236}">
                <a16:creationId xmlns:a16="http://schemas.microsoft.com/office/drawing/2014/main" id="{F666CB83-9998-C420-E4CE-1CB0DF8F765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55" name="rc609">
            <a:extLst>
              <a:ext uri="{FF2B5EF4-FFF2-40B4-BE49-F238E27FC236}">
                <a16:creationId xmlns:a16="http://schemas.microsoft.com/office/drawing/2014/main" id="{9C34320B-72B8-52F8-0CAB-28919DC86A9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56" name="rc610">
            <a:extLst>
              <a:ext uri="{FF2B5EF4-FFF2-40B4-BE49-F238E27FC236}">
                <a16:creationId xmlns:a16="http://schemas.microsoft.com/office/drawing/2014/main" id="{3908A203-893F-8C69-0206-5A6F2C650C6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57" name="rc611">
            <a:extLst>
              <a:ext uri="{FF2B5EF4-FFF2-40B4-BE49-F238E27FC236}">
                <a16:creationId xmlns:a16="http://schemas.microsoft.com/office/drawing/2014/main" id="{256538D5-01E1-F948-EFEB-AE4ADC9C5B6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58" name="rc612">
            <a:extLst>
              <a:ext uri="{FF2B5EF4-FFF2-40B4-BE49-F238E27FC236}">
                <a16:creationId xmlns:a16="http://schemas.microsoft.com/office/drawing/2014/main" id="{379919B8-8EBF-8EE4-2183-748D1A77AF5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59" name="rc613">
            <a:extLst>
              <a:ext uri="{FF2B5EF4-FFF2-40B4-BE49-F238E27FC236}">
                <a16:creationId xmlns:a16="http://schemas.microsoft.com/office/drawing/2014/main" id="{3DAD16D1-39D5-1ACD-74F4-478D832E564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60" name="rc614">
            <a:extLst>
              <a:ext uri="{FF2B5EF4-FFF2-40B4-BE49-F238E27FC236}">
                <a16:creationId xmlns:a16="http://schemas.microsoft.com/office/drawing/2014/main" id="{55C9D225-9761-7A6E-92ED-EEBD751CEA5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61" name="rc615">
            <a:extLst>
              <a:ext uri="{FF2B5EF4-FFF2-40B4-BE49-F238E27FC236}">
                <a16:creationId xmlns:a16="http://schemas.microsoft.com/office/drawing/2014/main" id="{A12829FF-E268-A757-5855-759D39456CA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62" name="rc616">
            <a:extLst>
              <a:ext uri="{FF2B5EF4-FFF2-40B4-BE49-F238E27FC236}">
                <a16:creationId xmlns:a16="http://schemas.microsoft.com/office/drawing/2014/main" id="{21D9BA39-3148-C5B3-8679-103A66314BA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63" name="rc617">
            <a:extLst>
              <a:ext uri="{FF2B5EF4-FFF2-40B4-BE49-F238E27FC236}">
                <a16:creationId xmlns:a16="http://schemas.microsoft.com/office/drawing/2014/main" id="{44138DBF-DCB2-074F-8DE8-AAA59D3CC09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64" name="rc618">
            <a:extLst>
              <a:ext uri="{FF2B5EF4-FFF2-40B4-BE49-F238E27FC236}">
                <a16:creationId xmlns:a16="http://schemas.microsoft.com/office/drawing/2014/main" id="{1E368522-5DAA-C08D-F5AE-C8A3C82012C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65" name="rc619">
            <a:extLst>
              <a:ext uri="{FF2B5EF4-FFF2-40B4-BE49-F238E27FC236}">
                <a16:creationId xmlns:a16="http://schemas.microsoft.com/office/drawing/2014/main" id="{4C78FDE5-B228-3EA4-4A29-B1D35B50455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66" name="rc620">
            <a:extLst>
              <a:ext uri="{FF2B5EF4-FFF2-40B4-BE49-F238E27FC236}">
                <a16:creationId xmlns:a16="http://schemas.microsoft.com/office/drawing/2014/main" id="{D88D58C2-F604-4588-4C76-426D7FD0CAA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67" name="rc621">
            <a:extLst>
              <a:ext uri="{FF2B5EF4-FFF2-40B4-BE49-F238E27FC236}">
                <a16:creationId xmlns:a16="http://schemas.microsoft.com/office/drawing/2014/main" id="{0B06E589-A563-5786-2B48-750F9EF9176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68" name="rc622">
            <a:extLst>
              <a:ext uri="{FF2B5EF4-FFF2-40B4-BE49-F238E27FC236}">
                <a16:creationId xmlns:a16="http://schemas.microsoft.com/office/drawing/2014/main" id="{146B0978-590C-F82B-65E9-375B07FB2BD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69" name="rc623">
            <a:extLst>
              <a:ext uri="{FF2B5EF4-FFF2-40B4-BE49-F238E27FC236}">
                <a16:creationId xmlns:a16="http://schemas.microsoft.com/office/drawing/2014/main" id="{5FCD87EA-28EF-A327-0C6F-E05CC684708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70" name="rc624">
            <a:extLst>
              <a:ext uri="{FF2B5EF4-FFF2-40B4-BE49-F238E27FC236}">
                <a16:creationId xmlns:a16="http://schemas.microsoft.com/office/drawing/2014/main" id="{DEC6F6EF-CF55-E0B4-C02D-D0A1CCDB9FB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71" name="rc625">
            <a:extLst>
              <a:ext uri="{FF2B5EF4-FFF2-40B4-BE49-F238E27FC236}">
                <a16:creationId xmlns:a16="http://schemas.microsoft.com/office/drawing/2014/main" id="{522D4D31-3567-6543-7BC1-1A455DA3ABD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72" name="rc626">
            <a:extLst>
              <a:ext uri="{FF2B5EF4-FFF2-40B4-BE49-F238E27FC236}">
                <a16:creationId xmlns:a16="http://schemas.microsoft.com/office/drawing/2014/main" id="{8387CA5C-58A7-94A7-F325-DED296C10DF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73" name="rc627">
            <a:extLst>
              <a:ext uri="{FF2B5EF4-FFF2-40B4-BE49-F238E27FC236}">
                <a16:creationId xmlns:a16="http://schemas.microsoft.com/office/drawing/2014/main" id="{9C869E80-CC31-DD9E-DA38-4C8442ED6E8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74" name="rc628">
            <a:extLst>
              <a:ext uri="{FF2B5EF4-FFF2-40B4-BE49-F238E27FC236}">
                <a16:creationId xmlns:a16="http://schemas.microsoft.com/office/drawing/2014/main" id="{E39FD517-1592-D4BC-6A52-7BBDCEB093F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75" name="rc629">
            <a:extLst>
              <a:ext uri="{FF2B5EF4-FFF2-40B4-BE49-F238E27FC236}">
                <a16:creationId xmlns:a16="http://schemas.microsoft.com/office/drawing/2014/main" id="{C1CDE016-686B-214A-2B9C-EDC157E9452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76" name="rc630">
            <a:extLst>
              <a:ext uri="{FF2B5EF4-FFF2-40B4-BE49-F238E27FC236}">
                <a16:creationId xmlns:a16="http://schemas.microsoft.com/office/drawing/2014/main" id="{46E928B7-9EB3-64F8-7C93-1DA07F2DB0A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77" name="rc631">
            <a:extLst>
              <a:ext uri="{FF2B5EF4-FFF2-40B4-BE49-F238E27FC236}">
                <a16:creationId xmlns:a16="http://schemas.microsoft.com/office/drawing/2014/main" id="{C9DB113B-64A3-A17D-EEB1-EB0BDA93279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78" name="rc632">
            <a:extLst>
              <a:ext uri="{FF2B5EF4-FFF2-40B4-BE49-F238E27FC236}">
                <a16:creationId xmlns:a16="http://schemas.microsoft.com/office/drawing/2014/main" id="{7ABB4461-3D28-B1AE-2EDE-1EB8E06C778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79" name="rc633">
            <a:extLst>
              <a:ext uri="{FF2B5EF4-FFF2-40B4-BE49-F238E27FC236}">
                <a16:creationId xmlns:a16="http://schemas.microsoft.com/office/drawing/2014/main" id="{F9C32718-4817-9C63-7950-554973D2825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80" name="rc634">
            <a:extLst>
              <a:ext uri="{FF2B5EF4-FFF2-40B4-BE49-F238E27FC236}">
                <a16:creationId xmlns:a16="http://schemas.microsoft.com/office/drawing/2014/main" id="{AF159CC5-BDF2-852D-8ACC-45587583F04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81" name="rc635">
            <a:extLst>
              <a:ext uri="{FF2B5EF4-FFF2-40B4-BE49-F238E27FC236}">
                <a16:creationId xmlns:a16="http://schemas.microsoft.com/office/drawing/2014/main" id="{5291C765-437B-2B10-147B-A14C48A58E4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82" name="rc636">
            <a:extLst>
              <a:ext uri="{FF2B5EF4-FFF2-40B4-BE49-F238E27FC236}">
                <a16:creationId xmlns:a16="http://schemas.microsoft.com/office/drawing/2014/main" id="{F7D4BE20-9152-0894-C3C1-C15E396A8EE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83" name="rc637">
            <a:extLst>
              <a:ext uri="{FF2B5EF4-FFF2-40B4-BE49-F238E27FC236}">
                <a16:creationId xmlns:a16="http://schemas.microsoft.com/office/drawing/2014/main" id="{CDDCC72C-45E8-DC05-6B38-3B25D5FB5FD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84" name="rc638">
            <a:extLst>
              <a:ext uri="{FF2B5EF4-FFF2-40B4-BE49-F238E27FC236}">
                <a16:creationId xmlns:a16="http://schemas.microsoft.com/office/drawing/2014/main" id="{C1E1A9FA-832E-AD63-F1A3-F1A2837A5E9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85" name="rc639">
            <a:extLst>
              <a:ext uri="{FF2B5EF4-FFF2-40B4-BE49-F238E27FC236}">
                <a16:creationId xmlns:a16="http://schemas.microsoft.com/office/drawing/2014/main" id="{F8E0E594-0E0A-0834-D932-7F1A4918E3D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86" name="rc640">
            <a:extLst>
              <a:ext uri="{FF2B5EF4-FFF2-40B4-BE49-F238E27FC236}">
                <a16:creationId xmlns:a16="http://schemas.microsoft.com/office/drawing/2014/main" id="{C6E32870-CD42-F7CC-FA00-2BC351787E5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87" name="rc641">
            <a:extLst>
              <a:ext uri="{FF2B5EF4-FFF2-40B4-BE49-F238E27FC236}">
                <a16:creationId xmlns:a16="http://schemas.microsoft.com/office/drawing/2014/main" id="{33B8A745-F760-3A46-E547-91B964B9C25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88" name="rc642">
            <a:extLst>
              <a:ext uri="{FF2B5EF4-FFF2-40B4-BE49-F238E27FC236}">
                <a16:creationId xmlns:a16="http://schemas.microsoft.com/office/drawing/2014/main" id="{8C53D4DF-AFDE-6C43-1870-B6271AAEBF6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89" name="rc643">
            <a:extLst>
              <a:ext uri="{FF2B5EF4-FFF2-40B4-BE49-F238E27FC236}">
                <a16:creationId xmlns:a16="http://schemas.microsoft.com/office/drawing/2014/main" id="{3E668C63-BD75-09BC-C6CE-A562D3926CC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90" name="rc644">
            <a:extLst>
              <a:ext uri="{FF2B5EF4-FFF2-40B4-BE49-F238E27FC236}">
                <a16:creationId xmlns:a16="http://schemas.microsoft.com/office/drawing/2014/main" id="{520F2E8D-9B29-279E-A3B3-05061B67F3E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91" name="rc645">
            <a:extLst>
              <a:ext uri="{FF2B5EF4-FFF2-40B4-BE49-F238E27FC236}">
                <a16:creationId xmlns:a16="http://schemas.microsoft.com/office/drawing/2014/main" id="{8E286041-F1EB-FC05-9F63-0B08F5FFDD8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92" name="rc646">
            <a:extLst>
              <a:ext uri="{FF2B5EF4-FFF2-40B4-BE49-F238E27FC236}">
                <a16:creationId xmlns:a16="http://schemas.microsoft.com/office/drawing/2014/main" id="{8506ECDF-EE84-1E24-5B5C-2B8CE4E8C20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93" name="rc647">
            <a:extLst>
              <a:ext uri="{FF2B5EF4-FFF2-40B4-BE49-F238E27FC236}">
                <a16:creationId xmlns:a16="http://schemas.microsoft.com/office/drawing/2014/main" id="{6119A487-CC45-877D-79CE-C14E4CFFA34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94" name="rc648">
            <a:extLst>
              <a:ext uri="{FF2B5EF4-FFF2-40B4-BE49-F238E27FC236}">
                <a16:creationId xmlns:a16="http://schemas.microsoft.com/office/drawing/2014/main" id="{564FA29C-C021-6D20-938F-D778B055A0E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95" name="rc649">
            <a:extLst>
              <a:ext uri="{FF2B5EF4-FFF2-40B4-BE49-F238E27FC236}">
                <a16:creationId xmlns:a16="http://schemas.microsoft.com/office/drawing/2014/main" id="{1AB703DD-6621-9DEF-B062-5D611D10100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96" name="rc650">
            <a:extLst>
              <a:ext uri="{FF2B5EF4-FFF2-40B4-BE49-F238E27FC236}">
                <a16:creationId xmlns:a16="http://schemas.microsoft.com/office/drawing/2014/main" id="{D382BAD2-0B9F-536B-1619-CC8177A6B06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97" name="rc651">
            <a:extLst>
              <a:ext uri="{FF2B5EF4-FFF2-40B4-BE49-F238E27FC236}">
                <a16:creationId xmlns:a16="http://schemas.microsoft.com/office/drawing/2014/main" id="{6931AE5C-5556-340B-BEE9-165BDEDAD8A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98" name="rc652">
            <a:extLst>
              <a:ext uri="{FF2B5EF4-FFF2-40B4-BE49-F238E27FC236}">
                <a16:creationId xmlns:a16="http://schemas.microsoft.com/office/drawing/2014/main" id="{56701F4D-5DB6-C03A-D1D0-FC63307A7F1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99" name="rc653">
            <a:extLst>
              <a:ext uri="{FF2B5EF4-FFF2-40B4-BE49-F238E27FC236}">
                <a16:creationId xmlns:a16="http://schemas.microsoft.com/office/drawing/2014/main" id="{A1266287-38AD-FE12-CD60-4ADC7DCFDBD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00" name="rc654">
            <a:extLst>
              <a:ext uri="{FF2B5EF4-FFF2-40B4-BE49-F238E27FC236}">
                <a16:creationId xmlns:a16="http://schemas.microsoft.com/office/drawing/2014/main" id="{DAF82714-26DF-4328-635F-4713F7B4FE9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01" name="rc655">
            <a:extLst>
              <a:ext uri="{FF2B5EF4-FFF2-40B4-BE49-F238E27FC236}">
                <a16:creationId xmlns:a16="http://schemas.microsoft.com/office/drawing/2014/main" id="{1221CAF8-49C5-A292-4A97-0397AF6F3AA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02" name="rc656">
            <a:extLst>
              <a:ext uri="{FF2B5EF4-FFF2-40B4-BE49-F238E27FC236}">
                <a16:creationId xmlns:a16="http://schemas.microsoft.com/office/drawing/2014/main" id="{5120E21A-845B-0354-B04B-6C73F0C7B52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03" name="rc657">
            <a:extLst>
              <a:ext uri="{FF2B5EF4-FFF2-40B4-BE49-F238E27FC236}">
                <a16:creationId xmlns:a16="http://schemas.microsoft.com/office/drawing/2014/main" id="{F6D59B13-D642-DB71-CC38-E331E062779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04" name="rc658">
            <a:extLst>
              <a:ext uri="{FF2B5EF4-FFF2-40B4-BE49-F238E27FC236}">
                <a16:creationId xmlns:a16="http://schemas.microsoft.com/office/drawing/2014/main" id="{7E28226F-69FE-578B-92FA-00C71BC1600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05" name="rc659">
            <a:extLst>
              <a:ext uri="{FF2B5EF4-FFF2-40B4-BE49-F238E27FC236}">
                <a16:creationId xmlns:a16="http://schemas.microsoft.com/office/drawing/2014/main" id="{67F8EB08-6DC1-5B6C-9F68-D28862C457B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06" name="rc660">
            <a:extLst>
              <a:ext uri="{FF2B5EF4-FFF2-40B4-BE49-F238E27FC236}">
                <a16:creationId xmlns:a16="http://schemas.microsoft.com/office/drawing/2014/main" id="{008E0BC0-AA6B-E383-71DF-BF41967C219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07" name="rc661">
            <a:extLst>
              <a:ext uri="{FF2B5EF4-FFF2-40B4-BE49-F238E27FC236}">
                <a16:creationId xmlns:a16="http://schemas.microsoft.com/office/drawing/2014/main" id="{83D2ADCE-4B21-AC5D-4630-925ADEE468E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08" name="rc662">
            <a:extLst>
              <a:ext uri="{FF2B5EF4-FFF2-40B4-BE49-F238E27FC236}">
                <a16:creationId xmlns:a16="http://schemas.microsoft.com/office/drawing/2014/main" id="{2744B5D1-9693-4D6C-57DF-51DF8B0AD8D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09" name="rc663">
            <a:extLst>
              <a:ext uri="{FF2B5EF4-FFF2-40B4-BE49-F238E27FC236}">
                <a16:creationId xmlns:a16="http://schemas.microsoft.com/office/drawing/2014/main" id="{07EFB8A7-F78E-A0BA-5C88-A69F9209980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10" name="rc664">
            <a:extLst>
              <a:ext uri="{FF2B5EF4-FFF2-40B4-BE49-F238E27FC236}">
                <a16:creationId xmlns:a16="http://schemas.microsoft.com/office/drawing/2014/main" id="{C02AB41B-C787-A53E-CB23-97F213A75D3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11" name="rc665">
            <a:extLst>
              <a:ext uri="{FF2B5EF4-FFF2-40B4-BE49-F238E27FC236}">
                <a16:creationId xmlns:a16="http://schemas.microsoft.com/office/drawing/2014/main" id="{49C39F4E-611B-421D-9846-F51ACEDB634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12" name="rc666">
            <a:extLst>
              <a:ext uri="{FF2B5EF4-FFF2-40B4-BE49-F238E27FC236}">
                <a16:creationId xmlns:a16="http://schemas.microsoft.com/office/drawing/2014/main" id="{7090360D-4101-44D9-433F-2CACDEAC8B0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13" name="rc667">
            <a:extLst>
              <a:ext uri="{FF2B5EF4-FFF2-40B4-BE49-F238E27FC236}">
                <a16:creationId xmlns:a16="http://schemas.microsoft.com/office/drawing/2014/main" id="{9CE16400-D2EC-21E0-8697-5342B6C1279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14" name="rc668">
            <a:extLst>
              <a:ext uri="{FF2B5EF4-FFF2-40B4-BE49-F238E27FC236}">
                <a16:creationId xmlns:a16="http://schemas.microsoft.com/office/drawing/2014/main" id="{C4F9501F-B3D2-8B0F-101E-D00F467DAF2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15" name="rc669">
            <a:extLst>
              <a:ext uri="{FF2B5EF4-FFF2-40B4-BE49-F238E27FC236}">
                <a16:creationId xmlns:a16="http://schemas.microsoft.com/office/drawing/2014/main" id="{2E849B3F-5F95-5D4A-2BBA-A49156D394D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16" name="rc670">
            <a:extLst>
              <a:ext uri="{FF2B5EF4-FFF2-40B4-BE49-F238E27FC236}">
                <a16:creationId xmlns:a16="http://schemas.microsoft.com/office/drawing/2014/main" id="{BC853BCF-CE8A-E141-5860-6CF3620BAD4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17" name="rc671">
            <a:extLst>
              <a:ext uri="{FF2B5EF4-FFF2-40B4-BE49-F238E27FC236}">
                <a16:creationId xmlns:a16="http://schemas.microsoft.com/office/drawing/2014/main" id="{DD842173-45DF-658B-1580-3BFE3723F0A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18" name="rc672">
            <a:extLst>
              <a:ext uri="{FF2B5EF4-FFF2-40B4-BE49-F238E27FC236}">
                <a16:creationId xmlns:a16="http://schemas.microsoft.com/office/drawing/2014/main" id="{9CFC12BD-CBC1-2C04-64C6-43B3D728EED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19" name="rc673">
            <a:extLst>
              <a:ext uri="{FF2B5EF4-FFF2-40B4-BE49-F238E27FC236}">
                <a16:creationId xmlns:a16="http://schemas.microsoft.com/office/drawing/2014/main" id="{CC469D67-E202-85CA-5237-B7C38E71173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20" name="rc674">
            <a:extLst>
              <a:ext uri="{FF2B5EF4-FFF2-40B4-BE49-F238E27FC236}">
                <a16:creationId xmlns:a16="http://schemas.microsoft.com/office/drawing/2014/main" id="{D27C4735-F012-89D5-A948-60E07BCEC53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21" name="rc675">
            <a:extLst>
              <a:ext uri="{FF2B5EF4-FFF2-40B4-BE49-F238E27FC236}">
                <a16:creationId xmlns:a16="http://schemas.microsoft.com/office/drawing/2014/main" id="{BD55FD9B-492E-46E1-55A8-577F57CD6C3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22" name="rc676">
            <a:extLst>
              <a:ext uri="{FF2B5EF4-FFF2-40B4-BE49-F238E27FC236}">
                <a16:creationId xmlns:a16="http://schemas.microsoft.com/office/drawing/2014/main" id="{82F0A964-4221-E342-C4EA-147AA947068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23" name="rc677">
            <a:extLst>
              <a:ext uri="{FF2B5EF4-FFF2-40B4-BE49-F238E27FC236}">
                <a16:creationId xmlns:a16="http://schemas.microsoft.com/office/drawing/2014/main" id="{D5E855CD-F017-18FA-3B79-753AADCDC44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24" name="rc678">
            <a:extLst>
              <a:ext uri="{FF2B5EF4-FFF2-40B4-BE49-F238E27FC236}">
                <a16:creationId xmlns:a16="http://schemas.microsoft.com/office/drawing/2014/main" id="{CEFEF03B-23FD-34C0-238C-F1FC1817F0F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25" name="rc679">
            <a:extLst>
              <a:ext uri="{FF2B5EF4-FFF2-40B4-BE49-F238E27FC236}">
                <a16:creationId xmlns:a16="http://schemas.microsoft.com/office/drawing/2014/main" id="{784C169E-A02A-3EFA-2B89-C8CDB2B9FAB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26" name="rc680">
            <a:extLst>
              <a:ext uri="{FF2B5EF4-FFF2-40B4-BE49-F238E27FC236}">
                <a16:creationId xmlns:a16="http://schemas.microsoft.com/office/drawing/2014/main" id="{B924612E-32A2-1820-0945-C109C54E7E6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27" name="rc681">
            <a:extLst>
              <a:ext uri="{FF2B5EF4-FFF2-40B4-BE49-F238E27FC236}">
                <a16:creationId xmlns:a16="http://schemas.microsoft.com/office/drawing/2014/main" id="{365EAC75-5B24-5A35-A824-3F518E9A2EE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28" name="rc682">
            <a:extLst>
              <a:ext uri="{FF2B5EF4-FFF2-40B4-BE49-F238E27FC236}">
                <a16:creationId xmlns:a16="http://schemas.microsoft.com/office/drawing/2014/main" id="{936D4524-A260-E180-DA62-D808B8C66FF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29" name="rc683">
            <a:extLst>
              <a:ext uri="{FF2B5EF4-FFF2-40B4-BE49-F238E27FC236}">
                <a16:creationId xmlns:a16="http://schemas.microsoft.com/office/drawing/2014/main" id="{D44F9070-9837-666B-D7C1-744DB911B70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30" name="rc684">
            <a:extLst>
              <a:ext uri="{FF2B5EF4-FFF2-40B4-BE49-F238E27FC236}">
                <a16:creationId xmlns:a16="http://schemas.microsoft.com/office/drawing/2014/main" id="{CC974C5D-16E2-855B-8A9F-F431C8CB59B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31" name="rc685">
            <a:extLst>
              <a:ext uri="{FF2B5EF4-FFF2-40B4-BE49-F238E27FC236}">
                <a16:creationId xmlns:a16="http://schemas.microsoft.com/office/drawing/2014/main" id="{076E3500-690F-0A2D-04B3-0EC7F61B9E2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32" name="rc686">
            <a:extLst>
              <a:ext uri="{FF2B5EF4-FFF2-40B4-BE49-F238E27FC236}">
                <a16:creationId xmlns:a16="http://schemas.microsoft.com/office/drawing/2014/main" id="{0D49C211-66D1-F2AD-620E-0C639FE85AA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33" name="rc687">
            <a:extLst>
              <a:ext uri="{FF2B5EF4-FFF2-40B4-BE49-F238E27FC236}">
                <a16:creationId xmlns:a16="http://schemas.microsoft.com/office/drawing/2014/main" id="{9570482F-3B24-2487-8206-9BF4F5F3E80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34" name="rc688">
            <a:extLst>
              <a:ext uri="{FF2B5EF4-FFF2-40B4-BE49-F238E27FC236}">
                <a16:creationId xmlns:a16="http://schemas.microsoft.com/office/drawing/2014/main" id="{CB8F97C9-B989-743B-3AD2-17870564692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35" name="rc689">
            <a:extLst>
              <a:ext uri="{FF2B5EF4-FFF2-40B4-BE49-F238E27FC236}">
                <a16:creationId xmlns:a16="http://schemas.microsoft.com/office/drawing/2014/main" id="{D544AC72-EF13-C18F-0930-F8353A5E518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36" name="rc690">
            <a:extLst>
              <a:ext uri="{FF2B5EF4-FFF2-40B4-BE49-F238E27FC236}">
                <a16:creationId xmlns:a16="http://schemas.microsoft.com/office/drawing/2014/main" id="{406A8998-1413-E390-07C1-08DF7C180E3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37" name="rc691">
            <a:extLst>
              <a:ext uri="{FF2B5EF4-FFF2-40B4-BE49-F238E27FC236}">
                <a16:creationId xmlns:a16="http://schemas.microsoft.com/office/drawing/2014/main" id="{B12F8072-47DA-ABED-AD4F-33572F76065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38" name="rc692">
            <a:extLst>
              <a:ext uri="{FF2B5EF4-FFF2-40B4-BE49-F238E27FC236}">
                <a16:creationId xmlns:a16="http://schemas.microsoft.com/office/drawing/2014/main" id="{3F4202CE-58DB-9667-EF1D-14543433132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39" name="rc693">
            <a:extLst>
              <a:ext uri="{FF2B5EF4-FFF2-40B4-BE49-F238E27FC236}">
                <a16:creationId xmlns:a16="http://schemas.microsoft.com/office/drawing/2014/main" id="{EAB96F01-1584-2D22-8F18-4D1E05C30E3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40" name="rc694">
            <a:extLst>
              <a:ext uri="{FF2B5EF4-FFF2-40B4-BE49-F238E27FC236}">
                <a16:creationId xmlns:a16="http://schemas.microsoft.com/office/drawing/2014/main" id="{C49FEF0B-8C78-76EA-3ACE-9C4AC8004D9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41" name="rc695">
            <a:extLst>
              <a:ext uri="{FF2B5EF4-FFF2-40B4-BE49-F238E27FC236}">
                <a16:creationId xmlns:a16="http://schemas.microsoft.com/office/drawing/2014/main" id="{7C4F35A2-2D59-7527-2B32-F3964D0BEAA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42" name="rc696">
            <a:extLst>
              <a:ext uri="{FF2B5EF4-FFF2-40B4-BE49-F238E27FC236}">
                <a16:creationId xmlns:a16="http://schemas.microsoft.com/office/drawing/2014/main" id="{F3489DB1-62A5-11CA-9D3C-317B81E312E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43" name="rc697">
            <a:extLst>
              <a:ext uri="{FF2B5EF4-FFF2-40B4-BE49-F238E27FC236}">
                <a16:creationId xmlns:a16="http://schemas.microsoft.com/office/drawing/2014/main" id="{1C532893-F275-9238-08FD-F0EA0E22409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44" name="rc698">
            <a:extLst>
              <a:ext uri="{FF2B5EF4-FFF2-40B4-BE49-F238E27FC236}">
                <a16:creationId xmlns:a16="http://schemas.microsoft.com/office/drawing/2014/main" id="{CB386779-6136-09AC-EE25-FF067FB6955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45" name="rc699">
            <a:extLst>
              <a:ext uri="{FF2B5EF4-FFF2-40B4-BE49-F238E27FC236}">
                <a16:creationId xmlns:a16="http://schemas.microsoft.com/office/drawing/2014/main" id="{C2EAF457-1C00-DDFF-3742-D62DB057125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46" name="rc700">
            <a:extLst>
              <a:ext uri="{FF2B5EF4-FFF2-40B4-BE49-F238E27FC236}">
                <a16:creationId xmlns:a16="http://schemas.microsoft.com/office/drawing/2014/main" id="{696EB8F1-E1B4-5F80-E5C1-94CE2BC23B8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47" name="rc701">
            <a:extLst>
              <a:ext uri="{FF2B5EF4-FFF2-40B4-BE49-F238E27FC236}">
                <a16:creationId xmlns:a16="http://schemas.microsoft.com/office/drawing/2014/main" id="{99FEBD49-E756-EB36-94A5-6CB8AABA555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48" name="rc702">
            <a:extLst>
              <a:ext uri="{FF2B5EF4-FFF2-40B4-BE49-F238E27FC236}">
                <a16:creationId xmlns:a16="http://schemas.microsoft.com/office/drawing/2014/main" id="{B8C8CDF4-0D38-084B-D4E0-47F73C03F99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49" name="rc703">
            <a:extLst>
              <a:ext uri="{FF2B5EF4-FFF2-40B4-BE49-F238E27FC236}">
                <a16:creationId xmlns:a16="http://schemas.microsoft.com/office/drawing/2014/main" id="{8E2515B1-E84A-B2D1-C97E-7F523FA0BEB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50" name="rc704">
            <a:extLst>
              <a:ext uri="{FF2B5EF4-FFF2-40B4-BE49-F238E27FC236}">
                <a16:creationId xmlns:a16="http://schemas.microsoft.com/office/drawing/2014/main" id="{3993FE08-0517-F98F-7786-DC04EDC6867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51" name="rc705">
            <a:extLst>
              <a:ext uri="{FF2B5EF4-FFF2-40B4-BE49-F238E27FC236}">
                <a16:creationId xmlns:a16="http://schemas.microsoft.com/office/drawing/2014/main" id="{C70357C8-2623-44F8-7B60-7BF20237387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52" name="rc706">
            <a:extLst>
              <a:ext uri="{FF2B5EF4-FFF2-40B4-BE49-F238E27FC236}">
                <a16:creationId xmlns:a16="http://schemas.microsoft.com/office/drawing/2014/main" id="{94C3E2E2-BF1D-8434-BD42-5C1EA79D765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53" name="rc707">
            <a:extLst>
              <a:ext uri="{FF2B5EF4-FFF2-40B4-BE49-F238E27FC236}">
                <a16:creationId xmlns:a16="http://schemas.microsoft.com/office/drawing/2014/main" id="{616F5900-35E6-DEFA-18B2-DF4B14B3B50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54" name="rc708">
            <a:extLst>
              <a:ext uri="{FF2B5EF4-FFF2-40B4-BE49-F238E27FC236}">
                <a16:creationId xmlns:a16="http://schemas.microsoft.com/office/drawing/2014/main" id="{14942145-5C09-1E16-0617-E50FA4942E5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55" name="rc709">
            <a:extLst>
              <a:ext uri="{FF2B5EF4-FFF2-40B4-BE49-F238E27FC236}">
                <a16:creationId xmlns:a16="http://schemas.microsoft.com/office/drawing/2014/main" id="{A2DB74CD-540F-48D2-7913-6BAD1282835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56" name="rc710">
            <a:extLst>
              <a:ext uri="{FF2B5EF4-FFF2-40B4-BE49-F238E27FC236}">
                <a16:creationId xmlns:a16="http://schemas.microsoft.com/office/drawing/2014/main" id="{23909505-D40B-0663-7288-4544414AA6B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57" name="rc711">
            <a:extLst>
              <a:ext uri="{FF2B5EF4-FFF2-40B4-BE49-F238E27FC236}">
                <a16:creationId xmlns:a16="http://schemas.microsoft.com/office/drawing/2014/main" id="{5E1F16AB-C142-65D2-AE3D-94688EC158F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58" name="rc712">
            <a:extLst>
              <a:ext uri="{FF2B5EF4-FFF2-40B4-BE49-F238E27FC236}">
                <a16:creationId xmlns:a16="http://schemas.microsoft.com/office/drawing/2014/main" id="{92EB1C75-AE07-7A57-51E2-6E3F598667E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59" name="rc713">
            <a:extLst>
              <a:ext uri="{FF2B5EF4-FFF2-40B4-BE49-F238E27FC236}">
                <a16:creationId xmlns:a16="http://schemas.microsoft.com/office/drawing/2014/main" id="{6C885A3D-9D4E-552F-3CD9-1EA2849F38B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60" name="rc714">
            <a:extLst>
              <a:ext uri="{FF2B5EF4-FFF2-40B4-BE49-F238E27FC236}">
                <a16:creationId xmlns:a16="http://schemas.microsoft.com/office/drawing/2014/main" id="{E49B7CFB-7EA0-4B94-16D8-773101B3B44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61" name="rc715">
            <a:extLst>
              <a:ext uri="{FF2B5EF4-FFF2-40B4-BE49-F238E27FC236}">
                <a16:creationId xmlns:a16="http://schemas.microsoft.com/office/drawing/2014/main" id="{A8CF6786-DFE7-5094-C95E-826C5BE48AD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62" name="rc716">
            <a:extLst>
              <a:ext uri="{FF2B5EF4-FFF2-40B4-BE49-F238E27FC236}">
                <a16:creationId xmlns:a16="http://schemas.microsoft.com/office/drawing/2014/main" id="{B55D22FE-64AA-44F3-70C0-BFBB4E06661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63" name="rc717">
            <a:extLst>
              <a:ext uri="{FF2B5EF4-FFF2-40B4-BE49-F238E27FC236}">
                <a16:creationId xmlns:a16="http://schemas.microsoft.com/office/drawing/2014/main" id="{70B8FC75-F683-7F68-3822-7E5BBF8D488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64" name="rc718">
            <a:extLst>
              <a:ext uri="{FF2B5EF4-FFF2-40B4-BE49-F238E27FC236}">
                <a16:creationId xmlns:a16="http://schemas.microsoft.com/office/drawing/2014/main" id="{D1D3C52F-7E3D-CB63-7D83-1472257B37B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65" name="rc719">
            <a:extLst>
              <a:ext uri="{FF2B5EF4-FFF2-40B4-BE49-F238E27FC236}">
                <a16:creationId xmlns:a16="http://schemas.microsoft.com/office/drawing/2014/main" id="{134B0C1C-948D-D121-0F1C-ECE2485430E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66" name="rc720">
            <a:extLst>
              <a:ext uri="{FF2B5EF4-FFF2-40B4-BE49-F238E27FC236}">
                <a16:creationId xmlns:a16="http://schemas.microsoft.com/office/drawing/2014/main" id="{9B837020-0893-97DE-F051-76D148F7628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67" name="rc721">
            <a:extLst>
              <a:ext uri="{FF2B5EF4-FFF2-40B4-BE49-F238E27FC236}">
                <a16:creationId xmlns:a16="http://schemas.microsoft.com/office/drawing/2014/main" id="{3606616E-8A48-2119-5CD8-7B32719E1CE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68" name="rc722">
            <a:extLst>
              <a:ext uri="{FF2B5EF4-FFF2-40B4-BE49-F238E27FC236}">
                <a16:creationId xmlns:a16="http://schemas.microsoft.com/office/drawing/2014/main" id="{0ED18DE8-192E-81A4-32CB-1EB765ED0BA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69" name="rc723">
            <a:extLst>
              <a:ext uri="{FF2B5EF4-FFF2-40B4-BE49-F238E27FC236}">
                <a16:creationId xmlns:a16="http://schemas.microsoft.com/office/drawing/2014/main" id="{89A4BF38-4EAB-370D-99C8-C38C8A70115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70" name="rc724">
            <a:extLst>
              <a:ext uri="{FF2B5EF4-FFF2-40B4-BE49-F238E27FC236}">
                <a16:creationId xmlns:a16="http://schemas.microsoft.com/office/drawing/2014/main" id="{5C9276DD-7161-C19E-D067-6823A7A5B56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71" name="rc725">
            <a:extLst>
              <a:ext uri="{FF2B5EF4-FFF2-40B4-BE49-F238E27FC236}">
                <a16:creationId xmlns:a16="http://schemas.microsoft.com/office/drawing/2014/main" id="{A5B716C6-67AE-F568-4706-1B9C2CFEF02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72" name="rc726">
            <a:extLst>
              <a:ext uri="{FF2B5EF4-FFF2-40B4-BE49-F238E27FC236}">
                <a16:creationId xmlns:a16="http://schemas.microsoft.com/office/drawing/2014/main" id="{F6FBF22D-262F-B19E-CBEB-BA83291DC9A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73" name="rc727">
            <a:extLst>
              <a:ext uri="{FF2B5EF4-FFF2-40B4-BE49-F238E27FC236}">
                <a16:creationId xmlns:a16="http://schemas.microsoft.com/office/drawing/2014/main" id="{42D82A36-ECA2-60C2-5DB5-798E0863CE3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74" name="rc728">
            <a:extLst>
              <a:ext uri="{FF2B5EF4-FFF2-40B4-BE49-F238E27FC236}">
                <a16:creationId xmlns:a16="http://schemas.microsoft.com/office/drawing/2014/main" id="{218734E1-4232-1F55-C982-EBDFA7A7DC9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75" name="rc729">
            <a:extLst>
              <a:ext uri="{FF2B5EF4-FFF2-40B4-BE49-F238E27FC236}">
                <a16:creationId xmlns:a16="http://schemas.microsoft.com/office/drawing/2014/main" id="{42CE5A58-69E5-6A05-46D9-4288238AE99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76" name="rc730">
            <a:extLst>
              <a:ext uri="{FF2B5EF4-FFF2-40B4-BE49-F238E27FC236}">
                <a16:creationId xmlns:a16="http://schemas.microsoft.com/office/drawing/2014/main" id="{CF52D828-B0C1-B4A5-3834-74D2D4C85C1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77" name="rc731">
            <a:extLst>
              <a:ext uri="{FF2B5EF4-FFF2-40B4-BE49-F238E27FC236}">
                <a16:creationId xmlns:a16="http://schemas.microsoft.com/office/drawing/2014/main" id="{A37DE45C-7206-97A6-6848-8221E47FAA1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78" name="rc732">
            <a:extLst>
              <a:ext uri="{FF2B5EF4-FFF2-40B4-BE49-F238E27FC236}">
                <a16:creationId xmlns:a16="http://schemas.microsoft.com/office/drawing/2014/main" id="{20EE178B-16EC-78C9-AD9E-AC2E82C8D08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79" name="rc733">
            <a:extLst>
              <a:ext uri="{FF2B5EF4-FFF2-40B4-BE49-F238E27FC236}">
                <a16:creationId xmlns:a16="http://schemas.microsoft.com/office/drawing/2014/main" id="{0E9C9648-5DEF-4CBA-A978-B057DE67398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80" name="rc734">
            <a:extLst>
              <a:ext uri="{FF2B5EF4-FFF2-40B4-BE49-F238E27FC236}">
                <a16:creationId xmlns:a16="http://schemas.microsoft.com/office/drawing/2014/main" id="{54BECA00-3AAB-94DA-FAB4-3502B8BB179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81" name="rc735">
            <a:extLst>
              <a:ext uri="{FF2B5EF4-FFF2-40B4-BE49-F238E27FC236}">
                <a16:creationId xmlns:a16="http://schemas.microsoft.com/office/drawing/2014/main" id="{DFE72DEC-5EA8-6E1C-520A-A20DDC9A96F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82" name="rc736">
            <a:extLst>
              <a:ext uri="{FF2B5EF4-FFF2-40B4-BE49-F238E27FC236}">
                <a16:creationId xmlns:a16="http://schemas.microsoft.com/office/drawing/2014/main" id="{C4BC85FA-9285-2E69-C6A6-E41DA8EFDA7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83" name="rc737">
            <a:extLst>
              <a:ext uri="{FF2B5EF4-FFF2-40B4-BE49-F238E27FC236}">
                <a16:creationId xmlns:a16="http://schemas.microsoft.com/office/drawing/2014/main" id="{C2C2CAB1-FA39-3A5E-0BB4-F7C80F96D41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84" name="rc738">
            <a:extLst>
              <a:ext uri="{FF2B5EF4-FFF2-40B4-BE49-F238E27FC236}">
                <a16:creationId xmlns:a16="http://schemas.microsoft.com/office/drawing/2014/main" id="{7B60A163-1E02-135E-262C-3ECAECF8432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85" name="rc739">
            <a:extLst>
              <a:ext uri="{FF2B5EF4-FFF2-40B4-BE49-F238E27FC236}">
                <a16:creationId xmlns:a16="http://schemas.microsoft.com/office/drawing/2014/main" id="{89275A84-A207-9EE6-6E96-688842CDB8D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86" name="rc740">
            <a:extLst>
              <a:ext uri="{FF2B5EF4-FFF2-40B4-BE49-F238E27FC236}">
                <a16:creationId xmlns:a16="http://schemas.microsoft.com/office/drawing/2014/main" id="{61896695-DEA1-4CF7-E55B-4C10FE2E50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87" name="rc741">
            <a:extLst>
              <a:ext uri="{FF2B5EF4-FFF2-40B4-BE49-F238E27FC236}">
                <a16:creationId xmlns:a16="http://schemas.microsoft.com/office/drawing/2014/main" id="{5EF47BC2-6EDB-7FBF-4AF4-39EDDBFE2BB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88" name="rc742">
            <a:extLst>
              <a:ext uri="{FF2B5EF4-FFF2-40B4-BE49-F238E27FC236}">
                <a16:creationId xmlns:a16="http://schemas.microsoft.com/office/drawing/2014/main" id="{D521F572-B7EB-FC7F-D719-6AEC1BB19ED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89" name="rc743">
            <a:extLst>
              <a:ext uri="{FF2B5EF4-FFF2-40B4-BE49-F238E27FC236}">
                <a16:creationId xmlns:a16="http://schemas.microsoft.com/office/drawing/2014/main" id="{7F16EDB8-A895-0F8D-78B9-1F4D5EF344C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90" name="rc744">
            <a:extLst>
              <a:ext uri="{FF2B5EF4-FFF2-40B4-BE49-F238E27FC236}">
                <a16:creationId xmlns:a16="http://schemas.microsoft.com/office/drawing/2014/main" id="{B2F9313F-503A-9C16-F96D-40C92F5C04F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91" name="rc745">
            <a:extLst>
              <a:ext uri="{FF2B5EF4-FFF2-40B4-BE49-F238E27FC236}">
                <a16:creationId xmlns:a16="http://schemas.microsoft.com/office/drawing/2014/main" id="{85566F50-3F02-CC96-17E1-80179273167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92" name="rc746">
            <a:extLst>
              <a:ext uri="{FF2B5EF4-FFF2-40B4-BE49-F238E27FC236}">
                <a16:creationId xmlns:a16="http://schemas.microsoft.com/office/drawing/2014/main" id="{D260E9C3-FAB7-5E61-44D5-186BDA1DFE9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93" name="rc747">
            <a:extLst>
              <a:ext uri="{FF2B5EF4-FFF2-40B4-BE49-F238E27FC236}">
                <a16:creationId xmlns:a16="http://schemas.microsoft.com/office/drawing/2014/main" id="{4D61860F-1737-1AA4-2C1F-DF1CDF66765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94" name="rc748">
            <a:extLst>
              <a:ext uri="{FF2B5EF4-FFF2-40B4-BE49-F238E27FC236}">
                <a16:creationId xmlns:a16="http://schemas.microsoft.com/office/drawing/2014/main" id="{7B35F4D9-E6FD-6533-42EC-1E62328B1E0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95" name="rc749">
            <a:extLst>
              <a:ext uri="{FF2B5EF4-FFF2-40B4-BE49-F238E27FC236}">
                <a16:creationId xmlns:a16="http://schemas.microsoft.com/office/drawing/2014/main" id="{2F0E0779-CDA2-6071-E009-EC08BA3DE47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96" name="rc750">
            <a:extLst>
              <a:ext uri="{FF2B5EF4-FFF2-40B4-BE49-F238E27FC236}">
                <a16:creationId xmlns:a16="http://schemas.microsoft.com/office/drawing/2014/main" id="{6EC63091-D27E-9392-B4A2-9E73B20DCDA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97" name="rc751">
            <a:extLst>
              <a:ext uri="{FF2B5EF4-FFF2-40B4-BE49-F238E27FC236}">
                <a16:creationId xmlns:a16="http://schemas.microsoft.com/office/drawing/2014/main" id="{A163AA5E-A945-90F2-A89A-9A3841E6430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98" name="rc752">
            <a:extLst>
              <a:ext uri="{FF2B5EF4-FFF2-40B4-BE49-F238E27FC236}">
                <a16:creationId xmlns:a16="http://schemas.microsoft.com/office/drawing/2014/main" id="{B5A5CD79-B9BF-CAAA-932C-8640FE20F26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999" name="rc753">
            <a:extLst>
              <a:ext uri="{FF2B5EF4-FFF2-40B4-BE49-F238E27FC236}">
                <a16:creationId xmlns:a16="http://schemas.microsoft.com/office/drawing/2014/main" id="{BC38817D-B13E-7F30-9FF1-17AB20CA7DF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00" name="rc754">
            <a:extLst>
              <a:ext uri="{FF2B5EF4-FFF2-40B4-BE49-F238E27FC236}">
                <a16:creationId xmlns:a16="http://schemas.microsoft.com/office/drawing/2014/main" id="{A8D8213D-B956-C6B2-913A-3AA26A5B0B6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01" name="rc755">
            <a:extLst>
              <a:ext uri="{FF2B5EF4-FFF2-40B4-BE49-F238E27FC236}">
                <a16:creationId xmlns:a16="http://schemas.microsoft.com/office/drawing/2014/main" id="{03B3C4C5-17B2-CD69-A3D0-35BECD5A944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02" name="rc756">
            <a:extLst>
              <a:ext uri="{FF2B5EF4-FFF2-40B4-BE49-F238E27FC236}">
                <a16:creationId xmlns:a16="http://schemas.microsoft.com/office/drawing/2014/main" id="{C00EBE1E-F7AA-9132-7EB6-689CE3F0CD9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03" name="rc757">
            <a:extLst>
              <a:ext uri="{FF2B5EF4-FFF2-40B4-BE49-F238E27FC236}">
                <a16:creationId xmlns:a16="http://schemas.microsoft.com/office/drawing/2014/main" id="{ED19FD82-4E97-EADD-42BE-2B413F0B52B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04" name="rc758">
            <a:extLst>
              <a:ext uri="{FF2B5EF4-FFF2-40B4-BE49-F238E27FC236}">
                <a16:creationId xmlns:a16="http://schemas.microsoft.com/office/drawing/2014/main" id="{F5913F7D-2D5B-ED6E-E5A7-1EEA46B3D46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05" name="rc759">
            <a:extLst>
              <a:ext uri="{FF2B5EF4-FFF2-40B4-BE49-F238E27FC236}">
                <a16:creationId xmlns:a16="http://schemas.microsoft.com/office/drawing/2014/main" id="{4D7D29F8-A7F8-35C4-AE53-CEE3B29CD17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06" name="rc760">
            <a:extLst>
              <a:ext uri="{FF2B5EF4-FFF2-40B4-BE49-F238E27FC236}">
                <a16:creationId xmlns:a16="http://schemas.microsoft.com/office/drawing/2014/main" id="{E2D78DF3-A3E5-C0CE-D7D4-140861F394B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07" name="rc761">
            <a:extLst>
              <a:ext uri="{FF2B5EF4-FFF2-40B4-BE49-F238E27FC236}">
                <a16:creationId xmlns:a16="http://schemas.microsoft.com/office/drawing/2014/main" id="{DA66EA49-2636-7150-0D48-155C145C2BC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08" name="rc762">
            <a:extLst>
              <a:ext uri="{FF2B5EF4-FFF2-40B4-BE49-F238E27FC236}">
                <a16:creationId xmlns:a16="http://schemas.microsoft.com/office/drawing/2014/main" id="{310229A0-7FF5-14B9-27A6-243EB220275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09" name="rc763">
            <a:extLst>
              <a:ext uri="{FF2B5EF4-FFF2-40B4-BE49-F238E27FC236}">
                <a16:creationId xmlns:a16="http://schemas.microsoft.com/office/drawing/2014/main" id="{089FDE85-9A2E-4118-533C-14D00688C9A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10" name="rc764">
            <a:extLst>
              <a:ext uri="{FF2B5EF4-FFF2-40B4-BE49-F238E27FC236}">
                <a16:creationId xmlns:a16="http://schemas.microsoft.com/office/drawing/2014/main" id="{45A393D3-E1B5-59EE-BADD-8E141F61AC8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11" name="rc765">
            <a:extLst>
              <a:ext uri="{FF2B5EF4-FFF2-40B4-BE49-F238E27FC236}">
                <a16:creationId xmlns:a16="http://schemas.microsoft.com/office/drawing/2014/main" id="{447C7688-9E6B-639D-464E-9AEAFBBDDC7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12" name="rc766">
            <a:extLst>
              <a:ext uri="{FF2B5EF4-FFF2-40B4-BE49-F238E27FC236}">
                <a16:creationId xmlns:a16="http://schemas.microsoft.com/office/drawing/2014/main" id="{8486394D-1A88-532A-FF8E-C22D7813959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13" name="rc767">
            <a:extLst>
              <a:ext uri="{FF2B5EF4-FFF2-40B4-BE49-F238E27FC236}">
                <a16:creationId xmlns:a16="http://schemas.microsoft.com/office/drawing/2014/main" id="{0FFB8BAB-BD31-EE5B-46B0-7EE8B918EC4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14" name="rc768">
            <a:extLst>
              <a:ext uri="{FF2B5EF4-FFF2-40B4-BE49-F238E27FC236}">
                <a16:creationId xmlns:a16="http://schemas.microsoft.com/office/drawing/2014/main" id="{6D9D66D4-CCDE-82FD-7B09-11630211194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15" name="rc769">
            <a:extLst>
              <a:ext uri="{FF2B5EF4-FFF2-40B4-BE49-F238E27FC236}">
                <a16:creationId xmlns:a16="http://schemas.microsoft.com/office/drawing/2014/main" id="{7B55A6D7-355D-B771-F8B3-C28B5D317A2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16" name="rc770">
            <a:extLst>
              <a:ext uri="{FF2B5EF4-FFF2-40B4-BE49-F238E27FC236}">
                <a16:creationId xmlns:a16="http://schemas.microsoft.com/office/drawing/2014/main" id="{36E71EB5-C632-0AED-A538-AD21A54EA48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17" name="rc771">
            <a:extLst>
              <a:ext uri="{FF2B5EF4-FFF2-40B4-BE49-F238E27FC236}">
                <a16:creationId xmlns:a16="http://schemas.microsoft.com/office/drawing/2014/main" id="{EE9964FA-D449-C819-7331-BE394CE5640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18" name="rc772">
            <a:extLst>
              <a:ext uri="{FF2B5EF4-FFF2-40B4-BE49-F238E27FC236}">
                <a16:creationId xmlns:a16="http://schemas.microsoft.com/office/drawing/2014/main" id="{16D181B3-D6CE-B15C-DCEB-4704B973D18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19" name="rc773">
            <a:extLst>
              <a:ext uri="{FF2B5EF4-FFF2-40B4-BE49-F238E27FC236}">
                <a16:creationId xmlns:a16="http://schemas.microsoft.com/office/drawing/2014/main" id="{22912381-458D-3601-1224-0923E9DD177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20" name="rc774">
            <a:extLst>
              <a:ext uri="{FF2B5EF4-FFF2-40B4-BE49-F238E27FC236}">
                <a16:creationId xmlns:a16="http://schemas.microsoft.com/office/drawing/2014/main" id="{25E978A1-C423-C387-0313-3B57F8E2BE9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21" name="rc775">
            <a:extLst>
              <a:ext uri="{FF2B5EF4-FFF2-40B4-BE49-F238E27FC236}">
                <a16:creationId xmlns:a16="http://schemas.microsoft.com/office/drawing/2014/main" id="{7E34EE13-E212-4B64-2498-3B562F2D05B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22" name="rc776">
            <a:extLst>
              <a:ext uri="{FF2B5EF4-FFF2-40B4-BE49-F238E27FC236}">
                <a16:creationId xmlns:a16="http://schemas.microsoft.com/office/drawing/2014/main" id="{4BBC4351-12EE-F82E-14CE-12CCB2A5FE6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23" name="rc777">
            <a:extLst>
              <a:ext uri="{FF2B5EF4-FFF2-40B4-BE49-F238E27FC236}">
                <a16:creationId xmlns:a16="http://schemas.microsoft.com/office/drawing/2014/main" id="{8F21A2E3-BD17-492B-21B2-7FCAF8CDE1A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24" name="rc778">
            <a:extLst>
              <a:ext uri="{FF2B5EF4-FFF2-40B4-BE49-F238E27FC236}">
                <a16:creationId xmlns:a16="http://schemas.microsoft.com/office/drawing/2014/main" id="{CAC828FC-63B7-C198-2214-31EC2EA696E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25" name="rc779">
            <a:extLst>
              <a:ext uri="{FF2B5EF4-FFF2-40B4-BE49-F238E27FC236}">
                <a16:creationId xmlns:a16="http://schemas.microsoft.com/office/drawing/2014/main" id="{1C109F2C-6455-A1CB-5452-98EBC8A2242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26" name="rc780">
            <a:extLst>
              <a:ext uri="{FF2B5EF4-FFF2-40B4-BE49-F238E27FC236}">
                <a16:creationId xmlns:a16="http://schemas.microsoft.com/office/drawing/2014/main" id="{09AECD2F-EFD5-7102-E241-45652E7827A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27" name="rc781">
            <a:extLst>
              <a:ext uri="{FF2B5EF4-FFF2-40B4-BE49-F238E27FC236}">
                <a16:creationId xmlns:a16="http://schemas.microsoft.com/office/drawing/2014/main" id="{6D8F6FF7-EA84-F174-5CDA-15BE9CF97F6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28" name="rc782">
            <a:extLst>
              <a:ext uri="{FF2B5EF4-FFF2-40B4-BE49-F238E27FC236}">
                <a16:creationId xmlns:a16="http://schemas.microsoft.com/office/drawing/2014/main" id="{963CEE4B-7D0C-78B9-FEE8-DA79D08B196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29" name="rc783">
            <a:extLst>
              <a:ext uri="{FF2B5EF4-FFF2-40B4-BE49-F238E27FC236}">
                <a16:creationId xmlns:a16="http://schemas.microsoft.com/office/drawing/2014/main" id="{BAA6682D-47B3-F966-330B-24FBC363F0A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30" name="rc784">
            <a:extLst>
              <a:ext uri="{FF2B5EF4-FFF2-40B4-BE49-F238E27FC236}">
                <a16:creationId xmlns:a16="http://schemas.microsoft.com/office/drawing/2014/main" id="{782E66A7-C668-A94C-4AB6-DFEFD551B12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31" name="rc785">
            <a:extLst>
              <a:ext uri="{FF2B5EF4-FFF2-40B4-BE49-F238E27FC236}">
                <a16:creationId xmlns:a16="http://schemas.microsoft.com/office/drawing/2014/main" id="{490DF998-2540-7383-1F19-8A2365AB9F1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32" name="rc786">
            <a:extLst>
              <a:ext uri="{FF2B5EF4-FFF2-40B4-BE49-F238E27FC236}">
                <a16:creationId xmlns:a16="http://schemas.microsoft.com/office/drawing/2014/main" id="{ED966D56-698A-75EF-B1A6-7139070F39E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33" name="rc787">
            <a:extLst>
              <a:ext uri="{FF2B5EF4-FFF2-40B4-BE49-F238E27FC236}">
                <a16:creationId xmlns:a16="http://schemas.microsoft.com/office/drawing/2014/main" id="{DECAF550-3EE9-8D34-31E2-C9DD6E8D515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34" name="rc788">
            <a:extLst>
              <a:ext uri="{FF2B5EF4-FFF2-40B4-BE49-F238E27FC236}">
                <a16:creationId xmlns:a16="http://schemas.microsoft.com/office/drawing/2014/main" id="{73A01CD4-7B50-642C-26D3-23221411EF1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35" name="rc789">
            <a:extLst>
              <a:ext uri="{FF2B5EF4-FFF2-40B4-BE49-F238E27FC236}">
                <a16:creationId xmlns:a16="http://schemas.microsoft.com/office/drawing/2014/main" id="{5B2B8BE7-08A2-DEB6-9A07-DA487373E73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36" name="rc790">
            <a:extLst>
              <a:ext uri="{FF2B5EF4-FFF2-40B4-BE49-F238E27FC236}">
                <a16:creationId xmlns:a16="http://schemas.microsoft.com/office/drawing/2014/main" id="{BF3E8E6C-96F1-AE4B-37CB-1FC0F6F6EB9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37" name="rc791">
            <a:extLst>
              <a:ext uri="{FF2B5EF4-FFF2-40B4-BE49-F238E27FC236}">
                <a16:creationId xmlns:a16="http://schemas.microsoft.com/office/drawing/2014/main" id="{8B686E3C-D1F3-268A-4EC2-B9688DD8510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38" name="rc792">
            <a:extLst>
              <a:ext uri="{FF2B5EF4-FFF2-40B4-BE49-F238E27FC236}">
                <a16:creationId xmlns:a16="http://schemas.microsoft.com/office/drawing/2014/main" id="{1562B0CE-52F9-EB25-0264-EEBF0AE4C1C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39" name="rc793">
            <a:extLst>
              <a:ext uri="{FF2B5EF4-FFF2-40B4-BE49-F238E27FC236}">
                <a16:creationId xmlns:a16="http://schemas.microsoft.com/office/drawing/2014/main" id="{4E774575-91A1-1648-414B-557F04A0F45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40" name="rc794">
            <a:extLst>
              <a:ext uri="{FF2B5EF4-FFF2-40B4-BE49-F238E27FC236}">
                <a16:creationId xmlns:a16="http://schemas.microsoft.com/office/drawing/2014/main" id="{FC2F7B9B-B83A-324F-C6A5-463FED6B6BB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41" name="rc795">
            <a:extLst>
              <a:ext uri="{FF2B5EF4-FFF2-40B4-BE49-F238E27FC236}">
                <a16:creationId xmlns:a16="http://schemas.microsoft.com/office/drawing/2014/main" id="{CC497B25-21E2-B4F6-171D-10319F63ECF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42" name="rc796">
            <a:extLst>
              <a:ext uri="{FF2B5EF4-FFF2-40B4-BE49-F238E27FC236}">
                <a16:creationId xmlns:a16="http://schemas.microsoft.com/office/drawing/2014/main" id="{B1C96DA5-C59C-C1F5-B60C-714AA32CFBB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43" name="rc797">
            <a:extLst>
              <a:ext uri="{FF2B5EF4-FFF2-40B4-BE49-F238E27FC236}">
                <a16:creationId xmlns:a16="http://schemas.microsoft.com/office/drawing/2014/main" id="{9797D45C-3683-6C55-2CD2-4BF516D3D8A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44" name="rc798">
            <a:extLst>
              <a:ext uri="{FF2B5EF4-FFF2-40B4-BE49-F238E27FC236}">
                <a16:creationId xmlns:a16="http://schemas.microsoft.com/office/drawing/2014/main" id="{F50855E0-2034-CA72-DCB5-30F0CEBC19C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45" name="rc799">
            <a:extLst>
              <a:ext uri="{FF2B5EF4-FFF2-40B4-BE49-F238E27FC236}">
                <a16:creationId xmlns:a16="http://schemas.microsoft.com/office/drawing/2014/main" id="{19125288-7100-7B0B-CA14-CA7CA798B63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46" name="rc800">
            <a:extLst>
              <a:ext uri="{FF2B5EF4-FFF2-40B4-BE49-F238E27FC236}">
                <a16:creationId xmlns:a16="http://schemas.microsoft.com/office/drawing/2014/main" id="{1EDC0980-919B-ED4E-73BC-845753C5695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47" name="rc801">
            <a:extLst>
              <a:ext uri="{FF2B5EF4-FFF2-40B4-BE49-F238E27FC236}">
                <a16:creationId xmlns:a16="http://schemas.microsoft.com/office/drawing/2014/main" id="{11460BFF-DE23-92B2-0699-45614625BFE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48" name="rc802">
            <a:extLst>
              <a:ext uri="{FF2B5EF4-FFF2-40B4-BE49-F238E27FC236}">
                <a16:creationId xmlns:a16="http://schemas.microsoft.com/office/drawing/2014/main" id="{E4BDFFFA-DD2E-56B7-262A-4A33877EF11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49" name="rc803">
            <a:extLst>
              <a:ext uri="{FF2B5EF4-FFF2-40B4-BE49-F238E27FC236}">
                <a16:creationId xmlns:a16="http://schemas.microsoft.com/office/drawing/2014/main" id="{339A9843-0814-1F10-D5E2-87EA0E84215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50" name="rc804">
            <a:extLst>
              <a:ext uri="{FF2B5EF4-FFF2-40B4-BE49-F238E27FC236}">
                <a16:creationId xmlns:a16="http://schemas.microsoft.com/office/drawing/2014/main" id="{0E750AF7-7EFD-9F3E-6967-F56F895DC90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51" name="rc805">
            <a:extLst>
              <a:ext uri="{FF2B5EF4-FFF2-40B4-BE49-F238E27FC236}">
                <a16:creationId xmlns:a16="http://schemas.microsoft.com/office/drawing/2014/main" id="{ED0C80F4-C60A-FE5B-1B6B-F7748B96182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52" name="rc806">
            <a:extLst>
              <a:ext uri="{FF2B5EF4-FFF2-40B4-BE49-F238E27FC236}">
                <a16:creationId xmlns:a16="http://schemas.microsoft.com/office/drawing/2014/main" id="{7DA1E47F-817C-0D19-E655-E821F800ED9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53" name="rc807">
            <a:extLst>
              <a:ext uri="{FF2B5EF4-FFF2-40B4-BE49-F238E27FC236}">
                <a16:creationId xmlns:a16="http://schemas.microsoft.com/office/drawing/2014/main" id="{088A0875-B5D7-503F-81A2-2E39E58376C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54" name="rc808">
            <a:extLst>
              <a:ext uri="{FF2B5EF4-FFF2-40B4-BE49-F238E27FC236}">
                <a16:creationId xmlns:a16="http://schemas.microsoft.com/office/drawing/2014/main" id="{A37E8308-6567-5424-05F9-94DCF2A22F8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55" name="rc809">
            <a:extLst>
              <a:ext uri="{FF2B5EF4-FFF2-40B4-BE49-F238E27FC236}">
                <a16:creationId xmlns:a16="http://schemas.microsoft.com/office/drawing/2014/main" id="{DC6296A6-69B7-F063-F09A-0891AEB9375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56" name="rc810">
            <a:extLst>
              <a:ext uri="{FF2B5EF4-FFF2-40B4-BE49-F238E27FC236}">
                <a16:creationId xmlns:a16="http://schemas.microsoft.com/office/drawing/2014/main" id="{9A82679A-581F-70E7-FBC3-337C3F57773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57" name="rc811">
            <a:extLst>
              <a:ext uri="{FF2B5EF4-FFF2-40B4-BE49-F238E27FC236}">
                <a16:creationId xmlns:a16="http://schemas.microsoft.com/office/drawing/2014/main" id="{EB54E3BC-8EB0-C8F3-D9BD-8DEAC37EA63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58" name="rc812">
            <a:extLst>
              <a:ext uri="{FF2B5EF4-FFF2-40B4-BE49-F238E27FC236}">
                <a16:creationId xmlns:a16="http://schemas.microsoft.com/office/drawing/2014/main" id="{BADC7584-F317-BF2E-431B-DBAF7984AF9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59" name="rc813">
            <a:extLst>
              <a:ext uri="{FF2B5EF4-FFF2-40B4-BE49-F238E27FC236}">
                <a16:creationId xmlns:a16="http://schemas.microsoft.com/office/drawing/2014/main" id="{B2DB4474-A366-7950-76AA-7D0EE23F9B6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60" name="rc814">
            <a:extLst>
              <a:ext uri="{FF2B5EF4-FFF2-40B4-BE49-F238E27FC236}">
                <a16:creationId xmlns:a16="http://schemas.microsoft.com/office/drawing/2014/main" id="{E1E43027-4306-9DC0-1373-69D29264339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61" name="rc815">
            <a:extLst>
              <a:ext uri="{FF2B5EF4-FFF2-40B4-BE49-F238E27FC236}">
                <a16:creationId xmlns:a16="http://schemas.microsoft.com/office/drawing/2014/main" id="{4F255A04-7668-B2D3-43A7-B9357813C80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62" name="rc816">
            <a:extLst>
              <a:ext uri="{FF2B5EF4-FFF2-40B4-BE49-F238E27FC236}">
                <a16:creationId xmlns:a16="http://schemas.microsoft.com/office/drawing/2014/main" id="{1C68B10D-4845-180B-24F8-AC0AFF517B3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63" name="rc817">
            <a:extLst>
              <a:ext uri="{FF2B5EF4-FFF2-40B4-BE49-F238E27FC236}">
                <a16:creationId xmlns:a16="http://schemas.microsoft.com/office/drawing/2014/main" id="{DE8010EE-76AC-0893-B37D-0659475AF9A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64" name="rc818">
            <a:extLst>
              <a:ext uri="{FF2B5EF4-FFF2-40B4-BE49-F238E27FC236}">
                <a16:creationId xmlns:a16="http://schemas.microsoft.com/office/drawing/2014/main" id="{DA3EF9D1-15EF-4B38-4A62-6C760577B87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65" name="rc819">
            <a:extLst>
              <a:ext uri="{FF2B5EF4-FFF2-40B4-BE49-F238E27FC236}">
                <a16:creationId xmlns:a16="http://schemas.microsoft.com/office/drawing/2014/main" id="{E80740A5-E3DE-F65C-C557-C20065F8B5E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66" name="rc820">
            <a:extLst>
              <a:ext uri="{FF2B5EF4-FFF2-40B4-BE49-F238E27FC236}">
                <a16:creationId xmlns:a16="http://schemas.microsoft.com/office/drawing/2014/main" id="{3A83744E-C885-A2AE-7D37-1316361B735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67" name="rc821">
            <a:extLst>
              <a:ext uri="{FF2B5EF4-FFF2-40B4-BE49-F238E27FC236}">
                <a16:creationId xmlns:a16="http://schemas.microsoft.com/office/drawing/2014/main" id="{DD465E2A-74F3-1519-7653-2466B7E1320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68" name="rc822">
            <a:extLst>
              <a:ext uri="{FF2B5EF4-FFF2-40B4-BE49-F238E27FC236}">
                <a16:creationId xmlns:a16="http://schemas.microsoft.com/office/drawing/2014/main" id="{5863CC30-C88E-4A66-9463-F4621192B42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69" name="rc823">
            <a:extLst>
              <a:ext uri="{FF2B5EF4-FFF2-40B4-BE49-F238E27FC236}">
                <a16:creationId xmlns:a16="http://schemas.microsoft.com/office/drawing/2014/main" id="{0F489994-C51A-1337-6C28-F991155F475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70" name="rc824">
            <a:extLst>
              <a:ext uri="{FF2B5EF4-FFF2-40B4-BE49-F238E27FC236}">
                <a16:creationId xmlns:a16="http://schemas.microsoft.com/office/drawing/2014/main" id="{3A302092-21BA-3AAB-9435-D7EE7283381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71" name="rc825">
            <a:extLst>
              <a:ext uri="{FF2B5EF4-FFF2-40B4-BE49-F238E27FC236}">
                <a16:creationId xmlns:a16="http://schemas.microsoft.com/office/drawing/2014/main" id="{9B5540AE-9702-6B30-B3B4-C501A328FAB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72" name="rc826">
            <a:extLst>
              <a:ext uri="{FF2B5EF4-FFF2-40B4-BE49-F238E27FC236}">
                <a16:creationId xmlns:a16="http://schemas.microsoft.com/office/drawing/2014/main" id="{F388EA7D-8B7A-407B-FAEC-79AF34B0936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73" name="rc827">
            <a:extLst>
              <a:ext uri="{FF2B5EF4-FFF2-40B4-BE49-F238E27FC236}">
                <a16:creationId xmlns:a16="http://schemas.microsoft.com/office/drawing/2014/main" id="{6B4361C0-C991-1BA1-FB7C-B1D8C5A96BC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74" name="rc828">
            <a:extLst>
              <a:ext uri="{FF2B5EF4-FFF2-40B4-BE49-F238E27FC236}">
                <a16:creationId xmlns:a16="http://schemas.microsoft.com/office/drawing/2014/main" id="{A4E944BA-8B62-0D95-5C7B-C890649274D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75" name="rc829">
            <a:extLst>
              <a:ext uri="{FF2B5EF4-FFF2-40B4-BE49-F238E27FC236}">
                <a16:creationId xmlns:a16="http://schemas.microsoft.com/office/drawing/2014/main" id="{79298835-8DA7-F510-E315-8928C3748D0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76" name="rc830">
            <a:extLst>
              <a:ext uri="{FF2B5EF4-FFF2-40B4-BE49-F238E27FC236}">
                <a16:creationId xmlns:a16="http://schemas.microsoft.com/office/drawing/2014/main" id="{D1A0AF23-ADF2-E65C-8160-2CAF2355E0C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77" name="rc831">
            <a:extLst>
              <a:ext uri="{FF2B5EF4-FFF2-40B4-BE49-F238E27FC236}">
                <a16:creationId xmlns:a16="http://schemas.microsoft.com/office/drawing/2014/main" id="{4BA3FB10-519D-65C2-2D5B-8DDB60B0E1D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78" name="rc832">
            <a:extLst>
              <a:ext uri="{FF2B5EF4-FFF2-40B4-BE49-F238E27FC236}">
                <a16:creationId xmlns:a16="http://schemas.microsoft.com/office/drawing/2014/main" id="{F8219726-EF49-81E2-EF9F-FAE87EE1207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79" name="rc833">
            <a:extLst>
              <a:ext uri="{FF2B5EF4-FFF2-40B4-BE49-F238E27FC236}">
                <a16:creationId xmlns:a16="http://schemas.microsoft.com/office/drawing/2014/main" id="{E90982D0-3DBE-11D2-74CD-A28A2D5561F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80" name="rc834">
            <a:extLst>
              <a:ext uri="{FF2B5EF4-FFF2-40B4-BE49-F238E27FC236}">
                <a16:creationId xmlns:a16="http://schemas.microsoft.com/office/drawing/2014/main" id="{5C7E4FD0-DCA5-A390-0C67-BC28EA877F6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81" name="rc835">
            <a:extLst>
              <a:ext uri="{FF2B5EF4-FFF2-40B4-BE49-F238E27FC236}">
                <a16:creationId xmlns:a16="http://schemas.microsoft.com/office/drawing/2014/main" id="{57D79238-7C7E-5BF5-253B-6BF9DE6AA06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82" name="rc836">
            <a:extLst>
              <a:ext uri="{FF2B5EF4-FFF2-40B4-BE49-F238E27FC236}">
                <a16:creationId xmlns:a16="http://schemas.microsoft.com/office/drawing/2014/main" id="{37C09266-F521-5B46-F31E-541B9020BA8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83" name="rc837">
            <a:extLst>
              <a:ext uri="{FF2B5EF4-FFF2-40B4-BE49-F238E27FC236}">
                <a16:creationId xmlns:a16="http://schemas.microsoft.com/office/drawing/2014/main" id="{B9C97C9E-72CE-5AEF-61D3-1BF67D23A50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84" name="rc838">
            <a:extLst>
              <a:ext uri="{FF2B5EF4-FFF2-40B4-BE49-F238E27FC236}">
                <a16:creationId xmlns:a16="http://schemas.microsoft.com/office/drawing/2014/main" id="{E4673DA2-0EF0-5C77-8C6A-0E66D3257C1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85" name="rc839">
            <a:extLst>
              <a:ext uri="{FF2B5EF4-FFF2-40B4-BE49-F238E27FC236}">
                <a16:creationId xmlns:a16="http://schemas.microsoft.com/office/drawing/2014/main" id="{6CC0C237-76E6-2B68-8CF4-E7FB8AA8469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86" name="rc840">
            <a:extLst>
              <a:ext uri="{FF2B5EF4-FFF2-40B4-BE49-F238E27FC236}">
                <a16:creationId xmlns:a16="http://schemas.microsoft.com/office/drawing/2014/main" id="{1A6E848E-5355-0123-1C77-FEAB42D0A9C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87" name="rc841">
            <a:extLst>
              <a:ext uri="{FF2B5EF4-FFF2-40B4-BE49-F238E27FC236}">
                <a16:creationId xmlns:a16="http://schemas.microsoft.com/office/drawing/2014/main" id="{046B2A71-10A5-E826-DB5C-B081B5681D8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88" name="rc842">
            <a:extLst>
              <a:ext uri="{FF2B5EF4-FFF2-40B4-BE49-F238E27FC236}">
                <a16:creationId xmlns:a16="http://schemas.microsoft.com/office/drawing/2014/main" id="{F5B296BE-55F1-6488-9A00-DB74F6DA0FB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89" name="rc843">
            <a:extLst>
              <a:ext uri="{FF2B5EF4-FFF2-40B4-BE49-F238E27FC236}">
                <a16:creationId xmlns:a16="http://schemas.microsoft.com/office/drawing/2014/main" id="{52554A8E-5BA9-E5D4-224E-BD085B3DC08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90" name="rc844">
            <a:extLst>
              <a:ext uri="{FF2B5EF4-FFF2-40B4-BE49-F238E27FC236}">
                <a16:creationId xmlns:a16="http://schemas.microsoft.com/office/drawing/2014/main" id="{9CE6FC76-70A0-4F3D-09DA-4D12AA08DCB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91" name="rc845">
            <a:extLst>
              <a:ext uri="{FF2B5EF4-FFF2-40B4-BE49-F238E27FC236}">
                <a16:creationId xmlns:a16="http://schemas.microsoft.com/office/drawing/2014/main" id="{5CCBAF35-9C97-F5F8-838F-0E1E65A6AC5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92" name="rc846">
            <a:extLst>
              <a:ext uri="{FF2B5EF4-FFF2-40B4-BE49-F238E27FC236}">
                <a16:creationId xmlns:a16="http://schemas.microsoft.com/office/drawing/2014/main" id="{F571974D-6D65-CA35-1932-DD5B95627EB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93" name="rc847">
            <a:extLst>
              <a:ext uri="{FF2B5EF4-FFF2-40B4-BE49-F238E27FC236}">
                <a16:creationId xmlns:a16="http://schemas.microsoft.com/office/drawing/2014/main" id="{C75D30F8-79B5-EC11-CF21-65E350BA6E4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94" name="rc848">
            <a:extLst>
              <a:ext uri="{FF2B5EF4-FFF2-40B4-BE49-F238E27FC236}">
                <a16:creationId xmlns:a16="http://schemas.microsoft.com/office/drawing/2014/main" id="{653F46F7-E649-0FAC-3E32-1EB7260FC36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95" name="rc849">
            <a:extLst>
              <a:ext uri="{FF2B5EF4-FFF2-40B4-BE49-F238E27FC236}">
                <a16:creationId xmlns:a16="http://schemas.microsoft.com/office/drawing/2014/main" id="{2365A018-5904-54F5-8374-10B764A25FB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96" name="rc850">
            <a:extLst>
              <a:ext uri="{FF2B5EF4-FFF2-40B4-BE49-F238E27FC236}">
                <a16:creationId xmlns:a16="http://schemas.microsoft.com/office/drawing/2014/main" id="{CFB8C943-F62D-F63D-2AA3-603D6489D79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97" name="rc851">
            <a:extLst>
              <a:ext uri="{FF2B5EF4-FFF2-40B4-BE49-F238E27FC236}">
                <a16:creationId xmlns:a16="http://schemas.microsoft.com/office/drawing/2014/main" id="{EFF7D04B-F0F3-451E-34C6-772437D98B4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98" name="rc852">
            <a:extLst>
              <a:ext uri="{FF2B5EF4-FFF2-40B4-BE49-F238E27FC236}">
                <a16:creationId xmlns:a16="http://schemas.microsoft.com/office/drawing/2014/main" id="{07618077-1A2F-C220-0976-7C3DACB836E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099" name="rc853">
            <a:extLst>
              <a:ext uri="{FF2B5EF4-FFF2-40B4-BE49-F238E27FC236}">
                <a16:creationId xmlns:a16="http://schemas.microsoft.com/office/drawing/2014/main" id="{7CE8F217-16DC-701C-85E6-FFB2E83D1CB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00" name="rc854">
            <a:extLst>
              <a:ext uri="{FF2B5EF4-FFF2-40B4-BE49-F238E27FC236}">
                <a16:creationId xmlns:a16="http://schemas.microsoft.com/office/drawing/2014/main" id="{76A07BFA-0C5D-AA91-D53C-2084F60A5CC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01" name="rc855">
            <a:extLst>
              <a:ext uri="{FF2B5EF4-FFF2-40B4-BE49-F238E27FC236}">
                <a16:creationId xmlns:a16="http://schemas.microsoft.com/office/drawing/2014/main" id="{6EABFCE0-4364-5A9D-3EB7-58E0DAE09A4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02" name="rc856">
            <a:extLst>
              <a:ext uri="{FF2B5EF4-FFF2-40B4-BE49-F238E27FC236}">
                <a16:creationId xmlns:a16="http://schemas.microsoft.com/office/drawing/2014/main" id="{1523ABBD-76DD-15BC-B8CA-4F39F14F724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03" name="rc857">
            <a:extLst>
              <a:ext uri="{FF2B5EF4-FFF2-40B4-BE49-F238E27FC236}">
                <a16:creationId xmlns:a16="http://schemas.microsoft.com/office/drawing/2014/main" id="{6AD08A2C-FC5D-63B4-674C-BC429A530A7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04" name="rc858">
            <a:extLst>
              <a:ext uri="{FF2B5EF4-FFF2-40B4-BE49-F238E27FC236}">
                <a16:creationId xmlns:a16="http://schemas.microsoft.com/office/drawing/2014/main" id="{98013A40-D17B-12C3-27C7-A637F77E30D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05" name="rc859">
            <a:extLst>
              <a:ext uri="{FF2B5EF4-FFF2-40B4-BE49-F238E27FC236}">
                <a16:creationId xmlns:a16="http://schemas.microsoft.com/office/drawing/2014/main" id="{3377F6C0-9E14-5DF6-9F89-840FD287B70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06" name="rc860">
            <a:extLst>
              <a:ext uri="{FF2B5EF4-FFF2-40B4-BE49-F238E27FC236}">
                <a16:creationId xmlns:a16="http://schemas.microsoft.com/office/drawing/2014/main" id="{389FF822-DA3A-BFBA-74FC-0C6CC9F0683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07" name="rc861">
            <a:extLst>
              <a:ext uri="{FF2B5EF4-FFF2-40B4-BE49-F238E27FC236}">
                <a16:creationId xmlns:a16="http://schemas.microsoft.com/office/drawing/2014/main" id="{7255EA86-AC6F-CDBC-9E14-48F5EBBEEA2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08" name="rc862">
            <a:extLst>
              <a:ext uri="{FF2B5EF4-FFF2-40B4-BE49-F238E27FC236}">
                <a16:creationId xmlns:a16="http://schemas.microsoft.com/office/drawing/2014/main" id="{E54D9DC6-4E6F-E4ED-E296-A40F7A12ED9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09" name="rc863">
            <a:extLst>
              <a:ext uri="{FF2B5EF4-FFF2-40B4-BE49-F238E27FC236}">
                <a16:creationId xmlns:a16="http://schemas.microsoft.com/office/drawing/2014/main" id="{93FF7208-5703-DA9B-E971-9E4270472C2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10" name="rc864">
            <a:extLst>
              <a:ext uri="{FF2B5EF4-FFF2-40B4-BE49-F238E27FC236}">
                <a16:creationId xmlns:a16="http://schemas.microsoft.com/office/drawing/2014/main" id="{C3324397-47B9-B932-B236-0DB635842CC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11" name="rc865">
            <a:extLst>
              <a:ext uri="{FF2B5EF4-FFF2-40B4-BE49-F238E27FC236}">
                <a16:creationId xmlns:a16="http://schemas.microsoft.com/office/drawing/2014/main" id="{35CB8C6A-6452-B4AC-5D9F-9CBECEF66F2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12" name="rc866">
            <a:extLst>
              <a:ext uri="{FF2B5EF4-FFF2-40B4-BE49-F238E27FC236}">
                <a16:creationId xmlns:a16="http://schemas.microsoft.com/office/drawing/2014/main" id="{B6994A2E-F230-DD88-8478-C040578EBBD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13" name="rc867">
            <a:extLst>
              <a:ext uri="{FF2B5EF4-FFF2-40B4-BE49-F238E27FC236}">
                <a16:creationId xmlns:a16="http://schemas.microsoft.com/office/drawing/2014/main" id="{AD844D4D-D6DB-622D-C3DA-F624A59BFFA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14" name="rc868">
            <a:extLst>
              <a:ext uri="{FF2B5EF4-FFF2-40B4-BE49-F238E27FC236}">
                <a16:creationId xmlns:a16="http://schemas.microsoft.com/office/drawing/2014/main" id="{CD6126A1-DB52-01C9-C981-7D9C4F3C094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15" name="rc869">
            <a:extLst>
              <a:ext uri="{FF2B5EF4-FFF2-40B4-BE49-F238E27FC236}">
                <a16:creationId xmlns:a16="http://schemas.microsoft.com/office/drawing/2014/main" id="{0D3DA56B-A1BF-90D2-E4E0-725F40A4728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16" name="rc870">
            <a:extLst>
              <a:ext uri="{FF2B5EF4-FFF2-40B4-BE49-F238E27FC236}">
                <a16:creationId xmlns:a16="http://schemas.microsoft.com/office/drawing/2014/main" id="{B40D6A13-B48D-7FF4-679B-2BC223C6D9A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17" name="rc871">
            <a:extLst>
              <a:ext uri="{FF2B5EF4-FFF2-40B4-BE49-F238E27FC236}">
                <a16:creationId xmlns:a16="http://schemas.microsoft.com/office/drawing/2014/main" id="{A1A3126E-7FC4-0785-950A-5922555B0D9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18" name="rc872">
            <a:extLst>
              <a:ext uri="{FF2B5EF4-FFF2-40B4-BE49-F238E27FC236}">
                <a16:creationId xmlns:a16="http://schemas.microsoft.com/office/drawing/2014/main" id="{6AB17BED-17D1-D0DB-5606-4F1CFB05A7A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19" name="rc873">
            <a:extLst>
              <a:ext uri="{FF2B5EF4-FFF2-40B4-BE49-F238E27FC236}">
                <a16:creationId xmlns:a16="http://schemas.microsoft.com/office/drawing/2014/main" id="{5DA44E65-4A6F-53BD-673C-BD13E132E52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20" name="rc874">
            <a:extLst>
              <a:ext uri="{FF2B5EF4-FFF2-40B4-BE49-F238E27FC236}">
                <a16:creationId xmlns:a16="http://schemas.microsoft.com/office/drawing/2014/main" id="{EA6F308B-5F94-64E4-ECC8-DA39342D501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21" name="rc875">
            <a:extLst>
              <a:ext uri="{FF2B5EF4-FFF2-40B4-BE49-F238E27FC236}">
                <a16:creationId xmlns:a16="http://schemas.microsoft.com/office/drawing/2014/main" id="{1256F67F-611D-0758-D985-353CCF390DD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22" name="rc876">
            <a:extLst>
              <a:ext uri="{FF2B5EF4-FFF2-40B4-BE49-F238E27FC236}">
                <a16:creationId xmlns:a16="http://schemas.microsoft.com/office/drawing/2014/main" id="{CDEE58C0-4B48-47E8-B6C4-53030FE16E0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23" name="rc877">
            <a:extLst>
              <a:ext uri="{FF2B5EF4-FFF2-40B4-BE49-F238E27FC236}">
                <a16:creationId xmlns:a16="http://schemas.microsoft.com/office/drawing/2014/main" id="{FDA69C4E-3200-A342-9DE7-FAEB44E00BF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24" name="rc878">
            <a:extLst>
              <a:ext uri="{FF2B5EF4-FFF2-40B4-BE49-F238E27FC236}">
                <a16:creationId xmlns:a16="http://schemas.microsoft.com/office/drawing/2014/main" id="{720EBE7E-4B0C-45BD-29DE-8C07B524B5C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25" name="rc879">
            <a:extLst>
              <a:ext uri="{FF2B5EF4-FFF2-40B4-BE49-F238E27FC236}">
                <a16:creationId xmlns:a16="http://schemas.microsoft.com/office/drawing/2014/main" id="{D53F2540-FE3E-9DAA-9956-099939C7267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26" name="rc880">
            <a:extLst>
              <a:ext uri="{FF2B5EF4-FFF2-40B4-BE49-F238E27FC236}">
                <a16:creationId xmlns:a16="http://schemas.microsoft.com/office/drawing/2014/main" id="{A18A62C3-7203-5679-B7AC-90951E1A3D0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27" name="rc881">
            <a:extLst>
              <a:ext uri="{FF2B5EF4-FFF2-40B4-BE49-F238E27FC236}">
                <a16:creationId xmlns:a16="http://schemas.microsoft.com/office/drawing/2014/main" id="{C0C4D888-CD54-1E20-4650-2D1B66B5867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28" name="rc882">
            <a:extLst>
              <a:ext uri="{FF2B5EF4-FFF2-40B4-BE49-F238E27FC236}">
                <a16:creationId xmlns:a16="http://schemas.microsoft.com/office/drawing/2014/main" id="{95376FC4-C52C-1CA6-2B96-6DCB7B24481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29" name="rc883">
            <a:extLst>
              <a:ext uri="{FF2B5EF4-FFF2-40B4-BE49-F238E27FC236}">
                <a16:creationId xmlns:a16="http://schemas.microsoft.com/office/drawing/2014/main" id="{072A4BB6-EDB9-0F17-0BA6-1CF0ED38031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30" name="rc884">
            <a:extLst>
              <a:ext uri="{FF2B5EF4-FFF2-40B4-BE49-F238E27FC236}">
                <a16:creationId xmlns:a16="http://schemas.microsoft.com/office/drawing/2014/main" id="{0A9BEB8B-593B-636B-D7CB-2014F8C54DA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31" name="rc885">
            <a:extLst>
              <a:ext uri="{FF2B5EF4-FFF2-40B4-BE49-F238E27FC236}">
                <a16:creationId xmlns:a16="http://schemas.microsoft.com/office/drawing/2014/main" id="{37CB4828-349B-620E-E3EC-E40CB20EA77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32" name="rc886">
            <a:extLst>
              <a:ext uri="{FF2B5EF4-FFF2-40B4-BE49-F238E27FC236}">
                <a16:creationId xmlns:a16="http://schemas.microsoft.com/office/drawing/2014/main" id="{312E8516-C307-C415-3959-7994B2345F0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33" name="rc887">
            <a:extLst>
              <a:ext uri="{FF2B5EF4-FFF2-40B4-BE49-F238E27FC236}">
                <a16:creationId xmlns:a16="http://schemas.microsoft.com/office/drawing/2014/main" id="{E7FDF4D7-09CF-6281-A073-B60A1DD18C2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34" name="rc888">
            <a:extLst>
              <a:ext uri="{FF2B5EF4-FFF2-40B4-BE49-F238E27FC236}">
                <a16:creationId xmlns:a16="http://schemas.microsoft.com/office/drawing/2014/main" id="{BC91A96A-1FC6-10ED-6CF3-38DF23AA86D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35" name="rc889">
            <a:extLst>
              <a:ext uri="{FF2B5EF4-FFF2-40B4-BE49-F238E27FC236}">
                <a16:creationId xmlns:a16="http://schemas.microsoft.com/office/drawing/2014/main" id="{17BBC348-9CEA-970C-9461-27C467D4A42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36" name="rc890">
            <a:extLst>
              <a:ext uri="{FF2B5EF4-FFF2-40B4-BE49-F238E27FC236}">
                <a16:creationId xmlns:a16="http://schemas.microsoft.com/office/drawing/2014/main" id="{DC1F175C-FE88-1BD1-D739-BFA1BDB97DD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37" name="rc891">
            <a:extLst>
              <a:ext uri="{FF2B5EF4-FFF2-40B4-BE49-F238E27FC236}">
                <a16:creationId xmlns:a16="http://schemas.microsoft.com/office/drawing/2014/main" id="{087FB7BA-7EFC-831C-D73D-B176FB254B3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38" name="rc892">
            <a:extLst>
              <a:ext uri="{FF2B5EF4-FFF2-40B4-BE49-F238E27FC236}">
                <a16:creationId xmlns:a16="http://schemas.microsoft.com/office/drawing/2014/main" id="{A6DB754E-6D68-C3F6-1832-469C6B1F496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39" name="rc893">
            <a:extLst>
              <a:ext uri="{FF2B5EF4-FFF2-40B4-BE49-F238E27FC236}">
                <a16:creationId xmlns:a16="http://schemas.microsoft.com/office/drawing/2014/main" id="{D3C8C487-50A9-E321-3BE0-54C175B9244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40" name="rc894">
            <a:extLst>
              <a:ext uri="{FF2B5EF4-FFF2-40B4-BE49-F238E27FC236}">
                <a16:creationId xmlns:a16="http://schemas.microsoft.com/office/drawing/2014/main" id="{0F38E736-AA04-B81B-E069-72D149C4DC5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41" name="rc895">
            <a:extLst>
              <a:ext uri="{FF2B5EF4-FFF2-40B4-BE49-F238E27FC236}">
                <a16:creationId xmlns:a16="http://schemas.microsoft.com/office/drawing/2014/main" id="{BBA8D2AF-857F-F75C-DA06-2D8F34D65E0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42" name="rc896">
            <a:extLst>
              <a:ext uri="{FF2B5EF4-FFF2-40B4-BE49-F238E27FC236}">
                <a16:creationId xmlns:a16="http://schemas.microsoft.com/office/drawing/2014/main" id="{8EF284A4-C751-79F3-E02A-915D558813B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43" name="rc897">
            <a:extLst>
              <a:ext uri="{FF2B5EF4-FFF2-40B4-BE49-F238E27FC236}">
                <a16:creationId xmlns:a16="http://schemas.microsoft.com/office/drawing/2014/main" id="{5337F7BC-E6C1-5351-F0F9-914FE41B2B5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44" name="rc898">
            <a:extLst>
              <a:ext uri="{FF2B5EF4-FFF2-40B4-BE49-F238E27FC236}">
                <a16:creationId xmlns:a16="http://schemas.microsoft.com/office/drawing/2014/main" id="{8661305C-EACF-29A0-2BE0-4DA6953479E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45" name="rc899">
            <a:extLst>
              <a:ext uri="{FF2B5EF4-FFF2-40B4-BE49-F238E27FC236}">
                <a16:creationId xmlns:a16="http://schemas.microsoft.com/office/drawing/2014/main" id="{339FC794-7912-04A2-A063-A6BB7830056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46" name="rc900">
            <a:extLst>
              <a:ext uri="{FF2B5EF4-FFF2-40B4-BE49-F238E27FC236}">
                <a16:creationId xmlns:a16="http://schemas.microsoft.com/office/drawing/2014/main" id="{412A8E66-0560-3CFE-384B-4A4A0EAAC8E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47" name="rc901">
            <a:extLst>
              <a:ext uri="{FF2B5EF4-FFF2-40B4-BE49-F238E27FC236}">
                <a16:creationId xmlns:a16="http://schemas.microsoft.com/office/drawing/2014/main" id="{D1C75107-1614-3474-F009-3D6E5DF6BFB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48" name="rc902">
            <a:extLst>
              <a:ext uri="{FF2B5EF4-FFF2-40B4-BE49-F238E27FC236}">
                <a16:creationId xmlns:a16="http://schemas.microsoft.com/office/drawing/2014/main" id="{92CA5B77-0CCC-FE02-C058-1DD3B94ACD6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49" name="rc903">
            <a:extLst>
              <a:ext uri="{FF2B5EF4-FFF2-40B4-BE49-F238E27FC236}">
                <a16:creationId xmlns:a16="http://schemas.microsoft.com/office/drawing/2014/main" id="{4EC24BCC-4E75-8ED4-F2D6-4C5471FBD0F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50" name="rc904">
            <a:extLst>
              <a:ext uri="{FF2B5EF4-FFF2-40B4-BE49-F238E27FC236}">
                <a16:creationId xmlns:a16="http://schemas.microsoft.com/office/drawing/2014/main" id="{E00F11A2-36F5-55C8-CD67-3BEC454AD81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51" name="rc905">
            <a:extLst>
              <a:ext uri="{FF2B5EF4-FFF2-40B4-BE49-F238E27FC236}">
                <a16:creationId xmlns:a16="http://schemas.microsoft.com/office/drawing/2014/main" id="{92DB7509-9CB4-7ADD-2394-E986C187C79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52" name="rc906">
            <a:extLst>
              <a:ext uri="{FF2B5EF4-FFF2-40B4-BE49-F238E27FC236}">
                <a16:creationId xmlns:a16="http://schemas.microsoft.com/office/drawing/2014/main" id="{02F090E4-8804-0907-9854-1ED8DDF0DE9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53" name="rc907">
            <a:extLst>
              <a:ext uri="{FF2B5EF4-FFF2-40B4-BE49-F238E27FC236}">
                <a16:creationId xmlns:a16="http://schemas.microsoft.com/office/drawing/2014/main" id="{E4CDDC54-BD3E-798F-68F4-BB881D9ABE3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54" name="rc908">
            <a:extLst>
              <a:ext uri="{FF2B5EF4-FFF2-40B4-BE49-F238E27FC236}">
                <a16:creationId xmlns:a16="http://schemas.microsoft.com/office/drawing/2014/main" id="{632FFDCD-2C47-5A24-4CE2-75D60E8394F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55" name="rc909">
            <a:extLst>
              <a:ext uri="{FF2B5EF4-FFF2-40B4-BE49-F238E27FC236}">
                <a16:creationId xmlns:a16="http://schemas.microsoft.com/office/drawing/2014/main" id="{2F1C85F3-A4BB-E3D0-6FFB-3638D92D765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56" name="rc910">
            <a:extLst>
              <a:ext uri="{FF2B5EF4-FFF2-40B4-BE49-F238E27FC236}">
                <a16:creationId xmlns:a16="http://schemas.microsoft.com/office/drawing/2014/main" id="{4EC39FB2-AE50-F720-1BAF-70D02CB0F7D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57" name="rc911">
            <a:extLst>
              <a:ext uri="{FF2B5EF4-FFF2-40B4-BE49-F238E27FC236}">
                <a16:creationId xmlns:a16="http://schemas.microsoft.com/office/drawing/2014/main" id="{17DA888F-D4D2-B817-BD33-A0998F2CD98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58" name="rc912">
            <a:extLst>
              <a:ext uri="{FF2B5EF4-FFF2-40B4-BE49-F238E27FC236}">
                <a16:creationId xmlns:a16="http://schemas.microsoft.com/office/drawing/2014/main" id="{833290E8-802C-2FCB-DDD2-BC6A85C1D45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59" name="rc913">
            <a:extLst>
              <a:ext uri="{FF2B5EF4-FFF2-40B4-BE49-F238E27FC236}">
                <a16:creationId xmlns:a16="http://schemas.microsoft.com/office/drawing/2014/main" id="{80CAA950-CFA1-8F5F-093C-C2BDE4A8A61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60" name="rc914">
            <a:extLst>
              <a:ext uri="{FF2B5EF4-FFF2-40B4-BE49-F238E27FC236}">
                <a16:creationId xmlns:a16="http://schemas.microsoft.com/office/drawing/2014/main" id="{6CBC68A3-7B39-70D2-5771-57529E17F8B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61" name="rc915">
            <a:extLst>
              <a:ext uri="{FF2B5EF4-FFF2-40B4-BE49-F238E27FC236}">
                <a16:creationId xmlns:a16="http://schemas.microsoft.com/office/drawing/2014/main" id="{980703B5-3B6E-7D2B-3BFD-F9E3553AAC9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62" name="rc916">
            <a:extLst>
              <a:ext uri="{FF2B5EF4-FFF2-40B4-BE49-F238E27FC236}">
                <a16:creationId xmlns:a16="http://schemas.microsoft.com/office/drawing/2014/main" id="{B6190E8C-FD5A-1427-4774-13322F48999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63" name="rc917">
            <a:extLst>
              <a:ext uri="{FF2B5EF4-FFF2-40B4-BE49-F238E27FC236}">
                <a16:creationId xmlns:a16="http://schemas.microsoft.com/office/drawing/2014/main" id="{CFC9E1DF-CBDE-10BB-FE50-B4BEF0FBC1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64" name="rc918">
            <a:extLst>
              <a:ext uri="{FF2B5EF4-FFF2-40B4-BE49-F238E27FC236}">
                <a16:creationId xmlns:a16="http://schemas.microsoft.com/office/drawing/2014/main" id="{D0BA0609-32A9-F7CA-14D5-935EEE6A446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65" name="rc919">
            <a:extLst>
              <a:ext uri="{FF2B5EF4-FFF2-40B4-BE49-F238E27FC236}">
                <a16:creationId xmlns:a16="http://schemas.microsoft.com/office/drawing/2014/main" id="{30842028-04E6-CDCD-7146-59E7B82B575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66" name="rc920">
            <a:extLst>
              <a:ext uri="{FF2B5EF4-FFF2-40B4-BE49-F238E27FC236}">
                <a16:creationId xmlns:a16="http://schemas.microsoft.com/office/drawing/2014/main" id="{0F955D15-4BDB-6702-34BB-702FB84F75F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67" name="rc921">
            <a:extLst>
              <a:ext uri="{FF2B5EF4-FFF2-40B4-BE49-F238E27FC236}">
                <a16:creationId xmlns:a16="http://schemas.microsoft.com/office/drawing/2014/main" id="{6EED3E82-6E31-706C-2292-8CA4066C903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68" name="rc922">
            <a:extLst>
              <a:ext uri="{FF2B5EF4-FFF2-40B4-BE49-F238E27FC236}">
                <a16:creationId xmlns:a16="http://schemas.microsoft.com/office/drawing/2014/main" id="{805A0D7A-9F57-4BF4-8D64-F1024A83D16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69" name="rc923">
            <a:extLst>
              <a:ext uri="{FF2B5EF4-FFF2-40B4-BE49-F238E27FC236}">
                <a16:creationId xmlns:a16="http://schemas.microsoft.com/office/drawing/2014/main" id="{5DFA9C04-4FBE-142B-4263-AE6DCE0D01A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70" name="rc924">
            <a:extLst>
              <a:ext uri="{FF2B5EF4-FFF2-40B4-BE49-F238E27FC236}">
                <a16:creationId xmlns:a16="http://schemas.microsoft.com/office/drawing/2014/main" id="{6406E059-7CCD-94AD-D94C-E8639AC565A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71" name="rc925">
            <a:extLst>
              <a:ext uri="{FF2B5EF4-FFF2-40B4-BE49-F238E27FC236}">
                <a16:creationId xmlns:a16="http://schemas.microsoft.com/office/drawing/2014/main" id="{FB109352-7459-8AD9-3471-361ED6CC377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72" name="rc926">
            <a:extLst>
              <a:ext uri="{FF2B5EF4-FFF2-40B4-BE49-F238E27FC236}">
                <a16:creationId xmlns:a16="http://schemas.microsoft.com/office/drawing/2014/main" id="{4EDBFD8C-EC36-77B5-58F6-CA911FA3018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73" name="rc927">
            <a:extLst>
              <a:ext uri="{FF2B5EF4-FFF2-40B4-BE49-F238E27FC236}">
                <a16:creationId xmlns:a16="http://schemas.microsoft.com/office/drawing/2014/main" id="{D39E9218-B100-EA6B-684D-99C999D0362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74" name="rc928">
            <a:extLst>
              <a:ext uri="{FF2B5EF4-FFF2-40B4-BE49-F238E27FC236}">
                <a16:creationId xmlns:a16="http://schemas.microsoft.com/office/drawing/2014/main" id="{40502075-8E57-B29A-5F95-7DA441023F4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75" name="rc929">
            <a:extLst>
              <a:ext uri="{FF2B5EF4-FFF2-40B4-BE49-F238E27FC236}">
                <a16:creationId xmlns:a16="http://schemas.microsoft.com/office/drawing/2014/main" id="{88A84B40-4B10-A521-AADB-BFB1AA0D8B3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76" name="rc930">
            <a:extLst>
              <a:ext uri="{FF2B5EF4-FFF2-40B4-BE49-F238E27FC236}">
                <a16:creationId xmlns:a16="http://schemas.microsoft.com/office/drawing/2014/main" id="{76EC9F1E-9679-AD9F-AC42-51752536072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77" name="rc931">
            <a:extLst>
              <a:ext uri="{FF2B5EF4-FFF2-40B4-BE49-F238E27FC236}">
                <a16:creationId xmlns:a16="http://schemas.microsoft.com/office/drawing/2014/main" id="{09BDD6CE-637B-3A31-77F3-C17A7E96F92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78" name="rc932">
            <a:extLst>
              <a:ext uri="{FF2B5EF4-FFF2-40B4-BE49-F238E27FC236}">
                <a16:creationId xmlns:a16="http://schemas.microsoft.com/office/drawing/2014/main" id="{6981D68D-4BBE-7D26-B851-1372F6F9076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79" name="rc933">
            <a:extLst>
              <a:ext uri="{FF2B5EF4-FFF2-40B4-BE49-F238E27FC236}">
                <a16:creationId xmlns:a16="http://schemas.microsoft.com/office/drawing/2014/main" id="{68EB42C4-F8CB-23DA-2A9C-461C102723F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80" name="rc934">
            <a:extLst>
              <a:ext uri="{FF2B5EF4-FFF2-40B4-BE49-F238E27FC236}">
                <a16:creationId xmlns:a16="http://schemas.microsoft.com/office/drawing/2014/main" id="{5955B619-2FAD-A7E1-66D8-9B6C3C3FADB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81" name="rc935">
            <a:extLst>
              <a:ext uri="{FF2B5EF4-FFF2-40B4-BE49-F238E27FC236}">
                <a16:creationId xmlns:a16="http://schemas.microsoft.com/office/drawing/2014/main" id="{74DDF4BF-6FC5-9851-AB62-AD07A886D9C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82" name="rc936">
            <a:extLst>
              <a:ext uri="{FF2B5EF4-FFF2-40B4-BE49-F238E27FC236}">
                <a16:creationId xmlns:a16="http://schemas.microsoft.com/office/drawing/2014/main" id="{3C514B32-048A-F373-61ED-91C2377628B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83" name="rc937">
            <a:extLst>
              <a:ext uri="{FF2B5EF4-FFF2-40B4-BE49-F238E27FC236}">
                <a16:creationId xmlns:a16="http://schemas.microsoft.com/office/drawing/2014/main" id="{F4FBC380-77C5-86DB-5050-B2682BD0D15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84" name="rc938">
            <a:extLst>
              <a:ext uri="{FF2B5EF4-FFF2-40B4-BE49-F238E27FC236}">
                <a16:creationId xmlns:a16="http://schemas.microsoft.com/office/drawing/2014/main" id="{56897E6F-5478-BF85-E102-815C8758CC2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85" name="rc939">
            <a:extLst>
              <a:ext uri="{FF2B5EF4-FFF2-40B4-BE49-F238E27FC236}">
                <a16:creationId xmlns:a16="http://schemas.microsoft.com/office/drawing/2014/main" id="{87CF6A82-0C16-7E37-0E41-19FAAE793E3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86" name="rc940">
            <a:extLst>
              <a:ext uri="{FF2B5EF4-FFF2-40B4-BE49-F238E27FC236}">
                <a16:creationId xmlns:a16="http://schemas.microsoft.com/office/drawing/2014/main" id="{50B0723A-3DF8-EE35-E595-06499CE4FC5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87" name="rc941">
            <a:extLst>
              <a:ext uri="{FF2B5EF4-FFF2-40B4-BE49-F238E27FC236}">
                <a16:creationId xmlns:a16="http://schemas.microsoft.com/office/drawing/2014/main" id="{55EBD4CE-1991-917E-912C-8BE10358478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88" name="rc942">
            <a:extLst>
              <a:ext uri="{FF2B5EF4-FFF2-40B4-BE49-F238E27FC236}">
                <a16:creationId xmlns:a16="http://schemas.microsoft.com/office/drawing/2014/main" id="{8BF4EEFC-7488-4385-C15F-D67A820B7E9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89" name="rc943">
            <a:extLst>
              <a:ext uri="{FF2B5EF4-FFF2-40B4-BE49-F238E27FC236}">
                <a16:creationId xmlns:a16="http://schemas.microsoft.com/office/drawing/2014/main" id="{EC20D706-C565-5C22-B96C-6A3A46F8628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90" name="rc944">
            <a:extLst>
              <a:ext uri="{FF2B5EF4-FFF2-40B4-BE49-F238E27FC236}">
                <a16:creationId xmlns:a16="http://schemas.microsoft.com/office/drawing/2014/main" id="{B08266EC-DDC7-DEE8-6F5D-8C2FEB7266F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91" name="rc945">
            <a:extLst>
              <a:ext uri="{FF2B5EF4-FFF2-40B4-BE49-F238E27FC236}">
                <a16:creationId xmlns:a16="http://schemas.microsoft.com/office/drawing/2014/main" id="{BAF40004-D51A-9A14-B0F4-DFAE7C52CE2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92" name="rc946">
            <a:extLst>
              <a:ext uri="{FF2B5EF4-FFF2-40B4-BE49-F238E27FC236}">
                <a16:creationId xmlns:a16="http://schemas.microsoft.com/office/drawing/2014/main" id="{30BDE874-B278-BE7C-8AF8-08F1E2F9A37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93" name="rc947">
            <a:extLst>
              <a:ext uri="{FF2B5EF4-FFF2-40B4-BE49-F238E27FC236}">
                <a16:creationId xmlns:a16="http://schemas.microsoft.com/office/drawing/2014/main" id="{4A6799CF-4FD3-F442-FAEB-7944DB5397C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94" name="rc948">
            <a:extLst>
              <a:ext uri="{FF2B5EF4-FFF2-40B4-BE49-F238E27FC236}">
                <a16:creationId xmlns:a16="http://schemas.microsoft.com/office/drawing/2014/main" id="{31CE7BD4-181A-0FDE-628B-F8746228C49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95" name="rc949">
            <a:extLst>
              <a:ext uri="{FF2B5EF4-FFF2-40B4-BE49-F238E27FC236}">
                <a16:creationId xmlns:a16="http://schemas.microsoft.com/office/drawing/2014/main" id="{67BBE77F-C58C-B0D5-A81A-DEFB3067007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96" name="rc950">
            <a:extLst>
              <a:ext uri="{FF2B5EF4-FFF2-40B4-BE49-F238E27FC236}">
                <a16:creationId xmlns:a16="http://schemas.microsoft.com/office/drawing/2014/main" id="{383CA410-7484-6288-BE2A-A34D7149263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97" name="rc951">
            <a:extLst>
              <a:ext uri="{FF2B5EF4-FFF2-40B4-BE49-F238E27FC236}">
                <a16:creationId xmlns:a16="http://schemas.microsoft.com/office/drawing/2014/main" id="{1D5968EE-2CAF-7039-7389-1F9C0B7C1D3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98" name="rc952">
            <a:extLst>
              <a:ext uri="{FF2B5EF4-FFF2-40B4-BE49-F238E27FC236}">
                <a16:creationId xmlns:a16="http://schemas.microsoft.com/office/drawing/2014/main" id="{0596ED4F-CBD8-9E15-C014-514C598A127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199" name="rc953">
            <a:extLst>
              <a:ext uri="{FF2B5EF4-FFF2-40B4-BE49-F238E27FC236}">
                <a16:creationId xmlns:a16="http://schemas.microsoft.com/office/drawing/2014/main" id="{C59B570E-3332-CE97-6BAD-426278D1F0E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00" name="rc954">
            <a:extLst>
              <a:ext uri="{FF2B5EF4-FFF2-40B4-BE49-F238E27FC236}">
                <a16:creationId xmlns:a16="http://schemas.microsoft.com/office/drawing/2014/main" id="{710E9C8D-53EB-7C84-483F-48C89D42CD3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01" name="rc955">
            <a:extLst>
              <a:ext uri="{FF2B5EF4-FFF2-40B4-BE49-F238E27FC236}">
                <a16:creationId xmlns:a16="http://schemas.microsoft.com/office/drawing/2014/main" id="{F1EA5614-B3FA-9300-F29A-A50987AB7AE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02" name="rc956">
            <a:extLst>
              <a:ext uri="{FF2B5EF4-FFF2-40B4-BE49-F238E27FC236}">
                <a16:creationId xmlns:a16="http://schemas.microsoft.com/office/drawing/2014/main" id="{0C333E34-197A-5E1B-55EB-7B48A50EE42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03" name="rc957">
            <a:extLst>
              <a:ext uri="{FF2B5EF4-FFF2-40B4-BE49-F238E27FC236}">
                <a16:creationId xmlns:a16="http://schemas.microsoft.com/office/drawing/2014/main" id="{937A13F8-E29F-2B2C-8C34-FCFAA16C7BA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04" name="rc958">
            <a:extLst>
              <a:ext uri="{FF2B5EF4-FFF2-40B4-BE49-F238E27FC236}">
                <a16:creationId xmlns:a16="http://schemas.microsoft.com/office/drawing/2014/main" id="{D134DF82-C4EB-AED0-C52B-B846E436DF7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05" name="rc959">
            <a:extLst>
              <a:ext uri="{FF2B5EF4-FFF2-40B4-BE49-F238E27FC236}">
                <a16:creationId xmlns:a16="http://schemas.microsoft.com/office/drawing/2014/main" id="{6DB165FD-98AE-D91E-0C43-E87BFF6FD78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06" name="rc960">
            <a:extLst>
              <a:ext uri="{FF2B5EF4-FFF2-40B4-BE49-F238E27FC236}">
                <a16:creationId xmlns:a16="http://schemas.microsoft.com/office/drawing/2014/main" id="{63A256FB-6360-FCCF-956A-BC02C955B70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07" name="rc961">
            <a:extLst>
              <a:ext uri="{FF2B5EF4-FFF2-40B4-BE49-F238E27FC236}">
                <a16:creationId xmlns:a16="http://schemas.microsoft.com/office/drawing/2014/main" id="{5DC2AC99-82B0-6D8E-499B-B82D67490F5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08" name="rc962">
            <a:extLst>
              <a:ext uri="{FF2B5EF4-FFF2-40B4-BE49-F238E27FC236}">
                <a16:creationId xmlns:a16="http://schemas.microsoft.com/office/drawing/2014/main" id="{3EDA9F47-47BC-EC82-16A0-9241A4E717E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09" name="rc963">
            <a:extLst>
              <a:ext uri="{FF2B5EF4-FFF2-40B4-BE49-F238E27FC236}">
                <a16:creationId xmlns:a16="http://schemas.microsoft.com/office/drawing/2014/main" id="{1740C84E-1F3C-C233-56CB-12C852E7A9B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10" name="rc964">
            <a:extLst>
              <a:ext uri="{FF2B5EF4-FFF2-40B4-BE49-F238E27FC236}">
                <a16:creationId xmlns:a16="http://schemas.microsoft.com/office/drawing/2014/main" id="{0035BB80-7F6C-3AA8-971E-45CF2A3D3CB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11" name="rc965">
            <a:extLst>
              <a:ext uri="{FF2B5EF4-FFF2-40B4-BE49-F238E27FC236}">
                <a16:creationId xmlns:a16="http://schemas.microsoft.com/office/drawing/2014/main" id="{48674402-F124-B3A7-43F3-6F1D9591C14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12" name="rc966">
            <a:extLst>
              <a:ext uri="{FF2B5EF4-FFF2-40B4-BE49-F238E27FC236}">
                <a16:creationId xmlns:a16="http://schemas.microsoft.com/office/drawing/2014/main" id="{3272C2B6-B14F-BF5C-C3EB-BCB8F486C26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13" name="rc967">
            <a:extLst>
              <a:ext uri="{FF2B5EF4-FFF2-40B4-BE49-F238E27FC236}">
                <a16:creationId xmlns:a16="http://schemas.microsoft.com/office/drawing/2014/main" id="{57FA425D-F6AB-F543-95A3-5F3CE7EA182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14" name="rc968">
            <a:extLst>
              <a:ext uri="{FF2B5EF4-FFF2-40B4-BE49-F238E27FC236}">
                <a16:creationId xmlns:a16="http://schemas.microsoft.com/office/drawing/2014/main" id="{189E89F8-9645-37E9-484C-02AE38F6C01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15" name="rc969">
            <a:extLst>
              <a:ext uri="{FF2B5EF4-FFF2-40B4-BE49-F238E27FC236}">
                <a16:creationId xmlns:a16="http://schemas.microsoft.com/office/drawing/2014/main" id="{B4C0CFB1-5206-7BCA-5627-C9A01FDF47B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16" name="rc970">
            <a:extLst>
              <a:ext uri="{FF2B5EF4-FFF2-40B4-BE49-F238E27FC236}">
                <a16:creationId xmlns:a16="http://schemas.microsoft.com/office/drawing/2014/main" id="{892EB3B6-4659-9F4B-D6E9-2C524C434D8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17" name="rc971">
            <a:extLst>
              <a:ext uri="{FF2B5EF4-FFF2-40B4-BE49-F238E27FC236}">
                <a16:creationId xmlns:a16="http://schemas.microsoft.com/office/drawing/2014/main" id="{C5053D23-7D59-1767-7E05-1FD02FE3A40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18" name="rc972">
            <a:extLst>
              <a:ext uri="{FF2B5EF4-FFF2-40B4-BE49-F238E27FC236}">
                <a16:creationId xmlns:a16="http://schemas.microsoft.com/office/drawing/2014/main" id="{8C6A4D37-25B4-F26C-1571-4746515EED5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19" name="rc973">
            <a:extLst>
              <a:ext uri="{FF2B5EF4-FFF2-40B4-BE49-F238E27FC236}">
                <a16:creationId xmlns:a16="http://schemas.microsoft.com/office/drawing/2014/main" id="{C435BF6E-891D-B2E6-7303-00CCFD88EAA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20" name="rc974">
            <a:extLst>
              <a:ext uri="{FF2B5EF4-FFF2-40B4-BE49-F238E27FC236}">
                <a16:creationId xmlns:a16="http://schemas.microsoft.com/office/drawing/2014/main" id="{FED07FFB-B607-B5B3-D75F-8A85A32BBE4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21" name="rc975">
            <a:extLst>
              <a:ext uri="{FF2B5EF4-FFF2-40B4-BE49-F238E27FC236}">
                <a16:creationId xmlns:a16="http://schemas.microsoft.com/office/drawing/2014/main" id="{118FF360-2710-DBCF-6BDD-B053E81DCFB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22" name="rc976">
            <a:extLst>
              <a:ext uri="{FF2B5EF4-FFF2-40B4-BE49-F238E27FC236}">
                <a16:creationId xmlns:a16="http://schemas.microsoft.com/office/drawing/2014/main" id="{CA4ACCF1-EE59-5EF8-79A5-8E1A551D22E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23" name="rc977">
            <a:extLst>
              <a:ext uri="{FF2B5EF4-FFF2-40B4-BE49-F238E27FC236}">
                <a16:creationId xmlns:a16="http://schemas.microsoft.com/office/drawing/2014/main" id="{6E02F94F-10BC-BE5B-85D6-A62D23F8308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24" name="rc978">
            <a:extLst>
              <a:ext uri="{FF2B5EF4-FFF2-40B4-BE49-F238E27FC236}">
                <a16:creationId xmlns:a16="http://schemas.microsoft.com/office/drawing/2014/main" id="{63657AEF-7DD0-C3B3-22DE-4C7C144F803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25" name="rc979">
            <a:extLst>
              <a:ext uri="{FF2B5EF4-FFF2-40B4-BE49-F238E27FC236}">
                <a16:creationId xmlns:a16="http://schemas.microsoft.com/office/drawing/2014/main" id="{6AFC5664-FFB4-E705-1ADA-386A0EFA3B0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26" name="rc980">
            <a:extLst>
              <a:ext uri="{FF2B5EF4-FFF2-40B4-BE49-F238E27FC236}">
                <a16:creationId xmlns:a16="http://schemas.microsoft.com/office/drawing/2014/main" id="{D6EAF35E-C19C-15A7-1CD5-C1052F7B213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27" name="rc981">
            <a:extLst>
              <a:ext uri="{FF2B5EF4-FFF2-40B4-BE49-F238E27FC236}">
                <a16:creationId xmlns:a16="http://schemas.microsoft.com/office/drawing/2014/main" id="{F915228E-3EBA-824F-3376-AC6EDE079A5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28" name="rc982">
            <a:extLst>
              <a:ext uri="{FF2B5EF4-FFF2-40B4-BE49-F238E27FC236}">
                <a16:creationId xmlns:a16="http://schemas.microsoft.com/office/drawing/2014/main" id="{1D532E65-954C-D6CB-B19A-8A36CA32F6F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29" name="rc983">
            <a:extLst>
              <a:ext uri="{FF2B5EF4-FFF2-40B4-BE49-F238E27FC236}">
                <a16:creationId xmlns:a16="http://schemas.microsoft.com/office/drawing/2014/main" id="{A2DE32C6-4E7B-E69B-0724-BAE63A5DBBA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30" name="rc984">
            <a:extLst>
              <a:ext uri="{FF2B5EF4-FFF2-40B4-BE49-F238E27FC236}">
                <a16:creationId xmlns:a16="http://schemas.microsoft.com/office/drawing/2014/main" id="{77A704B9-F01E-5F1D-DE9E-CD6F4DD5950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31" name="rc985">
            <a:extLst>
              <a:ext uri="{FF2B5EF4-FFF2-40B4-BE49-F238E27FC236}">
                <a16:creationId xmlns:a16="http://schemas.microsoft.com/office/drawing/2014/main" id="{D55B8FC2-BD90-FB03-B0AB-05DAC491457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32" name="rc986">
            <a:extLst>
              <a:ext uri="{FF2B5EF4-FFF2-40B4-BE49-F238E27FC236}">
                <a16:creationId xmlns:a16="http://schemas.microsoft.com/office/drawing/2014/main" id="{06E9476D-16A9-6BFB-9F16-20C858B7121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33" name="rc987">
            <a:extLst>
              <a:ext uri="{FF2B5EF4-FFF2-40B4-BE49-F238E27FC236}">
                <a16:creationId xmlns:a16="http://schemas.microsoft.com/office/drawing/2014/main" id="{ACE8E7C7-B36B-9CA5-392F-F91DD773625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34" name="rc988">
            <a:extLst>
              <a:ext uri="{FF2B5EF4-FFF2-40B4-BE49-F238E27FC236}">
                <a16:creationId xmlns:a16="http://schemas.microsoft.com/office/drawing/2014/main" id="{1BB75D75-9016-5704-A79C-04E9EA5458B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35" name="rc989">
            <a:extLst>
              <a:ext uri="{FF2B5EF4-FFF2-40B4-BE49-F238E27FC236}">
                <a16:creationId xmlns:a16="http://schemas.microsoft.com/office/drawing/2014/main" id="{B2976E43-4954-D04B-8A38-16A4CD63B3E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36" name="rc990">
            <a:extLst>
              <a:ext uri="{FF2B5EF4-FFF2-40B4-BE49-F238E27FC236}">
                <a16:creationId xmlns:a16="http://schemas.microsoft.com/office/drawing/2014/main" id="{198678B3-6415-971C-0CAD-2AEB9C51530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37" name="rc991">
            <a:extLst>
              <a:ext uri="{FF2B5EF4-FFF2-40B4-BE49-F238E27FC236}">
                <a16:creationId xmlns:a16="http://schemas.microsoft.com/office/drawing/2014/main" id="{203F9F54-F497-AD98-FA80-82815525B4A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38" name="rc992">
            <a:extLst>
              <a:ext uri="{FF2B5EF4-FFF2-40B4-BE49-F238E27FC236}">
                <a16:creationId xmlns:a16="http://schemas.microsoft.com/office/drawing/2014/main" id="{B45F9C08-ECDA-515C-DF43-CE2A7AB9BC7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39" name="rc993">
            <a:extLst>
              <a:ext uri="{FF2B5EF4-FFF2-40B4-BE49-F238E27FC236}">
                <a16:creationId xmlns:a16="http://schemas.microsoft.com/office/drawing/2014/main" id="{912FB020-4910-505B-D3CA-2DE39C929F8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40" name="rc994">
            <a:extLst>
              <a:ext uri="{FF2B5EF4-FFF2-40B4-BE49-F238E27FC236}">
                <a16:creationId xmlns:a16="http://schemas.microsoft.com/office/drawing/2014/main" id="{F1132F52-1E3B-9A05-06AD-A10C862EC01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41" name="rc995">
            <a:extLst>
              <a:ext uri="{FF2B5EF4-FFF2-40B4-BE49-F238E27FC236}">
                <a16:creationId xmlns:a16="http://schemas.microsoft.com/office/drawing/2014/main" id="{78F1158E-C195-0DD7-6F16-2B4BC83AF08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42" name="rc996">
            <a:extLst>
              <a:ext uri="{FF2B5EF4-FFF2-40B4-BE49-F238E27FC236}">
                <a16:creationId xmlns:a16="http://schemas.microsoft.com/office/drawing/2014/main" id="{94BFFF32-0DBB-7CDE-630B-283FE03E6A4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43" name="rc997">
            <a:extLst>
              <a:ext uri="{FF2B5EF4-FFF2-40B4-BE49-F238E27FC236}">
                <a16:creationId xmlns:a16="http://schemas.microsoft.com/office/drawing/2014/main" id="{C3685C95-4DC4-C835-36A9-0A670DC4D74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44" name="rc998">
            <a:extLst>
              <a:ext uri="{FF2B5EF4-FFF2-40B4-BE49-F238E27FC236}">
                <a16:creationId xmlns:a16="http://schemas.microsoft.com/office/drawing/2014/main" id="{C480E239-7058-AB13-D5A6-E40D9E98DC2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45" name="rc999">
            <a:extLst>
              <a:ext uri="{FF2B5EF4-FFF2-40B4-BE49-F238E27FC236}">
                <a16:creationId xmlns:a16="http://schemas.microsoft.com/office/drawing/2014/main" id="{5FB0BB3F-3692-B235-9715-156CC788361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46" name="rc1000">
            <a:extLst>
              <a:ext uri="{FF2B5EF4-FFF2-40B4-BE49-F238E27FC236}">
                <a16:creationId xmlns:a16="http://schemas.microsoft.com/office/drawing/2014/main" id="{C3F59CA4-D607-8778-86EF-7555C3D174F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47" name="rc1001">
            <a:extLst>
              <a:ext uri="{FF2B5EF4-FFF2-40B4-BE49-F238E27FC236}">
                <a16:creationId xmlns:a16="http://schemas.microsoft.com/office/drawing/2014/main" id="{798BFDD4-9562-6A14-2113-BC9D2A94AA8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48" name="rc1002">
            <a:extLst>
              <a:ext uri="{FF2B5EF4-FFF2-40B4-BE49-F238E27FC236}">
                <a16:creationId xmlns:a16="http://schemas.microsoft.com/office/drawing/2014/main" id="{4A8118AC-EE9A-6E84-6FB0-2387CA48851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49" name="rc1003">
            <a:extLst>
              <a:ext uri="{FF2B5EF4-FFF2-40B4-BE49-F238E27FC236}">
                <a16:creationId xmlns:a16="http://schemas.microsoft.com/office/drawing/2014/main" id="{D8950557-3219-DAE0-E8DA-C72CB71B42D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50" name="rc1004">
            <a:extLst>
              <a:ext uri="{FF2B5EF4-FFF2-40B4-BE49-F238E27FC236}">
                <a16:creationId xmlns:a16="http://schemas.microsoft.com/office/drawing/2014/main" id="{454B49E6-B503-31BC-943B-97A09FA38B0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51" name="rc1005">
            <a:extLst>
              <a:ext uri="{FF2B5EF4-FFF2-40B4-BE49-F238E27FC236}">
                <a16:creationId xmlns:a16="http://schemas.microsoft.com/office/drawing/2014/main" id="{3B752FFD-672B-3100-817D-95FB185ACCE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52" name="rc1006">
            <a:extLst>
              <a:ext uri="{FF2B5EF4-FFF2-40B4-BE49-F238E27FC236}">
                <a16:creationId xmlns:a16="http://schemas.microsoft.com/office/drawing/2014/main" id="{2740E744-32E2-1D50-0A7D-8DFE91F3AFA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53" name="rc1007">
            <a:extLst>
              <a:ext uri="{FF2B5EF4-FFF2-40B4-BE49-F238E27FC236}">
                <a16:creationId xmlns:a16="http://schemas.microsoft.com/office/drawing/2014/main" id="{70A6B56F-7D8C-1942-D95C-C919EA4F290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54" name="rc1008">
            <a:extLst>
              <a:ext uri="{FF2B5EF4-FFF2-40B4-BE49-F238E27FC236}">
                <a16:creationId xmlns:a16="http://schemas.microsoft.com/office/drawing/2014/main" id="{BDF5628A-64B6-8FD1-BCAD-5DBACD3D31C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55" name="rc1009">
            <a:extLst>
              <a:ext uri="{FF2B5EF4-FFF2-40B4-BE49-F238E27FC236}">
                <a16:creationId xmlns:a16="http://schemas.microsoft.com/office/drawing/2014/main" id="{A215E27B-E8A0-F42D-669B-900EF434850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56" name="rc1010">
            <a:extLst>
              <a:ext uri="{FF2B5EF4-FFF2-40B4-BE49-F238E27FC236}">
                <a16:creationId xmlns:a16="http://schemas.microsoft.com/office/drawing/2014/main" id="{AC366016-687D-752C-3BD1-18479CA5621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57" name="rc1011">
            <a:extLst>
              <a:ext uri="{FF2B5EF4-FFF2-40B4-BE49-F238E27FC236}">
                <a16:creationId xmlns:a16="http://schemas.microsoft.com/office/drawing/2014/main" id="{2EEF08FB-2603-763B-838D-A38FFB3411B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58" name="rc1012">
            <a:extLst>
              <a:ext uri="{FF2B5EF4-FFF2-40B4-BE49-F238E27FC236}">
                <a16:creationId xmlns:a16="http://schemas.microsoft.com/office/drawing/2014/main" id="{02F3F78C-12EB-8653-5774-437254FB472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59" name="rc1013">
            <a:extLst>
              <a:ext uri="{FF2B5EF4-FFF2-40B4-BE49-F238E27FC236}">
                <a16:creationId xmlns:a16="http://schemas.microsoft.com/office/drawing/2014/main" id="{CDDE7E21-733A-5918-5D3E-CEA153C66DA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60" name="rc1014">
            <a:extLst>
              <a:ext uri="{FF2B5EF4-FFF2-40B4-BE49-F238E27FC236}">
                <a16:creationId xmlns:a16="http://schemas.microsoft.com/office/drawing/2014/main" id="{E0155AB4-74A8-C2DF-0571-B02DF942D76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61" name="rc1015">
            <a:extLst>
              <a:ext uri="{FF2B5EF4-FFF2-40B4-BE49-F238E27FC236}">
                <a16:creationId xmlns:a16="http://schemas.microsoft.com/office/drawing/2014/main" id="{87914140-FD2F-2096-02E3-CF289741B43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62" name="rc1016">
            <a:extLst>
              <a:ext uri="{FF2B5EF4-FFF2-40B4-BE49-F238E27FC236}">
                <a16:creationId xmlns:a16="http://schemas.microsoft.com/office/drawing/2014/main" id="{2F1D9B5A-03D3-0157-8EAB-ABE1BF8CA36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63" name="rc1017">
            <a:extLst>
              <a:ext uri="{FF2B5EF4-FFF2-40B4-BE49-F238E27FC236}">
                <a16:creationId xmlns:a16="http://schemas.microsoft.com/office/drawing/2014/main" id="{D1643602-3F3A-EA17-60C3-3BE02B40C49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64" name="rc1018">
            <a:extLst>
              <a:ext uri="{FF2B5EF4-FFF2-40B4-BE49-F238E27FC236}">
                <a16:creationId xmlns:a16="http://schemas.microsoft.com/office/drawing/2014/main" id="{8A2FA3DE-97EB-63B1-B097-936AE0816CD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65" name="rc1019">
            <a:extLst>
              <a:ext uri="{FF2B5EF4-FFF2-40B4-BE49-F238E27FC236}">
                <a16:creationId xmlns:a16="http://schemas.microsoft.com/office/drawing/2014/main" id="{AFF9465E-19F4-F1B6-163C-AE758FA95AD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66" name="rc1020">
            <a:extLst>
              <a:ext uri="{FF2B5EF4-FFF2-40B4-BE49-F238E27FC236}">
                <a16:creationId xmlns:a16="http://schemas.microsoft.com/office/drawing/2014/main" id="{D20CE0EC-7EE2-6328-3174-66756FF4ED4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67" name="rc1021">
            <a:extLst>
              <a:ext uri="{FF2B5EF4-FFF2-40B4-BE49-F238E27FC236}">
                <a16:creationId xmlns:a16="http://schemas.microsoft.com/office/drawing/2014/main" id="{06C1CB30-31F0-EC19-D227-3F0FFC59E6F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68" name="rc1022">
            <a:extLst>
              <a:ext uri="{FF2B5EF4-FFF2-40B4-BE49-F238E27FC236}">
                <a16:creationId xmlns:a16="http://schemas.microsoft.com/office/drawing/2014/main" id="{DFD0B53F-C679-AF7A-AA95-3E38CD5207A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69" name="rc1023">
            <a:extLst>
              <a:ext uri="{FF2B5EF4-FFF2-40B4-BE49-F238E27FC236}">
                <a16:creationId xmlns:a16="http://schemas.microsoft.com/office/drawing/2014/main" id="{E82794C9-12F5-25E1-E712-8761B295154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70" name="rc1024">
            <a:extLst>
              <a:ext uri="{FF2B5EF4-FFF2-40B4-BE49-F238E27FC236}">
                <a16:creationId xmlns:a16="http://schemas.microsoft.com/office/drawing/2014/main" id="{0793AD4F-F66E-82FE-94F1-7FE58798051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71" name="rc1025">
            <a:extLst>
              <a:ext uri="{FF2B5EF4-FFF2-40B4-BE49-F238E27FC236}">
                <a16:creationId xmlns:a16="http://schemas.microsoft.com/office/drawing/2014/main" id="{46BA3D35-D539-640C-4DF8-5F9F58404FD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72" name="rc1026">
            <a:extLst>
              <a:ext uri="{FF2B5EF4-FFF2-40B4-BE49-F238E27FC236}">
                <a16:creationId xmlns:a16="http://schemas.microsoft.com/office/drawing/2014/main" id="{9C88EB0E-4E72-8F09-D0DA-B26D0DFA005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73" name="rc1027">
            <a:extLst>
              <a:ext uri="{FF2B5EF4-FFF2-40B4-BE49-F238E27FC236}">
                <a16:creationId xmlns:a16="http://schemas.microsoft.com/office/drawing/2014/main" id="{059B5890-853D-B800-2508-32560D44A45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74" name="rc1028">
            <a:extLst>
              <a:ext uri="{FF2B5EF4-FFF2-40B4-BE49-F238E27FC236}">
                <a16:creationId xmlns:a16="http://schemas.microsoft.com/office/drawing/2014/main" id="{50C3BB0C-3725-388E-0781-6043A5127C9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75" name="rc1029">
            <a:extLst>
              <a:ext uri="{FF2B5EF4-FFF2-40B4-BE49-F238E27FC236}">
                <a16:creationId xmlns:a16="http://schemas.microsoft.com/office/drawing/2014/main" id="{9B0CD27A-9D8B-8213-001A-5E79B949102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76" name="rc1030">
            <a:extLst>
              <a:ext uri="{FF2B5EF4-FFF2-40B4-BE49-F238E27FC236}">
                <a16:creationId xmlns:a16="http://schemas.microsoft.com/office/drawing/2014/main" id="{D8597D4F-1EDD-C31D-CFAB-119EC607ADC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77" name="rc1031">
            <a:extLst>
              <a:ext uri="{FF2B5EF4-FFF2-40B4-BE49-F238E27FC236}">
                <a16:creationId xmlns:a16="http://schemas.microsoft.com/office/drawing/2014/main" id="{724CEA48-A8C6-4E0D-2998-A3031DD4EC9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78" name="rc1032">
            <a:extLst>
              <a:ext uri="{FF2B5EF4-FFF2-40B4-BE49-F238E27FC236}">
                <a16:creationId xmlns:a16="http://schemas.microsoft.com/office/drawing/2014/main" id="{2739FACF-C162-47F1-4A4B-0DFDB6FFCAA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79" name="rc1033">
            <a:extLst>
              <a:ext uri="{FF2B5EF4-FFF2-40B4-BE49-F238E27FC236}">
                <a16:creationId xmlns:a16="http://schemas.microsoft.com/office/drawing/2014/main" id="{04729F69-D305-444A-C993-AA436B53D7E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80" name="rc1034">
            <a:extLst>
              <a:ext uri="{FF2B5EF4-FFF2-40B4-BE49-F238E27FC236}">
                <a16:creationId xmlns:a16="http://schemas.microsoft.com/office/drawing/2014/main" id="{8D97B6F8-90A0-D5D9-B2B2-8C78EE9AEE4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81" name="rc1035">
            <a:extLst>
              <a:ext uri="{FF2B5EF4-FFF2-40B4-BE49-F238E27FC236}">
                <a16:creationId xmlns:a16="http://schemas.microsoft.com/office/drawing/2014/main" id="{5D12A3C5-EF4A-63DE-3D64-1C86DC3D16F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82" name="rc1036">
            <a:extLst>
              <a:ext uri="{FF2B5EF4-FFF2-40B4-BE49-F238E27FC236}">
                <a16:creationId xmlns:a16="http://schemas.microsoft.com/office/drawing/2014/main" id="{34FDB412-D7D1-23BA-45A8-D83B9DAD324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83" name="rc1037">
            <a:extLst>
              <a:ext uri="{FF2B5EF4-FFF2-40B4-BE49-F238E27FC236}">
                <a16:creationId xmlns:a16="http://schemas.microsoft.com/office/drawing/2014/main" id="{4291C8D3-D32A-FD97-F0C9-57095F0527B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84" name="rc1038">
            <a:extLst>
              <a:ext uri="{FF2B5EF4-FFF2-40B4-BE49-F238E27FC236}">
                <a16:creationId xmlns:a16="http://schemas.microsoft.com/office/drawing/2014/main" id="{96DEE8E9-BFED-125F-9C1A-D8B5E8F1EA4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85" name="rc1039">
            <a:extLst>
              <a:ext uri="{FF2B5EF4-FFF2-40B4-BE49-F238E27FC236}">
                <a16:creationId xmlns:a16="http://schemas.microsoft.com/office/drawing/2014/main" id="{EA3B520D-5193-A707-69B1-7C0E59BC74D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86" name="rc1040">
            <a:extLst>
              <a:ext uri="{FF2B5EF4-FFF2-40B4-BE49-F238E27FC236}">
                <a16:creationId xmlns:a16="http://schemas.microsoft.com/office/drawing/2014/main" id="{956BA6CC-DB42-F1D9-8C25-508087305CB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87" name="rc1041">
            <a:extLst>
              <a:ext uri="{FF2B5EF4-FFF2-40B4-BE49-F238E27FC236}">
                <a16:creationId xmlns:a16="http://schemas.microsoft.com/office/drawing/2014/main" id="{9928D00F-FAF9-E7F0-7E18-ADC38374871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88" name="rc1042">
            <a:extLst>
              <a:ext uri="{FF2B5EF4-FFF2-40B4-BE49-F238E27FC236}">
                <a16:creationId xmlns:a16="http://schemas.microsoft.com/office/drawing/2014/main" id="{752FA8D9-820A-A9B5-A07E-4BD24DDD675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89" name="rc1043">
            <a:extLst>
              <a:ext uri="{FF2B5EF4-FFF2-40B4-BE49-F238E27FC236}">
                <a16:creationId xmlns:a16="http://schemas.microsoft.com/office/drawing/2014/main" id="{60DE7C18-BB0A-96CC-55AF-EE286CAD220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90" name="rc1044">
            <a:extLst>
              <a:ext uri="{FF2B5EF4-FFF2-40B4-BE49-F238E27FC236}">
                <a16:creationId xmlns:a16="http://schemas.microsoft.com/office/drawing/2014/main" id="{39003DB7-0786-69D6-E260-E5CDDB45557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91" name="rc1045">
            <a:extLst>
              <a:ext uri="{FF2B5EF4-FFF2-40B4-BE49-F238E27FC236}">
                <a16:creationId xmlns:a16="http://schemas.microsoft.com/office/drawing/2014/main" id="{18B53AC7-8278-9A0E-2F45-C1F95FE203C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92" name="rc1046">
            <a:extLst>
              <a:ext uri="{FF2B5EF4-FFF2-40B4-BE49-F238E27FC236}">
                <a16:creationId xmlns:a16="http://schemas.microsoft.com/office/drawing/2014/main" id="{0B12ED19-527B-79AC-688F-228397C3440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93" name="rc1047">
            <a:extLst>
              <a:ext uri="{FF2B5EF4-FFF2-40B4-BE49-F238E27FC236}">
                <a16:creationId xmlns:a16="http://schemas.microsoft.com/office/drawing/2014/main" id="{0631305C-A6B5-DB6B-298B-B2902A5C719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94" name="rc1048">
            <a:extLst>
              <a:ext uri="{FF2B5EF4-FFF2-40B4-BE49-F238E27FC236}">
                <a16:creationId xmlns:a16="http://schemas.microsoft.com/office/drawing/2014/main" id="{27F42A0A-FD77-7AA5-B2A5-671E64EB54B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95" name="rc1049">
            <a:extLst>
              <a:ext uri="{FF2B5EF4-FFF2-40B4-BE49-F238E27FC236}">
                <a16:creationId xmlns:a16="http://schemas.microsoft.com/office/drawing/2014/main" id="{8516E034-E557-F53E-09A8-72F55789087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96" name="rc1050">
            <a:extLst>
              <a:ext uri="{FF2B5EF4-FFF2-40B4-BE49-F238E27FC236}">
                <a16:creationId xmlns:a16="http://schemas.microsoft.com/office/drawing/2014/main" id="{14A8AD6F-C38A-2EAB-D951-25C3DEAF972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97" name="rc1051">
            <a:extLst>
              <a:ext uri="{FF2B5EF4-FFF2-40B4-BE49-F238E27FC236}">
                <a16:creationId xmlns:a16="http://schemas.microsoft.com/office/drawing/2014/main" id="{EEB91975-A032-F981-90B0-8C00C1A22E6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98" name="rc1052">
            <a:extLst>
              <a:ext uri="{FF2B5EF4-FFF2-40B4-BE49-F238E27FC236}">
                <a16:creationId xmlns:a16="http://schemas.microsoft.com/office/drawing/2014/main" id="{9A9D6299-B8F1-EE5E-0403-D856EC001FB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299" name="rc1053">
            <a:extLst>
              <a:ext uri="{FF2B5EF4-FFF2-40B4-BE49-F238E27FC236}">
                <a16:creationId xmlns:a16="http://schemas.microsoft.com/office/drawing/2014/main" id="{0355AE84-AD64-ECE4-A266-D5FA9413B75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00" name="rc1054">
            <a:extLst>
              <a:ext uri="{FF2B5EF4-FFF2-40B4-BE49-F238E27FC236}">
                <a16:creationId xmlns:a16="http://schemas.microsoft.com/office/drawing/2014/main" id="{0CB99AEB-A9E6-E0AE-3D1E-51C8B33506F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01" name="rc1055">
            <a:extLst>
              <a:ext uri="{FF2B5EF4-FFF2-40B4-BE49-F238E27FC236}">
                <a16:creationId xmlns:a16="http://schemas.microsoft.com/office/drawing/2014/main" id="{71C665BE-176A-3CE2-C18A-4EF7FC27FD8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02" name="rc1056">
            <a:extLst>
              <a:ext uri="{FF2B5EF4-FFF2-40B4-BE49-F238E27FC236}">
                <a16:creationId xmlns:a16="http://schemas.microsoft.com/office/drawing/2014/main" id="{ECE3F5D5-139B-BEBF-16C8-6ADD06D7B1D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03" name="rc1057">
            <a:extLst>
              <a:ext uri="{FF2B5EF4-FFF2-40B4-BE49-F238E27FC236}">
                <a16:creationId xmlns:a16="http://schemas.microsoft.com/office/drawing/2014/main" id="{5A61F674-269E-B305-006A-64A8B13A8DE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04" name="rc1058">
            <a:extLst>
              <a:ext uri="{FF2B5EF4-FFF2-40B4-BE49-F238E27FC236}">
                <a16:creationId xmlns:a16="http://schemas.microsoft.com/office/drawing/2014/main" id="{E8CF40B5-B187-FDFE-2E1D-036A0C02EC9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05" name="rc1059">
            <a:extLst>
              <a:ext uri="{FF2B5EF4-FFF2-40B4-BE49-F238E27FC236}">
                <a16:creationId xmlns:a16="http://schemas.microsoft.com/office/drawing/2014/main" id="{49414BA4-A62D-68B2-0AF7-E33C224F31B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06" name="rc1060">
            <a:extLst>
              <a:ext uri="{FF2B5EF4-FFF2-40B4-BE49-F238E27FC236}">
                <a16:creationId xmlns:a16="http://schemas.microsoft.com/office/drawing/2014/main" id="{5A2C609C-7F5A-8B03-2793-65714C11B40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07" name="rc1061">
            <a:extLst>
              <a:ext uri="{FF2B5EF4-FFF2-40B4-BE49-F238E27FC236}">
                <a16:creationId xmlns:a16="http://schemas.microsoft.com/office/drawing/2014/main" id="{7A37EECC-823C-8464-4620-42EA26C01FB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08" name="rc1062">
            <a:extLst>
              <a:ext uri="{FF2B5EF4-FFF2-40B4-BE49-F238E27FC236}">
                <a16:creationId xmlns:a16="http://schemas.microsoft.com/office/drawing/2014/main" id="{6AC11C29-C45E-9870-D4CD-496EAC01E4C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09" name="rc1063">
            <a:extLst>
              <a:ext uri="{FF2B5EF4-FFF2-40B4-BE49-F238E27FC236}">
                <a16:creationId xmlns:a16="http://schemas.microsoft.com/office/drawing/2014/main" id="{FF1DA274-30CC-AE4A-E38E-DB5A455D09D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10" name="rc1064">
            <a:extLst>
              <a:ext uri="{FF2B5EF4-FFF2-40B4-BE49-F238E27FC236}">
                <a16:creationId xmlns:a16="http://schemas.microsoft.com/office/drawing/2014/main" id="{7849A45F-4373-955B-FB3A-4FEEFD840CF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11" name="rc1065">
            <a:extLst>
              <a:ext uri="{FF2B5EF4-FFF2-40B4-BE49-F238E27FC236}">
                <a16:creationId xmlns:a16="http://schemas.microsoft.com/office/drawing/2014/main" id="{699B51A6-A710-1A8E-DC3E-9EE45A24BD7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12" name="rc1066">
            <a:extLst>
              <a:ext uri="{FF2B5EF4-FFF2-40B4-BE49-F238E27FC236}">
                <a16:creationId xmlns:a16="http://schemas.microsoft.com/office/drawing/2014/main" id="{356C6C38-8196-A47F-0A92-E450C6E25DC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13" name="rc1067">
            <a:extLst>
              <a:ext uri="{FF2B5EF4-FFF2-40B4-BE49-F238E27FC236}">
                <a16:creationId xmlns:a16="http://schemas.microsoft.com/office/drawing/2014/main" id="{51C1FB74-230B-1C0E-958E-B6D3A96CFCD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14" name="rc1068">
            <a:extLst>
              <a:ext uri="{FF2B5EF4-FFF2-40B4-BE49-F238E27FC236}">
                <a16:creationId xmlns:a16="http://schemas.microsoft.com/office/drawing/2014/main" id="{8F5D58C6-5A28-89F0-9404-FCE9BB49D64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15" name="rc1069">
            <a:extLst>
              <a:ext uri="{FF2B5EF4-FFF2-40B4-BE49-F238E27FC236}">
                <a16:creationId xmlns:a16="http://schemas.microsoft.com/office/drawing/2014/main" id="{3E5195E7-F74B-A736-1682-245D63EEB27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16" name="rc1070">
            <a:extLst>
              <a:ext uri="{FF2B5EF4-FFF2-40B4-BE49-F238E27FC236}">
                <a16:creationId xmlns:a16="http://schemas.microsoft.com/office/drawing/2014/main" id="{3EF326C2-95C6-FBAD-7789-ED520BB9CEC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17" name="rc1071">
            <a:extLst>
              <a:ext uri="{FF2B5EF4-FFF2-40B4-BE49-F238E27FC236}">
                <a16:creationId xmlns:a16="http://schemas.microsoft.com/office/drawing/2014/main" id="{D5736807-8871-B7F8-A8C0-8AC888A647D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18" name="rc1072">
            <a:extLst>
              <a:ext uri="{FF2B5EF4-FFF2-40B4-BE49-F238E27FC236}">
                <a16:creationId xmlns:a16="http://schemas.microsoft.com/office/drawing/2014/main" id="{E72D6E0E-E55A-3EB7-D883-73D8B9CAE24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19" name="rc1073">
            <a:extLst>
              <a:ext uri="{FF2B5EF4-FFF2-40B4-BE49-F238E27FC236}">
                <a16:creationId xmlns:a16="http://schemas.microsoft.com/office/drawing/2014/main" id="{68013154-D5E3-2BED-8FA9-DAEDDA49C12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20" name="rc1074">
            <a:extLst>
              <a:ext uri="{FF2B5EF4-FFF2-40B4-BE49-F238E27FC236}">
                <a16:creationId xmlns:a16="http://schemas.microsoft.com/office/drawing/2014/main" id="{936EB777-2BF5-DDC5-685E-B365E085552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21" name="rc1075">
            <a:extLst>
              <a:ext uri="{FF2B5EF4-FFF2-40B4-BE49-F238E27FC236}">
                <a16:creationId xmlns:a16="http://schemas.microsoft.com/office/drawing/2014/main" id="{344A43E3-4B87-0C39-7735-185550BBF68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22" name="rc1076">
            <a:extLst>
              <a:ext uri="{FF2B5EF4-FFF2-40B4-BE49-F238E27FC236}">
                <a16:creationId xmlns:a16="http://schemas.microsoft.com/office/drawing/2014/main" id="{FCA2D37B-9FB2-9124-2151-311896EB942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23" name="rc1077">
            <a:extLst>
              <a:ext uri="{FF2B5EF4-FFF2-40B4-BE49-F238E27FC236}">
                <a16:creationId xmlns:a16="http://schemas.microsoft.com/office/drawing/2014/main" id="{ABE6608E-8413-9578-81A2-013BC9E79F8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24" name="rc1078">
            <a:extLst>
              <a:ext uri="{FF2B5EF4-FFF2-40B4-BE49-F238E27FC236}">
                <a16:creationId xmlns:a16="http://schemas.microsoft.com/office/drawing/2014/main" id="{F103DF91-B8EB-F308-678A-B8B3AA973BF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25" name="rc1079">
            <a:extLst>
              <a:ext uri="{FF2B5EF4-FFF2-40B4-BE49-F238E27FC236}">
                <a16:creationId xmlns:a16="http://schemas.microsoft.com/office/drawing/2014/main" id="{B5427D50-EA6E-C715-F35A-06B3090E614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26" name="rc1080">
            <a:extLst>
              <a:ext uri="{FF2B5EF4-FFF2-40B4-BE49-F238E27FC236}">
                <a16:creationId xmlns:a16="http://schemas.microsoft.com/office/drawing/2014/main" id="{C318E6C5-FC06-A1E3-6D83-078EFB051FD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27" name="rc1081">
            <a:extLst>
              <a:ext uri="{FF2B5EF4-FFF2-40B4-BE49-F238E27FC236}">
                <a16:creationId xmlns:a16="http://schemas.microsoft.com/office/drawing/2014/main" id="{8FB265FC-0955-2E49-9BD8-CD9564469E8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28" name="rc1082">
            <a:extLst>
              <a:ext uri="{FF2B5EF4-FFF2-40B4-BE49-F238E27FC236}">
                <a16:creationId xmlns:a16="http://schemas.microsoft.com/office/drawing/2014/main" id="{93F66460-F476-355C-3842-A18D5A09AC7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29" name="rc1083">
            <a:extLst>
              <a:ext uri="{FF2B5EF4-FFF2-40B4-BE49-F238E27FC236}">
                <a16:creationId xmlns:a16="http://schemas.microsoft.com/office/drawing/2014/main" id="{24B997C0-2837-0576-7511-CB98C225050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30" name="rc1084">
            <a:extLst>
              <a:ext uri="{FF2B5EF4-FFF2-40B4-BE49-F238E27FC236}">
                <a16:creationId xmlns:a16="http://schemas.microsoft.com/office/drawing/2014/main" id="{5C62D302-892E-62E6-BCC9-1D0827231F2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31" name="rc1085">
            <a:extLst>
              <a:ext uri="{FF2B5EF4-FFF2-40B4-BE49-F238E27FC236}">
                <a16:creationId xmlns:a16="http://schemas.microsoft.com/office/drawing/2014/main" id="{2E572540-9E8A-8351-0BDB-C271054416A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32" name="rc1086">
            <a:extLst>
              <a:ext uri="{FF2B5EF4-FFF2-40B4-BE49-F238E27FC236}">
                <a16:creationId xmlns:a16="http://schemas.microsoft.com/office/drawing/2014/main" id="{FFB65D95-0571-A92B-D723-2B9EAA385A8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33" name="rc1087">
            <a:extLst>
              <a:ext uri="{FF2B5EF4-FFF2-40B4-BE49-F238E27FC236}">
                <a16:creationId xmlns:a16="http://schemas.microsoft.com/office/drawing/2014/main" id="{0B1C0046-73B6-ACCE-5AF3-0858FE44428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34" name="rc1088">
            <a:extLst>
              <a:ext uri="{FF2B5EF4-FFF2-40B4-BE49-F238E27FC236}">
                <a16:creationId xmlns:a16="http://schemas.microsoft.com/office/drawing/2014/main" id="{A45DD09E-BB31-63AF-506D-A910B0316C2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35" name="rc1089">
            <a:extLst>
              <a:ext uri="{FF2B5EF4-FFF2-40B4-BE49-F238E27FC236}">
                <a16:creationId xmlns:a16="http://schemas.microsoft.com/office/drawing/2014/main" id="{CF913561-565F-1E27-AE2F-88DE21420E5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36" name="rc1090">
            <a:extLst>
              <a:ext uri="{FF2B5EF4-FFF2-40B4-BE49-F238E27FC236}">
                <a16:creationId xmlns:a16="http://schemas.microsoft.com/office/drawing/2014/main" id="{27FCF6C3-2A94-4888-1FC2-E9691F528C0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37" name="rc1091">
            <a:extLst>
              <a:ext uri="{FF2B5EF4-FFF2-40B4-BE49-F238E27FC236}">
                <a16:creationId xmlns:a16="http://schemas.microsoft.com/office/drawing/2014/main" id="{1F9F2F9F-B256-2F5F-7622-C13C4972557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38" name="rc1092">
            <a:extLst>
              <a:ext uri="{FF2B5EF4-FFF2-40B4-BE49-F238E27FC236}">
                <a16:creationId xmlns:a16="http://schemas.microsoft.com/office/drawing/2014/main" id="{621B594F-8077-1D0B-DCEE-B2D04136E70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39" name="rc1093">
            <a:extLst>
              <a:ext uri="{FF2B5EF4-FFF2-40B4-BE49-F238E27FC236}">
                <a16:creationId xmlns:a16="http://schemas.microsoft.com/office/drawing/2014/main" id="{05A03246-D1F4-25EE-CEA1-911C43FBDD4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40" name="rc1094">
            <a:extLst>
              <a:ext uri="{FF2B5EF4-FFF2-40B4-BE49-F238E27FC236}">
                <a16:creationId xmlns:a16="http://schemas.microsoft.com/office/drawing/2014/main" id="{7DA9E331-FCC5-961D-A34F-62B07B9F39B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41" name="rc1095">
            <a:extLst>
              <a:ext uri="{FF2B5EF4-FFF2-40B4-BE49-F238E27FC236}">
                <a16:creationId xmlns:a16="http://schemas.microsoft.com/office/drawing/2014/main" id="{EDE28743-27AB-C1D5-FACB-28A3027B278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42" name="rc1096">
            <a:extLst>
              <a:ext uri="{FF2B5EF4-FFF2-40B4-BE49-F238E27FC236}">
                <a16:creationId xmlns:a16="http://schemas.microsoft.com/office/drawing/2014/main" id="{A1D8A87F-7FFF-4A8E-7666-34D10C322E5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43" name="rc1097">
            <a:extLst>
              <a:ext uri="{FF2B5EF4-FFF2-40B4-BE49-F238E27FC236}">
                <a16:creationId xmlns:a16="http://schemas.microsoft.com/office/drawing/2014/main" id="{6A4AD7D9-827D-31E9-7AC3-D4DB2684862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44" name="rc1098">
            <a:extLst>
              <a:ext uri="{FF2B5EF4-FFF2-40B4-BE49-F238E27FC236}">
                <a16:creationId xmlns:a16="http://schemas.microsoft.com/office/drawing/2014/main" id="{A27D56D7-6038-8BB9-ADD8-305F1173C17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45" name="rc1099">
            <a:extLst>
              <a:ext uri="{FF2B5EF4-FFF2-40B4-BE49-F238E27FC236}">
                <a16:creationId xmlns:a16="http://schemas.microsoft.com/office/drawing/2014/main" id="{743CE7A8-EDD8-AB59-772B-A0414FD2889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46" name="rc1100">
            <a:extLst>
              <a:ext uri="{FF2B5EF4-FFF2-40B4-BE49-F238E27FC236}">
                <a16:creationId xmlns:a16="http://schemas.microsoft.com/office/drawing/2014/main" id="{CBEAD6DD-6E5F-96AB-F398-CE2B435D6ED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47" name="rc1101">
            <a:extLst>
              <a:ext uri="{FF2B5EF4-FFF2-40B4-BE49-F238E27FC236}">
                <a16:creationId xmlns:a16="http://schemas.microsoft.com/office/drawing/2014/main" id="{290E45D9-10B8-CF64-3C54-B804D1C37E8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48" name="rc1102">
            <a:extLst>
              <a:ext uri="{FF2B5EF4-FFF2-40B4-BE49-F238E27FC236}">
                <a16:creationId xmlns:a16="http://schemas.microsoft.com/office/drawing/2014/main" id="{4F1815D6-B368-DB6B-20EA-532AF315899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49" name="rc1103">
            <a:extLst>
              <a:ext uri="{FF2B5EF4-FFF2-40B4-BE49-F238E27FC236}">
                <a16:creationId xmlns:a16="http://schemas.microsoft.com/office/drawing/2014/main" id="{36B47BAA-24B4-4D0E-FB8E-545E25B9BB8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50" name="rc1104">
            <a:extLst>
              <a:ext uri="{FF2B5EF4-FFF2-40B4-BE49-F238E27FC236}">
                <a16:creationId xmlns:a16="http://schemas.microsoft.com/office/drawing/2014/main" id="{5782E522-0FC8-5316-766C-C0D3961D334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51" name="rc1105">
            <a:extLst>
              <a:ext uri="{FF2B5EF4-FFF2-40B4-BE49-F238E27FC236}">
                <a16:creationId xmlns:a16="http://schemas.microsoft.com/office/drawing/2014/main" id="{D8915DED-5C11-9814-F841-B9BBF3161BA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52" name="rc1106">
            <a:extLst>
              <a:ext uri="{FF2B5EF4-FFF2-40B4-BE49-F238E27FC236}">
                <a16:creationId xmlns:a16="http://schemas.microsoft.com/office/drawing/2014/main" id="{95E8407F-3BFA-4CA4-97D7-86D5C1D3242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53" name="rc1107">
            <a:extLst>
              <a:ext uri="{FF2B5EF4-FFF2-40B4-BE49-F238E27FC236}">
                <a16:creationId xmlns:a16="http://schemas.microsoft.com/office/drawing/2014/main" id="{E6EDEEE5-57E1-1297-FDD3-51C0BEEFFDB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54" name="rc1108">
            <a:extLst>
              <a:ext uri="{FF2B5EF4-FFF2-40B4-BE49-F238E27FC236}">
                <a16:creationId xmlns:a16="http://schemas.microsoft.com/office/drawing/2014/main" id="{1702082A-42A6-6A01-7CF7-8E003752890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55" name="rc1109">
            <a:extLst>
              <a:ext uri="{FF2B5EF4-FFF2-40B4-BE49-F238E27FC236}">
                <a16:creationId xmlns:a16="http://schemas.microsoft.com/office/drawing/2014/main" id="{955B064D-241D-9760-AD32-0CF89F37CEA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56" name="rc1110">
            <a:extLst>
              <a:ext uri="{FF2B5EF4-FFF2-40B4-BE49-F238E27FC236}">
                <a16:creationId xmlns:a16="http://schemas.microsoft.com/office/drawing/2014/main" id="{FCAB329B-645B-8E44-4FFE-4C972336042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57" name="rc1111">
            <a:extLst>
              <a:ext uri="{FF2B5EF4-FFF2-40B4-BE49-F238E27FC236}">
                <a16:creationId xmlns:a16="http://schemas.microsoft.com/office/drawing/2014/main" id="{1E999EEA-5DE3-F0E4-DAED-C13ACD946CD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58" name="rc1112">
            <a:extLst>
              <a:ext uri="{FF2B5EF4-FFF2-40B4-BE49-F238E27FC236}">
                <a16:creationId xmlns:a16="http://schemas.microsoft.com/office/drawing/2014/main" id="{23F7F5A6-4ECD-2B37-ECBF-8891B10D929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59" name="rc1113">
            <a:extLst>
              <a:ext uri="{FF2B5EF4-FFF2-40B4-BE49-F238E27FC236}">
                <a16:creationId xmlns:a16="http://schemas.microsoft.com/office/drawing/2014/main" id="{FA9F539E-F55B-56D2-11EC-AF2738FCA27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60" name="rc1114">
            <a:extLst>
              <a:ext uri="{FF2B5EF4-FFF2-40B4-BE49-F238E27FC236}">
                <a16:creationId xmlns:a16="http://schemas.microsoft.com/office/drawing/2014/main" id="{802C4DFA-99A4-A0C1-0CD9-AD684632F17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61" name="rc1115">
            <a:extLst>
              <a:ext uri="{FF2B5EF4-FFF2-40B4-BE49-F238E27FC236}">
                <a16:creationId xmlns:a16="http://schemas.microsoft.com/office/drawing/2014/main" id="{042AC1B5-247B-1262-30FE-722BC2616B8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62" name="rc1116">
            <a:extLst>
              <a:ext uri="{FF2B5EF4-FFF2-40B4-BE49-F238E27FC236}">
                <a16:creationId xmlns:a16="http://schemas.microsoft.com/office/drawing/2014/main" id="{2008655E-C514-7F2B-E49A-082ACEBE3F6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63" name="rc1117">
            <a:extLst>
              <a:ext uri="{FF2B5EF4-FFF2-40B4-BE49-F238E27FC236}">
                <a16:creationId xmlns:a16="http://schemas.microsoft.com/office/drawing/2014/main" id="{5E54E995-0588-0488-B2A8-3FA18C6368D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64" name="rc1118">
            <a:extLst>
              <a:ext uri="{FF2B5EF4-FFF2-40B4-BE49-F238E27FC236}">
                <a16:creationId xmlns:a16="http://schemas.microsoft.com/office/drawing/2014/main" id="{39A37FDE-F25F-6425-21CF-7AB2D56C058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65" name="rc1119">
            <a:extLst>
              <a:ext uri="{FF2B5EF4-FFF2-40B4-BE49-F238E27FC236}">
                <a16:creationId xmlns:a16="http://schemas.microsoft.com/office/drawing/2014/main" id="{EEA2EB70-DD11-C9A3-D0BE-D3F61540D1F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66" name="rc1120">
            <a:extLst>
              <a:ext uri="{FF2B5EF4-FFF2-40B4-BE49-F238E27FC236}">
                <a16:creationId xmlns:a16="http://schemas.microsoft.com/office/drawing/2014/main" id="{255527FE-5541-E3D5-FEB4-6ED7158FE8E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67" name="rc1121">
            <a:extLst>
              <a:ext uri="{FF2B5EF4-FFF2-40B4-BE49-F238E27FC236}">
                <a16:creationId xmlns:a16="http://schemas.microsoft.com/office/drawing/2014/main" id="{92B73EAA-6241-DD6B-1063-E987859706C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68" name="rc1122">
            <a:extLst>
              <a:ext uri="{FF2B5EF4-FFF2-40B4-BE49-F238E27FC236}">
                <a16:creationId xmlns:a16="http://schemas.microsoft.com/office/drawing/2014/main" id="{A90DA7C9-E26B-8416-7C7A-61F939BFDCF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69" name="rc1123">
            <a:extLst>
              <a:ext uri="{FF2B5EF4-FFF2-40B4-BE49-F238E27FC236}">
                <a16:creationId xmlns:a16="http://schemas.microsoft.com/office/drawing/2014/main" id="{89E6B2A3-65FB-6521-A876-C3C3950B91E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70" name="rc1124">
            <a:extLst>
              <a:ext uri="{FF2B5EF4-FFF2-40B4-BE49-F238E27FC236}">
                <a16:creationId xmlns:a16="http://schemas.microsoft.com/office/drawing/2014/main" id="{79F6BDF0-8C4A-DB74-7386-4582BC5FC68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71" name="rc1125">
            <a:extLst>
              <a:ext uri="{FF2B5EF4-FFF2-40B4-BE49-F238E27FC236}">
                <a16:creationId xmlns:a16="http://schemas.microsoft.com/office/drawing/2014/main" id="{AF88713F-2C7F-B491-69A2-3F180A9EDBE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72" name="rc1126">
            <a:extLst>
              <a:ext uri="{FF2B5EF4-FFF2-40B4-BE49-F238E27FC236}">
                <a16:creationId xmlns:a16="http://schemas.microsoft.com/office/drawing/2014/main" id="{2C50E588-8191-6E7E-DB1E-A020D1EDD22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73" name="rc1127">
            <a:extLst>
              <a:ext uri="{FF2B5EF4-FFF2-40B4-BE49-F238E27FC236}">
                <a16:creationId xmlns:a16="http://schemas.microsoft.com/office/drawing/2014/main" id="{23FBD533-B6E5-28BA-916B-AD70C1D7792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74" name="rc1128">
            <a:extLst>
              <a:ext uri="{FF2B5EF4-FFF2-40B4-BE49-F238E27FC236}">
                <a16:creationId xmlns:a16="http://schemas.microsoft.com/office/drawing/2014/main" id="{E2DD2067-EBBF-9054-2456-ACB20041BD2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75" name="rc1129">
            <a:extLst>
              <a:ext uri="{FF2B5EF4-FFF2-40B4-BE49-F238E27FC236}">
                <a16:creationId xmlns:a16="http://schemas.microsoft.com/office/drawing/2014/main" id="{89294B7B-DB98-8866-D591-409EC9477EB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76" name="rc1130">
            <a:extLst>
              <a:ext uri="{FF2B5EF4-FFF2-40B4-BE49-F238E27FC236}">
                <a16:creationId xmlns:a16="http://schemas.microsoft.com/office/drawing/2014/main" id="{8684751B-BB07-A9EC-4748-B42949C9E43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77" name="rc1131">
            <a:extLst>
              <a:ext uri="{FF2B5EF4-FFF2-40B4-BE49-F238E27FC236}">
                <a16:creationId xmlns:a16="http://schemas.microsoft.com/office/drawing/2014/main" id="{85A25F40-03C8-89F0-163D-C95A2E23A3C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78" name="rc1132">
            <a:extLst>
              <a:ext uri="{FF2B5EF4-FFF2-40B4-BE49-F238E27FC236}">
                <a16:creationId xmlns:a16="http://schemas.microsoft.com/office/drawing/2014/main" id="{30962B64-7E80-7522-DADF-233626DD7FB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79" name="rc1133">
            <a:extLst>
              <a:ext uri="{FF2B5EF4-FFF2-40B4-BE49-F238E27FC236}">
                <a16:creationId xmlns:a16="http://schemas.microsoft.com/office/drawing/2014/main" id="{4BACB64F-2F71-E0BE-37D1-002461898FB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80" name="rc1134">
            <a:extLst>
              <a:ext uri="{FF2B5EF4-FFF2-40B4-BE49-F238E27FC236}">
                <a16:creationId xmlns:a16="http://schemas.microsoft.com/office/drawing/2014/main" id="{B7309443-4D7C-35FA-DB87-C62BC098455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81" name="rc1135">
            <a:extLst>
              <a:ext uri="{FF2B5EF4-FFF2-40B4-BE49-F238E27FC236}">
                <a16:creationId xmlns:a16="http://schemas.microsoft.com/office/drawing/2014/main" id="{119BB848-F2ED-C564-2787-E0A1E9C0F46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82" name="rc1136">
            <a:extLst>
              <a:ext uri="{FF2B5EF4-FFF2-40B4-BE49-F238E27FC236}">
                <a16:creationId xmlns:a16="http://schemas.microsoft.com/office/drawing/2014/main" id="{B5E0C52B-1DD9-A93A-A889-E3FE4027E5B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83" name="rc1137">
            <a:extLst>
              <a:ext uri="{FF2B5EF4-FFF2-40B4-BE49-F238E27FC236}">
                <a16:creationId xmlns:a16="http://schemas.microsoft.com/office/drawing/2014/main" id="{BAB2C5D0-FDE2-1DE8-5099-912A2FC4063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84" name="rc1138">
            <a:extLst>
              <a:ext uri="{FF2B5EF4-FFF2-40B4-BE49-F238E27FC236}">
                <a16:creationId xmlns:a16="http://schemas.microsoft.com/office/drawing/2014/main" id="{379ECD37-C613-11BF-576A-4EE83D13B43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85" name="rc1139">
            <a:extLst>
              <a:ext uri="{FF2B5EF4-FFF2-40B4-BE49-F238E27FC236}">
                <a16:creationId xmlns:a16="http://schemas.microsoft.com/office/drawing/2014/main" id="{BA4964BB-F980-E255-9123-30172B1BBF8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86" name="rc1140">
            <a:extLst>
              <a:ext uri="{FF2B5EF4-FFF2-40B4-BE49-F238E27FC236}">
                <a16:creationId xmlns:a16="http://schemas.microsoft.com/office/drawing/2014/main" id="{8967C82D-CF8F-2801-90AF-13347619CA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87" name="rc1141">
            <a:extLst>
              <a:ext uri="{FF2B5EF4-FFF2-40B4-BE49-F238E27FC236}">
                <a16:creationId xmlns:a16="http://schemas.microsoft.com/office/drawing/2014/main" id="{44CD43E1-059A-E9C3-31A2-89ED4DCEDC8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88" name="rc1142">
            <a:extLst>
              <a:ext uri="{FF2B5EF4-FFF2-40B4-BE49-F238E27FC236}">
                <a16:creationId xmlns:a16="http://schemas.microsoft.com/office/drawing/2014/main" id="{94D432B6-9D3D-53C6-5EEA-7F9F60A6C27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89" name="rc1143">
            <a:extLst>
              <a:ext uri="{FF2B5EF4-FFF2-40B4-BE49-F238E27FC236}">
                <a16:creationId xmlns:a16="http://schemas.microsoft.com/office/drawing/2014/main" id="{74CB2D38-A89A-A68B-EC68-B5681333FA0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90" name="rc1144">
            <a:extLst>
              <a:ext uri="{FF2B5EF4-FFF2-40B4-BE49-F238E27FC236}">
                <a16:creationId xmlns:a16="http://schemas.microsoft.com/office/drawing/2014/main" id="{77C3C8D0-3214-271E-6AD5-C06B632E5A4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91" name="rc1145">
            <a:extLst>
              <a:ext uri="{FF2B5EF4-FFF2-40B4-BE49-F238E27FC236}">
                <a16:creationId xmlns:a16="http://schemas.microsoft.com/office/drawing/2014/main" id="{63ACB73C-1B78-513D-491D-BCCAD5F25EA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92" name="rc1146">
            <a:extLst>
              <a:ext uri="{FF2B5EF4-FFF2-40B4-BE49-F238E27FC236}">
                <a16:creationId xmlns:a16="http://schemas.microsoft.com/office/drawing/2014/main" id="{3F07FB09-0209-397F-7232-FC2BDA5CA59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93" name="rc1147">
            <a:extLst>
              <a:ext uri="{FF2B5EF4-FFF2-40B4-BE49-F238E27FC236}">
                <a16:creationId xmlns:a16="http://schemas.microsoft.com/office/drawing/2014/main" id="{DE113FFB-476B-42BA-17E8-58A7140DFD0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94" name="rc1148">
            <a:extLst>
              <a:ext uri="{FF2B5EF4-FFF2-40B4-BE49-F238E27FC236}">
                <a16:creationId xmlns:a16="http://schemas.microsoft.com/office/drawing/2014/main" id="{F26DD010-D09D-4AFE-EDE3-0751535D109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95" name="rc1149">
            <a:extLst>
              <a:ext uri="{FF2B5EF4-FFF2-40B4-BE49-F238E27FC236}">
                <a16:creationId xmlns:a16="http://schemas.microsoft.com/office/drawing/2014/main" id="{98C97C88-68DB-1DF4-40F0-0DBF802EBEA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96" name="rc1150">
            <a:extLst>
              <a:ext uri="{FF2B5EF4-FFF2-40B4-BE49-F238E27FC236}">
                <a16:creationId xmlns:a16="http://schemas.microsoft.com/office/drawing/2014/main" id="{7A63154F-ED5A-8858-7D11-CE4948E6A86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97" name="rc1151">
            <a:extLst>
              <a:ext uri="{FF2B5EF4-FFF2-40B4-BE49-F238E27FC236}">
                <a16:creationId xmlns:a16="http://schemas.microsoft.com/office/drawing/2014/main" id="{39042593-DA74-04F7-4D35-14E973827C6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98" name="rc1152">
            <a:extLst>
              <a:ext uri="{FF2B5EF4-FFF2-40B4-BE49-F238E27FC236}">
                <a16:creationId xmlns:a16="http://schemas.microsoft.com/office/drawing/2014/main" id="{84A2B6B8-72BB-550D-8011-57EBCE36985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399" name="rc1153">
            <a:extLst>
              <a:ext uri="{FF2B5EF4-FFF2-40B4-BE49-F238E27FC236}">
                <a16:creationId xmlns:a16="http://schemas.microsoft.com/office/drawing/2014/main" id="{31884B65-12C2-626B-20A8-504898CC607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00" name="rc1154">
            <a:extLst>
              <a:ext uri="{FF2B5EF4-FFF2-40B4-BE49-F238E27FC236}">
                <a16:creationId xmlns:a16="http://schemas.microsoft.com/office/drawing/2014/main" id="{0C1AA789-7DB4-DFEF-F637-A3E30C327B5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01" name="rc1155">
            <a:extLst>
              <a:ext uri="{FF2B5EF4-FFF2-40B4-BE49-F238E27FC236}">
                <a16:creationId xmlns:a16="http://schemas.microsoft.com/office/drawing/2014/main" id="{CB94E07D-AE1D-5C41-8ED6-D4A798F144F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02" name="rc1156">
            <a:extLst>
              <a:ext uri="{FF2B5EF4-FFF2-40B4-BE49-F238E27FC236}">
                <a16:creationId xmlns:a16="http://schemas.microsoft.com/office/drawing/2014/main" id="{AC6FD1F7-19BA-599F-3280-4D8251A6274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03" name="rc1157">
            <a:extLst>
              <a:ext uri="{FF2B5EF4-FFF2-40B4-BE49-F238E27FC236}">
                <a16:creationId xmlns:a16="http://schemas.microsoft.com/office/drawing/2014/main" id="{B3916985-2B1B-BE02-8C9B-4C9AD3F2F64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04" name="rc1158">
            <a:extLst>
              <a:ext uri="{FF2B5EF4-FFF2-40B4-BE49-F238E27FC236}">
                <a16:creationId xmlns:a16="http://schemas.microsoft.com/office/drawing/2014/main" id="{285B49C7-443B-A738-24CD-CA799373A15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05" name="rc1159">
            <a:extLst>
              <a:ext uri="{FF2B5EF4-FFF2-40B4-BE49-F238E27FC236}">
                <a16:creationId xmlns:a16="http://schemas.microsoft.com/office/drawing/2014/main" id="{405A9A4A-DE82-1670-89AB-57A1F3AAEAE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06" name="rc1160">
            <a:extLst>
              <a:ext uri="{FF2B5EF4-FFF2-40B4-BE49-F238E27FC236}">
                <a16:creationId xmlns:a16="http://schemas.microsoft.com/office/drawing/2014/main" id="{5C98E8B1-B0C7-2708-B437-E372DE983D9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07" name="rc1161">
            <a:extLst>
              <a:ext uri="{FF2B5EF4-FFF2-40B4-BE49-F238E27FC236}">
                <a16:creationId xmlns:a16="http://schemas.microsoft.com/office/drawing/2014/main" id="{47092A8E-5790-2B55-EE34-108E46DEAB5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08" name="rc1162">
            <a:extLst>
              <a:ext uri="{FF2B5EF4-FFF2-40B4-BE49-F238E27FC236}">
                <a16:creationId xmlns:a16="http://schemas.microsoft.com/office/drawing/2014/main" id="{27FAB051-79E8-F2F6-AE69-2122620AA71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09" name="rc1163">
            <a:extLst>
              <a:ext uri="{FF2B5EF4-FFF2-40B4-BE49-F238E27FC236}">
                <a16:creationId xmlns:a16="http://schemas.microsoft.com/office/drawing/2014/main" id="{B585F4C5-5907-2632-F321-6883FD22E20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10" name="rc1164">
            <a:extLst>
              <a:ext uri="{FF2B5EF4-FFF2-40B4-BE49-F238E27FC236}">
                <a16:creationId xmlns:a16="http://schemas.microsoft.com/office/drawing/2014/main" id="{E11BBBAD-D5B1-1BA8-7EB5-49C51990217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11" name="rc1165">
            <a:extLst>
              <a:ext uri="{FF2B5EF4-FFF2-40B4-BE49-F238E27FC236}">
                <a16:creationId xmlns:a16="http://schemas.microsoft.com/office/drawing/2014/main" id="{ECBCC03F-F9AA-BEE1-BB72-B6EC1B9730D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12" name="rc1166">
            <a:extLst>
              <a:ext uri="{FF2B5EF4-FFF2-40B4-BE49-F238E27FC236}">
                <a16:creationId xmlns:a16="http://schemas.microsoft.com/office/drawing/2014/main" id="{17EF2C8A-36AA-F620-7525-6BDA1ECD756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13" name="rc1167">
            <a:extLst>
              <a:ext uri="{FF2B5EF4-FFF2-40B4-BE49-F238E27FC236}">
                <a16:creationId xmlns:a16="http://schemas.microsoft.com/office/drawing/2014/main" id="{08F8FE1B-EE45-57D9-F3BF-3BD8568C036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14" name="rc1168">
            <a:extLst>
              <a:ext uri="{FF2B5EF4-FFF2-40B4-BE49-F238E27FC236}">
                <a16:creationId xmlns:a16="http://schemas.microsoft.com/office/drawing/2014/main" id="{BBA47E0B-D390-4B1F-E7D9-874B7426846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15" name="rc1169">
            <a:extLst>
              <a:ext uri="{FF2B5EF4-FFF2-40B4-BE49-F238E27FC236}">
                <a16:creationId xmlns:a16="http://schemas.microsoft.com/office/drawing/2014/main" id="{72373A8A-34C8-DA0F-36BC-E1B322C4199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16" name="rc1170">
            <a:extLst>
              <a:ext uri="{FF2B5EF4-FFF2-40B4-BE49-F238E27FC236}">
                <a16:creationId xmlns:a16="http://schemas.microsoft.com/office/drawing/2014/main" id="{44BDDB66-AED8-3EEA-7945-6A4F60AE17C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17" name="rc1171">
            <a:extLst>
              <a:ext uri="{FF2B5EF4-FFF2-40B4-BE49-F238E27FC236}">
                <a16:creationId xmlns:a16="http://schemas.microsoft.com/office/drawing/2014/main" id="{C4595D02-492D-41AC-BC41-9336D943104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18" name="rc1172">
            <a:extLst>
              <a:ext uri="{FF2B5EF4-FFF2-40B4-BE49-F238E27FC236}">
                <a16:creationId xmlns:a16="http://schemas.microsoft.com/office/drawing/2014/main" id="{6620FA3E-6859-2629-08A8-46ABC240B33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19" name="rc1173">
            <a:extLst>
              <a:ext uri="{FF2B5EF4-FFF2-40B4-BE49-F238E27FC236}">
                <a16:creationId xmlns:a16="http://schemas.microsoft.com/office/drawing/2014/main" id="{E4829ED6-0033-4410-BA08-E2B6A3700BB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20" name="rc1174">
            <a:extLst>
              <a:ext uri="{FF2B5EF4-FFF2-40B4-BE49-F238E27FC236}">
                <a16:creationId xmlns:a16="http://schemas.microsoft.com/office/drawing/2014/main" id="{48F2A99F-2B05-C361-172D-32B169EF243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21" name="rc1175">
            <a:extLst>
              <a:ext uri="{FF2B5EF4-FFF2-40B4-BE49-F238E27FC236}">
                <a16:creationId xmlns:a16="http://schemas.microsoft.com/office/drawing/2014/main" id="{83049F50-B93C-A8EC-6C6F-912912F5A1D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22" name="rc1176">
            <a:extLst>
              <a:ext uri="{FF2B5EF4-FFF2-40B4-BE49-F238E27FC236}">
                <a16:creationId xmlns:a16="http://schemas.microsoft.com/office/drawing/2014/main" id="{20D2D9B5-B1D1-F0FB-7BA5-C109E4D5D90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23" name="rc1177">
            <a:extLst>
              <a:ext uri="{FF2B5EF4-FFF2-40B4-BE49-F238E27FC236}">
                <a16:creationId xmlns:a16="http://schemas.microsoft.com/office/drawing/2014/main" id="{5FED5293-6968-5908-F4BA-A9986EA87ED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24" name="rc1178">
            <a:extLst>
              <a:ext uri="{FF2B5EF4-FFF2-40B4-BE49-F238E27FC236}">
                <a16:creationId xmlns:a16="http://schemas.microsoft.com/office/drawing/2014/main" id="{8C4D1F40-51E9-DE57-90BA-65AC12B56DC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25" name="rc1179">
            <a:extLst>
              <a:ext uri="{FF2B5EF4-FFF2-40B4-BE49-F238E27FC236}">
                <a16:creationId xmlns:a16="http://schemas.microsoft.com/office/drawing/2014/main" id="{6C224B7D-E91B-A436-D249-50F78FA7241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26" name="rc1180">
            <a:extLst>
              <a:ext uri="{FF2B5EF4-FFF2-40B4-BE49-F238E27FC236}">
                <a16:creationId xmlns:a16="http://schemas.microsoft.com/office/drawing/2014/main" id="{D8D64D86-B334-7781-4FE6-E73E5E6B17B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27" name="rc1181">
            <a:extLst>
              <a:ext uri="{FF2B5EF4-FFF2-40B4-BE49-F238E27FC236}">
                <a16:creationId xmlns:a16="http://schemas.microsoft.com/office/drawing/2014/main" id="{21877627-A6C6-14EB-F3A9-2EB0E4F2517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28" name="rc1182">
            <a:extLst>
              <a:ext uri="{FF2B5EF4-FFF2-40B4-BE49-F238E27FC236}">
                <a16:creationId xmlns:a16="http://schemas.microsoft.com/office/drawing/2014/main" id="{2FBC011F-A769-C7ED-F3E2-11B10812715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29" name="rc1183">
            <a:extLst>
              <a:ext uri="{FF2B5EF4-FFF2-40B4-BE49-F238E27FC236}">
                <a16:creationId xmlns:a16="http://schemas.microsoft.com/office/drawing/2014/main" id="{3A1AD887-A704-2233-C492-AA3181CAD36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30" name="rc1184">
            <a:extLst>
              <a:ext uri="{FF2B5EF4-FFF2-40B4-BE49-F238E27FC236}">
                <a16:creationId xmlns:a16="http://schemas.microsoft.com/office/drawing/2014/main" id="{840B1D66-E415-4F80-6090-C2B1D6AEF82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31" name="rc1185">
            <a:extLst>
              <a:ext uri="{FF2B5EF4-FFF2-40B4-BE49-F238E27FC236}">
                <a16:creationId xmlns:a16="http://schemas.microsoft.com/office/drawing/2014/main" id="{E33F9E48-A9B6-F755-0741-B3B3E5D4E00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32" name="rc1186">
            <a:extLst>
              <a:ext uri="{FF2B5EF4-FFF2-40B4-BE49-F238E27FC236}">
                <a16:creationId xmlns:a16="http://schemas.microsoft.com/office/drawing/2014/main" id="{FFE80793-D5BA-2702-891E-3FD4A3CAF80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33" name="rc1187">
            <a:extLst>
              <a:ext uri="{FF2B5EF4-FFF2-40B4-BE49-F238E27FC236}">
                <a16:creationId xmlns:a16="http://schemas.microsoft.com/office/drawing/2014/main" id="{547E93D4-13A4-0876-7442-515B9256F9E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34" name="rc1188">
            <a:extLst>
              <a:ext uri="{FF2B5EF4-FFF2-40B4-BE49-F238E27FC236}">
                <a16:creationId xmlns:a16="http://schemas.microsoft.com/office/drawing/2014/main" id="{47DC9483-3784-5391-E969-89BD51CE7B7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35" name="rc1189">
            <a:extLst>
              <a:ext uri="{FF2B5EF4-FFF2-40B4-BE49-F238E27FC236}">
                <a16:creationId xmlns:a16="http://schemas.microsoft.com/office/drawing/2014/main" id="{AA28BF50-B10C-B135-998C-36686EB1A6A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36" name="rc1190">
            <a:extLst>
              <a:ext uri="{FF2B5EF4-FFF2-40B4-BE49-F238E27FC236}">
                <a16:creationId xmlns:a16="http://schemas.microsoft.com/office/drawing/2014/main" id="{72FA050E-A13B-B738-ED12-BD977100F33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37" name="rc1191">
            <a:extLst>
              <a:ext uri="{FF2B5EF4-FFF2-40B4-BE49-F238E27FC236}">
                <a16:creationId xmlns:a16="http://schemas.microsoft.com/office/drawing/2014/main" id="{5DC00145-7CDF-AC69-68CD-247491D489B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38" name="rc1192">
            <a:extLst>
              <a:ext uri="{FF2B5EF4-FFF2-40B4-BE49-F238E27FC236}">
                <a16:creationId xmlns:a16="http://schemas.microsoft.com/office/drawing/2014/main" id="{8901BF6D-C520-AD1B-1498-580C20C4527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39" name="rc1193">
            <a:extLst>
              <a:ext uri="{FF2B5EF4-FFF2-40B4-BE49-F238E27FC236}">
                <a16:creationId xmlns:a16="http://schemas.microsoft.com/office/drawing/2014/main" id="{90034B02-2056-780F-8517-7E9E4DA719E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40" name="rc1194">
            <a:extLst>
              <a:ext uri="{FF2B5EF4-FFF2-40B4-BE49-F238E27FC236}">
                <a16:creationId xmlns:a16="http://schemas.microsoft.com/office/drawing/2014/main" id="{8C6F6D5C-9FAD-E5B0-EFFB-8D52D6A44C5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41" name="rc1195">
            <a:extLst>
              <a:ext uri="{FF2B5EF4-FFF2-40B4-BE49-F238E27FC236}">
                <a16:creationId xmlns:a16="http://schemas.microsoft.com/office/drawing/2014/main" id="{D23665AD-E87A-ABA5-D67C-0F6332E2A6B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42" name="rc1196">
            <a:extLst>
              <a:ext uri="{FF2B5EF4-FFF2-40B4-BE49-F238E27FC236}">
                <a16:creationId xmlns:a16="http://schemas.microsoft.com/office/drawing/2014/main" id="{F0DD6E9A-DE7B-7458-CA69-012E28ED60A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43" name="rc1197">
            <a:extLst>
              <a:ext uri="{FF2B5EF4-FFF2-40B4-BE49-F238E27FC236}">
                <a16:creationId xmlns:a16="http://schemas.microsoft.com/office/drawing/2014/main" id="{3251DA31-166A-2EDA-1F56-04A4BEA33AD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44" name="rc1198">
            <a:extLst>
              <a:ext uri="{FF2B5EF4-FFF2-40B4-BE49-F238E27FC236}">
                <a16:creationId xmlns:a16="http://schemas.microsoft.com/office/drawing/2014/main" id="{D0BD7757-4739-A2B6-151A-C2E524A597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45" name="rc1199">
            <a:extLst>
              <a:ext uri="{FF2B5EF4-FFF2-40B4-BE49-F238E27FC236}">
                <a16:creationId xmlns:a16="http://schemas.microsoft.com/office/drawing/2014/main" id="{5AC46990-EFCD-39B9-E428-E72CA77E935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46" name="rc1200">
            <a:extLst>
              <a:ext uri="{FF2B5EF4-FFF2-40B4-BE49-F238E27FC236}">
                <a16:creationId xmlns:a16="http://schemas.microsoft.com/office/drawing/2014/main" id="{00449EC2-00E8-DCAC-ACC5-125DCAEEE86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47" name="rc1201">
            <a:extLst>
              <a:ext uri="{FF2B5EF4-FFF2-40B4-BE49-F238E27FC236}">
                <a16:creationId xmlns:a16="http://schemas.microsoft.com/office/drawing/2014/main" id="{76643561-CD6D-E4F2-1185-4A4D280AB59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48" name="rc1202">
            <a:extLst>
              <a:ext uri="{FF2B5EF4-FFF2-40B4-BE49-F238E27FC236}">
                <a16:creationId xmlns:a16="http://schemas.microsoft.com/office/drawing/2014/main" id="{337911D4-7887-FEDC-42E8-88EFE600510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49" name="rc1203">
            <a:extLst>
              <a:ext uri="{FF2B5EF4-FFF2-40B4-BE49-F238E27FC236}">
                <a16:creationId xmlns:a16="http://schemas.microsoft.com/office/drawing/2014/main" id="{30F57E26-9211-22DC-4A89-BC85A2862E9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50" name="rc1204">
            <a:extLst>
              <a:ext uri="{FF2B5EF4-FFF2-40B4-BE49-F238E27FC236}">
                <a16:creationId xmlns:a16="http://schemas.microsoft.com/office/drawing/2014/main" id="{D8DA1CC1-7879-5D29-A533-0D30BE19A48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51" name="rc1205">
            <a:extLst>
              <a:ext uri="{FF2B5EF4-FFF2-40B4-BE49-F238E27FC236}">
                <a16:creationId xmlns:a16="http://schemas.microsoft.com/office/drawing/2014/main" id="{B1FE15DB-CBA7-0FBD-7570-7D170DA7B86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52" name="rc1206">
            <a:extLst>
              <a:ext uri="{FF2B5EF4-FFF2-40B4-BE49-F238E27FC236}">
                <a16:creationId xmlns:a16="http://schemas.microsoft.com/office/drawing/2014/main" id="{4F09DA10-9F44-82C4-F8E0-0955C9E06CD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53" name="rc1207">
            <a:extLst>
              <a:ext uri="{FF2B5EF4-FFF2-40B4-BE49-F238E27FC236}">
                <a16:creationId xmlns:a16="http://schemas.microsoft.com/office/drawing/2014/main" id="{D6694D4D-B734-1B16-7491-9511527D52E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54" name="rc1208">
            <a:extLst>
              <a:ext uri="{FF2B5EF4-FFF2-40B4-BE49-F238E27FC236}">
                <a16:creationId xmlns:a16="http://schemas.microsoft.com/office/drawing/2014/main" id="{50147EAB-7DFA-1A34-34AC-7AED7CEB297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55" name="rc1209">
            <a:extLst>
              <a:ext uri="{FF2B5EF4-FFF2-40B4-BE49-F238E27FC236}">
                <a16:creationId xmlns:a16="http://schemas.microsoft.com/office/drawing/2014/main" id="{0FE38991-2AAF-2A6B-A082-4F5C190387F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56" name="rc1210">
            <a:extLst>
              <a:ext uri="{FF2B5EF4-FFF2-40B4-BE49-F238E27FC236}">
                <a16:creationId xmlns:a16="http://schemas.microsoft.com/office/drawing/2014/main" id="{24A6DBF4-1EA3-37CB-3EFD-4E700560897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57" name="rc1211">
            <a:extLst>
              <a:ext uri="{FF2B5EF4-FFF2-40B4-BE49-F238E27FC236}">
                <a16:creationId xmlns:a16="http://schemas.microsoft.com/office/drawing/2014/main" id="{A252A4F5-ED1E-1B54-400B-0523969B2E9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58" name="rc1212">
            <a:extLst>
              <a:ext uri="{FF2B5EF4-FFF2-40B4-BE49-F238E27FC236}">
                <a16:creationId xmlns:a16="http://schemas.microsoft.com/office/drawing/2014/main" id="{818CF586-C856-18E1-B4D5-7AA07424DD5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59" name="rc1213">
            <a:extLst>
              <a:ext uri="{FF2B5EF4-FFF2-40B4-BE49-F238E27FC236}">
                <a16:creationId xmlns:a16="http://schemas.microsoft.com/office/drawing/2014/main" id="{B575ACD2-4145-1F0D-663A-4A66176D170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60" name="rc1214">
            <a:extLst>
              <a:ext uri="{FF2B5EF4-FFF2-40B4-BE49-F238E27FC236}">
                <a16:creationId xmlns:a16="http://schemas.microsoft.com/office/drawing/2014/main" id="{ACE6F05A-C750-F202-6A71-15ACF872CD8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61" name="rc1215">
            <a:extLst>
              <a:ext uri="{FF2B5EF4-FFF2-40B4-BE49-F238E27FC236}">
                <a16:creationId xmlns:a16="http://schemas.microsoft.com/office/drawing/2014/main" id="{12D507C5-67F8-F1F5-8E53-8F8EF4A3E73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62" name="rc1216">
            <a:extLst>
              <a:ext uri="{FF2B5EF4-FFF2-40B4-BE49-F238E27FC236}">
                <a16:creationId xmlns:a16="http://schemas.microsoft.com/office/drawing/2014/main" id="{8ADB55B0-3D65-030D-BBB2-4D817AD85AB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63" name="rc1217">
            <a:extLst>
              <a:ext uri="{FF2B5EF4-FFF2-40B4-BE49-F238E27FC236}">
                <a16:creationId xmlns:a16="http://schemas.microsoft.com/office/drawing/2014/main" id="{96DF9797-82CF-1924-9A76-2DDBF598C97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64" name="rc1218">
            <a:extLst>
              <a:ext uri="{FF2B5EF4-FFF2-40B4-BE49-F238E27FC236}">
                <a16:creationId xmlns:a16="http://schemas.microsoft.com/office/drawing/2014/main" id="{3F9992D3-4A95-6600-5208-BBE73907A8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65" name="rc1219">
            <a:extLst>
              <a:ext uri="{FF2B5EF4-FFF2-40B4-BE49-F238E27FC236}">
                <a16:creationId xmlns:a16="http://schemas.microsoft.com/office/drawing/2014/main" id="{B12DDBA8-E5E0-3CD1-DD86-B60860C337A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66" name="rc1220">
            <a:extLst>
              <a:ext uri="{FF2B5EF4-FFF2-40B4-BE49-F238E27FC236}">
                <a16:creationId xmlns:a16="http://schemas.microsoft.com/office/drawing/2014/main" id="{0364439D-5B53-4B79-0848-F1C6E8B52F1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67" name="rc1221">
            <a:extLst>
              <a:ext uri="{FF2B5EF4-FFF2-40B4-BE49-F238E27FC236}">
                <a16:creationId xmlns:a16="http://schemas.microsoft.com/office/drawing/2014/main" id="{DD9F253E-4A63-8F3E-FBB7-D23FE0A904F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68" name="rc1222">
            <a:extLst>
              <a:ext uri="{FF2B5EF4-FFF2-40B4-BE49-F238E27FC236}">
                <a16:creationId xmlns:a16="http://schemas.microsoft.com/office/drawing/2014/main" id="{9C56D300-63C1-944E-475A-5ECB8CB5436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69" name="rc1223">
            <a:extLst>
              <a:ext uri="{FF2B5EF4-FFF2-40B4-BE49-F238E27FC236}">
                <a16:creationId xmlns:a16="http://schemas.microsoft.com/office/drawing/2014/main" id="{B76FBC56-F5BB-A4BC-8CBD-BFA5EF5F4FF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70" name="rc1224">
            <a:extLst>
              <a:ext uri="{FF2B5EF4-FFF2-40B4-BE49-F238E27FC236}">
                <a16:creationId xmlns:a16="http://schemas.microsoft.com/office/drawing/2014/main" id="{5708B7F4-322E-0C62-63C0-3F45C4E4778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71" name="rc1225">
            <a:extLst>
              <a:ext uri="{FF2B5EF4-FFF2-40B4-BE49-F238E27FC236}">
                <a16:creationId xmlns:a16="http://schemas.microsoft.com/office/drawing/2014/main" id="{806D1F07-E68C-0B90-6A7E-583C489E118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72" name="rc1226">
            <a:extLst>
              <a:ext uri="{FF2B5EF4-FFF2-40B4-BE49-F238E27FC236}">
                <a16:creationId xmlns:a16="http://schemas.microsoft.com/office/drawing/2014/main" id="{8F5789F3-EA3B-4CF6-2D6B-26187A7F249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73" name="rc1227">
            <a:extLst>
              <a:ext uri="{FF2B5EF4-FFF2-40B4-BE49-F238E27FC236}">
                <a16:creationId xmlns:a16="http://schemas.microsoft.com/office/drawing/2014/main" id="{70C4F415-CAAA-F74B-08DC-75B9766DE2D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74" name="rc1228">
            <a:extLst>
              <a:ext uri="{FF2B5EF4-FFF2-40B4-BE49-F238E27FC236}">
                <a16:creationId xmlns:a16="http://schemas.microsoft.com/office/drawing/2014/main" id="{E5194F48-D489-7D99-D881-22B2FD6E86A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75" name="rc1229">
            <a:extLst>
              <a:ext uri="{FF2B5EF4-FFF2-40B4-BE49-F238E27FC236}">
                <a16:creationId xmlns:a16="http://schemas.microsoft.com/office/drawing/2014/main" id="{87502C45-7903-2346-A24E-C001AEB0E6A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76" name="rc1230">
            <a:extLst>
              <a:ext uri="{FF2B5EF4-FFF2-40B4-BE49-F238E27FC236}">
                <a16:creationId xmlns:a16="http://schemas.microsoft.com/office/drawing/2014/main" id="{CD75BB7C-458C-59C0-F573-A329F1B8D3E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77" name="rc1231">
            <a:extLst>
              <a:ext uri="{FF2B5EF4-FFF2-40B4-BE49-F238E27FC236}">
                <a16:creationId xmlns:a16="http://schemas.microsoft.com/office/drawing/2014/main" id="{733902E1-B368-8584-4A26-8EEA4602AD3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78" name="rc1232">
            <a:extLst>
              <a:ext uri="{FF2B5EF4-FFF2-40B4-BE49-F238E27FC236}">
                <a16:creationId xmlns:a16="http://schemas.microsoft.com/office/drawing/2014/main" id="{AE332D1B-5AFC-3D82-EEEE-6837E5F2E4D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79" name="rc1233">
            <a:extLst>
              <a:ext uri="{FF2B5EF4-FFF2-40B4-BE49-F238E27FC236}">
                <a16:creationId xmlns:a16="http://schemas.microsoft.com/office/drawing/2014/main" id="{E59EA33D-E963-834C-7E68-81122093554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80" name="rc1234">
            <a:extLst>
              <a:ext uri="{FF2B5EF4-FFF2-40B4-BE49-F238E27FC236}">
                <a16:creationId xmlns:a16="http://schemas.microsoft.com/office/drawing/2014/main" id="{F6B43A92-E18A-3C0D-41D2-5E16A380263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81" name="rc1235">
            <a:extLst>
              <a:ext uri="{FF2B5EF4-FFF2-40B4-BE49-F238E27FC236}">
                <a16:creationId xmlns:a16="http://schemas.microsoft.com/office/drawing/2014/main" id="{2E02E9D6-A0A2-6024-2EF6-4E9EFD74C3E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82" name="rc1236">
            <a:extLst>
              <a:ext uri="{FF2B5EF4-FFF2-40B4-BE49-F238E27FC236}">
                <a16:creationId xmlns:a16="http://schemas.microsoft.com/office/drawing/2014/main" id="{11BCF84A-F1E5-4F65-AC79-B8BFEEC826A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83" name="rc1237">
            <a:extLst>
              <a:ext uri="{FF2B5EF4-FFF2-40B4-BE49-F238E27FC236}">
                <a16:creationId xmlns:a16="http://schemas.microsoft.com/office/drawing/2014/main" id="{0BDFD3CD-0410-B9E2-3CB6-1C7668CD142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84" name="rc1238">
            <a:extLst>
              <a:ext uri="{FF2B5EF4-FFF2-40B4-BE49-F238E27FC236}">
                <a16:creationId xmlns:a16="http://schemas.microsoft.com/office/drawing/2014/main" id="{FC23700B-A373-C4A4-62D0-B1F9C644051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85" name="rc1239">
            <a:extLst>
              <a:ext uri="{FF2B5EF4-FFF2-40B4-BE49-F238E27FC236}">
                <a16:creationId xmlns:a16="http://schemas.microsoft.com/office/drawing/2014/main" id="{FE652EFB-9035-E632-CAC3-8FD9CAAF6FE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86" name="rc1240">
            <a:extLst>
              <a:ext uri="{FF2B5EF4-FFF2-40B4-BE49-F238E27FC236}">
                <a16:creationId xmlns:a16="http://schemas.microsoft.com/office/drawing/2014/main" id="{721D9ABE-D79A-1B47-D648-AB157D33095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87" name="rc1241">
            <a:extLst>
              <a:ext uri="{FF2B5EF4-FFF2-40B4-BE49-F238E27FC236}">
                <a16:creationId xmlns:a16="http://schemas.microsoft.com/office/drawing/2014/main" id="{DB775F59-96EF-7884-3474-0FCA6BC0185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88" name="rc1242">
            <a:extLst>
              <a:ext uri="{FF2B5EF4-FFF2-40B4-BE49-F238E27FC236}">
                <a16:creationId xmlns:a16="http://schemas.microsoft.com/office/drawing/2014/main" id="{F30F0234-C110-A44E-D62B-AC4353C8104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89" name="rc1243">
            <a:extLst>
              <a:ext uri="{FF2B5EF4-FFF2-40B4-BE49-F238E27FC236}">
                <a16:creationId xmlns:a16="http://schemas.microsoft.com/office/drawing/2014/main" id="{56686A08-45D7-BEC0-DE8E-8B5587A528D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90" name="rc1244">
            <a:extLst>
              <a:ext uri="{FF2B5EF4-FFF2-40B4-BE49-F238E27FC236}">
                <a16:creationId xmlns:a16="http://schemas.microsoft.com/office/drawing/2014/main" id="{83D8BB76-E5F6-B139-1100-D95C95C7C17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91" name="rc1245">
            <a:extLst>
              <a:ext uri="{FF2B5EF4-FFF2-40B4-BE49-F238E27FC236}">
                <a16:creationId xmlns:a16="http://schemas.microsoft.com/office/drawing/2014/main" id="{D456DCEA-298F-C7AC-0235-B6FE1B10A32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92" name="rc1246">
            <a:extLst>
              <a:ext uri="{FF2B5EF4-FFF2-40B4-BE49-F238E27FC236}">
                <a16:creationId xmlns:a16="http://schemas.microsoft.com/office/drawing/2014/main" id="{3FC2A708-A978-00C6-6835-1C3C0F74561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93" name="rc1247">
            <a:extLst>
              <a:ext uri="{FF2B5EF4-FFF2-40B4-BE49-F238E27FC236}">
                <a16:creationId xmlns:a16="http://schemas.microsoft.com/office/drawing/2014/main" id="{C304F3F6-09AD-051A-F9B9-57E391938A7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94" name="rc1248">
            <a:extLst>
              <a:ext uri="{FF2B5EF4-FFF2-40B4-BE49-F238E27FC236}">
                <a16:creationId xmlns:a16="http://schemas.microsoft.com/office/drawing/2014/main" id="{956818C2-6990-0749-6903-943BFA7F80C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95" name="rc1249">
            <a:extLst>
              <a:ext uri="{FF2B5EF4-FFF2-40B4-BE49-F238E27FC236}">
                <a16:creationId xmlns:a16="http://schemas.microsoft.com/office/drawing/2014/main" id="{3616D2BF-9982-D489-037E-34D5A7EDE99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96" name="rc1250">
            <a:extLst>
              <a:ext uri="{FF2B5EF4-FFF2-40B4-BE49-F238E27FC236}">
                <a16:creationId xmlns:a16="http://schemas.microsoft.com/office/drawing/2014/main" id="{EB288B03-96CC-925D-890B-FEF94DEACCC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97" name="rc1251">
            <a:extLst>
              <a:ext uri="{FF2B5EF4-FFF2-40B4-BE49-F238E27FC236}">
                <a16:creationId xmlns:a16="http://schemas.microsoft.com/office/drawing/2014/main" id="{8F1805AA-C488-59F6-3F8E-62A01BD4BBC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98" name="rc1252">
            <a:extLst>
              <a:ext uri="{FF2B5EF4-FFF2-40B4-BE49-F238E27FC236}">
                <a16:creationId xmlns:a16="http://schemas.microsoft.com/office/drawing/2014/main" id="{5DB5D92D-2A38-D381-4952-1FB6D78ED7C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499" name="rc1253">
            <a:extLst>
              <a:ext uri="{FF2B5EF4-FFF2-40B4-BE49-F238E27FC236}">
                <a16:creationId xmlns:a16="http://schemas.microsoft.com/office/drawing/2014/main" id="{28E92D35-9886-E0DD-DFCD-7F70269198A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00" name="rc1254">
            <a:extLst>
              <a:ext uri="{FF2B5EF4-FFF2-40B4-BE49-F238E27FC236}">
                <a16:creationId xmlns:a16="http://schemas.microsoft.com/office/drawing/2014/main" id="{7AB8EEC4-7720-F3AB-3451-10C0B707B9F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01" name="rc1255">
            <a:extLst>
              <a:ext uri="{FF2B5EF4-FFF2-40B4-BE49-F238E27FC236}">
                <a16:creationId xmlns:a16="http://schemas.microsoft.com/office/drawing/2014/main" id="{C02FD2D6-4E91-C479-2889-1791061A2D7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02" name="rc1256">
            <a:extLst>
              <a:ext uri="{FF2B5EF4-FFF2-40B4-BE49-F238E27FC236}">
                <a16:creationId xmlns:a16="http://schemas.microsoft.com/office/drawing/2014/main" id="{DCA7C75E-0503-E36E-6A57-42B2A5CE8FA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03" name="rc1257">
            <a:extLst>
              <a:ext uri="{FF2B5EF4-FFF2-40B4-BE49-F238E27FC236}">
                <a16:creationId xmlns:a16="http://schemas.microsoft.com/office/drawing/2014/main" id="{DFE52B7A-756F-A95E-FEAE-31A33BFA89E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04" name="rc1258">
            <a:extLst>
              <a:ext uri="{FF2B5EF4-FFF2-40B4-BE49-F238E27FC236}">
                <a16:creationId xmlns:a16="http://schemas.microsoft.com/office/drawing/2014/main" id="{20366215-35C1-4D8F-3E66-15A652B5F0F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05" name="rc1259">
            <a:extLst>
              <a:ext uri="{FF2B5EF4-FFF2-40B4-BE49-F238E27FC236}">
                <a16:creationId xmlns:a16="http://schemas.microsoft.com/office/drawing/2014/main" id="{8F2B6D9F-D3FA-8820-3415-DBC5D0737F4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06" name="rc1260">
            <a:extLst>
              <a:ext uri="{FF2B5EF4-FFF2-40B4-BE49-F238E27FC236}">
                <a16:creationId xmlns:a16="http://schemas.microsoft.com/office/drawing/2014/main" id="{8A78F069-6A2E-B423-434E-6F5CFEAAC2A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07" name="rc1261">
            <a:extLst>
              <a:ext uri="{FF2B5EF4-FFF2-40B4-BE49-F238E27FC236}">
                <a16:creationId xmlns:a16="http://schemas.microsoft.com/office/drawing/2014/main" id="{5E56D9AB-C21C-8E5B-D446-E44E5D560FF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08" name="rc1262">
            <a:extLst>
              <a:ext uri="{FF2B5EF4-FFF2-40B4-BE49-F238E27FC236}">
                <a16:creationId xmlns:a16="http://schemas.microsoft.com/office/drawing/2014/main" id="{4FDFA46E-D10B-822D-952D-4E128EAF79C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09" name="rc1263">
            <a:extLst>
              <a:ext uri="{FF2B5EF4-FFF2-40B4-BE49-F238E27FC236}">
                <a16:creationId xmlns:a16="http://schemas.microsoft.com/office/drawing/2014/main" id="{478EF492-E7AB-BF39-1316-DA1E1CB1646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10" name="rc1264">
            <a:extLst>
              <a:ext uri="{FF2B5EF4-FFF2-40B4-BE49-F238E27FC236}">
                <a16:creationId xmlns:a16="http://schemas.microsoft.com/office/drawing/2014/main" id="{39D31DC8-F334-A676-0F7B-F70DB4DBC97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11" name="rc1265">
            <a:extLst>
              <a:ext uri="{FF2B5EF4-FFF2-40B4-BE49-F238E27FC236}">
                <a16:creationId xmlns:a16="http://schemas.microsoft.com/office/drawing/2014/main" id="{30BE7837-D166-37E0-8278-B03F81B3603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12" name="rc1266">
            <a:extLst>
              <a:ext uri="{FF2B5EF4-FFF2-40B4-BE49-F238E27FC236}">
                <a16:creationId xmlns:a16="http://schemas.microsoft.com/office/drawing/2014/main" id="{E5BBABEC-63AA-7FBF-C16A-B1AD1135FD6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13" name="rc1267">
            <a:extLst>
              <a:ext uri="{FF2B5EF4-FFF2-40B4-BE49-F238E27FC236}">
                <a16:creationId xmlns:a16="http://schemas.microsoft.com/office/drawing/2014/main" id="{4F83ACB7-8F78-E39E-15DB-9C527C43D8A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14" name="rc1268">
            <a:extLst>
              <a:ext uri="{FF2B5EF4-FFF2-40B4-BE49-F238E27FC236}">
                <a16:creationId xmlns:a16="http://schemas.microsoft.com/office/drawing/2014/main" id="{2987565E-D491-3081-F6EF-FC82BAD665A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15" name="rc1269">
            <a:extLst>
              <a:ext uri="{FF2B5EF4-FFF2-40B4-BE49-F238E27FC236}">
                <a16:creationId xmlns:a16="http://schemas.microsoft.com/office/drawing/2014/main" id="{4C950ABC-8439-6E61-B940-61F9728017A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16" name="rc1270">
            <a:extLst>
              <a:ext uri="{FF2B5EF4-FFF2-40B4-BE49-F238E27FC236}">
                <a16:creationId xmlns:a16="http://schemas.microsoft.com/office/drawing/2014/main" id="{CE00C67E-F241-536B-0201-BBCBEE6DEA4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17" name="rc1271">
            <a:extLst>
              <a:ext uri="{FF2B5EF4-FFF2-40B4-BE49-F238E27FC236}">
                <a16:creationId xmlns:a16="http://schemas.microsoft.com/office/drawing/2014/main" id="{6BBF2E0F-31C4-1012-C386-D9F1745C444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18" name="rc1272">
            <a:extLst>
              <a:ext uri="{FF2B5EF4-FFF2-40B4-BE49-F238E27FC236}">
                <a16:creationId xmlns:a16="http://schemas.microsoft.com/office/drawing/2014/main" id="{4DE56A74-C428-DF7E-4D84-658AEC5D3E6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19" name="rc1273">
            <a:extLst>
              <a:ext uri="{FF2B5EF4-FFF2-40B4-BE49-F238E27FC236}">
                <a16:creationId xmlns:a16="http://schemas.microsoft.com/office/drawing/2014/main" id="{B3273092-FCA4-077D-0109-F332EC4D845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20" name="rc1274">
            <a:extLst>
              <a:ext uri="{FF2B5EF4-FFF2-40B4-BE49-F238E27FC236}">
                <a16:creationId xmlns:a16="http://schemas.microsoft.com/office/drawing/2014/main" id="{20546406-9E9D-E5E4-15D1-0AEEC2B15A0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21" name="rc1275">
            <a:extLst>
              <a:ext uri="{FF2B5EF4-FFF2-40B4-BE49-F238E27FC236}">
                <a16:creationId xmlns:a16="http://schemas.microsoft.com/office/drawing/2014/main" id="{141F269F-A4AD-D056-3D99-9389A3D0CD3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22" name="rc1276">
            <a:extLst>
              <a:ext uri="{FF2B5EF4-FFF2-40B4-BE49-F238E27FC236}">
                <a16:creationId xmlns:a16="http://schemas.microsoft.com/office/drawing/2014/main" id="{9F6F4AF5-535D-03DA-E1E0-2A76BF7E6F1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23" name="rc1277">
            <a:extLst>
              <a:ext uri="{FF2B5EF4-FFF2-40B4-BE49-F238E27FC236}">
                <a16:creationId xmlns:a16="http://schemas.microsoft.com/office/drawing/2014/main" id="{F19D058D-1D02-8440-C74D-81DCC9616D6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24" name="rc1278">
            <a:extLst>
              <a:ext uri="{FF2B5EF4-FFF2-40B4-BE49-F238E27FC236}">
                <a16:creationId xmlns:a16="http://schemas.microsoft.com/office/drawing/2014/main" id="{C0F2C519-4AA0-BA45-6773-0C2366C7C5B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25" name="rc1279">
            <a:extLst>
              <a:ext uri="{FF2B5EF4-FFF2-40B4-BE49-F238E27FC236}">
                <a16:creationId xmlns:a16="http://schemas.microsoft.com/office/drawing/2014/main" id="{E1B847CC-52C5-BFAF-5BD0-D3940EB2334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26" name="rc1280">
            <a:extLst>
              <a:ext uri="{FF2B5EF4-FFF2-40B4-BE49-F238E27FC236}">
                <a16:creationId xmlns:a16="http://schemas.microsoft.com/office/drawing/2014/main" id="{D99EA023-AB29-4892-877C-4E7B9E1CBAE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27" name="rc1281">
            <a:extLst>
              <a:ext uri="{FF2B5EF4-FFF2-40B4-BE49-F238E27FC236}">
                <a16:creationId xmlns:a16="http://schemas.microsoft.com/office/drawing/2014/main" id="{B9CFF478-5FBA-7A16-847F-C8FB074EC4B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28" name="rc1282">
            <a:extLst>
              <a:ext uri="{FF2B5EF4-FFF2-40B4-BE49-F238E27FC236}">
                <a16:creationId xmlns:a16="http://schemas.microsoft.com/office/drawing/2014/main" id="{175C509D-940C-E90D-D1F5-8AA164F71E2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29" name="rc1283">
            <a:extLst>
              <a:ext uri="{FF2B5EF4-FFF2-40B4-BE49-F238E27FC236}">
                <a16:creationId xmlns:a16="http://schemas.microsoft.com/office/drawing/2014/main" id="{E4742C8D-ACBE-B223-6798-E3CB8023684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30" name="rc1284">
            <a:extLst>
              <a:ext uri="{FF2B5EF4-FFF2-40B4-BE49-F238E27FC236}">
                <a16:creationId xmlns:a16="http://schemas.microsoft.com/office/drawing/2014/main" id="{A454565B-DB84-6269-14A0-E6EFA3EF9A4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31" name="rc1285">
            <a:extLst>
              <a:ext uri="{FF2B5EF4-FFF2-40B4-BE49-F238E27FC236}">
                <a16:creationId xmlns:a16="http://schemas.microsoft.com/office/drawing/2014/main" id="{4C3CA934-B7C8-E563-B08A-1BD6CEEEB7A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32" name="rc1286">
            <a:extLst>
              <a:ext uri="{FF2B5EF4-FFF2-40B4-BE49-F238E27FC236}">
                <a16:creationId xmlns:a16="http://schemas.microsoft.com/office/drawing/2014/main" id="{7F73025C-83E9-5F1D-8BD0-DDD9F6BC6CA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33" name="rc1287">
            <a:extLst>
              <a:ext uri="{FF2B5EF4-FFF2-40B4-BE49-F238E27FC236}">
                <a16:creationId xmlns:a16="http://schemas.microsoft.com/office/drawing/2014/main" id="{1BFC3870-321D-2F77-DC12-0F4EFDDE0C3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34" name="rc1288">
            <a:extLst>
              <a:ext uri="{FF2B5EF4-FFF2-40B4-BE49-F238E27FC236}">
                <a16:creationId xmlns:a16="http://schemas.microsoft.com/office/drawing/2014/main" id="{5A5A0BCC-4863-937D-3610-B54F1D57156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35" name="rc1289">
            <a:extLst>
              <a:ext uri="{FF2B5EF4-FFF2-40B4-BE49-F238E27FC236}">
                <a16:creationId xmlns:a16="http://schemas.microsoft.com/office/drawing/2014/main" id="{01BBD30E-ED9F-C4C6-8B0F-10F2075742F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36" name="rc1290">
            <a:extLst>
              <a:ext uri="{FF2B5EF4-FFF2-40B4-BE49-F238E27FC236}">
                <a16:creationId xmlns:a16="http://schemas.microsoft.com/office/drawing/2014/main" id="{9438EA3F-3ECF-3DD2-8EA8-30B969A2B18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37" name="rc1291">
            <a:extLst>
              <a:ext uri="{FF2B5EF4-FFF2-40B4-BE49-F238E27FC236}">
                <a16:creationId xmlns:a16="http://schemas.microsoft.com/office/drawing/2014/main" id="{E5866544-740F-2209-9C33-AC4212B1FED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38" name="rc1292">
            <a:extLst>
              <a:ext uri="{FF2B5EF4-FFF2-40B4-BE49-F238E27FC236}">
                <a16:creationId xmlns:a16="http://schemas.microsoft.com/office/drawing/2014/main" id="{2A81D145-87CE-9DBB-2AAA-680BCE54E9E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39" name="rc1293">
            <a:extLst>
              <a:ext uri="{FF2B5EF4-FFF2-40B4-BE49-F238E27FC236}">
                <a16:creationId xmlns:a16="http://schemas.microsoft.com/office/drawing/2014/main" id="{44A1A936-7E27-409D-C684-9B5B69A807C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40" name="rc1294">
            <a:extLst>
              <a:ext uri="{FF2B5EF4-FFF2-40B4-BE49-F238E27FC236}">
                <a16:creationId xmlns:a16="http://schemas.microsoft.com/office/drawing/2014/main" id="{21E51CD5-CBB7-E175-4252-6403E26FA4A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41" name="rc1295">
            <a:extLst>
              <a:ext uri="{FF2B5EF4-FFF2-40B4-BE49-F238E27FC236}">
                <a16:creationId xmlns:a16="http://schemas.microsoft.com/office/drawing/2014/main" id="{89A0650E-DF1D-5472-A4D1-DCC76DC19D0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42" name="rc1296">
            <a:extLst>
              <a:ext uri="{FF2B5EF4-FFF2-40B4-BE49-F238E27FC236}">
                <a16:creationId xmlns:a16="http://schemas.microsoft.com/office/drawing/2014/main" id="{96AB44B0-CAE1-8EDC-6978-08DFB66A19F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43" name="rc1297">
            <a:extLst>
              <a:ext uri="{FF2B5EF4-FFF2-40B4-BE49-F238E27FC236}">
                <a16:creationId xmlns:a16="http://schemas.microsoft.com/office/drawing/2014/main" id="{58255609-E343-0C4B-0D58-31218882420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44" name="rc1298">
            <a:extLst>
              <a:ext uri="{FF2B5EF4-FFF2-40B4-BE49-F238E27FC236}">
                <a16:creationId xmlns:a16="http://schemas.microsoft.com/office/drawing/2014/main" id="{27E6736A-EBD3-7BCF-B394-B2DCAE0A439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45" name="rc1299">
            <a:extLst>
              <a:ext uri="{FF2B5EF4-FFF2-40B4-BE49-F238E27FC236}">
                <a16:creationId xmlns:a16="http://schemas.microsoft.com/office/drawing/2014/main" id="{4CAFC900-B64A-DCA6-0B86-5B0CA8E0A3F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46" name="rc1300">
            <a:extLst>
              <a:ext uri="{FF2B5EF4-FFF2-40B4-BE49-F238E27FC236}">
                <a16:creationId xmlns:a16="http://schemas.microsoft.com/office/drawing/2014/main" id="{847B122C-81EE-80DE-0AC4-E622B90119B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47" name="rc1301">
            <a:extLst>
              <a:ext uri="{FF2B5EF4-FFF2-40B4-BE49-F238E27FC236}">
                <a16:creationId xmlns:a16="http://schemas.microsoft.com/office/drawing/2014/main" id="{736E6E9E-23E1-A61D-48ED-5956CCBBE51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48" name="rc1302">
            <a:extLst>
              <a:ext uri="{FF2B5EF4-FFF2-40B4-BE49-F238E27FC236}">
                <a16:creationId xmlns:a16="http://schemas.microsoft.com/office/drawing/2014/main" id="{D60D2D0F-DEBE-B371-EA4B-012F7221CB7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49" name="rc1303">
            <a:extLst>
              <a:ext uri="{FF2B5EF4-FFF2-40B4-BE49-F238E27FC236}">
                <a16:creationId xmlns:a16="http://schemas.microsoft.com/office/drawing/2014/main" id="{3649A0BE-EA8E-6483-CD7D-833935B355D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50" name="rc1304">
            <a:extLst>
              <a:ext uri="{FF2B5EF4-FFF2-40B4-BE49-F238E27FC236}">
                <a16:creationId xmlns:a16="http://schemas.microsoft.com/office/drawing/2014/main" id="{90BBBCDD-6B48-2B97-A085-A2131189625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51" name="rc1305">
            <a:extLst>
              <a:ext uri="{FF2B5EF4-FFF2-40B4-BE49-F238E27FC236}">
                <a16:creationId xmlns:a16="http://schemas.microsoft.com/office/drawing/2014/main" id="{F4A6ACC1-B58A-55F4-BAD9-530C68069EA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52" name="rc1306">
            <a:extLst>
              <a:ext uri="{FF2B5EF4-FFF2-40B4-BE49-F238E27FC236}">
                <a16:creationId xmlns:a16="http://schemas.microsoft.com/office/drawing/2014/main" id="{7856E88E-3484-A272-35A9-8F8299666AA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53" name="rc1307">
            <a:extLst>
              <a:ext uri="{FF2B5EF4-FFF2-40B4-BE49-F238E27FC236}">
                <a16:creationId xmlns:a16="http://schemas.microsoft.com/office/drawing/2014/main" id="{FB954312-6D14-5D4D-29A5-A7DF2AB1069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54" name="rc1308">
            <a:extLst>
              <a:ext uri="{FF2B5EF4-FFF2-40B4-BE49-F238E27FC236}">
                <a16:creationId xmlns:a16="http://schemas.microsoft.com/office/drawing/2014/main" id="{B7FB22AB-1722-5692-087E-019CB77A534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55" name="rc1309">
            <a:extLst>
              <a:ext uri="{FF2B5EF4-FFF2-40B4-BE49-F238E27FC236}">
                <a16:creationId xmlns:a16="http://schemas.microsoft.com/office/drawing/2014/main" id="{4718EA3D-24A3-07AB-A5AA-970137B7318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56" name="rc1310">
            <a:extLst>
              <a:ext uri="{FF2B5EF4-FFF2-40B4-BE49-F238E27FC236}">
                <a16:creationId xmlns:a16="http://schemas.microsoft.com/office/drawing/2014/main" id="{5CF46136-63FE-677A-5B25-C61643C7AC9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57" name="rc1311">
            <a:extLst>
              <a:ext uri="{FF2B5EF4-FFF2-40B4-BE49-F238E27FC236}">
                <a16:creationId xmlns:a16="http://schemas.microsoft.com/office/drawing/2014/main" id="{7795451D-3604-F44E-2460-2598F28C2CB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58" name="rc1312">
            <a:extLst>
              <a:ext uri="{FF2B5EF4-FFF2-40B4-BE49-F238E27FC236}">
                <a16:creationId xmlns:a16="http://schemas.microsoft.com/office/drawing/2014/main" id="{7001B5BD-5371-DA37-8E18-4C3F97D1078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59" name="rc1313">
            <a:extLst>
              <a:ext uri="{FF2B5EF4-FFF2-40B4-BE49-F238E27FC236}">
                <a16:creationId xmlns:a16="http://schemas.microsoft.com/office/drawing/2014/main" id="{C9FDA1CA-82AD-9D64-FC8E-1F4F0EF5CE9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60" name="rc1314">
            <a:extLst>
              <a:ext uri="{FF2B5EF4-FFF2-40B4-BE49-F238E27FC236}">
                <a16:creationId xmlns:a16="http://schemas.microsoft.com/office/drawing/2014/main" id="{863D95B0-FD98-C8E5-6F3B-76983A2F3D3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61" name="rc1315">
            <a:extLst>
              <a:ext uri="{FF2B5EF4-FFF2-40B4-BE49-F238E27FC236}">
                <a16:creationId xmlns:a16="http://schemas.microsoft.com/office/drawing/2014/main" id="{5BC10F8C-82A0-CF06-EEE4-993A2434759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62" name="rc1316">
            <a:extLst>
              <a:ext uri="{FF2B5EF4-FFF2-40B4-BE49-F238E27FC236}">
                <a16:creationId xmlns:a16="http://schemas.microsoft.com/office/drawing/2014/main" id="{7F51DCE7-6F74-CD22-4688-1CE0ABB9D61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63" name="rc1317">
            <a:extLst>
              <a:ext uri="{FF2B5EF4-FFF2-40B4-BE49-F238E27FC236}">
                <a16:creationId xmlns:a16="http://schemas.microsoft.com/office/drawing/2014/main" id="{352DBA84-AEB2-0CA7-6B00-040BC141EB6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64" name="rc1318">
            <a:extLst>
              <a:ext uri="{FF2B5EF4-FFF2-40B4-BE49-F238E27FC236}">
                <a16:creationId xmlns:a16="http://schemas.microsoft.com/office/drawing/2014/main" id="{95479F16-0ADF-22E3-981C-AB2FAF67ADB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65" name="rc1319">
            <a:extLst>
              <a:ext uri="{FF2B5EF4-FFF2-40B4-BE49-F238E27FC236}">
                <a16:creationId xmlns:a16="http://schemas.microsoft.com/office/drawing/2014/main" id="{15C04957-AD9D-6FE1-D1B6-58E0B868D16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66" name="rc1320">
            <a:extLst>
              <a:ext uri="{FF2B5EF4-FFF2-40B4-BE49-F238E27FC236}">
                <a16:creationId xmlns:a16="http://schemas.microsoft.com/office/drawing/2014/main" id="{93539EF4-1B45-8A5E-2031-82019B2DD7E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67" name="rc1321">
            <a:extLst>
              <a:ext uri="{FF2B5EF4-FFF2-40B4-BE49-F238E27FC236}">
                <a16:creationId xmlns:a16="http://schemas.microsoft.com/office/drawing/2014/main" id="{88DCC7CB-EBCA-44DD-A1E7-6605D8C8E12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68" name="rc1322">
            <a:extLst>
              <a:ext uri="{FF2B5EF4-FFF2-40B4-BE49-F238E27FC236}">
                <a16:creationId xmlns:a16="http://schemas.microsoft.com/office/drawing/2014/main" id="{FB37BB0F-0768-2F99-7172-7B179F3D1EF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69" name="rc1323">
            <a:extLst>
              <a:ext uri="{FF2B5EF4-FFF2-40B4-BE49-F238E27FC236}">
                <a16:creationId xmlns:a16="http://schemas.microsoft.com/office/drawing/2014/main" id="{6430BFC9-6477-B08F-5105-A2F02A439C0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70" name="rc1324">
            <a:extLst>
              <a:ext uri="{FF2B5EF4-FFF2-40B4-BE49-F238E27FC236}">
                <a16:creationId xmlns:a16="http://schemas.microsoft.com/office/drawing/2014/main" id="{9AB484E2-42A0-4917-FDE2-FBA3D832CFC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71" name="rc1325">
            <a:extLst>
              <a:ext uri="{FF2B5EF4-FFF2-40B4-BE49-F238E27FC236}">
                <a16:creationId xmlns:a16="http://schemas.microsoft.com/office/drawing/2014/main" id="{5292CF51-418B-06F8-C77D-0312144D76C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72" name="rc1326">
            <a:extLst>
              <a:ext uri="{FF2B5EF4-FFF2-40B4-BE49-F238E27FC236}">
                <a16:creationId xmlns:a16="http://schemas.microsoft.com/office/drawing/2014/main" id="{613D448A-AEA1-5932-D07C-4A2FF17C669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73" name="rc1327">
            <a:extLst>
              <a:ext uri="{FF2B5EF4-FFF2-40B4-BE49-F238E27FC236}">
                <a16:creationId xmlns:a16="http://schemas.microsoft.com/office/drawing/2014/main" id="{6D9F974A-F50A-2AF0-47FD-8A310A022D0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74" name="rc1328">
            <a:extLst>
              <a:ext uri="{FF2B5EF4-FFF2-40B4-BE49-F238E27FC236}">
                <a16:creationId xmlns:a16="http://schemas.microsoft.com/office/drawing/2014/main" id="{4CD87D6D-CC01-D05F-A7FB-44B356DCE24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75" name="rc1329">
            <a:extLst>
              <a:ext uri="{FF2B5EF4-FFF2-40B4-BE49-F238E27FC236}">
                <a16:creationId xmlns:a16="http://schemas.microsoft.com/office/drawing/2014/main" id="{1799DC12-D70C-8E51-0A49-F3027EC2BB3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76" name="rc1330">
            <a:extLst>
              <a:ext uri="{FF2B5EF4-FFF2-40B4-BE49-F238E27FC236}">
                <a16:creationId xmlns:a16="http://schemas.microsoft.com/office/drawing/2014/main" id="{3A7787C0-C3E4-7175-C965-C8346E26E89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77" name="rc1331">
            <a:extLst>
              <a:ext uri="{FF2B5EF4-FFF2-40B4-BE49-F238E27FC236}">
                <a16:creationId xmlns:a16="http://schemas.microsoft.com/office/drawing/2014/main" id="{A56D4752-FBD3-D1CC-7510-269B21BF968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78" name="rc1332">
            <a:extLst>
              <a:ext uri="{FF2B5EF4-FFF2-40B4-BE49-F238E27FC236}">
                <a16:creationId xmlns:a16="http://schemas.microsoft.com/office/drawing/2014/main" id="{5FC18C39-689B-C773-0AFD-7BBF30D1954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79" name="rc1333">
            <a:extLst>
              <a:ext uri="{FF2B5EF4-FFF2-40B4-BE49-F238E27FC236}">
                <a16:creationId xmlns:a16="http://schemas.microsoft.com/office/drawing/2014/main" id="{211B74BF-5B1B-964F-B500-F307207C62A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80" name="rc1334">
            <a:extLst>
              <a:ext uri="{FF2B5EF4-FFF2-40B4-BE49-F238E27FC236}">
                <a16:creationId xmlns:a16="http://schemas.microsoft.com/office/drawing/2014/main" id="{C5A45AD7-856E-63DA-093C-D63113B6F94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81" name="rc1335">
            <a:extLst>
              <a:ext uri="{FF2B5EF4-FFF2-40B4-BE49-F238E27FC236}">
                <a16:creationId xmlns:a16="http://schemas.microsoft.com/office/drawing/2014/main" id="{E7434DA6-0671-267E-7AA1-508D9B624EB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82" name="rc1336">
            <a:extLst>
              <a:ext uri="{FF2B5EF4-FFF2-40B4-BE49-F238E27FC236}">
                <a16:creationId xmlns:a16="http://schemas.microsoft.com/office/drawing/2014/main" id="{C4ECF4D3-B471-1C5C-BFB1-5DA86860650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83" name="rc1337">
            <a:extLst>
              <a:ext uri="{FF2B5EF4-FFF2-40B4-BE49-F238E27FC236}">
                <a16:creationId xmlns:a16="http://schemas.microsoft.com/office/drawing/2014/main" id="{D0277717-4470-B16F-F561-970088AC438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84" name="rc1338">
            <a:extLst>
              <a:ext uri="{FF2B5EF4-FFF2-40B4-BE49-F238E27FC236}">
                <a16:creationId xmlns:a16="http://schemas.microsoft.com/office/drawing/2014/main" id="{AA8729AB-13CB-7CD8-87E2-43353F3B7CD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85" name="rc1339">
            <a:extLst>
              <a:ext uri="{FF2B5EF4-FFF2-40B4-BE49-F238E27FC236}">
                <a16:creationId xmlns:a16="http://schemas.microsoft.com/office/drawing/2014/main" id="{42D70A01-BF1A-D87E-C66B-43A9CDD459C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86" name="rc1340">
            <a:extLst>
              <a:ext uri="{FF2B5EF4-FFF2-40B4-BE49-F238E27FC236}">
                <a16:creationId xmlns:a16="http://schemas.microsoft.com/office/drawing/2014/main" id="{1DB574EF-64CC-4FB3-7DAB-BA56CA5C139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87" name="rc1341">
            <a:extLst>
              <a:ext uri="{FF2B5EF4-FFF2-40B4-BE49-F238E27FC236}">
                <a16:creationId xmlns:a16="http://schemas.microsoft.com/office/drawing/2014/main" id="{63E8F327-95ED-9E8F-28C7-CA7310A5C66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88" name="rc1342">
            <a:extLst>
              <a:ext uri="{FF2B5EF4-FFF2-40B4-BE49-F238E27FC236}">
                <a16:creationId xmlns:a16="http://schemas.microsoft.com/office/drawing/2014/main" id="{B9770DBB-FF61-4404-216C-88D8BFF88DA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89" name="rc1343">
            <a:extLst>
              <a:ext uri="{FF2B5EF4-FFF2-40B4-BE49-F238E27FC236}">
                <a16:creationId xmlns:a16="http://schemas.microsoft.com/office/drawing/2014/main" id="{5E4408A5-60E1-1B34-843B-E520F9617F7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90" name="rc1344">
            <a:extLst>
              <a:ext uri="{FF2B5EF4-FFF2-40B4-BE49-F238E27FC236}">
                <a16:creationId xmlns:a16="http://schemas.microsoft.com/office/drawing/2014/main" id="{60E09A46-ED22-B285-5B45-869504F525F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91" name="rc1345">
            <a:extLst>
              <a:ext uri="{FF2B5EF4-FFF2-40B4-BE49-F238E27FC236}">
                <a16:creationId xmlns:a16="http://schemas.microsoft.com/office/drawing/2014/main" id="{B40CB2B8-6EF1-2AC6-A9F7-8753771613B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92" name="rc1346">
            <a:extLst>
              <a:ext uri="{FF2B5EF4-FFF2-40B4-BE49-F238E27FC236}">
                <a16:creationId xmlns:a16="http://schemas.microsoft.com/office/drawing/2014/main" id="{F02B7370-A640-FC95-258F-4F11BD2A641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93" name="rc1347">
            <a:extLst>
              <a:ext uri="{FF2B5EF4-FFF2-40B4-BE49-F238E27FC236}">
                <a16:creationId xmlns:a16="http://schemas.microsoft.com/office/drawing/2014/main" id="{B84C6ADF-9E74-A14D-A70F-4FD66CEE724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94" name="rc1348">
            <a:extLst>
              <a:ext uri="{FF2B5EF4-FFF2-40B4-BE49-F238E27FC236}">
                <a16:creationId xmlns:a16="http://schemas.microsoft.com/office/drawing/2014/main" id="{6CA2C679-453B-E78E-C712-66FD4248C00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95" name="rc1349">
            <a:extLst>
              <a:ext uri="{FF2B5EF4-FFF2-40B4-BE49-F238E27FC236}">
                <a16:creationId xmlns:a16="http://schemas.microsoft.com/office/drawing/2014/main" id="{9E33D819-AA4F-46AA-EEBE-248DC607C86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96" name="rc1350">
            <a:extLst>
              <a:ext uri="{FF2B5EF4-FFF2-40B4-BE49-F238E27FC236}">
                <a16:creationId xmlns:a16="http://schemas.microsoft.com/office/drawing/2014/main" id="{3C55268F-33E4-7065-16DA-5E5389A6EBF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97" name="rc1351">
            <a:extLst>
              <a:ext uri="{FF2B5EF4-FFF2-40B4-BE49-F238E27FC236}">
                <a16:creationId xmlns:a16="http://schemas.microsoft.com/office/drawing/2014/main" id="{99015C38-65B3-1446-807D-FF26CCB6E6B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98" name="rc1352">
            <a:extLst>
              <a:ext uri="{FF2B5EF4-FFF2-40B4-BE49-F238E27FC236}">
                <a16:creationId xmlns:a16="http://schemas.microsoft.com/office/drawing/2014/main" id="{4B89494E-9829-FABC-8725-6861B9085AA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599" name="rc1353">
            <a:extLst>
              <a:ext uri="{FF2B5EF4-FFF2-40B4-BE49-F238E27FC236}">
                <a16:creationId xmlns:a16="http://schemas.microsoft.com/office/drawing/2014/main" id="{02804A62-A51A-24A6-5530-CA4D3A5D16D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00" name="rc1354">
            <a:extLst>
              <a:ext uri="{FF2B5EF4-FFF2-40B4-BE49-F238E27FC236}">
                <a16:creationId xmlns:a16="http://schemas.microsoft.com/office/drawing/2014/main" id="{75D8A524-419F-4AEB-5B89-8B6E5C577CF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01" name="rc1355">
            <a:extLst>
              <a:ext uri="{FF2B5EF4-FFF2-40B4-BE49-F238E27FC236}">
                <a16:creationId xmlns:a16="http://schemas.microsoft.com/office/drawing/2014/main" id="{DB339EAB-FCAF-CDF0-AE36-0351743812B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02" name="rc1356">
            <a:extLst>
              <a:ext uri="{FF2B5EF4-FFF2-40B4-BE49-F238E27FC236}">
                <a16:creationId xmlns:a16="http://schemas.microsoft.com/office/drawing/2014/main" id="{12B4E93F-EB63-4610-2D21-7A14F5ACB94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03" name="rc1357">
            <a:extLst>
              <a:ext uri="{FF2B5EF4-FFF2-40B4-BE49-F238E27FC236}">
                <a16:creationId xmlns:a16="http://schemas.microsoft.com/office/drawing/2014/main" id="{D7DDF168-8B0A-1797-4D47-F498FB24D2B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04" name="rc1358">
            <a:extLst>
              <a:ext uri="{FF2B5EF4-FFF2-40B4-BE49-F238E27FC236}">
                <a16:creationId xmlns:a16="http://schemas.microsoft.com/office/drawing/2014/main" id="{B0412660-E988-1EE5-10AF-F55011E3DF8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05" name="rc1359">
            <a:extLst>
              <a:ext uri="{FF2B5EF4-FFF2-40B4-BE49-F238E27FC236}">
                <a16:creationId xmlns:a16="http://schemas.microsoft.com/office/drawing/2014/main" id="{52E60984-5EE2-07F3-4A88-852632D2E3C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06" name="rc1360">
            <a:extLst>
              <a:ext uri="{FF2B5EF4-FFF2-40B4-BE49-F238E27FC236}">
                <a16:creationId xmlns:a16="http://schemas.microsoft.com/office/drawing/2014/main" id="{AD4A1ECB-0B82-8B32-F9A6-0C3732D6C7C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07" name="rc1361">
            <a:extLst>
              <a:ext uri="{FF2B5EF4-FFF2-40B4-BE49-F238E27FC236}">
                <a16:creationId xmlns:a16="http://schemas.microsoft.com/office/drawing/2014/main" id="{0C1484C7-908B-24BD-A929-C1281A13EB6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08" name="rc1362">
            <a:extLst>
              <a:ext uri="{FF2B5EF4-FFF2-40B4-BE49-F238E27FC236}">
                <a16:creationId xmlns:a16="http://schemas.microsoft.com/office/drawing/2014/main" id="{CE1B18C0-A6EF-21F1-429C-57BACBC7663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09" name="rc1363">
            <a:extLst>
              <a:ext uri="{FF2B5EF4-FFF2-40B4-BE49-F238E27FC236}">
                <a16:creationId xmlns:a16="http://schemas.microsoft.com/office/drawing/2014/main" id="{6C5FCB4A-4CFF-F789-5AA9-441BF80F376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10" name="rc1364">
            <a:extLst>
              <a:ext uri="{FF2B5EF4-FFF2-40B4-BE49-F238E27FC236}">
                <a16:creationId xmlns:a16="http://schemas.microsoft.com/office/drawing/2014/main" id="{0C74A667-4075-DC59-D85E-9EB75A25E9D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11" name="rc1365">
            <a:extLst>
              <a:ext uri="{FF2B5EF4-FFF2-40B4-BE49-F238E27FC236}">
                <a16:creationId xmlns:a16="http://schemas.microsoft.com/office/drawing/2014/main" id="{89D1EF12-67A5-507F-2CF5-ED5B2A0B6B8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12" name="rc1366">
            <a:extLst>
              <a:ext uri="{FF2B5EF4-FFF2-40B4-BE49-F238E27FC236}">
                <a16:creationId xmlns:a16="http://schemas.microsoft.com/office/drawing/2014/main" id="{1471B589-15EB-762A-2CB8-3F3649F795B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13" name="rc1367">
            <a:extLst>
              <a:ext uri="{FF2B5EF4-FFF2-40B4-BE49-F238E27FC236}">
                <a16:creationId xmlns:a16="http://schemas.microsoft.com/office/drawing/2014/main" id="{5A5017D9-F8A1-94AA-5679-B1E3D347426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14" name="rc1368">
            <a:extLst>
              <a:ext uri="{FF2B5EF4-FFF2-40B4-BE49-F238E27FC236}">
                <a16:creationId xmlns:a16="http://schemas.microsoft.com/office/drawing/2014/main" id="{51DD9E94-D061-1E80-C3AB-D2EAD0B1D5F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15" name="rc1369">
            <a:extLst>
              <a:ext uri="{FF2B5EF4-FFF2-40B4-BE49-F238E27FC236}">
                <a16:creationId xmlns:a16="http://schemas.microsoft.com/office/drawing/2014/main" id="{C7847BBF-B75F-4D1C-3879-D2DD914F42F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16" name="rc1370">
            <a:extLst>
              <a:ext uri="{FF2B5EF4-FFF2-40B4-BE49-F238E27FC236}">
                <a16:creationId xmlns:a16="http://schemas.microsoft.com/office/drawing/2014/main" id="{6C7E2F01-244F-1CFF-B933-7300623713A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17" name="rc1371">
            <a:extLst>
              <a:ext uri="{FF2B5EF4-FFF2-40B4-BE49-F238E27FC236}">
                <a16:creationId xmlns:a16="http://schemas.microsoft.com/office/drawing/2014/main" id="{6D246A8B-4158-5395-BF8C-BF9436BC86A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18" name="rc1372">
            <a:extLst>
              <a:ext uri="{FF2B5EF4-FFF2-40B4-BE49-F238E27FC236}">
                <a16:creationId xmlns:a16="http://schemas.microsoft.com/office/drawing/2014/main" id="{0552D466-A64D-84D8-EDCF-E44CB777941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19" name="rc1373">
            <a:extLst>
              <a:ext uri="{FF2B5EF4-FFF2-40B4-BE49-F238E27FC236}">
                <a16:creationId xmlns:a16="http://schemas.microsoft.com/office/drawing/2014/main" id="{44575473-A764-0CB0-6E86-85A0ADA544B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20" name="rc1374">
            <a:extLst>
              <a:ext uri="{FF2B5EF4-FFF2-40B4-BE49-F238E27FC236}">
                <a16:creationId xmlns:a16="http://schemas.microsoft.com/office/drawing/2014/main" id="{A3675CB0-1C56-1030-0139-0DEAEB7DFB5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21" name="rc1375">
            <a:extLst>
              <a:ext uri="{FF2B5EF4-FFF2-40B4-BE49-F238E27FC236}">
                <a16:creationId xmlns:a16="http://schemas.microsoft.com/office/drawing/2014/main" id="{78FB2092-C19D-78DE-6BA8-026987BF755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22" name="rc1376">
            <a:extLst>
              <a:ext uri="{FF2B5EF4-FFF2-40B4-BE49-F238E27FC236}">
                <a16:creationId xmlns:a16="http://schemas.microsoft.com/office/drawing/2014/main" id="{24D0D9DA-0EFD-12CE-A3BE-59A7C937502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23" name="rc1377">
            <a:extLst>
              <a:ext uri="{FF2B5EF4-FFF2-40B4-BE49-F238E27FC236}">
                <a16:creationId xmlns:a16="http://schemas.microsoft.com/office/drawing/2014/main" id="{6445B5BA-8D99-8CEB-F83B-209834B1DDC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24" name="rc1378">
            <a:extLst>
              <a:ext uri="{FF2B5EF4-FFF2-40B4-BE49-F238E27FC236}">
                <a16:creationId xmlns:a16="http://schemas.microsoft.com/office/drawing/2014/main" id="{B1F20E0B-3BB9-22BA-30F0-6FF298F037D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25" name="rc1379">
            <a:extLst>
              <a:ext uri="{FF2B5EF4-FFF2-40B4-BE49-F238E27FC236}">
                <a16:creationId xmlns:a16="http://schemas.microsoft.com/office/drawing/2014/main" id="{F08FF5E4-EAD2-1512-2DAB-034104302FE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26" name="rc1380">
            <a:extLst>
              <a:ext uri="{FF2B5EF4-FFF2-40B4-BE49-F238E27FC236}">
                <a16:creationId xmlns:a16="http://schemas.microsoft.com/office/drawing/2014/main" id="{537F3008-DAC7-CCBE-3F74-A61600A4F6D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27" name="rc1381">
            <a:extLst>
              <a:ext uri="{FF2B5EF4-FFF2-40B4-BE49-F238E27FC236}">
                <a16:creationId xmlns:a16="http://schemas.microsoft.com/office/drawing/2014/main" id="{10D2B197-1EAA-C35D-1B19-5B721B7F7AC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28" name="rc1382">
            <a:extLst>
              <a:ext uri="{FF2B5EF4-FFF2-40B4-BE49-F238E27FC236}">
                <a16:creationId xmlns:a16="http://schemas.microsoft.com/office/drawing/2014/main" id="{CA7991BB-4AC6-419C-A180-347A6E512E9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29" name="rc1383">
            <a:extLst>
              <a:ext uri="{FF2B5EF4-FFF2-40B4-BE49-F238E27FC236}">
                <a16:creationId xmlns:a16="http://schemas.microsoft.com/office/drawing/2014/main" id="{D91D3AA4-A08D-C56E-4073-44CA931585B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30" name="rc1384">
            <a:extLst>
              <a:ext uri="{FF2B5EF4-FFF2-40B4-BE49-F238E27FC236}">
                <a16:creationId xmlns:a16="http://schemas.microsoft.com/office/drawing/2014/main" id="{758AEFDF-B7AC-EE31-D84A-08560162E31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31" name="rc1385">
            <a:extLst>
              <a:ext uri="{FF2B5EF4-FFF2-40B4-BE49-F238E27FC236}">
                <a16:creationId xmlns:a16="http://schemas.microsoft.com/office/drawing/2014/main" id="{610AA49F-9CAA-59C2-3E25-0E74192A9AB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32" name="rc1386">
            <a:extLst>
              <a:ext uri="{FF2B5EF4-FFF2-40B4-BE49-F238E27FC236}">
                <a16:creationId xmlns:a16="http://schemas.microsoft.com/office/drawing/2014/main" id="{520EDE9D-05EE-328E-CE5F-09B3F887265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33" name="rc1387">
            <a:extLst>
              <a:ext uri="{FF2B5EF4-FFF2-40B4-BE49-F238E27FC236}">
                <a16:creationId xmlns:a16="http://schemas.microsoft.com/office/drawing/2014/main" id="{63942FD2-4981-9BAF-28D8-A486297DFEB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34" name="rc1388">
            <a:extLst>
              <a:ext uri="{FF2B5EF4-FFF2-40B4-BE49-F238E27FC236}">
                <a16:creationId xmlns:a16="http://schemas.microsoft.com/office/drawing/2014/main" id="{453928A8-DDD7-4450-E09C-BB60B00303E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35" name="rc1389">
            <a:extLst>
              <a:ext uri="{FF2B5EF4-FFF2-40B4-BE49-F238E27FC236}">
                <a16:creationId xmlns:a16="http://schemas.microsoft.com/office/drawing/2014/main" id="{E35D32EF-BD5D-959D-C40C-2B7010EF3AA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36" name="rc1390">
            <a:extLst>
              <a:ext uri="{FF2B5EF4-FFF2-40B4-BE49-F238E27FC236}">
                <a16:creationId xmlns:a16="http://schemas.microsoft.com/office/drawing/2014/main" id="{48D63C97-BCE0-B16A-6E78-53291CB68FF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37" name="rc1391">
            <a:extLst>
              <a:ext uri="{FF2B5EF4-FFF2-40B4-BE49-F238E27FC236}">
                <a16:creationId xmlns:a16="http://schemas.microsoft.com/office/drawing/2014/main" id="{4C278D3B-2686-A49F-F654-6B84597A70D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38" name="rc1392">
            <a:extLst>
              <a:ext uri="{FF2B5EF4-FFF2-40B4-BE49-F238E27FC236}">
                <a16:creationId xmlns:a16="http://schemas.microsoft.com/office/drawing/2014/main" id="{0DE5F3B4-5DE1-7352-1534-88398FA91E5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39" name="rc1393">
            <a:extLst>
              <a:ext uri="{FF2B5EF4-FFF2-40B4-BE49-F238E27FC236}">
                <a16:creationId xmlns:a16="http://schemas.microsoft.com/office/drawing/2014/main" id="{FF686D7A-5D4A-C254-634F-1B20D17BBEF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40" name="rc1394">
            <a:extLst>
              <a:ext uri="{FF2B5EF4-FFF2-40B4-BE49-F238E27FC236}">
                <a16:creationId xmlns:a16="http://schemas.microsoft.com/office/drawing/2014/main" id="{D71C793B-FAFE-0315-59DC-1B18A78DD5C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41" name="rc1395">
            <a:extLst>
              <a:ext uri="{FF2B5EF4-FFF2-40B4-BE49-F238E27FC236}">
                <a16:creationId xmlns:a16="http://schemas.microsoft.com/office/drawing/2014/main" id="{EF097037-DB21-3917-3D61-4D523CB5F11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42" name="rc1396">
            <a:extLst>
              <a:ext uri="{FF2B5EF4-FFF2-40B4-BE49-F238E27FC236}">
                <a16:creationId xmlns:a16="http://schemas.microsoft.com/office/drawing/2014/main" id="{8E2600E6-BA64-6F70-B963-A1E7BD32C2A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43" name="rc1397">
            <a:extLst>
              <a:ext uri="{FF2B5EF4-FFF2-40B4-BE49-F238E27FC236}">
                <a16:creationId xmlns:a16="http://schemas.microsoft.com/office/drawing/2014/main" id="{29D8D79D-8C4F-7D9B-6C22-CF027AAAA38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44" name="rc1398">
            <a:extLst>
              <a:ext uri="{FF2B5EF4-FFF2-40B4-BE49-F238E27FC236}">
                <a16:creationId xmlns:a16="http://schemas.microsoft.com/office/drawing/2014/main" id="{E05F1E6C-75D0-40A8-AB55-A51891CC34D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45" name="rc1399">
            <a:extLst>
              <a:ext uri="{FF2B5EF4-FFF2-40B4-BE49-F238E27FC236}">
                <a16:creationId xmlns:a16="http://schemas.microsoft.com/office/drawing/2014/main" id="{96433079-68A7-20BC-1464-BF1C925AD76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46" name="rc1400">
            <a:extLst>
              <a:ext uri="{FF2B5EF4-FFF2-40B4-BE49-F238E27FC236}">
                <a16:creationId xmlns:a16="http://schemas.microsoft.com/office/drawing/2014/main" id="{05E9FCD3-FA95-6A12-F1B2-A245DC3B7A5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47" name="rc1401">
            <a:extLst>
              <a:ext uri="{FF2B5EF4-FFF2-40B4-BE49-F238E27FC236}">
                <a16:creationId xmlns:a16="http://schemas.microsoft.com/office/drawing/2014/main" id="{AA9D70BC-6D9C-9233-0FD9-3E8CC11A8E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48" name="rc1402">
            <a:extLst>
              <a:ext uri="{FF2B5EF4-FFF2-40B4-BE49-F238E27FC236}">
                <a16:creationId xmlns:a16="http://schemas.microsoft.com/office/drawing/2014/main" id="{6EEC7C58-7112-8CD8-D408-940808B588D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49" name="rc1403">
            <a:extLst>
              <a:ext uri="{FF2B5EF4-FFF2-40B4-BE49-F238E27FC236}">
                <a16:creationId xmlns:a16="http://schemas.microsoft.com/office/drawing/2014/main" id="{237661DE-2766-D4DE-B357-9068BC4FD46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50" name="rc1404">
            <a:extLst>
              <a:ext uri="{FF2B5EF4-FFF2-40B4-BE49-F238E27FC236}">
                <a16:creationId xmlns:a16="http://schemas.microsoft.com/office/drawing/2014/main" id="{B659D073-DB73-1B16-69FC-3F6C7936C37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51" name="rc1405">
            <a:extLst>
              <a:ext uri="{FF2B5EF4-FFF2-40B4-BE49-F238E27FC236}">
                <a16:creationId xmlns:a16="http://schemas.microsoft.com/office/drawing/2014/main" id="{9520999D-391C-15CE-1C77-A01E6B8A2B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52" name="rc1406">
            <a:extLst>
              <a:ext uri="{FF2B5EF4-FFF2-40B4-BE49-F238E27FC236}">
                <a16:creationId xmlns:a16="http://schemas.microsoft.com/office/drawing/2014/main" id="{0B89E0EB-A49B-E394-CF7A-8003EB2C457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53" name="rc1407">
            <a:extLst>
              <a:ext uri="{FF2B5EF4-FFF2-40B4-BE49-F238E27FC236}">
                <a16:creationId xmlns:a16="http://schemas.microsoft.com/office/drawing/2014/main" id="{60CE790E-C0D8-D20D-1277-2877433FD80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54" name="rc1408">
            <a:extLst>
              <a:ext uri="{FF2B5EF4-FFF2-40B4-BE49-F238E27FC236}">
                <a16:creationId xmlns:a16="http://schemas.microsoft.com/office/drawing/2014/main" id="{F56AFE69-25D8-3DD2-C4BC-847E79E1C7F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55" name="rc1409">
            <a:extLst>
              <a:ext uri="{FF2B5EF4-FFF2-40B4-BE49-F238E27FC236}">
                <a16:creationId xmlns:a16="http://schemas.microsoft.com/office/drawing/2014/main" id="{4F4748C5-8009-67DE-0E9F-942F167EBA1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56" name="rc1410">
            <a:extLst>
              <a:ext uri="{FF2B5EF4-FFF2-40B4-BE49-F238E27FC236}">
                <a16:creationId xmlns:a16="http://schemas.microsoft.com/office/drawing/2014/main" id="{A616BF6E-5074-3B0E-C216-5DD60C4440D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57" name="rc1411">
            <a:extLst>
              <a:ext uri="{FF2B5EF4-FFF2-40B4-BE49-F238E27FC236}">
                <a16:creationId xmlns:a16="http://schemas.microsoft.com/office/drawing/2014/main" id="{B611EB31-E857-3486-D4C9-79D16340902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58" name="rc1412">
            <a:extLst>
              <a:ext uri="{FF2B5EF4-FFF2-40B4-BE49-F238E27FC236}">
                <a16:creationId xmlns:a16="http://schemas.microsoft.com/office/drawing/2014/main" id="{E51DB5E4-B4B4-9C54-221D-CE0425486D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59" name="rc1413">
            <a:extLst>
              <a:ext uri="{FF2B5EF4-FFF2-40B4-BE49-F238E27FC236}">
                <a16:creationId xmlns:a16="http://schemas.microsoft.com/office/drawing/2014/main" id="{F527614C-00AF-022F-3671-6C956B1C190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60" name="rc1414">
            <a:extLst>
              <a:ext uri="{FF2B5EF4-FFF2-40B4-BE49-F238E27FC236}">
                <a16:creationId xmlns:a16="http://schemas.microsoft.com/office/drawing/2014/main" id="{51D2B651-3FBC-BE53-1AE7-7084E5E81F9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61" name="rc1415">
            <a:extLst>
              <a:ext uri="{FF2B5EF4-FFF2-40B4-BE49-F238E27FC236}">
                <a16:creationId xmlns:a16="http://schemas.microsoft.com/office/drawing/2014/main" id="{8CD35D9F-5CA1-DF2A-CB7A-3BDB84AD8DD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62" name="rc1416">
            <a:extLst>
              <a:ext uri="{FF2B5EF4-FFF2-40B4-BE49-F238E27FC236}">
                <a16:creationId xmlns:a16="http://schemas.microsoft.com/office/drawing/2014/main" id="{8C2209C7-F80E-FC51-5085-5632BE06E40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63" name="rc1417">
            <a:extLst>
              <a:ext uri="{FF2B5EF4-FFF2-40B4-BE49-F238E27FC236}">
                <a16:creationId xmlns:a16="http://schemas.microsoft.com/office/drawing/2014/main" id="{B4D02902-E636-EA1A-170C-CAE4CEEA865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64" name="rc1418">
            <a:extLst>
              <a:ext uri="{FF2B5EF4-FFF2-40B4-BE49-F238E27FC236}">
                <a16:creationId xmlns:a16="http://schemas.microsoft.com/office/drawing/2014/main" id="{104406DD-FCCF-17F9-3AD4-928E645B59D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65" name="rc1419">
            <a:extLst>
              <a:ext uri="{FF2B5EF4-FFF2-40B4-BE49-F238E27FC236}">
                <a16:creationId xmlns:a16="http://schemas.microsoft.com/office/drawing/2014/main" id="{45C939BC-9D5E-7F36-4047-7AEC96302CC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66" name="rc1420">
            <a:extLst>
              <a:ext uri="{FF2B5EF4-FFF2-40B4-BE49-F238E27FC236}">
                <a16:creationId xmlns:a16="http://schemas.microsoft.com/office/drawing/2014/main" id="{7538C1BB-4F02-E464-DDA9-0C51185F5CF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67" name="rc1421">
            <a:extLst>
              <a:ext uri="{FF2B5EF4-FFF2-40B4-BE49-F238E27FC236}">
                <a16:creationId xmlns:a16="http://schemas.microsoft.com/office/drawing/2014/main" id="{6E4A570E-7C2F-78E1-2F70-0FE50982F85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68" name="rc1422">
            <a:extLst>
              <a:ext uri="{FF2B5EF4-FFF2-40B4-BE49-F238E27FC236}">
                <a16:creationId xmlns:a16="http://schemas.microsoft.com/office/drawing/2014/main" id="{27D8D52F-225C-F1E4-0FAF-EFB2EEE418B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69" name="rc1423">
            <a:extLst>
              <a:ext uri="{FF2B5EF4-FFF2-40B4-BE49-F238E27FC236}">
                <a16:creationId xmlns:a16="http://schemas.microsoft.com/office/drawing/2014/main" id="{681A1D5A-EAA1-E75A-AF7E-4C2A050F39A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70" name="rc1424">
            <a:extLst>
              <a:ext uri="{FF2B5EF4-FFF2-40B4-BE49-F238E27FC236}">
                <a16:creationId xmlns:a16="http://schemas.microsoft.com/office/drawing/2014/main" id="{527CE155-5AB0-3F05-6775-9EC833F3E54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71" name="rc1425">
            <a:extLst>
              <a:ext uri="{FF2B5EF4-FFF2-40B4-BE49-F238E27FC236}">
                <a16:creationId xmlns:a16="http://schemas.microsoft.com/office/drawing/2014/main" id="{8CB31E50-4135-18D4-0466-113E786C857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72" name="rc1426">
            <a:extLst>
              <a:ext uri="{FF2B5EF4-FFF2-40B4-BE49-F238E27FC236}">
                <a16:creationId xmlns:a16="http://schemas.microsoft.com/office/drawing/2014/main" id="{EACDBEC6-685D-B4B1-D767-312EEDBF8C5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73" name="rc1427">
            <a:extLst>
              <a:ext uri="{FF2B5EF4-FFF2-40B4-BE49-F238E27FC236}">
                <a16:creationId xmlns:a16="http://schemas.microsoft.com/office/drawing/2014/main" id="{200CB6E2-7FC7-9A67-7611-8E166733EB8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74" name="rc1428">
            <a:extLst>
              <a:ext uri="{FF2B5EF4-FFF2-40B4-BE49-F238E27FC236}">
                <a16:creationId xmlns:a16="http://schemas.microsoft.com/office/drawing/2014/main" id="{BA1E8C76-7542-402E-DEBD-50DD69C7192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75" name="rc1429">
            <a:extLst>
              <a:ext uri="{FF2B5EF4-FFF2-40B4-BE49-F238E27FC236}">
                <a16:creationId xmlns:a16="http://schemas.microsoft.com/office/drawing/2014/main" id="{A8149E9B-6657-6DFE-79F8-E75896BE643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76" name="rc1430">
            <a:extLst>
              <a:ext uri="{FF2B5EF4-FFF2-40B4-BE49-F238E27FC236}">
                <a16:creationId xmlns:a16="http://schemas.microsoft.com/office/drawing/2014/main" id="{ECAD9699-890F-39AB-3ECF-AE4E53D39F3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77" name="rc1431">
            <a:extLst>
              <a:ext uri="{FF2B5EF4-FFF2-40B4-BE49-F238E27FC236}">
                <a16:creationId xmlns:a16="http://schemas.microsoft.com/office/drawing/2014/main" id="{420512B4-7C32-BBD7-07E7-C593F0680D5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78" name="rc1432">
            <a:extLst>
              <a:ext uri="{FF2B5EF4-FFF2-40B4-BE49-F238E27FC236}">
                <a16:creationId xmlns:a16="http://schemas.microsoft.com/office/drawing/2014/main" id="{7472CD23-D06C-7B4A-E470-782C604DDEBD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79" name="rc1433">
            <a:extLst>
              <a:ext uri="{FF2B5EF4-FFF2-40B4-BE49-F238E27FC236}">
                <a16:creationId xmlns:a16="http://schemas.microsoft.com/office/drawing/2014/main" id="{4CDA33E7-DB00-411B-08F9-13B764A492F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80" name="rc1434">
            <a:extLst>
              <a:ext uri="{FF2B5EF4-FFF2-40B4-BE49-F238E27FC236}">
                <a16:creationId xmlns:a16="http://schemas.microsoft.com/office/drawing/2014/main" id="{8D602120-0A31-1562-AD62-46EAC8F991F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81" name="rc1435">
            <a:extLst>
              <a:ext uri="{FF2B5EF4-FFF2-40B4-BE49-F238E27FC236}">
                <a16:creationId xmlns:a16="http://schemas.microsoft.com/office/drawing/2014/main" id="{0093D1FD-AE20-7ACF-2D56-2B8CA86EF9E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82" name="rc1436">
            <a:extLst>
              <a:ext uri="{FF2B5EF4-FFF2-40B4-BE49-F238E27FC236}">
                <a16:creationId xmlns:a16="http://schemas.microsoft.com/office/drawing/2014/main" id="{95A08725-C7A1-FFB2-9089-4498C386B87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83" name="rc1437">
            <a:extLst>
              <a:ext uri="{FF2B5EF4-FFF2-40B4-BE49-F238E27FC236}">
                <a16:creationId xmlns:a16="http://schemas.microsoft.com/office/drawing/2014/main" id="{1FF4D638-17F5-9A54-5717-0A7795213EC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84" name="rc1438">
            <a:extLst>
              <a:ext uri="{FF2B5EF4-FFF2-40B4-BE49-F238E27FC236}">
                <a16:creationId xmlns:a16="http://schemas.microsoft.com/office/drawing/2014/main" id="{1D37BE8D-9776-A12E-71E1-3C1FD49FA30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85" name="rc1439">
            <a:extLst>
              <a:ext uri="{FF2B5EF4-FFF2-40B4-BE49-F238E27FC236}">
                <a16:creationId xmlns:a16="http://schemas.microsoft.com/office/drawing/2014/main" id="{82748187-AEFC-E92E-CD27-0DDD85212B2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86" name="rc1440">
            <a:extLst>
              <a:ext uri="{FF2B5EF4-FFF2-40B4-BE49-F238E27FC236}">
                <a16:creationId xmlns:a16="http://schemas.microsoft.com/office/drawing/2014/main" id="{50CB3CCB-0318-5D8E-E31F-F762F1BA25C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87" name="rc1441">
            <a:extLst>
              <a:ext uri="{FF2B5EF4-FFF2-40B4-BE49-F238E27FC236}">
                <a16:creationId xmlns:a16="http://schemas.microsoft.com/office/drawing/2014/main" id="{DD92AB08-76DD-9195-A28C-33B06C0AC69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88" name="rc1442">
            <a:extLst>
              <a:ext uri="{FF2B5EF4-FFF2-40B4-BE49-F238E27FC236}">
                <a16:creationId xmlns:a16="http://schemas.microsoft.com/office/drawing/2014/main" id="{6FB22FAE-03A3-0A41-6862-1BA3ACB9FC6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89" name="rc1443">
            <a:extLst>
              <a:ext uri="{FF2B5EF4-FFF2-40B4-BE49-F238E27FC236}">
                <a16:creationId xmlns:a16="http://schemas.microsoft.com/office/drawing/2014/main" id="{0E37EE09-996F-9254-2024-9680A4188C0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90" name="rc1444">
            <a:extLst>
              <a:ext uri="{FF2B5EF4-FFF2-40B4-BE49-F238E27FC236}">
                <a16:creationId xmlns:a16="http://schemas.microsoft.com/office/drawing/2014/main" id="{C8251BA1-112C-810C-AD67-C016C29B472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91" name="rc1445">
            <a:extLst>
              <a:ext uri="{FF2B5EF4-FFF2-40B4-BE49-F238E27FC236}">
                <a16:creationId xmlns:a16="http://schemas.microsoft.com/office/drawing/2014/main" id="{D39509CA-E081-F5DC-88B5-2E9CD50513B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92" name="rc1446">
            <a:extLst>
              <a:ext uri="{FF2B5EF4-FFF2-40B4-BE49-F238E27FC236}">
                <a16:creationId xmlns:a16="http://schemas.microsoft.com/office/drawing/2014/main" id="{FDA98D02-6EA9-746D-B145-08EFFFB62D2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93" name="rc1447">
            <a:extLst>
              <a:ext uri="{FF2B5EF4-FFF2-40B4-BE49-F238E27FC236}">
                <a16:creationId xmlns:a16="http://schemas.microsoft.com/office/drawing/2014/main" id="{308A1A67-F1A0-8A38-9BF1-9B2520A279B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94" name="rc1448">
            <a:extLst>
              <a:ext uri="{FF2B5EF4-FFF2-40B4-BE49-F238E27FC236}">
                <a16:creationId xmlns:a16="http://schemas.microsoft.com/office/drawing/2014/main" id="{AA9FE92E-777B-099E-7D93-2F972A25FCBA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95" name="rc1449">
            <a:extLst>
              <a:ext uri="{FF2B5EF4-FFF2-40B4-BE49-F238E27FC236}">
                <a16:creationId xmlns:a16="http://schemas.microsoft.com/office/drawing/2014/main" id="{E0F703F5-31E1-1DBF-27DE-E4682E050E8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96" name="rc1450">
            <a:extLst>
              <a:ext uri="{FF2B5EF4-FFF2-40B4-BE49-F238E27FC236}">
                <a16:creationId xmlns:a16="http://schemas.microsoft.com/office/drawing/2014/main" id="{73BD813A-FB64-3EB5-FEB8-5E074EC8BC7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97" name="rc1451">
            <a:extLst>
              <a:ext uri="{FF2B5EF4-FFF2-40B4-BE49-F238E27FC236}">
                <a16:creationId xmlns:a16="http://schemas.microsoft.com/office/drawing/2014/main" id="{C202D008-1C3C-461B-EA00-D34FD0930D02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98" name="rc1452">
            <a:extLst>
              <a:ext uri="{FF2B5EF4-FFF2-40B4-BE49-F238E27FC236}">
                <a16:creationId xmlns:a16="http://schemas.microsoft.com/office/drawing/2014/main" id="{B325335A-9741-DB36-CABA-1EEB601966F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99" name="rc1453">
            <a:extLst>
              <a:ext uri="{FF2B5EF4-FFF2-40B4-BE49-F238E27FC236}">
                <a16:creationId xmlns:a16="http://schemas.microsoft.com/office/drawing/2014/main" id="{C0A472BB-97E2-9E45-7CED-93EB6E51C83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00" name="rc1454">
            <a:extLst>
              <a:ext uri="{FF2B5EF4-FFF2-40B4-BE49-F238E27FC236}">
                <a16:creationId xmlns:a16="http://schemas.microsoft.com/office/drawing/2014/main" id="{8367A1C6-D95B-D137-4FBA-C71648FE513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01" name="rc1455">
            <a:extLst>
              <a:ext uri="{FF2B5EF4-FFF2-40B4-BE49-F238E27FC236}">
                <a16:creationId xmlns:a16="http://schemas.microsoft.com/office/drawing/2014/main" id="{A7154265-B420-B067-F2F1-949222E3F91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02" name="rc1456">
            <a:extLst>
              <a:ext uri="{FF2B5EF4-FFF2-40B4-BE49-F238E27FC236}">
                <a16:creationId xmlns:a16="http://schemas.microsoft.com/office/drawing/2014/main" id="{2EF8DDF7-B122-F4F4-7DDE-435A979ADFA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03" name="rc1457">
            <a:extLst>
              <a:ext uri="{FF2B5EF4-FFF2-40B4-BE49-F238E27FC236}">
                <a16:creationId xmlns:a16="http://schemas.microsoft.com/office/drawing/2014/main" id="{F81980A9-AECF-85BC-A928-57AD4562FC6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04" name="rc1458">
            <a:extLst>
              <a:ext uri="{FF2B5EF4-FFF2-40B4-BE49-F238E27FC236}">
                <a16:creationId xmlns:a16="http://schemas.microsoft.com/office/drawing/2014/main" id="{C278217E-2FBD-8F19-D44B-2596B9D5F62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05" name="rc1459">
            <a:extLst>
              <a:ext uri="{FF2B5EF4-FFF2-40B4-BE49-F238E27FC236}">
                <a16:creationId xmlns:a16="http://schemas.microsoft.com/office/drawing/2014/main" id="{39DC95EA-E32E-703E-09C0-64F370660239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06" name="rc1460">
            <a:extLst>
              <a:ext uri="{FF2B5EF4-FFF2-40B4-BE49-F238E27FC236}">
                <a16:creationId xmlns:a16="http://schemas.microsoft.com/office/drawing/2014/main" id="{2BE967DF-F07D-0420-5C71-9FA3059B236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07" name="rc1461">
            <a:extLst>
              <a:ext uri="{FF2B5EF4-FFF2-40B4-BE49-F238E27FC236}">
                <a16:creationId xmlns:a16="http://schemas.microsoft.com/office/drawing/2014/main" id="{16840E58-57C3-D65B-E3BB-80596BA4240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08" name="rc1462">
            <a:extLst>
              <a:ext uri="{FF2B5EF4-FFF2-40B4-BE49-F238E27FC236}">
                <a16:creationId xmlns:a16="http://schemas.microsoft.com/office/drawing/2014/main" id="{AC972DE1-FD66-01E6-CDBB-13DADFE2BD9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09" name="rc1463">
            <a:extLst>
              <a:ext uri="{FF2B5EF4-FFF2-40B4-BE49-F238E27FC236}">
                <a16:creationId xmlns:a16="http://schemas.microsoft.com/office/drawing/2014/main" id="{01CB9501-C0F4-EB73-59E6-7BF0DA0514E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10" name="rc1464">
            <a:extLst>
              <a:ext uri="{FF2B5EF4-FFF2-40B4-BE49-F238E27FC236}">
                <a16:creationId xmlns:a16="http://schemas.microsoft.com/office/drawing/2014/main" id="{D484F89E-35B7-E1EE-9890-B87C28B1884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11" name="rc1465">
            <a:extLst>
              <a:ext uri="{FF2B5EF4-FFF2-40B4-BE49-F238E27FC236}">
                <a16:creationId xmlns:a16="http://schemas.microsoft.com/office/drawing/2014/main" id="{96A3367A-F2EB-F2BE-F097-09DF18C49B3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12" name="rc1466">
            <a:extLst>
              <a:ext uri="{FF2B5EF4-FFF2-40B4-BE49-F238E27FC236}">
                <a16:creationId xmlns:a16="http://schemas.microsoft.com/office/drawing/2014/main" id="{38E1BEE7-4473-FD2B-0920-7598C3A2E82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13" name="rc1467">
            <a:extLst>
              <a:ext uri="{FF2B5EF4-FFF2-40B4-BE49-F238E27FC236}">
                <a16:creationId xmlns:a16="http://schemas.microsoft.com/office/drawing/2014/main" id="{9C810FAC-B99A-E85E-115B-5E571A2FF01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14" name="rc1468">
            <a:extLst>
              <a:ext uri="{FF2B5EF4-FFF2-40B4-BE49-F238E27FC236}">
                <a16:creationId xmlns:a16="http://schemas.microsoft.com/office/drawing/2014/main" id="{388DA9DD-537D-835C-6EB7-0A353EA13EEE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15" name="rc1469">
            <a:extLst>
              <a:ext uri="{FF2B5EF4-FFF2-40B4-BE49-F238E27FC236}">
                <a16:creationId xmlns:a16="http://schemas.microsoft.com/office/drawing/2014/main" id="{BB061946-CBE5-AF44-A480-25F765ECD8E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16" name="rc1470">
            <a:extLst>
              <a:ext uri="{FF2B5EF4-FFF2-40B4-BE49-F238E27FC236}">
                <a16:creationId xmlns:a16="http://schemas.microsoft.com/office/drawing/2014/main" id="{5CB8147E-7795-67EF-BAEF-460B352FBCA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17" name="rc1471">
            <a:extLst>
              <a:ext uri="{FF2B5EF4-FFF2-40B4-BE49-F238E27FC236}">
                <a16:creationId xmlns:a16="http://schemas.microsoft.com/office/drawing/2014/main" id="{0A7BEA15-BFC7-F9AC-AEC2-7C41F298920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18" name="rc1472">
            <a:extLst>
              <a:ext uri="{FF2B5EF4-FFF2-40B4-BE49-F238E27FC236}">
                <a16:creationId xmlns:a16="http://schemas.microsoft.com/office/drawing/2014/main" id="{AF90EDB3-5D51-A15F-403A-3C35FFD1503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19" name="rc1473">
            <a:extLst>
              <a:ext uri="{FF2B5EF4-FFF2-40B4-BE49-F238E27FC236}">
                <a16:creationId xmlns:a16="http://schemas.microsoft.com/office/drawing/2014/main" id="{B596E86C-1A97-2382-8EA3-7324CC57EEF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20" name="rc1474">
            <a:extLst>
              <a:ext uri="{FF2B5EF4-FFF2-40B4-BE49-F238E27FC236}">
                <a16:creationId xmlns:a16="http://schemas.microsoft.com/office/drawing/2014/main" id="{885680DF-EF6E-9260-6C84-5C7A57C28ED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21" name="rc1475">
            <a:extLst>
              <a:ext uri="{FF2B5EF4-FFF2-40B4-BE49-F238E27FC236}">
                <a16:creationId xmlns:a16="http://schemas.microsoft.com/office/drawing/2014/main" id="{5D73BD70-133D-A5A1-A3E1-9337CD92E90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22" name="rc1476">
            <a:extLst>
              <a:ext uri="{FF2B5EF4-FFF2-40B4-BE49-F238E27FC236}">
                <a16:creationId xmlns:a16="http://schemas.microsoft.com/office/drawing/2014/main" id="{717B7941-8606-6E35-9B2B-BD0DF0C3E17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23" name="rc1477">
            <a:extLst>
              <a:ext uri="{FF2B5EF4-FFF2-40B4-BE49-F238E27FC236}">
                <a16:creationId xmlns:a16="http://schemas.microsoft.com/office/drawing/2014/main" id="{FEBA78BF-851A-09CD-B580-554F4C5DF04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24" name="rc1478">
            <a:extLst>
              <a:ext uri="{FF2B5EF4-FFF2-40B4-BE49-F238E27FC236}">
                <a16:creationId xmlns:a16="http://schemas.microsoft.com/office/drawing/2014/main" id="{968285D1-4B68-9450-E0F5-168394E519E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25" name="rc1479">
            <a:extLst>
              <a:ext uri="{FF2B5EF4-FFF2-40B4-BE49-F238E27FC236}">
                <a16:creationId xmlns:a16="http://schemas.microsoft.com/office/drawing/2014/main" id="{DC47E110-476E-C290-786A-4CFB7985E32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26" name="rc1480">
            <a:extLst>
              <a:ext uri="{FF2B5EF4-FFF2-40B4-BE49-F238E27FC236}">
                <a16:creationId xmlns:a16="http://schemas.microsoft.com/office/drawing/2014/main" id="{92408606-44F0-86AD-6A1A-E812066CC416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27" name="rc1481">
            <a:extLst>
              <a:ext uri="{FF2B5EF4-FFF2-40B4-BE49-F238E27FC236}">
                <a16:creationId xmlns:a16="http://schemas.microsoft.com/office/drawing/2014/main" id="{C4EBA5EF-725A-B9F6-4FC1-3A4A96C3D2E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28" name="rc1482">
            <a:extLst>
              <a:ext uri="{FF2B5EF4-FFF2-40B4-BE49-F238E27FC236}">
                <a16:creationId xmlns:a16="http://schemas.microsoft.com/office/drawing/2014/main" id="{C8C693C2-0791-CD07-0D69-4B599AAD1A3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29" name="rc1483">
            <a:extLst>
              <a:ext uri="{FF2B5EF4-FFF2-40B4-BE49-F238E27FC236}">
                <a16:creationId xmlns:a16="http://schemas.microsoft.com/office/drawing/2014/main" id="{DCE29E34-406E-03BF-2202-83791593DEB5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30" name="rc1484">
            <a:extLst>
              <a:ext uri="{FF2B5EF4-FFF2-40B4-BE49-F238E27FC236}">
                <a16:creationId xmlns:a16="http://schemas.microsoft.com/office/drawing/2014/main" id="{2A5E1570-0CA1-0F59-F948-446560DD149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31" name="rc1485">
            <a:extLst>
              <a:ext uri="{FF2B5EF4-FFF2-40B4-BE49-F238E27FC236}">
                <a16:creationId xmlns:a16="http://schemas.microsoft.com/office/drawing/2014/main" id="{2D6E20CB-1CE7-41D6-1810-7F899C0C5DB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32" name="rc1486">
            <a:extLst>
              <a:ext uri="{FF2B5EF4-FFF2-40B4-BE49-F238E27FC236}">
                <a16:creationId xmlns:a16="http://schemas.microsoft.com/office/drawing/2014/main" id="{DCB9EE3D-8920-B79E-331B-00B74AB7A4D3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33" name="rc1487">
            <a:extLst>
              <a:ext uri="{FF2B5EF4-FFF2-40B4-BE49-F238E27FC236}">
                <a16:creationId xmlns:a16="http://schemas.microsoft.com/office/drawing/2014/main" id="{F4B2EF10-0B85-C1C7-48F9-E62962DB1F74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34" name="rc1488">
            <a:extLst>
              <a:ext uri="{FF2B5EF4-FFF2-40B4-BE49-F238E27FC236}">
                <a16:creationId xmlns:a16="http://schemas.microsoft.com/office/drawing/2014/main" id="{94CED4C8-3DC8-0EEA-5CE4-B7E90FAEC2FB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35" name="rc1489">
            <a:extLst>
              <a:ext uri="{FF2B5EF4-FFF2-40B4-BE49-F238E27FC236}">
                <a16:creationId xmlns:a16="http://schemas.microsoft.com/office/drawing/2014/main" id="{4BDDE7B9-B661-8C88-EB40-EA0F4AE0A60F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36" name="rc1490">
            <a:extLst>
              <a:ext uri="{FF2B5EF4-FFF2-40B4-BE49-F238E27FC236}">
                <a16:creationId xmlns:a16="http://schemas.microsoft.com/office/drawing/2014/main" id="{B85F6AF6-D6C8-CC3C-F284-8C891DA9B5E8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37" name="rc1491">
            <a:extLst>
              <a:ext uri="{FF2B5EF4-FFF2-40B4-BE49-F238E27FC236}">
                <a16:creationId xmlns:a16="http://schemas.microsoft.com/office/drawing/2014/main" id="{B2B76CB7-8EA4-68A0-4F67-E938593AF391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38" name="rc1492">
            <a:extLst>
              <a:ext uri="{FF2B5EF4-FFF2-40B4-BE49-F238E27FC236}">
                <a16:creationId xmlns:a16="http://schemas.microsoft.com/office/drawing/2014/main" id="{5429E661-C3D5-367E-0DD2-9A42B45BC5C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39" name="rc1493">
            <a:extLst>
              <a:ext uri="{FF2B5EF4-FFF2-40B4-BE49-F238E27FC236}">
                <a16:creationId xmlns:a16="http://schemas.microsoft.com/office/drawing/2014/main" id="{4B43FDF6-D7EB-BD84-B8B6-E516411EB107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40" name="rc1494">
            <a:extLst>
              <a:ext uri="{FF2B5EF4-FFF2-40B4-BE49-F238E27FC236}">
                <a16:creationId xmlns:a16="http://schemas.microsoft.com/office/drawing/2014/main" id="{F6E72693-1AC5-D1FA-609D-0B6B991E433C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41" name="rc1495">
            <a:extLst>
              <a:ext uri="{FF2B5EF4-FFF2-40B4-BE49-F238E27FC236}">
                <a16:creationId xmlns:a16="http://schemas.microsoft.com/office/drawing/2014/main" id="{B5E063A5-7B91-53B5-A25A-6DA24CC37800}"/>
              </a:ext>
            </a:extLst>
          </p:cNvPr>
          <p:cNvSpPr/>
          <p:nvPr/>
        </p:nvSpPr>
        <p:spPr>
          <a:xfrm>
            <a:off x="3684356" y="2333061"/>
            <a:ext cx="570041" cy="549247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42" name="pt1496">
            <a:extLst>
              <a:ext uri="{FF2B5EF4-FFF2-40B4-BE49-F238E27FC236}">
                <a16:creationId xmlns:a16="http://schemas.microsoft.com/office/drawing/2014/main" id="{B3C010B0-9168-35E5-B212-A321715F3E97}"/>
              </a:ext>
            </a:extLst>
          </p:cNvPr>
          <p:cNvSpPr/>
          <p:nvPr/>
        </p:nvSpPr>
        <p:spPr>
          <a:xfrm>
            <a:off x="2336429" y="3730582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43" name="pt1497">
            <a:extLst>
              <a:ext uri="{FF2B5EF4-FFF2-40B4-BE49-F238E27FC236}">
                <a16:creationId xmlns:a16="http://schemas.microsoft.com/office/drawing/2014/main" id="{8F96DD91-DC86-3A0F-3ECD-9EF0C1B76360}"/>
              </a:ext>
            </a:extLst>
          </p:cNvPr>
          <p:cNvSpPr/>
          <p:nvPr/>
        </p:nvSpPr>
        <p:spPr>
          <a:xfrm>
            <a:off x="3504310" y="3186921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44" name="pt1498">
            <a:extLst>
              <a:ext uri="{FF2B5EF4-FFF2-40B4-BE49-F238E27FC236}">
                <a16:creationId xmlns:a16="http://schemas.microsoft.com/office/drawing/2014/main" id="{3BDBC034-334B-E90D-369E-E2546D2EA024}"/>
              </a:ext>
            </a:extLst>
          </p:cNvPr>
          <p:cNvSpPr/>
          <p:nvPr/>
        </p:nvSpPr>
        <p:spPr>
          <a:xfrm>
            <a:off x="1725281" y="3735083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45" name="pt1499">
            <a:extLst>
              <a:ext uri="{FF2B5EF4-FFF2-40B4-BE49-F238E27FC236}">
                <a16:creationId xmlns:a16="http://schemas.microsoft.com/office/drawing/2014/main" id="{CD47A926-8F30-773D-502D-75E7175E5413}"/>
              </a:ext>
            </a:extLst>
          </p:cNvPr>
          <p:cNvSpPr/>
          <p:nvPr/>
        </p:nvSpPr>
        <p:spPr>
          <a:xfrm>
            <a:off x="1477354" y="3947471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46" name="pt1500">
            <a:extLst>
              <a:ext uri="{FF2B5EF4-FFF2-40B4-BE49-F238E27FC236}">
                <a16:creationId xmlns:a16="http://schemas.microsoft.com/office/drawing/2014/main" id="{A34BE13D-421F-1606-E935-7748A8BCE892}"/>
              </a:ext>
            </a:extLst>
          </p:cNvPr>
          <p:cNvSpPr/>
          <p:nvPr/>
        </p:nvSpPr>
        <p:spPr>
          <a:xfrm>
            <a:off x="3296134" y="3397998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47" name="pt1501">
            <a:extLst>
              <a:ext uri="{FF2B5EF4-FFF2-40B4-BE49-F238E27FC236}">
                <a16:creationId xmlns:a16="http://schemas.microsoft.com/office/drawing/2014/main" id="{A574ADA3-BF76-A6EE-9FC3-28BAE4ECE754}"/>
              </a:ext>
            </a:extLst>
          </p:cNvPr>
          <p:cNvSpPr/>
          <p:nvPr/>
        </p:nvSpPr>
        <p:spPr>
          <a:xfrm>
            <a:off x="3284977" y="3401818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48" name="pt1502">
            <a:extLst>
              <a:ext uri="{FF2B5EF4-FFF2-40B4-BE49-F238E27FC236}">
                <a16:creationId xmlns:a16="http://schemas.microsoft.com/office/drawing/2014/main" id="{E55DE8BE-94A7-03EC-412D-A96D2C3105E0}"/>
              </a:ext>
            </a:extLst>
          </p:cNvPr>
          <p:cNvSpPr/>
          <p:nvPr/>
        </p:nvSpPr>
        <p:spPr>
          <a:xfrm>
            <a:off x="2278064" y="3761434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49" name="pt1503">
            <a:extLst>
              <a:ext uri="{FF2B5EF4-FFF2-40B4-BE49-F238E27FC236}">
                <a16:creationId xmlns:a16="http://schemas.microsoft.com/office/drawing/2014/main" id="{B8D0F4FD-8F8A-C5E2-090B-B6A3AA784438}"/>
              </a:ext>
            </a:extLst>
          </p:cNvPr>
          <p:cNvSpPr/>
          <p:nvPr/>
        </p:nvSpPr>
        <p:spPr>
          <a:xfrm>
            <a:off x="1583748" y="3863730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50" name="pt1504">
            <a:extLst>
              <a:ext uri="{FF2B5EF4-FFF2-40B4-BE49-F238E27FC236}">
                <a16:creationId xmlns:a16="http://schemas.microsoft.com/office/drawing/2014/main" id="{BC762709-08EB-A0C5-9EA8-7BDA2B17DD48}"/>
              </a:ext>
            </a:extLst>
          </p:cNvPr>
          <p:cNvSpPr/>
          <p:nvPr/>
        </p:nvSpPr>
        <p:spPr>
          <a:xfrm>
            <a:off x="3884575" y="2613364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51" name="pt1505">
            <a:extLst>
              <a:ext uri="{FF2B5EF4-FFF2-40B4-BE49-F238E27FC236}">
                <a16:creationId xmlns:a16="http://schemas.microsoft.com/office/drawing/2014/main" id="{5653B87D-F229-C8FC-DC4C-5D3E34322B3C}"/>
              </a:ext>
            </a:extLst>
          </p:cNvPr>
          <p:cNvSpPr/>
          <p:nvPr/>
        </p:nvSpPr>
        <p:spPr>
          <a:xfrm>
            <a:off x="3254308" y="3481997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52" name="pt1506">
            <a:extLst>
              <a:ext uri="{FF2B5EF4-FFF2-40B4-BE49-F238E27FC236}">
                <a16:creationId xmlns:a16="http://schemas.microsoft.com/office/drawing/2014/main" id="{A00C24DD-012C-30FB-0650-465F3CBE7B9F}"/>
              </a:ext>
            </a:extLst>
          </p:cNvPr>
          <p:cNvSpPr/>
          <p:nvPr/>
        </p:nvSpPr>
        <p:spPr>
          <a:xfrm>
            <a:off x="3246766" y="3476988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53" name="pt1507">
            <a:extLst>
              <a:ext uri="{FF2B5EF4-FFF2-40B4-BE49-F238E27FC236}">
                <a16:creationId xmlns:a16="http://schemas.microsoft.com/office/drawing/2014/main" id="{0FEE2487-3F71-C9FD-BFE4-8C96777312B5}"/>
              </a:ext>
            </a:extLst>
          </p:cNvPr>
          <p:cNvSpPr/>
          <p:nvPr/>
        </p:nvSpPr>
        <p:spPr>
          <a:xfrm>
            <a:off x="2089156" y="3761997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54" name="pt1508">
            <a:extLst>
              <a:ext uri="{FF2B5EF4-FFF2-40B4-BE49-F238E27FC236}">
                <a16:creationId xmlns:a16="http://schemas.microsoft.com/office/drawing/2014/main" id="{60338E26-7B86-D72A-D661-63667237CAF8}"/>
              </a:ext>
            </a:extLst>
          </p:cNvPr>
          <p:cNvSpPr/>
          <p:nvPr/>
        </p:nvSpPr>
        <p:spPr>
          <a:xfrm>
            <a:off x="2178214" y="3787174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55" name="pt1509">
            <a:extLst>
              <a:ext uri="{FF2B5EF4-FFF2-40B4-BE49-F238E27FC236}">
                <a16:creationId xmlns:a16="http://schemas.microsoft.com/office/drawing/2014/main" id="{33A8314A-63C4-8899-53A8-8005283DCF2B}"/>
              </a:ext>
            </a:extLst>
          </p:cNvPr>
          <p:cNvSpPr/>
          <p:nvPr/>
        </p:nvSpPr>
        <p:spPr>
          <a:xfrm>
            <a:off x="3410772" y="3294990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56" name="pt1510">
            <a:extLst>
              <a:ext uri="{FF2B5EF4-FFF2-40B4-BE49-F238E27FC236}">
                <a16:creationId xmlns:a16="http://schemas.microsoft.com/office/drawing/2014/main" id="{21838CB7-2BA6-B194-07DF-BA3C61B62B45}"/>
              </a:ext>
            </a:extLst>
          </p:cNvPr>
          <p:cNvSpPr/>
          <p:nvPr/>
        </p:nvSpPr>
        <p:spPr>
          <a:xfrm>
            <a:off x="1908895" y="3702388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57" name="pt1511">
            <a:extLst>
              <a:ext uri="{FF2B5EF4-FFF2-40B4-BE49-F238E27FC236}">
                <a16:creationId xmlns:a16="http://schemas.microsoft.com/office/drawing/2014/main" id="{F3A9AF12-3001-489D-2143-329C679D63E5}"/>
              </a:ext>
            </a:extLst>
          </p:cNvPr>
          <p:cNvSpPr/>
          <p:nvPr/>
        </p:nvSpPr>
        <p:spPr>
          <a:xfrm>
            <a:off x="4416421" y="1851468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58" name="pt1512">
            <a:extLst>
              <a:ext uri="{FF2B5EF4-FFF2-40B4-BE49-F238E27FC236}">
                <a16:creationId xmlns:a16="http://schemas.microsoft.com/office/drawing/2014/main" id="{D3C206E9-33C0-A96E-41AA-DAC019DCBBF2}"/>
              </a:ext>
            </a:extLst>
          </p:cNvPr>
          <p:cNvSpPr/>
          <p:nvPr/>
        </p:nvSpPr>
        <p:spPr>
          <a:xfrm>
            <a:off x="4355826" y="2068491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59" name="pt1513">
            <a:extLst>
              <a:ext uri="{FF2B5EF4-FFF2-40B4-BE49-F238E27FC236}">
                <a16:creationId xmlns:a16="http://schemas.microsoft.com/office/drawing/2014/main" id="{ABE568B7-A8A0-1E30-2AF3-86AF925E4AD7}"/>
              </a:ext>
            </a:extLst>
          </p:cNvPr>
          <p:cNvSpPr/>
          <p:nvPr/>
        </p:nvSpPr>
        <p:spPr>
          <a:xfrm>
            <a:off x="4357518" y="2060929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60" name="pt1514">
            <a:extLst>
              <a:ext uri="{FF2B5EF4-FFF2-40B4-BE49-F238E27FC236}">
                <a16:creationId xmlns:a16="http://schemas.microsoft.com/office/drawing/2014/main" id="{7D24B96D-4904-ED94-B254-AF312192C01E}"/>
              </a:ext>
            </a:extLst>
          </p:cNvPr>
          <p:cNvSpPr/>
          <p:nvPr/>
        </p:nvSpPr>
        <p:spPr>
          <a:xfrm>
            <a:off x="3238573" y="3619006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61" name="pt1515">
            <a:extLst>
              <a:ext uri="{FF2B5EF4-FFF2-40B4-BE49-F238E27FC236}">
                <a16:creationId xmlns:a16="http://schemas.microsoft.com/office/drawing/2014/main" id="{52CCD119-CE5D-6B5E-E4FD-F771B689B4D6}"/>
              </a:ext>
            </a:extLst>
          </p:cNvPr>
          <p:cNvSpPr/>
          <p:nvPr/>
        </p:nvSpPr>
        <p:spPr>
          <a:xfrm>
            <a:off x="2468404" y="3628429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62" name="pt1516">
            <a:extLst>
              <a:ext uri="{FF2B5EF4-FFF2-40B4-BE49-F238E27FC236}">
                <a16:creationId xmlns:a16="http://schemas.microsoft.com/office/drawing/2014/main" id="{5FE5AE63-BB31-CF5F-4BC3-486870177E44}"/>
              </a:ext>
            </a:extLst>
          </p:cNvPr>
          <p:cNvSpPr/>
          <p:nvPr/>
        </p:nvSpPr>
        <p:spPr>
          <a:xfrm>
            <a:off x="4424812" y="1893789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63" name="pt1517">
            <a:extLst>
              <a:ext uri="{FF2B5EF4-FFF2-40B4-BE49-F238E27FC236}">
                <a16:creationId xmlns:a16="http://schemas.microsoft.com/office/drawing/2014/main" id="{AC220EC4-6105-07A1-F40C-DDDDACAB2261}"/>
              </a:ext>
            </a:extLst>
          </p:cNvPr>
          <p:cNvSpPr/>
          <p:nvPr/>
        </p:nvSpPr>
        <p:spPr>
          <a:xfrm>
            <a:off x="3968611" y="2409200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64" name="pt1518">
            <a:extLst>
              <a:ext uri="{FF2B5EF4-FFF2-40B4-BE49-F238E27FC236}">
                <a16:creationId xmlns:a16="http://schemas.microsoft.com/office/drawing/2014/main" id="{514148DC-9294-97E3-8A7D-595B17FE12A2}"/>
              </a:ext>
            </a:extLst>
          </p:cNvPr>
          <p:cNvSpPr/>
          <p:nvPr/>
        </p:nvSpPr>
        <p:spPr>
          <a:xfrm>
            <a:off x="3901025" y="2358596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65" name="pt1519">
            <a:extLst>
              <a:ext uri="{FF2B5EF4-FFF2-40B4-BE49-F238E27FC236}">
                <a16:creationId xmlns:a16="http://schemas.microsoft.com/office/drawing/2014/main" id="{9E06CACB-AD45-C033-33D8-9D455C98C5A9}"/>
              </a:ext>
            </a:extLst>
          </p:cNvPr>
          <p:cNvSpPr/>
          <p:nvPr/>
        </p:nvSpPr>
        <p:spPr>
          <a:xfrm>
            <a:off x="4976090" y="1745148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66" name="pt1520">
            <a:extLst>
              <a:ext uri="{FF2B5EF4-FFF2-40B4-BE49-F238E27FC236}">
                <a16:creationId xmlns:a16="http://schemas.microsoft.com/office/drawing/2014/main" id="{0A7C3906-CB1B-C0BC-B224-D69997A2F9AB}"/>
              </a:ext>
            </a:extLst>
          </p:cNvPr>
          <p:cNvSpPr/>
          <p:nvPr/>
        </p:nvSpPr>
        <p:spPr>
          <a:xfrm>
            <a:off x="4977185" y="1743049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67" name="pt1521">
            <a:extLst>
              <a:ext uri="{FF2B5EF4-FFF2-40B4-BE49-F238E27FC236}">
                <a16:creationId xmlns:a16="http://schemas.microsoft.com/office/drawing/2014/main" id="{47DEBA51-1F50-74F0-EC6A-5D52D9F05AE9}"/>
              </a:ext>
            </a:extLst>
          </p:cNvPr>
          <p:cNvSpPr/>
          <p:nvPr/>
        </p:nvSpPr>
        <p:spPr>
          <a:xfrm>
            <a:off x="1841731" y="3710794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68" name="pt1522">
            <a:extLst>
              <a:ext uri="{FF2B5EF4-FFF2-40B4-BE49-F238E27FC236}">
                <a16:creationId xmlns:a16="http://schemas.microsoft.com/office/drawing/2014/main" id="{E79C45BC-E6D4-8BBB-BC63-50BB00125BFB}"/>
              </a:ext>
            </a:extLst>
          </p:cNvPr>
          <p:cNvSpPr/>
          <p:nvPr/>
        </p:nvSpPr>
        <p:spPr>
          <a:xfrm>
            <a:off x="3783983" y="2690826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69" name="pt1523">
            <a:extLst>
              <a:ext uri="{FF2B5EF4-FFF2-40B4-BE49-F238E27FC236}">
                <a16:creationId xmlns:a16="http://schemas.microsoft.com/office/drawing/2014/main" id="{EB1DABDD-013E-6BCD-A61D-7B7ACE361AF9}"/>
              </a:ext>
            </a:extLst>
          </p:cNvPr>
          <p:cNvSpPr/>
          <p:nvPr/>
        </p:nvSpPr>
        <p:spPr>
          <a:xfrm>
            <a:off x="3775841" y="2678907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70" name="pt1524">
            <a:extLst>
              <a:ext uri="{FF2B5EF4-FFF2-40B4-BE49-F238E27FC236}">
                <a16:creationId xmlns:a16="http://schemas.microsoft.com/office/drawing/2014/main" id="{56690A70-32AA-72A9-541E-7F63DB1C5511}"/>
              </a:ext>
            </a:extLst>
          </p:cNvPr>
          <p:cNvSpPr/>
          <p:nvPr/>
        </p:nvSpPr>
        <p:spPr>
          <a:xfrm>
            <a:off x="3897350" y="2868779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71" name="pt1525">
            <a:extLst>
              <a:ext uri="{FF2B5EF4-FFF2-40B4-BE49-F238E27FC236}">
                <a16:creationId xmlns:a16="http://schemas.microsoft.com/office/drawing/2014/main" id="{DF96806B-7FEF-638A-E4A0-230CF2738F37}"/>
              </a:ext>
            </a:extLst>
          </p:cNvPr>
          <p:cNvSpPr/>
          <p:nvPr/>
        </p:nvSpPr>
        <p:spPr>
          <a:xfrm>
            <a:off x="5314408" y="1418167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72" name="pt1526">
            <a:extLst>
              <a:ext uri="{FF2B5EF4-FFF2-40B4-BE49-F238E27FC236}">
                <a16:creationId xmlns:a16="http://schemas.microsoft.com/office/drawing/2014/main" id="{8E4CF3BB-AC5D-EF40-2C96-01C23BCF350F}"/>
              </a:ext>
            </a:extLst>
          </p:cNvPr>
          <p:cNvSpPr/>
          <p:nvPr/>
        </p:nvSpPr>
        <p:spPr>
          <a:xfrm>
            <a:off x="3737663" y="2512423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73" name="pt1527">
            <a:extLst>
              <a:ext uri="{FF2B5EF4-FFF2-40B4-BE49-F238E27FC236}">
                <a16:creationId xmlns:a16="http://schemas.microsoft.com/office/drawing/2014/main" id="{A2FA0C1A-5CE6-355F-65E1-A2680BD62ABB}"/>
              </a:ext>
            </a:extLst>
          </p:cNvPr>
          <p:cNvSpPr/>
          <p:nvPr/>
        </p:nvSpPr>
        <p:spPr>
          <a:xfrm>
            <a:off x="4570804" y="1715435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74" name="pt1528">
            <a:extLst>
              <a:ext uri="{FF2B5EF4-FFF2-40B4-BE49-F238E27FC236}">
                <a16:creationId xmlns:a16="http://schemas.microsoft.com/office/drawing/2014/main" id="{3F05D4AF-489B-2D7D-D844-FA13FEC1816E}"/>
              </a:ext>
            </a:extLst>
          </p:cNvPr>
          <p:cNvSpPr/>
          <p:nvPr/>
        </p:nvSpPr>
        <p:spPr>
          <a:xfrm>
            <a:off x="4527911" y="1742503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75" name="pt1529">
            <a:extLst>
              <a:ext uri="{FF2B5EF4-FFF2-40B4-BE49-F238E27FC236}">
                <a16:creationId xmlns:a16="http://schemas.microsoft.com/office/drawing/2014/main" id="{984A6B37-0FBB-3C94-C4BD-BC893C24F496}"/>
              </a:ext>
            </a:extLst>
          </p:cNvPr>
          <p:cNvSpPr/>
          <p:nvPr/>
        </p:nvSpPr>
        <p:spPr>
          <a:xfrm>
            <a:off x="3638404" y="3100503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76" name="pt1530">
            <a:extLst>
              <a:ext uri="{FF2B5EF4-FFF2-40B4-BE49-F238E27FC236}">
                <a16:creationId xmlns:a16="http://schemas.microsoft.com/office/drawing/2014/main" id="{B3467C6E-16C1-8C84-42D7-979E0E5F6D2B}"/>
              </a:ext>
            </a:extLst>
          </p:cNvPr>
          <p:cNvSpPr/>
          <p:nvPr/>
        </p:nvSpPr>
        <p:spPr>
          <a:xfrm>
            <a:off x="3629652" y="3125942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77" name="pt1531">
            <a:extLst>
              <a:ext uri="{FF2B5EF4-FFF2-40B4-BE49-F238E27FC236}">
                <a16:creationId xmlns:a16="http://schemas.microsoft.com/office/drawing/2014/main" id="{D21EC982-FD0A-5056-CA2F-7952D3C274FC}"/>
              </a:ext>
            </a:extLst>
          </p:cNvPr>
          <p:cNvSpPr/>
          <p:nvPr/>
        </p:nvSpPr>
        <p:spPr>
          <a:xfrm>
            <a:off x="4156315" y="2118737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78" name="pt1532">
            <a:extLst>
              <a:ext uri="{FF2B5EF4-FFF2-40B4-BE49-F238E27FC236}">
                <a16:creationId xmlns:a16="http://schemas.microsoft.com/office/drawing/2014/main" id="{F7065928-EADA-ECC3-F2AE-63E71F79E93D}"/>
              </a:ext>
            </a:extLst>
          </p:cNvPr>
          <p:cNvSpPr/>
          <p:nvPr/>
        </p:nvSpPr>
        <p:spPr>
          <a:xfrm>
            <a:off x="2815060" y="3724231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79" name="pt1533">
            <a:extLst>
              <a:ext uri="{FF2B5EF4-FFF2-40B4-BE49-F238E27FC236}">
                <a16:creationId xmlns:a16="http://schemas.microsoft.com/office/drawing/2014/main" id="{E1FD02ED-3E23-2F60-60AA-949DC6A13B64}"/>
              </a:ext>
            </a:extLst>
          </p:cNvPr>
          <p:cNvSpPr/>
          <p:nvPr/>
        </p:nvSpPr>
        <p:spPr>
          <a:xfrm>
            <a:off x="2863341" y="3723310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80" name="pt1534">
            <a:extLst>
              <a:ext uri="{FF2B5EF4-FFF2-40B4-BE49-F238E27FC236}">
                <a16:creationId xmlns:a16="http://schemas.microsoft.com/office/drawing/2014/main" id="{8748097F-795C-17C7-FFDD-4241FDAFCC9A}"/>
              </a:ext>
            </a:extLst>
          </p:cNvPr>
          <p:cNvSpPr/>
          <p:nvPr/>
        </p:nvSpPr>
        <p:spPr>
          <a:xfrm>
            <a:off x="4229016" y="2101143"/>
            <a:ext cx="90303" cy="90303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81" name="rc1535">
            <a:extLst>
              <a:ext uri="{FF2B5EF4-FFF2-40B4-BE49-F238E27FC236}">
                <a16:creationId xmlns:a16="http://schemas.microsoft.com/office/drawing/2014/main" id="{B9B82DB4-EB3C-907D-645F-59E0B69EA37F}"/>
              </a:ext>
            </a:extLst>
          </p:cNvPr>
          <p:cNvSpPr/>
          <p:nvPr/>
        </p:nvSpPr>
        <p:spPr>
          <a:xfrm>
            <a:off x="1479481" y="3954275"/>
            <a:ext cx="80029" cy="80029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82" name="rc1536">
            <a:extLst>
              <a:ext uri="{FF2B5EF4-FFF2-40B4-BE49-F238E27FC236}">
                <a16:creationId xmlns:a16="http://schemas.microsoft.com/office/drawing/2014/main" id="{DC024D50-02B1-3C62-BD17-2DAC9334127A}"/>
              </a:ext>
            </a:extLst>
          </p:cNvPr>
          <p:cNvSpPr/>
          <p:nvPr/>
        </p:nvSpPr>
        <p:spPr>
          <a:xfrm>
            <a:off x="2182260" y="3791016"/>
            <a:ext cx="80029" cy="80029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83" name="rc1537">
            <a:extLst>
              <a:ext uri="{FF2B5EF4-FFF2-40B4-BE49-F238E27FC236}">
                <a16:creationId xmlns:a16="http://schemas.microsoft.com/office/drawing/2014/main" id="{99F0C97F-8DC7-C898-83EB-0AFB826EE5FD}"/>
              </a:ext>
            </a:extLst>
          </p:cNvPr>
          <p:cNvSpPr/>
          <p:nvPr/>
        </p:nvSpPr>
        <p:spPr>
          <a:xfrm>
            <a:off x="3243407" y="3623985"/>
            <a:ext cx="80029" cy="80029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84" name="rc1538">
            <a:extLst>
              <a:ext uri="{FF2B5EF4-FFF2-40B4-BE49-F238E27FC236}">
                <a16:creationId xmlns:a16="http://schemas.microsoft.com/office/drawing/2014/main" id="{08E27814-7CF5-53CD-81C3-2B2210813F3E}"/>
              </a:ext>
            </a:extLst>
          </p:cNvPr>
          <p:cNvSpPr/>
          <p:nvPr/>
        </p:nvSpPr>
        <p:spPr>
          <a:xfrm>
            <a:off x="3764028" y="2675339"/>
            <a:ext cx="80029" cy="80029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85" name="rc1539">
            <a:extLst>
              <a:ext uri="{FF2B5EF4-FFF2-40B4-BE49-F238E27FC236}">
                <a16:creationId xmlns:a16="http://schemas.microsoft.com/office/drawing/2014/main" id="{593FE5FA-9B3E-7E8C-F205-DD999200ED16}"/>
              </a:ext>
            </a:extLst>
          </p:cNvPr>
          <p:cNvSpPr/>
          <p:nvPr/>
        </p:nvSpPr>
        <p:spPr>
          <a:xfrm>
            <a:off x="3800410" y="2567538"/>
            <a:ext cx="80029" cy="80029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86" name="rc1540">
            <a:extLst>
              <a:ext uri="{FF2B5EF4-FFF2-40B4-BE49-F238E27FC236}">
                <a16:creationId xmlns:a16="http://schemas.microsoft.com/office/drawing/2014/main" id="{76676ABA-395C-12DE-0BCE-C3AC3B71C275}"/>
              </a:ext>
            </a:extLst>
          </p:cNvPr>
          <p:cNvSpPr/>
          <p:nvPr/>
        </p:nvSpPr>
        <p:spPr>
          <a:xfrm>
            <a:off x="3796217" y="2670255"/>
            <a:ext cx="80029" cy="80029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87" name="rc1541">
            <a:extLst>
              <a:ext uri="{FF2B5EF4-FFF2-40B4-BE49-F238E27FC236}">
                <a16:creationId xmlns:a16="http://schemas.microsoft.com/office/drawing/2014/main" id="{A7CA9794-A5FE-9BC8-451F-994EBE8F0E38}"/>
              </a:ext>
            </a:extLst>
          </p:cNvPr>
          <p:cNvSpPr/>
          <p:nvPr/>
        </p:nvSpPr>
        <p:spPr>
          <a:xfrm>
            <a:off x="4421529" y="1856794"/>
            <a:ext cx="80029" cy="80029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88" name="rc1542">
            <a:extLst>
              <a:ext uri="{FF2B5EF4-FFF2-40B4-BE49-F238E27FC236}">
                <a16:creationId xmlns:a16="http://schemas.microsoft.com/office/drawing/2014/main" id="{EB86A1AD-DA2F-40A5-5836-F50337506D18}"/>
              </a:ext>
            </a:extLst>
          </p:cNvPr>
          <p:cNvSpPr/>
          <p:nvPr/>
        </p:nvSpPr>
        <p:spPr>
          <a:xfrm>
            <a:off x="4573931" y="1725970"/>
            <a:ext cx="80029" cy="80029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89" name="pl1543">
            <a:extLst>
              <a:ext uri="{FF2B5EF4-FFF2-40B4-BE49-F238E27FC236}">
                <a16:creationId xmlns:a16="http://schemas.microsoft.com/office/drawing/2014/main" id="{00E6E0EF-0377-3D2D-40EB-6B9D150E6DA4}"/>
              </a:ext>
            </a:extLst>
          </p:cNvPr>
          <p:cNvSpPr/>
          <p:nvPr/>
        </p:nvSpPr>
        <p:spPr>
          <a:xfrm flipH="1">
            <a:off x="1518616" y="4007517"/>
            <a:ext cx="237152" cy="293462"/>
          </a:xfrm>
          <a:custGeom>
            <a:avLst/>
            <a:gdLst/>
            <a:ahLst/>
            <a:cxnLst/>
            <a:rect l="0" t="0" r="0" b="0"/>
            <a:pathLst>
              <a:path w="3006" h="45251">
                <a:moveTo>
                  <a:pt x="0" y="45251"/>
                </a:moveTo>
                <a:lnTo>
                  <a:pt x="3006" y="0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90" name="pl1544">
            <a:extLst>
              <a:ext uri="{FF2B5EF4-FFF2-40B4-BE49-F238E27FC236}">
                <a16:creationId xmlns:a16="http://schemas.microsoft.com/office/drawing/2014/main" id="{0644B0B5-49ED-91EF-F8AC-0F7250612D85}"/>
              </a:ext>
            </a:extLst>
          </p:cNvPr>
          <p:cNvSpPr/>
          <p:nvPr/>
        </p:nvSpPr>
        <p:spPr>
          <a:xfrm flipH="1">
            <a:off x="2187673" y="3492242"/>
            <a:ext cx="45719" cy="329115"/>
          </a:xfrm>
          <a:custGeom>
            <a:avLst/>
            <a:gdLst/>
            <a:ahLst/>
            <a:cxnLst/>
            <a:rect l="0" t="0" r="0" b="0"/>
            <a:pathLst>
              <a:path w="56032" h="48761">
                <a:moveTo>
                  <a:pt x="56032" y="0"/>
                </a:moveTo>
                <a:lnTo>
                  <a:pt x="0" y="48761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91" name="pl1545">
            <a:extLst>
              <a:ext uri="{FF2B5EF4-FFF2-40B4-BE49-F238E27FC236}">
                <a16:creationId xmlns:a16="http://schemas.microsoft.com/office/drawing/2014/main" id="{9E30675D-B30B-9A9B-BAD7-2959C7F4C373}"/>
              </a:ext>
            </a:extLst>
          </p:cNvPr>
          <p:cNvSpPr/>
          <p:nvPr/>
        </p:nvSpPr>
        <p:spPr>
          <a:xfrm flipV="1">
            <a:off x="3294540" y="3654325"/>
            <a:ext cx="281314" cy="45719"/>
          </a:xfrm>
          <a:custGeom>
            <a:avLst/>
            <a:gdLst/>
            <a:ahLst/>
            <a:cxnLst/>
            <a:rect l="0" t="0" r="0" b="0"/>
            <a:pathLst>
              <a:path w="55850" h="48595">
                <a:moveTo>
                  <a:pt x="55850" y="0"/>
                </a:moveTo>
                <a:lnTo>
                  <a:pt x="0" y="48595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92" name="pl1546">
            <a:extLst>
              <a:ext uri="{FF2B5EF4-FFF2-40B4-BE49-F238E27FC236}">
                <a16:creationId xmlns:a16="http://schemas.microsoft.com/office/drawing/2014/main" id="{9EC529A2-CA41-AB6C-D4ED-0F92DE9A7D7F}"/>
              </a:ext>
            </a:extLst>
          </p:cNvPr>
          <p:cNvSpPr/>
          <p:nvPr/>
        </p:nvSpPr>
        <p:spPr>
          <a:xfrm>
            <a:off x="4024113" y="1906485"/>
            <a:ext cx="426316" cy="45719"/>
          </a:xfrm>
          <a:custGeom>
            <a:avLst/>
            <a:gdLst/>
            <a:ahLst/>
            <a:cxnLst/>
            <a:rect l="0" t="0" r="0" b="0"/>
            <a:pathLst>
              <a:path w="56330" h="49037">
                <a:moveTo>
                  <a:pt x="0" y="49037"/>
                </a:moveTo>
                <a:lnTo>
                  <a:pt x="56330" y="0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93" name="pl1547">
            <a:extLst>
              <a:ext uri="{FF2B5EF4-FFF2-40B4-BE49-F238E27FC236}">
                <a16:creationId xmlns:a16="http://schemas.microsoft.com/office/drawing/2014/main" id="{0773BDC5-08C2-243C-ADCF-4E5D83114347}"/>
              </a:ext>
            </a:extLst>
          </p:cNvPr>
          <p:cNvSpPr/>
          <p:nvPr/>
        </p:nvSpPr>
        <p:spPr>
          <a:xfrm flipH="1">
            <a:off x="4331272" y="1536343"/>
            <a:ext cx="293788" cy="219966"/>
          </a:xfrm>
          <a:custGeom>
            <a:avLst/>
            <a:gdLst/>
            <a:ahLst/>
            <a:cxnLst/>
            <a:rect l="0" t="0" r="0" b="0"/>
            <a:pathLst>
              <a:path w="56314" h="49023">
                <a:moveTo>
                  <a:pt x="56314" y="0"/>
                </a:moveTo>
                <a:lnTo>
                  <a:pt x="0" y="49023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94" name="pg1548">
            <a:extLst>
              <a:ext uri="{FF2B5EF4-FFF2-40B4-BE49-F238E27FC236}">
                <a16:creationId xmlns:a16="http://schemas.microsoft.com/office/drawing/2014/main" id="{0D360CB3-260F-3C1F-2C14-23F35EA84C5A}"/>
              </a:ext>
            </a:extLst>
          </p:cNvPr>
          <p:cNvSpPr/>
          <p:nvPr/>
        </p:nvSpPr>
        <p:spPr>
          <a:xfrm>
            <a:off x="1742952" y="4200901"/>
            <a:ext cx="527243" cy="191932"/>
          </a:xfrm>
          <a:custGeom>
            <a:avLst/>
            <a:gdLst/>
            <a:ahLst/>
            <a:cxnLst/>
            <a:rect l="0" t="0" r="0" b="0"/>
            <a:pathLst>
              <a:path w="527243" h="191932">
                <a:moveTo>
                  <a:pt x="27432" y="191932"/>
                </a:moveTo>
                <a:lnTo>
                  <a:pt x="499811" y="191932"/>
                </a:lnTo>
                <a:lnTo>
                  <a:pt x="498706" y="191910"/>
                </a:lnTo>
                <a:lnTo>
                  <a:pt x="503117" y="191732"/>
                </a:lnTo>
                <a:lnTo>
                  <a:pt x="507443" y="190849"/>
                </a:lnTo>
                <a:lnTo>
                  <a:pt x="511570" y="189284"/>
                </a:lnTo>
                <a:lnTo>
                  <a:pt x="515394" y="187076"/>
                </a:lnTo>
                <a:lnTo>
                  <a:pt x="518813" y="184284"/>
                </a:lnTo>
                <a:lnTo>
                  <a:pt x="521741" y="180980"/>
                </a:lnTo>
                <a:lnTo>
                  <a:pt x="524100" y="177248"/>
                </a:lnTo>
                <a:lnTo>
                  <a:pt x="525831" y="173187"/>
                </a:lnTo>
                <a:lnTo>
                  <a:pt x="526887" y="168900"/>
                </a:lnTo>
                <a:lnTo>
                  <a:pt x="527243" y="164500"/>
                </a:lnTo>
                <a:lnTo>
                  <a:pt x="527243" y="27431"/>
                </a:lnTo>
                <a:lnTo>
                  <a:pt x="526887" y="23031"/>
                </a:lnTo>
                <a:lnTo>
                  <a:pt x="525831" y="18745"/>
                </a:lnTo>
                <a:lnTo>
                  <a:pt x="524100" y="14683"/>
                </a:lnTo>
                <a:lnTo>
                  <a:pt x="521741" y="10952"/>
                </a:lnTo>
                <a:lnTo>
                  <a:pt x="518813" y="7647"/>
                </a:lnTo>
                <a:lnTo>
                  <a:pt x="515394" y="4855"/>
                </a:lnTo>
                <a:lnTo>
                  <a:pt x="511570" y="2648"/>
                </a:lnTo>
                <a:lnTo>
                  <a:pt x="507443" y="1083"/>
                </a:lnTo>
                <a:lnTo>
                  <a:pt x="503117" y="200"/>
                </a:lnTo>
                <a:lnTo>
                  <a:pt x="499811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1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6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95" name="tx1549">
            <a:extLst>
              <a:ext uri="{FF2B5EF4-FFF2-40B4-BE49-F238E27FC236}">
                <a16:creationId xmlns:a16="http://schemas.microsoft.com/office/drawing/2014/main" id="{CD9C1CB1-2DC0-6621-875A-5F518E610A59}"/>
              </a:ext>
            </a:extLst>
          </p:cNvPr>
          <p:cNvSpPr/>
          <p:nvPr/>
        </p:nvSpPr>
        <p:spPr>
          <a:xfrm>
            <a:off x="1791187" y="4270505"/>
            <a:ext cx="435803" cy="10049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3"/>
              </a:lnSpc>
            </a:pPr>
            <a:r>
              <a:rPr sz="1103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4796" name="pg1550">
            <a:extLst>
              <a:ext uri="{FF2B5EF4-FFF2-40B4-BE49-F238E27FC236}">
                <a16:creationId xmlns:a16="http://schemas.microsoft.com/office/drawing/2014/main" id="{A4AB1C58-1F78-0F86-7D29-D73E9E3B56EC}"/>
              </a:ext>
            </a:extLst>
          </p:cNvPr>
          <p:cNvSpPr/>
          <p:nvPr/>
        </p:nvSpPr>
        <p:spPr>
          <a:xfrm>
            <a:off x="2156822" y="3307440"/>
            <a:ext cx="519562" cy="191932"/>
          </a:xfrm>
          <a:custGeom>
            <a:avLst/>
            <a:gdLst/>
            <a:ahLst/>
            <a:cxnLst/>
            <a:rect l="0" t="0" r="0" b="0"/>
            <a:pathLst>
              <a:path w="519562" h="191932">
                <a:moveTo>
                  <a:pt x="27432" y="191932"/>
                </a:moveTo>
                <a:lnTo>
                  <a:pt x="492130" y="191932"/>
                </a:lnTo>
                <a:lnTo>
                  <a:pt x="491025" y="191910"/>
                </a:lnTo>
                <a:lnTo>
                  <a:pt x="495436" y="191732"/>
                </a:lnTo>
                <a:lnTo>
                  <a:pt x="499762" y="190849"/>
                </a:lnTo>
                <a:lnTo>
                  <a:pt x="503889" y="189284"/>
                </a:lnTo>
                <a:lnTo>
                  <a:pt x="507713" y="187076"/>
                </a:lnTo>
                <a:lnTo>
                  <a:pt x="511132" y="184284"/>
                </a:lnTo>
                <a:lnTo>
                  <a:pt x="514060" y="180980"/>
                </a:lnTo>
                <a:lnTo>
                  <a:pt x="516419" y="177248"/>
                </a:lnTo>
                <a:lnTo>
                  <a:pt x="518150" y="173187"/>
                </a:lnTo>
                <a:lnTo>
                  <a:pt x="519206" y="168900"/>
                </a:lnTo>
                <a:lnTo>
                  <a:pt x="519562" y="164500"/>
                </a:lnTo>
                <a:lnTo>
                  <a:pt x="519562" y="27432"/>
                </a:lnTo>
                <a:lnTo>
                  <a:pt x="519206" y="23031"/>
                </a:lnTo>
                <a:lnTo>
                  <a:pt x="518150" y="18745"/>
                </a:lnTo>
                <a:lnTo>
                  <a:pt x="516419" y="14683"/>
                </a:lnTo>
                <a:lnTo>
                  <a:pt x="514060" y="10952"/>
                </a:lnTo>
                <a:lnTo>
                  <a:pt x="511132" y="7647"/>
                </a:lnTo>
                <a:lnTo>
                  <a:pt x="507713" y="4855"/>
                </a:lnTo>
                <a:lnTo>
                  <a:pt x="503889" y="2648"/>
                </a:lnTo>
                <a:lnTo>
                  <a:pt x="499762" y="1083"/>
                </a:lnTo>
                <a:lnTo>
                  <a:pt x="495436" y="200"/>
                </a:lnTo>
                <a:lnTo>
                  <a:pt x="492130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6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97" name="tx1551">
            <a:extLst>
              <a:ext uri="{FF2B5EF4-FFF2-40B4-BE49-F238E27FC236}">
                <a16:creationId xmlns:a16="http://schemas.microsoft.com/office/drawing/2014/main" id="{A6E58DBA-C92A-1E71-5ABD-EDB023C9FBEC}"/>
              </a:ext>
            </a:extLst>
          </p:cNvPr>
          <p:cNvSpPr/>
          <p:nvPr/>
        </p:nvSpPr>
        <p:spPr>
          <a:xfrm>
            <a:off x="2193739" y="3378669"/>
            <a:ext cx="428122" cy="10049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3"/>
              </a:lnSpc>
            </a:pPr>
            <a:r>
              <a:rPr sz="1103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4798" name="pg1552">
            <a:extLst>
              <a:ext uri="{FF2B5EF4-FFF2-40B4-BE49-F238E27FC236}">
                <a16:creationId xmlns:a16="http://schemas.microsoft.com/office/drawing/2014/main" id="{074139C0-41A4-44CE-1CCE-0369CB74EDB7}"/>
              </a:ext>
            </a:extLst>
          </p:cNvPr>
          <p:cNvSpPr/>
          <p:nvPr/>
        </p:nvSpPr>
        <p:spPr>
          <a:xfrm>
            <a:off x="3578391" y="3637042"/>
            <a:ext cx="511698" cy="191932"/>
          </a:xfrm>
          <a:custGeom>
            <a:avLst/>
            <a:gdLst/>
            <a:ahLst/>
            <a:cxnLst/>
            <a:rect l="0" t="0" r="0" b="0"/>
            <a:pathLst>
              <a:path w="511698" h="191932">
                <a:moveTo>
                  <a:pt x="27431" y="191932"/>
                </a:moveTo>
                <a:lnTo>
                  <a:pt x="484266" y="191932"/>
                </a:lnTo>
                <a:lnTo>
                  <a:pt x="483161" y="191910"/>
                </a:lnTo>
                <a:lnTo>
                  <a:pt x="487572" y="191732"/>
                </a:lnTo>
                <a:lnTo>
                  <a:pt x="491898" y="190849"/>
                </a:lnTo>
                <a:lnTo>
                  <a:pt x="496026" y="189284"/>
                </a:lnTo>
                <a:lnTo>
                  <a:pt x="499849" y="187076"/>
                </a:lnTo>
                <a:lnTo>
                  <a:pt x="503269" y="184284"/>
                </a:lnTo>
                <a:lnTo>
                  <a:pt x="506196" y="180980"/>
                </a:lnTo>
                <a:lnTo>
                  <a:pt x="508556" y="177248"/>
                </a:lnTo>
                <a:lnTo>
                  <a:pt x="510286" y="173187"/>
                </a:lnTo>
                <a:lnTo>
                  <a:pt x="511343" y="168900"/>
                </a:lnTo>
                <a:lnTo>
                  <a:pt x="511698" y="164500"/>
                </a:lnTo>
                <a:lnTo>
                  <a:pt x="511698" y="27432"/>
                </a:lnTo>
                <a:lnTo>
                  <a:pt x="511343" y="23031"/>
                </a:lnTo>
                <a:lnTo>
                  <a:pt x="510286" y="18745"/>
                </a:lnTo>
                <a:lnTo>
                  <a:pt x="508556" y="14683"/>
                </a:lnTo>
                <a:lnTo>
                  <a:pt x="506196" y="10952"/>
                </a:lnTo>
                <a:lnTo>
                  <a:pt x="503269" y="7647"/>
                </a:lnTo>
                <a:lnTo>
                  <a:pt x="499849" y="4855"/>
                </a:lnTo>
                <a:lnTo>
                  <a:pt x="496026" y="2648"/>
                </a:lnTo>
                <a:lnTo>
                  <a:pt x="491898" y="1083"/>
                </a:lnTo>
                <a:lnTo>
                  <a:pt x="487572" y="200"/>
                </a:lnTo>
                <a:lnTo>
                  <a:pt x="484266" y="0"/>
                </a:lnTo>
                <a:lnTo>
                  <a:pt x="27431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5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5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99" name="tx1553">
            <a:extLst>
              <a:ext uri="{FF2B5EF4-FFF2-40B4-BE49-F238E27FC236}">
                <a16:creationId xmlns:a16="http://schemas.microsoft.com/office/drawing/2014/main" id="{BB608B74-DED9-8DF7-565D-956A264C054A}"/>
              </a:ext>
            </a:extLst>
          </p:cNvPr>
          <p:cNvSpPr/>
          <p:nvPr/>
        </p:nvSpPr>
        <p:spPr>
          <a:xfrm>
            <a:off x="3640649" y="3699137"/>
            <a:ext cx="420258" cy="10049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3"/>
              </a:lnSpc>
            </a:pPr>
            <a:r>
              <a:rPr sz="1103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4800" name="pg1554">
            <a:extLst>
              <a:ext uri="{FF2B5EF4-FFF2-40B4-BE49-F238E27FC236}">
                <a16:creationId xmlns:a16="http://schemas.microsoft.com/office/drawing/2014/main" id="{5CAE9BDC-8021-748A-7B45-030500BCB166}"/>
              </a:ext>
            </a:extLst>
          </p:cNvPr>
          <p:cNvSpPr/>
          <p:nvPr/>
        </p:nvSpPr>
        <p:spPr>
          <a:xfrm>
            <a:off x="3604019" y="1801391"/>
            <a:ext cx="550468" cy="191932"/>
          </a:xfrm>
          <a:custGeom>
            <a:avLst/>
            <a:gdLst/>
            <a:ahLst/>
            <a:cxnLst/>
            <a:rect l="0" t="0" r="0" b="0"/>
            <a:pathLst>
              <a:path w="550468" h="191932">
                <a:moveTo>
                  <a:pt x="27432" y="191932"/>
                </a:moveTo>
                <a:lnTo>
                  <a:pt x="523036" y="191932"/>
                </a:lnTo>
                <a:lnTo>
                  <a:pt x="521932" y="191910"/>
                </a:lnTo>
                <a:lnTo>
                  <a:pt x="526343" y="191732"/>
                </a:lnTo>
                <a:lnTo>
                  <a:pt x="530668" y="190849"/>
                </a:lnTo>
                <a:lnTo>
                  <a:pt x="534796" y="189284"/>
                </a:lnTo>
                <a:lnTo>
                  <a:pt x="538619" y="187076"/>
                </a:lnTo>
                <a:lnTo>
                  <a:pt x="542039" y="184284"/>
                </a:lnTo>
                <a:lnTo>
                  <a:pt x="544967" y="180980"/>
                </a:lnTo>
                <a:lnTo>
                  <a:pt x="547326" y="177248"/>
                </a:lnTo>
                <a:lnTo>
                  <a:pt x="549057" y="173187"/>
                </a:lnTo>
                <a:lnTo>
                  <a:pt x="550113" y="168900"/>
                </a:lnTo>
                <a:lnTo>
                  <a:pt x="550468" y="164500"/>
                </a:lnTo>
                <a:lnTo>
                  <a:pt x="550468" y="27432"/>
                </a:lnTo>
                <a:lnTo>
                  <a:pt x="550113" y="23031"/>
                </a:lnTo>
                <a:lnTo>
                  <a:pt x="549057" y="18745"/>
                </a:lnTo>
                <a:lnTo>
                  <a:pt x="547326" y="14683"/>
                </a:lnTo>
                <a:lnTo>
                  <a:pt x="544967" y="10952"/>
                </a:lnTo>
                <a:lnTo>
                  <a:pt x="542039" y="7647"/>
                </a:lnTo>
                <a:lnTo>
                  <a:pt x="538619" y="4855"/>
                </a:lnTo>
                <a:lnTo>
                  <a:pt x="534796" y="2648"/>
                </a:lnTo>
                <a:lnTo>
                  <a:pt x="530668" y="1083"/>
                </a:lnTo>
                <a:lnTo>
                  <a:pt x="526343" y="200"/>
                </a:lnTo>
                <a:lnTo>
                  <a:pt x="523036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6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01" name="tx1555">
            <a:extLst>
              <a:ext uri="{FF2B5EF4-FFF2-40B4-BE49-F238E27FC236}">
                <a16:creationId xmlns:a16="http://schemas.microsoft.com/office/drawing/2014/main" id="{D3015E91-F58F-19DD-6A6D-7756DF485C39}"/>
              </a:ext>
            </a:extLst>
          </p:cNvPr>
          <p:cNvSpPr/>
          <p:nvPr/>
        </p:nvSpPr>
        <p:spPr>
          <a:xfrm>
            <a:off x="3658758" y="1864030"/>
            <a:ext cx="459028" cy="10049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3"/>
              </a:lnSpc>
            </a:pPr>
            <a:r>
              <a:rPr sz="1103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grpSp>
        <p:nvGrpSpPr>
          <p:cNvPr id="4870" name="Group 4869">
            <a:extLst>
              <a:ext uri="{FF2B5EF4-FFF2-40B4-BE49-F238E27FC236}">
                <a16:creationId xmlns:a16="http://schemas.microsoft.com/office/drawing/2014/main" id="{AB5ED015-9ED6-ABDD-2542-6C7541361D79}"/>
              </a:ext>
            </a:extLst>
          </p:cNvPr>
          <p:cNvGrpSpPr/>
          <p:nvPr/>
        </p:nvGrpSpPr>
        <p:grpSpPr>
          <a:xfrm>
            <a:off x="3952307" y="1392440"/>
            <a:ext cx="558332" cy="191932"/>
            <a:chOff x="4834750" y="1958129"/>
            <a:chExt cx="558332" cy="191932"/>
          </a:xfrm>
        </p:grpSpPr>
        <p:sp>
          <p:nvSpPr>
            <p:cNvPr id="4802" name="pg1556">
              <a:extLst>
                <a:ext uri="{FF2B5EF4-FFF2-40B4-BE49-F238E27FC236}">
                  <a16:creationId xmlns:a16="http://schemas.microsoft.com/office/drawing/2014/main" id="{70B8A39E-F01A-62C4-F86E-DD5BE468F58F}"/>
                </a:ext>
              </a:extLst>
            </p:cNvPr>
            <p:cNvSpPr/>
            <p:nvPr/>
          </p:nvSpPr>
          <p:spPr>
            <a:xfrm>
              <a:off x="4834750" y="1958129"/>
              <a:ext cx="558332" cy="191932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1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2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3" name="tx1557">
              <a:extLst>
                <a:ext uri="{FF2B5EF4-FFF2-40B4-BE49-F238E27FC236}">
                  <a16:creationId xmlns:a16="http://schemas.microsoft.com/office/drawing/2014/main" id="{DEB95CCF-76C2-1834-D2B1-074DF61DE645}"/>
                </a:ext>
              </a:extLst>
            </p:cNvPr>
            <p:cNvSpPr/>
            <p:nvPr/>
          </p:nvSpPr>
          <p:spPr>
            <a:xfrm>
              <a:off x="4887456" y="2016863"/>
              <a:ext cx="466892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</p:grpSp>
      <p:sp>
        <p:nvSpPr>
          <p:cNvPr id="4804" name="pl1558">
            <a:extLst>
              <a:ext uri="{FF2B5EF4-FFF2-40B4-BE49-F238E27FC236}">
                <a16:creationId xmlns:a16="http://schemas.microsoft.com/office/drawing/2014/main" id="{183C0171-9333-5B5D-222A-CC5139889FDE}"/>
              </a:ext>
            </a:extLst>
          </p:cNvPr>
          <p:cNvSpPr/>
          <p:nvPr/>
        </p:nvSpPr>
        <p:spPr>
          <a:xfrm>
            <a:off x="1206244" y="923254"/>
            <a:ext cx="0" cy="3643333"/>
          </a:xfrm>
          <a:custGeom>
            <a:avLst/>
            <a:gdLst/>
            <a:ahLst/>
            <a:cxnLst/>
            <a:rect l="0" t="0" r="0" b="0"/>
            <a:pathLst>
              <a:path h="3643333">
                <a:moveTo>
                  <a:pt x="0" y="3643333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05" name="tx1559">
            <a:extLst>
              <a:ext uri="{FF2B5EF4-FFF2-40B4-BE49-F238E27FC236}">
                <a16:creationId xmlns:a16="http://schemas.microsoft.com/office/drawing/2014/main" id="{1CD04399-612F-4205-A59B-46ECB6AB6011}"/>
              </a:ext>
            </a:extLst>
          </p:cNvPr>
          <p:cNvSpPr/>
          <p:nvPr/>
        </p:nvSpPr>
        <p:spPr>
          <a:xfrm>
            <a:off x="893892" y="4385449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25</a:t>
            </a:r>
          </a:p>
        </p:txBody>
      </p:sp>
      <p:sp>
        <p:nvSpPr>
          <p:cNvPr id="4806" name="tx1560">
            <a:extLst>
              <a:ext uri="{FF2B5EF4-FFF2-40B4-BE49-F238E27FC236}">
                <a16:creationId xmlns:a16="http://schemas.microsoft.com/office/drawing/2014/main" id="{632BAA1E-878A-4020-C57F-372BFDA84B49}"/>
              </a:ext>
            </a:extLst>
          </p:cNvPr>
          <p:cNvSpPr/>
          <p:nvPr/>
        </p:nvSpPr>
        <p:spPr>
          <a:xfrm>
            <a:off x="1018250" y="4367069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07" name="tx1561">
            <a:extLst>
              <a:ext uri="{FF2B5EF4-FFF2-40B4-BE49-F238E27FC236}">
                <a16:creationId xmlns:a16="http://schemas.microsoft.com/office/drawing/2014/main" id="{781AEC2F-15C1-39E9-8FF2-931531589E45}"/>
              </a:ext>
            </a:extLst>
          </p:cNvPr>
          <p:cNvSpPr/>
          <p:nvPr/>
        </p:nvSpPr>
        <p:spPr>
          <a:xfrm>
            <a:off x="1062964" y="4385449"/>
            <a:ext cx="8065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4808" name="tx1562">
            <a:extLst>
              <a:ext uri="{FF2B5EF4-FFF2-40B4-BE49-F238E27FC236}">
                <a16:creationId xmlns:a16="http://schemas.microsoft.com/office/drawing/2014/main" id="{B9121564-EC86-ABAB-DEE4-9D4098301612}"/>
              </a:ext>
            </a:extLst>
          </p:cNvPr>
          <p:cNvSpPr/>
          <p:nvPr/>
        </p:nvSpPr>
        <p:spPr>
          <a:xfrm>
            <a:off x="893892" y="3684716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30</a:t>
            </a:r>
          </a:p>
        </p:txBody>
      </p:sp>
      <p:sp>
        <p:nvSpPr>
          <p:cNvPr id="4809" name="tx1563">
            <a:extLst>
              <a:ext uri="{FF2B5EF4-FFF2-40B4-BE49-F238E27FC236}">
                <a16:creationId xmlns:a16="http://schemas.microsoft.com/office/drawing/2014/main" id="{711DF90A-D7B1-C14B-9B3E-663E4DADB4C3}"/>
              </a:ext>
            </a:extLst>
          </p:cNvPr>
          <p:cNvSpPr/>
          <p:nvPr/>
        </p:nvSpPr>
        <p:spPr>
          <a:xfrm>
            <a:off x="1018250" y="3666337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10" name="tx1564">
            <a:extLst>
              <a:ext uri="{FF2B5EF4-FFF2-40B4-BE49-F238E27FC236}">
                <a16:creationId xmlns:a16="http://schemas.microsoft.com/office/drawing/2014/main" id="{9FC0BD6F-896D-C464-DB60-2CD0553B52F2}"/>
              </a:ext>
            </a:extLst>
          </p:cNvPr>
          <p:cNvSpPr/>
          <p:nvPr/>
        </p:nvSpPr>
        <p:spPr>
          <a:xfrm>
            <a:off x="1062964" y="3684716"/>
            <a:ext cx="8065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4811" name="tx1565">
            <a:extLst>
              <a:ext uri="{FF2B5EF4-FFF2-40B4-BE49-F238E27FC236}">
                <a16:creationId xmlns:a16="http://schemas.microsoft.com/office/drawing/2014/main" id="{9FEDEEE1-F051-D63C-C60B-1BFE648346AC}"/>
              </a:ext>
            </a:extLst>
          </p:cNvPr>
          <p:cNvSpPr/>
          <p:nvPr/>
        </p:nvSpPr>
        <p:spPr>
          <a:xfrm>
            <a:off x="893892" y="2984075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35</a:t>
            </a:r>
          </a:p>
        </p:txBody>
      </p:sp>
      <p:sp>
        <p:nvSpPr>
          <p:cNvPr id="4812" name="tx1566">
            <a:extLst>
              <a:ext uri="{FF2B5EF4-FFF2-40B4-BE49-F238E27FC236}">
                <a16:creationId xmlns:a16="http://schemas.microsoft.com/office/drawing/2014/main" id="{C70C01BA-4713-7927-1CFF-613977D6080E}"/>
              </a:ext>
            </a:extLst>
          </p:cNvPr>
          <p:cNvSpPr/>
          <p:nvPr/>
        </p:nvSpPr>
        <p:spPr>
          <a:xfrm>
            <a:off x="1018250" y="2965696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13" name="tx1567">
            <a:extLst>
              <a:ext uri="{FF2B5EF4-FFF2-40B4-BE49-F238E27FC236}">
                <a16:creationId xmlns:a16="http://schemas.microsoft.com/office/drawing/2014/main" id="{8BD53AB0-BA42-1716-EE91-7DB3B9FF26CA}"/>
              </a:ext>
            </a:extLst>
          </p:cNvPr>
          <p:cNvSpPr/>
          <p:nvPr/>
        </p:nvSpPr>
        <p:spPr>
          <a:xfrm>
            <a:off x="1062964" y="2984075"/>
            <a:ext cx="8065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4814" name="tx1568">
            <a:extLst>
              <a:ext uri="{FF2B5EF4-FFF2-40B4-BE49-F238E27FC236}">
                <a16:creationId xmlns:a16="http://schemas.microsoft.com/office/drawing/2014/main" id="{6A8BF417-BCB7-CFA3-90A6-01002991FEF0}"/>
              </a:ext>
            </a:extLst>
          </p:cNvPr>
          <p:cNvSpPr/>
          <p:nvPr/>
        </p:nvSpPr>
        <p:spPr>
          <a:xfrm>
            <a:off x="893892" y="2283434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4815" name="tx1569">
            <a:extLst>
              <a:ext uri="{FF2B5EF4-FFF2-40B4-BE49-F238E27FC236}">
                <a16:creationId xmlns:a16="http://schemas.microsoft.com/office/drawing/2014/main" id="{13637AFA-014B-4E55-21FF-13157B176F0A}"/>
              </a:ext>
            </a:extLst>
          </p:cNvPr>
          <p:cNvSpPr/>
          <p:nvPr/>
        </p:nvSpPr>
        <p:spPr>
          <a:xfrm>
            <a:off x="1018250" y="2265055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16" name="tx1570">
            <a:extLst>
              <a:ext uri="{FF2B5EF4-FFF2-40B4-BE49-F238E27FC236}">
                <a16:creationId xmlns:a16="http://schemas.microsoft.com/office/drawing/2014/main" id="{31AAB849-9A6A-A7A6-7293-A36F68E110EB}"/>
              </a:ext>
            </a:extLst>
          </p:cNvPr>
          <p:cNvSpPr/>
          <p:nvPr/>
        </p:nvSpPr>
        <p:spPr>
          <a:xfrm>
            <a:off x="1062964" y="2283434"/>
            <a:ext cx="8065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4817" name="tx1571">
            <a:extLst>
              <a:ext uri="{FF2B5EF4-FFF2-40B4-BE49-F238E27FC236}">
                <a16:creationId xmlns:a16="http://schemas.microsoft.com/office/drawing/2014/main" id="{B0499AA1-BD4A-650E-157E-597FDA24546B}"/>
              </a:ext>
            </a:extLst>
          </p:cNvPr>
          <p:cNvSpPr/>
          <p:nvPr/>
        </p:nvSpPr>
        <p:spPr>
          <a:xfrm>
            <a:off x="893892" y="1582884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45</a:t>
            </a:r>
          </a:p>
        </p:txBody>
      </p:sp>
      <p:sp>
        <p:nvSpPr>
          <p:cNvPr id="4818" name="tx1572">
            <a:extLst>
              <a:ext uri="{FF2B5EF4-FFF2-40B4-BE49-F238E27FC236}">
                <a16:creationId xmlns:a16="http://schemas.microsoft.com/office/drawing/2014/main" id="{F49873BC-D939-85DD-4237-4C3E42421911}"/>
              </a:ext>
            </a:extLst>
          </p:cNvPr>
          <p:cNvSpPr/>
          <p:nvPr/>
        </p:nvSpPr>
        <p:spPr>
          <a:xfrm>
            <a:off x="1018250" y="1564505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19" name="tx1573">
            <a:extLst>
              <a:ext uri="{FF2B5EF4-FFF2-40B4-BE49-F238E27FC236}">
                <a16:creationId xmlns:a16="http://schemas.microsoft.com/office/drawing/2014/main" id="{95BFD6B9-6A96-840E-5BB7-56B93EAF9D26}"/>
              </a:ext>
            </a:extLst>
          </p:cNvPr>
          <p:cNvSpPr/>
          <p:nvPr/>
        </p:nvSpPr>
        <p:spPr>
          <a:xfrm>
            <a:off x="1062964" y="1582884"/>
            <a:ext cx="8065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4820" name="tx1574">
            <a:extLst>
              <a:ext uri="{FF2B5EF4-FFF2-40B4-BE49-F238E27FC236}">
                <a16:creationId xmlns:a16="http://schemas.microsoft.com/office/drawing/2014/main" id="{04F57D99-89CB-AEB6-6C04-DD1CD30CA636}"/>
              </a:ext>
            </a:extLst>
          </p:cNvPr>
          <p:cNvSpPr/>
          <p:nvPr/>
        </p:nvSpPr>
        <p:spPr>
          <a:xfrm>
            <a:off x="893892" y="882152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50</a:t>
            </a:r>
          </a:p>
        </p:txBody>
      </p:sp>
      <p:sp>
        <p:nvSpPr>
          <p:cNvPr id="4821" name="tx1575">
            <a:extLst>
              <a:ext uri="{FF2B5EF4-FFF2-40B4-BE49-F238E27FC236}">
                <a16:creationId xmlns:a16="http://schemas.microsoft.com/office/drawing/2014/main" id="{D5C87B37-D98F-88B2-2651-A7D4C320BD84}"/>
              </a:ext>
            </a:extLst>
          </p:cNvPr>
          <p:cNvSpPr/>
          <p:nvPr/>
        </p:nvSpPr>
        <p:spPr>
          <a:xfrm>
            <a:off x="1018250" y="863772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22" name="tx1576">
            <a:extLst>
              <a:ext uri="{FF2B5EF4-FFF2-40B4-BE49-F238E27FC236}">
                <a16:creationId xmlns:a16="http://schemas.microsoft.com/office/drawing/2014/main" id="{7F6C3DAE-195C-AC98-FA12-EC0D395AD1A6}"/>
              </a:ext>
            </a:extLst>
          </p:cNvPr>
          <p:cNvSpPr/>
          <p:nvPr/>
        </p:nvSpPr>
        <p:spPr>
          <a:xfrm>
            <a:off x="1062964" y="882152"/>
            <a:ext cx="8065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4823" name="pl1577">
            <a:extLst>
              <a:ext uri="{FF2B5EF4-FFF2-40B4-BE49-F238E27FC236}">
                <a16:creationId xmlns:a16="http://schemas.microsoft.com/office/drawing/2014/main" id="{CE6454A2-7DAB-1687-4B36-9F98437E15CE}"/>
              </a:ext>
            </a:extLst>
          </p:cNvPr>
          <p:cNvSpPr/>
          <p:nvPr/>
        </p:nvSpPr>
        <p:spPr>
          <a:xfrm>
            <a:off x="1171450" y="4426459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24" name="pl1578">
            <a:extLst>
              <a:ext uri="{FF2B5EF4-FFF2-40B4-BE49-F238E27FC236}">
                <a16:creationId xmlns:a16="http://schemas.microsoft.com/office/drawing/2014/main" id="{F8A2C636-BDE2-A2F8-8A12-C3B7E9243AF9}"/>
              </a:ext>
            </a:extLst>
          </p:cNvPr>
          <p:cNvSpPr/>
          <p:nvPr/>
        </p:nvSpPr>
        <p:spPr>
          <a:xfrm>
            <a:off x="1171450" y="372581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25" name="pl1579">
            <a:extLst>
              <a:ext uri="{FF2B5EF4-FFF2-40B4-BE49-F238E27FC236}">
                <a16:creationId xmlns:a16="http://schemas.microsoft.com/office/drawing/2014/main" id="{D9AD310C-7695-E5B7-B7B2-A42FC6C0C9A0}"/>
              </a:ext>
            </a:extLst>
          </p:cNvPr>
          <p:cNvSpPr/>
          <p:nvPr/>
        </p:nvSpPr>
        <p:spPr>
          <a:xfrm>
            <a:off x="1171450" y="3025177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26" name="pl1580">
            <a:extLst>
              <a:ext uri="{FF2B5EF4-FFF2-40B4-BE49-F238E27FC236}">
                <a16:creationId xmlns:a16="http://schemas.microsoft.com/office/drawing/2014/main" id="{5E30E2C8-FDA7-66B7-151E-EAA34CA881A4}"/>
              </a:ext>
            </a:extLst>
          </p:cNvPr>
          <p:cNvSpPr/>
          <p:nvPr/>
        </p:nvSpPr>
        <p:spPr>
          <a:xfrm>
            <a:off x="1171450" y="232453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27" name="pl1581">
            <a:extLst>
              <a:ext uri="{FF2B5EF4-FFF2-40B4-BE49-F238E27FC236}">
                <a16:creationId xmlns:a16="http://schemas.microsoft.com/office/drawing/2014/main" id="{8F2C7B75-D3EF-46CC-B8EA-153A760C3414}"/>
              </a:ext>
            </a:extLst>
          </p:cNvPr>
          <p:cNvSpPr/>
          <p:nvPr/>
        </p:nvSpPr>
        <p:spPr>
          <a:xfrm>
            <a:off x="1171450" y="162389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28" name="pl1582">
            <a:extLst>
              <a:ext uri="{FF2B5EF4-FFF2-40B4-BE49-F238E27FC236}">
                <a16:creationId xmlns:a16="http://schemas.microsoft.com/office/drawing/2014/main" id="{F5EEA08A-08EF-B3FB-A030-7FDFB39F34DC}"/>
              </a:ext>
            </a:extLst>
          </p:cNvPr>
          <p:cNvSpPr/>
          <p:nvPr/>
        </p:nvSpPr>
        <p:spPr>
          <a:xfrm>
            <a:off x="1171450" y="923254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29" name="pl1583">
            <a:extLst>
              <a:ext uri="{FF2B5EF4-FFF2-40B4-BE49-F238E27FC236}">
                <a16:creationId xmlns:a16="http://schemas.microsoft.com/office/drawing/2014/main" id="{D87AC50F-0252-7956-D632-253CC9E1D901}"/>
              </a:ext>
            </a:extLst>
          </p:cNvPr>
          <p:cNvSpPr/>
          <p:nvPr/>
        </p:nvSpPr>
        <p:spPr>
          <a:xfrm>
            <a:off x="1206244" y="4566588"/>
            <a:ext cx="4476454" cy="0"/>
          </a:xfrm>
          <a:custGeom>
            <a:avLst/>
            <a:gdLst/>
            <a:ahLst/>
            <a:cxnLst/>
            <a:rect l="0" t="0" r="0" b="0"/>
            <a:pathLst>
              <a:path w="4476454">
                <a:moveTo>
                  <a:pt x="0" y="0"/>
                </a:moveTo>
                <a:lnTo>
                  <a:pt x="4476454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30" name="pl1584">
            <a:extLst>
              <a:ext uri="{FF2B5EF4-FFF2-40B4-BE49-F238E27FC236}">
                <a16:creationId xmlns:a16="http://schemas.microsoft.com/office/drawing/2014/main" id="{8CD3B57A-CC94-DD42-83E5-312AF16DC79F}"/>
              </a:ext>
            </a:extLst>
          </p:cNvPr>
          <p:cNvSpPr/>
          <p:nvPr/>
        </p:nvSpPr>
        <p:spPr>
          <a:xfrm>
            <a:off x="1206244" y="4566588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31" name="pl1585">
            <a:extLst>
              <a:ext uri="{FF2B5EF4-FFF2-40B4-BE49-F238E27FC236}">
                <a16:creationId xmlns:a16="http://schemas.microsoft.com/office/drawing/2014/main" id="{AF8B85EA-7FCD-840A-85B3-D359A035AC8D}"/>
              </a:ext>
            </a:extLst>
          </p:cNvPr>
          <p:cNvSpPr/>
          <p:nvPr/>
        </p:nvSpPr>
        <p:spPr>
          <a:xfrm>
            <a:off x="1765801" y="4566588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32" name="pl1586">
            <a:extLst>
              <a:ext uri="{FF2B5EF4-FFF2-40B4-BE49-F238E27FC236}">
                <a16:creationId xmlns:a16="http://schemas.microsoft.com/office/drawing/2014/main" id="{1C537FC9-D351-C556-C462-B9F72D33DE6F}"/>
              </a:ext>
            </a:extLst>
          </p:cNvPr>
          <p:cNvSpPr/>
          <p:nvPr/>
        </p:nvSpPr>
        <p:spPr>
          <a:xfrm>
            <a:off x="2325358" y="4566588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33" name="pl1587">
            <a:extLst>
              <a:ext uri="{FF2B5EF4-FFF2-40B4-BE49-F238E27FC236}">
                <a16:creationId xmlns:a16="http://schemas.microsoft.com/office/drawing/2014/main" id="{9691F4AA-43CB-8051-57D6-104F086B4304}"/>
              </a:ext>
            </a:extLst>
          </p:cNvPr>
          <p:cNvSpPr/>
          <p:nvPr/>
        </p:nvSpPr>
        <p:spPr>
          <a:xfrm>
            <a:off x="2884915" y="4566588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34" name="pl1588">
            <a:extLst>
              <a:ext uri="{FF2B5EF4-FFF2-40B4-BE49-F238E27FC236}">
                <a16:creationId xmlns:a16="http://schemas.microsoft.com/office/drawing/2014/main" id="{85E9D56F-AD96-BEEA-C7D0-3128030081AF}"/>
              </a:ext>
            </a:extLst>
          </p:cNvPr>
          <p:cNvSpPr/>
          <p:nvPr/>
        </p:nvSpPr>
        <p:spPr>
          <a:xfrm>
            <a:off x="3444472" y="4566588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35" name="pl1589">
            <a:extLst>
              <a:ext uri="{FF2B5EF4-FFF2-40B4-BE49-F238E27FC236}">
                <a16:creationId xmlns:a16="http://schemas.microsoft.com/office/drawing/2014/main" id="{C071DD16-AD18-1F1D-1AAD-A1BA0A3FBA62}"/>
              </a:ext>
            </a:extLst>
          </p:cNvPr>
          <p:cNvSpPr/>
          <p:nvPr/>
        </p:nvSpPr>
        <p:spPr>
          <a:xfrm>
            <a:off x="4004028" y="4566588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36" name="pl1590">
            <a:extLst>
              <a:ext uri="{FF2B5EF4-FFF2-40B4-BE49-F238E27FC236}">
                <a16:creationId xmlns:a16="http://schemas.microsoft.com/office/drawing/2014/main" id="{3F8EC1BB-0BFB-C545-7725-6A3AAF59861B}"/>
              </a:ext>
            </a:extLst>
          </p:cNvPr>
          <p:cNvSpPr/>
          <p:nvPr/>
        </p:nvSpPr>
        <p:spPr>
          <a:xfrm>
            <a:off x="4563585" y="4566588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37" name="pl1591">
            <a:extLst>
              <a:ext uri="{FF2B5EF4-FFF2-40B4-BE49-F238E27FC236}">
                <a16:creationId xmlns:a16="http://schemas.microsoft.com/office/drawing/2014/main" id="{22D6745E-E14D-25BD-F326-FF3C3BBBF9D9}"/>
              </a:ext>
            </a:extLst>
          </p:cNvPr>
          <p:cNvSpPr/>
          <p:nvPr/>
        </p:nvSpPr>
        <p:spPr>
          <a:xfrm>
            <a:off x="5123142" y="4566588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38" name="pl1592">
            <a:extLst>
              <a:ext uri="{FF2B5EF4-FFF2-40B4-BE49-F238E27FC236}">
                <a16:creationId xmlns:a16="http://schemas.microsoft.com/office/drawing/2014/main" id="{CF9588FC-910C-2BF6-B653-8D6F7FD6CB59}"/>
              </a:ext>
            </a:extLst>
          </p:cNvPr>
          <p:cNvSpPr/>
          <p:nvPr/>
        </p:nvSpPr>
        <p:spPr>
          <a:xfrm>
            <a:off x="5682699" y="4566588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39" name="tx1593">
            <a:extLst>
              <a:ext uri="{FF2B5EF4-FFF2-40B4-BE49-F238E27FC236}">
                <a16:creationId xmlns:a16="http://schemas.microsoft.com/office/drawing/2014/main" id="{8B01C371-FF4B-C557-1875-D23F1C2CE9A7}"/>
              </a:ext>
            </a:extLst>
          </p:cNvPr>
          <p:cNvSpPr/>
          <p:nvPr/>
        </p:nvSpPr>
        <p:spPr>
          <a:xfrm>
            <a:off x="1037903" y="4629218"/>
            <a:ext cx="186537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4840" name="tx1594">
            <a:extLst>
              <a:ext uri="{FF2B5EF4-FFF2-40B4-BE49-F238E27FC236}">
                <a16:creationId xmlns:a16="http://schemas.microsoft.com/office/drawing/2014/main" id="{6050C8F9-A19A-A99B-2F65-25FE14B305AD}"/>
              </a:ext>
            </a:extLst>
          </p:cNvPr>
          <p:cNvSpPr/>
          <p:nvPr/>
        </p:nvSpPr>
        <p:spPr>
          <a:xfrm>
            <a:off x="1224441" y="4610838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41" name="tx1595">
            <a:extLst>
              <a:ext uri="{FF2B5EF4-FFF2-40B4-BE49-F238E27FC236}">
                <a16:creationId xmlns:a16="http://schemas.microsoft.com/office/drawing/2014/main" id="{6B04EE20-1395-203B-5B8F-BBD616FA8F41}"/>
              </a:ext>
            </a:extLst>
          </p:cNvPr>
          <p:cNvSpPr/>
          <p:nvPr/>
        </p:nvSpPr>
        <p:spPr>
          <a:xfrm>
            <a:off x="1269155" y="4629218"/>
            <a:ext cx="10543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4842" name="tx1596">
            <a:extLst>
              <a:ext uri="{FF2B5EF4-FFF2-40B4-BE49-F238E27FC236}">
                <a16:creationId xmlns:a16="http://schemas.microsoft.com/office/drawing/2014/main" id="{DDBEB529-E3AA-FDEC-9738-FDE6D034B460}"/>
              </a:ext>
            </a:extLst>
          </p:cNvPr>
          <p:cNvSpPr/>
          <p:nvPr/>
        </p:nvSpPr>
        <p:spPr>
          <a:xfrm>
            <a:off x="1613051" y="4629218"/>
            <a:ext cx="155356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95</a:t>
            </a:r>
          </a:p>
        </p:txBody>
      </p:sp>
      <p:sp>
        <p:nvSpPr>
          <p:cNvPr id="4843" name="tx1597">
            <a:extLst>
              <a:ext uri="{FF2B5EF4-FFF2-40B4-BE49-F238E27FC236}">
                <a16:creationId xmlns:a16="http://schemas.microsoft.com/office/drawing/2014/main" id="{2B9BD570-D21A-72E8-0458-32F9CDC17B37}"/>
              </a:ext>
            </a:extLst>
          </p:cNvPr>
          <p:cNvSpPr/>
          <p:nvPr/>
        </p:nvSpPr>
        <p:spPr>
          <a:xfrm>
            <a:off x="1768407" y="4610838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44" name="tx1598">
            <a:extLst>
              <a:ext uri="{FF2B5EF4-FFF2-40B4-BE49-F238E27FC236}">
                <a16:creationId xmlns:a16="http://schemas.microsoft.com/office/drawing/2014/main" id="{15CDE620-5EC8-04FD-5D10-1AC274A596CB}"/>
              </a:ext>
            </a:extLst>
          </p:cNvPr>
          <p:cNvSpPr/>
          <p:nvPr/>
        </p:nvSpPr>
        <p:spPr>
          <a:xfrm>
            <a:off x="1813121" y="4629218"/>
            <a:ext cx="10543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4845" name="tx1599">
            <a:extLst>
              <a:ext uri="{FF2B5EF4-FFF2-40B4-BE49-F238E27FC236}">
                <a16:creationId xmlns:a16="http://schemas.microsoft.com/office/drawing/2014/main" id="{84E55A98-DD25-97B6-B881-BE0EF04AFBAE}"/>
              </a:ext>
            </a:extLst>
          </p:cNvPr>
          <p:cNvSpPr/>
          <p:nvPr/>
        </p:nvSpPr>
        <p:spPr>
          <a:xfrm>
            <a:off x="2172607" y="4629218"/>
            <a:ext cx="155356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90</a:t>
            </a:r>
          </a:p>
        </p:txBody>
      </p:sp>
      <p:sp>
        <p:nvSpPr>
          <p:cNvPr id="4846" name="tx1600">
            <a:extLst>
              <a:ext uri="{FF2B5EF4-FFF2-40B4-BE49-F238E27FC236}">
                <a16:creationId xmlns:a16="http://schemas.microsoft.com/office/drawing/2014/main" id="{4DB03E13-15D1-385F-ED54-B1702A0CBB09}"/>
              </a:ext>
            </a:extLst>
          </p:cNvPr>
          <p:cNvSpPr/>
          <p:nvPr/>
        </p:nvSpPr>
        <p:spPr>
          <a:xfrm>
            <a:off x="2327964" y="4610838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 dirty="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47" name="tx1601">
            <a:extLst>
              <a:ext uri="{FF2B5EF4-FFF2-40B4-BE49-F238E27FC236}">
                <a16:creationId xmlns:a16="http://schemas.microsoft.com/office/drawing/2014/main" id="{D756E716-A694-2947-975E-FAACB34F2E4A}"/>
              </a:ext>
            </a:extLst>
          </p:cNvPr>
          <p:cNvSpPr/>
          <p:nvPr/>
        </p:nvSpPr>
        <p:spPr>
          <a:xfrm>
            <a:off x="2372678" y="4629218"/>
            <a:ext cx="10543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4848" name="tx1602">
            <a:extLst>
              <a:ext uri="{FF2B5EF4-FFF2-40B4-BE49-F238E27FC236}">
                <a16:creationId xmlns:a16="http://schemas.microsoft.com/office/drawing/2014/main" id="{7CE5611B-9453-D200-93F1-A551F771BE26}"/>
              </a:ext>
            </a:extLst>
          </p:cNvPr>
          <p:cNvSpPr/>
          <p:nvPr/>
        </p:nvSpPr>
        <p:spPr>
          <a:xfrm>
            <a:off x="2732164" y="4629218"/>
            <a:ext cx="155356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85</a:t>
            </a:r>
          </a:p>
        </p:txBody>
      </p:sp>
      <p:sp>
        <p:nvSpPr>
          <p:cNvPr id="4849" name="tx1603">
            <a:extLst>
              <a:ext uri="{FF2B5EF4-FFF2-40B4-BE49-F238E27FC236}">
                <a16:creationId xmlns:a16="http://schemas.microsoft.com/office/drawing/2014/main" id="{96353897-98BC-9EBA-FF5F-3B364EB129F4}"/>
              </a:ext>
            </a:extLst>
          </p:cNvPr>
          <p:cNvSpPr/>
          <p:nvPr/>
        </p:nvSpPr>
        <p:spPr>
          <a:xfrm>
            <a:off x="2887521" y="4610838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50" name="tx1604">
            <a:extLst>
              <a:ext uri="{FF2B5EF4-FFF2-40B4-BE49-F238E27FC236}">
                <a16:creationId xmlns:a16="http://schemas.microsoft.com/office/drawing/2014/main" id="{6BF83598-D8AD-2140-DB25-0E8E1B2AD156}"/>
              </a:ext>
            </a:extLst>
          </p:cNvPr>
          <p:cNvSpPr/>
          <p:nvPr/>
        </p:nvSpPr>
        <p:spPr>
          <a:xfrm>
            <a:off x="2932235" y="4629218"/>
            <a:ext cx="10543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4851" name="tx1605">
            <a:extLst>
              <a:ext uri="{FF2B5EF4-FFF2-40B4-BE49-F238E27FC236}">
                <a16:creationId xmlns:a16="http://schemas.microsoft.com/office/drawing/2014/main" id="{2BFBF151-D67F-4F99-3434-F2ECF0786D64}"/>
              </a:ext>
            </a:extLst>
          </p:cNvPr>
          <p:cNvSpPr/>
          <p:nvPr/>
        </p:nvSpPr>
        <p:spPr>
          <a:xfrm>
            <a:off x="3291721" y="4629218"/>
            <a:ext cx="155356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80</a:t>
            </a:r>
          </a:p>
        </p:txBody>
      </p:sp>
      <p:sp>
        <p:nvSpPr>
          <p:cNvPr id="4852" name="tx1606">
            <a:extLst>
              <a:ext uri="{FF2B5EF4-FFF2-40B4-BE49-F238E27FC236}">
                <a16:creationId xmlns:a16="http://schemas.microsoft.com/office/drawing/2014/main" id="{FC6CA323-4C91-C55D-01C3-AA61BFB9167C}"/>
              </a:ext>
            </a:extLst>
          </p:cNvPr>
          <p:cNvSpPr/>
          <p:nvPr/>
        </p:nvSpPr>
        <p:spPr>
          <a:xfrm>
            <a:off x="3447078" y="4610838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53" name="tx1607">
            <a:extLst>
              <a:ext uri="{FF2B5EF4-FFF2-40B4-BE49-F238E27FC236}">
                <a16:creationId xmlns:a16="http://schemas.microsoft.com/office/drawing/2014/main" id="{980DD2A3-FE60-A85D-43EE-90099D1BA348}"/>
              </a:ext>
            </a:extLst>
          </p:cNvPr>
          <p:cNvSpPr/>
          <p:nvPr/>
        </p:nvSpPr>
        <p:spPr>
          <a:xfrm>
            <a:off x="3491792" y="4629218"/>
            <a:ext cx="10543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4854" name="tx1608">
            <a:extLst>
              <a:ext uri="{FF2B5EF4-FFF2-40B4-BE49-F238E27FC236}">
                <a16:creationId xmlns:a16="http://schemas.microsoft.com/office/drawing/2014/main" id="{6DA78CD1-349D-C7E9-4123-B4C804927C43}"/>
              </a:ext>
            </a:extLst>
          </p:cNvPr>
          <p:cNvSpPr/>
          <p:nvPr/>
        </p:nvSpPr>
        <p:spPr>
          <a:xfrm>
            <a:off x="3851278" y="4629218"/>
            <a:ext cx="155356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75</a:t>
            </a:r>
          </a:p>
        </p:txBody>
      </p:sp>
      <p:sp>
        <p:nvSpPr>
          <p:cNvPr id="4855" name="tx1609">
            <a:extLst>
              <a:ext uri="{FF2B5EF4-FFF2-40B4-BE49-F238E27FC236}">
                <a16:creationId xmlns:a16="http://schemas.microsoft.com/office/drawing/2014/main" id="{80913FB2-02ED-F112-67E0-51B130D6BE42}"/>
              </a:ext>
            </a:extLst>
          </p:cNvPr>
          <p:cNvSpPr/>
          <p:nvPr/>
        </p:nvSpPr>
        <p:spPr>
          <a:xfrm>
            <a:off x="4006634" y="4610838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56" name="tx1610">
            <a:extLst>
              <a:ext uri="{FF2B5EF4-FFF2-40B4-BE49-F238E27FC236}">
                <a16:creationId xmlns:a16="http://schemas.microsoft.com/office/drawing/2014/main" id="{B9316981-18F1-5148-E2EC-9F3083EECA7F}"/>
              </a:ext>
            </a:extLst>
          </p:cNvPr>
          <p:cNvSpPr/>
          <p:nvPr/>
        </p:nvSpPr>
        <p:spPr>
          <a:xfrm>
            <a:off x="4051349" y="4629218"/>
            <a:ext cx="10543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4857" name="tx1611">
            <a:extLst>
              <a:ext uri="{FF2B5EF4-FFF2-40B4-BE49-F238E27FC236}">
                <a16:creationId xmlns:a16="http://schemas.microsoft.com/office/drawing/2014/main" id="{058D2FED-29BE-3D72-4A9E-D07A615273DF}"/>
              </a:ext>
            </a:extLst>
          </p:cNvPr>
          <p:cNvSpPr/>
          <p:nvPr/>
        </p:nvSpPr>
        <p:spPr>
          <a:xfrm>
            <a:off x="4410835" y="4629218"/>
            <a:ext cx="155356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70</a:t>
            </a:r>
          </a:p>
        </p:txBody>
      </p:sp>
      <p:sp>
        <p:nvSpPr>
          <p:cNvPr id="4858" name="tx1612">
            <a:extLst>
              <a:ext uri="{FF2B5EF4-FFF2-40B4-BE49-F238E27FC236}">
                <a16:creationId xmlns:a16="http://schemas.microsoft.com/office/drawing/2014/main" id="{068CDD79-2B64-FE50-3357-24458EE78F0F}"/>
              </a:ext>
            </a:extLst>
          </p:cNvPr>
          <p:cNvSpPr/>
          <p:nvPr/>
        </p:nvSpPr>
        <p:spPr>
          <a:xfrm>
            <a:off x="4566191" y="4610838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59" name="tx1613">
            <a:extLst>
              <a:ext uri="{FF2B5EF4-FFF2-40B4-BE49-F238E27FC236}">
                <a16:creationId xmlns:a16="http://schemas.microsoft.com/office/drawing/2014/main" id="{7B9D9D15-DC17-6A5B-065D-0A92F988FEE9}"/>
              </a:ext>
            </a:extLst>
          </p:cNvPr>
          <p:cNvSpPr/>
          <p:nvPr/>
        </p:nvSpPr>
        <p:spPr>
          <a:xfrm>
            <a:off x="4610905" y="4629218"/>
            <a:ext cx="10543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4860" name="tx1614">
            <a:extLst>
              <a:ext uri="{FF2B5EF4-FFF2-40B4-BE49-F238E27FC236}">
                <a16:creationId xmlns:a16="http://schemas.microsoft.com/office/drawing/2014/main" id="{3F20B66E-2ECC-EEB3-4D13-D93BE28A7734}"/>
              </a:ext>
            </a:extLst>
          </p:cNvPr>
          <p:cNvSpPr/>
          <p:nvPr/>
        </p:nvSpPr>
        <p:spPr>
          <a:xfrm>
            <a:off x="4970392" y="4629218"/>
            <a:ext cx="155356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65</a:t>
            </a:r>
          </a:p>
        </p:txBody>
      </p:sp>
      <p:sp>
        <p:nvSpPr>
          <p:cNvPr id="4861" name="tx1615">
            <a:extLst>
              <a:ext uri="{FF2B5EF4-FFF2-40B4-BE49-F238E27FC236}">
                <a16:creationId xmlns:a16="http://schemas.microsoft.com/office/drawing/2014/main" id="{2B4F362F-9693-5804-9DA0-182678401519}"/>
              </a:ext>
            </a:extLst>
          </p:cNvPr>
          <p:cNvSpPr/>
          <p:nvPr/>
        </p:nvSpPr>
        <p:spPr>
          <a:xfrm>
            <a:off x="5125748" y="4610838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62" name="tx1616">
            <a:extLst>
              <a:ext uri="{FF2B5EF4-FFF2-40B4-BE49-F238E27FC236}">
                <a16:creationId xmlns:a16="http://schemas.microsoft.com/office/drawing/2014/main" id="{ECF8EF62-2176-293A-0653-494FB091FEDD}"/>
              </a:ext>
            </a:extLst>
          </p:cNvPr>
          <p:cNvSpPr/>
          <p:nvPr/>
        </p:nvSpPr>
        <p:spPr>
          <a:xfrm>
            <a:off x="5170462" y="4629218"/>
            <a:ext cx="10543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4863" name="tx1617">
            <a:extLst>
              <a:ext uri="{FF2B5EF4-FFF2-40B4-BE49-F238E27FC236}">
                <a16:creationId xmlns:a16="http://schemas.microsoft.com/office/drawing/2014/main" id="{1B2539D7-63F6-00F8-2EEE-A5A83720ED20}"/>
              </a:ext>
            </a:extLst>
          </p:cNvPr>
          <p:cNvSpPr/>
          <p:nvPr/>
        </p:nvSpPr>
        <p:spPr>
          <a:xfrm>
            <a:off x="5529948" y="4629218"/>
            <a:ext cx="155356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60</a:t>
            </a:r>
          </a:p>
        </p:txBody>
      </p:sp>
      <p:sp>
        <p:nvSpPr>
          <p:cNvPr id="4864" name="tx1618">
            <a:extLst>
              <a:ext uri="{FF2B5EF4-FFF2-40B4-BE49-F238E27FC236}">
                <a16:creationId xmlns:a16="http://schemas.microsoft.com/office/drawing/2014/main" id="{3FE3D30E-052D-26A5-1A4F-68D192BE3702}"/>
              </a:ext>
            </a:extLst>
          </p:cNvPr>
          <p:cNvSpPr/>
          <p:nvPr/>
        </p:nvSpPr>
        <p:spPr>
          <a:xfrm>
            <a:off x="5685305" y="4610838"/>
            <a:ext cx="44714" cy="984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4865" name="tx1619">
            <a:extLst>
              <a:ext uri="{FF2B5EF4-FFF2-40B4-BE49-F238E27FC236}">
                <a16:creationId xmlns:a16="http://schemas.microsoft.com/office/drawing/2014/main" id="{34DA3264-1B1E-F738-52F5-A7A5360B3150}"/>
              </a:ext>
            </a:extLst>
          </p:cNvPr>
          <p:cNvSpPr/>
          <p:nvPr/>
        </p:nvSpPr>
        <p:spPr>
          <a:xfrm>
            <a:off x="5730019" y="4629218"/>
            <a:ext cx="105430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4866" name="tx1620">
            <a:extLst>
              <a:ext uri="{FF2B5EF4-FFF2-40B4-BE49-F238E27FC236}">
                <a16:creationId xmlns:a16="http://schemas.microsoft.com/office/drawing/2014/main" id="{9BADCA7C-DB70-AF97-3481-ABEA2A99604F}"/>
              </a:ext>
            </a:extLst>
          </p:cNvPr>
          <p:cNvSpPr/>
          <p:nvPr/>
        </p:nvSpPr>
        <p:spPr>
          <a:xfrm>
            <a:off x="3137553" y="4771088"/>
            <a:ext cx="613836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Longitude</a:t>
            </a:r>
          </a:p>
        </p:txBody>
      </p:sp>
      <p:sp>
        <p:nvSpPr>
          <p:cNvPr id="4867" name="tx1621">
            <a:extLst>
              <a:ext uri="{FF2B5EF4-FFF2-40B4-BE49-F238E27FC236}">
                <a16:creationId xmlns:a16="http://schemas.microsoft.com/office/drawing/2014/main" id="{D42D4F7F-38E1-9577-ACF6-45C0BBDFD317}"/>
              </a:ext>
            </a:extLst>
          </p:cNvPr>
          <p:cNvSpPr/>
          <p:nvPr/>
        </p:nvSpPr>
        <p:spPr>
          <a:xfrm rot="16200000">
            <a:off x="529502" y="2694812"/>
            <a:ext cx="497159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Latitude</a:t>
            </a:r>
          </a:p>
        </p:txBody>
      </p:sp>
      <p:sp>
        <p:nvSpPr>
          <p:cNvPr id="4868" name="tx1622">
            <a:extLst>
              <a:ext uri="{FF2B5EF4-FFF2-40B4-BE49-F238E27FC236}">
                <a16:creationId xmlns:a16="http://schemas.microsoft.com/office/drawing/2014/main" id="{2DBDA50D-8806-E4CD-B1B1-2E026AAADA0D}"/>
              </a:ext>
            </a:extLst>
          </p:cNvPr>
          <p:cNvSpPr/>
          <p:nvPr/>
        </p:nvSpPr>
        <p:spPr>
          <a:xfrm>
            <a:off x="1307961" y="509563"/>
            <a:ext cx="3371209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lang="en-US"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(A) </a:t>
            </a:r>
            <a:r>
              <a:rPr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Map of Seascape &amp; Experimental Population </a:t>
            </a:r>
          </a:p>
        </p:txBody>
      </p:sp>
      <p:sp>
        <p:nvSpPr>
          <p:cNvPr id="4869" name="tx1623">
            <a:extLst>
              <a:ext uri="{FF2B5EF4-FFF2-40B4-BE49-F238E27FC236}">
                <a16:creationId xmlns:a16="http://schemas.microsoft.com/office/drawing/2014/main" id="{51690316-F7FB-87EA-E83C-9EC07CC56DCA}"/>
              </a:ext>
            </a:extLst>
          </p:cNvPr>
          <p:cNvSpPr/>
          <p:nvPr/>
        </p:nvSpPr>
        <p:spPr>
          <a:xfrm>
            <a:off x="1206244" y="696480"/>
            <a:ext cx="94978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132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Source Sites</a:t>
            </a:r>
          </a:p>
        </p:txBody>
      </p:sp>
      <p:grpSp>
        <p:nvGrpSpPr>
          <p:cNvPr id="4907" name="Group 4906">
            <a:extLst>
              <a:ext uri="{FF2B5EF4-FFF2-40B4-BE49-F238E27FC236}">
                <a16:creationId xmlns:a16="http://schemas.microsoft.com/office/drawing/2014/main" id="{61B294F4-89C0-791B-9827-CEC1646DD5D9}"/>
              </a:ext>
            </a:extLst>
          </p:cNvPr>
          <p:cNvGrpSpPr/>
          <p:nvPr/>
        </p:nvGrpSpPr>
        <p:grpSpPr>
          <a:xfrm>
            <a:off x="6740351" y="466991"/>
            <a:ext cx="4628193" cy="4525962"/>
            <a:chOff x="6104733" y="445840"/>
            <a:chExt cx="4628193" cy="4525962"/>
          </a:xfrm>
        </p:grpSpPr>
        <p:sp>
          <p:nvSpPr>
            <p:cNvPr id="4963" name="rc4">
              <a:extLst>
                <a:ext uri="{FF2B5EF4-FFF2-40B4-BE49-F238E27FC236}">
                  <a16:creationId xmlns:a16="http://schemas.microsoft.com/office/drawing/2014/main" id="{11254EB0-6997-CB9B-7C14-C24D5476D98B}"/>
                </a:ext>
              </a:extLst>
            </p:cNvPr>
            <p:cNvSpPr/>
            <p:nvPr/>
          </p:nvSpPr>
          <p:spPr>
            <a:xfrm>
              <a:off x="6104733" y="445840"/>
              <a:ext cx="4628193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5" name="pl6">
              <a:extLst>
                <a:ext uri="{FF2B5EF4-FFF2-40B4-BE49-F238E27FC236}">
                  <a16:creationId xmlns:a16="http://schemas.microsoft.com/office/drawing/2014/main" id="{B0ABCA14-0D3B-99FF-1DFA-6196EFE3BF36}"/>
                </a:ext>
              </a:extLst>
            </p:cNvPr>
            <p:cNvSpPr/>
            <p:nvPr/>
          </p:nvSpPr>
          <p:spPr>
            <a:xfrm>
              <a:off x="9517078" y="930253"/>
              <a:ext cx="112623" cy="211773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6" name="pl7">
              <a:extLst>
                <a:ext uri="{FF2B5EF4-FFF2-40B4-BE49-F238E27FC236}">
                  <a16:creationId xmlns:a16="http://schemas.microsoft.com/office/drawing/2014/main" id="{DFA33ECE-7B14-458C-7778-63B8F9E972BB}"/>
                </a:ext>
              </a:extLst>
            </p:cNvPr>
            <p:cNvSpPr/>
            <p:nvPr/>
          </p:nvSpPr>
          <p:spPr>
            <a:xfrm>
              <a:off x="8651575" y="2343441"/>
              <a:ext cx="215821" cy="415685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7" name="pl8">
              <a:extLst>
                <a:ext uri="{FF2B5EF4-FFF2-40B4-BE49-F238E27FC236}">
                  <a16:creationId xmlns:a16="http://schemas.microsoft.com/office/drawing/2014/main" id="{F8565FDA-62D1-6FBA-0A4E-B847F974CFDF}"/>
                </a:ext>
              </a:extLst>
            </p:cNvPr>
            <p:cNvSpPr/>
            <p:nvPr/>
          </p:nvSpPr>
          <p:spPr>
            <a:xfrm>
              <a:off x="7604425" y="4362173"/>
              <a:ext cx="101935" cy="186280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8" name="pl9">
              <a:extLst>
                <a:ext uri="{FF2B5EF4-FFF2-40B4-BE49-F238E27FC236}">
                  <a16:creationId xmlns:a16="http://schemas.microsoft.com/office/drawing/2014/main" id="{B5B1EE60-179B-5138-C125-ADC648C7AA18}"/>
                </a:ext>
              </a:extLst>
            </p:cNvPr>
            <p:cNvSpPr/>
            <p:nvPr/>
          </p:nvSpPr>
          <p:spPr>
            <a:xfrm>
              <a:off x="7818824" y="3942675"/>
              <a:ext cx="592216" cy="603094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9" name="pl10">
              <a:extLst>
                <a:ext uri="{FF2B5EF4-FFF2-40B4-BE49-F238E27FC236}">
                  <a16:creationId xmlns:a16="http://schemas.microsoft.com/office/drawing/2014/main" id="{AB47D0AE-4CAC-5F59-86B6-5BBE3F5333B7}"/>
                </a:ext>
              </a:extLst>
            </p:cNvPr>
            <p:cNvSpPr/>
            <p:nvPr/>
          </p:nvSpPr>
          <p:spPr>
            <a:xfrm>
              <a:off x="7163243" y="742203"/>
              <a:ext cx="1751847" cy="3798672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0" name="pl11">
              <a:extLst>
                <a:ext uri="{FF2B5EF4-FFF2-40B4-BE49-F238E27FC236}">
                  <a16:creationId xmlns:a16="http://schemas.microsoft.com/office/drawing/2014/main" id="{5AA8D8EF-1159-4812-9F9F-0A7A39002227}"/>
                </a:ext>
              </a:extLst>
            </p:cNvPr>
            <p:cNvSpPr/>
            <p:nvPr/>
          </p:nvSpPr>
          <p:spPr>
            <a:xfrm>
              <a:off x="8539515" y="742203"/>
              <a:ext cx="1082264" cy="973826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1" name="pl12">
              <a:extLst>
                <a:ext uri="{FF2B5EF4-FFF2-40B4-BE49-F238E27FC236}">
                  <a16:creationId xmlns:a16="http://schemas.microsoft.com/office/drawing/2014/main" id="{D7DF40C6-90C8-4185-A1CE-2EFD0528D821}"/>
                </a:ext>
              </a:extLst>
            </p:cNvPr>
            <p:cNvSpPr/>
            <p:nvPr/>
          </p:nvSpPr>
          <p:spPr>
            <a:xfrm>
              <a:off x="9647202" y="742203"/>
              <a:ext cx="28664" cy="147362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2" name="pg13">
              <a:extLst>
                <a:ext uri="{FF2B5EF4-FFF2-40B4-BE49-F238E27FC236}">
                  <a16:creationId xmlns:a16="http://schemas.microsoft.com/office/drawing/2014/main" id="{D3ACA3D0-098F-4F9E-8A98-9EA3D0684018}"/>
                </a:ext>
              </a:extLst>
            </p:cNvPr>
            <p:cNvSpPr/>
            <p:nvPr/>
          </p:nvSpPr>
          <p:spPr>
            <a:xfrm>
              <a:off x="7623918" y="2562234"/>
              <a:ext cx="158117" cy="136934"/>
            </a:xfrm>
            <a:custGeom>
              <a:avLst/>
              <a:gdLst/>
              <a:ahLst/>
              <a:cxnLst/>
              <a:rect l="0" t="0" r="0" b="0"/>
              <a:pathLst>
                <a:path w="158117" h="136934">
                  <a:moveTo>
                    <a:pt x="79058" y="0"/>
                  </a:moveTo>
                  <a:lnTo>
                    <a:pt x="158117" y="136934"/>
                  </a:lnTo>
                  <a:lnTo>
                    <a:pt x="0" y="136934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3" name="pg14">
              <a:extLst>
                <a:ext uri="{FF2B5EF4-FFF2-40B4-BE49-F238E27FC236}">
                  <a16:creationId xmlns:a16="http://schemas.microsoft.com/office/drawing/2014/main" id="{114748BA-8194-AC7C-E327-2BADC64E0D92}"/>
                </a:ext>
              </a:extLst>
            </p:cNvPr>
            <p:cNvSpPr/>
            <p:nvPr/>
          </p:nvSpPr>
          <p:spPr>
            <a:xfrm>
              <a:off x="7595101" y="3277460"/>
              <a:ext cx="158117" cy="136934"/>
            </a:xfrm>
            <a:custGeom>
              <a:avLst/>
              <a:gdLst/>
              <a:ahLst/>
              <a:cxnLst/>
              <a:rect l="0" t="0" r="0" b="0"/>
              <a:pathLst>
                <a:path w="158117" h="136934">
                  <a:moveTo>
                    <a:pt x="79058" y="0"/>
                  </a:moveTo>
                  <a:lnTo>
                    <a:pt x="158117" y="136934"/>
                  </a:lnTo>
                  <a:lnTo>
                    <a:pt x="0" y="136934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4" name="rc15">
              <a:extLst>
                <a:ext uri="{FF2B5EF4-FFF2-40B4-BE49-F238E27FC236}">
                  <a16:creationId xmlns:a16="http://schemas.microsoft.com/office/drawing/2014/main" id="{FA1330AA-E57F-3300-E06F-F9988AF7B93B}"/>
                </a:ext>
              </a:extLst>
            </p:cNvPr>
            <p:cNvSpPr/>
            <p:nvPr/>
          </p:nvSpPr>
          <p:spPr>
            <a:xfrm>
              <a:off x="7528293" y="3364138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5" name="rc16">
              <a:extLst>
                <a:ext uri="{FF2B5EF4-FFF2-40B4-BE49-F238E27FC236}">
                  <a16:creationId xmlns:a16="http://schemas.microsoft.com/office/drawing/2014/main" id="{2A7BA263-ED29-0CAE-C632-517402B49BCB}"/>
                </a:ext>
              </a:extLst>
            </p:cNvPr>
            <p:cNvSpPr/>
            <p:nvPr/>
          </p:nvSpPr>
          <p:spPr>
            <a:xfrm>
              <a:off x="7778328" y="2613509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6" name="rc17">
              <a:extLst>
                <a:ext uri="{FF2B5EF4-FFF2-40B4-BE49-F238E27FC236}">
                  <a16:creationId xmlns:a16="http://schemas.microsoft.com/office/drawing/2014/main" id="{969FC377-B53B-4915-CC6D-41A24D20B4D8}"/>
                </a:ext>
              </a:extLst>
            </p:cNvPr>
            <p:cNvSpPr/>
            <p:nvPr/>
          </p:nvSpPr>
          <p:spPr>
            <a:xfrm>
              <a:off x="7749510" y="3328735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7" name="pt18">
              <a:extLst>
                <a:ext uri="{FF2B5EF4-FFF2-40B4-BE49-F238E27FC236}">
                  <a16:creationId xmlns:a16="http://schemas.microsoft.com/office/drawing/2014/main" id="{80F7B1D2-0D00-7722-9D86-19E623E16D2C}"/>
                </a:ext>
              </a:extLst>
            </p:cNvPr>
            <p:cNvSpPr/>
            <p:nvPr/>
          </p:nvSpPr>
          <p:spPr>
            <a:xfrm>
              <a:off x="8386908" y="296322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8" name="pt19">
              <a:extLst>
                <a:ext uri="{FF2B5EF4-FFF2-40B4-BE49-F238E27FC236}">
                  <a16:creationId xmlns:a16="http://schemas.microsoft.com/office/drawing/2014/main" id="{57E7A746-80CB-BA1B-5027-CD32E0C6A704}"/>
                </a:ext>
              </a:extLst>
            </p:cNvPr>
            <p:cNvSpPr/>
            <p:nvPr/>
          </p:nvSpPr>
          <p:spPr>
            <a:xfrm>
              <a:off x="8964439" y="1541614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9" name="pt20">
              <a:extLst>
                <a:ext uri="{FF2B5EF4-FFF2-40B4-BE49-F238E27FC236}">
                  <a16:creationId xmlns:a16="http://schemas.microsoft.com/office/drawing/2014/main" id="{A4BEB30F-E960-9114-BD95-6F2EC0630E09}"/>
                </a:ext>
              </a:extLst>
            </p:cNvPr>
            <p:cNvSpPr/>
            <p:nvPr/>
          </p:nvSpPr>
          <p:spPr>
            <a:xfrm>
              <a:off x="8499958" y="1189249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0" name="pt21">
              <a:extLst>
                <a:ext uri="{FF2B5EF4-FFF2-40B4-BE49-F238E27FC236}">
                  <a16:creationId xmlns:a16="http://schemas.microsoft.com/office/drawing/2014/main" id="{E0090D68-BC6F-C366-5A0E-E44437FDFE6A}"/>
                </a:ext>
              </a:extLst>
            </p:cNvPr>
            <p:cNvSpPr/>
            <p:nvPr/>
          </p:nvSpPr>
          <p:spPr>
            <a:xfrm>
              <a:off x="7695601" y="3502612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1" name="pt22">
              <a:extLst>
                <a:ext uri="{FF2B5EF4-FFF2-40B4-BE49-F238E27FC236}">
                  <a16:creationId xmlns:a16="http://schemas.microsoft.com/office/drawing/2014/main" id="{DED07F16-2FED-BA6E-D6E2-E9AE79898620}"/>
                </a:ext>
              </a:extLst>
            </p:cNvPr>
            <p:cNvSpPr/>
            <p:nvPr/>
          </p:nvSpPr>
          <p:spPr>
            <a:xfrm>
              <a:off x="7639644" y="3419613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2" name="pt23">
              <a:extLst>
                <a:ext uri="{FF2B5EF4-FFF2-40B4-BE49-F238E27FC236}">
                  <a16:creationId xmlns:a16="http://schemas.microsoft.com/office/drawing/2014/main" id="{B719F958-55F0-9C79-3AE4-27059C5B3AD0}"/>
                </a:ext>
              </a:extLst>
            </p:cNvPr>
            <p:cNvSpPr/>
            <p:nvPr/>
          </p:nvSpPr>
          <p:spPr>
            <a:xfrm>
              <a:off x="7377265" y="226036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3" name="pl24">
              <a:extLst>
                <a:ext uri="{FF2B5EF4-FFF2-40B4-BE49-F238E27FC236}">
                  <a16:creationId xmlns:a16="http://schemas.microsoft.com/office/drawing/2014/main" id="{9423FC0C-AF58-6384-7178-152F5C971FB7}"/>
                </a:ext>
              </a:extLst>
            </p:cNvPr>
            <p:cNvSpPr/>
            <p:nvPr/>
          </p:nvSpPr>
          <p:spPr>
            <a:xfrm>
              <a:off x="7832074" y="2363113"/>
              <a:ext cx="959892" cy="286314"/>
            </a:xfrm>
            <a:custGeom>
              <a:avLst/>
              <a:gdLst/>
              <a:ahLst/>
              <a:cxnLst/>
              <a:rect l="0" t="0" r="0" b="0"/>
              <a:pathLst>
                <a:path w="959892" h="286314">
                  <a:moveTo>
                    <a:pt x="959892" y="0"/>
                  </a:moveTo>
                  <a:lnTo>
                    <a:pt x="0" y="28631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4" name="pl25">
              <a:extLst>
                <a:ext uri="{FF2B5EF4-FFF2-40B4-BE49-F238E27FC236}">
                  <a16:creationId xmlns:a16="http://schemas.microsoft.com/office/drawing/2014/main" id="{2E5D9BBC-57C2-9BA1-8C6E-94EB081E3B41}"/>
                </a:ext>
              </a:extLst>
            </p:cNvPr>
            <p:cNvSpPr/>
            <p:nvPr/>
          </p:nvSpPr>
          <p:spPr>
            <a:xfrm>
              <a:off x="7803242" y="3078386"/>
              <a:ext cx="948297" cy="286222"/>
            </a:xfrm>
            <a:custGeom>
              <a:avLst/>
              <a:gdLst/>
              <a:ahLst/>
              <a:cxnLst/>
              <a:rect l="0" t="0" r="0" b="0"/>
              <a:pathLst>
                <a:path w="948297" h="286222">
                  <a:moveTo>
                    <a:pt x="948297" y="0"/>
                  </a:moveTo>
                  <a:lnTo>
                    <a:pt x="0" y="28622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5" name="pg26">
              <a:extLst>
                <a:ext uri="{FF2B5EF4-FFF2-40B4-BE49-F238E27FC236}">
                  <a16:creationId xmlns:a16="http://schemas.microsoft.com/office/drawing/2014/main" id="{81808A48-141C-BE6E-C8DF-3BF5AB721408}"/>
                </a:ext>
              </a:extLst>
            </p:cNvPr>
            <p:cNvSpPr/>
            <p:nvPr/>
          </p:nvSpPr>
          <p:spPr>
            <a:xfrm>
              <a:off x="8791966" y="2264841"/>
              <a:ext cx="667694" cy="191932"/>
            </a:xfrm>
            <a:custGeom>
              <a:avLst/>
              <a:gdLst/>
              <a:ahLst/>
              <a:cxnLst/>
              <a:rect l="0" t="0" r="0" b="0"/>
              <a:pathLst>
                <a:path w="667694" h="191932">
                  <a:moveTo>
                    <a:pt x="27432" y="191932"/>
                  </a:moveTo>
                  <a:lnTo>
                    <a:pt x="640262" y="191932"/>
                  </a:lnTo>
                  <a:lnTo>
                    <a:pt x="639158" y="191910"/>
                  </a:lnTo>
                  <a:lnTo>
                    <a:pt x="643569" y="191732"/>
                  </a:lnTo>
                  <a:lnTo>
                    <a:pt x="647894" y="190849"/>
                  </a:lnTo>
                  <a:lnTo>
                    <a:pt x="652022" y="189284"/>
                  </a:lnTo>
                  <a:lnTo>
                    <a:pt x="655846" y="187076"/>
                  </a:lnTo>
                  <a:lnTo>
                    <a:pt x="659265" y="184284"/>
                  </a:lnTo>
                  <a:lnTo>
                    <a:pt x="662193" y="180980"/>
                  </a:lnTo>
                  <a:lnTo>
                    <a:pt x="664552" y="177248"/>
                  </a:lnTo>
                  <a:lnTo>
                    <a:pt x="666283" y="173187"/>
                  </a:lnTo>
                  <a:lnTo>
                    <a:pt x="667339" y="168900"/>
                  </a:lnTo>
                  <a:lnTo>
                    <a:pt x="667694" y="164500"/>
                  </a:lnTo>
                  <a:lnTo>
                    <a:pt x="667694" y="27432"/>
                  </a:lnTo>
                  <a:lnTo>
                    <a:pt x="667339" y="23031"/>
                  </a:lnTo>
                  <a:lnTo>
                    <a:pt x="666283" y="18745"/>
                  </a:lnTo>
                  <a:lnTo>
                    <a:pt x="664552" y="14683"/>
                  </a:lnTo>
                  <a:lnTo>
                    <a:pt x="662193" y="10952"/>
                  </a:lnTo>
                  <a:lnTo>
                    <a:pt x="659265" y="7647"/>
                  </a:lnTo>
                  <a:lnTo>
                    <a:pt x="655846" y="4855"/>
                  </a:lnTo>
                  <a:lnTo>
                    <a:pt x="652022" y="2648"/>
                  </a:lnTo>
                  <a:lnTo>
                    <a:pt x="647894" y="1083"/>
                  </a:lnTo>
                  <a:lnTo>
                    <a:pt x="643569" y="200"/>
                  </a:lnTo>
                  <a:lnTo>
                    <a:pt x="640262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6" name="tx27">
              <a:extLst>
                <a:ext uri="{FF2B5EF4-FFF2-40B4-BE49-F238E27FC236}">
                  <a16:creationId xmlns:a16="http://schemas.microsoft.com/office/drawing/2014/main" id="{B8BC5451-67C0-4D84-5B65-8813E98A76A7}"/>
                </a:ext>
              </a:extLst>
            </p:cNvPr>
            <p:cNvSpPr/>
            <p:nvPr/>
          </p:nvSpPr>
          <p:spPr>
            <a:xfrm>
              <a:off x="8837686" y="2310561"/>
              <a:ext cx="57625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4987" name="pg28">
              <a:extLst>
                <a:ext uri="{FF2B5EF4-FFF2-40B4-BE49-F238E27FC236}">
                  <a16:creationId xmlns:a16="http://schemas.microsoft.com/office/drawing/2014/main" id="{1A23197B-158A-FD3C-B1FF-E5780A71616E}"/>
                </a:ext>
              </a:extLst>
            </p:cNvPr>
            <p:cNvSpPr/>
            <p:nvPr/>
          </p:nvSpPr>
          <p:spPr>
            <a:xfrm>
              <a:off x="8751540" y="2980062"/>
              <a:ext cx="690920" cy="191932"/>
            </a:xfrm>
            <a:custGeom>
              <a:avLst/>
              <a:gdLst/>
              <a:ahLst/>
              <a:cxnLst/>
              <a:rect l="0" t="0" r="0" b="0"/>
              <a:pathLst>
                <a:path w="690920" h="191932">
                  <a:moveTo>
                    <a:pt x="27432" y="191932"/>
                  </a:moveTo>
                  <a:lnTo>
                    <a:pt x="663488" y="191932"/>
                  </a:lnTo>
                  <a:lnTo>
                    <a:pt x="662384" y="191910"/>
                  </a:lnTo>
                  <a:lnTo>
                    <a:pt x="666795" y="191732"/>
                  </a:lnTo>
                  <a:lnTo>
                    <a:pt x="671120" y="190849"/>
                  </a:lnTo>
                  <a:lnTo>
                    <a:pt x="675248" y="189284"/>
                  </a:lnTo>
                  <a:lnTo>
                    <a:pt x="679071" y="187076"/>
                  </a:lnTo>
                  <a:lnTo>
                    <a:pt x="682491" y="184284"/>
                  </a:lnTo>
                  <a:lnTo>
                    <a:pt x="685418" y="180980"/>
                  </a:lnTo>
                  <a:lnTo>
                    <a:pt x="687778" y="177248"/>
                  </a:lnTo>
                  <a:lnTo>
                    <a:pt x="689508" y="173187"/>
                  </a:lnTo>
                  <a:lnTo>
                    <a:pt x="690565" y="168900"/>
                  </a:lnTo>
                  <a:lnTo>
                    <a:pt x="690920" y="164500"/>
                  </a:lnTo>
                  <a:lnTo>
                    <a:pt x="690920" y="27431"/>
                  </a:lnTo>
                  <a:lnTo>
                    <a:pt x="690565" y="23031"/>
                  </a:lnTo>
                  <a:lnTo>
                    <a:pt x="689508" y="18745"/>
                  </a:lnTo>
                  <a:lnTo>
                    <a:pt x="687778" y="14683"/>
                  </a:lnTo>
                  <a:lnTo>
                    <a:pt x="685418" y="10952"/>
                  </a:lnTo>
                  <a:lnTo>
                    <a:pt x="682491" y="7647"/>
                  </a:lnTo>
                  <a:lnTo>
                    <a:pt x="679071" y="4855"/>
                  </a:lnTo>
                  <a:lnTo>
                    <a:pt x="675248" y="2648"/>
                  </a:lnTo>
                  <a:lnTo>
                    <a:pt x="671120" y="1083"/>
                  </a:lnTo>
                  <a:lnTo>
                    <a:pt x="666795" y="200"/>
                  </a:lnTo>
                  <a:lnTo>
                    <a:pt x="66348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8" name="tx29">
              <a:extLst>
                <a:ext uri="{FF2B5EF4-FFF2-40B4-BE49-F238E27FC236}">
                  <a16:creationId xmlns:a16="http://schemas.microsoft.com/office/drawing/2014/main" id="{CF3B1FE7-11F5-1C85-727D-87627D0FBCDB}"/>
                </a:ext>
              </a:extLst>
            </p:cNvPr>
            <p:cNvSpPr/>
            <p:nvPr/>
          </p:nvSpPr>
          <p:spPr>
            <a:xfrm>
              <a:off x="8797260" y="3025782"/>
              <a:ext cx="59948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4989" name="pl30">
              <a:extLst>
                <a:ext uri="{FF2B5EF4-FFF2-40B4-BE49-F238E27FC236}">
                  <a16:creationId xmlns:a16="http://schemas.microsoft.com/office/drawing/2014/main" id="{78ED697C-332D-CA98-75D0-C144639F2112}"/>
                </a:ext>
              </a:extLst>
            </p:cNvPr>
            <p:cNvSpPr/>
            <p:nvPr/>
          </p:nvSpPr>
          <p:spPr>
            <a:xfrm>
              <a:off x="7660046" y="2391486"/>
              <a:ext cx="40663" cy="248197"/>
            </a:xfrm>
            <a:custGeom>
              <a:avLst/>
              <a:gdLst/>
              <a:ahLst/>
              <a:cxnLst/>
              <a:rect l="0" t="0" r="0" b="0"/>
              <a:pathLst>
                <a:path w="40663" h="248197">
                  <a:moveTo>
                    <a:pt x="0" y="0"/>
                  </a:moveTo>
                  <a:lnTo>
                    <a:pt x="40663" y="24819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0" name="pl31">
              <a:extLst>
                <a:ext uri="{FF2B5EF4-FFF2-40B4-BE49-F238E27FC236}">
                  <a16:creationId xmlns:a16="http://schemas.microsoft.com/office/drawing/2014/main" id="{F0D70979-E724-E4F8-7775-460D9A4D4E89}"/>
                </a:ext>
              </a:extLst>
            </p:cNvPr>
            <p:cNvSpPr/>
            <p:nvPr/>
          </p:nvSpPr>
          <p:spPr>
            <a:xfrm>
              <a:off x="7662226" y="3107431"/>
              <a:ext cx="11293" cy="247315"/>
            </a:xfrm>
            <a:custGeom>
              <a:avLst/>
              <a:gdLst/>
              <a:ahLst/>
              <a:cxnLst/>
              <a:rect l="0" t="0" r="0" b="0"/>
              <a:pathLst>
                <a:path w="11293" h="247315">
                  <a:moveTo>
                    <a:pt x="0" y="0"/>
                  </a:moveTo>
                  <a:lnTo>
                    <a:pt x="11293" y="24731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1" name="pg32">
              <a:extLst>
                <a:ext uri="{FF2B5EF4-FFF2-40B4-BE49-F238E27FC236}">
                  <a16:creationId xmlns:a16="http://schemas.microsoft.com/office/drawing/2014/main" id="{2F4A7F62-7C27-631B-0D4A-56A2D7FB82A7}"/>
                </a:ext>
              </a:extLst>
            </p:cNvPr>
            <p:cNvSpPr/>
            <p:nvPr/>
          </p:nvSpPr>
          <p:spPr>
            <a:xfrm>
              <a:off x="6976806" y="2264839"/>
              <a:ext cx="683239" cy="191932"/>
            </a:xfrm>
            <a:custGeom>
              <a:avLst/>
              <a:gdLst/>
              <a:ahLst/>
              <a:cxnLst/>
              <a:rect l="0" t="0" r="0" b="0"/>
              <a:pathLst>
                <a:path w="683239" h="191932">
                  <a:moveTo>
                    <a:pt x="27431" y="191932"/>
                  </a:moveTo>
                  <a:lnTo>
                    <a:pt x="655807" y="191932"/>
                  </a:lnTo>
                  <a:lnTo>
                    <a:pt x="654703" y="191910"/>
                  </a:lnTo>
                  <a:lnTo>
                    <a:pt x="659114" y="191732"/>
                  </a:lnTo>
                  <a:lnTo>
                    <a:pt x="663439" y="190849"/>
                  </a:lnTo>
                  <a:lnTo>
                    <a:pt x="667567" y="189284"/>
                  </a:lnTo>
                  <a:lnTo>
                    <a:pt x="671390" y="187076"/>
                  </a:lnTo>
                  <a:lnTo>
                    <a:pt x="674810" y="184284"/>
                  </a:lnTo>
                  <a:lnTo>
                    <a:pt x="677737" y="180980"/>
                  </a:lnTo>
                  <a:lnTo>
                    <a:pt x="680097" y="177248"/>
                  </a:lnTo>
                  <a:lnTo>
                    <a:pt x="681827" y="173187"/>
                  </a:lnTo>
                  <a:lnTo>
                    <a:pt x="682884" y="168900"/>
                  </a:lnTo>
                  <a:lnTo>
                    <a:pt x="683239" y="164500"/>
                  </a:lnTo>
                  <a:lnTo>
                    <a:pt x="683239" y="27431"/>
                  </a:lnTo>
                  <a:lnTo>
                    <a:pt x="682884" y="23031"/>
                  </a:lnTo>
                  <a:lnTo>
                    <a:pt x="681827" y="18745"/>
                  </a:lnTo>
                  <a:lnTo>
                    <a:pt x="680097" y="14683"/>
                  </a:lnTo>
                  <a:lnTo>
                    <a:pt x="677737" y="10952"/>
                  </a:lnTo>
                  <a:lnTo>
                    <a:pt x="674810" y="7647"/>
                  </a:lnTo>
                  <a:lnTo>
                    <a:pt x="671390" y="4855"/>
                  </a:lnTo>
                  <a:lnTo>
                    <a:pt x="667567" y="2648"/>
                  </a:lnTo>
                  <a:lnTo>
                    <a:pt x="663439" y="1083"/>
                  </a:lnTo>
                  <a:lnTo>
                    <a:pt x="659114" y="200"/>
                  </a:lnTo>
                  <a:lnTo>
                    <a:pt x="655807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2" name="tx33">
              <a:extLst>
                <a:ext uri="{FF2B5EF4-FFF2-40B4-BE49-F238E27FC236}">
                  <a16:creationId xmlns:a16="http://schemas.microsoft.com/office/drawing/2014/main" id="{937EBB46-676B-C831-A334-4B97DE279A32}"/>
                </a:ext>
              </a:extLst>
            </p:cNvPr>
            <p:cNvSpPr/>
            <p:nvPr/>
          </p:nvSpPr>
          <p:spPr>
            <a:xfrm>
              <a:off x="7022526" y="2310559"/>
              <a:ext cx="591799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4993" name="pg34">
              <a:extLst>
                <a:ext uri="{FF2B5EF4-FFF2-40B4-BE49-F238E27FC236}">
                  <a16:creationId xmlns:a16="http://schemas.microsoft.com/office/drawing/2014/main" id="{BFF8816F-C826-B5ED-4676-6535323D6800}"/>
                </a:ext>
              </a:extLst>
            </p:cNvPr>
            <p:cNvSpPr/>
            <p:nvPr/>
          </p:nvSpPr>
          <p:spPr>
            <a:xfrm>
              <a:off x="6916990" y="2980064"/>
              <a:ext cx="745235" cy="191932"/>
            </a:xfrm>
            <a:custGeom>
              <a:avLst/>
              <a:gdLst/>
              <a:ahLst/>
              <a:cxnLst/>
              <a:rect l="0" t="0" r="0" b="0"/>
              <a:pathLst>
                <a:path w="745235" h="191932">
                  <a:moveTo>
                    <a:pt x="27431" y="191932"/>
                  </a:moveTo>
                  <a:lnTo>
                    <a:pt x="717804" y="191932"/>
                  </a:lnTo>
                  <a:lnTo>
                    <a:pt x="716699" y="191910"/>
                  </a:lnTo>
                  <a:lnTo>
                    <a:pt x="721110" y="191732"/>
                  </a:lnTo>
                  <a:lnTo>
                    <a:pt x="725436" y="190849"/>
                  </a:lnTo>
                  <a:lnTo>
                    <a:pt x="729563" y="189284"/>
                  </a:lnTo>
                  <a:lnTo>
                    <a:pt x="733387" y="187076"/>
                  </a:lnTo>
                  <a:lnTo>
                    <a:pt x="736806" y="184284"/>
                  </a:lnTo>
                  <a:lnTo>
                    <a:pt x="739734" y="180980"/>
                  </a:lnTo>
                  <a:lnTo>
                    <a:pt x="742093" y="177248"/>
                  </a:lnTo>
                  <a:lnTo>
                    <a:pt x="743824" y="173187"/>
                  </a:lnTo>
                  <a:lnTo>
                    <a:pt x="744880" y="168900"/>
                  </a:lnTo>
                  <a:lnTo>
                    <a:pt x="745235" y="164500"/>
                  </a:lnTo>
                  <a:lnTo>
                    <a:pt x="745235" y="27432"/>
                  </a:lnTo>
                  <a:lnTo>
                    <a:pt x="744880" y="23031"/>
                  </a:lnTo>
                  <a:lnTo>
                    <a:pt x="743824" y="18745"/>
                  </a:lnTo>
                  <a:lnTo>
                    <a:pt x="742093" y="14683"/>
                  </a:lnTo>
                  <a:lnTo>
                    <a:pt x="739734" y="10952"/>
                  </a:lnTo>
                  <a:lnTo>
                    <a:pt x="736806" y="7647"/>
                  </a:lnTo>
                  <a:lnTo>
                    <a:pt x="733387" y="4855"/>
                  </a:lnTo>
                  <a:lnTo>
                    <a:pt x="729563" y="2648"/>
                  </a:lnTo>
                  <a:lnTo>
                    <a:pt x="725436" y="1083"/>
                  </a:lnTo>
                  <a:lnTo>
                    <a:pt x="721110" y="200"/>
                  </a:lnTo>
                  <a:lnTo>
                    <a:pt x="71780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4" name="tx35">
              <a:extLst>
                <a:ext uri="{FF2B5EF4-FFF2-40B4-BE49-F238E27FC236}">
                  <a16:creationId xmlns:a16="http://schemas.microsoft.com/office/drawing/2014/main" id="{32C53DC3-21B8-470C-CFA4-242C3DE9E424}"/>
                </a:ext>
              </a:extLst>
            </p:cNvPr>
            <p:cNvSpPr/>
            <p:nvPr/>
          </p:nvSpPr>
          <p:spPr>
            <a:xfrm>
              <a:off x="6962710" y="3025784"/>
              <a:ext cx="65379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4995" name="pl36">
              <a:extLst>
                <a:ext uri="{FF2B5EF4-FFF2-40B4-BE49-F238E27FC236}">
                  <a16:creationId xmlns:a16="http://schemas.microsoft.com/office/drawing/2014/main" id="{DEEAB904-B036-1FF2-8E36-59E6FA8A4E46}"/>
                </a:ext>
              </a:extLst>
            </p:cNvPr>
            <p:cNvSpPr/>
            <p:nvPr/>
          </p:nvSpPr>
          <p:spPr>
            <a:xfrm>
              <a:off x="7570721" y="3417970"/>
              <a:ext cx="114586" cy="656103"/>
            </a:xfrm>
            <a:custGeom>
              <a:avLst/>
              <a:gdLst/>
              <a:ahLst/>
              <a:cxnLst/>
              <a:rect l="0" t="0" r="0" b="0"/>
              <a:pathLst>
                <a:path w="114586" h="656103">
                  <a:moveTo>
                    <a:pt x="114586" y="656103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6" name="pg37">
              <a:extLst>
                <a:ext uri="{FF2B5EF4-FFF2-40B4-BE49-F238E27FC236}">
                  <a16:creationId xmlns:a16="http://schemas.microsoft.com/office/drawing/2014/main" id="{77FFC814-DEF4-5617-EAC6-4647B47300D0}"/>
                </a:ext>
              </a:extLst>
            </p:cNvPr>
            <p:cNvSpPr/>
            <p:nvPr/>
          </p:nvSpPr>
          <p:spPr>
            <a:xfrm>
              <a:off x="7685307" y="3991195"/>
              <a:ext cx="535106" cy="191932"/>
            </a:xfrm>
            <a:custGeom>
              <a:avLst/>
              <a:gdLst/>
              <a:ahLst/>
              <a:cxnLst/>
              <a:rect l="0" t="0" r="0" b="0"/>
              <a:pathLst>
                <a:path w="535106" h="191932">
                  <a:moveTo>
                    <a:pt x="27432" y="191932"/>
                  </a:moveTo>
                  <a:lnTo>
                    <a:pt x="507674" y="191932"/>
                  </a:lnTo>
                  <a:lnTo>
                    <a:pt x="506570" y="191910"/>
                  </a:lnTo>
                  <a:lnTo>
                    <a:pt x="510981" y="191732"/>
                  </a:lnTo>
                  <a:lnTo>
                    <a:pt x="515306" y="190849"/>
                  </a:lnTo>
                  <a:lnTo>
                    <a:pt x="519434" y="189284"/>
                  </a:lnTo>
                  <a:lnTo>
                    <a:pt x="523258" y="187076"/>
                  </a:lnTo>
                  <a:lnTo>
                    <a:pt x="526677" y="184284"/>
                  </a:lnTo>
                  <a:lnTo>
                    <a:pt x="529605" y="180980"/>
                  </a:lnTo>
                  <a:lnTo>
                    <a:pt x="531964" y="177248"/>
                  </a:lnTo>
                  <a:lnTo>
                    <a:pt x="533695" y="173187"/>
                  </a:lnTo>
                  <a:lnTo>
                    <a:pt x="534751" y="168900"/>
                  </a:lnTo>
                  <a:lnTo>
                    <a:pt x="535106" y="164500"/>
                  </a:lnTo>
                  <a:lnTo>
                    <a:pt x="535106" y="27432"/>
                  </a:lnTo>
                  <a:lnTo>
                    <a:pt x="534751" y="23031"/>
                  </a:lnTo>
                  <a:lnTo>
                    <a:pt x="533695" y="18745"/>
                  </a:lnTo>
                  <a:lnTo>
                    <a:pt x="531964" y="14683"/>
                  </a:lnTo>
                  <a:lnTo>
                    <a:pt x="529605" y="10952"/>
                  </a:lnTo>
                  <a:lnTo>
                    <a:pt x="526677" y="7647"/>
                  </a:lnTo>
                  <a:lnTo>
                    <a:pt x="523258" y="4855"/>
                  </a:lnTo>
                  <a:lnTo>
                    <a:pt x="519434" y="2648"/>
                  </a:lnTo>
                  <a:lnTo>
                    <a:pt x="515306" y="1083"/>
                  </a:lnTo>
                  <a:lnTo>
                    <a:pt x="510981" y="200"/>
                  </a:lnTo>
                  <a:lnTo>
                    <a:pt x="507674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7" name="tx38">
              <a:extLst>
                <a:ext uri="{FF2B5EF4-FFF2-40B4-BE49-F238E27FC236}">
                  <a16:creationId xmlns:a16="http://schemas.microsoft.com/office/drawing/2014/main" id="{5BBC27E8-F326-5E5A-3A69-C92BF5A52DDE}"/>
                </a:ext>
              </a:extLst>
            </p:cNvPr>
            <p:cNvSpPr/>
            <p:nvPr/>
          </p:nvSpPr>
          <p:spPr>
            <a:xfrm>
              <a:off x="7731027" y="4036915"/>
              <a:ext cx="44366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4998" name="pl39">
              <a:extLst>
                <a:ext uri="{FF2B5EF4-FFF2-40B4-BE49-F238E27FC236}">
                  <a16:creationId xmlns:a16="http://schemas.microsoft.com/office/drawing/2014/main" id="{2A016A51-83E0-5BCF-6863-0D471C2FCF24}"/>
                </a:ext>
              </a:extLst>
            </p:cNvPr>
            <p:cNvSpPr/>
            <p:nvPr/>
          </p:nvSpPr>
          <p:spPr>
            <a:xfrm>
              <a:off x="6745771" y="742203"/>
              <a:ext cx="0" cy="3824476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9" name="tx40">
              <a:extLst>
                <a:ext uri="{FF2B5EF4-FFF2-40B4-BE49-F238E27FC236}">
                  <a16:creationId xmlns:a16="http://schemas.microsoft.com/office/drawing/2014/main" id="{F0F55311-7062-B071-FD8E-CA2D2B8313E3}"/>
                </a:ext>
              </a:extLst>
            </p:cNvPr>
            <p:cNvSpPr/>
            <p:nvPr/>
          </p:nvSpPr>
          <p:spPr>
            <a:xfrm>
              <a:off x="6340241" y="405679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36.5</a:t>
              </a:r>
            </a:p>
          </p:txBody>
        </p:sp>
        <p:sp>
          <p:nvSpPr>
            <p:cNvPr id="5000" name="tx41">
              <a:extLst>
                <a:ext uri="{FF2B5EF4-FFF2-40B4-BE49-F238E27FC236}">
                  <a16:creationId xmlns:a16="http://schemas.microsoft.com/office/drawing/2014/main" id="{8339E62A-F66D-A7FD-10B4-588726D60DBF}"/>
                </a:ext>
              </a:extLst>
            </p:cNvPr>
            <p:cNvSpPr/>
            <p:nvPr/>
          </p:nvSpPr>
          <p:spPr>
            <a:xfrm>
              <a:off x="6557777" y="403841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001" name="tx42">
              <a:extLst>
                <a:ext uri="{FF2B5EF4-FFF2-40B4-BE49-F238E27FC236}">
                  <a16:creationId xmlns:a16="http://schemas.microsoft.com/office/drawing/2014/main" id="{C866F44C-2878-E85F-F3A1-C5CE69D12BAA}"/>
                </a:ext>
              </a:extLst>
            </p:cNvPr>
            <p:cNvSpPr/>
            <p:nvPr/>
          </p:nvSpPr>
          <p:spPr>
            <a:xfrm>
              <a:off x="6602491" y="405679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002" name="tx43">
              <a:extLst>
                <a:ext uri="{FF2B5EF4-FFF2-40B4-BE49-F238E27FC236}">
                  <a16:creationId xmlns:a16="http://schemas.microsoft.com/office/drawing/2014/main" id="{65E26E1C-1CD9-2A33-61D3-594E49522925}"/>
                </a:ext>
              </a:extLst>
            </p:cNvPr>
            <p:cNvSpPr/>
            <p:nvPr/>
          </p:nvSpPr>
          <p:spPr>
            <a:xfrm>
              <a:off x="6340241" y="356892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37.0</a:t>
              </a:r>
            </a:p>
          </p:txBody>
        </p:sp>
        <p:sp>
          <p:nvSpPr>
            <p:cNvPr id="5003" name="tx44">
              <a:extLst>
                <a:ext uri="{FF2B5EF4-FFF2-40B4-BE49-F238E27FC236}">
                  <a16:creationId xmlns:a16="http://schemas.microsoft.com/office/drawing/2014/main" id="{7F0DE67A-D73E-1CCA-257F-95BDACA73AFB}"/>
                </a:ext>
              </a:extLst>
            </p:cNvPr>
            <p:cNvSpPr/>
            <p:nvPr/>
          </p:nvSpPr>
          <p:spPr>
            <a:xfrm>
              <a:off x="6557777" y="355055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004" name="tx45">
              <a:extLst>
                <a:ext uri="{FF2B5EF4-FFF2-40B4-BE49-F238E27FC236}">
                  <a16:creationId xmlns:a16="http://schemas.microsoft.com/office/drawing/2014/main" id="{225C2DE0-DAB9-ED56-668F-8EDB7F0EB235}"/>
                </a:ext>
              </a:extLst>
            </p:cNvPr>
            <p:cNvSpPr/>
            <p:nvPr/>
          </p:nvSpPr>
          <p:spPr>
            <a:xfrm>
              <a:off x="6602491" y="356892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005" name="tx46">
              <a:extLst>
                <a:ext uri="{FF2B5EF4-FFF2-40B4-BE49-F238E27FC236}">
                  <a16:creationId xmlns:a16="http://schemas.microsoft.com/office/drawing/2014/main" id="{D69D33EA-1EB8-6EC8-4080-98A0563CF622}"/>
                </a:ext>
              </a:extLst>
            </p:cNvPr>
            <p:cNvSpPr/>
            <p:nvPr/>
          </p:nvSpPr>
          <p:spPr>
            <a:xfrm>
              <a:off x="6340241" y="308106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37.5</a:t>
              </a:r>
            </a:p>
          </p:txBody>
        </p:sp>
        <p:sp>
          <p:nvSpPr>
            <p:cNvPr id="5006" name="tx47">
              <a:extLst>
                <a:ext uri="{FF2B5EF4-FFF2-40B4-BE49-F238E27FC236}">
                  <a16:creationId xmlns:a16="http://schemas.microsoft.com/office/drawing/2014/main" id="{529B0727-96AB-234D-AACF-9B0D7481FFB6}"/>
                </a:ext>
              </a:extLst>
            </p:cNvPr>
            <p:cNvSpPr/>
            <p:nvPr/>
          </p:nvSpPr>
          <p:spPr>
            <a:xfrm>
              <a:off x="6557777" y="306268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007" name="tx48">
              <a:extLst>
                <a:ext uri="{FF2B5EF4-FFF2-40B4-BE49-F238E27FC236}">
                  <a16:creationId xmlns:a16="http://schemas.microsoft.com/office/drawing/2014/main" id="{D936E212-D24B-093E-0481-3F1DB7C81224}"/>
                </a:ext>
              </a:extLst>
            </p:cNvPr>
            <p:cNvSpPr/>
            <p:nvPr/>
          </p:nvSpPr>
          <p:spPr>
            <a:xfrm>
              <a:off x="6602491" y="308106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008" name="tx49">
              <a:extLst>
                <a:ext uri="{FF2B5EF4-FFF2-40B4-BE49-F238E27FC236}">
                  <a16:creationId xmlns:a16="http://schemas.microsoft.com/office/drawing/2014/main" id="{850507AB-49B4-ADCE-A7B0-43C2F910D177}"/>
                </a:ext>
              </a:extLst>
            </p:cNvPr>
            <p:cNvSpPr/>
            <p:nvPr/>
          </p:nvSpPr>
          <p:spPr>
            <a:xfrm>
              <a:off x="6340241" y="259315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38.0</a:t>
              </a:r>
            </a:p>
          </p:txBody>
        </p:sp>
        <p:sp>
          <p:nvSpPr>
            <p:cNvPr id="5009" name="tx50">
              <a:extLst>
                <a:ext uri="{FF2B5EF4-FFF2-40B4-BE49-F238E27FC236}">
                  <a16:creationId xmlns:a16="http://schemas.microsoft.com/office/drawing/2014/main" id="{99440046-1EFC-A077-B6B6-D04068113AED}"/>
                </a:ext>
              </a:extLst>
            </p:cNvPr>
            <p:cNvSpPr/>
            <p:nvPr/>
          </p:nvSpPr>
          <p:spPr>
            <a:xfrm>
              <a:off x="6557777" y="2574774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010" name="tx51">
              <a:extLst>
                <a:ext uri="{FF2B5EF4-FFF2-40B4-BE49-F238E27FC236}">
                  <a16:creationId xmlns:a16="http://schemas.microsoft.com/office/drawing/2014/main" id="{16026758-F641-8F37-F4F5-3B05A89E3724}"/>
                </a:ext>
              </a:extLst>
            </p:cNvPr>
            <p:cNvSpPr/>
            <p:nvPr/>
          </p:nvSpPr>
          <p:spPr>
            <a:xfrm>
              <a:off x="6602491" y="259315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011" name="tx52">
              <a:extLst>
                <a:ext uri="{FF2B5EF4-FFF2-40B4-BE49-F238E27FC236}">
                  <a16:creationId xmlns:a16="http://schemas.microsoft.com/office/drawing/2014/main" id="{C29ED771-FF92-F17A-416E-92DF8585D993}"/>
                </a:ext>
              </a:extLst>
            </p:cNvPr>
            <p:cNvSpPr/>
            <p:nvPr/>
          </p:nvSpPr>
          <p:spPr>
            <a:xfrm>
              <a:off x="6340241" y="210528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38.5</a:t>
              </a:r>
            </a:p>
          </p:txBody>
        </p:sp>
        <p:sp>
          <p:nvSpPr>
            <p:cNvPr id="5012" name="tx53">
              <a:extLst>
                <a:ext uri="{FF2B5EF4-FFF2-40B4-BE49-F238E27FC236}">
                  <a16:creationId xmlns:a16="http://schemas.microsoft.com/office/drawing/2014/main" id="{DEA7F8E4-B8E6-2257-2000-6023C880B539}"/>
                </a:ext>
              </a:extLst>
            </p:cNvPr>
            <p:cNvSpPr/>
            <p:nvPr/>
          </p:nvSpPr>
          <p:spPr>
            <a:xfrm>
              <a:off x="6557777" y="208691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013" name="tx54">
              <a:extLst>
                <a:ext uri="{FF2B5EF4-FFF2-40B4-BE49-F238E27FC236}">
                  <a16:creationId xmlns:a16="http://schemas.microsoft.com/office/drawing/2014/main" id="{7CC14F68-4AE0-4C89-6BF1-08C656394050}"/>
                </a:ext>
              </a:extLst>
            </p:cNvPr>
            <p:cNvSpPr/>
            <p:nvPr/>
          </p:nvSpPr>
          <p:spPr>
            <a:xfrm>
              <a:off x="6602491" y="210528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014" name="tx55">
              <a:extLst>
                <a:ext uri="{FF2B5EF4-FFF2-40B4-BE49-F238E27FC236}">
                  <a16:creationId xmlns:a16="http://schemas.microsoft.com/office/drawing/2014/main" id="{9C1CC1DC-BD6C-CCB9-4D68-C6E9690839A0}"/>
                </a:ext>
              </a:extLst>
            </p:cNvPr>
            <p:cNvSpPr/>
            <p:nvPr/>
          </p:nvSpPr>
          <p:spPr>
            <a:xfrm>
              <a:off x="6340241" y="161747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39.0</a:t>
              </a:r>
            </a:p>
          </p:txBody>
        </p:sp>
        <p:sp>
          <p:nvSpPr>
            <p:cNvPr id="5015" name="tx56">
              <a:extLst>
                <a:ext uri="{FF2B5EF4-FFF2-40B4-BE49-F238E27FC236}">
                  <a16:creationId xmlns:a16="http://schemas.microsoft.com/office/drawing/2014/main" id="{6185E760-A792-486F-1FFB-068CDB65351B}"/>
                </a:ext>
              </a:extLst>
            </p:cNvPr>
            <p:cNvSpPr/>
            <p:nvPr/>
          </p:nvSpPr>
          <p:spPr>
            <a:xfrm>
              <a:off x="6557777" y="15990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016" name="tx57">
              <a:extLst>
                <a:ext uri="{FF2B5EF4-FFF2-40B4-BE49-F238E27FC236}">
                  <a16:creationId xmlns:a16="http://schemas.microsoft.com/office/drawing/2014/main" id="{CA34C212-3E26-E259-0E7D-13435D951A81}"/>
                </a:ext>
              </a:extLst>
            </p:cNvPr>
            <p:cNvSpPr/>
            <p:nvPr/>
          </p:nvSpPr>
          <p:spPr>
            <a:xfrm>
              <a:off x="6602491" y="161747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017" name="tx58">
              <a:extLst>
                <a:ext uri="{FF2B5EF4-FFF2-40B4-BE49-F238E27FC236}">
                  <a16:creationId xmlns:a16="http://schemas.microsoft.com/office/drawing/2014/main" id="{9D0A5B6E-D95E-B332-0A3A-8A0BC7B50222}"/>
                </a:ext>
              </a:extLst>
            </p:cNvPr>
            <p:cNvSpPr/>
            <p:nvPr/>
          </p:nvSpPr>
          <p:spPr>
            <a:xfrm>
              <a:off x="6340241" y="112960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39.5</a:t>
              </a:r>
            </a:p>
          </p:txBody>
        </p:sp>
        <p:sp>
          <p:nvSpPr>
            <p:cNvPr id="5018" name="tx59">
              <a:extLst>
                <a:ext uri="{FF2B5EF4-FFF2-40B4-BE49-F238E27FC236}">
                  <a16:creationId xmlns:a16="http://schemas.microsoft.com/office/drawing/2014/main" id="{CFD81812-5C7A-7040-3311-8FFE01EF804F}"/>
                </a:ext>
              </a:extLst>
            </p:cNvPr>
            <p:cNvSpPr/>
            <p:nvPr/>
          </p:nvSpPr>
          <p:spPr>
            <a:xfrm>
              <a:off x="6557777" y="111122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019" name="tx60">
              <a:extLst>
                <a:ext uri="{FF2B5EF4-FFF2-40B4-BE49-F238E27FC236}">
                  <a16:creationId xmlns:a16="http://schemas.microsoft.com/office/drawing/2014/main" id="{8F1AE9D4-FBA3-F87E-658B-6FA80538670E}"/>
                </a:ext>
              </a:extLst>
            </p:cNvPr>
            <p:cNvSpPr/>
            <p:nvPr/>
          </p:nvSpPr>
          <p:spPr>
            <a:xfrm>
              <a:off x="6602491" y="112960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020" name="pl61">
              <a:extLst>
                <a:ext uri="{FF2B5EF4-FFF2-40B4-BE49-F238E27FC236}">
                  <a16:creationId xmlns:a16="http://schemas.microsoft.com/office/drawing/2014/main" id="{777273E1-DC45-A82C-85DF-914393312112}"/>
                </a:ext>
              </a:extLst>
            </p:cNvPr>
            <p:cNvSpPr/>
            <p:nvPr/>
          </p:nvSpPr>
          <p:spPr>
            <a:xfrm>
              <a:off x="6710977" y="409789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1" name="pl62">
              <a:extLst>
                <a:ext uri="{FF2B5EF4-FFF2-40B4-BE49-F238E27FC236}">
                  <a16:creationId xmlns:a16="http://schemas.microsoft.com/office/drawing/2014/main" id="{641DEF9F-95B6-6634-49BE-7CBD3929A1A1}"/>
                </a:ext>
              </a:extLst>
            </p:cNvPr>
            <p:cNvSpPr/>
            <p:nvPr/>
          </p:nvSpPr>
          <p:spPr>
            <a:xfrm>
              <a:off x="6710977" y="361003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2" name="pl63">
              <a:extLst>
                <a:ext uri="{FF2B5EF4-FFF2-40B4-BE49-F238E27FC236}">
                  <a16:creationId xmlns:a16="http://schemas.microsoft.com/office/drawing/2014/main" id="{A702D095-7101-DA12-FF26-96051676F796}"/>
                </a:ext>
              </a:extLst>
            </p:cNvPr>
            <p:cNvSpPr/>
            <p:nvPr/>
          </p:nvSpPr>
          <p:spPr>
            <a:xfrm>
              <a:off x="6710977" y="312216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3" name="pl64">
              <a:extLst>
                <a:ext uri="{FF2B5EF4-FFF2-40B4-BE49-F238E27FC236}">
                  <a16:creationId xmlns:a16="http://schemas.microsoft.com/office/drawing/2014/main" id="{20C79800-40C2-D3D6-1117-28ACDFFC2124}"/>
                </a:ext>
              </a:extLst>
            </p:cNvPr>
            <p:cNvSpPr/>
            <p:nvPr/>
          </p:nvSpPr>
          <p:spPr>
            <a:xfrm>
              <a:off x="6710977" y="263430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4" name="pl65">
              <a:extLst>
                <a:ext uri="{FF2B5EF4-FFF2-40B4-BE49-F238E27FC236}">
                  <a16:creationId xmlns:a16="http://schemas.microsoft.com/office/drawing/2014/main" id="{1275A3AC-6A8C-DDE8-983C-66AAE4C0B4F2}"/>
                </a:ext>
              </a:extLst>
            </p:cNvPr>
            <p:cNvSpPr/>
            <p:nvPr/>
          </p:nvSpPr>
          <p:spPr>
            <a:xfrm>
              <a:off x="6710977" y="21464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5" name="pl66">
              <a:extLst>
                <a:ext uri="{FF2B5EF4-FFF2-40B4-BE49-F238E27FC236}">
                  <a16:creationId xmlns:a16="http://schemas.microsoft.com/office/drawing/2014/main" id="{8C0341EF-EE6A-3D4F-2095-F990AFAAAACA}"/>
                </a:ext>
              </a:extLst>
            </p:cNvPr>
            <p:cNvSpPr/>
            <p:nvPr/>
          </p:nvSpPr>
          <p:spPr>
            <a:xfrm>
              <a:off x="6710977" y="165857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6" name="pl67">
              <a:extLst>
                <a:ext uri="{FF2B5EF4-FFF2-40B4-BE49-F238E27FC236}">
                  <a16:creationId xmlns:a16="http://schemas.microsoft.com/office/drawing/2014/main" id="{9E605468-62F9-B2E5-1796-CBC160B23879}"/>
                </a:ext>
              </a:extLst>
            </p:cNvPr>
            <p:cNvSpPr/>
            <p:nvPr/>
          </p:nvSpPr>
          <p:spPr>
            <a:xfrm>
              <a:off x="6710977" y="11707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7" name="pl68">
              <a:extLst>
                <a:ext uri="{FF2B5EF4-FFF2-40B4-BE49-F238E27FC236}">
                  <a16:creationId xmlns:a16="http://schemas.microsoft.com/office/drawing/2014/main" id="{0FBF81CF-3DDD-8EF1-614B-CC3AD35F327D}"/>
                </a:ext>
              </a:extLst>
            </p:cNvPr>
            <p:cNvSpPr/>
            <p:nvPr/>
          </p:nvSpPr>
          <p:spPr>
            <a:xfrm>
              <a:off x="6745771" y="4566679"/>
              <a:ext cx="3917565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8" name="pl69">
              <a:extLst>
                <a:ext uri="{FF2B5EF4-FFF2-40B4-BE49-F238E27FC236}">
                  <a16:creationId xmlns:a16="http://schemas.microsoft.com/office/drawing/2014/main" id="{8C4DD857-B6E6-1F64-E5DD-19CE018323AD}"/>
                </a:ext>
              </a:extLst>
            </p:cNvPr>
            <p:cNvSpPr/>
            <p:nvPr/>
          </p:nvSpPr>
          <p:spPr>
            <a:xfrm>
              <a:off x="7404489" y="456667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9" name="pl70">
              <a:extLst>
                <a:ext uri="{FF2B5EF4-FFF2-40B4-BE49-F238E27FC236}">
                  <a16:creationId xmlns:a16="http://schemas.microsoft.com/office/drawing/2014/main" id="{535816B9-938E-9AF3-2736-5878FFB857B8}"/>
                </a:ext>
              </a:extLst>
            </p:cNvPr>
            <p:cNvSpPr/>
            <p:nvPr/>
          </p:nvSpPr>
          <p:spPr>
            <a:xfrm>
              <a:off x="8173591" y="456667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0" name="pl71">
              <a:extLst>
                <a:ext uri="{FF2B5EF4-FFF2-40B4-BE49-F238E27FC236}">
                  <a16:creationId xmlns:a16="http://schemas.microsoft.com/office/drawing/2014/main" id="{1EF439B3-1710-F92A-5B7D-5FBC074468A4}"/>
                </a:ext>
              </a:extLst>
            </p:cNvPr>
            <p:cNvSpPr/>
            <p:nvPr/>
          </p:nvSpPr>
          <p:spPr>
            <a:xfrm>
              <a:off x="8942692" y="456667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1" name="pl72">
              <a:extLst>
                <a:ext uri="{FF2B5EF4-FFF2-40B4-BE49-F238E27FC236}">
                  <a16:creationId xmlns:a16="http://schemas.microsoft.com/office/drawing/2014/main" id="{B3658112-EEBB-C698-3A30-45F62C850503}"/>
                </a:ext>
              </a:extLst>
            </p:cNvPr>
            <p:cNvSpPr/>
            <p:nvPr/>
          </p:nvSpPr>
          <p:spPr>
            <a:xfrm>
              <a:off x="9711794" y="456667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2" name="pl73">
              <a:extLst>
                <a:ext uri="{FF2B5EF4-FFF2-40B4-BE49-F238E27FC236}">
                  <a16:creationId xmlns:a16="http://schemas.microsoft.com/office/drawing/2014/main" id="{2DDD28C2-DD75-869D-C4B4-9A692B3FFA09}"/>
                </a:ext>
              </a:extLst>
            </p:cNvPr>
            <p:cNvSpPr/>
            <p:nvPr/>
          </p:nvSpPr>
          <p:spPr>
            <a:xfrm>
              <a:off x="10480896" y="456667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3" name="tx74">
              <a:extLst>
                <a:ext uri="{FF2B5EF4-FFF2-40B4-BE49-F238E27FC236}">
                  <a16:creationId xmlns:a16="http://schemas.microsoft.com/office/drawing/2014/main" id="{70649A75-32D6-B44F-9765-09D6EBFBC5CD}"/>
                </a:ext>
              </a:extLst>
            </p:cNvPr>
            <p:cNvSpPr/>
            <p:nvPr/>
          </p:nvSpPr>
          <p:spPr>
            <a:xfrm>
              <a:off x="7267237" y="462930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5034" name="tx75">
              <a:extLst>
                <a:ext uri="{FF2B5EF4-FFF2-40B4-BE49-F238E27FC236}">
                  <a16:creationId xmlns:a16="http://schemas.microsoft.com/office/drawing/2014/main" id="{A88E2BA2-35B7-0D71-837C-55060A529E88}"/>
                </a:ext>
              </a:extLst>
            </p:cNvPr>
            <p:cNvSpPr/>
            <p:nvPr/>
          </p:nvSpPr>
          <p:spPr>
            <a:xfrm>
              <a:off x="7391596" y="461093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035" name="tx76">
              <a:extLst>
                <a:ext uri="{FF2B5EF4-FFF2-40B4-BE49-F238E27FC236}">
                  <a16:creationId xmlns:a16="http://schemas.microsoft.com/office/drawing/2014/main" id="{3F5D3EF9-447D-0665-3DF9-F52C4803774C}"/>
                </a:ext>
              </a:extLst>
            </p:cNvPr>
            <p:cNvSpPr/>
            <p:nvPr/>
          </p:nvSpPr>
          <p:spPr>
            <a:xfrm>
              <a:off x="7436310" y="462930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5036" name="tx77">
              <a:extLst>
                <a:ext uri="{FF2B5EF4-FFF2-40B4-BE49-F238E27FC236}">
                  <a16:creationId xmlns:a16="http://schemas.microsoft.com/office/drawing/2014/main" id="{A6F41B3A-EF4D-1D19-90DD-40A1FB6D7A9C}"/>
                </a:ext>
              </a:extLst>
            </p:cNvPr>
            <p:cNvSpPr/>
            <p:nvPr/>
          </p:nvSpPr>
          <p:spPr>
            <a:xfrm>
              <a:off x="8036339" y="462930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5037" name="tx78">
              <a:extLst>
                <a:ext uri="{FF2B5EF4-FFF2-40B4-BE49-F238E27FC236}">
                  <a16:creationId xmlns:a16="http://schemas.microsoft.com/office/drawing/2014/main" id="{3B106947-77EE-C14F-4DB9-3FC5CE142FB6}"/>
                </a:ext>
              </a:extLst>
            </p:cNvPr>
            <p:cNvSpPr/>
            <p:nvPr/>
          </p:nvSpPr>
          <p:spPr>
            <a:xfrm>
              <a:off x="8160698" y="461093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038" name="tx79">
              <a:extLst>
                <a:ext uri="{FF2B5EF4-FFF2-40B4-BE49-F238E27FC236}">
                  <a16:creationId xmlns:a16="http://schemas.microsoft.com/office/drawing/2014/main" id="{06C14469-853A-E110-E802-BA47B87FF8F3}"/>
                </a:ext>
              </a:extLst>
            </p:cNvPr>
            <p:cNvSpPr/>
            <p:nvPr/>
          </p:nvSpPr>
          <p:spPr>
            <a:xfrm>
              <a:off x="8205412" y="462930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5039" name="tx80">
              <a:extLst>
                <a:ext uri="{FF2B5EF4-FFF2-40B4-BE49-F238E27FC236}">
                  <a16:creationId xmlns:a16="http://schemas.microsoft.com/office/drawing/2014/main" id="{1A30EE4D-6C7B-EF26-A5B0-12C089FB3427}"/>
                </a:ext>
              </a:extLst>
            </p:cNvPr>
            <p:cNvSpPr/>
            <p:nvPr/>
          </p:nvSpPr>
          <p:spPr>
            <a:xfrm>
              <a:off x="8805441" y="462930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40" name="tx81">
              <a:extLst>
                <a:ext uri="{FF2B5EF4-FFF2-40B4-BE49-F238E27FC236}">
                  <a16:creationId xmlns:a16="http://schemas.microsoft.com/office/drawing/2014/main" id="{2E88E199-B0DC-61E0-4767-4D4BD291B1AE}"/>
                </a:ext>
              </a:extLst>
            </p:cNvPr>
            <p:cNvSpPr/>
            <p:nvPr/>
          </p:nvSpPr>
          <p:spPr>
            <a:xfrm>
              <a:off x="8929799" y="461093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041" name="tx82">
              <a:extLst>
                <a:ext uri="{FF2B5EF4-FFF2-40B4-BE49-F238E27FC236}">
                  <a16:creationId xmlns:a16="http://schemas.microsoft.com/office/drawing/2014/main" id="{938C5F37-A072-CE70-8B1F-C7D17CFC888D}"/>
                </a:ext>
              </a:extLst>
            </p:cNvPr>
            <p:cNvSpPr/>
            <p:nvPr/>
          </p:nvSpPr>
          <p:spPr>
            <a:xfrm>
              <a:off x="8974514" y="462930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5042" name="tx83">
              <a:extLst>
                <a:ext uri="{FF2B5EF4-FFF2-40B4-BE49-F238E27FC236}">
                  <a16:creationId xmlns:a16="http://schemas.microsoft.com/office/drawing/2014/main" id="{67368C9D-6A89-763D-33EE-0200017B4A20}"/>
                </a:ext>
              </a:extLst>
            </p:cNvPr>
            <p:cNvSpPr/>
            <p:nvPr/>
          </p:nvSpPr>
          <p:spPr>
            <a:xfrm>
              <a:off x="9574543" y="462930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5043" name="tx84">
              <a:extLst>
                <a:ext uri="{FF2B5EF4-FFF2-40B4-BE49-F238E27FC236}">
                  <a16:creationId xmlns:a16="http://schemas.microsoft.com/office/drawing/2014/main" id="{7E1B8DFB-5DCF-AC44-72E0-0866851A82BE}"/>
                </a:ext>
              </a:extLst>
            </p:cNvPr>
            <p:cNvSpPr/>
            <p:nvPr/>
          </p:nvSpPr>
          <p:spPr>
            <a:xfrm>
              <a:off x="9698901" y="461093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044" name="tx85">
              <a:extLst>
                <a:ext uri="{FF2B5EF4-FFF2-40B4-BE49-F238E27FC236}">
                  <a16:creationId xmlns:a16="http://schemas.microsoft.com/office/drawing/2014/main" id="{22DD08AA-9831-1888-73AE-FF73A3F7FDEF}"/>
                </a:ext>
              </a:extLst>
            </p:cNvPr>
            <p:cNvSpPr/>
            <p:nvPr/>
          </p:nvSpPr>
          <p:spPr>
            <a:xfrm>
              <a:off x="9743615" y="462930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5045" name="tx86">
              <a:extLst>
                <a:ext uri="{FF2B5EF4-FFF2-40B4-BE49-F238E27FC236}">
                  <a16:creationId xmlns:a16="http://schemas.microsoft.com/office/drawing/2014/main" id="{3D505C33-4DEE-5A0D-995B-07C79014F2D2}"/>
                </a:ext>
              </a:extLst>
            </p:cNvPr>
            <p:cNvSpPr/>
            <p:nvPr/>
          </p:nvSpPr>
          <p:spPr>
            <a:xfrm>
              <a:off x="10343645" y="462930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5046" name="tx87">
              <a:extLst>
                <a:ext uri="{FF2B5EF4-FFF2-40B4-BE49-F238E27FC236}">
                  <a16:creationId xmlns:a16="http://schemas.microsoft.com/office/drawing/2014/main" id="{F229F1F1-F908-0D19-6415-2E74CA5A0438}"/>
                </a:ext>
              </a:extLst>
            </p:cNvPr>
            <p:cNvSpPr/>
            <p:nvPr/>
          </p:nvSpPr>
          <p:spPr>
            <a:xfrm>
              <a:off x="10468003" y="461093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047" name="tx88">
              <a:extLst>
                <a:ext uri="{FF2B5EF4-FFF2-40B4-BE49-F238E27FC236}">
                  <a16:creationId xmlns:a16="http://schemas.microsoft.com/office/drawing/2014/main" id="{D0CAEC59-2FC8-744C-CC7D-F60EFEDABEF2}"/>
                </a:ext>
              </a:extLst>
            </p:cNvPr>
            <p:cNvSpPr/>
            <p:nvPr/>
          </p:nvSpPr>
          <p:spPr>
            <a:xfrm>
              <a:off x="10512717" y="462930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5048" name="tx89">
              <a:extLst>
                <a:ext uri="{FF2B5EF4-FFF2-40B4-BE49-F238E27FC236}">
                  <a16:creationId xmlns:a16="http://schemas.microsoft.com/office/drawing/2014/main" id="{376691CB-8C81-C5B1-5192-67A28BA6217E}"/>
                </a:ext>
              </a:extLst>
            </p:cNvPr>
            <p:cNvSpPr/>
            <p:nvPr/>
          </p:nvSpPr>
          <p:spPr>
            <a:xfrm>
              <a:off x="8397636" y="477108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5049" name="tx90">
              <a:extLst>
                <a:ext uri="{FF2B5EF4-FFF2-40B4-BE49-F238E27FC236}">
                  <a16:creationId xmlns:a16="http://schemas.microsoft.com/office/drawing/2014/main" id="{D682E0B2-6B68-9A1D-2119-F0805F30C3C7}"/>
                </a:ext>
              </a:extLst>
            </p:cNvPr>
            <p:cNvSpPr/>
            <p:nvPr/>
          </p:nvSpPr>
          <p:spPr>
            <a:xfrm rot="16200000">
              <a:off x="5975851" y="2604332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5050" name="tx91">
              <a:extLst>
                <a:ext uri="{FF2B5EF4-FFF2-40B4-BE49-F238E27FC236}">
                  <a16:creationId xmlns:a16="http://schemas.microsoft.com/office/drawing/2014/main" id="{2760527D-8430-2248-8B26-6E17B0F0C36D}"/>
                </a:ext>
              </a:extLst>
            </p:cNvPr>
            <p:cNvSpPr/>
            <p:nvPr/>
          </p:nvSpPr>
          <p:spPr>
            <a:xfrm>
              <a:off x="6852809" y="515429"/>
              <a:ext cx="2262591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lang="en-US" sz="132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</a:t>
              </a:r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Map of Common Garden Sites</a:t>
              </a:r>
            </a:p>
          </p:txBody>
        </p:sp>
      </p:grpSp>
      <p:sp>
        <p:nvSpPr>
          <p:cNvPr id="5117" name="tx91">
            <a:extLst>
              <a:ext uri="{FF2B5EF4-FFF2-40B4-BE49-F238E27FC236}">
                <a16:creationId xmlns:a16="http://schemas.microsoft.com/office/drawing/2014/main" id="{162AAFC9-4D10-1ACE-85A4-9A2D0A43D447}"/>
              </a:ext>
            </a:extLst>
          </p:cNvPr>
          <p:cNvSpPr/>
          <p:nvPr/>
        </p:nvSpPr>
        <p:spPr>
          <a:xfrm>
            <a:off x="1044814" y="5270376"/>
            <a:ext cx="2782074" cy="14773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lang="en-US"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(C) </a:t>
            </a:r>
            <a:r>
              <a:rPr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Map of </a:t>
            </a:r>
            <a:r>
              <a:rPr lang="en-US"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</a:t>
            </a:r>
          </a:p>
          <a:p>
            <a:pPr>
              <a:lnSpc>
                <a:spcPts val="1320"/>
              </a:lnSpc>
            </a:pPr>
            <a:r>
              <a:rPr lang="en-US"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Between </a:t>
            </a:r>
            <a:r>
              <a:rPr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Common Garden Site</a:t>
            </a:r>
            <a:r>
              <a:rPr lang="en-US"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 &amp;</a:t>
            </a:r>
          </a:p>
          <a:p>
            <a:pPr>
              <a:lnSpc>
                <a:spcPts val="1320"/>
              </a:lnSpc>
            </a:pPr>
            <a:r>
              <a:rPr lang="en-US"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Source Populations</a:t>
            </a:r>
            <a:endParaRPr sz="132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5" name="rc5">
            <a:extLst>
              <a:ext uri="{FF2B5EF4-FFF2-40B4-BE49-F238E27FC236}">
                <a16:creationId xmlns:a16="http://schemas.microsoft.com/office/drawing/2014/main" id="{9EBAD948-9113-511E-1763-7BB41E3B6615}"/>
              </a:ext>
            </a:extLst>
          </p:cNvPr>
          <p:cNvSpPr/>
          <p:nvPr/>
        </p:nvSpPr>
        <p:spPr>
          <a:xfrm>
            <a:off x="4366395" y="8406938"/>
            <a:ext cx="6613066" cy="1793817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6" name="rc6">
            <a:extLst>
              <a:ext uri="{FF2B5EF4-FFF2-40B4-BE49-F238E27FC236}">
                <a16:creationId xmlns:a16="http://schemas.microsoft.com/office/drawing/2014/main" id="{F4C9E671-B138-EFB9-51B7-5C972D661CE7}"/>
              </a:ext>
            </a:extLst>
          </p:cNvPr>
          <p:cNvSpPr/>
          <p:nvPr/>
        </p:nvSpPr>
        <p:spPr>
          <a:xfrm>
            <a:off x="10160848" y="9584131"/>
            <a:ext cx="648339" cy="560567"/>
          </a:xfrm>
          <a:prstGeom prst="rect">
            <a:avLst/>
          </a:prstGeom>
          <a:solidFill>
            <a:srgbClr val="EC5960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7" name="rc7">
            <a:extLst>
              <a:ext uri="{FF2B5EF4-FFF2-40B4-BE49-F238E27FC236}">
                <a16:creationId xmlns:a16="http://schemas.microsoft.com/office/drawing/2014/main" id="{E5307ABE-7125-EA17-822C-6D0AEAE98C35}"/>
              </a:ext>
            </a:extLst>
          </p:cNvPr>
          <p:cNvSpPr/>
          <p:nvPr/>
        </p:nvSpPr>
        <p:spPr>
          <a:xfrm>
            <a:off x="10160848" y="9023563"/>
            <a:ext cx="648339" cy="560567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8" name="rc8">
            <a:extLst>
              <a:ext uri="{FF2B5EF4-FFF2-40B4-BE49-F238E27FC236}">
                <a16:creationId xmlns:a16="http://schemas.microsoft.com/office/drawing/2014/main" id="{89EB669E-4086-4627-E189-38A57A8659EC}"/>
              </a:ext>
            </a:extLst>
          </p:cNvPr>
          <p:cNvSpPr/>
          <p:nvPr/>
        </p:nvSpPr>
        <p:spPr>
          <a:xfrm>
            <a:off x="10160848" y="8462995"/>
            <a:ext cx="648339" cy="560567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9" name="rc9">
            <a:extLst>
              <a:ext uri="{FF2B5EF4-FFF2-40B4-BE49-F238E27FC236}">
                <a16:creationId xmlns:a16="http://schemas.microsoft.com/office/drawing/2014/main" id="{D2FBDD56-9654-3E3D-4431-DE0264571ACF}"/>
              </a:ext>
            </a:extLst>
          </p:cNvPr>
          <p:cNvSpPr/>
          <p:nvPr/>
        </p:nvSpPr>
        <p:spPr>
          <a:xfrm>
            <a:off x="7024588" y="9584131"/>
            <a:ext cx="648339" cy="560567"/>
          </a:xfrm>
          <a:prstGeom prst="rect">
            <a:avLst/>
          </a:prstGeom>
          <a:solidFill>
            <a:srgbClr val="EC5960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" name="rc10">
            <a:extLst>
              <a:ext uri="{FF2B5EF4-FFF2-40B4-BE49-F238E27FC236}">
                <a16:creationId xmlns:a16="http://schemas.microsoft.com/office/drawing/2014/main" id="{A1B03055-CD3D-C8F4-6332-8A3F4935E395}"/>
              </a:ext>
            </a:extLst>
          </p:cNvPr>
          <p:cNvSpPr/>
          <p:nvPr/>
        </p:nvSpPr>
        <p:spPr>
          <a:xfrm>
            <a:off x="7024588" y="9023563"/>
            <a:ext cx="648339" cy="560567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" name="rc11">
            <a:extLst>
              <a:ext uri="{FF2B5EF4-FFF2-40B4-BE49-F238E27FC236}">
                <a16:creationId xmlns:a16="http://schemas.microsoft.com/office/drawing/2014/main" id="{EC884296-DD85-A407-9402-27FF81A706E2}"/>
              </a:ext>
            </a:extLst>
          </p:cNvPr>
          <p:cNvSpPr/>
          <p:nvPr/>
        </p:nvSpPr>
        <p:spPr>
          <a:xfrm>
            <a:off x="7024588" y="8462995"/>
            <a:ext cx="648339" cy="560567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2" name="rc12">
            <a:extLst>
              <a:ext uri="{FF2B5EF4-FFF2-40B4-BE49-F238E27FC236}">
                <a16:creationId xmlns:a16="http://schemas.microsoft.com/office/drawing/2014/main" id="{1A5B467B-8609-5B5D-B373-A9D838B425EA}"/>
              </a:ext>
            </a:extLst>
          </p:cNvPr>
          <p:cNvSpPr/>
          <p:nvPr/>
        </p:nvSpPr>
        <p:spPr>
          <a:xfrm>
            <a:off x="7672928" y="9584131"/>
            <a:ext cx="648339" cy="560567"/>
          </a:xfrm>
          <a:prstGeom prst="rect">
            <a:avLst/>
          </a:prstGeom>
          <a:solidFill>
            <a:srgbClr val="7722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3" name="rc13">
            <a:extLst>
              <a:ext uri="{FF2B5EF4-FFF2-40B4-BE49-F238E27FC236}">
                <a16:creationId xmlns:a16="http://schemas.microsoft.com/office/drawing/2014/main" id="{3CC51FFC-6E8D-0F1E-A7B0-BA25EA749BDB}"/>
              </a:ext>
            </a:extLst>
          </p:cNvPr>
          <p:cNvSpPr/>
          <p:nvPr/>
        </p:nvSpPr>
        <p:spPr>
          <a:xfrm>
            <a:off x="7672928" y="9023563"/>
            <a:ext cx="648339" cy="560567"/>
          </a:xfrm>
          <a:prstGeom prst="rect">
            <a:avLst/>
          </a:prstGeom>
          <a:solidFill>
            <a:srgbClr val="FEBC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4" name="rc14">
            <a:extLst>
              <a:ext uri="{FF2B5EF4-FFF2-40B4-BE49-F238E27FC236}">
                <a16:creationId xmlns:a16="http://schemas.microsoft.com/office/drawing/2014/main" id="{C475BBE2-5712-19F9-2EAA-AE8CDDEA6175}"/>
              </a:ext>
            </a:extLst>
          </p:cNvPr>
          <p:cNvSpPr/>
          <p:nvPr/>
        </p:nvSpPr>
        <p:spPr>
          <a:xfrm>
            <a:off x="7672928" y="8462995"/>
            <a:ext cx="648339" cy="560567"/>
          </a:xfrm>
          <a:prstGeom prst="rect">
            <a:avLst/>
          </a:prstGeom>
          <a:solidFill>
            <a:srgbClr val="BB3978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5" name="rc15">
            <a:extLst>
              <a:ext uri="{FF2B5EF4-FFF2-40B4-BE49-F238E27FC236}">
                <a16:creationId xmlns:a16="http://schemas.microsoft.com/office/drawing/2014/main" id="{EF02D635-44FD-75C5-FCA1-6F3C321BC3B0}"/>
              </a:ext>
            </a:extLst>
          </p:cNvPr>
          <p:cNvSpPr/>
          <p:nvPr/>
        </p:nvSpPr>
        <p:spPr>
          <a:xfrm>
            <a:off x="4431229" y="9584131"/>
            <a:ext cx="648339" cy="560567"/>
          </a:xfrm>
          <a:prstGeom prst="rect">
            <a:avLst/>
          </a:prstGeom>
          <a:solidFill>
            <a:srgbClr val="721F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6" name="rc16">
            <a:extLst>
              <a:ext uri="{FF2B5EF4-FFF2-40B4-BE49-F238E27FC236}">
                <a16:creationId xmlns:a16="http://schemas.microsoft.com/office/drawing/2014/main" id="{8D099DD9-7E8A-EA94-4379-245A3CD91D14}"/>
              </a:ext>
            </a:extLst>
          </p:cNvPr>
          <p:cNvSpPr/>
          <p:nvPr/>
        </p:nvSpPr>
        <p:spPr>
          <a:xfrm>
            <a:off x="4431229" y="9023563"/>
            <a:ext cx="648339" cy="560567"/>
          </a:xfrm>
          <a:prstGeom prst="rect">
            <a:avLst/>
          </a:prstGeom>
          <a:solidFill>
            <a:srgbClr val="FEAA74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7" name="rc17">
            <a:extLst>
              <a:ext uri="{FF2B5EF4-FFF2-40B4-BE49-F238E27FC236}">
                <a16:creationId xmlns:a16="http://schemas.microsoft.com/office/drawing/2014/main" id="{7DD30775-BBEF-601C-B478-3E129515F735}"/>
              </a:ext>
            </a:extLst>
          </p:cNvPr>
          <p:cNvSpPr/>
          <p:nvPr/>
        </p:nvSpPr>
        <p:spPr>
          <a:xfrm>
            <a:off x="4431229" y="8462995"/>
            <a:ext cx="648339" cy="560567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8" name="rc18">
            <a:extLst>
              <a:ext uri="{FF2B5EF4-FFF2-40B4-BE49-F238E27FC236}">
                <a16:creationId xmlns:a16="http://schemas.microsoft.com/office/drawing/2014/main" id="{C2FE9CF3-E865-B168-D3E3-DADC817E84B5}"/>
              </a:ext>
            </a:extLst>
          </p:cNvPr>
          <p:cNvSpPr/>
          <p:nvPr/>
        </p:nvSpPr>
        <p:spPr>
          <a:xfrm>
            <a:off x="5079569" y="9584131"/>
            <a:ext cx="648339" cy="560567"/>
          </a:xfrm>
          <a:prstGeom prst="rect">
            <a:avLst/>
          </a:prstGeom>
          <a:solidFill>
            <a:srgbClr val="E24D66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9" name="rc19">
            <a:extLst>
              <a:ext uri="{FF2B5EF4-FFF2-40B4-BE49-F238E27FC236}">
                <a16:creationId xmlns:a16="http://schemas.microsoft.com/office/drawing/2014/main" id="{C9B23584-B776-9486-DB9A-0134B769D897}"/>
              </a:ext>
            </a:extLst>
          </p:cNvPr>
          <p:cNvSpPr/>
          <p:nvPr/>
        </p:nvSpPr>
        <p:spPr>
          <a:xfrm>
            <a:off x="5079569" y="9023563"/>
            <a:ext cx="648339" cy="560567"/>
          </a:xfrm>
          <a:prstGeom prst="rect">
            <a:avLst/>
          </a:prstGeom>
          <a:solidFill>
            <a:srgbClr val="FD9567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0" name="rc20">
            <a:extLst>
              <a:ext uri="{FF2B5EF4-FFF2-40B4-BE49-F238E27FC236}">
                <a16:creationId xmlns:a16="http://schemas.microsoft.com/office/drawing/2014/main" id="{7C02903B-95D0-A82D-92AF-5547F5BF275B}"/>
              </a:ext>
            </a:extLst>
          </p:cNvPr>
          <p:cNvSpPr/>
          <p:nvPr/>
        </p:nvSpPr>
        <p:spPr>
          <a:xfrm>
            <a:off x="5079569" y="8462995"/>
            <a:ext cx="648339" cy="560567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1" name="rc21">
            <a:extLst>
              <a:ext uri="{FF2B5EF4-FFF2-40B4-BE49-F238E27FC236}">
                <a16:creationId xmlns:a16="http://schemas.microsoft.com/office/drawing/2014/main" id="{D4749CCF-D469-8D11-848C-F1F57F8E967D}"/>
              </a:ext>
            </a:extLst>
          </p:cNvPr>
          <p:cNvSpPr/>
          <p:nvPr/>
        </p:nvSpPr>
        <p:spPr>
          <a:xfrm>
            <a:off x="5727909" y="9584131"/>
            <a:ext cx="648339" cy="560567"/>
          </a:xfrm>
          <a:prstGeom prst="rect">
            <a:avLst/>
          </a:prstGeom>
          <a:solidFill>
            <a:srgbClr val="07061D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2" name="rc22">
            <a:extLst>
              <a:ext uri="{FF2B5EF4-FFF2-40B4-BE49-F238E27FC236}">
                <a16:creationId xmlns:a16="http://schemas.microsoft.com/office/drawing/2014/main" id="{A93D3009-1C8E-2080-EDC7-10B72DC8D4B4}"/>
              </a:ext>
            </a:extLst>
          </p:cNvPr>
          <p:cNvSpPr/>
          <p:nvPr/>
        </p:nvSpPr>
        <p:spPr>
          <a:xfrm>
            <a:off x="5727909" y="9023563"/>
            <a:ext cx="648339" cy="560567"/>
          </a:xfrm>
          <a:prstGeom prst="rect">
            <a:avLst/>
          </a:prstGeom>
          <a:solidFill>
            <a:srgbClr val="9F2F7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3" name="rc23">
            <a:extLst>
              <a:ext uri="{FF2B5EF4-FFF2-40B4-BE49-F238E27FC236}">
                <a16:creationId xmlns:a16="http://schemas.microsoft.com/office/drawing/2014/main" id="{485C8CEE-8FEC-0495-D043-2A8F70FFCB8A}"/>
              </a:ext>
            </a:extLst>
          </p:cNvPr>
          <p:cNvSpPr/>
          <p:nvPr/>
        </p:nvSpPr>
        <p:spPr>
          <a:xfrm>
            <a:off x="5727909" y="8462995"/>
            <a:ext cx="648339" cy="560567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4" name="rc24">
            <a:extLst>
              <a:ext uri="{FF2B5EF4-FFF2-40B4-BE49-F238E27FC236}">
                <a16:creationId xmlns:a16="http://schemas.microsoft.com/office/drawing/2014/main" id="{075898B7-A2C7-A863-809C-CE80BA6E4E89}"/>
              </a:ext>
            </a:extLst>
          </p:cNvPr>
          <p:cNvSpPr/>
          <p:nvPr/>
        </p:nvSpPr>
        <p:spPr>
          <a:xfrm>
            <a:off x="6376248" y="9584131"/>
            <a:ext cx="648339" cy="560567"/>
          </a:xfrm>
          <a:prstGeom prst="rect">
            <a:avLst/>
          </a:prstGeom>
          <a:solidFill>
            <a:srgbClr val="000004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5" name="rc25">
            <a:extLst>
              <a:ext uri="{FF2B5EF4-FFF2-40B4-BE49-F238E27FC236}">
                <a16:creationId xmlns:a16="http://schemas.microsoft.com/office/drawing/2014/main" id="{CAF11FAF-BAE5-7F1F-6C6E-15D88EBA34F1}"/>
              </a:ext>
            </a:extLst>
          </p:cNvPr>
          <p:cNvSpPr/>
          <p:nvPr/>
        </p:nvSpPr>
        <p:spPr>
          <a:xfrm>
            <a:off x="6376248" y="9023563"/>
            <a:ext cx="648339" cy="560567"/>
          </a:xfrm>
          <a:prstGeom prst="rect">
            <a:avLst/>
          </a:prstGeom>
          <a:solidFill>
            <a:srgbClr val="FDE0A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6" name="rc26">
            <a:extLst>
              <a:ext uri="{FF2B5EF4-FFF2-40B4-BE49-F238E27FC236}">
                <a16:creationId xmlns:a16="http://schemas.microsoft.com/office/drawing/2014/main" id="{ECFF3695-AB1B-E275-80BF-40CE7053CBEF}"/>
              </a:ext>
            </a:extLst>
          </p:cNvPr>
          <p:cNvSpPr/>
          <p:nvPr/>
        </p:nvSpPr>
        <p:spPr>
          <a:xfrm>
            <a:off x="6376248" y="8462995"/>
            <a:ext cx="648339" cy="560567"/>
          </a:xfrm>
          <a:prstGeom prst="rect">
            <a:avLst/>
          </a:prstGeom>
          <a:solidFill>
            <a:srgbClr val="5C167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7" name="rc27">
            <a:extLst>
              <a:ext uri="{FF2B5EF4-FFF2-40B4-BE49-F238E27FC236}">
                <a16:creationId xmlns:a16="http://schemas.microsoft.com/office/drawing/2014/main" id="{85E74215-224C-092E-642E-A566C437D98E}"/>
              </a:ext>
            </a:extLst>
          </p:cNvPr>
          <p:cNvSpPr/>
          <p:nvPr/>
        </p:nvSpPr>
        <p:spPr>
          <a:xfrm>
            <a:off x="8321268" y="9584131"/>
            <a:ext cx="648339" cy="560567"/>
          </a:xfrm>
          <a:prstGeom prst="rect">
            <a:avLst/>
          </a:prstGeom>
          <a:solidFill>
            <a:srgbClr val="0A0822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8" name="rc28">
            <a:extLst>
              <a:ext uri="{FF2B5EF4-FFF2-40B4-BE49-F238E27FC236}">
                <a16:creationId xmlns:a16="http://schemas.microsoft.com/office/drawing/2014/main" id="{91893761-2D88-5FB9-1389-AD995C647AEF}"/>
              </a:ext>
            </a:extLst>
          </p:cNvPr>
          <p:cNvSpPr/>
          <p:nvPr/>
        </p:nvSpPr>
        <p:spPr>
          <a:xfrm>
            <a:off x="8321268" y="9023563"/>
            <a:ext cx="648339" cy="560567"/>
          </a:xfrm>
          <a:prstGeom prst="rect">
            <a:avLst/>
          </a:prstGeom>
          <a:solidFill>
            <a:srgbClr val="721F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9" name="rc29">
            <a:extLst>
              <a:ext uri="{FF2B5EF4-FFF2-40B4-BE49-F238E27FC236}">
                <a16:creationId xmlns:a16="http://schemas.microsoft.com/office/drawing/2014/main" id="{470798C8-6FE5-FD49-E5F3-05A30CE986E8}"/>
              </a:ext>
            </a:extLst>
          </p:cNvPr>
          <p:cNvSpPr/>
          <p:nvPr/>
        </p:nvSpPr>
        <p:spPr>
          <a:xfrm>
            <a:off x="8321268" y="8462995"/>
            <a:ext cx="648339" cy="560567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0" name="rc30">
            <a:extLst>
              <a:ext uri="{FF2B5EF4-FFF2-40B4-BE49-F238E27FC236}">
                <a16:creationId xmlns:a16="http://schemas.microsoft.com/office/drawing/2014/main" id="{3CF56028-61C3-5E83-B966-75A2B65D84E4}"/>
              </a:ext>
            </a:extLst>
          </p:cNvPr>
          <p:cNvSpPr/>
          <p:nvPr/>
        </p:nvSpPr>
        <p:spPr>
          <a:xfrm>
            <a:off x="8969608" y="9584131"/>
            <a:ext cx="648339" cy="560567"/>
          </a:xfrm>
          <a:prstGeom prst="rect">
            <a:avLst/>
          </a:prstGeom>
          <a:solidFill>
            <a:srgbClr val="FEC287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1" name="rc31">
            <a:extLst>
              <a:ext uri="{FF2B5EF4-FFF2-40B4-BE49-F238E27FC236}">
                <a16:creationId xmlns:a16="http://schemas.microsoft.com/office/drawing/2014/main" id="{6E1E6639-9C29-BAAC-2D13-DB93BB5E8FC9}"/>
              </a:ext>
            </a:extLst>
          </p:cNvPr>
          <p:cNvSpPr/>
          <p:nvPr/>
        </p:nvSpPr>
        <p:spPr>
          <a:xfrm>
            <a:off x="8969608" y="9023563"/>
            <a:ext cx="648339" cy="560567"/>
          </a:xfrm>
          <a:prstGeom prst="rect">
            <a:avLst/>
          </a:prstGeom>
          <a:solidFill>
            <a:srgbClr val="982D80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2" name="rc32">
            <a:extLst>
              <a:ext uri="{FF2B5EF4-FFF2-40B4-BE49-F238E27FC236}">
                <a16:creationId xmlns:a16="http://schemas.microsoft.com/office/drawing/2014/main" id="{4F77C892-B263-9C2C-9B37-D8F756D07A1D}"/>
              </a:ext>
            </a:extLst>
          </p:cNvPr>
          <p:cNvSpPr/>
          <p:nvPr/>
        </p:nvSpPr>
        <p:spPr>
          <a:xfrm>
            <a:off x="8969608" y="8462995"/>
            <a:ext cx="648339" cy="560567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" name="rc33">
            <a:extLst>
              <a:ext uri="{FF2B5EF4-FFF2-40B4-BE49-F238E27FC236}">
                <a16:creationId xmlns:a16="http://schemas.microsoft.com/office/drawing/2014/main" id="{AE456200-D7D3-AC6D-5B49-C2D4FBAA4462}"/>
              </a:ext>
            </a:extLst>
          </p:cNvPr>
          <p:cNvSpPr/>
          <p:nvPr/>
        </p:nvSpPr>
        <p:spPr>
          <a:xfrm>
            <a:off x="10809188" y="9584131"/>
            <a:ext cx="648339" cy="560567"/>
          </a:xfrm>
          <a:prstGeom prst="rect">
            <a:avLst/>
          </a:prstGeom>
          <a:solidFill>
            <a:srgbClr val="7722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" name="rc34">
            <a:extLst>
              <a:ext uri="{FF2B5EF4-FFF2-40B4-BE49-F238E27FC236}">
                <a16:creationId xmlns:a16="http://schemas.microsoft.com/office/drawing/2014/main" id="{BF30C260-D92D-AEA0-0129-8824C95D6000}"/>
              </a:ext>
            </a:extLst>
          </p:cNvPr>
          <p:cNvSpPr/>
          <p:nvPr/>
        </p:nvSpPr>
        <p:spPr>
          <a:xfrm>
            <a:off x="10809188" y="9023563"/>
            <a:ext cx="648339" cy="560567"/>
          </a:xfrm>
          <a:prstGeom prst="rect">
            <a:avLst/>
          </a:prstGeom>
          <a:solidFill>
            <a:srgbClr val="FA805E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5" name="rc35">
            <a:extLst>
              <a:ext uri="{FF2B5EF4-FFF2-40B4-BE49-F238E27FC236}">
                <a16:creationId xmlns:a16="http://schemas.microsoft.com/office/drawing/2014/main" id="{884A794E-1794-DB89-290D-06B1A85F14BC}"/>
              </a:ext>
            </a:extLst>
          </p:cNvPr>
          <p:cNvSpPr/>
          <p:nvPr/>
        </p:nvSpPr>
        <p:spPr>
          <a:xfrm>
            <a:off x="10809188" y="8462995"/>
            <a:ext cx="648339" cy="560567"/>
          </a:xfrm>
          <a:prstGeom prst="rect">
            <a:avLst/>
          </a:prstGeom>
          <a:solidFill>
            <a:srgbClr val="BB3978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" name="tx36">
            <a:extLst>
              <a:ext uri="{FF2B5EF4-FFF2-40B4-BE49-F238E27FC236}">
                <a16:creationId xmlns:a16="http://schemas.microsoft.com/office/drawing/2014/main" id="{D30BE590-A27F-F1FE-7AC5-CA549CAD539D}"/>
              </a:ext>
            </a:extLst>
          </p:cNvPr>
          <p:cNvSpPr/>
          <p:nvPr/>
        </p:nvSpPr>
        <p:spPr>
          <a:xfrm>
            <a:off x="10349046" y="9821089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0.35</a:t>
            </a:r>
          </a:p>
        </p:txBody>
      </p:sp>
      <p:sp>
        <p:nvSpPr>
          <p:cNvPr id="37" name="tx37">
            <a:extLst>
              <a:ext uri="{FF2B5EF4-FFF2-40B4-BE49-F238E27FC236}">
                <a16:creationId xmlns:a16="http://schemas.microsoft.com/office/drawing/2014/main" id="{27AC60AE-3C1E-FD0A-C7B9-9E5A1CF1F75E}"/>
              </a:ext>
            </a:extLst>
          </p:cNvPr>
          <p:cNvSpPr/>
          <p:nvPr/>
        </p:nvSpPr>
        <p:spPr>
          <a:xfrm>
            <a:off x="10446156" y="9260521"/>
            <a:ext cx="77724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8" name="tx38">
            <a:extLst>
              <a:ext uri="{FF2B5EF4-FFF2-40B4-BE49-F238E27FC236}">
                <a16:creationId xmlns:a16="http://schemas.microsoft.com/office/drawing/2014/main" id="{75147773-B3B3-F84A-F17F-CA1175D03FAD}"/>
              </a:ext>
            </a:extLst>
          </p:cNvPr>
          <p:cNvSpPr/>
          <p:nvPr/>
        </p:nvSpPr>
        <p:spPr>
          <a:xfrm>
            <a:off x="10446156" y="8699954"/>
            <a:ext cx="77724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9" name="tx39">
            <a:extLst>
              <a:ext uri="{FF2B5EF4-FFF2-40B4-BE49-F238E27FC236}">
                <a16:creationId xmlns:a16="http://schemas.microsoft.com/office/drawing/2014/main" id="{8088DC91-A425-39B7-8A2B-64A4C07F73F7}"/>
              </a:ext>
            </a:extLst>
          </p:cNvPr>
          <p:cNvSpPr/>
          <p:nvPr/>
        </p:nvSpPr>
        <p:spPr>
          <a:xfrm>
            <a:off x="7212787" y="9821089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0.35</a:t>
            </a:r>
          </a:p>
        </p:txBody>
      </p:sp>
      <p:sp>
        <p:nvSpPr>
          <p:cNvPr id="40" name="tx40">
            <a:extLst>
              <a:ext uri="{FF2B5EF4-FFF2-40B4-BE49-F238E27FC236}">
                <a16:creationId xmlns:a16="http://schemas.microsoft.com/office/drawing/2014/main" id="{EB4699F3-8B80-2002-ADAF-BFAB722DF16A}"/>
              </a:ext>
            </a:extLst>
          </p:cNvPr>
          <p:cNvSpPr/>
          <p:nvPr/>
        </p:nvSpPr>
        <p:spPr>
          <a:xfrm>
            <a:off x="7309896" y="9260521"/>
            <a:ext cx="77724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41" name="tx41">
            <a:extLst>
              <a:ext uri="{FF2B5EF4-FFF2-40B4-BE49-F238E27FC236}">
                <a16:creationId xmlns:a16="http://schemas.microsoft.com/office/drawing/2014/main" id="{A966D2CF-25B4-BD98-3F45-54D9D19B24E5}"/>
              </a:ext>
            </a:extLst>
          </p:cNvPr>
          <p:cNvSpPr/>
          <p:nvPr/>
        </p:nvSpPr>
        <p:spPr>
          <a:xfrm>
            <a:off x="7309896" y="8699954"/>
            <a:ext cx="77724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42" name="tx42">
            <a:extLst>
              <a:ext uri="{FF2B5EF4-FFF2-40B4-BE49-F238E27FC236}">
                <a16:creationId xmlns:a16="http://schemas.microsoft.com/office/drawing/2014/main" id="{1B5271D1-C988-DFC8-A6F7-5F01DB17ACFF}"/>
              </a:ext>
            </a:extLst>
          </p:cNvPr>
          <p:cNvSpPr/>
          <p:nvPr/>
        </p:nvSpPr>
        <p:spPr>
          <a:xfrm>
            <a:off x="7861127" y="9821089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0.65</a:t>
            </a:r>
          </a:p>
        </p:txBody>
      </p:sp>
      <p:sp>
        <p:nvSpPr>
          <p:cNvPr id="43" name="tx43">
            <a:extLst>
              <a:ext uri="{FF2B5EF4-FFF2-40B4-BE49-F238E27FC236}">
                <a16:creationId xmlns:a16="http://schemas.microsoft.com/office/drawing/2014/main" id="{1B60DADA-DDFE-F5AF-BB0F-AC9C0B5DD67F}"/>
              </a:ext>
            </a:extLst>
          </p:cNvPr>
          <p:cNvSpPr/>
          <p:nvPr/>
        </p:nvSpPr>
        <p:spPr>
          <a:xfrm>
            <a:off x="7861127" y="9260521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0.14</a:t>
            </a:r>
          </a:p>
        </p:txBody>
      </p:sp>
      <p:sp>
        <p:nvSpPr>
          <p:cNvPr id="44" name="tx44">
            <a:extLst>
              <a:ext uri="{FF2B5EF4-FFF2-40B4-BE49-F238E27FC236}">
                <a16:creationId xmlns:a16="http://schemas.microsoft.com/office/drawing/2014/main" id="{9B6D75E4-E093-0945-F639-ADFC4BAA352F}"/>
              </a:ext>
            </a:extLst>
          </p:cNvPr>
          <p:cNvSpPr/>
          <p:nvPr/>
        </p:nvSpPr>
        <p:spPr>
          <a:xfrm>
            <a:off x="7861127" y="8699954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0.49</a:t>
            </a:r>
          </a:p>
        </p:txBody>
      </p:sp>
      <p:sp>
        <p:nvSpPr>
          <p:cNvPr id="45" name="tx45">
            <a:extLst>
              <a:ext uri="{FF2B5EF4-FFF2-40B4-BE49-F238E27FC236}">
                <a16:creationId xmlns:a16="http://schemas.microsoft.com/office/drawing/2014/main" id="{6A30372F-4687-E43E-F2B0-BFD5D8A596FC}"/>
              </a:ext>
            </a:extLst>
          </p:cNvPr>
          <p:cNvSpPr/>
          <p:nvPr/>
        </p:nvSpPr>
        <p:spPr>
          <a:xfrm>
            <a:off x="4619428" y="9821089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0.67</a:t>
            </a:r>
          </a:p>
        </p:txBody>
      </p:sp>
      <p:sp>
        <p:nvSpPr>
          <p:cNvPr id="46" name="tx46">
            <a:extLst>
              <a:ext uri="{FF2B5EF4-FFF2-40B4-BE49-F238E27FC236}">
                <a16:creationId xmlns:a16="http://schemas.microsoft.com/office/drawing/2014/main" id="{49944F0C-324F-DF2E-E6DF-983529408372}"/>
              </a:ext>
            </a:extLst>
          </p:cNvPr>
          <p:cNvSpPr/>
          <p:nvPr/>
        </p:nvSpPr>
        <p:spPr>
          <a:xfrm>
            <a:off x="4619428" y="9260521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0.18</a:t>
            </a:r>
          </a:p>
        </p:txBody>
      </p:sp>
      <p:sp>
        <p:nvSpPr>
          <p:cNvPr id="47" name="tx47">
            <a:extLst>
              <a:ext uri="{FF2B5EF4-FFF2-40B4-BE49-F238E27FC236}">
                <a16:creationId xmlns:a16="http://schemas.microsoft.com/office/drawing/2014/main" id="{52A67792-1FEE-2E3F-6D33-C7A86D6F563F}"/>
              </a:ext>
            </a:extLst>
          </p:cNvPr>
          <p:cNvSpPr/>
          <p:nvPr/>
        </p:nvSpPr>
        <p:spPr>
          <a:xfrm>
            <a:off x="4716537" y="8699954"/>
            <a:ext cx="77724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48" name="tx48">
            <a:extLst>
              <a:ext uri="{FF2B5EF4-FFF2-40B4-BE49-F238E27FC236}">
                <a16:creationId xmlns:a16="http://schemas.microsoft.com/office/drawing/2014/main" id="{AB6EE361-E1B2-1697-D0B6-B6531B7FE787}"/>
              </a:ext>
            </a:extLst>
          </p:cNvPr>
          <p:cNvSpPr/>
          <p:nvPr/>
        </p:nvSpPr>
        <p:spPr>
          <a:xfrm>
            <a:off x="5267767" y="9821089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0.39</a:t>
            </a:r>
          </a:p>
        </p:txBody>
      </p:sp>
      <p:sp>
        <p:nvSpPr>
          <p:cNvPr id="49" name="tx49">
            <a:extLst>
              <a:ext uri="{FF2B5EF4-FFF2-40B4-BE49-F238E27FC236}">
                <a16:creationId xmlns:a16="http://schemas.microsoft.com/office/drawing/2014/main" id="{A640FEB2-6576-E466-375B-BAB0E584412A}"/>
              </a:ext>
            </a:extLst>
          </p:cNvPr>
          <p:cNvSpPr/>
          <p:nvPr/>
        </p:nvSpPr>
        <p:spPr>
          <a:xfrm>
            <a:off x="5267767" y="9260521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0.22</a:t>
            </a:r>
          </a:p>
        </p:txBody>
      </p:sp>
      <p:sp>
        <p:nvSpPr>
          <p:cNvPr id="50" name="tx50">
            <a:extLst>
              <a:ext uri="{FF2B5EF4-FFF2-40B4-BE49-F238E27FC236}">
                <a16:creationId xmlns:a16="http://schemas.microsoft.com/office/drawing/2014/main" id="{9D20626E-3B4D-1766-852A-C550F573D42F}"/>
              </a:ext>
            </a:extLst>
          </p:cNvPr>
          <p:cNvSpPr/>
          <p:nvPr/>
        </p:nvSpPr>
        <p:spPr>
          <a:xfrm>
            <a:off x="5364877" y="8699954"/>
            <a:ext cx="77724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51" name="tx51">
            <a:extLst>
              <a:ext uri="{FF2B5EF4-FFF2-40B4-BE49-F238E27FC236}">
                <a16:creationId xmlns:a16="http://schemas.microsoft.com/office/drawing/2014/main" id="{F3574F1B-5707-0421-69D5-46E4D62A557D}"/>
              </a:ext>
            </a:extLst>
          </p:cNvPr>
          <p:cNvSpPr/>
          <p:nvPr/>
        </p:nvSpPr>
        <p:spPr>
          <a:xfrm>
            <a:off x="5916107" y="9821089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0.95</a:t>
            </a:r>
          </a:p>
        </p:txBody>
      </p:sp>
      <p:sp>
        <p:nvSpPr>
          <p:cNvPr id="52" name="tx52">
            <a:extLst>
              <a:ext uri="{FF2B5EF4-FFF2-40B4-BE49-F238E27FC236}">
                <a16:creationId xmlns:a16="http://schemas.microsoft.com/office/drawing/2014/main" id="{479BD6EC-EF2D-C735-C482-4430C6BE4926}"/>
              </a:ext>
            </a:extLst>
          </p:cNvPr>
          <p:cNvSpPr/>
          <p:nvPr/>
        </p:nvSpPr>
        <p:spPr>
          <a:xfrm>
            <a:off x="5916107" y="9260521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0.56</a:t>
            </a:r>
          </a:p>
        </p:txBody>
      </p:sp>
      <p:sp>
        <p:nvSpPr>
          <p:cNvPr id="53" name="tx53">
            <a:extLst>
              <a:ext uri="{FF2B5EF4-FFF2-40B4-BE49-F238E27FC236}">
                <a16:creationId xmlns:a16="http://schemas.microsoft.com/office/drawing/2014/main" id="{D9326B92-C273-93C3-1E61-8DB78BFCEE10}"/>
              </a:ext>
            </a:extLst>
          </p:cNvPr>
          <p:cNvSpPr/>
          <p:nvPr/>
        </p:nvSpPr>
        <p:spPr>
          <a:xfrm>
            <a:off x="6013217" y="8699954"/>
            <a:ext cx="77724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54" name="tx54">
            <a:extLst>
              <a:ext uri="{FF2B5EF4-FFF2-40B4-BE49-F238E27FC236}">
                <a16:creationId xmlns:a16="http://schemas.microsoft.com/office/drawing/2014/main" id="{4F74B2FB-099C-2AD9-34B2-5BE467739555}"/>
              </a:ext>
            </a:extLst>
          </p:cNvPr>
          <p:cNvSpPr/>
          <p:nvPr/>
        </p:nvSpPr>
        <p:spPr>
          <a:xfrm>
            <a:off x="6661556" y="9821089"/>
            <a:ext cx="77724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1</a:t>
            </a:r>
          </a:p>
        </p:txBody>
      </p:sp>
      <p:sp>
        <p:nvSpPr>
          <p:cNvPr id="55" name="tx55">
            <a:extLst>
              <a:ext uri="{FF2B5EF4-FFF2-40B4-BE49-F238E27FC236}">
                <a16:creationId xmlns:a16="http://schemas.microsoft.com/office/drawing/2014/main" id="{0DDB630F-0B86-DA5B-D7DE-151811D860A6}"/>
              </a:ext>
            </a:extLst>
          </p:cNvPr>
          <p:cNvSpPr/>
          <p:nvPr/>
        </p:nvSpPr>
        <p:spPr>
          <a:xfrm>
            <a:off x="6564447" y="9260521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0.06</a:t>
            </a:r>
          </a:p>
        </p:txBody>
      </p:sp>
      <p:sp>
        <p:nvSpPr>
          <p:cNvPr id="56" name="tx56">
            <a:extLst>
              <a:ext uri="{FF2B5EF4-FFF2-40B4-BE49-F238E27FC236}">
                <a16:creationId xmlns:a16="http://schemas.microsoft.com/office/drawing/2014/main" id="{51B04CDE-CDB5-C0EB-9786-AA79643CB16C}"/>
              </a:ext>
            </a:extLst>
          </p:cNvPr>
          <p:cNvSpPr/>
          <p:nvPr/>
        </p:nvSpPr>
        <p:spPr>
          <a:xfrm>
            <a:off x="6564447" y="8699954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0.72</a:t>
            </a:r>
          </a:p>
        </p:txBody>
      </p:sp>
      <p:sp>
        <p:nvSpPr>
          <p:cNvPr id="57" name="tx57">
            <a:extLst>
              <a:ext uri="{FF2B5EF4-FFF2-40B4-BE49-F238E27FC236}">
                <a16:creationId xmlns:a16="http://schemas.microsoft.com/office/drawing/2014/main" id="{E1FFFD76-820B-D804-F532-1719CE239735}"/>
              </a:ext>
            </a:extLst>
          </p:cNvPr>
          <p:cNvSpPr/>
          <p:nvPr/>
        </p:nvSpPr>
        <p:spPr>
          <a:xfrm>
            <a:off x="8509467" y="9821089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0.94</a:t>
            </a:r>
          </a:p>
        </p:txBody>
      </p:sp>
      <p:sp>
        <p:nvSpPr>
          <p:cNvPr id="58" name="tx58">
            <a:extLst>
              <a:ext uri="{FF2B5EF4-FFF2-40B4-BE49-F238E27FC236}">
                <a16:creationId xmlns:a16="http://schemas.microsoft.com/office/drawing/2014/main" id="{8E1D46FF-8E50-2669-5CEA-57300AC4D34B}"/>
              </a:ext>
            </a:extLst>
          </p:cNvPr>
          <p:cNvSpPr/>
          <p:nvPr/>
        </p:nvSpPr>
        <p:spPr>
          <a:xfrm>
            <a:off x="8509467" y="9260521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0.67</a:t>
            </a:r>
          </a:p>
        </p:txBody>
      </p:sp>
      <p:sp>
        <p:nvSpPr>
          <p:cNvPr id="59" name="tx59">
            <a:extLst>
              <a:ext uri="{FF2B5EF4-FFF2-40B4-BE49-F238E27FC236}">
                <a16:creationId xmlns:a16="http://schemas.microsoft.com/office/drawing/2014/main" id="{94A1A203-F221-CBF2-06AF-0599903CAAC1}"/>
              </a:ext>
            </a:extLst>
          </p:cNvPr>
          <p:cNvSpPr/>
          <p:nvPr/>
        </p:nvSpPr>
        <p:spPr>
          <a:xfrm>
            <a:off x="8606576" y="8699954"/>
            <a:ext cx="77724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60" name="tx60">
            <a:extLst>
              <a:ext uri="{FF2B5EF4-FFF2-40B4-BE49-F238E27FC236}">
                <a16:creationId xmlns:a16="http://schemas.microsoft.com/office/drawing/2014/main" id="{4D51758D-5EA6-70A4-8F09-E438683D05A0}"/>
              </a:ext>
            </a:extLst>
          </p:cNvPr>
          <p:cNvSpPr/>
          <p:nvPr/>
        </p:nvSpPr>
        <p:spPr>
          <a:xfrm>
            <a:off x="9157807" y="9821089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0.12</a:t>
            </a:r>
          </a:p>
        </p:txBody>
      </p:sp>
      <p:sp>
        <p:nvSpPr>
          <p:cNvPr id="61" name="tx61">
            <a:extLst>
              <a:ext uri="{FF2B5EF4-FFF2-40B4-BE49-F238E27FC236}">
                <a16:creationId xmlns:a16="http://schemas.microsoft.com/office/drawing/2014/main" id="{D5040444-D556-950D-3A3B-C71909307DB0}"/>
              </a:ext>
            </a:extLst>
          </p:cNvPr>
          <p:cNvSpPr/>
          <p:nvPr/>
        </p:nvSpPr>
        <p:spPr>
          <a:xfrm>
            <a:off x="9157807" y="9260521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0.57</a:t>
            </a:r>
          </a:p>
        </p:txBody>
      </p:sp>
      <p:sp>
        <p:nvSpPr>
          <p:cNvPr id="62" name="tx62">
            <a:extLst>
              <a:ext uri="{FF2B5EF4-FFF2-40B4-BE49-F238E27FC236}">
                <a16:creationId xmlns:a16="http://schemas.microsoft.com/office/drawing/2014/main" id="{1F3941D7-28EC-AB50-819A-E4FB4DC23AE8}"/>
              </a:ext>
            </a:extLst>
          </p:cNvPr>
          <p:cNvSpPr/>
          <p:nvPr/>
        </p:nvSpPr>
        <p:spPr>
          <a:xfrm>
            <a:off x="9254916" y="8699954"/>
            <a:ext cx="77724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63" name="tx63">
            <a:extLst>
              <a:ext uri="{FF2B5EF4-FFF2-40B4-BE49-F238E27FC236}">
                <a16:creationId xmlns:a16="http://schemas.microsoft.com/office/drawing/2014/main" id="{C7FADBEB-1901-B49D-93B6-C1EE97F61F12}"/>
              </a:ext>
            </a:extLst>
          </p:cNvPr>
          <p:cNvSpPr/>
          <p:nvPr/>
        </p:nvSpPr>
        <p:spPr>
          <a:xfrm>
            <a:off x="10997386" y="9821089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0.65</a:t>
            </a:r>
          </a:p>
        </p:txBody>
      </p:sp>
      <p:sp>
        <p:nvSpPr>
          <p:cNvPr id="4871" name="tx64">
            <a:extLst>
              <a:ext uri="{FF2B5EF4-FFF2-40B4-BE49-F238E27FC236}">
                <a16:creationId xmlns:a16="http://schemas.microsoft.com/office/drawing/2014/main" id="{E35F0E0D-1B5E-821C-EA48-6E7AC11E99C9}"/>
              </a:ext>
            </a:extLst>
          </p:cNvPr>
          <p:cNvSpPr/>
          <p:nvPr/>
        </p:nvSpPr>
        <p:spPr>
          <a:xfrm>
            <a:off x="10997386" y="9260521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0.27</a:t>
            </a:r>
          </a:p>
        </p:txBody>
      </p:sp>
      <p:sp>
        <p:nvSpPr>
          <p:cNvPr id="4872" name="tx65">
            <a:extLst>
              <a:ext uri="{FF2B5EF4-FFF2-40B4-BE49-F238E27FC236}">
                <a16:creationId xmlns:a16="http://schemas.microsoft.com/office/drawing/2014/main" id="{A6EC7582-C4F7-8DF1-333F-6D11832F7465}"/>
              </a:ext>
            </a:extLst>
          </p:cNvPr>
          <p:cNvSpPr/>
          <p:nvPr/>
        </p:nvSpPr>
        <p:spPr>
          <a:xfrm>
            <a:off x="10997386" y="8699954"/>
            <a:ext cx="271942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0.49</a:t>
            </a:r>
          </a:p>
        </p:txBody>
      </p:sp>
      <p:sp>
        <p:nvSpPr>
          <p:cNvPr id="4873" name="tx66">
            <a:extLst>
              <a:ext uri="{FF2B5EF4-FFF2-40B4-BE49-F238E27FC236}">
                <a16:creationId xmlns:a16="http://schemas.microsoft.com/office/drawing/2014/main" id="{0CB3520E-C5B4-F87C-0A60-06C53BD7C750}"/>
              </a:ext>
            </a:extLst>
          </p:cNvPr>
          <p:cNvSpPr/>
          <p:nvPr/>
        </p:nvSpPr>
        <p:spPr>
          <a:xfrm>
            <a:off x="4003249" y="9829787"/>
            <a:ext cx="335310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Dermo</a:t>
            </a:r>
          </a:p>
        </p:txBody>
      </p:sp>
      <p:sp>
        <p:nvSpPr>
          <p:cNvPr id="4874" name="tx67">
            <a:extLst>
              <a:ext uri="{FF2B5EF4-FFF2-40B4-BE49-F238E27FC236}">
                <a16:creationId xmlns:a16="http://schemas.microsoft.com/office/drawing/2014/main" id="{3308A910-4FA9-F11B-19CC-9C7004148501}"/>
              </a:ext>
            </a:extLst>
          </p:cNvPr>
          <p:cNvSpPr/>
          <p:nvPr/>
        </p:nvSpPr>
        <p:spPr>
          <a:xfrm>
            <a:off x="4096426" y="9269219"/>
            <a:ext cx="242133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MSX</a:t>
            </a:r>
          </a:p>
        </p:txBody>
      </p:sp>
      <p:sp>
        <p:nvSpPr>
          <p:cNvPr id="4875" name="tx68">
            <a:extLst>
              <a:ext uri="{FF2B5EF4-FFF2-40B4-BE49-F238E27FC236}">
                <a16:creationId xmlns:a16="http://schemas.microsoft.com/office/drawing/2014/main" id="{16BC1F82-81B4-9A5F-F716-A47E6D08BB26}"/>
              </a:ext>
            </a:extLst>
          </p:cNvPr>
          <p:cNvSpPr/>
          <p:nvPr/>
        </p:nvSpPr>
        <p:spPr>
          <a:xfrm>
            <a:off x="3866455" y="8708650"/>
            <a:ext cx="472104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Pea Crab</a:t>
            </a:r>
          </a:p>
        </p:txBody>
      </p:sp>
      <p:sp>
        <p:nvSpPr>
          <p:cNvPr id="4876" name="tx69">
            <a:extLst>
              <a:ext uri="{FF2B5EF4-FFF2-40B4-BE49-F238E27FC236}">
                <a16:creationId xmlns:a16="http://schemas.microsoft.com/office/drawing/2014/main" id="{005E87BC-D9D1-37E9-2871-124C1A742412}"/>
              </a:ext>
            </a:extLst>
          </p:cNvPr>
          <p:cNvSpPr/>
          <p:nvPr/>
        </p:nvSpPr>
        <p:spPr>
          <a:xfrm rot="18900000">
            <a:off x="4487055" y="10320928"/>
            <a:ext cx="347563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4877" name="tx70">
            <a:extLst>
              <a:ext uri="{FF2B5EF4-FFF2-40B4-BE49-F238E27FC236}">
                <a16:creationId xmlns:a16="http://schemas.microsoft.com/office/drawing/2014/main" id="{4130E937-9F23-F496-DC6E-E469C0F22968}"/>
              </a:ext>
            </a:extLst>
          </p:cNvPr>
          <p:cNvSpPr/>
          <p:nvPr/>
        </p:nvSpPr>
        <p:spPr>
          <a:xfrm rot="18900000">
            <a:off x="5140546" y="10319082"/>
            <a:ext cx="341528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4878" name="tx71">
            <a:extLst>
              <a:ext uri="{FF2B5EF4-FFF2-40B4-BE49-F238E27FC236}">
                <a16:creationId xmlns:a16="http://schemas.microsoft.com/office/drawing/2014/main" id="{25728873-0DB0-6A9C-669E-06D1DCDE5BD1}"/>
              </a:ext>
            </a:extLst>
          </p:cNvPr>
          <p:cNvSpPr/>
          <p:nvPr/>
        </p:nvSpPr>
        <p:spPr>
          <a:xfrm rot="18900000">
            <a:off x="5794271" y="10317153"/>
            <a:ext cx="335219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4879" name="tx72">
            <a:extLst>
              <a:ext uri="{FF2B5EF4-FFF2-40B4-BE49-F238E27FC236}">
                <a16:creationId xmlns:a16="http://schemas.microsoft.com/office/drawing/2014/main" id="{C29356EF-A305-3DDE-F97E-CFC3CA4FA810}"/>
              </a:ext>
            </a:extLst>
          </p:cNvPr>
          <p:cNvSpPr/>
          <p:nvPr/>
        </p:nvSpPr>
        <p:spPr>
          <a:xfrm rot="18900000">
            <a:off x="6426689" y="10322856"/>
            <a:ext cx="353872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4880" name="tx73">
            <a:extLst>
              <a:ext uri="{FF2B5EF4-FFF2-40B4-BE49-F238E27FC236}">
                <a16:creationId xmlns:a16="http://schemas.microsoft.com/office/drawing/2014/main" id="{69771E7B-E342-B85B-3D34-C39285D1B0A2}"/>
              </a:ext>
            </a:extLst>
          </p:cNvPr>
          <p:cNvSpPr/>
          <p:nvPr/>
        </p:nvSpPr>
        <p:spPr>
          <a:xfrm rot="18900000">
            <a:off x="6984726" y="10355197"/>
            <a:ext cx="459668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4881" name="tx74">
            <a:extLst>
              <a:ext uri="{FF2B5EF4-FFF2-40B4-BE49-F238E27FC236}">
                <a16:creationId xmlns:a16="http://schemas.microsoft.com/office/drawing/2014/main" id="{BAC08330-7D86-E4BD-5355-50EACF3FCF70}"/>
              </a:ext>
            </a:extLst>
          </p:cNvPr>
          <p:cNvSpPr/>
          <p:nvPr/>
        </p:nvSpPr>
        <p:spPr>
          <a:xfrm rot="18900000">
            <a:off x="7617300" y="10360843"/>
            <a:ext cx="478139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4882" name="tx75">
            <a:extLst>
              <a:ext uri="{FF2B5EF4-FFF2-40B4-BE49-F238E27FC236}">
                <a16:creationId xmlns:a16="http://schemas.microsoft.com/office/drawing/2014/main" id="{9B7EB1B0-5B39-1844-8531-4F3349CCFD5C}"/>
              </a:ext>
            </a:extLst>
          </p:cNvPr>
          <p:cNvSpPr/>
          <p:nvPr/>
        </p:nvSpPr>
        <p:spPr>
          <a:xfrm rot="18900000">
            <a:off x="8361250" y="10326601"/>
            <a:ext cx="366125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4883" name="tx76">
            <a:extLst>
              <a:ext uri="{FF2B5EF4-FFF2-40B4-BE49-F238E27FC236}">
                <a16:creationId xmlns:a16="http://schemas.microsoft.com/office/drawing/2014/main" id="{54EBFBCB-66F9-C2E3-9535-3F7AAAF72243}"/>
              </a:ext>
            </a:extLst>
          </p:cNvPr>
          <p:cNvSpPr/>
          <p:nvPr/>
        </p:nvSpPr>
        <p:spPr>
          <a:xfrm rot="18900000">
            <a:off x="9004205" y="10328530"/>
            <a:ext cx="372435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4884" name="tx77">
            <a:extLst>
              <a:ext uri="{FF2B5EF4-FFF2-40B4-BE49-F238E27FC236}">
                <a16:creationId xmlns:a16="http://schemas.microsoft.com/office/drawing/2014/main" id="{78CE9075-4898-E514-64A4-F304740F5D41}"/>
              </a:ext>
            </a:extLst>
          </p:cNvPr>
          <p:cNvSpPr/>
          <p:nvPr/>
        </p:nvSpPr>
        <p:spPr>
          <a:xfrm rot="18900000">
            <a:off x="10110449" y="10358970"/>
            <a:ext cx="472013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4885" name="tx78">
            <a:extLst>
              <a:ext uri="{FF2B5EF4-FFF2-40B4-BE49-F238E27FC236}">
                <a16:creationId xmlns:a16="http://schemas.microsoft.com/office/drawing/2014/main" id="{A6FA9750-1206-2703-A26D-DBD327EA4A14}"/>
              </a:ext>
            </a:extLst>
          </p:cNvPr>
          <p:cNvSpPr/>
          <p:nvPr/>
        </p:nvSpPr>
        <p:spPr>
          <a:xfrm rot="18900000">
            <a:off x="10716565" y="10374092"/>
            <a:ext cx="521482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 River</a:t>
            </a:r>
          </a:p>
        </p:txBody>
      </p:sp>
      <p:sp>
        <p:nvSpPr>
          <p:cNvPr id="4887" name="rc80">
            <a:extLst>
              <a:ext uri="{FF2B5EF4-FFF2-40B4-BE49-F238E27FC236}">
                <a16:creationId xmlns:a16="http://schemas.microsoft.com/office/drawing/2014/main" id="{B2C72D14-5754-670C-AFC6-E8D1ED7B08D9}"/>
              </a:ext>
            </a:extLst>
          </p:cNvPr>
          <p:cNvSpPr/>
          <p:nvPr/>
        </p:nvSpPr>
        <p:spPr>
          <a:xfrm>
            <a:off x="11661540" y="8682542"/>
            <a:ext cx="838236" cy="1242609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888" name="tx81">
            <a:extLst>
              <a:ext uri="{FF2B5EF4-FFF2-40B4-BE49-F238E27FC236}">
                <a16:creationId xmlns:a16="http://schemas.microsoft.com/office/drawing/2014/main" id="{6A269853-C301-0922-E622-F98C6AC68E4B}"/>
              </a:ext>
            </a:extLst>
          </p:cNvPr>
          <p:cNvSpPr/>
          <p:nvPr/>
        </p:nvSpPr>
        <p:spPr>
          <a:xfrm>
            <a:off x="11800718" y="8726760"/>
            <a:ext cx="699058" cy="866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Prevalence</a:t>
            </a:r>
          </a:p>
        </p:txBody>
      </p:sp>
      <p:pic>
        <p:nvPicPr>
          <p:cNvPr id="4889" name="pic82">
            <a:extLst>
              <a:ext uri="{FF2B5EF4-FFF2-40B4-BE49-F238E27FC236}">
                <a16:creationId xmlns:a16="http://schemas.microsoft.com/office/drawing/2014/main" id="{A0DD1081-DA52-20F5-3C5F-C291434D13A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731129" y="8916253"/>
            <a:ext cx="219455" cy="948731"/>
          </a:xfrm>
          <a:prstGeom prst="rect">
            <a:avLst/>
          </a:prstGeom>
        </p:spPr>
      </p:pic>
      <p:sp>
        <p:nvSpPr>
          <p:cNvPr id="4890" name="pl83">
            <a:extLst>
              <a:ext uri="{FF2B5EF4-FFF2-40B4-BE49-F238E27FC236}">
                <a16:creationId xmlns:a16="http://schemas.microsoft.com/office/drawing/2014/main" id="{96A26087-B956-97AE-D801-212DACE3632F}"/>
              </a:ext>
            </a:extLst>
          </p:cNvPr>
          <p:cNvSpPr/>
          <p:nvPr/>
        </p:nvSpPr>
        <p:spPr>
          <a:xfrm>
            <a:off x="11906693" y="9863402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91" name="pl84">
            <a:extLst>
              <a:ext uri="{FF2B5EF4-FFF2-40B4-BE49-F238E27FC236}">
                <a16:creationId xmlns:a16="http://schemas.microsoft.com/office/drawing/2014/main" id="{6F71AC95-F99B-9D5E-B4D2-EBF0F5C2BCA0}"/>
              </a:ext>
            </a:extLst>
          </p:cNvPr>
          <p:cNvSpPr/>
          <p:nvPr/>
        </p:nvSpPr>
        <p:spPr>
          <a:xfrm>
            <a:off x="11906693" y="9627010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92" name="pl85">
            <a:extLst>
              <a:ext uri="{FF2B5EF4-FFF2-40B4-BE49-F238E27FC236}">
                <a16:creationId xmlns:a16="http://schemas.microsoft.com/office/drawing/2014/main" id="{F8A20CEC-CF57-4487-B405-D594281D5F5E}"/>
              </a:ext>
            </a:extLst>
          </p:cNvPr>
          <p:cNvSpPr/>
          <p:nvPr/>
        </p:nvSpPr>
        <p:spPr>
          <a:xfrm>
            <a:off x="11906693" y="9390618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93" name="pl86">
            <a:extLst>
              <a:ext uri="{FF2B5EF4-FFF2-40B4-BE49-F238E27FC236}">
                <a16:creationId xmlns:a16="http://schemas.microsoft.com/office/drawing/2014/main" id="{4D2DB00B-9314-8ED6-FCB0-8E5C52BE42C0}"/>
              </a:ext>
            </a:extLst>
          </p:cNvPr>
          <p:cNvSpPr/>
          <p:nvPr/>
        </p:nvSpPr>
        <p:spPr>
          <a:xfrm>
            <a:off x="11906693" y="9154226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94" name="pl87">
            <a:extLst>
              <a:ext uri="{FF2B5EF4-FFF2-40B4-BE49-F238E27FC236}">
                <a16:creationId xmlns:a16="http://schemas.microsoft.com/office/drawing/2014/main" id="{CC6E8D27-7533-F6F9-E301-F02A55C36FEB}"/>
              </a:ext>
            </a:extLst>
          </p:cNvPr>
          <p:cNvSpPr/>
          <p:nvPr/>
        </p:nvSpPr>
        <p:spPr>
          <a:xfrm>
            <a:off x="11906693" y="891783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95" name="pl88">
            <a:extLst>
              <a:ext uri="{FF2B5EF4-FFF2-40B4-BE49-F238E27FC236}">
                <a16:creationId xmlns:a16="http://schemas.microsoft.com/office/drawing/2014/main" id="{67318145-DEE2-9F69-F181-CE9EDDA9CEB5}"/>
              </a:ext>
            </a:extLst>
          </p:cNvPr>
          <p:cNvSpPr/>
          <p:nvPr/>
        </p:nvSpPr>
        <p:spPr>
          <a:xfrm>
            <a:off x="11731129" y="9863402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96" name="pl89">
            <a:extLst>
              <a:ext uri="{FF2B5EF4-FFF2-40B4-BE49-F238E27FC236}">
                <a16:creationId xmlns:a16="http://schemas.microsoft.com/office/drawing/2014/main" id="{BA52058B-049B-C751-A966-0E6854F0F394}"/>
              </a:ext>
            </a:extLst>
          </p:cNvPr>
          <p:cNvSpPr/>
          <p:nvPr/>
        </p:nvSpPr>
        <p:spPr>
          <a:xfrm>
            <a:off x="11731129" y="9627010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97" name="pl90">
            <a:extLst>
              <a:ext uri="{FF2B5EF4-FFF2-40B4-BE49-F238E27FC236}">
                <a16:creationId xmlns:a16="http://schemas.microsoft.com/office/drawing/2014/main" id="{07045891-E9BD-C093-7870-D5F61AF1B40E}"/>
              </a:ext>
            </a:extLst>
          </p:cNvPr>
          <p:cNvSpPr/>
          <p:nvPr/>
        </p:nvSpPr>
        <p:spPr>
          <a:xfrm>
            <a:off x="11731129" y="9390618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98" name="pl91">
            <a:extLst>
              <a:ext uri="{FF2B5EF4-FFF2-40B4-BE49-F238E27FC236}">
                <a16:creationId xmlns:a16="http://schemas.microsoft.com/office/drawing/2014/main" id="{AD94B852-BF09-93B6-D709-E4C0797FCF8A}"/>
              </a:ext>
            </a:extLst>
          </p:cNvPr>
          <p:cNvSpPr/>
          <p:nvPr/>
        </p:nvSpPr>
        <p:spPr>
          <a:xfrm>
            <a:off x="11731129" y="9154226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99" name="pl92">
            <a:extLst>
              <a:ext uri="{FF2B5EF4-FFF2-40B4-BE49-F238E27FC236}">
                <a16:creationId xmlns:a16="http://schemas.microsoft.com/office/drawing/2014/main" id="{F17A3CC9-CC21-1B8F-A150-7BE699AE2F2D}"/>
              </a:ext>
            </a:extLst>
          </p:cNvPr>
          <p:cNvSpPr/>
          <p:nvPr/>
        </p:nvSpPr>
        <p:spPr>
          <a:xfrm>
            <a:off x="11731129" y="891783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00" name="tx93">
            <a:extLst>
              <a:ext uri="{FF2B5EF4-FFF2-40B4-BE49-F238E27FC236}">
                <a16:creationId xmlns:a16="http://schemas.microsoft.com/office/drawing/2014/main" id="{871516C2-E4F4-2919-6F61-49C058A2108F}"/>
              </a:ext>
            </a:extLst>
          </p:cNvPr>
          <p:cNvSpPr/>
          <p:nvPr/>
        </p:nvSpPr>
        <p:spPr>
          <a:xfrm>
            <a:off x="12020174" y="9828773"/>
            <a:ext cx="217535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4901" name="tx94">
            <a:extLst>
              <a:ext uri="{FF2B5EF4-FFF2-40B4-BE49-F238E27FC236}">
                <a16:creationId xmlns:a16="http://schemas.microsoft.com/office/drawing/2014/main" id="{D34C8A8C-81B3-1523-F4DC-7175803BE0F7}"/>
              </a:ext>
            </a:extLst>
          </p:cNvPr>
          <p:cNvSpPr/>
          <p:nvPr/>
        </p:nvSpPr>
        <p:spPr>
          <a:xfrm>
            <a:off x="12020174" y="9592381"/>
            <a:ext cx="217535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0.25</a:t>
            </a:r>
          </a:p>
        </p:txBody>
      </p:sp>
      <p:sp>
        <p:nvSpPr>
          <p:cNvPr id="4902" name="tx95">
            <a:extLst>
              <a:ext uri="{FF2B5EF4-FFF2-40B4-BE49-F238E27FC236}">
                <a16:creationId xmlns:a16="http://schemas.microsoft.com/office/drawing/2014/main" id="{9EA9D3B0-A97F-B3E2-03E6-E3034E36FE1C}"/>
              </a:ext>
            </a:extLst>
          </p:cNvPr>
          <p:cNvSpPr/>
          <p:nvPr/>
        </p:nvSpPr>
        <p:spPr>
          <a:xfrm>
            <a:off x="12020174" y="9355989"/>
            <a:ext cx="217535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0.50</a:t>
            </a:r>
          </a:p>
        </p:txBody>
      </p:sp>
      <p:sp>
        <p:nvSpPr>
          <p:cNvPr id="4903" name="tx96">
            <a:extLst>
              <a:ext uri="{FF2B5EF4-FFF2-40B4-BE49-F238E27FC236}">
                <a16:creationId xmlns:a16="http://schemas.microsoft.com/office/drawing/2014/main" id="{8C365A15-D7A2-C648-DECD-34924BC794EC}"/>
              </a:ext>
            </a:extLst>
          </p:cNvPr>
          <p:cNvSpPr/>
          <p:nvPr/>
        </p:nvSpPr>
        <p:spPr>
          <a:xfrm>
            <a:off x="12020174" y="9119597"/>
            <a:ext cx="217535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0.75</a:t>
            </a:r>
          </a:p>
        </p:txBody>
      </p:sp>
      <p:sp>
        <p:nvSpPr>
          <p:cNvPr id="4904" name="tx97">
            <a:extLst>
              <a:ext uri="{FF2B5EF4-FFF2-40B4-BE49-F238E27FC236}">
                <a16:creationId xmlns:a16="http://schemas.microsoft.com/office/drawing/2014/main" id="{DB6A9AA6-5B45-E26E-AA06-2E46F9B7D5C8}"/>
              </a:ext>
            </a:extLst>
          </p:cNvPr>
          <p:cNvSpPr/>
          <p:nvPr/>
        </p:nvSpPr>
        <p:spPr>
          <a:xfrm>
            <a:off x="12020174" y="8883205"/>
            <a:ext cx="217535" cy="6925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sz="88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</a:p>
        </p:txBody>
      </p:sp>
      <p:sp>
        <p:nvSpPr>
          <p:cNvPr id="4905" name="tx98">
            <a:extLst>
              <a:ext uri="{FF2B5EF4-FFF2-40B4-BE49-F238E27FC236}">
                <a16:creationId xmlns:a16="http://schemas.microsoft.com/office/drawing/2014/main" id="{ABB7E5E3-57CA-1946-DB6F-D53DFF9FD403}"/>
              </a:ext>
            </a:extLst>
          </p:cNvPr>
          <p:cNvSpPr/>
          <p:nvPr/>
        </p:nvSpPr>
        <p:spPr>
          <a:xfrm>
            <a:off x="4578896" y="8210864"/>
            <a:ext cx="1489923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lang="en-US"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(F) </a:t>
            </a:r>
            <a:r>
              <a:rPr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Disease Prevalence</a:t>
            </a:r>
          </a:p>
        </p:txBody>
      </p:sp>
      <p:cxnSp>
        <p:nvCxnSpPr>
          <p:cNvPr id="4912" name="Straight Connector 4911">
            <a:extLst>
              <a:ext uri="{FF2B5EF4-FFF2-40B4-BE49-F238E27FC236}">
                <a16:creationId xmlns:a16="http://schemas.microsoft.com/office/drawing/2014/main" id="{142B93A6-A248-55E8-DEEB-0E159E243269}"/>
              </a:ext>
            </a:extLst>
          </p:cNvPr>
          <p:cNvCxnSpPr>
            <a:cxnSpLocks/>
          </p:cNvCxnSpPr>
          <p:nvPr/>
        </p:nvCxnSpPr>
        <p:spPr>
          <a:xfrm flipV="1">
            <a:off x="4254397" y="751709"/>
            <a:ext cx="3132811" cy="15813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6" name="Straight Connector 4915">
            <a:extLst>
              <a:ext uri="{FF2B5EF4-FFF2-40B4-BE49-F238E27FC236}">
                <a16:creationId xmlns:a16="http://schemas.microsoft.com/office/drawing/2014/main" id="{72AD8043-AEFE-AF98-CBE8-266AEF666768}"/>
              </a:ext>
            </a:extLst>
          </p:cNvPr>
          <p:cNvCxnSpPr>
            <a:cxnSpLocks/>
          </p:cNvCxnSpPr>
          <p:nvPr/>
        </p:nvCxnSpPr>
        <p:spPr>
          <a:xfrm>
            <a:off x="4261083" y="2883641"/>
            <a:ext cx="3112084" cy="17050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FB34BBCA-C640-EA0D-1AFD-5189909B87CB}"/>
              </a:ext>
            </a:extLst>
          </p:cNvPr>
          <p:cNvGrpSpPr/>
          <p:nvPr/>
        </p:nvGrpSpPr>
        <p:grpSpPr>
          <a:xfrm>
            <a:off x="629047" y="5698758"/>
            <a:ext cx="3364026" cy="4926490"/>
            <a:chOff x="6143443" y="4286784"/>
            <a:chExt cx="2509432" cy="3510666"/>
          </a:xfrm>
        </p:grpSpPr>
        <p:sp>
          <p:nvSpPr>
            <p:cNvPr id="3" name="rc5">
              <a:extLst>
                <a:ext uri="{FF2B5EF4-FFF2-40B4-BE49-F238E27FC236}">
                  <a16:creationId xmlns:a16="http://schemas.microsoft.com/office/drawing/2014/main" id="{4389F6B5-C5F0-3845-E296-062B6780614C}"/>
                </a:ext>
              </a:extLst>
            </p:cNvPr>
            <p:cNvSpPr/>
            <p:nvPr/>
          </p:nvSpPr>
          <p:spPr>
            <a:xfrm>
              <a:off x="6684213" y="4286784"/>
              <a:ext cx="860214" cy="32062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909" name="rc6">
              <a:extLst>
                <a:ext uri="{FF2B5EF4-FFF2-40B4-BE49-F238E27FC236}">
                  <a16:creationId xmlns:a16="http://schemas.microsoft.com/office/drawing/2014/main" id="{A67E7A7D-3EF3-E37A-7B57-979F5DD438B3}"/>
                </a:ext>
              </a:extLst>
            </p:cNvPr>
            <p:cNvSpPr/>
            <p:nvPr/>
          </p:nvSpPr>
          <p:spPr>
            <a:xfrm>
              <a:off x="6723314" y="4716891"/>
              <a:ext cx="391006" cy="391006"/>
            </a:xfrm>
            <a:prstGeom prst="rect">
              <a:avLst/>
            </a:prstGeom>
            <a:solidFill>
              <a:srgbClr val="3B548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1" name="rc7">
              <a:extLst>
                <a:ext uri="{FF2B5EF4-FFF2-40B4-BE49-F238E27FC236}">
                  <a16:creationId xmlns:a16="http://schemas.microsoft.com/office/drawing/2014/main" id="{7A1EA618-6718-2440-1A45-FE2BBEAF9D49}"/>
                </a:ext>
              </a:extLst>
            </p:cNvPr>
            <p:cNvSpPr/>
            <p:nvPr/>
          </p:nvSpPr>
          <p:spPr>
            <a:xfrm>
              <a:off x="6723314" y="6280917"/>
              <a:ext cx="391006" cy="391006"/>
            </a:xfrm>
            <a:prstGeom prst="rect">
              <a:avLst/>
            </a:prstGeom>
            <a:solidFill>
              <a:srgbClr val="30244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3" name="rc8">
              <a:extLst>
                <a:ext uri="{FF2B5EF4-FFF2-40B4-BE49-F238E27FC236}">
                  <a16:creationId xmlns:a16="http://schemas.microsoft.com/office/drawing/2014/main" id="{6EEE83F5-EE10-DFA9-3E2F-30DCE2350102}"/>
                </a:ext>
              </a:extLst>
            </p:cNvPr>
            <p:cNvSpPr/>
            <p:nvPr/>
          </p:nvSpPr>
          <p:spPr>
            <a:xfrm>
              <a:off x="6723314" y="4325884"/>
              <a:ext cx="391006" cy="391006"/>
            </a:xfrm>
            <a:prstGeom prst="rect">
              <a:avLst/>
            </a:prstGeom>
            <a:solidFill>
              <a:srgbClr val="382B5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4" name="rc9">
              <a:extLst>
                <a:ext uri="{FF2B5EF4-FFF2-40B4-BE49-F238E27FC236}">
                  <a16:creationId xmlns:a16="http://schemas.microsoft.com/office/drawing/2014/main" id="{F1F0D60C-7A99-3C7A-0B38-70754514FFB5}"/>
                </a:ext>
              </a:extLst>
            </p:cNvPr>
            <p:cNvSpPr/>
            <p:nvPr/>
          </p:nvSpPr>
          <p:spPr>
            <a:xfrm>
              <a:off x="6723314" y="5889910"/>
              <a:ext cx="391006" cy="391006"/>
            </a:xfrm>
            <a:prstGeom prst="rect">
              <a:avLst/>
            </a:prstGeom>
            <a:solidFill>
              <a:srgbClr val="31244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5" name="rc10">
              <a:extLst>
                <a:ext uri="{FF2B5EF4-FFF2-40B4-BE49-F238E27FC236}">
                  <a16:creationId xmlns:a16="http://schemas.microsoft.com/office/drawing/2014/main" id="{B55C76C1-4A31-0E1C-D2B5-A7BF47EA9EA0}"/>
                </a:ext>
              </a:extLst>
            </p:cNvPr>
            <p:cNvSpPr/>
            <p:nvPr/>
          </p:nvSpPr>
          <p:spPr>
            <a:xfrm>
              <a:off x="6723314" y="7062930"/>
              <a:ext cx="391006" cy="391006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7" name="rc11">
              <a:extLst>
                <a:ext uri="{FF2B5EF4-FFF2-40B4-BE49-F238E27FC236}">
                  <a16:creationId xmlns:a16="http://schemas.microsoft.com/office/drawing/2014/main" id="{7107B060-E253-F1DD-3FF9-EE3A848ECBCA}"/>
                </a:ext>
              </a:extLst>
            </p:cNvPr>
            <p:cNvSpPr/>
            <p:nvPr/>
          </p:nvSpPr>
          <p:spPr>
            <a:xfrm>
              <a:off x="6723314" y="5498904"/>
              <a:ext cx="391006" cy="391006"/>
            </a:xfrm>
            <a:prstGeom prst="rect">
              <a:avLst/>
            </a:prstGeom>
            <a:solidFill>
              <a:srgbClr val="C5EDD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8" name="rc12">
              <a:extLst>
                <a:ext uri="{FF2B5EF4-FFF2-40B4-BE49-F238E27FC236}">
                  <a16:creationId xmlns:a16="http://schemas.microsoft.com/office/drawing/2014/main" id="{3DBF10A5-AB99-CE82-72C2-CAB5B6EF8423}"/>
                </a:ext>
              </a:extLst>
            </p:cNvPr>
            <p:cNvSpPr/>
            <p:nvPr/>
          </p:nvSpPr>
          <p:spPr>
            <a:xfrm>
              <a:off x="6723314" y="5107897"/>
              <a:ext cx="391006" cy="391006"/>
            </a:xfrm>
            <a:prstGeom prst="rect">
              <a:avLst/>
            </a:prstGeom>
            <a:solidFill>
              <a:srgbClr val="3A679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9" name="rc13">
              <a:extLst>
                <a:ext uri="{FF2B5EF4-FFF2-40B4-BE49-F238E27FC236}">
                  <a16:creationId xmlns:a16="http://schemas.microsoft.com/office/drawing/2014/main" id="{223E265E-FCC4-9A12-24F2-2616320A64C8}"/>
                </a:ext>
              </a:extLst>
            </p:cNvPr>
            <p:cNvSpPr/>
            <p:nvPr/>
          </p:nvSpPr>
          <p:spPr>
            <a:xfrm>
              <a:off x="6723314" y="6671923"/>
              <a:ext cx="391006" cy="391006"/>
            </a:xfrm>
            <a:prstGeom prst="rect">
              <a:avLst/>
            </a:prstGeom>
            <a:solidFill>
              <a:srgbClr val="3593A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0" name="rc14">
              <a:extLst>
                <a:ext uri="{FF2B5EF4-FFF2-40B4-BE49-F238E27FC236}">
                  <a16:creationId xmlns:a16="http://schemas.microsoft.com/office/drawing/2014/main" id="{1C06C05E-18EC-80F7-2BDC-4DE294D486E7}"/>
                </a:ext>
              </a:extLst>
            </p:cNvPr>
            <p:cNvSpPr/>
            <p:nvPr/>
          </p:nvSpPr>
          <p:spPr>
            <a:xfrm>
              <a:off x="7114320" y="6671923"/>
              <a:ext cx="391006" cy="391006"/>
            </a:xfrm>
            <a:prstGeom prst="rect">
              <a:avLst/>
            </a:prstGeom>
            <a:solidFill>
              <a:srgbClr val="3C4C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1" name="rc15">
              <a:extLst>
                <a:ext uri="{FF2B5EF4-FFF2-40B4-BE49-F238E27FC236}">
                  <a16:creationId xmlns:a16="http://schemas.microsoft.com/office/drawing/2014/main" id="{33F9A599-470B-7B7E-7F49-A8EEDAA5833A}"/>
                </a:ext>
              </a:extLst>
            </p:cNvPr>
            <p:cNvSpPr/>
            <p:nvPr/>
          </p:nvSpPr>
          <p:spPr>
            <a:xfrm>
              <a:off x="7114320" y="5498904"/>
              <a:ext cx="391006" cy="391006"/>
            </a:xfrm>
            <a:prstGeom prst="rect">
              <a:avLst/>
            </a:prstGeom>
            <a:solidFill>
              <a:srgbClr val="395F9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2" name="rc16">
              <a:extLst>
                <a:ext uri="{FF2B5EF4-FFF2-40B4-BE49-F238E27FC236}">
                  <a16:creationId xmlns:a16="http://schemas.microsoft.com/office/drawing/2014/main" id="{C8ECD953-2C57-47D5-8C6D-4D132D542B35}"/>
                </a:ext>
              </a:extLst>
            </p:cNvPr>
            <p:cNvSpPr/>
            <p:nvPr/>
          </p:nvSpPr>
          <p:spPr>
            <a:xfrm>
              <a:off x="7114320" y="7062930"/>
              <a:ext cx="391006" cy="391006"/>
            </a:xfrm>
            <a:prstGeom prst="rect">
              <a:avLst/>
            </a:prstGeom>
            <a:solidFill>
              <a:srgbClr val="3C427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3" name="rc17">
              <a:extLst>
                <a:ext uri="{FF2B5EF4-FFF2-40B4-BE49-F238E27FC236}">
                  <a16:creationId xmlns:a16="http://schemas.microsoft.com/office/drawing/2014/main" id="{703DD4BD-0DC5-D317-8EBF-5D7BAD8DB46E}"/>
                </a:ext>
              </a:extLst>
            </p:cNvPr>
            <p:cNvSpPr/>
            <p:nvPr/>
          </p:nvSpPr>
          <p:spPr>
            <a:xfrm>
              <a:off x="7114320" y="6280917"/>
              <a:ext cx="391006" cy="391006"/>
            </a:xfrm>
            <a:prstGeom prst="rect">
              <a:avLst/>
            </a:prstGeom>
            <a:solidFill>
              <a:srgbClr val="3A36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4" name="rc18">
              <a:extLst>
                <a:ext uri="{FF2B5EF4-FFF2-40B4-BE49-F238E27FC236}">
                  <a16:creationId xmlns:a16="http://schemas.microsoft.com/office/drawing/2014/main" id="{65484E32-01B9-0EA9-3FB6-B4DF6FAB253E}"/>
                </a:ext>
              </a:extLst>
            </p:cNvPr>
            <p:cNvSpPr/>
            <p:nvPr/>
          </p:nvSpPr>
          <p:spPr>
            <a:xfrm>
              <a:off x="7114320" y="5107897"/>
              <a:ext cx="391006" cy="391006"/>
            </a:xfrm>
            <a:prstGeom prst="rect">
              <a:avLst/>
            </a:prstGeom>
            <a:solidFill>
              <a:srgbClr val="ADE5C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5" name="rc19">
              <a:extLst>
                <a:ext uri="{FF2B5EF4-FFF2-40B4-BE49-F238E27FC236}">
                  <a16:creationId xmlns:a16="http://schemas.microsoft.com/office/drawing/2014/main" id="{5305570B-15DA-2D03-0692-7D81527EDF99}"/>
                </a:ext>
              </a:extLst>
            </p:cNvPr>
            <p:cNvSpPr/>
            <p:nvPr/>
          </p:nvSpPr>
          <p:spPr>
            <a:xfrm>
              <a:off x="7114320" y="5889910"/>
              <a:ext cx="391006" cy="391006"/>
            </a:xfrm>
            <a:prstGeom prst="rect">
              <a:avLst/>
            </a:prstGeom>
            <a:solidFill>
              <a:srgbClr val="3FA2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6" name="rc20">
              <a:extLst>
                <a:ext uri="{FF2B5EF4-FFF2-40B4-BE49-F238E27FC236}">
                  <a16:creationId xmlns:a16="http://schemas.microsoft.com/office/drawing/2014/main" id="{A588AF5D-4FA8-FCAF-D3ED-A392B4B86D31}"/>
                </a:ext>
              </a:extLst>
            </p:cNvPr>
            <p:cNvSpPr/>
            <p:nvPr/>
          </p:nvSpPr>
          <p:spPr>
            <a:xfrm>
              <a:off x="7114320" y="4325884"/>
              <a:ext cx="391006" cy="391006"/>
            </a:xfrm>
            <a:prstGeom prst="rect">
              <a:avLst/>
            </a:prstGeom>
            <a:solidFill>
              <a:srgbClr val="35284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7" name="rc21">
              <a:extLst>
                <a:ext uri="{FF2B5EF4-FFF2-40B4-BE49-F238E27FC236}">
                  <a16:creationId xmlns:a16="http://schemas.microsoft.com/office/drawing/2014/main" id="{D4A4D9F9-F740-AD7B-3BC1-BAEFAB99FE71}"/>
                </a:ext>
              </a:extLst>
            </p:cNvPr>
            <p:cNvSpPr/>
            <p:nvPr/>
          </p:nvSpPr>
          <p:spPr>
            <a:xfrm>
              <a:off x="7114320" y="4716891"/>
              <a:ext cx="391006" cy="391006"/>
            </a:xfrm>
            <a:prstGeom prst="rect">
              <a:avLst/>
            </a:prstGeom>
            <a:solidFill>
              <a:srgbClr val="3B549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8" name="pl22">
              <a:extLst>
                <a:ext uri="{FF2B5EF4-FFF2-40B4-BE49-F238E27FC236}">
                  <a16:creationId xmlns:a16="http://schemas.microsoft.com/office/drawing/2014/main" id="{E9E2786C-9B70-D8B7-E327-A0557CBEEBDD}"/>
                </a:ext>
              </a:extLst>
            </p:cNvPr>
            <p:cNvSpPr/>
            <p:nvPr/>
          </p:nvSpPr>
          <p:spPr>
            <a:xfrm>
              <a:off x="6684213" y="4286784"/>
              <a:ext cx="0" cy="3206252"/>
            </a:xfrm>
            <a:custGeom>
              <a:avLst/>
              <a:gdLst/>
              <a:ahLst/>
              <a:cxnLst/>
              <a:rect l="0" t="0" r="0" b="0"/>
              <a:pathLst>
                <a:path h="3206252">
                  <a:moveTo>
                    <a:pt x="0" y="320625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9" name="tx23">
              <a:extLst>
                <a:ext uri="{FF2B5EF4-FFF2-40B4-BE49-F238E27FC236}">
                  <a16:creationId xmlns:a16="http://schemas.microsoft.com/office/drawing/2014/main" id="{1C57E3F7-F894-59E0-9E8C-6A67D16FCEFD}"/>
                </a:ext>
              </a:extLst>
            </p:cNvPr>
            <p:cNvSpPr/>
            <p:nvPr/>
          </p:nvSpPr>
          <p:spPr>
            <a:xfrm>
              <a:off x="6274019" y="7218382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4930" name="tx24">
              <a:extLst>
                <a:ext uri="{FF2B5EF4-FFF2-40B4-BE49-F238E27FC236}">
                  <a16:creationId xmlns:a16="http://schemas.microsoft.com/office/drawing/2014/main" id="{E097599C-34C5-378B-03B9-94CD50A7047C}"/>
                </a:ext>
              </a:extLst>
            </p:cNvPr>
            <p:cNvSpPr/>
            <p:nvPr/>
          </p:nvSpPr>
          <p:spPr>
            <a:xfrm>
              <a:off x="6280054" y="6827376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4931" name="tx25">
              <a:extLst>
                <a:ext uri="{FF2B5EF4-FFF2-40B4-BE49-F238E27FC236}">
                  <a16:creationId xmlns:a16="http://schemas.microsoft.com/office/drawing/2014/main" id="{E373B092-0922-FED7-2CE3-2811339B14DE}"/>
                </a:ext>
              </a:extLst>
            </p:cNvPr>
            <p:cNvSpPr/>
            <p:nvPr/>
          </p:nvSpPr>
          <p:spPr>
            <a:xfrm>
              <a:off x="6286364" y="6436369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4932" name="tx26">
              <a:extLst>
                <a:ext uri="{FF2B5EF4-FFF2-40B4-BE49-F238E27FC236}">
                  <a16:creationId xmlns:a16="http://schemas.microsoft.com/office/drawing/2014/main" id="{F38B4746-19F7-AC3A-C59F-47FCBE7E415F}"/>
                </a:ext>
              </a:extLst>
            </p:cNvPr>
            <p:cNvSpPr/>
            <p:nvPr/>
          </p:nvSpPr>
          <p:spPr>
            <a:xfrm>
              <a:off x="6267710" y="6045363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4933" name="tx27">
              <a:extLst>
                <a:ext uri="{FF2B5EF4-FFF2-40B4-BE49-F238E27FC236}">
                  <a16:creationId xmlns:a16="http://schemas.microsoft.com/office/drawing/2014/main" id="{7FA623FD-DA08-CF2E-D756-D55C0BDFDA93}"/>
                </a:ext>
              </a:extLst>
            </p:cNvPr>
            <p:cNvSpPr/>
            <p:nvPr/>
          </p:nvSpPr>
          <p:spPr>
            <a:xfrm>
              <a:off x="6161914" y="5654356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4934" name="tx28">
              <a:extLst>
                <a:ext uri="{FF2B5EF4-FFF2-40B4-BE49-F238E27FC236}">
                  <a16:creationId xmlns:a16="http://schemas.microsoft.com/office/drawing/2014/main" id="{AC5372E5-4DD8-E770-BE7E-F7FEFEAFF25B}"/>
                </a:ext>
              </a:extLst>
            </p:cNvPr>
            <p:cNvSpPr/>
            <p:nvPr/>
          </p:nvSpPr>
          <p:spPr>
            <a:xfrm>
              <a:off x="6143443" y="5263350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4935" name="tx29">
              <a:extLst>
                <a:ext uri="{FF2B5EF4-FFF2-40B4-BE49-F238E27FC236}">
                  <a16:creationId xmlns:a16="http://schemas.microsoft.com/office/drawing/2014/main" id="{B1212B15-9400-DB6A-CDC6-827629DBB55B}"/>
                </a:ext>
              </a:extLst>
            </p:cNvPr>
            <p:cNvSpPr/>
            <p:nvPr/>
          </p:nvSpPr>
          <p:spPr>
            <a:xfrm>
              <a:off x="6255457" y="4872343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4936" name="tx30">
              <a:extLst>
                <a:ext uri="{FF2B5EF4-FFF2-40B4-BE49-F238E27FC236}">
                  <a16:creationId xmlns:a16="http://schemas.microsoft.com/office/drawing/2014/main" id="{052188C8-801C-7A1E-3A86-DF7C137CBA28}"/>
                </a:ext>
              </a:extLst>
            </p:cNvPr>
            <p:cNvSpPr/>
            <p:nvPr/>
          </p:nvSpPr>
          <p:spPr>
            <a:xfrm>
              <a:off x="6249148" y="4481337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4937" name="pl31">
              <a:extLst>
                <a:ext uri="{FF2B5EF4-FFF2-40B4-BE49-F238E27FC236}">
                  <a16:creationId xmlns:a16="http://schemas.microsoft.com/office/drawing/2014/main" id="{2AF9DF97-DED7-2410-C1F1-A4D99F671211}"/>
                </a:ext>
              </a:extLst>
            </p:cNvPr>
            <p:cNvSpPr/>
            <p:nvPr/>
          </p:nvSpPr>
          <p:spPr>
            <a:xfrm>
              <a:off x="6649418" y="725843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8" name="pl32">
              <a:extLst>
                <a:ext uri="{FF2B5EF4-FFF2-40B4-BE49-F238E27FC236}">
                  <a16:creationId xmlns:a16="http://schemas.microsoft.com/office/drawing/2014/main" id="{2060149D-047B-C88B-0E77-E8AE09872648}"/>
                </a:ext>
              </a:extLst>
            </p:cNvPr>
            <p:cNvSpPr/>
            <p:nvPr/>
          </p:nvSpPr>
          <p:spPr>
            <a:xfrm>
              <a:off x="6649418" y="686742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9" name="pl33">
              <a:extLst>
                <a:ext uri="{FF2B5EF4-FFF2-40B4-BE49-F238E27FC236}">
                  <a16:creationId xmlns:a16="http://schemas.microsoft.com/office/drawing/2014/main" id="{BD86473A-311E-25CE-94F7-D822278650E9}"/>
                </a:ext>
              </a:extLst>
            </p:cNvPr>
            <p:cNvSpPr/>
            <p:nvPr/>
          </p:nvSpPr>
          <p:spPr>
            <a:xfrm>
              <a:off x="6649418" y="647642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0" name="pl34">
              <a:extLst>
                <a:ext uri="{FF2B5EF4-FFF2-40B4-BE49-F238E27FC236}">
                  <a16:creationId xmlns:a16="http://schemas.microsoft.com/office/drawing/2014/main" id="{7AA8CE46-295D-8F35-1D99-C3B93779BA8C}"/>
                </a:ext>
              </a:extLst>
            </p:cNvPr>
            <p:cNvSpPr/>
            <p:nvPr/>
          </p:nvSpPr>
          <p:spPr>
            <a:xfrm>
              <a:off x="6649418" y="608541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1" name="pl35">
              <a:extLst>
                <a:ext uri="{FF2B5EF4-FFF2-40B4-BE49-F238E27FC236}">
                  <a16:creationId xmlns:a16="http://schemas.microsoft.com/office/drawing/2014/main" id="{F294733C-B3A4-8E8B-8E13-D4536AB68671}"/>
                </a:ext>
              </a:extLst>
            </p:cNvPr>
            <p:cNvSpPr/>
            <p:nvPr/>
          </p:nvSpPr>
          <p:spPr>
            <a:xfrm>
              <a:off x="6649418" y="56944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2" name="pl36">
              <a:extLst>
                <a:ext uri="{FF2B5EF4-FFF2-40B4-BE49-F238E27FC236}">
                  <a16:creationId xmlns:a16="http://schemas.microsoft.com/office/drawing/2014/main" id="{A8C8082E-DB38-BE9D-430D-797C2A7C259E}"/>
                </a:ext>
              </a:extLst>
            </p:cNvPr>
            <p:cNvSpPr/>
            <p:nvPr/>
          </p:nvSpPr>
          <p:spPr>
            <a:xfrm>
              <a:off x="6649418" y="530340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3" name="pl37">
              <a:extLst>
                <a:ext uri="{FF2B5EF4-FFF2-40B4-BE49-F238E27FC236}">
                  <a16:creationId xmlns:a16="http://schemas.microsoft.com/office/drawing/2014/main" id="{EED1BD27-8506-486E-81D6-6B2FA64F5B62}"/>
                </a:ext>
              </a:extLst>
            </p:cNvPr>
            <p:cNvSpPr/>
            <p:nvPr/>
          </p:nvSpPr>
          <p:spPr>
            <a:xfrm>
              <a:off x="6649418" y="491239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4" name="pl38">
              <a:extLst>
                <a:ext uri="{FF2B5EF4-FFF2-40B4-BE49-F238E27FC236}">
                  <a16:creationId xmlns:a16="http://schemas.microsoft.com/office/drawing/2014/main" id="{9D04796C-761E-E460-3F93-E0C18C9C7DBE}"/>
                </a:ext>
              </a:extLst>
            </p:cNvPr>
            <p:cNvSpPr/>
            <p:nvPr/>
          </p:nvSpPr>
          <p:spPr>
            <a:xfrm>
              <a:off x="6649418" y="45213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5" name="pl39">
              <a:extLst>
                <a:ext uri="{FF2B5EF4-FFF2-40B4-BE49-F238E27FC236}">
                  <a16:creationId xmlns:a16="http://schemas.microsoft.com/office/drawing/2014/main" id="{6478C6CE-1C2A-35F6-8177-4664611E5637}"/>
                </a:ext>
              </a:extLst>
            </p:cNvPr>
            <p:cNvSpPr/>
            <p:nvPr/>
          </p:nvSpPr>
          <p:spPr>
            <a:xfrm>
              <a:off x="6684213" y="7493037"/>
              <a:ext cx="860214" cy="0"/>
            </a:xfrm>
            <a:custGeom>
              <a:avLst/>
              <a:gdLst/>
              <a:ahLst/>
              <a:cxnLst/>
              <a:rect l="0" t="0" r="0" b="0"/>
              <a:pathLst>
                <a:path w="860214">
                  <a:moveTo>
                    <a:pt x="0" y="0"/>
                  </a:moveTo>
                  <a:lnTo>
                    <a:pt x="86021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6" name="pl40">
              <a:extLst>
                <a:ext uri="{FF2B5EF4-FFF2-40B4-BE49-F238E27FC236}">
                  <a16:creationId xmlns:a16="http://schemas.microsoft.com/office/drawing/2014/main" id="{FA40F413-357B-6391-E86C-3B83B97FD186}"/>
                </a:ext>
              </a:extLst>
            </p:cNvPr>
            <p:cNvSpPr/>
            <p:nvPr/>
          </p:nvSpPr>
          <p:spPr>
            <a:xfrm>
              <a:off x="6918817" y="74930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7" name="pl41">
              <a:extLst>
                <a:ext uri="{FF2B5EF4-FFF2-40B4-BE49-F238E27FC236}">
                  <a16:creationId xmlns:a16="http://schemas.microsoft.com/office/drawing/2014/main" id="{04E13442-3A20-950C-2329-E40184E0A3AC}"/>
                </a:ext>
              </a:extLst>
            </p:cNvPr>
            <p:cNvSpPr/>
            <p:nvPr/>
          </p:nvSpPr>
          <p:spPr>
            <a:xfrm>
              <a:off x="7309823" y="74930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8" name="tx42">
              <a:extLst>
                <a:ext uri="{FF2B5EF4-FFF2-40B4-BE49-F238E27FC236}">
                  <a16:creationId xmlns:a16="http://schemas.microsoft.com/office/drawing/2014/main" id="{1F3AA905-DFB8-D87A-520D-1B57460C0BC0}"/>
                </a:ext>
              </a:extLst>
            </p:cNvPr>
            <p:cNvSpPr/>
            <p:nvPr/>
          </p:nvSpPr>
          <p:spPr>
            <a:xfrm rot="18900000">
              <a:off x="6544248" y="771081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4949" name="tx43">
              <a:extLst>
                <a:ext uri="{FF2B5EF4-FFF2-40B4-BE49-F238E27FC236}">
                  <a16:creationId xmlns:a16="http://schemas.microsoft.com/office/drawing/2014/main" id="{B2FA2573-3BEF-1D78-D563-45002FFD0263}"/>
                </a:ext>
              </a:extLst>
            </p:cNvPr>
            <p:cNvSpPr/>
            <p:nvPr/>
          </p:nvSpPr>
          <p:spPr>
            <a:xfrm rot="18900000">
              <a:off x="6919489" y="7717349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  <p:sp>
          <p:nvSpPr>
            <p:cNvPr id="4950" name="rc44">
              <a:extLst>
                <a:ext uri="{FF2B5EF4-FFF2-40B4-BE49-F238E27FC236}">
                  <a16:creationId xmlns:a16="http://schemas.microsoft.com/office/drawing/2014/main" id="{38DA3A91-312D-0863-E6DB-DEC989E89BCA}"/>
                </a:ext>
              </a:extLst>
            </p:cNvPr>
            <p:cNvSpPr/>
            <p:nvPr/>
          </p:nvSpPr>
          <p:spPr>
            <a:xfrm>
              <a:off x="7683605" y="4286784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951" name="tx45">
              <a:extLst>
                <a:ext uri="{FF2B5EF4-FFF2-40B4-BE49-F238E27FC236}">
                  <a16:creationId xmlns:a16="http://schemas.microsoft.com/office/drawing/2014/main" id="{309D8F23-9211-573A-A7F2-A476CDA40751}"/>
                </a:ext>
              </a:extLst>
            </p:cNvPr>
            <p:cNvSpPr/>
            <p:nvPr/>
          </p:nvSpPr>
          <p:spPr>
            <a:xfrm>
              <a:off x="7753194" y="4376032"/>
              <a:ext cx="830092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4952" name="tx46">
              <a:extLst>
                <a:ext uri="{FF2B5EF4-FFF2-40B4-BE49-F238E27FC236}">
                  <a16:creationId xmlns:a16="http://schemas.microsoft.com/office/drawing/2014/main" id="{D4FF0746-033A-9F6D-BE6E-45504857818A}"/>
                </a:ext>
              </a:extLst>
            </p:cNvPr>
            <p:cNvSpPr/>
            <p:nvPr/>
          </p:nvSpPr>
          <p:spPr>
            <a:xfrm>
              <a:off x="7753194" y="4568056"/>
              <a:ext cx="691560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953" name="pic47">
              <a:extLst>
                <a:ext uri="{FF2B5EF4-FFF2-40B4-BE49-F238E27FC236}">
                  <a16:creationId xmlns:a16="http://schemas.microsoft.com/office/drawing/2014/main" id="{4ABB4FD8-DBD6-08F0-F10E-C3A913EFA75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53194" y="4784864"/>
              <a:ext cx="219455" cy="1097280"/>
            </a:xfrm>
            <a:prstGeom prst="rect">
              <a:avLst/>
            </a:prstGeom>
          </p:spPr>
        </p:pic>
        <p:sp>
          <p:nvSpPr>
            <p:cNvPr id="4954" name="pl48">
              <a:extLst>
                <a:ext uri="{FF2B5EF4-FFF2-40B4-BE49-F238E27FC236}">
                  <a16:creationId xmlns:a16="http://schemas.microsoft.com/office/drawing/2014/main" id="{E121FEB8-6D85-CD32-BA71-F4057615C710}"/>
                </a:ext>
              </a:extLst>
            </p:cNvPr>
            <p:cNvSpPr/>
            <p:nvPr/>
          </p:nvSpPr>
          <p:spPr>
            <a:xfrm>
              <a:off x="7928759" y="588031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5" name="pl49">
              <a:extLst>
                <a:ext uri="{FF2B5EF4-FFF2-40B4-BE49-F238E27FC236}">
                  <a16:creationId xmlns:a16="http://schemas.microsoft.com/office/drawing/2014/main" id="{B7418825-9266-F346-F76E-1776CD963565}"/>
                </a:ext>
              </a:extLst>
            </p:cNvPr>
            <p:cNvSpPr/>
            <p:nvPr/>
          </p:nvSpPr>
          <p:spPr>
            <a:xfrm>
              <a:off x="7928759" y="569804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6" name="pl50">
              <a:extLst>
                <a:ext uri="{FF2B5EF4-FFF2-40B4-BE49-F238E27FC236}">
                  <a16:creationId xmlns:a16="http://schemas.microsoft.com/office/drawing/2014/main" id="{3DC9BFF1-F320-8677-3C44-1B84619E781F}"/>
                </a:ext>
              </a:extLst>
            </p:cNvPr>
            <p:cNvSpPr/>
            <p:nvPr/>
          </p:nvSpPr>
          <p:spPr>
            <a:xfrm>
              <a:off x="7928759" y="551577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7" name="pl51">
              <a:extLst>
                <a:ext uri="{FF2B5EF4-FFF2-40B4-BE49-F238E27FC236}">
                  <a16:creationId xmlns:a16="http://schemas.microsoft.com/office/drawing/2014/main" id="{B999834E-FBE0-5082-85CE-0118304DA57B}"/>
                </a:ext>
              </a:extLst>
            </p:cNvPr>
            <p:cNvSpPr/>
            <p:nvPr/>
          </p:nvSpPr>
          <p:spPr>
            <a:xfrm>
              <a:off x="7928759" y="533350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8" name="pl52">
              <a:extLst>
                <a:ext uri="{FF2B5EF4-FFF2-40B4-BE49-F238E27FC236}">
                  <a16:creationId xmlns:a16="http://schemas.microsoft.com/office/drawing/2014/main" id="{5806DFDD-14B7-5643-C27C-40D031598B4F}"/>
                </a:ext>
              </a:extLst>
            </p:cNvPr>
            <p:cNvSpPr/>
            <p:nvPr/>
          </p:nvSpPr>
          <p:spPr>
            <a:xfrm>
              <a:off x="7928759" y="515123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9" name="pl53">
              <a:extLst>
                <a:ext uri="{FF2B5EF4-FFF2-40B4-BE49-F238E27FC236}">
                  <a16:creationId xmlns:a16="http://schemas.microsoft.com/office/drawing/2014/main" id="{9A190A06-0D7F-71B0-8231-0A587F0D3DFC}"/>
                </a:ext>
              </a:extLst>
            </p:cNvPr>
            <p:cNvSpPr/>
            <p:nvPr/>
          </p:nvSpPr>
          <p:spPr>
            <a:xfrm>
              <a:off x="7928759" y="49689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0" name="pl54">
              <a:extLst>
                <a:ext uri="{FF2B5EF4-FFF2-40B4-BE49-F238E27FC236}">
                  <a16:creationId xmlns:a16="http://schemas.microsoft.com/office/drawing/2014/main" id="{CF691B62-2EA0-DC92-51D3-168EE900D7C3}"/>
                </a:ext>
              </a:extLst>
            </p:cNvPr>
            <p:cNvSpPr/>
            <p:nvPr/>
          </p:nvSpPr>
          <p:spPr>
            <a:xfrm>
              <a:off x="7928759" y="478669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1" name="pl55">
              <a:extLst>
                <a:ext uri="{FF2B5EF4-FFF2-40B4-BE49-F238E27FC236}">
                  <a16:creationId xmlns:a16="http://schemas.microsoft.com/office/drawing/2014/main" id="{5BACB299-8B9B-7542-C0AA-E01D4A16CD3E}"/>
                </a:ext>
              </a:extLst>
            </p:cNvPr>
            <p:cNvSpPr/>
            <p:nvPr/>
          </p:nvSpPr>
          <p:spPr>
            <a:xfrm>
              <a:off x="7753194" y="588031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2" name="pl56">
              <a:extLst>
                <a:ext uri="{FF2B5EF4-FFF2-40B4-BE49-F238E27FC236}">
                  <a16:creationId xmlns:a16="http://schemas.microsoft.com/office/drawing/2014/main" id="{51AB4C5F-3BEA-D5AE-D671-E75911A80701}"/>
                </a:ext>
              </a:extLst>
            </p:cNvPr>
            <p:cNvSpPr/>
            <p:nvPr/>
          </p:nvSpPr>
          <p:spPr>
            <a:xfrm>
              <a:off x="7753194" y="569804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4" name="pl57">
              <a:extLst>
                <a:ext uri="{FF2B5EF4-FFF2-40B4-BE49-F238E27FC236}">
                  <a16:creationId xmlns:a16="http://schemas.microsoft.com/office/drawing/2014/main" id="{F6141082-F88B-B45E-5295-A6D582F153B5}"/>
                </a:ext>
              </a:extLst>
            </p:cNvPr>
            <p:cNvSpPr/>
            <p:nvPr/>
          </p:nvSpPr>
          <p:spPr>
            <a:xfrm>
              <a:off x="7753194" y="551577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1" name="pl58">
              <a:extLst>
                <a:ext uri="{FF2B5EF4-FFF2-40B4-BE49-F238E27FC236}">
                  <a16:creationId xmlns:a16="http://schemas.microsoft.com/office/drawing/2014/main" id="{050D3BE2-269C-2197-B725-2CBE8705D4F6}"/>
                </a:ext>
              </a:extLst>
            </p:cNvPr>
            <p:cNvSpPr/>
            <p:nvPr/>
          </p:nvSpPr>
          <p:spPr>
            <a:xfrm>
              <a:off x="7753194" y="533350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2" name="pl59">
              <a:extLst>
                <a:ext uri="{FF2B5EF4-FFF2-40B4-BE49-F238E27FC236}">
                  <a16:creationId xmlns:a16="http://schemas.microsoft.com/office/drawing/2014/main" id="{DD93D9FC-9DA1-0122-E8E9-6C7ECB0A9F53}"/>
                </a:ext>
              </a:extLst>
            </p:cNvPr>
            <p:cNvSpPr/>
            <p:nvPr/>
          </p:nvSpPr>
          <p:spPr>
            <a:xfrm>
              <a:off x="7753194" y="515123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3" name="pl60">
              <a:extLst>
                <a:ext uri="{FF2B5EF4-FFF2-40B4-BE49-F238E27FC236}">
                  <a16:creationId xmlns:a16="http://schemas.microsoft.com/office/drawing/2014/main" id="{5496B3B6-C6FF-4095-DBD5-088869E24587}"/>
                </a:ext>
              </a:extLst>
            </p:cNvPr>
            <p:cNvSpPr/>
            <p:nvPr/>
          </p:nvSpPr>
          <p:spPr>
            <a:xfrm>
              <a:off x="7753194" y="49689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l61">
              <a:extLst>
                <a:ext uri="{FF2B5EF4-FFF2-40B4-BE49-F238E27FC236}">
                  <a16:creationId xmlns:a16="http://schemas.microsoft.com/office/drawing/2014/main" id="{7F70898D-AC95-0113-DF5A-11FFA6BA16FA}"/>
                </a:ext>
              </a:extLst>
            </p:cNvPr>
            <p:cNvSpPr/>
            <p:nvPr/>
          </p:nvSpPr>
          <p:spPr>
            <a:xfrm>
              <a:off x="7753194" y="478669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tx62">
              <a:extLst>
                <a:ext uri="{FF2B5EF4-FFF2-40B4-BE49-F238E27FC236}">
                  <a16:creationId xmlns:a16="http://schemas.microsoft.com/office/drawing/2014/main" id="{3E7AEB34-3F97-F21A-C674-14FA538EB02D}"/>
                </a:ext>
              </a:extLst>
            </p:cNvPr>
            <p:cNvSpPr/>
            <p:nvPr/>
          </p:nvSpPr>
          <p:spPr>
            <a:xfrm>
              <a:off x="8042239" y="584026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02" name="tx63">
              <a:extLst>
                <a:ext uri="{FF2B5EF4-FFF2-40B4-BE49-F238E27FC236}">
                  <a16:creationId xmlns:a16="http://schemas.microsoft.com/office/drawing/2014/main" id="{FEE70162-4E60-7647-7A93-8FA331ADD5AE}"/>
                </a:ext>
              </a:extLst>
            </p:cNvPr>
            <p:cNvSpPr/>
            <p:nvPr/>
          </p:nvSpPr>
          <p:spPr>
            <a:xfrm>
              <a:off x="8042239" y="565799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03" name="tx64">
              <a:extLst>
                <a:ext uri="{FF2B5EF4-FFF2-40B4-BE49-F238E27FC236}">
                  <a16:creationId xmlns:a16="http://schemas.microsoft.com/office/drawing/2014/main" id="{6602ADCF-E899-9192-E81B-22A91D85F392}"/>
                </a:ext>
              </a:extLst>
            </p:cNvPr>
            <p:cNvSpPr/>
            <p:nvPr/>
          </p:nvSpPr>
          <p:spPr>
            <a:xfrm>
              <a:off x="8042239" y="547572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04" name="tx65">
              <a:extLst>
                <a:ext uri="{FF2B5EF4-FFF2-40B4-BE49-F238E27FC236}">
                  <a16:creationId xmlns:a16="http://schemas.microsoft.com/office/drawing/2014/main" id="{8061B40D-976B-2A7C-F43C-F3641B48EA5F}"/>
                </a:ext>
              </a:extLst>
            </p:cNvPr>
            <p:cNvSpPr/>
            <p:nvPr/>
          </p:nvSpPr>
          <p:spPr>
            <a:xfrm>
              <a:off x="8042239" y="529345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05" name="tx66">
              <a:extLst>
                <a:ext uri="{FF2B5EF4-FFF2-40B4-BE49-F238E27FC236}">
                  <a16:creationId xmlns:a16="http://schemas.microsoft.com/office/drawing/2014/main" id="{16ABF613-37B3-EDF9-8582-3CBD3B5A43A8}"/>
                </a:ext>
              </a:extLst>
            </p:cNvPr>
            <p:cNvSpPr/>
            <p:nvPr/>
          </p:nvSpPr>
          <p:spPr>
            <a:xfrm>
              <a:off x="8042239" y="511118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06" name="tx67">
              <a:extLst>
                <a:ext uri="{FF2B5EF4-FFF2-40B4-BE49-F238E27FC236}">
                  <a16:creationId xmlns:a16="http://schemas.microsoft.com/office/drawing/2014/main" id="{B73BFFF4-A650-E52E-F72D-8524746E8445}"/>
                </a:ext>
              </a:extLst>
            </p:cNvPr>
            <p:cNvSpPr/>
            <p:nvPr/>
          </p:nvSpPr>
          <p:spPr>
            <a:xfrm>
              <a:off x="8042239" y="492891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207" name="tx68">
              <a:extLst>
                <a:ext uri="{FF2B5EF4-FFF2-40B4-BE49-F238E27FC236}">
                  <a16:creationId xmlns:a16="http://schemas.microsoft.com/office/drawing/2014/main" id="{73C943FA-1AF8-E3AA-B794-828BC3F9AE9E}"/>
                </a:ext>
              </a:extLst>
            </p:cNvPr>
            <p:cNvSpPr/>
            <p:nvPr/>
          </p:nvSpPr>
          <p:spPr>
            <a:xfrm>
              <a:off x="8042239" y="474664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</p:grpSp>
      <p:pic>
        <p:nvPicPr>
          <p:cNvPr id="3212" name="pic6">
            <a:extLst>
              <a:ext uri="{FF2B5EF4-FFF2-40B4-BE49-F238E27FC236}">
                <a16:creationId xmlns:a16="http://schemas.microsoft.com/office/drawing/2014/main" id="{EDBDBD1A-2D8E-7FB4-82D1-3CA63D4ABD54}"/>
              </a:ext>
            </a:extLst>
          </p:cNvPr>
          <p:cNvPicPr/>
          <p:nvPr/>
        </p:nvPicPr>
        <p:blipFill>
          <a:blip r:embed="rId4" cstate="print"/>
          <a:srcRect r="21382"/>
          <a:stretch>
            <a:fillRect/>
          </a:stretch>
        </p:blipFill>
        <p:spPr>
          <a:xfrm>
            <a:off x="4421462" y="5328039"/>
            <a:ext cx="5093905" cy="820337"/>
          </a:xfrm>
          <a:prstGeom prst="rect">
            <a:avLst/>
          </a:prstGeom>
        </p:spPr>
      </p:pic>
      <p:sp>
        <p:nvSpPr>
          <p:cNvPr id="3213" name="pl7">
            <a:extLst>
              <a:ext uri="{FF2B5EF4-FFF2-40B4-BE49-F238E27FC236}">
                <a16:creationId xmlns:a16="http://schemas.microsoft.com/office/drawing/2014/main" id="{11D8417F-FA97-DC2F-D343-7EA7CD5D04DD}"/>
              </a:ext>
            </a:extLst>
          </p:cNvPr>
          <p:cNvSpPr/>
          <p:nvPr/>
        </p:nvSpPr>
        <p:spPr>
          <a:xfrm>
            <a:off x="4421462" y="5328039"/>
            <a:ext cx="0" cy="820337"/>
          </a:xfrm>
          <a:custGeom>
            <a:avLst/>
            <a:gdLst/>
            <a:ahLst/>
            <a:cxnLst/>
            <a:rect l="0" t="0" r="0" b="0"/>
            <a:pathLst>
              <a:path h="1229686">
                <a:moveTo>
                  <a:pt x="0" y="1229686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870"/>
          </a:p>
        </p:txBody>
      </p:sp>
      <p:sp>
        <p:nvSpPr>
          <p:cNvPr id="3214" name="tx8">
            <a:extLst>
              <a:ext uri="{FF2B5EF4-FFF2-40B4-BE49-F238E27FC236}">
                <a16:creationId xmlns:a16="http://schemas.microsoft.com/office/drawing/2014/main" id="{B54749F5-975A-5314-4116-A708DA7F072F}"/>
              </a:ext>
            </a:extLst>
          </p:cNvPr>
          <p:cNvSpPr/>
          <p:nvPr/>
        </p:nvSpPr>
        <p:spPr>
          <a:xfrm>
            <a:off x="4316968" y="6084370"/>
            <a:ext cx="52057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215" name="tx9">
            <a:extLst>
              <a:ext uri="{FF2B5EF4-FFF2-40B4-BE49-F238E27FC236}">
                <a16:creationId xmlns:a16="http://schemas.microsoft.com/office/drawing/2014/main" id="{2EC76056-2212-BBC5-C338-E42EB1AAEFB9}"/>
              </a:ext>
            </a:extLst>
          </p:cNvPr>
          <p:cNvSpPr/>
          <p:nvPr/>
        </p:nvSpPr>
        <p:spPr>
          <a:xfrm>
            <a:off x="4264910" y="5897929"/>
            <a:ext cx="104116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</a:t>
            </a:r>
          </a:p>
        </p:txBody>
      </p:sp>
      <p:sp>
        <p:nvSpPr>
          <p:cNvPr id="3216" name="tx10">
            <a:extLst>
              <a:ext uri="{FF2B5EF4-FFF2-40B4-BE49-F238E27FC236}">
                <a16:creationId xmlns:a16="http://schemas.microsoft.com/office/drawing/2014/main" id="{0A416005-BBFA-6912-C857-3C1CB786DF53}"/>
              </a:ext>
            </a:extLst>
          </p:cNvPr>
          <p:cNvSpPr/>
          <p:nvPr/>
        </p:nvSpPr>
        <p:spPr>
          <a:xfrm>
            <a:off x="4264910" y="5711489"/>
            <a:ext cx="104116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20</a:t>
            </a:r>
          </a:p>
        </p:txBody>
      </p:sp>
      <p:sp>
        <p:nvSpPr>
          <p:cNvPr id="3217" name="tx11">
            <a:extLst>
              <a:ext uri="{FF2B5EF4-FFF2-40B4-BE49-F238E27FC236}">
                <a16:creationId xmlns:a16="http://schemas.microsoft.com/office/drawing/2014/main" id="{1575B9F3-3B68-ECAA-3040-4C6AE6CDB0E6}"/>
              </a:ext>
            </a:extLst>
          </p:cNvPr>
          <p:cNvSpPr/>
          <p:nvPr/>
        </p:nvSpPr>
        <p:spPr>
          <a:xfrm>
            <a:off x="4264910" y="5525049"/>
            <a:ext cx="104116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30</a:t>
            </a:r>
          </a:p>
        </p:txBody>
      </p:sp>
      <p:sp>
        <p:nvSpPr>
          <p:cNvPr id="3218" name="tx12">
            <a:extLst>
              <a:ext uri="{FF2B5EF4-FFF2-40B4-BE49-F238E27FC236}">
                <a16:creationId xmlns:a16="http://schemas.microsoft.com/office/drawing/2014/main" id="{AAE71B5D-C0D0-1979-682E-A68A5B6A13C3}"/>
              </a:ext>
            </a:extLst>
          </p:cNvPr>
          <p:cNvSpPr/>
          <p:nvPr/>
        </p:nvSpPr>
        <p:spPr>
          <a:xfrm>
            <a:off x="4264910" y="5338609"/>
            <a:ext cx="104116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3219" name="pl13">
            <a:extLst>
              <a:ext uri="{FF2B5EF4-FFF2-40B4-BE49-F238E27FC236}">
                <a16:creationId xmlns:a16="http://schemas.microsoft.com/office/drawing/2014/main" id="{5E45D991-5A80-7668-2443-6CF97E1800FC}"/>
              </a:ext>
            </a:extLst>
          </p:cNvPr>
          <p:cNvSpPr/>
          <p:nvPr/>
        </p:nvSpPr>
        <p:spPr>
          <a:xfrm>
            <a:off x="4392331" y="6111088"/>
            <a:ext cx="29130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3220" name="pl14">
            <a:extLst>
              <a:ext uri="{FF2B5EF4-FFF2-40B4-BE49-F238E27FC236}">
                <a16:creationId xmlns:a16="http://schemas.microsoft.com/office/drawing/2014/main" id="{F42D33A3-373C-EF13-9710-6E2137514FF9}"/>
              </a:ext>
            </a:extLst>
          </p:cNvPr>
          <p:cNvSpPr/>
          <p:nvPr/>
        </p:nvSpPr>
        <p:spPr>
          <a:xfrm>
            <a:off x="4392331" y="5924648"/>
            <a:ext cx="29130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870"/>
          </a:p>
        </p:txBody>
      </p:sp>
      <p:sp>
        <p:nvSpPr>
          <p:cNvPr id="3221" name="pl15">
            <a:extLst>
              <a:ext uri="{FF2B5EF4-FFF2-40B4-BE49-F238E27FC236}">
                <a16:creationId xmlns:a16="http://schemas.microsoft.com/office/drawing/2014/main" id="{ACA3C3E0-377F-1495-9660-55166B485ACC}"/>
              </a:ext>
            </a:extLst>
          </p:cNvPr>
          <p:cNvSpPr/>
          <p:nvPr/>
        </p:nvSpPr>
        <p:spPr>
          <a:xfrm>
            <a:off x="4392331" y="5738208"/>
            <a:ext cx="29130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870"/>
          </a:p>
        </p:txBody>
      </p:sp>
      <p:sp>
        <p:nvSpPr>
          <p:cNvPr id="3222" name="pl16">
            <a:extLst>
              <a:ext uri="{FF2B5EF4-FFF2-40B4-BE49-F238E27FC236}">
                <a16:creationId xmlns:a16="http://schemas.microsoft.com/office/drawing/2014/main" id="{BCCB2F46-DC33-9882-D295-71BC279DE975}"/>
              </a:ext>
            </a:extLst>
          </p:cNvPr>
          <p:cNvSpPr/>
          <p:nvPr/>
        </p:nvSpPr>
        <p:spPr>
          <a:xfrm>
            <a:off x="4392331" y="5551768"/>
            <a:ext cx="29130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870"/>
          </a:p>
        </p:txBody>
      </p:sp>
      <p:sp>
        <p:nvSpPr>
          <p:cNvPr id="3223" name="pl17">
            <a:extLst>
              <a:ext uri="{FF2B5EF4-FFF2-40B4-BE49-F238E27FC236}">
                <a16:creationId xmlns:a16="http://schemas.microsoft.com/office/drawing/2014/main" id="{C0392D18-BDF8-299F-DA64-08AEE9113C01}"/>
              </a:ext>
            </a:extLst>
          </p:cNvPr>
          <p:cNvSpPr/>
          <p:nvPr/>
        </p:nvSpPr>
        <p:spPr>
          <a:xfrm>
            <a:off x="4392331" y="5365327"/>
            <a:ext cx="29130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870"/>
          </a:p>
        </p:txBody>
      </p:sp>
      <p:sp>
        <p:nvSpPr>
          <p:cNvPr id="3224" name="pl18">
            <a:extLst>
              <a:ext uri="{FF2B5EF4-FFF2-40B4-BE49-F238E27FC236}">
                <a16:creationId xmlns:a16="http://schemas.microsoft.com/office/drawing/2014/main" id="{1BC087C6-4C42-3912-991C-9DE3576D3961}"/>
              </a:ext>
            </a:extLst>
          </p:cNvPr>
          <p:cNvSpPr/>
          <p:nvPr/>
        </p:nvSpPr>
        <p:spPr>
          <a:xfrm flipV="1">
            <a:off x="4421462" y="6062464"/>
            <a:ext cx="5197994" cy="85912"/>
          </a:xfrm>
          <a:custGeom>
            <a:avLst/>
            <a:gdLst/>
            <a:ahLst/>
            <a:cxnLst/>
            <a:rect l="0" t="0" r="0" b="0"/>
            <a:pathLst>
              <a:path w="7739068">
                <a:moveTo>
                  <a:pt x="0" y="0"/>
                </a:moveTo>
                <a:lnTo>
                  <a:pt x="773906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3225" name="pl19">
            <a:extLst>
              <a:ext uri="{FF2B5EF4-FFF2-40B4-BE49-F238E27FC236}">
                <a16:creationId xmlns:a16="http://schemas.microsoft.com/office/drawing/2014/main" id="{8EC9CE2B-E219-F6C8-E76E-25D9777CA5DA}"/>
              </a:ext>
            </a:extLst>
          </p:cNvPr>
          <p:cNvSpPr/>
          <p:nvPr/>
        </p:nvSpPr>
        <p:spPr>
          <a:xfrm>
            <a:off x="4802600" y="6148376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3226" name="pl20">
            <a:extLst>
              <a:ext uri="{FF2B5EF4-FFF2-40B4-BE49-F238E27FC236}">
                <a16:creationId xmlns:a16="http://schemas.microsoft.com/office/drawing/2014/main" id="{1247F626-C33D-5E13-5BC0-3EBDE3296F44}"/>
              </a:ext>
            </a:extLst>
          </p:cNvPr>
          <p:cNvSpPr/>
          <p:nvPr/>
        </p:nvSpPr>
        <p:spPr>
          <a:xfrm>
            <a:off x="5437829" y="6148376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3227" name="pl21">
            <a:extLst>
              <a:ext uri="{FF2B5EF4-FFF2-40B4-BE49-F238E27FC236}">
                <a16:creationId xmlns:a16="http://schemas.microsoft.com/office/drawing/2014/main" id="{9E87510D-1F85-46DD-AC6E-501DCC73FBB5}"/>
              </a:ext>
            </a:extLst>
          </p:cNvPr>
          <p:cNvSpPr/>
          <p:nvPr/>
        </p:nvSpPr>
        <p:spPr>
          <a:xfrm>
            <a:off x="6073059" y="6148376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3228" name="pl22">
            <a:extLst>
              <a:ext uri="{FF2B5EF4-FFF2-40B4-BE49-F238E27FC236}">
                <a16:creationId xmlns:a16="http://schemas.microsoft.com/office/drawing/2014/main" id="{856E784F-95EA-9AC0-9ECA-72F4A48D3D98}"/>
              </a:ext>
            </a:extLst>
          </p:cNvPr>
          <p:cNvSpPr/>
          <p:nvPr/>
        </p:nvSpPr>
        <p:spPr>
          <a:xfrm>
            <a:off x="6708288" y="6148376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3229" name="pl23">
            <a:extLst>
              <a:ext uri="{FF2B5EF4-FFF2-40B4-BE49-F238E27FC236}">
                <a16:creationId xmlns:a16="http://schemas.microsoft.com/office/drawing/2014/main" id="{E0D2F881-BFB4-44BD-A0F3-B06A5DCD1D1A}"/>
              </a:ext>
            </a:extLst>
          </p:cNvPr>
          <p:cNvSpPr/>
          <p:nvPr/>
        </p:nvSpPr>
        <p:spPr>
          <a:xfrm>
            <a:off x="7343518" y="6148376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3230" name="pl24">
            <a:extLst>
              <a:ext uri="{FF2B5EF4-FFF2-40B4-BE49-F238E27FC236}">
                <a16:creationId xmlns:a16="http://schemas.microsoft.com/office/drawing/2014/main" id="{64C75434-FA43-B6C8-72BF-D44F8EBBD8B7}"/>
              </a:ext>
            </a:extLst>
          </p:cNvPr>
          <p:cNvSpPr/>
          <p:nvPr/>
        </p:nvSpPr>
        <p:spPr>
          <a:xfrm>
            <a:off x="7978747" y="6148376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3231" name="pl25">
            <a:extLst>
              <a:ext uri="{FF2B5EF4-FFF2-40B4-BE49-F238E27FC236}">
                <a16:creationId xmlns:a16="http://schemas.microsoft.com/office/drawing/2014/main" id="{50B5B510-E265-AF4E-8E89-1D12CD931513}"/>
              </a:ext>
            </a:extLst>
          </p:cNvPr>
          <p:cNvSpPr/>
          <p:nvPr/>
        </p:nvSpPr>
        <p:spPr>
          <a:xfrm>
            <a:off x="8613977" y="6148376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3232" name="pl26">
            <a:extLst>
              <a:ext uri="{FF2B5EF4-FFF2-40B4-BE49-F238E27FC236}">
                <a16:creationId xmlns:a16="http://schemas.microsoft.com/office/drawing/2014/main" id="{F2929829-AA2C-4642-8C4C-93096494A6C9}"/>
              </a:ext>
            </a:extLst>
          </p:cNvPr>
          <p:cNvSpPr/>
          <p:nvPr/>
        </p:nvSpPr>
        <p:spPr>
          <a:xfrm>
            <a:off x="9249206" y="6148376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3233" name="pl27">
            <a:extLst>
              <a:ext uri="{FF2B5EF4-FFF2-40B4-BE49-F238E27FC236}">
                <a16:creationId xmlns:a16="http://schemas.microsoft.com/office/drawing/2014/main" id="{067DFC7F-B62C-A56E-EC55-20E51D74228B}"/>
              </a:ext>
            </a:extLst>
          </p:cNvPr>
          <p:cNvSpPr/>
          <p:nvPr/>
        </p:nvSpPr>
        <p:spPr>
          <a:xfrm>
            <a:off x="10470138" y="6148376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3234" name="pl28">
            <a:extLst>
              <a:ext uri="{FF2B5EF4-FFF2-40B4-BE49-F238E27FC236}">
                <a16:creationId xmlns:a16="http://schemas.microsoft.com/office/drawing/2014/main" id="{72D67414-25A8-76DD-A5B5-794AF8973931}"/>
              </a:ext>
            </a:extLst>
          </p:cNvPr>
          <p:cNvSpPr/>
          <p:nvPr/>
        </p:nvSpPr>
        <p:spPr>
          <a:xfrm>
            <a:off x="11105367" y="6148376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3235" name="tx29">
            <a:extLst>
              <a:ext uri="{FF2B5EF4-FFF2-40B4-BE49-F238E27FC236}">
                <a16:creationId xmlns:a16="http://schemas.microsoft.com/office/drawing/2014/main" id="{82956C15-3C9A-1B53-75F3-8EBCDBF5C0DA}"/>
              </a:ext>
            </a:extLst>
          </p:cNvPr>
          <p:cNvSpPr/>
          <p:nvPr/>
        </p:nvSpPr>
        <p:spPr>
          <a:xfrm rot="18900000">
            <a:off x="4577935" y="6356893"/>
            <a:ext cx="290988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3236" name="tx30">
            <a:extLst>
              <a:ext uri="{FF2B5EF4-FFF2-40B4-BE49-F238E27FC236}">
                <a16:creationId xmlns:a16="http://schemas.microsoft.com/office/drawing/2014/main" id="{528B80F7-83AA-0902-C42D-673627CE3FD2}"/>
              </a:ext>
            </a:extLst>
          </p:cNvPr>
          <p:cNvSpPr/>
          <p:nvPr/>
        </p:nvSpPr>
        <p:spPr>
          <a:xfrm rot="18900000">
            <a:off x="5217478" y="6355469"/>
            <a:ext cx="285936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3237" name="tx31">
            <a:extLst>
              <a:ext uri="{FF2B5EF4-FFF2-40B4-BE49-F238E27FC236}">
                <a16:creationId xmlns:a16="http://schemas.microsoft.com/office/drawing/2014/main" id="{E532ED8D-FE24-ED87-0EEA-ABA9B386844D}"/>
              </a:ext>
            </a:extLst>
          </p:cNvPr>
          <p:cNvSpPr/>
          <p:nvPr/>
        </p:nvSpPr>
        <p:spPr>
          <a:xfrm rot="18900000">
            <a:off x="5857216" y="6353981"/>
            <a:ext cx="280654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3238" name="tx32">
            <a:extLst>
              <a:ext uri="{FF2B5EF4-FFF2-40B4-BE49-F238E27FC236}">
                <a16:creationId xmlns:a16="http://schemas.microsoft.com/office/drawing/2014/main" id="{AF392608-A0D4-A1FA-AE82-41CDE32C5090}"/>
              </a:ext>
            </a:extLst>
          </p:cNvPr>
          <p:cNvSpPr/>
          <p:nvPr/>
        </p:nvSpPr>
        <p:spPr>
          <a:xfrm rot="18900000">
            <a:off x="6479115" y="6358381"/>
            <a:ext cx="296271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3239" name="tx33">
            <a:extLst>
              <a:ext uri="{FF2B5EF4-FFF2-40B4-BE49-F238E27FC236}">
                <a16:creationId xmlns:a16="http://schemas.microsoft.com/office/drawing/2014/main" id="{5827A46B-1750-6E1B-B56A-C2213BD5E05E}"/>
              </a:ext>
            </a:extLst>
          </p:cNvPr>
          <p:cNvSpPr/>
          <p:nvPr/>
        </p:nvSpPr>
        <p:spPr>
          <a:xfrm rot="18900000">
            <a:off x="7038742" y="6383334"/>
            <a:ext cx="384845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3240" name="tx34">
            <a:extLst>
              <a:ext uri="{FF2B5EF4-FFF2-40B4-BE49-F238E27FC236}">
                <a16:creationId xmlns:a16="http://schemas.microsoft.com/office/drawing/2014/main" id="{AC1675BE-EF36-B9FA-36F6-98035C85DE48}"/>
              </a:ext>
            </a:extLst>
          </p:cNvPr>
          <p:cNvSpPr/>
          <p:nvPr/>
        </p:nvSpPr>
        <p:spPr>
          <a:xfrm rot="18900000">
            <a:off x="7660771" y="6387691"/>
            <a:ext cx="400310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3241" name="tx35">
            <a:extLst>
              <a:ext uri="{FF2B5EF4-FFF2-40B4-BE49-F238E27FC236}">
                <a16:creationId xmlns:a16="http://schemas.microsoft.com/office/drawing/2014/main" id="{7949B832-60BF-0A77-3D20-1F1253587D9E}"/>
              </a:ext>
            </a:extLst>
          </p:cNvPr>
          <p:cNvSpPr/>
          <p:nvPr/>
        </p:nvSpPr>
        <p:spPr>
          <a:xfrm rot="18900000">
            <a:off x="8376048" y="6361271"/>
            <a:ext cx="306529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3242" name="tx36">
            <a:extLst>
              <a:ext uri="{FF2B5EF4-FFF2-40B4-BE49-F238E27FC236}">
                <a16:creationId xmlns:a16="http://schemas.microsoft.com/office/drawing/2014/main" id="{2B144A78-0B29-063D-0F03-53D6BFF0143F}"/>
              </a:ext>
            </a:extLst>
          </p:cNvPr>
          <p:cNvSpPr/>
          <p:nvPr/>
        </p:nvSpPr>
        <p:spPr>
          <a:xfrm rot="18900000">
            <a:off x="9006769" y="6362759"/>
            <a:ext cx="311811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3243" name="tx37">
            <a:extLst>
              <a:ext uri="{FF2B5EF4-FFF2-40B4-BE49-F238E27FC236}">
                <a16:creationId xmlns:a16="http://schemas.microsoft.com/office/drawing/2014/main" id="{BDD32A4B-0B8A-0E99-4276-7D7B297F96A6}"/>
              </a:ext>
            </a:extLst>
          </p:cNvPr>
          <p:cNvSpPr/>
          <p:nvPr/>
        </p:nvSpPr>
        <p:spPr>
          <a:xfrm rot="18900000">
            <a:off x="10156540" y="6386246"/>
            <a:ext cx="395181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3244" name="tx38">
            <a:extLst>
              <a:ext uri="{FF2B5EF4-FFF2-40B4-BE49-F238E27FC236}">
                <a16:creationId xmlns:a16="http://schemas.microsoft.com/office/drawing/2014/main" id="{B8F2F899-A968-3F14-E821-FBF00E702925}"/>
              </a:ext>
            </a:extLst>
          </p:cNvPr>
          <p:cNvSpPr/>
          <p:nvPr/>
        </p:nvSpPr>
        <p:spPr>
          <a:xfrm rot="18900000">
            <a:off x="10756417" y="6397913"/>
            <a:ext cx="436598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 River</a:t>
            </a:r>
          </a:p>
        </p:txBody>
      </p:sp>
      <p:sp>
        <p:nvSpPr>
          <p:cNvPr id="3246" name="tx40">
            <a:extLst>
              <a:ext uri="{FF2B5EF4-FFF2-40B4-BE49-F238E27FC236}">
                <a16:creationId xmlns:a16="http://schemas.microsoft.com/office/drawing/2014/main" id="{3A5CA8AF-80BB-40B9-A9BB-07BE0BE7410B}"/>
              </a:ext>
            </a:extLst>
          </p:cNvPr>
          <p:cNvSpPr/>
          <p:nvPr/>
        </p:nvSpPr>
        <p:spPr>
          <a:xfrm rot="16200000">
            <a:off x="3776076" y="5703395"/>
            <a:ext cx="517895" cy="8390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760"/>
              </a:lnSpc>
            </a:pP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Salinity (ppt)</a:t>
            </a:r>
          </a:p>
        </p:txBody>
      </p:sp>
      <p:pic>
        <p:nvPicPr>
          <p:cNvPr id="3251" name="pic44">
            <a:extLst>
              <a:ext uri="{FF2B5EF4-FFF2-40B4-BE49-F238E27FC236}">
                <a16:creationId xmlns:a16="http://schemas.microsoft.com/office/drawing/2014/main" id="{65A41769-0EBA-05AB-788F-B5B711FA5A8E}"/>
              </a:ext>
            </a:extLst>
          </p:cNvPr>
          <p:cNvPicPr/>
          <p:nvPr/>
        </p:nvPicPr>
        <p:blipFill>
          <a:blip r:embed="rId5" cstate="print"/>
          <a:srcRect r="19776"/>
          <a:stretch>
            <a:fillRect/>
          </a:stretch>
        </p:blipFill>
        <p:spPr>
          <a:xfrm>
            <a:off x="4421463" y="6837698"/>
            <a:ext cx="5197994" cy="820337"/>
          </a:xfrm>
          <a:prstGeom prst="rect">
            <a:avLst/>
          </a:prstGeom>
        </p:spPr>
      </p:pic>
      <p:sp>
        <p:nvSpPr>
          <p:cNvPr id="5115" name="pl45">
            <a:extLst>
              <a:ext uri="{FF2B5EF4-FFF2-40B4-BE49-F238E27FC236}">
                <a16:creationId xmlns:a16="http://schemas.microsoft.com/office/drawing/2014/main" id="{1F8389C6-1CEA-161B-38F5-A36BEF4CC018}"/>
              </a:ext>
            </a:extLst>
          </p:cNvPr>
          <p:cNvSpPr/>
          <p:nvPr/>
        </p:nvSpPr>
        <p:spPr>
          <a:xfrm>
            <a:off x="4421462" y="6837698"/>
            <a:ext cx="0" cy="820337"/>
          </a:xfrm>
          <a:custGeom>
            <a:avLst/>
            <a:gdLst/>
            <a:ahLst/>
            <a:cxnLst/>
            <a:rect l="0" t="0" r="0" b="0"/>
            <a:pathLst>
              <a:path h="1229686">
                <a:moveTo>
                  <a:pt x="0" y="1229686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16" name="tx46">
            <a:extLst>
              <a:ext uri="{FF2B5EF4-FFF2-40B4-BE49-F238E27FC236}">
                <a16:creationId xmlns:a16="http://schemas.microsoft.com/office/drawing/2014/main" id="{F0F47E50-89A5-AE03-07E3-D3771D0C64B2}"/>
              </a:ext>
            </a:extLst>
          </p:cNvPr>
          <p:cNvSpPr/>
          <p:nvPr/>
        </p:nvSpPr>
        <p:spPr>
          <a:xfrm>
            <a:off x="4316968" y="7594029"/>
            <a:ext cx="52057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5118" name="tx47">
            <a:extLst>
              <a:ext uri="{FF2B5EF4-FFF2-40B4-BE49-F238E27FC236}">
                <a16:creationId xmlns:a16="http://schemas.microsoft.com/office/drawing/2014/main" id="{5D48FE5E-C964-E58A-9B4F-9F2A4BCA0554}"/>
              </a:ext>
            </a:extLst>
          </p:cNvPr>
          <p:cNvSpPr/>
          <p:nvPr/>
        </p:nvSpPr>
        <p:spPr>
          <a:xfrm>
            <a:off x="4264910" y="7377238"/>
            <a:ext cx="104116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</a:t>
            </a:r>
          </a:p>
        </p:txBody>
      </p:sp>
      <p:sp>
        <p:nvSpPr>
          <p:cNvPr id="5119" name="tx48">
            <a:extLst>
              <a:ext uri="{FF2B5EF4-FFF2-40B4-BE49-F238E27FC236}">
                <a16:creationId xmlns:a16="http://schemas.microsoft.com/office/drawing/2014/main" id="{13481E56-11D7-FC9C-297C-56AF7A6BA1EC}"/>
              </a:ext>
            </a:extLst>
          </p:cNvPr>
          <p:cNvSpPr/>
          <p:nvPr/>
        </p:nvSpPr>
        <p:spPr>
          <a:xfrm>
            <a:off x="4264910" y="7160447"/>
            <a:ext cx="104116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20</a:t>
            </a:r>
          </a:p>
        </p:txBody>
      </p:sp>
      <p:sp>
        <p:nvSpPr>
          <p:cNvPr id="5122" name="tx49">
            <a:extLst>
              <a:ext uri="{FF2B5EF4-FFF2-40B4-BE49-F238E27FC236}">
                <a16:creationId xmlns:a16="http://schemas.microsoft.com/office/drawing/2014/main" id="{3CB06E96-B700-25EB-E788-FD3E53E519D8}"/>
              </a:ext>
            </a:extLst>
          </p:cNvPr>
          <p:cNvSpPr/>
          <p:nvPr/>
        </p:nvSpPr>
        <p:spPr>
          <a:xfrm>
            <a:off x="4264910" y="6943656"/>
            <a:ext cx="104116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30</a:t>
            </a:r>
          </a:p>
        </p:txBody>
      </p:sp>
      <p:sp>
        <p:nvSpPr>
          <p:cNvPr id="5123" name="pl50">
            <a:extLst>
              <a:ext uri="{FF2B5EF4-FFF2-40B4-BE49-F238E27FC236}">
                <a16:creationId xmlns:a16="http://schemas.microsoft.com/office/drawing/2014/main" id="{51CC3F50-2B3C-5371-8FED-F6280CFD943E}"/>
              </a:ext>
            </a:extLst>
          </p:cNvPr>
          <p:cNvSpPr/>
          <p:nvPr/>
        </p:nvSpPr>
        <p:spPr>
          <a:xfrm>
            <a:off x="4392331" y="7620747"/>
            <a:ext cx="29130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24" name="pl51">
            <a:extLst>
              <a:ext uri="{FF2B5EF4-FFF2-40B4-BE49-F238E27FC236}">
                <a16:creationId xmlns:a16="http://schemas.microsoft.com/office/drawing/2014/main" id="{31B72BEC-0303-A38E-69A4-16AE23AE3C3D}"/>
              </a:ext>
            </a:extLst>
          </p:cNvPr>
          <p:cNvSpPr/>
          <p:nvPr/>
        </p:nvSpPr>
        <p:spPr>
          <a:xfrm>
            <a:off x="4392331" y="7403956"/>
            <a:ext cx="29130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25" name="pl52">
            <a:extLst>
              <a:ext uri="{FF2B5EF4-FFF2-40B4-BE49-F238E27FC236}">
                <a16:creationId xmlns:a16="http://schemas.microsoft.com/office/drawing/2014/main" id="{4E55A79F-5FB1-8F9F-614A-7BFB9520BAB9}"/>
              </a:ext>
            </a:extLst>
          </p:cNvPr>
          <p:cNvSpPr/>
          <p:nvPr/>
        </p:nvSpPr>
        <p:spPr>
          <a:xfrm>
            <a:off x="4392331" y="7187165"/>
            <a:ext cx="29130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26" name="pl53">
            <a:extLst>
              <a:ext uri="{FF2B5EF4-FFF2-40B4-BE49-F238E27FC236}">
                <a16:creationId xmlns:a16="http://schemas.microsoft.com/office/drawing/2014/main" id="{16C1A501-763D-9883-9563-69569C31049D}"/>
              </a:ext>
            </a:extLst>
          </p:cNvPr>
          <p:cNvSpPr/>
          <p:nvPr/>
        </p:nvSpPr>
        <p:spPr>
          <a:xfrm>
            <a:off x="4392331" y="6970374"/>
            <a:ext cx="29130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49" name="tx76">
            <a:extLst>
              <a:ext uri="{FF2B5EF4-FFF2-40B4-BE49-F238E27FC236}">
                <a16:creationId xmlns:a16="http://schemas.microsoft.com/office/drawing/2014/main" id="{7BB6C97C-7293-AFE3-93C3-7FD952B283FC}"/>
              </a:ext>
            </a:extLst>
          </p:cNvPr>
          <p:cNvSpPr/>
          <p:nvPr/>
        </p:nvSpPr>
        <p:spPr>
          <a:xfrm rot="16200000">
            <a:off x="3849551" y="7242400"/>
            <a:ext cx="427552" cy="8390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760"/>
              </a:lnSpc>
            </a:pP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Temp (ºC)</a:t>
            </a:r>
          </a:p>
        </p:txBody>
      </p:sp>
      <p:sp>
        <p:nvSpPr>
          <p:cNvPr id="5152" name="pl19">
            <a:extLst>
              <a:ext uri="{FF2B5EF4-FFF2-40B4-BE49-F238E27FC236}">
                <a16:creationId xmlns:a16="http://schemas.microsoft.com/office/drawing/2014/main" id="{D9B52854-C218-8516-1199-3ED3E4843088}"/>
              </a:ext>
            </a:extLst>
          </p:cNvPr>
          <p:cNvSpPr/>
          <p:nvPr/>
        </p:nvSpPr>
        <p:spPr>
          <a:xfrm>
            <a:off x="4817396" y="7660544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53" name="pl20">
            <a:extLst>
              <a:ext uri="{FF2B5EF4-FFF2-40B4-BE49-F238E27FC236}">
                <a16:creationId xmlns:a16="http://schemas.microsoft.com/office/drawing/2014/main" id="{BBACEDCB-B3DD-F84E-8C1A-EC24515974BF}"/>
              </a:ext>
            </a:extLst>
          </p:cNvPr>
          <p:cNvSpPr/>
          <p:nvPr/>
        </p:nvSpPr>
        <p:spPr>
          <a:xfrm>
            <a:off x="5452625" y="7660544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54" name="pl21">
            <a:extLst>
              <a:ext uri="{FF2B5EF4-FFF2-40B4-BE49-F238E27FC236}">
                <a16:creationId xmlns:a16="http://schemas.microsoft.com/office/drawing/2014/main" id="{661E3015-617C-4F3B-71A0-202B574AA5B0}"/>
              </a:ext>
            </a:extLst>
          </p:cNvPr>
          <p:cNvSpPr/>
          <p:nvPr/>
        </p:nvSpPr>
        <p:spPr>
          <a:xfrm>
            <a:off x="6087856" y="7660544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55" name="pl22">
            <a:extLst>
              <a:ext uri="{FF2B5EF4-FFF2-40B4-BE49-F238E27FC236}">
                <a16:creationId xmlns:a16="http://schemas.microsoft.com/office/drawing/2014/main" id="{F2210571-A736-534F-F42C-078A00635F4D}"/>
              </a:ext>
            </a:extLst>
          </p:cNvPr>
          <p:cNvSpPr/>
          <p:nvPr/>
        </p:nvSpPr>
        <p:spPr>
          <a:xfrm>
            <a:off x="6723085" y="7660544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56" name="pl23">
            <a:extLst>
              <a:ext uri="{FF2B5EF4-FFF2-40B4-BE49-F238E27FC236}">
                <a16:creationId xmlns:a16="http://schemas.microsoft.com/office/drawing/2014/main" id="{A1BF420B-2328-914F-2F2F-352953F99450}"/>
              </a:ext>
            </a:extLst>
          </p:cNvPr>
          <p:cNvSpPr/>
          <p:nvPr/>
        </p:nvSpPr>
        <p:spPr>
          <a:xfrm>
            <a:off x="7358314" y="7660544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57" name="pl24">
            <a:extLst>
              <a:ext uri="{FF2B5EF4-FFF2-40B4-BE49-F238E27FC236}">
                <a16:creationId xmlns:a16="http://schemas.microsoft.com/office/drawing/2014/main" id="{96D9EFB1-CA70-5B5F-0645-AC0188F37BBE}"/>
              </a:ext>
            </a:extLst>
          </p:cNvPr>
          <p:cNvSpPr/>
          <p:nvPr/>
        </p:nvSpPr>
        <p:spPr>
          <a:xfrm>
            <a:off x="7993543" y="7660544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58" name="pl25">
            <a:extLst>
              <a:ext uri="{FF2B5EF4-FFF2-40B4-BE49-F238E27FC236}">
                <a16:creationId xmlns:a16="http://schemas.microsoft.com/office/drawing/2014/main" id="{CAED0EE9-B6D2-4CE3-6B23-6EFC7F972A1B}"/>
              </a:ext>
            </a:extLst>
          </p:cNvPr>
          <p:cNvSpPr/>
          <p:nvPr/>
        </p:nvSpPr>
        <p:spPr>
          <a:xfrm>
            <a:off x="8628774" y="7660544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59" name="pl26">
            <a:extLst>
              <a:ext uri="{FF2B5EF4-FFF2-40B4-BE49-F238E27FC236}">
                <a16:creationId xmlns:a16="http://schemas.microsoft.com/office/drawing/2014/main" id="{233565F8-431B-C979-596D-4D3871C403BB}"/>
              </a:ext>
            </a:extLst>
          </p:cNvPr>
          <p:cNvSpPr/>
          <p:nvPr/>
        </p:nvSpPr>
        <p:spPr>
          <a:xfrm>
            <a:off x="9264003" y="7660544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60" name="pl27">
            <a:extLst>
              <a:ext uri="{FF2B5EF4-FFF2-40B4-BE49-F238E27FC236}">
                <a16:creationId xmlns:a16="http://schemas.microsoft.com/office/drawing/2014/main" id="{7A7E3493-0B93-EF04-8E75-17805C013696}"/>
              </a:ext>
            </a:extLst>
          </p:cNvPr>
          <p:cNvSpPr/>
          <p:nvPr/>
        </p:nvSpPr>
        <p:spPr>
          <a:xfrm>
            <a:off x="10470137" y="7660544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61" name="pl28">
            <a:extLst>
              <a:ext uri="{FF2B5EF4-FFF2-40B4-BE49-F238E27FC236}">
                <a16:creationId xmlns:a16="http://schemas.microsoft.com/office/drawing/2014/main" id="{D45AE1F6-5712-72EE-53C0-97F4F45F1AA5}"/>
              </a:ext>
            </a:extLst>
          </p:cNvPr>
          <p:cNvSpPr/>
          <p:nvPr/>
        </p:nvSpPr>
        <p:spPr>
          <a:xfrm>
            <a:off x="11105366" y="7660544"/>
            <a:ext cx="0" cy="2321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62" name="tx29">
            <a:extLst>
              <a:ext uri="{FF2B5EF4-FFF2-40B4-BE49-F238E27FC236}">
                <a16:creationId xmlns:a16="http://schemas.microsoft.com/office/drawing/2014/main" id="{67BA0CB6-395C-5B75-5582-58AEAC4406D3}"/>
              </a:ext>
            </a:extLst>
          </p:cNvPr>
          <p:cNvSpPr/>
          <p:nvPr/>
        </p:nvSpPr>
        <p:spPr>
          <a:xfrm rot="18900000">
            <a:off x="4592732" y="7869061"/>
            <a:ext cx="290988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5163" name="tx30">
            <a:extLst>
              <a:ext uri="{FF2B5EF4-FFF2-40B4-BE49-F238E27FC236}">
                <a16:creationId xmlns:a16="http://schemas.microsoft.com/office/drawing/2014/main" id="{CB0A5B60-F869-F11E-7298-B618886643EF}"/>
              </a:ext>
            </a:extLst>
          </p:cNvPr>
          <p:cNvSpPr/>
          <p:nvPr/>
        </p:nvSpPr>
        <p:spPr>
          <a:xfrm rot="18900000">
            <a:off x="5232275" y="7867637"/>
            <a:ext cx="285936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5164" name="tx31">
            <a:extLst>
              <a:ext uri="{FF2B5EF4-FFF2-40B4-BE49-F238E27FC236}">
                <a16:creationId xmlns:a16="http://schemas.microsoft.com/office/drawing/2014/main" id="{81BD3296-104C-5441-BC55-BC02CE9A381C}"/>
              </a:ext>
            </a:extLst>
          </p:cNvPr>
          <p:cNvSpPr/>
          <p:nvPr/>
        </p:nvSpPr>
        <p:spPr>
          <a:xfrm rot="18900000">
            <a:off x="5872013" y="7866149"/>
            <a:ext cx="280654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5165" name="tx32">
            <a:extLst>
              <a:ext uri="{FF2B5EF4-FFF2-40B4-BE49-F238E27FC236}">
                <a16:creationId xmlns:a16="http://schemas.microsoft.com/office/drawing/2014/main" id="{3A18D772-5672-8BAC-5C37-F132C5FDA49E}"/>
              </a:ext>
            </a:extLst>
          </p:cNvPr>
          <p:cNvSpPr/>
          <p:nvPr/>
        </p:nvSpPr>
        <p:spPr>
          <a:xfrm rot="18900000">
            <a:off x="6493912" y="7870549"/>
            <a:ext cx="296271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5166" name="tx33">
            <a:extLst>
              <a:ext uri="{FF2B5EF4-FFF2-40B4-BE49-F238E27FC236}">
                <a16:creationId xmlns:a16="http://schemas.microsoft.com/office/drawing/2014/main" id="{9BB682B0-45A6-2995-2B9B-72865C68C47B}"/>
              </a:ext>
            </a:extLst>
          </p:cNvPr>
          <p:cNvSpPr/>
          <p:nvPr/>
        </p:nvSpPr>
        <p:spPr>
          <a:xfrm rot="18900000">
            <a:off x="7053538" y="7895502"/>
            <a:ext cx="384845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5167" name="tx34">
            <a:extLst>
              <a:ext uri="{FF2B5EF4-FFF2-40B4-BE49-F238E27FC236}">
                <a16:creationId xmlns:a16="http://schemas.microsoft.com/office/drawing/2014/main" id="{73E1D988-96C6-722D-86FC-1D6A76620FF3}"/>
              </a:ext>
            </a:extLst>
          </p:cNvPr>
          <p:cNvSpPr/>
          <p:nvPr/>
        </p:nvSpPr>
        <p:spPr>
          <a:xfrm rot="18900000">
            <a:off x="7675567" y="7899859"/>
            <a:ext cx="400310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5168" name="tx35">
            <a:extLst>
              <a:ext uri="{FF2B5EF4-FFF2-40B4-BE49-F238E27FC236}">
                <a16:creationId xmlns:a16="http://schemas.microsoft.com/office/drawing/2014/main" id="{4FC31654-CA5E-A0FB-9A7D-F12E33DD8E0B}"/>
              </a:ext>
            </a:extLst>
          </p:cNvPr>
          <p:cNvSpPr/>
          <p:nvPr/>
        </p:nvSpPr>
        <p:spPr>
          <a:xfrm rot="18900000">
            <a:off x="8390844" y="7873439"/>
            <a:ext cx="306529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5169" name="tx36">
            <a:extLst>
              <a:ext uri="{FF2B5EF4-FFF2-40B4-BE49-F238E27FC236}">
                <a16:creationId xmlns:a16="http://schemas.microsoft.com/office/drawing/2014/main" id="{5B671B8D-997B-AC1F-83A5-18F939DD01B0}"/>
              </a:ext>
            </a:extLst>
          </p:cNvPr>
          <p:cNvSpPr/>
          <p:nvPr/>
        </p:nvSpPr>
        <p:spPr>
          <a:xfrm rot="18900000">
            <a:off x="9021565" y="7874927"/>
            <a:ext cx="311811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5170" name="tx37">
            <a:extLst>
              <a:ext uri="{FF2B5EF4-FFF2-40B4-BE49-F238E27FC236}">
                <a16:creationId xmlns:a16="http://schemas.microsoft.com/office/drawing/2014/main" id="{D1BA885C-29A5-871E-A342-3DB9AB0F3569}"/>
              </a:ext>
            </a:extLst>
          </p:cNvPr>
          <p:cNvSpPr/>
          <p:nvPr/>
        </p:nvSpPr>
        <p:spPr>
          <a:xfrm rot="18900000">
            <a:off x="10156540" y="7898414"/>
            <a:ext cx="395181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5171" name="tx38">
            <a:extLst>
              <a:ext uri="{FF2B5EF4-FFF2-40B4-BE49-F238E27FC236}">
                <a16:creationId xmlns:a16="http://schemas.microsoft.com/office/drawing/2014/main" id="{3BCEC704-59C9-B9D0-9FEE-06DDD3DC8DAC}"/>
              </a:ext>
            </a:extLst>
          </p:cNvPr>
          <p:cNvSpPr/>
          <p:nvPr/>
        </p:nvSpPr>
        <p:spPr>
          <a:xfrm rot="18900000">
            <a:off x="10756417" y="7910081"/>
            <a:ext cx="436598" cy="5343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408"/>
              </a:lnSpc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 River</a:t>
            </a:r>
          </a:p>
        </p:txBody>
      </p:sp>
      <p:pic>
        <p:nvPicPr>
          <p:cNvPr id="5173" name="pic6">
            <a:extLst>
              <a:ext uri="{FF2B5EF4-FFF2-40B4-BE49-F238E27FC236}">
                <a16:creationId xmlns:a16="http://schemas.microsoft.com/office/drawing/2014/main" id="{76A96ABD-9AF3-08D4-9300-48A0B5CC9E08}"/>
              </a:ext>
            </a:extLst>
          </p:cNvPr>
          <p:cNvPicPr/>
          <p:nvPr/>
        </p:nvPicPr>
        <p:blipFill>
          <a:blip r:embed="rId4" cstate="print"/>
          <a:srcRect l="78884"/>
          <a:stretch>
            <a:fillRect/>
          </a:stretch>
        </p:blipFill>
        <p:spPr>
          <a:xfrm>
            <a:off x="10123512" y="5314135"/>
            <a:ext cx="1368152" cy="820337"/>
          </a:xfrm>
          <a:prstGeom prst="rect">
            <a:avLst/>
          </a:prstGeom>
        </p:spPr>
      </p:pic>
      <p:pic>
        <p:nvPicPr>
          <p:cNvPr id="5174" name="pic44">
            <a:extLst>
              <a:ext uri="{FF2B5EF4-FFF2-40B4-BE49-F238E27FC236}">
                <a16:creationId xmlns:a16="http://schemas.microsoft.com/office/drawing/2014/main" id="{E95FA92D-1FB1-4FAA-3EB3-3A0CBA0783C0}"/>
              </a:ext>
            </a:extLst>
          </p:cNvPr>
          <p:cNvPicPr/>
          <p:nvPr/>
        </p:nvPicPr>
        <p:blipFill>
          <a:blip r:embed="rId5" cstate="print"/>
          <a:srcRect l="78884"/>
          <a:stretch>
            <a:fillRect/>
          </a:stretch>
        </p:blipFill>
        <p:spPr>
          <a:xfrm>
            <a:off x="10123512" y="6826303"/>
            <a:ext cx="1368152" cy="820337"/>
          </a:xfrm>
          <a:prstGeom prst="rect">
            <a:avLst/>
          </a:prstGeom>
        </p:spPr>
      </p:pic>
      <p:sp>
        <p:nvSpPr>
          <p:cNvPr id="5177" name="pl18">
            <a:extLst>
              <a:ext uri="{FF2B5EF4-FFF2-40B4-BE49-F238E27FC236}">
                <a16:creationId xmlns:a16="http://schemas.microsoft.com/office/drawing/2014/main" id="{485E7A39-7625-C0EA-B731-2B2AD1F902B7}"/>
              </a:ext>
            </a:extLst>
          </p:cNvPr>
          <p:cNvSpPr/>
          <p:nvPr/>
        </p:nvSpPr>
        <p:spPr>
          <a:xfrm flipV="1">
            <a:off x="10195520" y="6099521"/>
            <a:ext cx="1224136" cy="45719"/>
          </a:xfrm>
          <a:custGeom>
            <a:avLst/>
            <a:gdLst/>
            <a:ahLst/>
            <a:cxnLst/>
            <a:rect l="0" t="0" r="0" b="0"/>
            <a:pathLst>
              <a:path w="7739068">
                <a:moveTo>
                  <a:pt x="0" y="0"/>
                </a:moveTo>
                <a:lnTo>
                  <a:pt x="773906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78" name="pl18">
            <a:extLst>
              <a:ext uri="{FF2B5EF4-FFF2-40B4-BE49-F238E27FC236}">
                <a16:creationId xmlns:a16="http://schemas.microsoft.com/office/drawing/2014/main" id="{8E98B107-2C06-FF70-4C34-6C943A94E9ED}"/>
              </a:ext>
            </a:extLst>
          </p:cNvPr>
          <p:cNvSpPr/>
          <p:nvPr/>
        </p:nvSpPr>
        <p:spPr>
          <a:xfrm flipV="1">
            <a:off x="4419316" y="7574632"/>
            <a:ext cx="5197994" cy="85912"/>
          </a:xfrm>
          <a:custGeom>
            <a:avLst/>
            <a:gdLst/>
            <a:ahLst/>
            <a:cxnLst/>
            <a:rect l="0" t="0" r="0" b="0"/>
            <a:pathLst>
              <a:path w="7739068">
                <a:moveTo>
                  <a:pt x="0" y="0"/>
                </a:moveTo>
                <a:lnTo>
                  <a:pt x="773906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81" name="pl18">
            <a:extLst>
              <a:ext uri="{FF2B5EF4-FFF2-40B4-BE49-F238E27FC236}">
                <a16:creationId xmlns:a16="http://schemas.microsoft.com/office/drawing/2014/main" id="{183C77FB-0CD4-123F-06DA-44E0DE9206EC}"/>
              </a:ext>
            </a:extLst>
          </p:cNvPr>
          <p:cNvSpPr/>
          <p:nvPr/>
        </p:nvSpPr>
        <p:spPr>
          <a:xfrm flipV="1">
            <a:off x="10195520" y="7574632"/>
            <a:ext cx="1225296" cy="82296"/>
          </a:xfrm>
          <a:custGeom>
            <a:avLst/>
            <a:gdLst/>
            <a:ahLst/>
            <a:cxnLst/>
            <a:rect l="0" t="0" r="0" b="0"/>
            <a:pathLst>
              <a:path w="7739068">
                <a:moveTo>
                  <a:pt x="0" y="0"/>
                </a:moveTo>
                <a:lnTo>
                  <a:pt x="773906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880"/>
          </a:p>
        </p:txBody>
      </p:sp>
      <p:sp>
        <p:nvSpPr>
          <p:cNvPr id="5182" name="tx98">
            <a:extLst>
              <a:ext uri="{FF2B5EF4-FFF2-40B4-BE49-F238E27FC236}">
                <a16:creationId xmlns:a16="http://schemas.microsoft.com/office/drawing/2014/main" id="{141552FC-D9C1-0B7F-68CB-3758AF6AFBDB}"/>
              </a:ext>
            </a:extLst>
          </p:cNvPr>
          <p:cNvSpPr/>
          <p:nvPr/>
        </p:nvSpPr>
        <p:spPr>
          <a:xfrm>
            <a:off x="4527894" y="6633925"/>
            <a:ext cx="1489923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lang="en-US"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(E) Temperature Trends</a:t>
            </a:r>
            <a:endParaRPr sz="132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5183" name="tx98">
            <a:extLst>
              <a:ext uri="{FF2B5EF4-FFF2-40B4-BE49-F238E27FC236}">
                <a16:creationId xmlns:a16="http://schemas.microsoft.com/office/drawing/2014/main" id="{A07CDC05-34AF-F45B-077C-6B0F921C645A}"/>
              </a:ext>
            </a:extLst>
          </p:cNvPr>
          <p:cNvSpPr/>
          <p:nvPr/>
        </p:nvSpPr>
        <p:spPr>
          <a:xfrm>
            <a:off x="4350922" y="5146243"/>
            <a:ext cx="1489923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lang="en-US"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(D) Salinity Trends</a:t>
            </a:r>
            <a:endParaRPr sz="132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08972661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502</Words>
  <Application>Microsoft Macintosh PowerPoint</Application>
  <PresentationFormat>Custom</PresentationFormat>
  <Paragraphs>408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Helvetica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6</cp:revision>
  <dcterms:created xsi:type="dcterms:W3CDTF">2017-02-13T16:18:36Z</dcterms:created>
  <dcterms:modified xsi:type="dcterms:W3CDTF">2026-01-18T20:17:07Z</dcterms:modified>
  <cp:category/>
</cp:coreProperties>
</file>