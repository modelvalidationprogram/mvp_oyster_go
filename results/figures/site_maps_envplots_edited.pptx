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2" r:id="rId5"/>
    <p:sldId id="259" r:id="rId6"/>
    <p:sldId id="260" r:id="rId7"/>
    <p:sldId id="264" r:id="rId8"/>
  </p:sldIdLst>
  <p:sldSz cx="29260800" cy="43891200"/>
  <p:notesSz cx="6858000" cy="9144000"/>
  <p:custDataLst>
    <p:tags r:id="rId9"/>
  </p:custDataLst>
  <p:defaultTextStyle>
    <a:defPPr>
      <a:defRPr lang="en-US"/>
    </a:defPPr>
    <a:lvl1pPr marL="0" algn="l" defTabSz="3510981" rtl="0" eaLnBrk="1" latinLnBrk="0" hangingPunct="1">
      <a:defRPr sz="6910" kern="1200">
        <a:solidFill>
          <a:schemeClr val="tx1"/>
        </a:solidFill>
        <a:latin typeface="+mn-lt"/>
        <a:ea typeface="+mn-ea"/>
        <a:cs typeface="+mn-cs"/>
      </a:defRPr>
    </a:lvl1pPr>
    <a:lvl2pPr marL="1755492" algn="l" defTabSz="3510981" rtl="0" eaLnBrk="1" latinLnBrk="0" hangingPunct="1">
      <a:defRPr sz="6910" kern="1200">
        <a:solidFill>
          <a:schemeClr val="tx1"/>
        </a:solidFill>
        <a:latin typeface="+mn-lt"/>
        <a:ea typeface="+mn-ea"/>
        <a:cs typeface="+mn-cs"/>
      </a:defRPr>
    </a:lvl2pPr>
    <a:lvl3pPr marL="3510981" algn="l" defTabSz="3510981" rtl="0" eaLnBrk="1" latinLnBrk="0" hangingPunct="1">
      <a:defRPr sz="6910" kern="1200">
        <a:solidFill>
          <a:schemeClr val="tx1"/>
        </a:solidFill>
        <a:latin typeface="+mn-lt"/>
        <a:ea typeface="+mn-ea"/>
        <a:cs typeface="+mn-cs"/>
      </a:defRPr>
    </a:lvl3pPr>
    <a:lvl4pPr marL="5266469" algn="l" defTabSz="3510981" rtl="0" eaLnBrk="1" latinLnBrk="0" hangingPunct="1">
      <a:defRPr sz="6910" kern="1200">
        <a:solidFill>
          <a:schemeClr val="tx1"/>
        </a:solidFill>
        <a:latin typeface="+mn-lt"/>
        <a:ea typeface="+mn-ea"/>
        <a:cs typeface="+mn-cs"/>
      </a:defRPr>
    </a:lvl4pPr>
    <a:lvl5pPr marL="7021960" algn="l" defTabSz="3510981" rtl="0" eaLnBrk="1" latinLnBrk="0" hangingPunct="1">
      <a:defRPr sz="6910" kern="1200">
        <a:solidFill>
          <a:schemeClr val="tx1"/>
        </a:solidFill>
        <a:latin typeface="+mn-lt"/>
        <a:ea typeface="+mn-ea"/>
        <a:cs typeface="+mn-cs"/>
      </a:defRPr>
    </a:lvl5pPr>
    <a:lvl6pPr marL="8777450" algn="l" defTabSz="3510981" rtl="0" eaLnBrk="1" latinLnBrk="0" hangingPunct="1">
      <a:defRPr sz="6910" kern="1200">
        <a:solidFill>
          <a:schemeClr val="tx1"/>
        </a:solidFill>
        <a:latin typeface="+mn-lt"/>
        <a:ea typeface="+mn-ea"/>
        <a:cs typeface="+mn-cs"/>
      </a:defRPr>
    </a:lvl6pPr>
    <a:lvl7pPr marL="10532941" algn="l" defTabSz="3510981" rtl="0" eaLnBrk="1" latinLnBrk="0" hangingPunct="1">
      <a:defRPr sz="6910" kern="1200">
        <a:solidFill>
          <a:schemeClr val="tx1"/>
        </a:solidFill>
        <a:latin typeface="+mn-lt"/>
        <a:ea typeface="+mn-ea"/>
        <a:cs typeface="+mn-cs"/>
      </a:defRPr>
    </a:lvl7pPr>
    <a:lvl8pPr marL="12288431" algn="l" defTabSz="3510981" rtl="0" eaLnBrk="1" latinLnBrk="0" hangingPunct="1">
      <a:defRPr sz="6910" kern="1200">
        <a:solidFill>
          <a:schemeClr val="tx1"/>
        </a:solidFill>
        <a:latin typeface="+mn-lt"/>
        <a:ea typeface="+mn-ea"/>
        <a:cs typeface="+mn-cs"/>
      </a:defRPr>
    </a:lvl8pPr>
    <a:lvl9pPr marL="14043919" algn="l" defTabSz="3510981" rtl="0" eaLnBrk="1" latinLnBrk="0" hangingPunct="1">
      <a:defRPr sz="691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24" userDrawn="1">
          <p15:clr>
            <a:srgbClr val="A4A3A4"/>
          </p15:clr>
        </p15:guide>
        <p15:guide id="2" pos="92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90FF"/>
    <a:srgbClr val="00F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54"/>
    <p:restoredTop sz="94553"/>
  </p:normalViewPr>
  <p:slideViewPr>
    <p:cSldViewPr>
      <p:cViewPr>
        <p:scale>
          <a:sx n="34" d="100"/>
          <a:sy n="34" d="100"/>
        </p:scale>
        <p:origin x="2264" y="-8"/>
      </p:cViewPr>
      <p:guideLst>
        <p:guide orient="horz" pos="13824"/>
        <p:guide pos="92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4560" y="13634730"/>
            <a:ext cx="24871680" cy="94081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89120" y="24871680"/>
            <a:ext cx="20482560" cy="11216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8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6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2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1403" y="28204168"/>
            <a:ext cx="24871680" cy="8717280"/>
          </a:xfrm>
        </p:spPr>
        <p:txBody>
          <a:bodyPr anchor="t"/>
          <a:lstStyle>
            <a:lvl1pPr algn="l">
              <a:defRPr sz="6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11403" y="18602977"/>
            <a:ext cx="24871680" cy="9601198"/>
          </a:xfrm>
        </p:spPr>
        <p:txBody>
          <a:bodyPr anchor="b"/>
          <a:lstStyle>
            <a:lvl1pPr marL="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1pPr>
            <a:lvl2pPr marL="685783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566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34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132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891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69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48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263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63040" y="10241293"/>
            <a:ext cx="12923520" cy="28966166"/>
          </a:xfrm>
        </p:spPr>
        <p:txBody>
          <a:bodyPr/>
          <a:lstStyle>
            <a:lvl1pPr>
              <a:defRPr sz="4200"/>
            </a:lvl1pPr>
            <a:lvl2pPr>
              <a:defRPr sz="3600"/>
            </a:lvl2pPr>
            <a:lvl3pPr>
              <a:defRPr sz="30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4240" y="10241293"/>
            <a:ext cx="12923520" cy="28966166"/>
          </a:xfrm>
        </p:spPr>
        <p:txBody>
          <a:bodyPr/>
          <a:lstStyle>
            <a:lvl1pPr>
              <a:defRPr sz="4200"/>
            </a:lvl1pPr>
            <a:lvl2pPr>
              <a:defRPr sz="3600"/>
            </a:lvl2pPr>
            <a:lvl3pPr>
              <a:defRPr sz="30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2" y="9824731"/>
            <a:ext cx="12928601" cy="409447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783" indent="0">
              <a:buNone/>
              <a:defRPr sz="3000" b="1"/>
            </a:lvl2pPr>
            <a:lvl3pPr marL="1371566" indent="0">
              <a:buNone/>
              <a:defRPr sz="2700" b="1"/>
            </a:lvl3pPr>
            <a:lvl4pPr marL="2057348" indent="0">
              <a:buNone/>
              <a:defRPr sz="2400" b="1"/>
            </a:lvl4pPr>
            <a:lvl5pPr marL="2743132" indent="0">
              <a:buNone/>
              <a:defRPr sz="2400" b="1"/>
            </a:lvl5pPr>
            <a:lvl6pPr marL="3428915" indent="0">
              <a:buNone/>
              <a:defRPr sz="2400" b="1"/>
            </a:lvl6pPr>
            <a:lvl7pPr marL="4114697" indent="0">
              <a:buNone/>
              <a:defRPr sz="2400" b="1"/>
            </a:lvl7pPr>
            <a:lvl8pPr marL="4800480" indent="0">
              <a:buNone/>
              <a:defRPr sz="2400" b="1"/>
            </a:lvl8pPr>
            <a:lvl9pPr marL="5486263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63042" y="13919205"/>
            <a:ext cx="12928601" cy="25288246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864084" y="9824731"/>
            <a:ext cx="12933680" cy="409447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783" indent="0">
              <a:buNone/>
              <a:defRPr sz="3000" b="1"/>
            </a:lvl2pPr>
            <a:lvl3pPr marL="1371566" indent="0">
              <a:buNone/>
              <a:defRPr sz="2700" b="1"/>
            </a:lvl3pPr>
            <a:lvl4pPr marL="2057348" indent="0">
              <a:buNone/>
              <a:defRPr sz="2400" b="1"/>
            </a:lvl4pPr>
            <a:lvl5pPr marL="2743132" indent="0">
              <a:buNone/>
              <a:defRPr sz="2400" b="1"/>
            </a:lvl5pPr>
            <a:lvl6pPr marL="3428915" indent="0">
              <a:buNone/>
              <a:defRPr sz="2400" b="1"/>
            </a:lvl6pPr>
            <a:lvl7pPr marL="4114697" indent="0">
              <a:buNone/>
              <a:defRPr sz="2400" b="1"/>
            </a:lvl7pPr>
            <a:lvl8pPr marL="4800480" indent="0">
              <a:buNone/>
              <a:defRPr sz="2400" b="1"/>
            </a:lvl8pPr>
            <a:lvl9pPr marL="5486263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864084" y="13919205"/>
            <a:ext cx="12933680" cy="25288246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3040" y="1757682"/>
            <a:ext cx="26334720" cy="731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10241293"/>
            <a:ext cx="26334720" cy="28966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63040" y="40680650"/>
            <a:ext cx="682752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97440" y="40680650"/>
            <a:ext cx="926592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970240" y="40680650"/>
            <a:ext cx="682752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1371566" rtl="0" eaLnBrk="1" latinLnBrk="0" hangingPunct="1"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14337" indent="-514337" algn="l" defTabSz="1371566" rtl="0" eaLnBrk="1" latinLnBrk="0" hangingPunct="1">
        <a:spcBef>
          <a:spcPct val="20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114397" indent="-428615" algn="l" defTabSz="1371566" rtl="0" eaLnBrk="1" latinLnBrk="0" hangingPunct="1">
        <a:spcBef>
          <a:spcPct val="20000"/>
        </a:spcBef>
        <a:buFont typeface="Arial" panose="020B0604020202020204" pitchFamily="34" charset="0"/>
        <a:buChar char="–"/>
        <a:defRPr sz="4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457" indent="-342892" algn="l" defTabSz="1371566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240" indent="-342892" algn="l" defTabSz="1371566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023" indent="-342892" algn="l" defTabSz="1371566" rtl="0" eaLnBrk="1" latinLnBrk="0" hangingPunct="1">
        <a:spcBef>
          <a:spcPct val="20000"/>
        </a:spcBef>
        <a:buFont typeface="Arial" panose="020B0604020202020204" pitchFamily="34" charset="0"/>
        <a:buChar char="»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806" indent="-342892" algn="l" defTabSz="1371566" rtl="0" eaLnBrk="1" latinLnBrk="0" hangingPunct="1">
        <a:spcBef>
          <a:spcPct val="200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588" indent="-342892" algn="l" defTabSz="1371566" rtl="0" eaLnBrk="1" latinLnBrk="0" hangingPunct="1">
        <a:spcBef>
          <a:spcPct val="200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372" indent="-342892" algn="l" defTabSz="1371566" rtl="0" eaLnBrk="1" latinLnBrk="0" hangingPunct="1">
        <a:spcBef>
          <a:spcPct val="200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155" indent="-342892" algn="l" defTabSz="1371566" rtl="0" eaLnBrk="1" latinLnBrk="0" hangingPunct="1">
        <a:spcBef>
          <a:spcPct val="200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566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algn="l" defTabSz="1371566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566" algn="l" defTabSz="1371566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348" algn="l" defTabSz="1371566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2" algn="l" defTabSz="1371566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915" algn="l" defTabSz="1371566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697" algn="l" defTabSz="1371566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480" algn="l" defTabSz="1371566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263" algn="l" defTabSz="1371566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4" name="Content Placeholder 2">
            <a:extLst>
              <a:ext uri="{FF2B5EF4-FFF2-40B4-BE49-F238E27FC236}">
                <a16:creationId xmlns:a16="http://schemas.microsoft.com/office/drawing/2014/main" id="{D0A5DD79-3761-3493-5E04-D98025DF12B1}"/>
              </a:ext>
            </a:extLst>
          </p:cNvPr>
          <p:cNvGrpSpPr/>
          <p:nvPr/>
        </p:nvGrpSpPr>
        <p:grpSpPr>
          <a:xfrm>
            <a:off x="8458200" y="18551133"/>
            <a:ext cx="12344400" cy="6788945"/>
            <a:chOff x="457200" y="1600200"/>
            <a:chExt cx="8229600" cy="4525963"/>
          </a:xfrm>
        </p:grpSpPr>
        <p:sp>
          <p:nvSpPr>
            <p:cNvPr id="1625" name="rc3">
              <a:extLst>
                <a:ext uri="{FF2B5EF4-FFF2-40B4-BE49-F238E27FC236}">
                  <a16:creationId xmlns:a16="http://schemas.microsoft.com/office/drawing/2014/main" id="{1FBAD41E-6045-FC2E-D12A-27B69C0E6DDB}"/>
                </a:ext>
              </a:extLst>
            </p:cNvPr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26" name="rc4">
              <a:extLst>
                <a:ext uri="{FF2B5EF4-FFF2-40B4-BE49-F238E27FC236}">
                  <a16:creationId xmlns:a16="http://schemas.microsoft.com/office/drawing/2014/main" id="{F69AF329-83E6-D497-9D2F-667B503EFA15}"/>
                </a:ext>
              </a:extLst>
            </p:cNvPr>
            <p:cNvSpPr/>
            <p:nvPr/>
          </p:nvSpPr>
          <p:spPr>
            <a:xfrm>
              <a:off x="2025047" y="1600200"/>
              <a:ext cx="5093904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27" name="rc5">
              <a:extLst>
                <a:ext uri="{FF2B5EF4-FFF2-40B4-BE49-F238E27FC236}">
                  <a16:creationId xmlns:a16="http://schemas.microsoft.com/office/drawing/2014/main" id="{F4B10E12-94E8-4BA5-EFD8-E4F520C1F389}"/>
                </a:ext>
              </a:extLst>
            </p:cNvPr>
            <p:cNvSpPr/>
            <p:nvPr/>
          </p:nvSpPr>
          <p:spPr>
            <a:xfrm>
              <a:off x="2572908" y="2077614"/>
              <a:ext cx="4476454" cy="36433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442"/>
            </a:p>
          </p:txBody>
        </p:sp>
        <p:sp>
          <p:nvSpPr>
            <p:cNvPr id="1628" name="pl6">
              <a:extLst>
                <a:ext uri="{FF2B5EF4-FFF2-40B4-BE49-F238E27FC236}">
                  <a16:creationId xmlns:a16="http://schemas.microsoft.com/office/drawing/2014/main" id="{AF9CAF84-31C5-CE07-C807-906C5060A44A}"/>
                </a:ext>
              </a:extLst>
            </p:cNvPr>
            <p:cNvSpPr/>
            <p:nvPr/>
          </p:nvSpPr>
          <p:spPr>
            <a:xfrm>
              <a:off x="4652034" y="5615851"/>
              <a:ext cx="11398" cy="16824"/>
            </a:xfrm>
            <a:custGeom>
              <a:avLst/>
              <a:gdLst/>
              <a:ahLst/>
              <a:cxnLst/>
              <a:rect l="0" t="0" r="0" b="0"/>
              <a:pathLst>
                <a:path w="11398" h="16824">
                  <a:moveTo>
                    <a:pt x="11120" y="9100"/>
                  </a:moveTo>
                  <a:lnTo>
                    <a:pt x="180" y="0"/>
                  </a:lnTo>
                  <a:lnTo>
                    <a:pt x="0" y="2435"/>
                  </a:lnTo>
                  <a:lnTo>
                    <a:pt x="4770" y="11734"/>
                  </a:lnTo>
                  <a:lnTo>
                    <a:pt x="4770" y="15935"/>
                  </a:lnTo>
                  <a:lnTo>
                    <a:pt x="6366" y="16824"/>
                  </a:lnTo>
                  <a:lnTo>
                    <a:pt x="9721" y="13944"/>
                  </a:lnTo>
                  <a:lnTo>
                    <a:pt x="11398" y="11542"/>
                  </a:lnTo>
                  <a:lnTo>
                    <a:pt x="11120" y="910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29" name="pl7">
              <a:extLst>
                <a:ext uri="{FF2B5EF4-FFF2-40B4-BE49-F238E27FC236}">
                  <a16:creationId xmlns:a16="http://schemas.microsoft.com/office/drawing/2014/main" id="{3F093BC7-E83C-CD47-782F-3D4383CCC9C3}"/>
                </a:ext>
              </a:extLst>
            </p:cNvPr>
            <p:cNvSpPr/>
            <p:nvPr/>
          </p:nvSpPr>
          <p:spPr>
            <a:xfrm>
              <a:off x="4716197" y="5602359"/>
              <a:ext cx="7065" cy="5973"/>
            </a:xfrm>
            <a:custGeom>
              <a:avLst/>
              <a:gdLst/>
              <a:ahLst/>
              <a:cxnLst/>
              <a:rect l="0" t="0" r="0" b="0"/>
              <a:pathLst>
                <a:path w="7065" h="5973">
                  <a:moveTo>
                    <a:pt x="5475" y="0"/>
                  </a:moveTo>
                  <a:lnTo>
                    <a:pt x="1060" y="3982"/>
                  </a:lnTo>
                  <a:lnTo>
                    <a:pt x="0" y="5973"/>
                  </a:lnTo>
                  <a:lnTo>
                    <a:pt x="2120" y="5973"/>
                  </a:lnTo>
                  <a:lnTo>
                    <a:pt x="6890" y="3537"/>
                  </a:lnTo>
                  <a:lnTo>
                    <a:pt x="7065" y="1546"/>
                  </a:lnTo>
                  <a:lnTo>
                    <a:pt x="5475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0" name="pl8">
              <a:extLst>
                <a:ext uri="{FF2B5EF4-FFF2-40B4-BE49-F238E27FC236}">
                  <a16:creationId xmlns:a16="http://schemas.microsoft.com/office/drawing/2014/main" id="{C9E94E43-E09D-5A26-3BF7-543674BCFB24}"/>
                </a:ext>
              </a:extLst>
            </p:cNvPr>
            <p:cNvSpPr/>
            <p:nvPr/>
          </p:nvSpPr>
          <p:spPr>
            <a:xfrm>
              <a:off x="4736699" y="5589071"/>
              <a:ext cx="5655" cy="5980"/>
            </a:xfrm>
            <a:custGeom>
              <a:avLst/>
              <a:gdLst/>
              <a:ahLst/>
              <a:cxnLst/>
              <a:rect l="0" t="0" r="0" b="0"/>
              <a:pathLst>
                <a:path w="5655" h="5980">
                  <a:moveTo>
                    <a:pt x="4415" y="0"/>
                  </a:moveTo>
                  <a:lnTo>
                    <a:pt x="0" y="5980"/>
                  </a:lnTo>
                  <a:lnTo>
                    <a:pt x="3005" y="5316"/>
                  </a:lnTo>
                  <a:lnTo>
                    <a:pt x="5655" y="444"/>
                  </a:lnTo>
                  <a:lnTo>
                    <a:pt x="4415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1" name="pl9">
              <a:extLst>
                <a:ext uri="{FF2B5EF4-FFF2-40B4-BE49-F238E27FC236}">
                  <a16:creationId xmlns:a16="http://schemas.microsoft.com/office/drawing/2014/main" id="{19A0882B-5322-EB17-5A46-02028035588C}"/>
                </a:ext>
              </a:extLst>
            </p:cNvPr>
            <p:cNvSpPr/>
            <p:nvPr/>
          </p:nvSpPr>
          <p:spPr>
            <a:xfrm>
              <a:off x="6547417" y="2085407"/>
              <a:ext cx="312127" cy="121250"/>
            </a:xfrm>
            <a:custGeom>
              <a:avLst/>
              <a:gdLst/>
              <a:ahLst/>
              <a:cxnLst/>
              <a:rect l="0" t="0" r="0" b="0"/>
              <a:pathLst>
                <a:path w="312127" h="121250">
                  <a:moveTo>
                    <a:pt x="67179" y="40170"/>
                  </a:moveTo>
                  <a:lnTo>
                    <a:pt x="79299" y="47977"/>
                  </a:lnTo>
                  <a:lnTo>
                    <a:pt x="90534" y="57460"/>
                  </a:lnTo>
                  <a:lnTo>
                    <a:pt x="96168" y="67888"/>
                  </a:lnTo>
                  <a:lnTo>
                    <a:pt x="102884" y="76379"/>
                  </a:lnTo>
                  <a:lnTo>
                    <a:pt x="161566" y="100812"/>
                  </a:lnTo>
                  <a:lnTo>
                    <a:pt x="188637" y="108414"/>
                  </a:lnTo>
                  <a:lnTo>
                    <a:pt x="216276" y="112595"/>
                  </a:lnTo>
                  <a:lnTo>
                    <a:pt x="253554" y="121250"/>
                  </a:lnTo>
                  <a:lnTo>
                    <a:pt x="300379" y="119177"/>
                  </a:lnTo>
                  <a:lnTo>
                    <a:pt x="306603" y="117514"/>
                  </a:lnTo>
                  <a:lnTo>
                    <a:pt x="312127" y="112855"/>
                  </a:lnTo>
                  <a:lnTo>
                    <a:pt x="307685" y="103782"/>
                  </a:lnTo>
                  <a:lnTo>
                    <a:pt x="298586" y="92602"/>
                  </a:lnTo>
                  <a:lnTo>
                    <a:pt x="273303" y="77713"/>
                  </a:lnTo>
                  <a:lnTo>
                    <a:pt x="263237" y="75291"/>
                  </a:lnTo>
                  <a:lnTo>
                    <a:pt x="207232" y="44905"/>
                  </a:lnTo>
                  <a:lnTo>
                    <a:pt x="182041" y="33478"/>
                  </a:lnTo>
                  <a:lnTo>
                    <a:pt x="156271" y="24057"/>
                  </a:lnTo>
                  <a:lnTo>
                    <a:pt x="133534" y="17871"/>
                  </a:lnTo>
                  <a:lnTo>
                    <a:pt x="81141" y="9688"/>
                  </a:lnTo>
                  <a:lnTo>
                    <a:pt x="39589" y="383"/>
                  </a:lnTo>
                  <a:lnTo>
                    <a:pt x="27021" y="0"/>
                  </a:lnTo>
                  <a:lnTo>
                    <a:pt x="12562" y="2586"/>
                  </a:lnTo>
                  <a:lnTo>
                    <a:pt x="0" y="8046"/>
                  </a:lnTo>
                  <a:lnTo>
                    <a:pt x="5054" y="16346"/>
                  </a:lnTo>
                  <a:lnTo>
                    <a:pt x="67179" y="4017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2" name="pl10">
              <a:extLst>
                <a:ext uri="{FF2B5EF4-FFF2-40B4-BE49-F238E27FC236}">
                  <a16:creationId xmlns:a16="http://schemas.microsoft.com/office/drawing/2014/main" id="{04772DF0-A481-32A0-3DF2-5E9E72CCC013}"/>
                </a:ext>
              </a:extLst>
            </p:cNvPr>
            <p:cNvSpPr/>
            <p:nvPr/>
          </p:nvSpPr>
          <p:spPr>
            <a:xfrm>
              <a:off x="6882020" y="2496637"/>
              <a:ext cx="167342" cy="201393"/>
            </a:xfrm>
            <a:custGeom>
              <a:avLst/>
              <a:gdLst/>
              <a:ahLst/>
              <a:cxnLst/>
              <a:rect l="0" t="0" r="0" b="0"/>
              <a:pathLst>
                <a:path w="167342" h="201393">
                  <a:moveTo>
                    <a:pt x="167342" y="114109"/>
                  </a:moveTo>
                  <a:lnTo>
                    <a:pt x="156992" y="112622"/>
                  </a:lnTo>
                  <a:lnTo>
                    <a:pt x="141998" y="114086"/>
                  </a:lnTo>
                  <a:lnTo>
                    <a:pt x="140053" y="103638"/>
                  </a:lnTo>
                  <a:lnTo>
                    <a:pt x="133998" y="97877"/>
                  </a:lnTo>
                  <a:lnTo>
                    <a:pt x="125206" y="101613"/>
                  </a:lnTo>
                  <a:lnTo>
                    <a:pt x="119124" y="105670"/>
                  </a:lnTo>
                  <a:lnTo>
                    <a:pt x="110834" y="112923"/>
                  </a:lnTo>
                  <a:lnTo>
                    <a:pt x="101791" y="125143"/>
                  </a:lnTo>
                  <a:lnTo>
                    <a:pt x="103195" y="132882"/>
                  </a:lnTo>
                  <a:lnTo>
                    <a:pt x="85277" y="147572"/>
                  </a:lnTo>
                  <a:lnTo>
                    <a:pt x="88458" y="150890"/>
                  </a:lnTo>
                  <a:lnTo>
                    <a:pt x="115796" y="145875"/>
                  </a:lnTo>
                  <a:lnTo>
                    <a:pt x="114479" y="148982"/>
                  </a:lnTo>
                  <a:lnTo>
                    <a:pt x="89108" y="173251"/>
                  </a:lnTo>
                  <a:lnTo>
                    <a:pt x="84764" y="176323"/>
                  </a:lnTo>
                  <a:lnTo>
                    <a:pt x="77130" y="178191"/>
                  </a:lnTo>
                  <a:lnTo>
                    <a:pt x="69130" y="176788"/>
                  </a:lnTo>
                  <a:lnTo>
                    <a:pt x="63223" y="176843"/>
                  </a:lnTo>
                  <a:lnTo>
                    <a:pt x="48824" y="183056"/>
                  </a:lnTo>
                  <a:lnTo>
                    <a:pt x="45125" y="176747"/>
                  </a:lnTo>
                  <a:lnTo>
                    <a:pt x="49616" y="170213"/>
                  </a:lnTo>
                  <a:lnTo>
                    <a:pt x="58616" y="164192"/>
                  </a:lnTo>
                  <a:lnTo>
                    <a:pt x="58720" y="161694"/>
                  </a:lnTo>
                  <a:lnTo>
                    <a:pt x="51228" y="157993"/>
                  </a:lnTo>
                  <a:lnTo>
                    <a:pt x="57190" y="154004"/>
                  </a:lnTo>
                  <a:lnTo>
                    <a:pt x="70157" y="148687"/>
                  </a:lnTo>
                  <a:lnTo>
                    <a:pt x="70512" y="143802"/>
                  </a:lnTo>
                  <a:lnTo>
                    <a:pt x="62529" y="143515"/>
                  </a:lnTo>
                  <a:lnTo>
                    <a:pt x="47447" y="150302"/>
                  </a:lnTo>
                  <a:lnTo>
                    <a:pt x="43660" y="149235"/>
                  </a:lnTo>
                  <a:lnTo>
                    <a:pt x="65256" y="135242"/>
                  </a:lnTo>
                  <a:lnTo>
                    <a:pt x="74392" y="131103"/>
                  </a:lnTo>
                  <a:lnTo>
                    <a:pt x="83988" y="128503"/>
                  </a:lnTo>
                  <a:lnTo>
                    <a:pt x="102785" y="117364"/>
                  </a:lnTo>
                  <a:lnTo>
                    <a:pt x="107534" y="111425"/>
                  </a:lnTo>
                  <a:lnTo>
                    <a:pt x="111998" y="103618"/>
                  </a:lnTo>
                  <a:lnTo>
                    <a:pt x="110523" y="98979"/>
                  </a:lnTo>
                  <a:lnTo>
                    <a:pt x="113353" y="83543"/>
                  </a:lnTo>
                  <a:lnTo>
                    <a:pt x="124359" y="55544"/>
                  </a:lnTo>
                  <a:lnTo>
                    <a:pt x="130086" y="38213"/>
                  </a:lnTo>
                  <a:lnTo>
                    <a:pt x="130217" y="33896"/>
                  </a:lnTo>
                  <a:lnTo>
                    <a:pt x="119730" y="12124"/>
                  </a:lnTo>
                  <a:lnTo>
                    <a:pt x="119069" y="6554"/>
                  </a:lnTo>
                  <a:lnTo>
                    <a:pt x="121659" y="868"/>
                  </a:lnTo>
                  <a:lnTo>
                    <a:pt x="112610" y="0"/>
                  </a:lnTo>
                  <a:lnTo>
                    <a:pt x="103436" y="1525"/>
                  </a:lnTo>
                  <a:lnTo>
                    <a:pt x="98332" y="4755"/>
                  </a:lnTo>
                  <a:lnTo>
                    <a:pt x="82326" y="20506"/>
                  </a:lnTo>
                  <a:lnTo>
                    <a:pt x="69960" y="29838"/>
                  </a:lnTo>
                  <a:lnTo>
                    <a:pt x="63043" y="39274"/>
                  </a:lnTo>
                  <a:lnTo>
                    <a:pt x="57387" y="50338"/>
                  </a:lnTo>
                  <a:lnTo>
                    <a:pt x="28513" y="99095"/>
                  </a:lnTo>
                  <a:lnTo>
                    <a:pt x="21611" y="107319"/>
                  </a:lnTo>
                  <a:lnTo>
                    <a:pt x="9699" y="117617"/>
                  </a:lnTo>
                  <a:lnTo>
                    <a:pt x="1644" y="133114"/>
                  </a:lnTo>
                  <a:lnTo>
                    <a:pt x="0" y="149693"/>
                  </a:lnTo>
                  <a:lnTo>
                    <a:pt x="5092" y="181256"/>
                  </a:lnTo>
                  <a:lnTo>
                    <a:pt x="9732" y="187859"/>
                  </a:lnTo>
                  <a:lnTo>
                    <a:pt x="19234" y="197753"/>
                  </a:lnTo>
                  <a:lnTo>
                    <a:pt x="23682" y="201201"/>
                  </a:lnTo>
                  <a:lnTo>
                    <a:pt x="28983" y="201393"/>
                  </a:lnTo>
                  <a:lnTo>
                    <a:pt x="34567" y="199641"/>
                  </a:lnTo>
                  <a:lnTo>
                    <a:pt x="46065" y="200011"/>
                  </a:lnTo>
                  <a:lnTo>
                    <a:pt x="57824" y="196678"/>
                  </a:lnTo>
                  <a:lnTo>
                    <a:pt x="69802" y="196042"/>
                  </a:lnTo>
                  <a:lnTo>
                    <a:pt x="81873" y="198827"/>
                  </a:lnTo>
                  <a:lnTo>
                    <a:pt x="92031" y="198827"/>
                  </a:lnTo>
                  <a:lnTo>
                    <a:pt x="124135" y="189884"/>
                  </a:lnTo>
                  <a:lnTo>
                    <a:pt x="144391" y="177500"/>
                  </a:lnTo>
                  <a:lnTo>
                    <a:pt x="154533" y="166867"/>
                  </a:lnTo>
                  <a:lnTo>
                    <a:pt x="165571" y="158239"/>
                  </a:lnTo>
                  <a:lnTo>
                    <a:pt x="167342" y="15745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3" name="pl11">
              <a:extLst>
                <a:ext uri="{FF2B5EF4-FFF2-40B4-BE49-F238E27FC236}">
                  <a16:creationId xmlns:a16="http://schemas.microsoft.com/office/drawing/2014/main" id="{D08F3987-73D1-EB2F-1F7F-AD7C4E2DB8A8}"/>
                </a:ext>
              </a:extLst>
            </p:cNvPr>
            <p:cNvSpPr/>
            <p:nvPr/>
          </p:nvSpPr>
          <p:spPr>
            <a:xfrm>
              <a:off x="6556603" y="2489371"/>
              <a:ext cx="266281" cy="153395"/>
            </a:xfrm>
            <a:custGeom>
              <a:avLst/>
              <a:gdLst/>
              <a:ahLst/>
              <a:cxnLst/>
              <a:rect l="0" t="0" r="0" b="0"/>
              <a:pathLst>
                <a:path w="266281" h="153395">
                  <a:moveTo>
                    <a:pt x="250631" y="80484"/>
                  </a:moveTo>
                  <a:lnTo>
                    <a:pt x="221587" y="81736"/>
                  </a:lnTo>
                  <a:lnTo>
                    <a:pt x="192620" y="84377"/>
                  </a:lnTo>
                  <a:lnTo>
                    <a:pt x="189254" y="85657"/>
                  </a:lnTo>
                  <a:lnTo>
                    <a:pt x="161052" y="88818"/>
                  </a:lnTo>
                  <a:lnTo>
                    <a:pt x="142544" y="89591"/>
                  </a:lnTo>
                  <a:lnTo>
                    <a:pt x="125009" y="84268"/>
                  </a:lnTo>
                  <a:lnTo>
                    <a:pt x="115769" y="77535"/>
                  </a:lnTo>
                  <a:lnTo>
                    <a:pt x="110791" y="77008"/>
                  </a:lnTo>
                  <a:lnTo>
                    <a:pt x="105938" y="78144"/>
                  </a:lnTo>
                  <a:lnTo>
                    <a:pt x="97222" y="72999"/>
                  </a:lnTo>
                  <a:lnTo>
                    <a:pt x="80764" y="70016"/>
                  </a:lnTo>
                  <a:lnTo>
                    <a:pt x="74545" y="81422"/>
                  </a:lnTo>
                  <a:lnTo>
                    <a:pt x="69261" y="85048"/>
                  </a:lnTo>
                  <a:lnTo>
                    <a:pt x="66234" y="83077"/>
                  </a:lnTo>
                  <a:lnTo>
                    <a:pt x="63737" y="79547"/>
                  </a:lnTo>
                  <a:lnTo>
                    <a:pt x="55682" y="77460"/>
                  </a:lnTo>
                  <a:lnTo>
                    <a:pt x="59032" y="73273"/>
                  </a:lnTo>
                  <a:lnTo>
                    <a:pt x="60365" y="68551"/>
                  </a:lnTo>
                  <a:lnTo>
                    <a:pt x="58622" y="63420"/>
                  </a:lnTo>
                  <a:lnTo>
                    <a:pt x="55966" y="59198"/>
                  </a:lnTo>
                  <a:lnTo>
                    <a:pt x="35278" y="40095"/>
                  </a:lnTo>
                  <a:lnTo>
                    <a:pt x="47185" y="20820"/>
                  </a:lnTo>
                  <a:lnTo>
                    <a:pt x="45420" y="11186"/>
                  </a:lnTo>
                  <a:lnTo>
                    <a:pt x="45835" y="0"/>
                  </a:lnTo>
                  <a:lnTo>
                    <a:pt x="27551" y="14950"/>
                  </a:lnTo>
                  <a:lnTo>
                    <a:pt x="20130" y="22462"/>
                  </a:lnTo>
                  <a:lnTo>
                    <a:pt x="13781" y="31645"/>
                  </a:lnTo>
                  <a:lnTo>
                    <a:pt x="5431" y="40964"/>
                  </a:lnTo>
                  <a:lnTo>
                    <a:pt x="0" y="51843"/>
                  </a:lnTo>
                  <a:lnTo>
                    <a:pt x="1688" y="58952"/>
                  </a:lnTo>
                  <a:lnTo>
                    <a:pt x="18742" y="60272"/>
                  </a:lnTo>
                  <a:lnTo>
                    <a:pt x="29890" y="64720"/>
                  </a:lnTo>
                  <a:lnTo>
                    <a:pt x="33190" y="69988"/>
                  </a:lnTo>
                  <a:lnTo>
                    <a:pt x="32710" y="89140"/>
                  </a:lnTo>
                  <a:lnTo>
                    <a:pt x="42906" y="92027"/>
                  </a:lnTo>
                  <a:lnTo>
                    <a:pt x="60720" y="91562"/>
                  </a:lnTo>
                  <a:lnTo>
                    <a:pt x="72124" y="93040"/>
                  </a:lnTo>
                  <a:lnTo>
                    <a:pt x="73032" y="94894"/>
                  </a:lnTo>
                  <a:lnTo>
                    <a:pt x="71611" y="96858"/>
                  </a:lnTo>
                  <a:lnTo>
                    <a:pt x="67436" y="97282"/>
                  </a:lnTo>
                  <a:lnTo>
                    <a:pt x="75130" y="108250"/>
                  </a:lnTo>
                  <a:lnTo>
                    <a:pt x="85288" y="116461"/>
                  </a:lnTo>
                  <a:lnTo>
                    <a:pt x="93359" y="119437"/>
                  </a:lnTo>
                  <a:lnTo>
                    <a:pt x="126069" y="127278"/>
                  </a:lnTo>
                  <a:lnTo>
                    <a:pt x="133135" y="126354"/>
                  </a:lnTo>
                  <a:lnTo>
                    <a:pt x="139927" y="122365"/>
                  </a:lnTo>
                  <a:lnTo>
                    <a:pt x="126719" y="120730"/>
                  </a:lnTo>
                  <a:lnTo>
                    <a:pt x="135233" y="115585"/>
                  </a:lnTo>
                  <a:lnTo>
                    <a:pt x="143932" y="113327"/>
                  </a:lnTo>
                  <a:lnTo>
                    <a:pt x="150659" y="107367"/>
                  </a:lnTo>
                  <a:lnTo>
                    <a:pt x="159435" y="104425"/>
                  </a:lnTo>
                  <a:lnTo>
                    <a:pt x="157572" y="107819"/>
                  </a:lnTo>
                  <a:lnTo>
                    <a:pt x="151102" y="110946"/>
                  </a:lnTo>
                  <a:lnTo>
                    <a:pt x="150719" y="117377"/>
                  </a:lnTo>
                  <a:lnTo>
                    <a:pt x="155342" y="122140"/>
                  </a:lnTo>
                  <a:lnTo>
                    <a:pt x="162326" y="121407"/>
                  </a:lnTo>
                  <a:lnTo>
                    <a:pt x="168828" y="131438"/>
                  </a:lnTo>
                  <a:lnTo>
                    <a:pt x="154555" y="139423"/>
                  </a:lnTo>
                  <a:lnTo>
                    <a:pt x="157626" y="140566"/>
                  </a:lnTo>
                  <a:lnTo>
                    <a:pt x="167823" y="139190"/>
                  </a:lnTo>
                  <a:lnTo>
                    <a:pt x="170637" y="148564"/>
                  </a:lnTo>
                  <a:lnTo>
                    <a:pt x="178861" y="152512"/>
                  </a:lnTo>
                  <a:lnTo>
                    <a:pt x="185768" y="153395"/>
                  </a:lnTo>
                  <a:lnTo>
                    <a:pt x="209473" y="151937"/>
                  </a:lnTo>
                  <a:lnTo>
                    <a:pt x="215434" y="148797"/>
                  </a:lnTo>
                  <a:lnTo>
                    <a:pt x="212691" y="145540"/>
                  </a:lnTo>
                  <a:lnTo>
                    <a:pt x="208139" y="144739"/>
                  </a:lnTo>
                  <a:lnTo>
                    <a:pt x="208593" y="135030"/>
                  </a:lnTo>
                  <a:lnTo>
                    <a:pt x="207161" y="125506"/>
                  </a:lnTo>
                  <a:lnTo>
                    <a:pt x="210063" y="120326"/>
                  </a:lnTo>
                  <a:lnTo>
                    <a:pt x="233128" y="109755"/>
                  </a:lnTo>
                  <a:lnTo>
                    <a:pt x="249713" y="98958"/>
                  </a:lnTo>
                  <a:lnTo>
                    <a:pt x="266281" y="89680"/>
                  </a:lnTo>
                  <a:lnTo>
                    <a:pt x="264363" y="86300"/>
                  </a:lnTo>
                  <a:lnTo>
                    <a:pt x="260625" y="83495"/>
                  </a:lnTo>
                  <a:lnTo>
                    <a:pt x="250631" y="8048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4" name="pl12">
              <a:extLst>
                <a:ext uri="{FF2B5EF4-FFF2-40B4-BE49-F238E27FC236}">
                  <a16:creationId xmlns:a16="http://schemas.microsoft.com/office/drawing/2014/main" id="{7E6D7F5B-E2EB-7AFE-B306-37E659ADF054}"/>
                </a:ext>
              </a:extLst>
            </p:cNvPr>
            <p:cNvSpPr/>
            <p:nvPr/>
          </p:nvSpPr>
          <p:spPr>
            <a:xfrm>
              <a:off x="5479019" y="3317325"/>
              <a:ext cx="238237" cy="81627"/>
            </a:xfrm>
            <a:custGeom>
              <a:avLst/>
              <a:gdLst/>
              <a:ahLst/>
              <a:cxnLst/>
              <a:rect l="0" t="0" r="0" b="0"/>
              <a:pathLst>
                <a:path w="238237" h="81627">
                  <a:moveTo>
                    <a:pt x="216003" y="19336"/>
                  </a:moveTo>
                  <a:lnTo>
                    <a:pt x="210478" y="14231"/>
                  </a:lnTo>
                  <a:lnTo>
                    <a:pt x="206828" y="14888"/>
                  </a:lnTo>
                  <a:lnTo>
                    <a:pt x="195238" y="18070"/>
                  </a:lnTo>
                  <a:lnTo>
                    <a:pt x="181637" y="25343"/>
                  </a:lnTo>
                  <a:lnTo>
                    <a:pt x="175779" y="30721"/>
                  </a:lnTo>
                  <a:lnTo>
                    <a:pt x="169593" y="33383"/>
                  </a:lnTo>
                  <a:lnTo>
                    <a:pt x="162402" y="32466"/>
                  </a:lnTo>
                  <a:lnTo>
                    <a:pt x="170358" y="23400"/>
                  </a:lnTo>
                  <a:lnTo>
                    <a:pt x="179577" y="16044"/>
                  </a:lnTo>
                  <a:lnTo>
                    <a:pt x="196730" y="0"/>
                  </a:lnTo>
                  <a:lnTo>
                    <a:pt x="185713" y="3852"/>
                  </a:lnTo>
                  <a:lnTo>
                    <a:pt x="166566" y="17659"/>
                  </a:lnTo>
                  <a:lnTo>
                    <a:pt x="157451" y="22586"/>
                  </a:lnTo>
                  <a:lnTo>
                    <a:pt x="134654" y="25357"/>
                  </a:lnTo>
                  <a:lnTo>
                    <a:pt x="111714" y="26212"/>
                  </a:lnTo>
                  <a:lnTo>
                    <a:pt x="103042" y="27485"/>
                  </a:lnTo>
                  <a:lnTo>
                    <a:pt x="94698" y="31275"/>
                  </a:lnTo>
                  <a:lnTo>
                    <a:pt x="84365" y="32062"/>
                  </a:lnTo>
                  <a:lnTo>
                    <a:pt x="73786" y="29318"/>
                  </a:lnTo>
                  <a:lnTo>
                    <a:pt x="69922" y="29695"/>
                  </a:lnTo>
                  <a:lnTo>
                    <a:pt x="66157" y="31706"/>
                  </a:lnTo>
                  <a:lnTo>
                    <a:pt x="60950" y="32657"/>
                  </a:lnTo>
                  <a:lnTo>
                    <a:pt x="51278" y="32705"/>
                  </a:lnTo>
                  <a:lnTo>
                    <a:pt x="47256" y="34587"/>
                  </a:lnTo>
                  <a:lnTo>
                    <a:pt x="43556" y="38083"/>
                  </a:lnTo>
                  <a:lnTo>
                    <a:pt x="42502" y="44139"/>
                  </a:lnTo>
                  <a:lnTo>
                    <a:pt x="37693" y="39657"/>
                  </a:lnTo>
                  <a:lnTo>
                    <a:pt x="30753" y="44747"/>
                  </a:lnTo>
                  <a:lnTo>
                    <a:pt x="17098" y="50639"/>
                  </a:lnTo>
                  <a:lnTo>
                    <a:pt x="7551" y="59930"/>
                  </a:lnTo>
                  <a:lnTo>
                    <a:pt x="3207" y="65842"/>
                  </a:lnTo>
                  <a:lnTo>
                    <a:pt x="0" y="72075"/>
                  </a:lnTo>
                  <a:lnTo>
                    <a:pt x="1918" y="80128"/>
                  </a:lnTo>
                  <a:lnTo>
                    <a:pt x="11529" y="77658"/>
                  </a:lnTo>
                  <a:lnTo>
                    <a:pt x="17551" y="70262"/>
                  </a:lnTo>
                  <a:lnTo>
                    <a:pt x="23431" y="69653"/>
                  </a:lnTo>
                  <a:lnTo>
                    <a:pt x="26059" y="71754"/>
                  </a:lnTo>
                  <a:lnTo>
                    <a:pt x="25819" y="74443"/>
                  </a:lnTo>
                  <a:lnTo>
                    <a:pt x="14824" y="81627"/>
                  </a:lnTo>
                  <a:lnTo>
                    <a:pt x="29688" y="78514"/>
                  </a:lnTo>
                  <a:lnTo>
                    <a:pt x="46010" y="77508"/>
                  </a:lnTo>
                  <a:lnTo>
                    <a:pt x="85780" y="68586"/>
                  </a:lnTo>
                  <a:lnTo>
                    <a:pt x="89922" y="70276"/>
                  </a:lnTo>
                  <a:lnTo>
                    <a:pt x="93753" y="69899"/>
                  </a:lnTo>
                  <a:lnTo>
                    <a:pt x="142036" y="52575"/>
                  </a:lnTo>
                  <a:lnTo>
                    <a:pt x="151747" y="50782"/>
                  </a:lnTo>
                  <a:lnTo>
                    <a:pt x="165233" y="45856"/>
                  </a:lnTo>
                  <a:lnTo>
                    <a:pt x="179500" y="38904"/>
                  </a:lnTo>
                  <a:lnTo>
                    <a:pt x="189473" y="36277"/>
                  </a:lnTo>
                  <a:lnTo>
                    <a:pt x="238237" y="12938"/>
                  </a:lnTo>
                  <a:lnTo>
                    <a:pt x="226964" y="15237"/>
                  </a:lnTo>
                  <a:lnTo>
                    <a:pt x="216003" y="1933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5" name="pl13">
              <a:extLst>
                <a:ext uri="{FF2B5EF4-FFF2-40B4-BE49-F238E27FC236}">
                  <a16:creationId xmlns:a16="http://schemas.microsoft.com/office/drawing/2014/main" id="{D02162B9-314A-808D-7F34-B1E9A4F2AB57}"/>
                </a:ext>
              </a:extLst>
            </p:cNvPr>
            <p:cNvSpPr/>
            <p:nvPr/>
          </p:nvSpPr>
          <p:spPr>
            <a:xfrm>
              <a:off x="7036216" y="2924918"/>
              <a:ext cx="13147" cy="6673"/>
            </a:xfrm>
            <a:custGeom>
              <a:avLst/>
              <a:gdLst/>
              <a:ahLst/>
              <a:cxnLst/>
              <a:rect l="0" t="0" r="0" b="0"/>
              <a:pathLst>
                <a:path w="13147" h="6673">
                  <a:moveTo>
                    <a:pt x="13147" y="1249"/>
                  </a:moveTo>
                  <a:lnTo>
                    <a:pt x="0" y="0"/>
                  </a:lnTo>
                  <a:lnTo>
                    <a:pt x="360" y="1997"/>
                  </a:lnTo>
                  <a:lnTo>
                    <a:pt x="8923" y="6547"/>
                  </a:lnTo>
                  <a:lnTo>
                    <a:pt x="13147" y="667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6" name="pl14">
              <a:extLst>
                <a:ext uri="{FF2B5EF4-FFF2-40B4-BE49-F238E27FC236}">
                  <a16:creationId xmlns:a16="http://schemas.microsoft.com/office/drawing/2014/main" id="{26F685B0-FAD0-70DA-788C-EC5F76D4D21A}"/>
                </a:ext>
              </a:extLst>
            </p:cNvPr>
            <p:cNvSpPr/>
            <p:nvPr/>
          </p:nvSpPr>
          <p:spPr>
            <a:xfrm>
              <a:off x="2904610" y="5141810"/>
              <a:ext cx="21966" cy="32753"/>
            </a:xfrm>
            <a:custGeom>
              <a:avLst/>
              <a:gdLst/>
              <a:ahLst/>
              <a:cxnLst/>
              <a:rect l="0" t="0" r="0" b="0"/>
              <a:pathLst>
                <a:path w="21966" h="32753">
                  <a:moveTo>
                    <a:pt x="21966" y="6178"/>
                  </a:moveTo>
                  <a:lnTo>
                    <a:pt x="19988" y="0"/>
                  </a:lnTo>
                  <a:lnTo>
                    <a:pt x="15300" y="2162"/>
                  </a:lnTo>
                  <a:lnTo>
                    <a:pt x="6420" y="16681"/>
                  </a:lnTo>
                  <a:lnTo>
                    <a:pt x="5415" y="21279"/>
                  </a:lnTo>
                  <a:lnTo>
                    <a:pt x="0" y="32753"/>
                  </a:lnTo>
                  <a:lnTo>
                    <a:pt x="2426" y="32411"/>
                  </a:lnTo>
                  <a:lnTo>
                    <a:pt x="12835" y="16380"/>
                  </a:lnTo>
                  <a:lnTo>
                    <a:pt x="21966" y="617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7" name="pl15">
              <a:extLst>
                <a:ext uri="{FF2B5EF4-FFF2-40B4-BE49-F238E27FC236}">
                  <a16:creationId xmlns:a16="http://schemas.microsoft.com/office/drawing/2014/main" id="{4599613B-73B0-4FB9-252B-F09DF6D20BF5}"/>
                </a:ext>
              </a:extLst>
            </p:cNvPr>
            <p:cNvSpPr/>
            <p:nvPr/>
          </p:nvSpPr>
          <p:spPr>
            <a:xfrm>
              <a:off x="3810245" y="4914793"/>
              <a:ext cx="7939" cy="12993"/>
            </a:xfrm>
            <a:custGeom>
              <a:avLst/>
              <a:gdLst/>
              <a:ahLst/>
              <a:cxnLst/>
              <a:rect l="0" t="0" r="0" b="0"/>
              <a:pathLst>
                <a:path w="7939" h="12993">
                  <a:moveTo>
                    <a:pt x="278" y="10194"/>
                  </a:moveTo>
                  <a:lnTo>
                    <a:pt x="0" y="12993"/>
                  </a:lnTo>
                  <a:lnTo>
                    <a:pt x="6076" y="5658"/>
                  </a:lnTo>
                  <a:lnTo>
                    <a:pt x="7939" y="0"/>
                  </a:lnTo>
                  <a:lnTo>
                    <a:pt x="4748" y="2853"/>
                  </a:lnTo>
                  <a:lnTo>
                    <a:pt x="278" y="1019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8" name="pl16">
              <a:extLst>
                <a:ext uri="{FF2B5EF4-FFF2-40B4-BE49-F238E27FC236}">
                  <a16:creationId xmlns:a16="http://schemas.microsoft.com/office/drawing/2014/main" id="{F5444015-15D5-B055-110E-3D3ADA6FFA1C}"/>
                </a:ext>
              </a:extLst>
            </p:cNvPr>
            <p:cNvSpPr/>
            <p:nvPr/>
          </p:nvSpPr>
          <p:spPr>
            <a:xfrm>
              <a:off x="3834949" y="4843148"/>
              <a:ext cx="18436" cy="8333"/>
            </a:xfrm>
            <a:custGeom>
              <a:avLst/>
              <a:gdLst/>
              <a:ahLst/>
              <a:cxnLst/>
              <a:rect l="0" t="0" r="0" b="0"/>
              <a:pathLst>
                <a:path w="18436" h="8333">
                  <a:moveTo>
                    <a:pt x="0" y="0"/>
                  </a:moveTo>
                  <a:lnTo>
                    <a:pt x="1092" y="2709"/>
                  </a:lnTo>
                  <a:lnTo>
                    <a:pt x="7120" y="5419"/>
                  </a:lnTo>
                  <a:lnTo>
                    <a:pt x="17032" y="8333"/>
                  </a:lnTo>
                  <a:lnTo>
                    <a:pt x="18436" y="6773"/>
                  </a:lnTo>
                  <a:lnTo>
                    <a:pt x="16661" y="4919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9" name="pl17">
              <a:extLst>
                <a:ext uri="{FF2B5EF4-FFF2-40B4-BE49-F238E27FC236}">
                  <a16:creationId xmlns:a16="http://schemas.microsoft.com/office/drawing/2014/main" id="{E35BD85C-3DE6-821A-B6DF-73A0CA189E48}"/>
                </a:ext>
              </a:extLst>
            </p:cNvPr>
            <p:cNvSpPr/>
            <p:nvPr/>
          </p:nvSpPr>
          <p:spPr>
            <a:xfrm>
              <a:off x="3880452" y="4841821"/>
              <a:ext cx="27409" cy="6000"/>
            </a:xfrm>
            <a:custGeom>
              <a:avLst/>
              <a:gdLst/>
              <a:ahLst/>
              <a:cxnLst/>
              <a:rect l="0" t="0" r="0" b="0"/>
              <a:pathLst>
                <a:path w="27409" h="6000">
                  <a:moveTo>
                    <a:pt x="23152" y="0"/>
                  </a:moveTo>
                  <a:lnTo>
                    <a:pt x="5857" y="2661"/>
                  </a:lnTo>
                  <a:lnTo>
                    <a:pt x="0" y="4666"/>
                  </a:lnTo>
                  <a:lnTo>
                    <a:pt x="2967" y="5720"/>
                  </a:lnTo>
                  <a:lnTo>
                    <a:pt x="17562" y="6000"/>
                  </a:lnTo>
                  <a:lnTo>
                    <a:pt x="27409" y="2996"/>
                  </a:lnTo>
                  <a:lnTo>
                    <a:pt x="2315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0" name="pl18">
              <a:extLst>
                <a:ext uri="{FF2B5EF4-FFF2-40B4-BE49-F238E27FC236}">
                  <a16:creationId xmlns:a16="http://schemas.microsoft.com/office/drawing/2014/main" id="{0B57FDEA-A871-E62A-2AC8-AA9D49B14F4F}"/>
                </a:ext>
              </a:extLst>
            </p:cNvPr>
            <p:cNvSpPr/>
            <p:nvPr/>
          </p:nvSpPr>
          <p:spPr>
            <a:xfrm>
              <a:off x="5083985" y="5569188"/>
              <a:ext cx="32764" cy="12596"/>
            </a:xfrm>
            <a:custGeom>
              <a:avLst/>
              <a:gdLst/>
              <a:ahLst/>
              <a:cxnLst/>
              <a:rect l="0" t="0" r="0" b="0"/>
              <a:pathLst>
                <a:path w="32764" h="12596">
                  <a:moveTo>
                    <a:pt x="12382" y="321"/>
                  </a:moveTo>
                  <a:lnTo>
                    <a:pt x="3868" y="3551"/>
                  </a:lnTo>
                  <a:lnTo>
                    <a:pt x="0" y="7423"/>
                  </a:lnTo>
                  <a:lnTo>
                    <a:pt x="2316" y="9729"/>
                  </a:lnTo>
                  <a:lnTo>
                    <a:pt x="11349" y="12596"/>
                  </a:lnTo>
                  <a:lnTo>
                    <a:pt x="23988" y="9688"/>
                  </a:lnTo>
                  <a:lnTo>
                    <a:pt x="32764" y="5487"/>
                  </a:lnTo>
                  <a:lnTo>
                    <a:pt x="32043" y="3817"/>
                  </a:lnTo>
                  <a:lnTo>
                    <a:pt x="26054" y="0"/>
                  </a:lnTo>
                  <a:lnTo>
                    <a:pt x="12382" y="32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1" name="pl19">
              <a:extLst>
                <a:ext uri="{FF2B5EF4-FFF2-40B4-BE49-F238E27FC236}">
                  <a16:creationId xmlns:a16="http://schemas.microsoft.com/office/drawing/2014/main" id="{543355BD-3EAD-C600-0039-1DE7141C9811}"/>
                </a:ext>
              </a:extLst>
            </p:cNvPr>
            <p:cNvSpPr/>
            <p:nvPr/>
          </p:nvSpPr>
          <p:spPr>
            <a:xfrm>
              <a:off x="4683853" y="5614524"/>
              <a:ext cx="23152" cy="9298"/>
            </a:xfrm>
            <a:custGeom>
              <a:avLst/>
              <a:gdLst/>
              <a:ahLst/>
              <a:cxnLst/>
              <a:rect l="0" t="0" r="0" b="0"/>
              <a:pathLst>
                <a:path w="23152" h="9298">
                  <a:moveTo>
                    <a:pt x="5830" y="3544"/>
                  </a:moveTo>
                  <a:lnTo>
                    <a:pt x="0" y="6862"/>
                  </a:lnTo>
                  <a:lnTo>
                    <a:pt x="5300" y="9298"/>
                  </a:lnTo>
                  <a:lnTo>
                    <a:pt x="10426" y="5980"/>
                  </a:lnTo>
                  <a:lnTo>
                    <a:pt x="16611" y="4426"/>
                  </a:lnTo>
                  <a:lnTo>
                    <a:pt x="23152" y="0"/>
                  </a:lnTo>
                  <a:lnTo>
                    <a:pt x="5830" y="354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2" name="pl20">
              <a:extLst>
                <a:ext uri="{FF2B5EF4-FFF2-40B4-BE49-F238E27FC236}">
                  <a16:creationId xmlns:a16="http://schemas.microsoft.com/office/drawing/2014/main" id="{2D5647C0-7699-9993-4730-E5F9EC5016D4}"/>
                </a:ext>
              </a:extLst>
            </p:cNvPr>
            <p:cNvSpPr/>
            <p:nvPr/>
          </p:nvSpPr>
          <p:spPr>
            <a:xfrm>
              <a:off x="5183361" y="4221555"/>
              <a:ext cx="14289" cy="6671"/>
            </a:xfrm>
            <a:custGeom>
              <a:avLst/>
              <a:gdLst/>
              <a:ahLst/>
              <a:cxnLst/>
              <a:rect l="0" t="0" r="0" b="0"/>
              <a:pathLst>
                <a:path w="14289" h="6671">
                  <a:moveTo>
                    <a:pt x="5781" y="786"/>
                  </a:moveTo>
                  <a:lnTo>
                    <a:pt x="14289" y="6342"/>
                  </a:lnTo>
                  <a:lnTo>
                    <a:pt x="11797" y="6671"/>
                  </a:lnTo>
                  <a:lnTo>
                    <a:pt x="7398" y="5124"/>
                  </a:lnTo>
                  <a:lnTo>
                    <a:pt x="1338" y="2168"/>
                  </a:lnTo>
                  <a:lnTo>
                    <a:pt x="0" y="0"/>
                  </a:lnTo>
                  <a:lnTo>
                    <a:pt x="5781" y="78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3" name="pl21">
              <a:extLst>
                <a:ext uri="{FF2B5EF4-FFF2-40B4-BE49-F238E27FC236}">
                  <a16:creationId xmlns:a16="http://schemas.microsoft.com/office/drawing/2014/main" id="{E45256E7-FDFA-FB24-BAD4-44A37211CAFD}"/>
                </a:ext>
              </a:extLst>
            </p:cNvPr>
            <p:cNvSpPr/>
            <p:nvPr/>
          </p:nvSpPr>
          <p:spPr>
            <a:xfrm>
              <a:off x="5487019" y="2679502"/>
              <a:ext cx="54217" cy="36899"/>
            </a:xfrm>
            <a:custGeom>
              <a:avLst/>
              <a:gdLst/>
              <a:ahLst/>
              <a:cxnLst/>
              <a:rect l="0" t="0" r="0" b="0"/>
              <a:pathLst>
                <a:path w="54217" h="36899">
                  <a:moveTo>
                    <a:pt x="30562" y="20081"/>
                  </a:moveTo>
                  <a:lnTo>
                    <a:pt x="12043" y="26486"/>
                  </a:lnTo>
                  <a:lnTo>
                    <a:pt x="0" y="36899"/>
                  </a:lnTo>
                  <a:lnTo>
                    <a:pt x="4513" y="36824"/>
                  </a:lnTo>
                  <a:lnTo>
                    <a:pt x="20726" y="33225"/>
                  </a:lnTo>
                  <a:lnTo>
                    <a:pt x="35475" y="35818"/>
                  </a:lnTo>
                  <a:lnTo>
                    <a:pt x="44097" y="33020"/>
                  </a:lnTo>
                  <a:lnTo>
                    <a:pt x="45759" y="30112"/>
                  </a:lnTo>
                  <a:lnTo>
                    <a:pt x="47190" y="22182"/>
                  </a:lnTo>
                  <a:lnTo>
                    <a:pt x="54217" y="0"/>
                  </a:lnTo>
                  <a:lnTo>
                    <a:pt x="49026" y="499"/>
                  </a:lnTo>
                  <a:lnTo>
                    <a:pt x="30562" y="2008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4" name="pl22">
              <a:extLst>
                <a:ext uri="{FF2B5EF4-FFF2-40B4-BE49-F238E27FC236}">
                  <a16:creationId xmlns:a16="http://schemas.microsoft.com/office/drawing/2014/main" id="{44AAC6F4-8D81-4684-3B1F-AF57F976BBBC}"/>
                </a:ext>
              </a:extLst>
            </p:cNvPr>
            <p:cNvSpPr/>
            <p:nvPr/>
          </p:nvSpPr>
          <p:spPr>
            <a:xfrm>
              <a:off x="5498527" y="2680939"/>
              <a:ext cx="31934" cy="18159"/>
            </a:xfrm>
            <a:custGeom>
              <a:avLst/>
              <a:gdLst/>
              <a:ahLst/>
              <a:cxnLst/>
              <a:rect l="0" t="0" r="0" b="0"/>
              <a:pathLst>
                <a:path w="31934" h="18159">
                  <a:moveTo>
                    <a:pt x="18174" y="15271"/>
                  </a:moveTo>
                  <a:lnTo>
                    <a:pt x="31934" y="0"/>
                  </a:lnTo>
                  <a:lnTo>
                    <a:pt x="14890" y="3174"/>
                  </a:lnTo>
                  <a:lnTo>
                    <a:pt x="0" y="16941"/>
                  </a:lnTo>
                  <a:lnTo>
                    <a:pt x="4677" y="18159"/>
                  </a:lnTo>
                  <a:lnTo>
                    <a:pt x="18174" y="1527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5" name="pl23">
              <a:extLst>
                <a:ext uri="{FF2B5EF4-FFF2-40B4-BE49-F238E27FC236}">
                  <a16:creationId xmlns:a16="http://schemas.microsoft.com/office/drawing/2014/main" id="{3776EE30-44F3-5E96-4576-C7803D362BAD}"/>
                </a:ext>
              </a:extLst>
            </p:cNvPr>
            <p:cNvSpPr/>
            <p:nvPr/>
          </p:nvSpPr>
          <p:spPr>
            <a:xfrm>
              <a:off x="6928304" y="2697353"/>
              <a:ext cx="18945" cy="13397"/>
            </a:xfrm>
            <a:custGeom>
              <a:avLst/>
              <a:gdLst/>
              <a:ahLst/>
              <a:cxnLst/>
              <a:rect l="0" t="0" r="0" b="0"/>
              <a:pathLst>
                <a:path w="18945" h="13397">
                  <a:moveTo>
                    <a:pt x="6240" y="0"/>
                  </a:moveTo>
                  <a:lnTo>
                    <a:pt x="0" y="2736"/>
                  </a:lnTo>
                  <a:lnTo>
                    <a:pt x="622" y="5610"/>
                  </a:lnTo>
                  <a:lnTo>
                    <a:pt x="7748" y="11392"/>
                  </a:lnTo>
                  <a:lnTo>
                    <a:pt x="8825" y="13397"/>
                  </a:lnTo>
                  <a:lnTo>
                    <a:pt x="13447" y="12247"/>
                  </a:lnTo>
                  <a:lnTo>
                    <a:pt x="14404" y="8662"/>
                  </a:lnTo>
                  <a:lnTo>
                    <a:pt x="18945" y="1409"/>
                  </a:lnTo>
                  <a:lnTo>
                    <a:pt x="624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6" name="pl24">
              <a:extLst>
                <a:ext uri="{FF2B5EF4-FFF2-40B4-BE49-F238E27FC236}">
                  <a16:creationId xmlns:a16="http://schemas.microsoft.com/office/drawing/2014/main" id="{61F8E6FB-BD70-5F6B-977E-AC873D234FF8}"/>
                </a:ext>
              </a:extLst>
            </p:cNvPr>
            <p:cNvSpPr/>
            <p:nvPr/>
          </p:nvSpPr>
          <p:spPr>
            <a:xfrm>
              <a:off x="6824611" y="2407367"/>
              <a:ext cx="68578" cy="59944"/>
            </a:xfrm>
            <a:custGeom>
              <a:avLst/>
              <a:gdLst/>
              <a:ahLst/>
              <a:cxnLst/>
              <a:rect l="0" t="0" r="0" b="0"/>
              <a:pathLst>
                <a:path w="68578" h="59944">
                  <a:moveTo>
                    <a:pt x="59622" y="11604"/>
                  </a:moveTo>
                  <a:lnTo>
                    <a:pt x="68578" y="1279"/>
                  </a:lnTo>
                  <a:lnTo>
                    <a:pt x="59786" y="0"/>
                  </a:lnTo>
                  <a:lnTo>
                    <a:pt x="51507" y="2100"/>
                  </a:lnTo>
                  <a:lnTo>
                    <a:pt x="42578" y="7416"/>
                  </a:lnTo>
                  <a:lnTo>
                    <a:pt x="20256" y="24898"/>
                  </a:lnTo>
                  <a:lnTo>
                    <a:pt x="9355" y="31056"/>
                  </a:lnTo>
                  <a:lnTo>
                    <a:pt x="0" y="57802"/>
                  </a:lnTo>
                  <a:lnTo>
                    <a:pt x="6431" y="59944"/>
                  </a:lnTo>
                  <a:lnTo>
                    <a:pt x="19535" y="59438"/>
                  </a:lnTo>
                  <a:lnTo>
                    <a:pt x="26382" y="54224"/>
                  </a:lnTo>
                  <a:lnTo>
                    <a:pt x="21579" y="53136"/>
                  </a:lnTo>
                  <a:lnTo>
                    <a:pt x="14502" y="53423"/>
                  </a:lnTo>
                  <a:lnTo>
                    <a:pt x="10540" y="50762"/>
                  </a:lnTo>
                  <a:lnTo>
                    <a:pt x="13617" y="42339"/>
                  </a:lnTo>
                  <a:lnTo>
                    <a:pt x="19813" y="35695"/>
                  </a:lnTo>
                  <a:lnTo>
                    <a:pt x="28808" y="30263"/>
                  </a:lnTo>
                  <a:lnTo>
                    <a:pt x="36283" y="20745"/>
                  </a:lnTo>
                  <a:lnTo>
                    <a:pt x="47682" y="12158"/>
                  </a:lnTo>
                  <a:lnTo>
                    <a:pt x="59622" y="1160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7" name="pl25">
              <a:extLst>
                <a:ext uri="{FF2B5EF4-FFF2-40B4-BE49-F238E27FC236}">
                  <a16:creationId xmlns:a16="http://schemas.microsoft.com/office/drawing/2014/main" id="{63F22A04-6981-CEAA-95D4-E1AEABFE54DF}"/>
                </a:ext>
              </a:extLst>
            </p:cNvPr>
            <p:cNvSpPr/>
            <p:nvPr/>
          </p:nvSpPr>
          <p:spPr>
            <a:xfrm>
              <a:off x="6525106" y="2373744"/>
              <a:ext cx="19693" cy="19493"/>
            </a:xfrm>
            <a:custGeom>
              <a:avLst/>
              <a:gdLst/>
              <a:ahLst/>
              <a:cxnLst/>
              <a:rect l="0" t="0" r="0" b="0"/>
              <a:pathLst>
                <a:path w="19693" h="19493">
                  <a:moveTo>
                    <a:pt x="13398" y="2866"/>
                  </a:moveTo>
                  <a:lnTo>
                    <a:pt x="10458" y="1997"/>
                  </a:lnTo>
                  <a:lnTo>
                    <a:pt x="2382" y="3318"/>
                  </a:lnTo>
                  <a:lnTo>
                    <a:pt x="2693" y="13054"/>
                  </a:lnTo>
                  <a:lnTo>
                    <a:pt x="0" y="18651"/>
                  </a:lnTo>
                  <a:lnTo>
                    <a:pt x="2229" y="19493"/>
                  </a:lnTo>
                  <a:lnTo>
                    <a:pt x="7081" y="18891"/>
                  </a:lnTo>
                  <a:lnTo>
                    <a:pt x="16863" y="10222"/>
                  </a:lnTo>
                  <a:lnTo>
                    <a:pt x="19693" y="0"/>
                  </a:lnTo>
                  <a:lnTo>
                    <a:pt x="13398" y="286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8" name="pl26">
              <a:extLst>
                <a:ext uri="{FF2B5EF4-FFF2-40B4-BE49-F238E27FC236}">
                  <a16:creationId xmlns:a16="http://schemas.microsoft.com/office/drawing/2014/main" id="{87FA6B31-EE81-E77D-A2C8-55B9EDD7A155}"/>
                </a:ext>
              </a:extLst>
            </p:cNvPr>
            <p:cNvSpPr/>
            <p:nvPr/>
          </p:nvSpPr>
          <p:spPr>
            <a:xfrm>
              <a:off x="6535543" y="2355941"/>
              <a:ext cx="12896" cy="14929"/>
            </a:xfrm>
            <a:custGeom>
              <a:avLst/>
              <a:gdLst/>
              <a:ahLst/>
              <a:cxnLst/>
              <a:rect l="0" t="0" r="0" b="0"/>
              <a:pathLst>
                <a:path w="12896" h="14929">
                  <a:moveTo>
                    <a:pt x="0" y="14929"/>
                  </a:moveTo>
                  <a:lnTo>
                    <a:pt x="12896" y="7690"/>
                  </a:lnTo>
                  <a:lnTo>
                    <a:pt x="12316" y="957"/>
                  </a:lnTo>
                  <a:lnTo>
                    <a:pt x="10196" y="0"/>
                  </a:lnTo>
                  <a:lnTo>
                    <a:pt x="8027" y="1217"/>
                  </a:lnTo>
                  <a:lnTo>
                    <a:pt x="5661" y="4036"/>
                  </a:lnTo>
                  <a:lnTo>
                    <a:pt x="0" y="1492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9" name="pl27">
              <a:extLst>
                <a:ext uri="{FF2B5EF4-FFF2-40B4-BE49-F238E27FC236}">
                  <a16:creationId xmlns:a16="http://schemas.microsoft.com/office/drawing/2014/main" id="{9E87053A-181B-898E-DF7A-F710C2887728}"/>
                </a:ext>
              </a:extLst>
            </p:cNvPr>
            <p:cNvSpPr/>
            <p:nvPr/>
          </p:nvSpPr>
          <p:spPr>
            <a:xfrm>
              <a:off x="5805283" y="2498546"/>
              <a:ext cx="32551" cy="18391"/>
            </a:xfrm>
            <a:custGeom>
              <a:avLst/>
              <a:gdLst/>
              <a:ahLst/>
              <a:cxnLst/>
              <a:rect l="0" t="0" r="0" b="0"/>
              <a:pathLst>
                <a:path w="32551" h="18391">
                  <a:moveTo>
                    <a:pt x="2426" y="13527"/>
                  </a:moveTo>
                  <a:lnTo>
                    <a:pt x="0" y="18391"/>
                  </a:lnTo>
                  <a:lnTo>
                    <a:pt x="10174" y="17256"/>
                  </a:lnTo>
                  <a:lnTo>
                    <a:pt x="22737" y="10728"/>
                  </a:lnTo>
                  <a:lnTo>
                    <a:pt x="32551" y="102"/>
                  </a:lnTo>
                  <a:lnTo>
                    <a:pt x="26524" y="0"/>
                  </a:lnTo>
                  <a:lnTo>
                    <a:pt x="16316" y="4857"/>
                  </a:lnTo>
                  <a:lnTo>
                    <a:pt x="2426" y="1352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0" name="pl28">
              <a:extLst>
                <a:ext uri="{FF2B5EF4-FFF2-40B4-BE49-F238E27FC236}">
                  <a16:creationId xmlns:a16="http://schemas.microsoft.com/office/drawing/2014/main" id="{DC1B8A5A-F249-1A50-546F-E8D45A098E18}"/>
                </a:ext>
              </a:extLst>
            </p:cNvPr>
            <p:cNvSpPr/>
            <p:nvPr/>
          </p:nvSpPr>
          <p:spPr>
            <a:xfrm>
              <a:off x="6341622" y="2863447"/>
              <a:ext cx="12732" cy="18877"/>
            </a:xfrm>
            <a:custGeom>
              <a:avLst/>
              <a:gdLst/>
              <a:ahLst/>
              <a:cxnLst/>
              <a:rect l="0" t="0" r="0" b="0"/>
              <a:pathLst>
                <a:path w="12732" h="18877">
                  <a:moveTo>
                    <a:pt x="0" y="18877"/>
                  </a:moveTo>
                  <a:lnTo>
                    <a:pt x="5633" y="13978"/>
                  </a:lnTo>
                  <a:lnTo>
                    <a:pt x="12732" y="0"/>
                  </a:lnTo>
                  <a:lnTo>
                    <a:pt x="8240" y="1826"/>
                  </a:lnTo>
                  <a:lnTo>
                    <a:pt x="1366" y="14074"/>
                  </a:lnTo>
                  <a:lnTo>
                    <a:pt x="0" y="1887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1" name="pl29">
              <a:extLst>
                <a:ext uri="{FF2B5EF4-FFF2-40B4-BE49-F238E27FC236}">
                  <a16:creationId xmlns:a16="http://schemas.microsoft.com/office/drawing/2014/main" id="{DAFDEAED-1138-0994-24C4-8212F4CB433D}"/>
                </a:ext>
              </a:extLst>
            </p:cNvPr>
            <p:cNvSpPr/>
            <p:nvPr/>
          </p:nvSpPr>
          <p:spPr>
            <a:xfrm>
              <a:off x="6075395" y="2882482"/>
              <a:ext cx="8934" cy="11200"/>
            </a:xfrm>
            <a:custGeom>
              <a:avLst/>
              <a:gdLst/>
              <a:ahLst/>
              <a:cxnLst/>
              <a:rect l="0" t="0" r="0" b="0"/>
              <a:pathLst>
                <a:path w="8934" h="11200">
                  <a:moveTo>
                    <a:pt x="1371" y="1046"/>
                  </a:moveTo>
                  <a:lnTo>
                    <a:pt x="0" y="3393"/>
                  </a:lnTo>
                  <a:lnTo>
                    <a:pt x="147" y="10304"/>
                  </a:lnTo>
                  <a:lnTo>
                    <a:pt x="4683" y="11200"/>
                  </a:lnTo>
                  <a:lnTo>
                    <a:pt x="8934" y="8429"/>
                  </a:lnTo>
                  <a:lnTo>
                    <a:pt x="5267" y="1943"/>
                  </a:lnTo>
                  <a:lnTo>
                    <a:pt x="2939" y="0"/>
                  </a:lnTo>
                  <a:lnTo>
                    <a:pt x="1371" y="104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2" name="pl30">
              <a:extLst>
                <a:ext uri="{FF2B5EF4-FFF2-40B4-BE49-F238E27FC236}">
                  <a16:creationId xmlns:a16="http://schemas.microsoft.com/office/drawing/2014/main" id="{5C6B7FD8-B8E4-4569-5143-F9E77FCDEE31}"/>
                </a:ext>
              </a:extLst>
            </p:cNvPr>
            <p:cNvSpPr/>
            <p:nvPr/>
          </p:nvSpPr>
          <p:spPr>
            <a:xfrm>
              <a:off x="6277502" y="2805528"/>
              <a:ext cx="16972" cy="24727"/>
            </a:xfrm>
            <a:custGeom>
              <a:avLst/>
              <a:gdLst/>
              <a:ahLst/>
              <a:cxnLst/>
              <a:rect l="0" t="0" r="0" b="0"/>
              <a:pathLst>
                <a:path w="16972" h="24727">
                  <a:moveTo>
                    <a:pt x="0" y="24727"/>
                  </a:moveTo>
                  <a:lnTo>
                    <a:pt x="15059" y="17317"/>
                  </a:lnTo>
                  <a:lnTo>
                    <a:pt x="16081" y="13390"/>
                  </a:lnTo>
                  <a:lnTo>
                    <a:pt x="16972" y="1956"/>
                  </a:lnTo>
                  <a:lnTo>
                    <a:pt x="10622" y="0"/>
                  </a:lnTo>
                  <a:lnTo>
                    <a:pt x="5857" y="5809"/>
                  </a:lnTo>
                  <a:lnTo>
                    <a:pt x="0" y="2472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3" name="pl31">
              <a:extLst>
                <a:ext uri="{FF2B5EF4-FFF2-40B4-BE49-F238E27FC236}">
                  <a16:creationId xmlns:a16="http://schemas.microsoft.com/office/drawing/2014/main" id="{08EA3C3B-ABD3-5104-F029-717235A686B9}"/>
                </a:ext>
              </a:extLst>
            </p:cNvPr>
            <p:cNvSpPr/>
            <p:nvPr/>
          </p:nvSpPr>
          <p:spPr>
            <a:xfrm>
              <a:off x="6107996" y="2854416"/>
              <a:ext cx="25119" cy="28976"/>
            </a:xfrm>
            <a:custGeom>
              <a:avLst/>
              <a:gdLst/>
              <a:ahLst/>
              <a:cxnLst/>
              <a:rect l="0" t="0" r="0" b="0"/>
              <a:pathLst>
                <a:path w="25119" h="28976">
                  <a:moveTo>
                    <a:pt x="12568" y="0"/>
                  </a:moveTo>
                  <a:lnTo>
                    <a:pt x="7240" y="3660"/>
                  </a:lnTo>
                  <a:lnTo>
                    <a:pt x="251" y="12924"/>
                  </a:lnTo>
                  <a:lnTo>
                    <a:pt x="0" y="22722"/>
                  </a:lnTo>
                  <a:lnTo>
                    <a:pt x="2901" y="25172"/>
                  </a:lnTo>
                  <a:lnTo>
                    <a:pt x="10814" y="28976"/>
                  </a:lnTo>
                  <a:lnTo>
                    <a:pt x="11611" y="26315"/>
                  </a:lnTo>
                  <a:lnTo>
                    <a:pt x="11464" y="18918"/>
                  </a:lnTo>
                  <a:lnTo>
                    <a:pt x="18606" y="20109"/>
                  </a:lnTo>
                  <a:lnTo>
                    <a:pt x="25119" y="17379"/>
                  </a:lnTo>
                  <a:lnTo>
                    <a:pt x="24710" y="12911"/>
                  </a:lnTo>
                  <a:lnTo>
                    <a:pt x="19436" y="2538"/>
                  </a:lnTo>
                  <a:lnTo>
                    <a:pt x="12568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4" name="pl32">
              <a:extLst>
                <a:ext uri="{FF2B5EF4-FFF2-40B4-BE49-F238E27FC236}">
                  <a16:creationId xmlns:a16="http://schemas.microsoft.com/office/drawing/2014/main" id="{803BEA88-0879-4EAF-50B0-5C13EE8833ED}"/>
                </a:ext>
              </a:extLst>
            </p:cNvPr>
            <p:cNvSpPr/>
            <p:nvPr/>
          </p:nvSpPr>
          <p:spPr>
            <a:xfrm>
              <a:off x="5773191" y="3258639"/>
              <a:ext cx="5475" cy="14724"/>
            </a:xfrm>
            <a:custGeom>
              <a:avLst/>
              <a:gdLst/>
              <a:ahLst/>
              <a:cxnLst/>
              <a:rect l="0" t="0" r="0" b="0"/>
              <a:pathLst>
                <a:path w="5475" h="14724">
                  <a:moveTo>
                    <a:pt x="1158" y="14724"/>
                  </a:moveTo>
                  <a:lnTo>
                    <a:pt x="4262" y="12131"/>
                  </a:lnTo>
                  <a:lnTo>
                    <a:pt x="5475" y="4139"/>
                  </a:lnTo>
                  <a:lnTo>
                    <a:pt x="4377" y="0"/>
                  </a:lnTo>
                  <a:lnTo>
                    <a:pt x="2174" y="177"/>
                  </a:lnTo>
                  <a:lnTo>
                    <a:pt x="0" y="7957"/>
                  </a:lnTo>
                  <a:lnTo>
                    <a:pt x="1158" y="1472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5" name="pl33">
              <a:extLst>
                <a:ext uri="{FF2B5EF4-FFF2-40B4-BE49-F238E27FC236}">
                  <a16:creationId xmlns:a16="http://schemas.microsoft.com/office/drawing/2014/main" id="{311D617E-33AB-F4D2-E846-CF95A2F42CA5}"/>
                </a:ext>
              </a:extLst>
            </p:cNvPr>
            <p:cNvSpPr/>
            <p:nvPr/>
          </p:nvSpPr>
          <p:spPr>
            <a:xfrm>
              <a:off x="5454271" y="3514428"/>
              <a:ext cx="16387" cy="30413"/>
            </a:xfrm>
            <a:custGeom>
              <a:avLst/>
              <a:gdLst/>
              <a:ahLst/>
              <a:cxnLst/>
              <a:rect l="0" t="0" r="0" b="0"/>
              <a:pathLst>
                <a:path w="16387" h="30413">
                  <a:moveTo>
                    <a:pt x="300" y="30413"/>
                  </a:moveTo>
                  <a:lnTo>
                    <a:pt x="13426" y="9202"/>
                  </a:lnTo>
                  <a:lnTo>
                    <a:pt x="16387" y="0"/>
                  </a:lnTo>
                  <a:lnTo>
                    <a:pt x="0" y="26335"/>
                  </a:lnTo>
                  <a:lnTo>
                    <a:pt x="300" y="3041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6" name="pl34">
              <a:extLst>
                <a:ext uri="{FF2B5EF4-FFF2-40B4-BE49-F238E27FC236}">
                  <a16:creationId xmlns:a16="http://schemas.microsoft.com/office/drawing/2014/main" id="{B9BC6503-D64A-1A2D-9E06-CFCD05FC289E}"/>
                </a:ext>
              </a:extLst>
            </p:cNvPr>
            <p:cNvSpPr/>
            <p:nvPr/>
          </p:nvSpPr>
          <p:spPr>
            <a:xfrm>
              <a:off x="5456205" y="3386629"/>
              <a:ext cx="18857" cy="19582"/>
            </a:xfrm>
            <a:custGeom>
              <a:avLst/>
              <a:gdLst/>
              <a:ahLst/>
              <a:cxnLst/>
              <a:rect l="0" t="0" r="0" b="0"/>
              <a:pathLst>
                <a:path w="18857" h="19582">
                  <a:moveTo>
                    <a:pt x="5338" y="6144"/>
                  </a:moveTo>
                  <a:lnTo>
                    <a:pt x="0" y="19582"/>
                  </a:lnTo>
                  <a:lnTo>
                    <a:pt x="5344" y="19000"/>
                  </a:lnTo>
                  <a:lnTo>
                    <a:pt x="10896" y="16339"/>
                  </a:lnTo>
                  <a:lnTo>
                    <a:pt x="17480" y="10085"/>
                  </a:lnTo>
                  <a:lnTo>
                    <a:pt x="18857" y="6027"/>
                  </a:lnTo>
                  <a:lnTo>
                    <a:pt x="18704" y="1279"/>
                  </a:lnTo>
                  <a:lnTo>
                    <a:pt x="15152" y="0"/>
                  </a:lnTo>
                  <a:lnTo>
                    <a:pt x="5338" y="614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7" name="pl35">
              <a:extLst>
                <a:ext uri="{FF2B5EF4-FFF2-40B4-BE49-F238E27FC236}">
                  <a16:creationId xmlns:a16="http://schemas.microsoft.com/office/drawing/2014/main" id="{DC6624E7-1F86-5D9F-F089-AFDC24F3A0A4}"/>
                </a:ext>
              </a:extLst>
            </p:cNvPr>
            <p:cNvSpPr/>
            <p:nvPr/>
          </p:nvSpPr>
          <p:spPr>
            <a:xfrm>
              <a:off x="6505156" y="4545704"/>
              <a:ext cx="21770" cy="17837"/>
            </a:xfrm>
            <a:custGeom>
              <a:avLst/>
              <a:gdLst/>
              <a:ahLst/>
              <a:cxnLst/>
              <a:rect l="0" t="0" r="0" b="0"/>
              <a:pathLst>
                <a:path w="21770" h="17837">
                  <a:moveTo>
                    <a:pt x="10256" y="11098"/>
                  </a:moveTo>
                  <a:lnTo>
                    <a:pt x="0" y="15839"/>
                  </a:lnTo>
                  <a:lnTo>
                    <a:pt x="1989" y="17461"/>
                  </a:lnTo>
                  <a:lnTo>
                    <a:pt x="4781" y="17837"/>
                  </a:lnTo>
                  <a:lnTo>
                    <a:pt x="14835" y="13095"/>
                  </a:lnTo>
                  <a:lnTo>
                    <a:pt x="21770" y="697"/>
                  </a:lnTo>
                  <a:lnTo>
                    <a:pt x="18824" y="0"/>
                  </a:lnTo>
                  <a:lnTo>
                    <a:pt x="10256" y="1109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8" name="pl36">
              <a:extLst>
                <a:ext uri="{FF2B5EF4-FFF2-40B4-BE49-F238E27FC236}">
                  <a16:creationId xmlns:a16="http://schemas.microsoft.com/office/drawing/2014/main" id="{FAC99D9B-2C92-529D-C3BE-3542255D272A}"/>
                </a:ext>
              </a:extLst>
            </p:cNvPr>
            <p:cNvSpPr/>
            <p:nvPr/>
          </p:nvSpPr>
          <p:spPr>
            <a:xfrm>
              <a:off x="5837452" y="3274698"/>
              <a:ext cx="35731" cy="18186"/>
            </a:xfrm>
            <a:custGeom>
              <a:avLst/>
              <a:gdLst/>
              <a:ahLst/>
              <a:cxnLst/>
              <a:rect l="0" t="0" r="0" b="0"/>
              <a:pathLst>
                <a:path w="35731" h="18186">
                  <a:moveTo>
                    <a:pt x="17398" y="1217"/>
                  </a:moveTo>
                  <a:lnTo>
                    <a:pt x="7688" y="11720"/>
                  </a:lnTo>
                  <a:lnTo>
                    <a:pt x="0" y="13766"/>
                  </a:lnTo>
                  <a:lnTo>
                    <a:pt x="4912" y="18186"/>
                  </a:lnTo>
                  <a:lnTo>
                    <a:pt x="35731" y="11337"/>
                  </a:lnTo>
                  <a:lnTo>
                    <a:pt x="34005" y="5945"/>
                  </a:lnTo>
                  <a:lnTo>
                    <a:pt x="23857" y="0"/>
                  </a:lnTo>
                  <a:lnTo>
                    <a:pt x="17398" y="121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9" name="pl37">
              <a:extLst>
                <a:ext uri="{FF2B5EF4-FFF2-40B4-BE49-F238E27FC236}">
                  <a16:creationId xmlns:a16="http://schemas.microsoft.com/office/drawing/2014/main" id="{40A15962-BC07-DF3E-CEA6-A9047451FEFF}"/>
                </a:ext>
              </a:extLst>
            </p:cNvPr>
            <p:cNvSpPr/>
            <p:nvPr/>
          </p:nvSpPr>
          <p:spPr>
            <a:xfrm>
              <a:off x="5779590" y="3247083"/>
              <a:ext cx="12781" cy="26581"/>
            </a:xfrm>
            <a:custGeom>
              <a:avLst/>
              <a:gdLst/>
              <a:ahLst/>
              <a:cxnLst/>
              <a:rect l="0" t="0" r="0" b="0"/>
              <a:pathLst>
                <a:path w="12781" h="26581">
                  <a:moveTo>
                    <a:pt x="0" y="25911"/>
                  </a:moveTo>
                  <a:lnTo>
                    <a:pt x="6191" y="26581"/>
                  </a:lnTo>
                  <a:lnTo>
                    <a:pt x="11732" y="22750"/>
                  </a:lnTo>
                  <a:lnTo>
                    <a:pt x="12781" y="0"/>
                  </a:lnTo>
                  <a:lnTo>
                    <a:pt x="9152" y="2251"/>
                  </a:lnTo>
                  <a:lnTo>
                    <a:pt x="7393" y="4803"/>
                  </a:lnTo>
                  <a:lnTo>
                    <a:pt x="4338" y="13143"/>
                  </a:lnTo>
                  <a:lnTo>
                    <a:pt x="3142" y="20738"/>
                  </a:lnTo>
                  <a:lnTo>
                    <a:pt x="0" y="2591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0" name="pl38">
              <a:extLst>
                <a:ext uri="{FF2B5EF4-FFF2-40B4-BE49-F238E27FC236}">
                  <a16:creationId xmlns:a16="http://schemas.microsoft.com/office/drawing/2014/main" id="{CEC0419E-9322-5930-E324-483DB459C8A5}"/>
                </a:ext>
              </a:extLst>
            </p:cNvPr>
            <p:cNvSpPr/>
            <p:nvPr/>
          </p:nvSpPr>
          <p:spPr>
            <a:xfrm>
              <a:off x="5904168" y="3283073"/>
              <a:ext cx="28551" cy="20738"/>
            </a:xfrm>
            <a:custGeom>
              <a:avLst/>
              <a:gdLst/>
              <a:ahLst/>
              <a:cxnLst/>
              <a:rect l="0" t="0" r="0" b="0"/>
              <a:pathLst>
                <a:path w="28551" h="20738">
                  <a:moveTo>
                    <a:pt x="19065" y="9668"/>
                  </a:moveTo>
                  <a:lnTo>
                    <a:pt x="16387" y="11193"/>
                  </a:lnTo>
                  <a:lnTo>
                    <a:pt x="0" y="15572"/>
                  </a:lnTo>
                  <a:lnTo>
                    <a:pt x="19917" y="20738"/>
                  </a:lnTo>
                  <a:lnTo>
                    <a:pt x="28551" y="18480"/>
                  </a:lnTo>
                  <a:lnTo>
                    <a:pt x="27693" y="13848"/>
                  </a:lnTo>
                  <a:lnTo>
                    <a:pt x="21469" y="0"/>
                  </a:lnTo>
                  <a:lnTo>
                    <a:pt x="21201" y="3229"/>
                  </a:lnTo>
                  <a:lnTo>
                    <a:pt x="19065" y="966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1" name="pl39">
              <a:extLst>
                <a:ext uri="{FF2B5EF4-FFF2-40B4-BE49-F238E27FC236}">
                  <a16:creationId xmlns:a16="http://schemas.microsoft.com/office/drawing/2014/main" id="{976F76C1-833B-A401-121E-6F20B12B9ED0}"/>
                </a:ext>
              </a:extLst>
            </p:cNvPr>
            <p:cNvSpPr/>
            <p:nvPr/>
          </p:nvSpPr>
          <p:spPr>
            <a:xfrm>
              <a:off x="5260552" y="4152887"/>
              <a:ext cx="22633" cy="9996"/>
            </a:xfrm>
            <a:custGeom>
              <a:avLst/>
              <a:gdLst/>
              <a:ahLst/>
              <a:cxnLst/>
              <a:rect l="0" t="0" r="0" b="0"/>
              <a:pathLst>
                <a:path w="22633" h="9996">
                  <a:moveTo>
                    <a:pt x="22633" y="0"/>
                  </a:moveTo>
                  <a:lnTo>
                    <a:pt x="13344" y="2251"/>
                  </a:lnTo>
                  <a:lnTo>
                    <a:pt x="0" y="9401"/>
                  </a:lnTo>
                  <a:lnTo>
                    <a:pt x="2295" y="9996"/>
                  </a:lnTo>
                  <a:lnTo>
                    <a:pt x="2263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2" name="pl40">
              <a:extLst>
                <a:ext uri="{FF2B5EF4-FFF2-40B4-BE49-F238E27FC236}">
                  <a16:creationId xmlns:a16="http://schemas.microsoft.com/office/drawing/2014/main" id="{B6EC62B8-B0CC-C78C-327F-D1A096A43463}"/>
                </a:ext>
              </a:extLst>
            </p:cNvPr>
            <p:cNvSpPr/>
            <p:nvPr/>
          </p:nvSpPr>
          <p:spPr>
            <a:xfrm>
              <a:off x="5290431" y="4046956"/>
              <a:ext cx="9120" cy="15490"/>
            </a:xfrm>
            <a:custGeom>
              <a:avLst/>
              <a:gdLst/>
              <a:ahLst/>
              <a:cxnLst/>
              <a:rect l="0" t="0" r="0" b="0"/>
              <a:pathLst>
                <a:path w="9120" h="15490">
                  <a:moveTo>
                    <a:pt x="7431" y="15490"/>
                  </a:moveTo>
                  <a:lnTo>
                    <a:pt x="9120" y="12644"/>
                  </a:lnTo>
                  <a:lnTo>
                    <a:pt x="9010" y="9175"/>
                  </a:lnTo>
                  <a:lnTo>
                    <a:pt x="7644" y="5008"/>
                  </a:lnTo>
                  <a:lnTo>
                    <a:pt x="0" y="0"/>
                  </a:lnTo>
                  <a:lnTo>
                    <a:pt x="7431" y="1549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3" name="pl41">
              <a:extLst>
                <a:ext uri="{FF2B5EF4-FFF2-40B4-BE49-F238E27FC236}">
                  <a16:creationId xmlns:a16="http://schemas.microsoft.com/office/drawing/2014/main" id="{4D50E182-62BA-C26D-3DDD-F1AC46168803}"/>
                </a:ext>
              </a:extLst>
            </p:cNvPr>
            <p:cNvSpPr/>
            <p:nvPr/>
          </p:nvSpPr>
          <p:spPr>
            <a:xfrm>
              <a:off x="5328332" y="3717381"/>
              <a:ext cx="31404" cy="59698"/>
            </a:xfrm>
            <a:custGeom>
              <a:avLst/>
              <a:gdLst/>
              <a:ahLst/>
              <a:cxnLst/>
              <a:rect l="0" t="0" r="0" b="0"/>
              <a:pathLst>
                <a:path w="31404" h="59698">
                  <a:moveTo>
                    <a:pt x="17070" y="31638"/>
                  </a:moveTo>
                  <a:lnTo>
                    <a:pt x="14103" y="36523"/>
                  </a:lnTo>
                  <a:lnTo>
                    <a:pt x="0" y="59698"/>
                  </a:lnTo>
                  <a:lnTo>
                    <a:pt x="5087" y="57426"/>
                  </a:lnTo>
                  <a:lnTo>
                    <a:pt x="17087" y="36126"/>
                  </a:lnTo>
                  <a:lnTo>
                    <a:pt x="19617" y="31624"/>
                  </a:lnTo>
                  <a:lnTo>
                    <a:pt x="27114" y="16476"/>
                  </a:lnTo>
                  <a:lnTo>
                    <a:pt x="31404" y="0"/>
                  </a:lnTo>
                  <a:lnTo>
                    <a:pt x="26983" y="8128"/>
                  </a:lnTo>
                  <a:lnTo>
                    <a:pt x="17070" y="3163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4" name="pl42">
              <a:extLst>
                <a:ext uri="{FF2B5EF4-FFF2-40B4-BE49-F238E27FC236}">
                  <a16:creationId xmlns:a16="http://schemas.microsoft.com/office/drawing/2014/main" id="{6196368C-6AA6-DCAC-F19D-72904E585D77}"/>
                </a:ext>
              </a:extLst>
            </p:cNvPr>
            <p:cNvSpPr/>
            <p:nvPr/>
          </p:nvSpPr>
          <p:spPr>
            <a:xfrm>
              <a:off x="5293464" y="4071759"/>
              <a:ext cx="26147" cy="77953"/>
            </a:xfrm>
            <a:custGeom>
              <a:avLst/>
              <a:gdLst/>
              <a:ahLst/>
              <a:cxnLst/>
              <a:rect l="0" t="0" r="0" b="0"/>
              <a:pathLst>
                <a:path w="26147" h="77953">
                  <a:moveTo>
                    <a:pt x="20879" y="0"/>
                  </a:moveTo>
                  <a:lnTo>
                    <a:pt x="20792" y="4727"/>
                  </a:lnTo>
                  <a:lnTo>
                    <a:pt x="23371" y="27608"/>
                  </a:lnTo>
                  <a:lnTo>
                    <a:pt x="22628" y="40587"/>
                  </a:lnTo>
                  <a:lnTo>
                    <a:pt x="17202" y="68736"/>
                  </a:lnTo>
                  <a:lnTo>
                    <a:pt x="0" y="76728"/>
                  </a:lnTo>
                  <a:lnTo>
                    <a:pt x="1322" y="77953"/>
                  </a:lnTo>
                  <a:lnTo>
                    <a:pt x="16333" y="74135"/>
                  </a:lnTo>
                  <a:lnTo>
                    <a:pt x="20229" y="68497"/>
                  </a:lnTo>
                  <a:lnTo>
                    <a:pt x="25218" y="44912"/>
                  </a:lnTo>
                  <a:lnTo>
                    <a:pt x="26147" y="28723"/>
                  </a:lnTo>
                  <a:lnTo>
                    <a:pt x="23677" y="7375"/>
                  </a:lnTo>
                  <a:lnTo>
                    <a:pt x="2087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5" name="pl43">
              <a:extLst>
                <a:ext uri="{FF2B5EF4-FFF2-40B4-BE49-F238E27FC236}">
                  <a16:creationId xmlns:a16="http://schemas.microsoft.com/office/drawing/2014/main" id="{371AB60D-1C24-D0F3-6FE5-E0F281522009}"/>
                </a:ext>
              </a:extLst>
            </p:cNvPr>
            <p:cNvSpPr/>
            <p:nvPr/>
          </p:nvSpPr>
          <p:spPr>
            <a:xfrm>
              <a:off x="5199629" y="4188097"/>
              <a:ext cx="35944" cy="43078"/>
            </a:xfrm>
            <a:custGeom>
              <a:avLst/>
              <a:gdLst/>
              <a:ahLst/>
              <a:cxnLst/>
              <a:rect l="0" t="0" r="0" b="0"/>
              <a:pathLst>
                <a:path w="35944" h="43078">
                  <a:moveTo>
                    <a:pt x="10245" y="25582"/>
                  </a:moveTo>
                  <a:lnTo>
                    <a:pt x="0" y="43078"/>
                  </a:lnTo>
                  <a:lnTo>
                    <a:pt x="2786" y="41470"/>
                  </a:lnTo>
                  <a:lnTo>
                    <a:pt x="19120" y="18952"/>
                  </a:lnTo>
                  <a:lnTo>
                    <a:pt x="35944" y="0"/>
                  </a:lnTo>
                  <a:lnTo>
                    <a:pt x="30480" y="3393"/>
                  </a:lnTo>
                  <a:lnTo>
                    <a:pt x="10245" y="2558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6" name="pl44">
              <a:extLst>
                <a:ext uri="{FF2B5EF4-FFF2-40B4-BE49-F238E27FC236}">
                  <a16:creationId xmlns:a16="http://schemas.microsoft.com/office/drawing/2014/main" id="{EC661565-7B4B-A03B-4928-69169A992DBB}"/>
                </a:ext>
              </a:extLst>
            </p:cNvPr>
            <p:cNvSpPr/>
            <p:nvPr/>
          </p:nvSpPr>
          <p:spPr>
            <a:xfrm>
              <a:off x="2930899" y="5106963"/>
              <a:ext cx="44491" cy="32671"/>
            </a:xfrm>
            <a:custGeom>
              <a:avLst/>
              <a:gdLst/>
              <a:ahLst/>
              <a:cxnLst/>
              <a:rect l="0" t="0" r="0" b="0"/>
              <a:pathLst>
                <a:path w="44491" h="32671">
                  <a:moveTo>
                    <a:pt x="31535" y="6746"/>
                  </a:moveTo>
                  <a:lnTo>
                    <a:pt x="13371" y="21286"/>
                  </a:lnTo>
                  <a:lnTo>
                    <a:pt x="5092" y="25104"/>
                  </a:lnTo>
                  <a:lnTo>
                    <a:pt x="0" y="32671"/>
                  </a:lnTo>
                  <a:lnTo>
                    <a:pt x="4109" y="32089"/>
                  </a:lnTo>
                  <a:lnTo>
                    <a:pt x="28786" y="14854"/>
                  </a:lnTo>
                  <a:lnTo>
                    <a:pt x="43398" y="6137"/>
                  </a:lnTo>
                  <a:lnTo>
                    <a:pt x="44491" y="0"/>
                  </a:lnTo>
                  <a:lnTo>
                    <a:pt x="42802" y="738"/>
                  </a:lnTo>
                  <a:lnTo>
                    <a:pt x="38944" y="5747"/>
                  </a:lnTo>
                  <a:lnTo>
                    <a:pt x="31535" y="674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7" name="pl45">
              <a:extLst>
                <a:ext uri="{FF2B5EF4-FFF2-40B4-BE49-F238E27FC236}">
                  <a16:creationId xmlns:a16="http://schemas.microsoft.com/office/drawing/2014/main" id="{E46362AE-4846-D41E-D51C-2C50EBC511DE}"/>
                </a:ext>
              </a:extLst>
            </p:cNvPr>
            <p:cNvSpPr/>
            <p:nvPr/>
          </p:nvSpPr>
          <p:spPr>
            <a:xfrm>
              <a:off x="2865577" y="5185375"/>
              <a:ext cx="36289" cy="81203"/>
            </a:xfrm>
            <a:custGeom>
              <a:avLst/>
              <a:gdLst/>
              <a:ahLst/>
              <a:cxnLst/>
              <a:rect l="0" t="0" r="0" b="0"/>
              <a:pathLst>
                <a:path w="36289" h="81203">
                  <a:moveTo>
                    <a:pt x="10049" y="41887"/>
                  </a:moveTo>
                  <a:lnTo>
                    <a:pt x="961" y="69188"/>
                  </a:lnTo>
                  <a:lnTo>
                    <a:pt x="0" y="81203"/>
                  </a:lnTo>
                  <a:lnTo>
                    <a:pt x="3491" y="73143"/>
                  </a:lnTo>
                  <a:lnTo>
                    <a:pt x="14988" y="39349"/>
                  </a:lnTo>
                  <a:lnTo>
                    <a:pt x="36289" y="0"/>
                  </a:lnTo>
                  <a:lnTo>
                    <a:pt x="28513" y="6007"/>
                  </a:lnTo>
                  <a:lnTo>
                    <a:pt x="10049" y="4188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8" name="pl46">
              <a:extLst>
                <a:ext uri="{FF2B5EF4-FFF2-40B4-BE49-F238E27FC236}">
                  <a16:creationId xmlns:a16="http://schemas.microsoft.com/office/drawing/2014/main" id="{2B9E8452-6FEA-E32E-7E3F-F25D6D8D62D5}"/>
                </a:ext>
              </a:extLst>
            </p:cNvPr>
            <p:cNvSpPr/>
            <p:nvPr/>
          </p:nvSpPr>
          <p:spPr>
            <a:xfrm>
              <a:off x="3122432" y="4972480"/>
              <a:ext cx="36037" cy="28723"/>
            </a:xfrm>
            <a:custGeom>
              <a:avLst/>
              <a:gdLst/>
              <a:ahLst/>
              <a:cxnLst/>
              <a:rect l="0" t="0" r="0" b="0"/>
              <a:pathLst>
                <a:path w="36037" h="28723">
                  <a:moveTo>
                    <a:pt x="0" y="28723"/>
                  </a:moveTo>
                  <a:lnTo>
                    <a:pt x="5590" y="27382"/>
                  </a:lnTo>
                  <a:lnTo>
                    <a:pt x="25147" y="12391"/>
                  </a:lnTo>
                  <a:lnTo>
                    <a:pt x="36037" y="314"/>
                  </a:lnTo>
                  <a:lnTo>
                    <a:pt x="29507" y="0"/>
                  </a:lnTo>
                  <a:lnTo>
                    <a:pt x="24393" y="7170"/>
                  </a:lnTo>
                  <a:lnTo>
                    <a:pt x="0" y="2872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9" name="pl47">
              <a:extLst>
                <a:ext uri="{FF2B5EF4-FFF2-40B4-BE49-F238E27FC236}">
                  <a16:creationId xmlns:a16="http://schemas.microsoft.com/office/drawing/2014/main" id="{C7BA3BC9-8BA7-03CD-FA05-B6A7057A4AA3}"/>
                </a:ext>
              </a:extLst>
            </p:cNvPr>
            <p:cNvSpPr/>
            <p:nvPr/>
          </p:nvSpPr>
          <p:spPr>
            <a:xfrm>
              <a:off x="2863075" y="5273030"/>
              <a:ext cx="26464" cy="151835"/>
            </a:xfrm>
            <a:custGeom>
              <a:avLst/>
              <a:gdLst/>
              <a:ahLst/>
              <a:cxnLst/>
              <a:rect l="0" t="0" r="0" b="0"/>
              <a:pathLst>
                <a:path w="26464" h="151835">
                  <a:moveTo>
                    <a:pt x="2371" y="0"/>
                  </a:moveTo>
                  <a:lnTo>
                    <a:pt x="0" y="13492"/>
                  </a:lnTo>
                  <a:lnTo>
                    <a:pt x="568" y="52684"/>
                  </a:lnTo>
                  <a:lnTo>
                    <a:pt x="15650" y="121449"/>
                  </a:lnTo>
                  <a:lnTo>
                    <a:pt x="24917" y="151835"/>
                  </a:lnTo>
                  <a:lnTo>
                    <a:pt x="26464" y="145328"/>
                  </a:lnTo>
                  <a:lnTo>
                    <a:pt x="22934" y="125650"/>
                  </a:lnTo>
                  <a:lnTo>
                    <a:pt x="6262" y="55353"/>
                  </a:lnTo>
                  <a:lnTo>
                    <a:pt x="237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0" name="pl48">
              <a:extLst>
                <a:ext uri="{FF2B5EF4-FFF2-40B4-BE49-F238E27FC236}">
                  <a16:creationId xmlns:a16="http://schemas.microsoft.com/office/drawing/2014/main" id="{AF3E5DCF-93A3-6D45-E0EA-594C5A67199A}"/>
                </a:ext>
              </a:extLst>
            </p:cNvPr>
            <p:cNvSpPr/>
            <p:nvPr/>
          </p:nvSpPr>
          <p:spPr>
            <a:xfrm>
              <a:off x="4238513" y="4917674"/>
              <a:ext cx="42480" cy="17625"/>
            </a:xfrm>
            <a:custGeom>
              <a:avLst/>
              <a:gdLst/>
              <a:ahLst/>
              <a:cxnLst/>
              <a:rect l="0" t="0" r="0" b="0"/>
              <a:pathLst>
                <a:path w="42480" h="17625">
                  <a:moveTo>
                    <a:pt x="7546" y="13260"/>
                  </a:moveTo>
                  <a:lnTo>
                    <a:pt x="0" y="13958"/>
                  </a:lnTo>
                  <a:lnTo>
                    <a:pt x="12141" y="17625"/>
                  </a:lnTo>
                  <a:lnTo>
                    <a:pt x="23371" y="12582"/>
                  </a:lnTo>
                  <a:lnTo>
                    <a:pt x="42480" y="0"/>
                  </a:lnTo>
                  <a:lnTo>
                    <a:pt x="34081" y="2073"/>
                  </a:lnTo>
                  <a:lnTo>
                    <a:pt x="26830" y="7533"/>
                  </a:lnTo>
                  <a:lnTo>
                    <a:pt x="13005" y="14744"/>
                  </a:lnTo>
                  <a:lnTo>
                    <a:pt x="7546" y="1326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1" name="pl49">
              <a:extLst>
                <a:ext uri="{FF2B5EF4-FFF2-40B4-BE49-F238E27FC236}">
                  <a16:creationId xmlns:a16="http://schemas.microsoft.com/office/drawing/2014/main" id="{D54D47C5-4639-985F-E6A9-651D7D639182}"/>
                </a:ext>
              </a:extLst>
            </p:cNvPr>
            <p:cNvSpPr/>
            <p:nvPr/>
          </p:nvSpPr>
          <p:spPr>
            <a:xfrm>
              <a:off x="4644990" y="4744053"/>
              <a:ext cx="7344" cy="34142"/>
            </a:xfrm>
            <a:custGeom>
              <a:avLst/>
              <a:gdLst/>
              <a:ahLst/>
              <a:cxnLst/>
              <a:rect l="0" t="0" r="0" b="0"/>
              <a:pathLst>
                <a:path w="7344" h="34142">
                  <a:moveTo>
                    <a:pt x="2366" y="34142"/>
                  </a:moveTo>
                  <a:lnTo>
                    <a:pt x="7344" y="0"/>
                  </a:lnTo>
                  <a:lnTo>
                    <a:pt x="3770" y="3366"/>
                  </a:lnTo>
                  <a:lnTo>
                    <a:pt x="0" y="10311"/>
                  </a:lnTo>
                  <a:lnTo>
                    <a:pt x="213" y="22052"/>
                  </a:lnTo>
                  <a:lnTo>
                    <a:pt x="2366" y="3414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2" name="pl50">
              <a:extLst>
                <a:ext uri="{FF2B5EF4-FFF2-40B4-BE49-F238E27FC236}">
                  <a16:creationId xmlns:a16="http://schemas.microsoft.com/office/drawing/2014/main" id="{E2A04A84-D7DA-EE23-4062-F27037CAB8AD}"/>
                </a:ext>
              </a:extLst>
            </p:cNvPr>
            <p:cNvSpPr/>
            <p:nvPr/>
          </p:nvSpPr>
          <p:spPr>
            <a:xfrm>
              <a:off x="3765661" y="4856545"/>
              <a:ext cx="17606" cy="18364"/>
            </a:xfrm>
            <a:custGeom>
              <a:avLst/>
              <a:gdLst/>
              <a:ahLst/>
              <a:cxnLst/>
              <a:rect l="0" t="0" r="0" b="0"/>
              <a:pathLst>
                <a:path w="17606" h="18364">
                  <a:moveTo>
                    <a:pt x="17606" y="0"/>
                  </a:moveTo>
                  <a:lnTo>
                    <a:pt x="7333" y="8101"/>
                  </a:lnTo>
                  <a:lnTo>
                    <a:pt x="6081" y="10434"/>
                  </a:lnTo>
                  <a:lnTo>
                    <a:pt x="3573" y="12603"/>
                  </a:lnTo>
                  <a:lnTo>
                    <a:pt x="0" y="14827"/>
                  </a:lnTo>
                  <a:lnTo>
                    <a:pt x="8120" y="15121"/>
                  </a:lnTo>
                  <a:lnTo>
                    <a:pt x="13600" y="18364"/>
                  </a:lnTo>
                  <a:lnTo>
                    <a:pt x="13207" y="11850"/>
                  </a:lnTo>
                  <a:lnTo>
                    <a:pt x="14693" y="5945"/>
                  </a:lnTo>
                  <a:lnTo>
                    <a:pt x="1760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3" name="pl51">
              <a:extLst>
                <a:ext uri="{FF2B5EF4-FFF2-40B4-BE49-F238E27FC236}">
                  <a16:creationId xmlns:a16="http://schemas.microsoft.com/office/drawing/2014/main" id="{342A4B54-EB09-F89D-7F92-7106EB401AC8}"/>
                </a:ext>
              </a:extLst>
            </p:cNvPr>
            <p:cNvSpPr/>
            <p:nvPr/>
          </p:nvSpPr>
          <p:spPr>
            <a:xfrm>
              <a:off x="3467456" y="4930072"/>
              <a:ext cx="28240" cy="22066"/>
            </a:xfrm>
            <a:custGeom>
              <a:avLst/>
              <a:gdLst/>
              <a:ahLst/>
              <a:cxnLst/>
              <a:rect l="0" t="0" r="0" b="0"/>
              <a:pathLst>
                <a:path w="28240" h="22066">
                  <a:moveTo>
                    <a:pt x="23518" y="6582"/>
                  </a:moveTo>
                  <a:lnTo>
                    <a:pt x="14704" y="417"/>
                  </a:lnTo>
                  <a:lnTo>
                    <a:pt x="9131" y="0"/>
                  </a:lnTo>
                  <a:lnTo>
                    <a:pt x="0" y="4714"/>
                  </a:lnTo>
                  <a:lnTo>
                    <a:pt x="1163" y="9928"/>
                  </a:lnTo>
                  <a:lnTo>
                    <a:pt x="19671" y="22066"/>
                  </a:lnTo>
                  <a:lnTo>
                    <a:pt x="23830" y="20068"/>
                  </a:lnTo>
                  <a:lnTo>
                    <a:pt x="27387" y="14703"/>
                  </a:lnTo>
                  <a:lnTo>
                    <a:pt x="28240" y="10796"/>
                  </a:lnTo>
                  <a:lnTo>
                    <a:pt x="26742" y="8299"/>
                  </a:lnTo>
                  <a:lnTo>
                    <a:pt x="23518" y="658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4" name="pl52">
              <a:extLst>
                <a:ext uri="{FF2B5EF4-FFF2-40B4-BE49-F238E27FC236}">
                  <a16:creationId xmlns:a16="http://schemas.microsoft.com/office/drawing/2014/main" id="{CB727A21-3D12-2C28-7D6B-CF73B693E1C6}"/>
                </a:ext>
              </a:extLst>
            </p:cNvPr>
            <p:cNvSpPr/>
            <p:nvPr/>
          </p:nvSpPr>
          <p:spPr>
            <a:xfrm>
              <a:off x="3818829" y="4872228"/>
              <a:ext cx="6076" cy="39356"/>
            </a:xfrm>
            <a:custGeom>
              <a:avLst/>
              <a:gdLst/>
              <a:ahLst/>
              <a:cxnLst/>
              <a:rect l="0" t="0" r="0" b="0"/>
              <a:pathLst>
                <a:path w="6076" h="39356">
                  <a:moveTo>
                    <a:pt x="4355" y="17988"/>
                  </a:moveTo>
                  <a:lnTo>
                    <a:pt x="1256" y="39356"/>
                  </a:lnTo>
                  <a:lnTo>
                    <a:pt x="4415" y="34895"/>
                  </a:lnTo>
                  <a:lnTo>
                    <a:pt x="6076" y="17290"/>
                  </a:lnTo>
                  <a:lnTo>
                    <a:pt x="4590" y="7895"/>
                  </a:lnTo>
                  <a:lnTo>
                    <a:pt x="0" y="0"/>
                  </a:lnTo>
                  <a:lnTo>
                    <a:pt x="4355" y="1798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5" name="pl53">
              <a:extLst>
                <a:ext uri="{FF2B5EF4-FFF2-40B4-BE49-F238E27FC236}">
                  <a16:creationId xmlns:a16="http://schemas.microsoft.com/office/drawing/2014/main" id="{1E8F2AAC-D3B1-4499-F64E-19450FFB4E50}"/>
                </a:ext>
              </a:extLst>
            </p:cNvPr>
            <p:cNvSpPr/>
            <p:nvPr/>
          </p:nvSpPr>
          <p:spPr>
            <a:xfrm>
              <a:off x="5034969" y="5680654"/>
              <a:ext cx="52086" cy="40293"/>
            </a:xfrm>
            <a:custGeom>
              <a:avLst/>
              <a:gdLst/>
              <a:ahLst/>
              <a:cxnLst/>
              <a:rect l="0" t="0" r="0" b="0"/>
              <a:pathLst>
                <a:path w="52086" h="40293">
                  <a:moveTo>
                    <a:pt x="52086" y="40293"/>
                  </a:moveTo>
                  <a:lnTo>
                    <a:pt x="49059" y="21121"/>
                  </a:lnTo>
                  <a:lnTo>
                    <a:pt x="43032" y="9975"/>
                  </a:lnTo>
                  <a:lnTo>
                    <a:pt x="35436" y="23694"/>
                  </a:lnTo>
                  <a:lnTo>
                    <a:pt x="27376" y="17386"/>
                  </a:lnTo>
                  <a:lnTo>
                    <a:pt x="38469" y="8545"/>
                  </a:lnTo>
                  <a:lnTo>
                    <a:pt x="38294" y="5336"/>
                  </a:lnTo>
                  <a:lnTo>
                    <a:pt x="33398" y="0"/>
                  </a:lnTo>
                  <a:lnTo>
                    <a:pt x="27136" y="2470"/>
                  </a:lnTo>
                  <a:lnTo>
                    <a:pt x="16824" y="4207"/>
                  </a:lnTo>
                  <a:lnTo>
                    <a:pt x="13016" y="6383"/>
                  </a:lnTo>
                  <a:lnTo>
                    <a:pt x="5579" y="4830"/>
                  </a:lnTo>
                  <a:lnTo>
                    <a:pt x="0" y="9490"/>
                  </a:lnTo>
                  <a:lnTo>
                    <a:pt x="9606" y="27553"/>
                  </a:lnTo>
                  <a:lnTo>
                    <a:pt x="16524" y="34635"/>
                  </a:lnTo>
                  <a:lnTo>
                    <a:pt x="17848" y="4029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6" name="pl54">
              <a:extLst>
                <a:ext uri="{FF2B5EF4-FFF2-40B4-BE49-F238E27FC236}">
                  <a16:creationId xmlns:a16="http://schemas.microsoft.com/office/drawing/2014/main" id="{C3A2ED6B-39EA-B509-1C01-9B8B8CA9FA32}"/>
                </a:ext>
              </a:extLst>
            </p:cNvPr>
            <p:cNvSpPr/>
            <p:nvPr/>
          </p:nvSpPr>
          <p:spPr>
            <a:xfrm>
              <a:off x="5041253" y="5308958"/>
              <a:ext cx="101332" cy="146381"/>
            </a:xfrm>
            <a:custGeom>
              <a:avLst/>
              <a:gdLst/>
              <a:ahLst/>
              <a:cxnLst/>
              <a:rect l="0" t="0" r="0" b="0"/>
              <a:pathLst>
                <a:path w="101332" h="146381">
                  <a:moveTo>
                    <a:pt x="48474" y="13184"/>
                  </a:moveTo>
                  <a:lnTo>
                    <a:pt x="68693" y="45083"/>
                  </a:lnTo>
                  <a:lnTo>
                    <a:pt x="78911" y="53102"/>
                  </a:lnTo>
                  <a:lnTo>
                    <a:pt x="82556" y="63215"/>
                  </a:lnTo>
                  <a:lnTo>
                    <a:pt x="79862" y="72219"/>
                  </a:lnTo>
                  <a:lnTo>
                    <a:pt x="80873" y="81038"/>
                  </a:lnTo>
                  <a:lnTo>
                    <a:pt x="77889" y="91227"/>
                  </a:lnTo>
                  <a:lnTo>
                    <a:pt x="77999" y="109824"/>
                  </a:lnTo>
                  <a:lnTo>
                    <a:pt x="72720" y="118349"/>
                  </a:lnTo>
                  <a:lnTo>
                    <a:pt x="60496" y="128270"/>
                  </a:lnTo>
                  <a:lnTo>
                    <a:pt x="68321" y="132348"/>
                  </a:lnTo>
                  <a:lnTo>
                    <a:pt x="78037" y="146381"/>
                  </a:lnTo>
                  <a:lnTo>
                    <a:pt x="80365" y="145157"/>
                  </a:lnTo>
                  <a:lnTo>
                    <a:pt x="84239" y="137972"/>
                  </a:lnTo>
                  <a:lnTo>
                    <a:pt x="86895" y="98055"/>
                  </a:lnTo>
                  <a:lnTo>
                    <a:pt x="101332" y="85007"/>
                  </a:lnTo>
                  <a:lnTo>
                    <a:pt x="98190" y="57440"/>
                  </a:lnTo>
                  <a:lnTo>
                    <a:pt x="87474" y="48039"/>
                  </a:lnTo>
                  <a:lnTo>
                    <a:pt x="76835" y="42216"/>
                  </a:lnTo>
                  <a:lnTo>
                    <a:pt x="75480" y="38822"/>
                  </a:lnTo>
                  <a:lnTo>
                    <a:pt x="75857" y="35209"/>
                  </a:lnTo>
                  <a:lnTo>
                    <a:pt x="72501" y="32007"/>
                  </a:lnTo>
                  <a:lnTo>
                    <a:pt x="64349" y="26971"/>
                  </a:lnTo>
                  <a:lnTo>
                    <a:pt x="55321" y="14525"/>
                  </a:lnTo>
                  <a:lnTo>
                    <a:pt x="45868" y="5138"/>
                  </a:lnTo>
                  <a:lnTo>
                    <a:pt x="30398" y="3667"/>
                  </a:lnTo>
                  <a:lnTo>
                    <a:pt x="17480" y="622"/>
                  </a:lnTo>
                  <a:lnTo>
                    <a:pt x="9087" y="0"/>
                  </a:lnTo>
                  <a:lnTo>
                    <a:pt x="0" y="5117"/>
                  </a:lnTo>
                  <a:lnTo>
                    <a:pt x="16535" y="5439"/>
                  </a:lnTo>
                  <a:lnTo>
                    <a:pt x="48474" y="1318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7" name="pl55">
              <a:extLst>
                <a:ext uri="{FF2B5EF4-FFF2-40B4-BE49-F238E27FC236}">
                  <a16:creationId xmlns:a16="http://schemas.microsoft.com/office/drawing/2014/main" id="{010AAA4F-7DE7-D2E4-BDD7-1D4FAA73ABEC}"/>
                </a:ext>
              </a:extLst>
            </p:cNvPr>
            <p:cNvSpPr/>
            <p:nvPr/>
          </p:nvSpPr>
          <p:spPr>
            <a:xfrm>
              <a:off x="5421562" y="5703199"/>
              <a:ext cx="12982" cy="17748"/>
            </a:xfrm>
            <a:custGeom>
              <a:avLst/>
              <a:gdLst/>
              <a:ahLst/>
              <a:cxnLst/>
              <a:rect l="0" t="0" r="0" b="0"/>
              <a:pathLst>
                <a:path w="12982" h="17748">
                  <a:moveTo>
                    <a:pt x="12982" y="8210"/>
                  </a:moveTo>
                  <a:lnTo>
                    <a:pt x="10627" y="164"/>
                  </a:lnTo>
                  <a:lnTo>
                    <a:pt x="8217" y="0"/>
                  </a:lnTo>
                  <a:lnTo>
                    <a:pt x="2075" y="3024"/>
                  </a:lnTo>
                  <a:lnTo>
                    <a:pt x="0" y="1774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8" name="pl56">
              <a:extLst>
                <a:ext uri="{FF2B5EF4-FFF2-40B4-BE49-F238E27FC236}">
                  <a16:creationId xmlns:a16="http://schemas.microsoft.com/office/drawing/2014/main" id="{0B57C052-2DEF-5D8B-4A12-7931AE610DC8}"/>
                </a:ext>
              </a:extLst>
            </p:cNvPr>
            <p:cNvSpPr/>
            <p:nvPr/>
          </p:nvSpPr>
          <p:spPr>
            <a:xfrm>
              <a:off x="5428973" y="5711410"/>
              <a:ext cx="5571" cy="9538"/>
            </a:xfrm>
            <a:custGeom>
              <a:avLst/>
              <a:gdLst/>
              <a:ahLst/>
              <a:cxnLst/>
              <a:rect l="0" t="0" r="0" b="0"/>
              <a:pathLst>
                <a:path w="5571" h="9538">
                  <a:moveTo>
                    <a:pt x="0" y="9538"/>
                  </a:moveTo>
                  <a:lnTo>
                    <a:pt x="557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9" name="pl57">
              <a:extLst>
                <a:ext uri="{FF2B5EF4-FFF2-40B4-BE49-F238E27FC236}">
                  <a16:creationId xmlns:a16="http://schemas.microsoft.com/office/drawing/2014/main" id="{0D706A49-BCCA-A653-9AC9-A7AE98E62F9E}"/>
                </a:ext>
              </a:extLst>
            </p:cNvPr>
            <p:cNvSpPr/>
            <p:nvPr/>
          </p:nvSpPr>
          <p:spPr>
            <a:xfrm>
              <a:off x="5171416" y="5501662"/>
              <a:ext cx="74501" cy="128284"/>
            </a:xfrm>
            <a:custGeom>
              <a:avLst/>
              <a:gdLst/>
              <a:ahLst/>
              <a:cxnLst/>
              <a:rect l="0" t="0" r="0" b="0"/>
              <a:pathLst>
                <a:path w="74501" h="128284">
                  <a:moveTo>
                    <a:pt x="48890" y="32630"/>
                  </a:moveTo>
                  <a:lnTo>
                    <a:pt x="33174" y="26664"/>
                  </a:lnTo>
                  <a:lnTo>
                    <a:pt x="14753" y="10858"/>
                  </a:lnTo>
                  <a:lnTo>
                    <a:pt x="7814" y="0"/>
                  </a:lnTo>
                  <a:lnTo>
                    <a:pt x="6010" y="1861"/>
                  </a:lnTo>
                  <a:lnTo>
                    <a:pt x="3551" y="11816"/>
                  </a:lnTo>
                  <a:lnTo>
                    <a:pt x="0" y="19342"/>
                  </a:lnTo>
                  <a:lnTo>
                    <a:pt x="9835" y="17119"/>
                  </a:lnTo>
                  <a:lnTo>
                    <a:pt x="17901" y="18672"/>
                  </a:lnTo>
                  <a:lnTo>
                    <a:pt x="31420" y="31296"/>
                  </a:lnTo>
                  <a:lnTo>
                    <a:pt x="46037" y="35353"/>
                  </a:lnTo>
                  <a:lnTo>
                    <a:pt x="55545" y="48032"/>
                  </a:lnTo>
                  <a:lnTo>
                    <a:pt x="69414" y="62435"/>
                  </a:lnTo>
                  <a:lnTo>
                    <a:pt x="70294" y="75517"/>
                  </a:lnTo>
                  <a:lnTo>
                    <a:pt x="64496" y="88093"/>
                  </a:lnTo>
                  <a:lnTo>
                    <a:pt x="63441" y="104035"/>
                  </a:lnTo>
                  <a:lnTo>
                    <a:pt x="51556" y="104706"/>
                  </a:lnTo>
                  <a:lnTo>
                    <a:pt x="53758" y="107757"/>
                  </a:lnTo>
                  <a:lnTo>
                    <a:pt x="60370" y="113580"/>
                  </a:lnTo>
                  <a:lnTo>
                    <a:pt x="64403" y="123706"/>
                  </a:lnTo>
                  <a:lnTo>
                    <a:pt x="68392" y="128284"/>
                  </a:lnTo>
                  <a:lnTo>
                    <a:pt x="67818" y="112820"/>
                  </a:lnTo>
                  <a:lnTo>
                    <a:pt x="71638" y="95181"/>
                  </a:lnTo>
                  <a:lnTo>
                    <a:pt x="74501" y="65883"/>
                  </a:lnTo>
                  <a:lnTo>
                    <a:pt x="73195" y="59465"/>
                  </a:lnTo>
                  <a:lnTo>
                    <a:pt x="65879" y="52418"/>
                  </a:lnTo>
                  <a:lnTo>
                    <a:pt x="48890" y="3263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0" name="pl58">
              <a:extLst>
                <a:ext uri="{FF2B5EF4-FFF2-40B4-BE49-F238E27FC236}">
                  <a16:creationId xmlns:a16="http://schemas.microsoft.com/office/drawing/2014/main" id="{A67C336F-DF73-3F6F-8E44-D8DB78F84CA6}"/>
                </a:ext>
              </a:extLst>
            </p:cNvPr>
            <p:cNvSpPr/>
            <p:nvPr/>
          </p:nvSpPr>
          <p:spPr>
            <a:xfrm>
              <a:off x="5287431" y="5623207"/>
              <a:ext cx="49491" cy="78254"/>
            </a:xfrm>
            <a:custGeom>
              <a:avLst/>
              <a:gdLst/>
              <a:ahLst/>
              <a:cxnLst/>
              <a:rect l="0" t="0" r="0" b="0"/>
              <a:pathLst>
                <a:path w="49491" h="78254">
                  <a:moveTo>
                    <a:pt x="24344" y="34751"/>
                  </a:moveTo>
                  <a:lnTo>
                    <a:pt x="10125" y="2333"/>
                  </a:lnTo>
                  <a:lnTo>
                    <a:pt x="3846" y="0"/>
                  </a:lnTo>
                  <a:lnTo>
                    <a:pt x="1939" y="1142"/>
                  </a:lnTo>
                  <a:lnTo>
                    <a:pt x="0" y="6000"/>
                  </a:lnTo>
                  <a:lnTo>
                    <a:pt x="9284" y="15087"/>
                  </a:lnTo>
                  <a:lnTo>
                    <a:pt x="11743" y="23557"/>
                  </a:lnTo>
                  <a:lnTo>
                    <a:pt x="16923" y="28901"/>
                  </a:lnTo>
                  <a:lnTo>
                    <a:pt x="27988" y="51439"/>
                  </a:lnTo>
                  <a:lnTo>
                    <a:pt x="37496" y="60498"/>
                  </a:lnTo>
                  <a:lnTo>
                    <a:pt x="37108" y="66779"/>
                  </a:lnTo>
                  <a:lnTo>
                    <a:pt x="29425" y="73375"/>
                  </a:lnTo>
                  <a:lnTo>
                    <a:pt x="26945" y="78254"/>
                  </a:lnTo>
                  <a:lnTo>
                    <a:pt x="30928" y="78178"/>
                  </a:lnTo>
                  <a:lnTo>
                    <a:pt x="41994" y="75394"/>
                  </a:lnTo>
                  <a:lnTo>
                    <a:pt x="49491" y="76837"/>
                  </a:lnTo>
                  <a:lnTo>
                    <a:pt x="48748" y="69715"/>
                  </a:lnTo>
                  <a:lnTo>
                    <a:pt x="25272" y="37857"/>
                  </a:lnTo>
                  <a:lnTo>
                    <a:pt x="24344" y="3475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1" name="pl59">
              <a:extLst>
                <a:ext uri="{FF2B5EF4-FFF2-40B4-BE49-F238E27FC236}">
                  <a16:creationId xmlns:a16="http://schemas.microsoft.com/office/drawing/2014/main" id="{8DC26B02-9701-338A-89EA-1D3BF5E1BD7E}"/>
                </a:ext>
              </a:extLst>
            </p:cNvPr>
            <p:cNvSpPr/>
            <p:nvPr/>
          </p:nvSpPr>
          <p:spPr>
            <a:xfrm>
              <a:off x="4564778" y="5363894"/>
              <a:ext cx="18371" cy="16886"/>
            </a:xfrm>
            <a:custGeom>
              <a:avLst/>
              <a:gdLst/>
              <a:ahLst/>
              <a:cxnLst/>
              <a:rect l="0" t="0" r="0" b="0"/>
              <a:pathLst>
                <a:path w="18371" h="16886">
                  <a:moveTo>
                    <a:pt x="0" y="0"/>
                  </a:moveTo>
                  <a:lnTo>
                    <a:pt x="1901" y="9401"/>
                  </a:lnTo>
                  <a:lnTo>
                    <a:pt x="6311" y="14204"/>
                  </a:lnTo>
                  <a:lnTo>
                    <a:pt x="14382" y="16886"/>
                  </a:lnTo>
                  <a:lnTo>
                    <a:pt x="18371" y="13232"/>
                  </a:lnTo>
                  <a:lnTo>
                    <a:pt x="9546" y="12206"/>
                  </a:lnTo>
                  <a:lnTo>
                    <a:pt x="7027" y="9955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2" name="pl60">
              <a:extLst>
                <a:ext uri="{FF2B5EF4-FFF2-40B4-BE49-F238E27FC236}">
                  <a16:creationId xmlns:a16="http://schemas.microsoft.com/office/drawing/2014/main" id="{31D8100F-5C30-E700-DFCC-C684B6074A75}"/>
                </a:ext>
              </a:extLst>
            </p:cNvPr>
            <p:cNvSpPr/>
            <p:nvPr/>
          </p:nvSpPr>
          <p:spPr>
            <a:xfrm>
              <a:off x="4986243" y="5552465"/>
              <a:ext cx="78359" cy="128202"/>
            </a:xfrm>
            <a:custGeom>
              <a:avLst/>
              <a:gdLst/>
              <a:ahLst/>
              <a:cxnLst/>
              <a:rect l="0" t="0" r="0" b="0"/>
              <a:pathLst>
                <a:path w="78359" h="128202">
                  <a:moveTo>
                    <a:pt x="7699" y="92225"/>
                  </a:moveTo>
                  <a:lnTo>
                    <a:pt x="19885" y="100833"/>
                  </a:lnTo>
                  <a:lnTo>
                    <a:pt x="27272" y="103173"/>
                  </a:lnTo>
                  <a:lnTo>
                    <a:pt x="32398" y="99335"/>
                  </a:lnTo>
                  <a:lnTo>
                    <a:pt x="33524" y="110699"/>
                  </a:lnTo>
                  <a:lnTo>
                    <a:pt x="40229" y="117384"/>
                  </a:lnTo>
                  <a:lnTo>
                    <a:pt x="43688" y="128202"/>
                  </a:lnTo>
                  <a:lnTo>
                    <a:pt x="50595" y="121544"/>
                  </a:lnTo>
                  <a:lnTo>
                    <a:pt x="62010" y="116762"/>
                  </a:lnTo>
                  <a:lnTo>
                    <a:pt x="65119" y="112020"/>
                  </a:lnTo>
                  <a:lnTo>
                    <a:pt x="77228" y="103536"/>
                  </a:lnTo>
                  <a:lnTo>
                    <a:pt x="78359" y="99013"/>
                  </a:lnTo>
                  <a:lnTo>
                    <a:pt x="77135" y="86321"/>
                  </a:lnTo>
                  <a:lnTo>
                    <a:pt x="77381" y="69352"/>
                  </a:lnTo>
                  <a:lnTo>
                    <a:pt x="66605" y="57166"/>
                  </a:lnTo>
                  <a:lnTo>
                    <a:pt x="57786" y="36366"/>
                  </a:lnTo>
                  <a:lnTo>
                    <a:pt x="51693" y="27683"/>
                  </a:lnTo>
                  <a:lnTo>
                    <a:pt x="51480" y="16469"/>
                  </a:lnTo>
                  <a:lnTo>
                    <a:pt x="44988" y="8299"/>
                  </a:lnTo>
                  <a:lnTo>
                    <a:pt x="30496" y="0"/>
                  </a:lnTo>
                  <a:lnTo>
                    <a:pt x="25059" y="1553"/>
                  </a:lnTo>
                  <a:lnTo>
                    <a:pt x="30884" y="25220"/>
                  </a:lnTo>
                  <a:lnTo>
                    <a:pt x="28114" y="39972"/>
                  </a:lnTo>
                  <a:lnTo>
                    <a:pt x="15273" y="62838"/>
                  </a:lnTo>
                  <a:lnTo>
                    <a:pt x="18070" y="71569"/>
                  </a:lnTo>
                  <a:lnTo>
                    <a:pt x="19611" y="72171"/>
                  </a:lnTo>
                  <a:lnTo>
                    <a:pt x="21551" y="76865"/>
                  </a:lnTo>
                  <a:lnTo>
                    <a:pt x="13016" y="85773"/>
                  </a:lnTo>
                  <a:lnTo>
                    <a:pt x="10786" y="78514"/>
                  </a:lnTo>
                  <a:lnTo>
                    <a:pt x="0" y="80539"/>
                  </a:lnTo>
                  <a:lnTo>
                    <a:pt x="7699" y="9222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3" name="pl61">
              <a:extLst>
                <a:ext uri="{FF2B5EF4-FFF2-40B4-BE49-F238E27FC236}">
                  <a16:creationId xmlns:a16="http://schemas.microsoft.com/office/drawing/2014/main" id="{7502BBB2-C879-2151-3E4C-582B37772B18}"/>
                </a:ext>
              </a:extLst>
            </p:cNvPr>
            <p:cNvSpPr/>
            <p:nvPr/>
          </p:nvSpPr>
          <p:spPr>
            <a:xfrm>
              <a:off x="4628553" y="5624377"/>
              <a:ext cx="11174" cy="13889"/>
            </a:xfrm>
            <a:custGeom>
              <a:avLst/>
              <a:gdLst/>
              <a:ahLst/>
              <a:cxnLst/>
              <a:rect l="0" t="0" r="0" b="0"/>
              <a:pathLst>
                <a:path w="11174" h="13889">
                  <a:moveTo>
                    <a:pt x="7743" y="0"/>
                  </a:moveTo>
                  <a:lnTo>
                    <a:pt x="5846" y="8374"/>
                  </a:lnTo>
                  <a:lnTo>
                    <a:pt x="0" y="13889"/>
                  </a:lnTo>
                  <a:lnTo>
                    <a:pt x="7251" y="12507"/>
                  </a:lnTo>
                  <a:lnTo>
                    <a:pt x="11109" y="10509"/>
                  </a:lnTo>
                  <a:lnTo>
                    <a:pt x="11174" y="6541"/>
                  </a:lnTo>
                  <a:lnTo>
                    <a:pt x="774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4" name="pl62">
              <a:extLst>
                <a:ext uri="{FF2B5EF4-FFF2-40B4-BE49-F238E27FC236}">
                  <a16:creationId xmlns:a16="http://schemas.microsoft.com/office/drawing/2014/main" id="{4E43585A-2632-09B1-E1B9-609D11E5AB46}"/>
                </a:ext>
              </a:extLst>
            </p:cNvPr>
            <p:cNvSpPr/>
            <p:nvPr/>
          </p:nvSpPr>
          <p:spPr>
            <a:xfrm>
              <a:off x="4762240" y="5181379"/>
              <a:ext cx="29813" cy="90488"/>
            </a:xfrm>
            <a:custGeom>
              <a:avLst/>
              <a:gdLst/>
              <a:ahLst/>
              <a:cxnLst/>
              <a:rect l="0" t="0" r="0" b="0"/>
              <a:pathLst>
                <a:path w="29813" h="90488">
                  <a:moveTo>
                    <a:pt x="19524" y="66554"/>
                  </a:moveTo>
                  <a:lnTo>
                    <a:pt x="29813" y="90488"/>
                  </a:lnTo>
                  <a:lnTo>
                    <a:pt x="27994" y="80170"/>
                  </a:lnTo>
                  <a:lnTo>
                    <a:pt x="9109" y="24091"/>
                  </a:lnTo>
                  <a:lnTo>
                    <a:pt x="4606" y="7848"/>
                  </a:lnTo>
                  <a:lnTo>
                    <a:pt x="0" y="0"/>
                  </a:lnTo>
                  <a:lnTo>
                    <a:pt x="6808" y="29024"/>
                  </a:lnTo>
                  <a:lnTo>
                    <a:pt x="19524" y="6655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5" name="pl63">
              <a:extLst>
                <a:ext uri="{FF2B5EF4-FFF2-40B4-BE49-F238E27FC236}">
                  <a16:creationId xmlns:a16="http://schemas.microsoft.com/office/drawing/2014/main" id="{F27EE29B-7117-DD46-08D9-08B45564C34F}"/>
                </a:ext>
              </a:extLst>
            </p:cNvPr>
            <p:cNvSpPr/>
            <p:nvPr/>
          </p:nvSpPr>
          <p:spPr>
            <a:xfrm>
              <a:off x="4568384" y="5342499"/>
              <a:ext cx="9551" cy="29024"/>
            </a:xfrm>
            <a:custGeom>
              <a:avLst/>
              <a:gdLst/>
              <a:ahLst/>
              <a:cxnLst/>
              <a:rect l="0" t="0" r="0" b="0"/>
              <a:pathLst>
                <a:path w="9551" h="29024">
                  <a:moveTo>
                    <a:pt x="9393" y="29024"/>
                  </a:moveTo>
                  <a:lnTo>
                    <a:pt x="9551" y="20793"/>
                  </a:lnTo>
                  <a:lnTo>
                    <a:pt x="5371" y="4933"/>
                  </a:lnTo>
                  <a:lnTo>
                    <a:pt x="0" y="0"/>
                  </a:lnTo>
                  <a:lnTo>
                    <a:pt x="3754" y="15237"/>
                  </a:lnTo>
                  <a:lnTo>
                    <a:pt x="9393" y="2902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6" name="pl64">
              <a:extLst>
                <a:ext uri="{FF2B5EF4-FFF2-40B4-BE49-F238E27FC236}">
                  <a16:creationId xmlns:a16="http://schemas.microsoft.com/office/drawing/2014/main" id="{5786829D-D931-BAB2-8111-EBA461985789}"/>
                </a:ext>
              </a:extLst>
            </p:cNvPr>
            <p:cNvSpPr/>
            <p:nvPr/>
          </p:nvSpPr>
          <p:spPr>
            <a:xfrm>
              <a:off x="4924654" y="5328876"/>
              <a:ext cx="118982" cy="41655"/>
            </a:xfrm>
            <a:custGeom>
              <a:avLst/>
              <a:gdLst/>
              <a:ahLst/>
              <a:cxnLst/>
              <a:rect l="0" t="0" r="0" b="0"/>
              <a:pathLst>
                <a:path w="118982" h="41655">
                  <a:moveTo>
                    <a:pt x="84130" y="22503"/>
                  </a:moveTo>
                  <a:lnTo>
                    <a:pt x="118572" y="18857"/>
                  </a:lnTo>
                  <a:lnTo>
                    <a:pt x="118982" y="14970"/>
                  </a:lnTo>
                  <a:lnTo>
                    <a:pt x="116577" y="7526"/>
                  </a:lnTo>
                  <a:lnTo>
                    <a:pt x="100381" y="11720"/>
                  </a:lnTo>
                  <a:lnTo>
                    <a:pt x="80321" y="10550"/>
                  </a:lnTo>
                  <a:lnTo>
                    <a:pt x="75966" y="13417"/>
                  </a:lnTo>
                  <a:lnTo>
                    <a:pt x="68704" y="14012"/>
                  </a:lnTo>
                  <a:lnTo>
                    <a:pt x="55146" y="9654"/>
                  </a:lnTo>
                  <a:lnTo>
                    <a:pt x="43480" y="0"/>
                  </a:lnTo>
                  <a:lnTo>
                    <a:pt x="39469" y="10058"/>
                  </a:lnTo>
                  <a:lnTo>
                    <a:pt x="40791" y="13075"/>
                  </a:lnTo>
                  <a:lnTo>
                    <a:pt x="39436" y="19445"/>
                  </a:lnTo>
                  <a:lnTo>
                    <a:pt x="30567" y="27875"/>
                  </a:lnTo>
                  <a:lnTo>
                    <a:pt x="20994" y="30201"/>
                  </a:lnTo>
                  <a:lnTo>
                    <a:pt x="5579" y="17447"/>
                  </a:lnTo>
                  <a:lnTo>
                    <a:pt x="0" y="15196"/>
                  </a:lnTo>
                  <a:lnTo>
                    <a:pt x="20863" y="37762"/>
                  </a:lnTo>
                  <a:lnTo>
                    <a:pt x="27081" y="41655"/>
                  </a:lnTo>
                  <a:lnTo>
                    <a:pt x="35218" y="40834"/>
                  </a:lnTo>
                  <a:lnTo>
                    <a:pt x="52534" y="33430"/>
                  </a:lnTo>
                  <a:lnTo>
                    <a:pt x="84130" y="2250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7" name="pl65">
              <a:extLst>
                <a:ext uri="{FF2B5EF4-FFF2-40B4-BE49-F238E27FC236}">
                  <a16:creationId xmlns:a16="http://schemas.microsoft.com/office/drawing/2014/main" id="{90EAAA1C-6B09-E8B7-AC19-748626DCA1EB}"/>
                </a:ext>
              </a:extLst>
            </p:cNvPr>
            <p:cNvSpPr/>
            <p:nvPr/>
          </p:nvSpPr>
          <p:spPr>
            <a:xfrm>
              <a:off x="4746164" y="5532110"/>
              <a:ext cx="36201" cy="55120"/>
            </a:xfrm>
            <a:custGeom>
              <a:avLst/>
              <a:gdLst/>
              <a:ahLst/>
              <a:cxnLst/>
              <a:rect l="0" t="0" r="0" b="0"/>
              <a:pathLst>
                <a:path w="36201" h="55120">
                  <a:moveTo>
                    <a:pt x="36201" y="0"/>
                  </a:moveTo>
                  <a:lnTo>
                    <a:pt x="33584" y="889"/>
                  </a:lnTo>
                  <a:lnTo>
                    <a:pt x="25660" y="7095"/>
                  </a:lnTo>
                  <a:lnTo>
                    <a:pt x="25251" y="15969"/>
                  </a:lnTo>
                  <a:lnTo>
                    <a:pt x="19797" y="23578"/>
                  </a:lnTo>
                  <a:lnTo>
                    <a:pt x="13939" y="27786"/>
                  </a:lnTo>
                  <a:lnTo>
                    <a:pt x="11136" y="34423"/>
                  </a:lnTo>
                  <a:lnTo>
                    <a:pt x="2464" y="48524"/>
                  </a:lnTo>
                  <a:lnTo>
                    <a:pt x="0" y="55120"/>
                  </a:lnTo>
                  <a:lnTo>
                    <a:pt x="22240" y="28771"/>
                  </a:lnTo>
                  <a:lnTo>
                    <a:pt x="3620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8" name="pl66">
              <a:extLst>
                <a:ext uri="{FF2B5EF4-FFF2-40B4-BE49-F238E27FC236}">
                  <a16:creationId xmlns:a16="http://schemas.microsoft.com/office/drawing/2014/main" id="{8B3AF61F-4DE5-9794-FEDE-85E56A04199D}"/>
                </a:ext>
              </a:extLst>
            </p:cNvPr>
            <p:cNvSpPr/>
            <p:nvPr/>
          </p:nvSpPr>
          <p:spPr>
            <a:xfrm>
              <a:off x="2822643" y="2077614"/>
              <a:ext cx="4111278" cy="3643333"/>
            </a:xfrm>
            <a:custGeom>
              <a:avLst/>
              <a:gdLst/>
              <a:ahLst/>
              <a:cxnLst/>
              <a:rect l="0" t="0" r="0" b="0"/>
              <a:pathLst>
                <a:path w="4111278" h="3643333">
                  <a:moveTo>
                    <a:pt x="6015" y="3643333"/>
                  </a:moveTo>
                  <a:lnTo>
                    <a:pt x="11278" y="3588684"/>
                  </a:lnTo>
                  <a:lnTo>
                    <a:pt x="29251" y="3501166"/>
                  </a:lnTo>
                  <a:lnTo>
                    <a:pt x="38540" y="3470540"/>
                  </a:lnTo>
                  <a:lnTo>
                    <a:pt x="60829" y="3421167"/>
                  </a:lnTo>
                  <a:lnTo>
                    <a:pt x="67594" y="3397418"/>
                  </a:lnTo>
                  <a:lnTo>
                    <a:pt x="69633" y="3368475"/>
                  </a:lnTo>
                  <a:lnTo>
                    <a:pt x="70310" y="3358910"/>
                  </a:lnTo>
                  <a:lnTo>
                    <a:pt x="69168" y="3353922"/>
                  </a:lnTo>
                  <a:lnTo>
                    <a:pt x="62059" y="3353566"/>
                  </a:lnTo>
                  <a:lnTo>
                    <a:pt x="40972" y="3307511"/>
                  </a:lnTo>
                  <a:lnTo>
                    <a:pt x="37311" y="3294997"/>
                  </a:lnTo>
                  <a:lnTo>
                    <a:pt x="33868" y="3266143"/>
                  </a:lnTo>
                  <a:lnTo>
                    <a:pt x="30737" y="3256632"/>
                  </a:lnTo>
                  <a:lnTo>
                    <a:pt x="27076" y="3235907"/>
                  </a:lnTo>
                  <a:lnTo>
                    <a:pt x="23923" y="3227526"/>
                  </a:lnTo>
                  <a:lnTo>
                    <a:pt x="28196" y="3215490"/>
                  </a:lnTo>
                  <a:lnTo>
                    <a:pt x="32764" y="3206431"/>
                  </a:lnTo>
                  <a:lnTo>
                    <a:pt x="32895" y="3198713"/>
                  </a:lnTo>
                  <a:lnTo>
                    <a:pt x="31710" y="3189682"/>
                  </a:lnTo>
                  <a:lnTo>
                    <a:pt x="8513" y="3182709"/>
                  </a:lnTo>
                  <a:lnTo>
                    <a:pt x="0" y="3158837"/>
                  </a:lnTo>
                  <a:lnTo>
                    <a:pt x="9661" y="3167609"/>
                  </a:lnTo>
                  <a:lnTo>
                    <a:pt x="27371" y="3178953"/>
                  </a:lnTo>
                  <a:lnTo>
                    <a:pt x="32305" y="3178584"/>
                  </a:lnTo>
                  <a:lnTo>
                    <a:pt x="36857" y="3176948"/>
                  </a:lnTo>
                  <a:lnTo>
                    <a:pt x="43420" y="3164188"/>
                  </a:lnTo>
                  <a:lnTo>
                    <a:pt x="53687" y="3128978"/>
                  </a:lnTo>
                  <a:lnTo>
                    <a:pt x="37709" y="3105632"/>
                  </a:lnTo>
                  <a:lnTo>
                    <a:pt x="40742" y="3102532"/>
                  </a:lnTo>
                  <a:lnTo>
                    <a:pt x="44130" y="3101034"/>
                  </a:lnTo>
                  <a:lnTo>
                    <a:pt x="57846" y="3103217"/>
                  </a:lnTo>
                  <a:lnTo>
                    <a:pt x="66813" y="3099693"/>
                  </a:lnTo>
                  <a:lnTo>
                    <a:pt x="77818" y="3084770"/>
                  </a:lnTo>
                  <a:lnTo>
                    <a:pt x="82157" y="3069669"/>
                  </a:lnTo>
                  <a:lnTo>
                    <a:pt x="70190" y="3074308"/>
                  </a:lnTo>
                  <a:lnTo>
                    <a:pt x="68644" y="3068438"/>
                  </a:lnTo>
                  <a:lnTo>
                    <a:pt x="68485" y="3062595"/>
                  </a:lnTo>
                  <a:lnTo>
                    <a:pt x="75250" y="3060645"/>
                  </a:lnTo>
                  <a:lnTo>
                    <a:pt x="84266" y="3059912"/>
                  </a:lnTo>
                  <a:lnTo>
                    <a:pt x="89731" y="3056259"/>
                  </a:lnTo>
                  <a:lnTo>
                    <a:pt x="93463" y="3051394"/>
                  </a:lnTo>
                  <a:lnTo>
                    <a:pt x="94966" y="3056847"/>
                  </a:lnTo>
                  <a:lnTo>
                    <a:pt x="98130" y="3060740"/>
                  </a:lnTo>
                  <a:lnTo>
                    <a:pt x="103960" y="3055581"/>
                  </a:lnTo>
                  <a:lnTo>
                    <a:pt x="107610" y="3051962"/>
                  </a:lnTo>
                  <a:lnTo>
                    <a:pt x="108987" y="3037860"/>
                  </a:lnTo>
                  <a:lnTo>
                    <a:pt x="111343" y="3023738"/>
                  </a:lnTo>
                  <a:lnTo>
                    <a:pt x="122217" y="3034993"/>
                  </a:lnTo>
                  <a:lnTo>
                    <a:pt x="135047" y="3031374"/>
                  </a:lnTo>
                  <a:lnTo>
                    <a:pt x="143206" y="3025920"/>
                  </a:lnTo>
                  <a:lnTo>
                    <a:pt x="150785" y="3018736"/>
                  </a:lnTo>
                  <a:lnTo>
                    <a:pt x="144697" y="3015671"/>
                  </a:lnTo>
                  <a:lnTo>
                    <a:pt x="139195" y="3014337"/>
                  </a:lnTo>
                  <a:lnTo>
                    <a:pt x="126282" y="2983499"/>
                  </a:lnTo>
                  <a:lnTo>
                    <a:pt x="129812" y="2981467"/>
                  </a:lnTo>
                  <a:lnTo>
                    <a:pt x="133484" y="2982527"/>
                  </a:lnTo>
                  <a:lnTo>
                    <a:pt x="135271" y="2986906"/>
                  </a:lnTo>
                  <a:lnTo>
                    <a:pt x="139042" y="2991976"/>
                  </a:lnTo>
                  <a:lnTo>
                    <a:pt x="147692" y="2999516"/>
                  </a:lnTo>
                  <a:lnTo>
                    <a:pt x="156042" y="2994385"/>
                  </a:lnTo>
                  <a:lnTo>
                    <a:pt x="156118" y="2990752"/>
                  </a:lnTo>
                  <a:lnTo>
                    <a:pt x="167096" y="2991018"/>
                  </a:lnTo>
                  <a:lnTo>
                    <a:pt x="185036" y="2995630"/>
                  </a:lnTo>
                  <a:lnTo>
                    <a:pt x="196675" y="2994268"/>
                  </a:lnTo>
                  <a:lnTo>
                    <a:pt x="183107" y="3004224"/>
                  </a:lnTo>
                  <a:lnTo>
                    <a:pt x="171664" y="3014302"/>
                  </a:lnTo>
                  <a:lnTo>
                    <a:pt x="177708" y="3012496"/>
                  </a:lnTo>
                  <a:lnTo>
                    <a:pt x="195626" y="3000591"/>
                  </a:lnTo>
                  <a:lnTo>
                    <a:pt x="214314" y="2993092"/>
                  </a:lnTo>
                  <a:lnTo>
                    <a:pt x="227860" y="2983088"/>
                  </a:lnTo>
                  <a:lnTo>
                    <a:pt x="236423" y="2978477"/>
                  </a:lnTo>
                  <a:lnTo>
                    <a:pt x="266439" y="2956924"/>
                  </a:lnTo>
                  <a:lnTo>
                    <a:pt x="279215" y="2947755"/>
                  </a:lnTo>
                  <a:lnTo>
                    <a:pt x="292794" y="2931587"/>
                  </a:lnTo>
                  <a:lnTo>
                    <a:pt x="294259" y="2919175"/>
                  </a:lnTo>
                  <a:lnTo>
                    <a:pt x="307772" y="2906332"/>
                  </a:lnTo>
                  <a:lnTo>
                    <a:pt x="322324" y="2890766"/>
                  </a:lnTo>
                  <a:lnTo>
                    <a:pt x="316996" y="2878170"/>
                  </a:lnTo>
                  <a:lnTo>
                    <a:pt x="310625" y="2868290"/>
                  </a:lnTo>
                  <a:lnTo>
                    <a:pt x="307264" y="2844274"/>
                  </a:lnTo>
                  <a:lnTo>
                    <a:pt x="311805" y="2842837"/>
                  </a:lnTo>
                  <a:lnTo>
                    <a:pt x="317668" y="2847380"/>
                  </a:lnTo>
                  <a:lnTo>
                    <a:pt x="322144" y="2847832"/>
                  </a:lnTo>
                  <a:lnTo>
                    <a:pt x="328586" y="2837233"/>
                  </a:lnTo>
                  <a:lnTo>
                    <a:pt x="338701" y="2837596"/>
                  </a:lnTo>
                  <a:lnTo>
                    <a:pt x="340668" y="2850870"/>
                  </a:lnTo>
                  <a:lnTo>
                    <a:pt x="334635" y="2865922"/>
                  </a:lnTo>
                  <a:lnTo>
                    <a:pt x="339744" y="2867674"/>
                  </a:lnTo>
                  <a:lnTo>
                    <a:pt x="353990" y="2863124"/>
                  </a:lnTo>
                  <a:lnTo>
                    <a:pt x="362837" y="2865909"/>
                  </a:lnTo>
                  <a:lnTo>
                    <a:pt x="337783" y="2884116"/>
                  </a:lnTo>
                  <a:lnTo>
                    <a:pt x="336723" y="2888844"/>
                  </a:lnTo>
                  <a:lnTo>
                    <a:pt x="357444" y="2874797"/>
                  </a:lnTo>
                  <a:lnTo>
                    <a:pt x="410580" y="2848749"/>
                  </a:lnTo>
                  <a:lnTo>
                    <a:pt x="433989" y="2846094"/>
                  </a:lnTo>
                  <a:lnTo>
                    <a:pt x="434448" y="2841427"/>
                  </a:lnTo>
                  <a:lnTo>
                    <a:pt x="427744" y="2828489"/>
                  </a:lnTo>
                  <a:lnTo>
                    <a:pt x="439476" y="2805403"/>
                  </a:lnTo>
                  <a:lnTo>
                    <a:pt x="444787" y="2805752"/>
                  </a:lnTo>
                  <a:lnTo>
                    <a:pt x="447579" y="2809249"/>
                  </a:lnTo>
                  <a:lnTo>
                    <a:pt x="447126" y="2814606"/>
                  </a:lnTo>
                  <a:lnTo>
                    <a:pt x="443131" y="2823467"/>
                  </a:lnTo>
                  <a:lnTo>
                    <a:pt x="438705" y="2827948"/>
                  </a:lnTo>
                  <a:lnTo>
                    <a:pt x="434727" y="2829187"/>
                  </a:lnTo>
                  <a:lnTo>
                    <a:pt x="436760" y="2836809"/>
                  </a:lnTo>
                  <a:lnTo>
                    <a:pt x="441153" y="2841078"/>
                  </a:lnTo>
                  <a:lnTo>
                    <a:pt x="447929" y="2837219"/>
                  </a:lnTo>
                  <a:lnTo>
                    <a:pt x="455885" y="2834804"/>
                  </a:lnTo>
                  <a:lnTo>
                    <a:pt x="490169" y="2833874"/>
                  </a:lnTo>
                  <a:lnTo>
                    <a:pt x="501950" y="2832074"/>
                  </a:lnTo>
                  <a:lnTo>
                    <a:pt x="513983" y="2833538"/>
                  </a:lnTo>
                  <a:lnTo>
                    <a:pt x="538972" y="2842618"/>
                  </a:lnTo>
                  <a:lnTo>
                    <a:pt x="556999" y="2853757"/>
                  </a:lnTo>
                  <a:lnTo>
                    <a:pt x="570431" y="2859026"/>
                  </a:lnTo>
                  <a:lnTo>
                    <a:pt x="616364" y="2864663"/>
                  </a:lnTo>
                  <a:lnTo>
                    <a:pt x="636151" y="2859621"/>
                  </a:lnTo>
                  <a:lnTo>
                    <a:pt x="638965" y="2856207"/>
                  </a:lnTo>
                  <a:lnTo>
                    <a:pt x="632801" y="2849132"/>
                  </a:lnTo>
                  <a:lnTo>
                    <a:pt x="630392" y="2844677"/>
                  </a:lnTo>
                  <a:lnTo>
                    <a:pt x="636577" y="2836090"/>
                  </a:lnTo>
                  <a:lnTo>
                    <a:pt x="643616" y="2830548"/>
                  </a:lnTo>
                  <a:lnTo>
                    <a:pt x="657512" y="2825540"/>
                  </a:lnTo>
                  <a:lnTo>
                    <a:pt x="665205" y="2837500"/>
                  </a:lnTo>
                  <a:lnTo>
                    <a:pt x="682211" y="2838143"/>
                  </a:lnTo>
                  <a:lnTo>
                    <a:pt x="694260" y="2857869"/>
                  </a:lnTo>
                  <a:lnTo>
                    <a:pt x="699921" y="2864869"/>
                  </a:lnTo>
                  <a:lnTo>
                    <a:pt x="720429" y="2870726"/>
                  </a:lnTo>
                  <a:lnTo>
                    <a:pt x="726385" y="2863815"/>
                  </a:lnTo>
                  <a:lnTo>
                    <a:pt x="729620" y="2863630"/>
                  </a:lnTo>
                  <a:lnTo>
                    <a:pt x="728341" y="2871861"/>
                  </a:lnTo>
                  <a:lnTo>
                    <a:pt x="730161" y="2878608"/>
                  </a:lnTo>
                  <a:lnTo>
                    <a:pt x="740079" y="2893551"/>
                  </a:lnTo>
                  <a:lnTo>
                    <a:pt x="740593" y="2898142"/>
                  </a:lnTo>
                  <a:lnTo>
                    <a:pt x="730888" y="2896315"/>
                  </a:lnTo>
                  <a:lnTo>
                    <a:pt x="725828" y="2897746"/>
                  </a:lnTo>
                  <a:lnTo>
                    <a:pt x="724997" y="2902200"/>
                  </a:lnTo>
                  <a:lnTo>
                    <a:pt x="757161" y="2915576"/>
                  </a:lnTo>
                  <a:lnTo>
                    <a:pt x="785330" y="2924355"/>
                  </a:lnTo>
                  <a:lnTo>
                    <a:pt x="793559" y="2921584"/>
                  </a:lnTo>
                  <a:lnTo>
                    <a:pt x="803772" y="2904642"/>
                  </a:lnTo>
                  <a:lnTo>
                    <a:pt x="813144" y="2900688"/>
                  </a:lnTo>
                  <a:lnTo>
                    <a:pt x="826941" y="2901338"/>
                  </a:lnTo>
                  <a:lnTo>
                    <a:pt x="835624" y="2906846"/>
                  </a:lnTo>
                  <a:lnTo>
                    <a:pt x="841766" y="2924334"/>
                  </a:lnTo>
                  <a:lnTo>
                    <a:pt x="845564" y="2927988"/>
                  </a:lnTo>
                  <a:lnTo>
                    <a:pt x="854176" y="2923623"/>
                  </a:lnTo>
                  <a:lnTo>
                    <a:pt x="858034" y="2917218"/>
                  </a:lnTo>
                  <a:lnTo>
                    <a:pt x="860121" y="2909097"/>
                  </a:lnTo>
                  <a:lnTo>
                    <a:pt x="861127" y="2901105"/>
                  </a:lnTo>
                  <a:lnTo>
                    <a:pt x="863471" y="2895494"/>
                  </a:lnTo>
                  <a:lnTo>
                    <a:pt x="863520" y="2882241"/>
                  </a:lnTo>
                  <a:lnTo>
                    <a:pt x="858100" y="2877766"/>
                  </a:lnTo>
                  <a:lnTo>
                    <a:pt x="853570" y="2875467"/>
                  </a:lnTo>
                  <a:lnTo>
                    <a:pt x="851384" y="2872012"/>
                  </a:lnTo>
                  <a:lnTo>
                    <a:pt x="851575" y="2867421"/>
                  </a:lnTo>
                  <a:lnTo>
                    <a:pt x="883116" y="2878512"/>
                  </a:lnTo>
                  <a:lnTo>
                    <a:pt x="889717" y="2884383"/>
                  </a:lnTo>
                  <a:lnTo>
                    <a:pt x="892055" y="2889357"/>
                  </a:lnTo>
                  <a:lnTo>
                    <a:pt x="892613" y="2896001"/>
                  </a:lnTo>
                  <a:lnTo>
                    <a:pt x="901050" y="2898847"/>
                  </a:lnTo>
                  <a:lnTo>
                    <a:pt x="906033" y="2898341"/>
                  </a:lnTo>
                  <a:lnTo>
                    <a:pt x="911875" y="2900318"/>
                  </a:lnTo>
                  <a:lnTo>
                    <a:pt x="916700" y="2905204"/>
                  </a:lnTo>
                  <a:lnTo>
                    <a:pt x="922897" y="2907762"/>
                  </a:lnTo>
                  <a:lnTo>
                    <a:pt x="931694" y="2915487"/>
                  </a:lnTo>
                  <a:lnTo>
                    <a:pt x="937733" y="2927974"/>
                  </a:lnTo>
                  <a:lnTo>
                    <a:pt x="941727" y="2932853"/>
                  </a:lnTo>
                  <a:lnTo>
                    <a:pt x="939197" y="2945306"/>
                  </a:lnTo>
                  <a:lnTo>
                    <a:pt x="944295" y="2942877"/>
                  </a:lnTo>
                  <a:lnTo>
                    <a:pt x="954869" y="2931327"/>
                  </a:lnTo>
                  <a:lnTo>
                    <a:pt x="959437" y="2935124"/>
                  </a:lnTo>
                  <a:lnTo>
                    <a:pt x="963885" y="2940366"/>
                  </a:lnTo>
                  <a:lnTo>
                    <a:pt x="966366" y="2936226"/>
                  </a:lnTo>
                  <a:lnTo>
                    <a:pt x="969033" y="2928864"/>
                  </a:lnTo>
                  <a:lnTo>
                    <a:pt x="978896" y="2922692"/>
                  </a:lnTo>
                  <a:lnTo>
                    <a:pt x="979530" y="2914263"/>
                  </a:lnTo>
                  <a:lnTo>
                    <a:pt x="973978" y="2912121"/>
                  </a:lnTo>
                  <a:lnTo>
                    <a:pt x="968213" y="2907906"/>
                  </a:lnTo>
                  <a:lnTo>
                    <a:pt x="961060" y="2895652"/>
                  </a:lnTo>
                  <a:lnTo>
                    <a:pt x="953793" y="2896001"/>
                  </a:lnTo>
                  <a:lnTo>
                    <a:pt x="923804" y="2883828"/>
                  </a:lnTo>
                  <a:lnTo>
                    <a:pt x="916345" y="2874585"/>
                  </a:lnTo>
                  <a:lnTo>
                    <a:pt x="905771" y="2867209"/>
                  </a:lnTo>
                  <a:lnTo>
                    <a:pt x="900613" y="2855912"/>
                  </a:lnTo>
                  <a:lnTo>
                    <a:pt x="904159" y="2852163"/>
                  </a:lnTo>
                  <a:lnTo>
                    <a:pt x="904859" y="2848126"/>
                  </a:lnTo>
                  <a:lnTo>
                    <a:pt x="907192" y="2846887"/>
                  </a:lnTo>
                  <a:lnTo>
                    <a:pt x="911831" y="2848229"/>
                  </a:lnTo>
                  <a:lnTo>
                    <a:pt x="918695" y="2844876"/>
                  </a:lnTo>
                  <a:lnTo>
                    <a:pt x="915165" y="2841058"/>
                  </a:lnTo>
                  <a:lnTo>
                    <a:pt x="921902" y="2834483"/>
                  </a:lnTo>
                  <a:lnTo>
                    <a:pt x="930323" y="2832779"/>
                  </a:lnTo>
                  <a:lnTo>
                    <a:pt x="941623" y="2827757"/>
                  </a:lnTo>
                  <a:lnTo>
                    <a:pt x="940689" y="2825013"/>
                  </a:lnTo>
                  <a:lnTo>
                    <a:pt x="941241" y="2813634"/>
                  </a:lnTo>
                  <a:lnTo>
                    <a:pt x="936421" y="2805691"/>
                  </a:lnTo>
                  <a:lnTo>
                    <a:pt x="934951" y="2801038"/>
                  </a:lnTo>
                  <a:lnTo>
                    <a:pt x="936443" y="2796112"/>
                  </a:lnTo>
                  <a:lnTo>
                    <a:pt x="925957" y="2794415"/>
                  </a:lnTo>
                  <a:lnTo>
                    <a:pt x="918241" y="2802269"/>
                  </a:lnTo>
                  <a:lnTo>
                    <a:pt x="915318" y="2814469"/>
                  </a:lnTo>
                  <a:lnTo>
                    <a:pt x="910596" y="2816043"/>
                  </a:lnTo>
                  <a:lnTo>
                    <a:pt x="898050" y="2812396"/>
                  </a:lnTo>
                  <a:lnTo>
                    <a:pt x="890061" y="2801544"/>
                  </a:lnTo>
                  <a:lnTo>
                    <a:pt x="894307" y="2796159"/>
                  </a:lnTo>
                  <a:lnTo>
                    <a:pt x="901307" y="2791589"/>
                  </a:lnTo>
                  <a:lnTo>
                    <a:pt x="906864" y="2786163"/>
                  </a:lnTo>
                  <a:lnTo>
                    <a:pt x="906585" y="2782311"/>
                  </a:lnTo>
                  <a:lnTo>
                    <a:pt x="898760" y="2778465"/>
                  </a:lnTo>
                  <a:lnTo>
                    <a:pt x="894766" y="2783337"/>
                  </a:lnTo>
                  <a:lnTo>
                    <a:pt x="890389" y="2785232"/>
                  </a:lnTo>
                  <a:lnTo>
                    <a:pt x="881236" y="2784925"/>
                  </a:lnTo>
                  <a:lnTo>
                    <a:pt x="870028" y="2794257"/>
                  </a:lnTo>
                  <a:lnTo>
                    <a:pt x="849755" y="2798486"/>
                  </a:lnTo>
                  <a:lnTo>
                    <a:pt x="837488" y="2793443"/>
                  </a:lnTo>
                  <a:lnTo>
                    <a:pt x="823155" y="2782899"/>
                  </a:lnTo>
                  <a:lnTo>
                    <a:pt x="832226" y="2763666"/>
                  </a:lnTo>
                  <a:lnTo>
                    <a:pt x="844165" y="2749414"/>
                  </a:lnTo>
                  <a:lnTo>
                    <a:pt x="855280" y="2750844"/>
                  </a:lnTo>
                  <a:lnTo>
                    <a:pt x="864318" y="2753320"/>
                  </a:lnTo>
                  <a:lnTo>
                    <a:pt x="874498" y="2764904"/>
                  </a:lnTo>
                  <a:lnTo>
                    <a:pt x="915432" y="2779307"/>
                  </a:lnTo>
                  <a:lnTo>
                    <a:pt x="923000" y="2775571"/>
                  </a:lnTo>
                  <a:lnTo>
                    <a:pt x="931656" y="2771295"/>
                  </a:lnTo>
                  <a:lnTo>
                    <a:pt x="945416" y="2754176"/>
                  </a:lnTo>
                  <a:lnTo>
                    <a:pt x="951793" y="2754408"/>
                  </a:lnTo>
                  <a:lnTo>
                    <a:pt x="956262" y="2755989"/>
                  </a:lnTo>
                  <a:lnTo>
                    <a:pt x="975240" y="2750960"/>
                  </a:lnTo>
                  <a:lnTo>
                    <a:pt x="991896" y="2744391"/>
                  </a:lnTo>
                  <a:lnTo>
                    <a:pt x="995508" y="2744227"/>
                  </a:lnTo>
                  <a:lnTo>
                    <a:pt x="1001442" y="2745602"/>
                  </a:lnTo>
                  <a:lnTo>
                    <a:pt x="1015748" y="2752766"/>
                  </a:lnTo>
                  <a:lnTo>
                    <a:pt x="1048480" y="2750604"/>
                  </a:lnTo>
                  <a:lnTo>
                    <a:pt x="1054043" y="2750228"/>
                  </a:lnTo>
                  <a:lnTo>
                    <a:pt x="1065310" y="2751671"/>
                  </a:lnTo>
                  <a:lnTo>
                    <a:pt x="1078043" y="2751192"/>
                  </a:lnTo>
                  <a:lnTo>
                    <a:pt x="1080157" y="2744364"/>
                  </a:lnTo>
                  <a:lnTo>
                    <a:pt x="1084430" y="2723222"/>
                  </a:lnTo>
                  <a:lnTo>
                    <a:pt x="1089572" y="2707101"/>
                  </a:lnTo>
                  <a:lnTo>
                    <a:pt x="1091933" y="2705288"/>
                  </a:lnTo>
                  <a:lnTo>
                    <a:pt x="1098922" y="2714717"/>
                  </a:lnTo>
                  <a:lnTo>
                    <a:pt x="1101818" y="2723878"/>
                  </a:lnTo>
                  <a:lnTo>
                    <a:pt x="1101671" y="2739554"/>
                  </a:lnTo>
                  <a:lnTo>
                    <a:pt x="1104660" y="2744528"/>
                  </a:lnTo>
                  <a:lnTo>
                    <a:pt x="1109190" y="2745472"/>
                  </a:lnTo>
                  <a:lnTo>
                    <a:pt x="1114097" y="2753957"/>
                  </a:lnTo>
                  <a:lnTo>
                    <a:pt x="1116671" y="2761675"/>
                  </a:lnTo>
                  <a:lnTo>
                    <a:pt x="1103944" y="2766259"/>
                  </a:lnTo>
                  <a:lnTo>
                    <a:pt x="1094878" y="2766916"/>
                  </a:lnTo>
                  <a:lnTo>
                    <a:pt x="1092534" y="2770207"/>
                  </a:lnTo>
                  <a:lnTo>
                    <a:pt x="1135474" y="2765465"/>
                  </a:lnTo>
                  <a:lnTo>
                    <a:pt x="1147670" y="2750980"/>
                  </a:lnTo>
                  <a:lnTo>
                    <a:pt x="1150331" y="2749639"/>
                  </a:lnTo>
                  <a:lnTo>
                    <a:pt x="1154943" y="2747333"/>
                  </a:lnTo>
                  <a:lnTo>
                    <a:pt x="1155452" y="2751582"/>
                  </a:lnTo>
                  <a:lnTo>
                    <a:pt x="1149075" y="2759225"/>
                  </a:lnTo>
                  <a:lnTo>
                    <a:pt x="1151867" y="2761326"/>
                  </a:lnTo>
                  <a:lnTo>
                    <a:pt x="1173659" y="2755024"/>
                  </a:lnTo>
                  <a:lnTo>
                    <a:pt x="1177014" y="2746978"/>
                  </a:lnTo>
                  <a:lnTo>
                    <a:pt x="1184446" y="2738986"/>
                  </a:lnTo>
                  <a:lnTo>
                    <a:pt x="1186020" y="2727067"/>
                  </a:lnTo>
                  <a:lnTo>
                    <a:pt x="1191817" y="2727040"/>
                  </a:lnTo>
                  <a:lnTo>
                    <a:pt x="1197052" y="2732438"/>
                  </a:lnTo>
                  <a:lnTo>
                    <a:pt x="1201320" y="2724946"/>
                  </a:lnTo>
                  <a:lnTo>
                    <a:pt x="1205385" y="2722647"/>
                  </a:lnTo>
                  <a:lnTo>
                    <a:pt x="1209014" y="2732233"/>
                  </a:lnTo>
                  <a:lnTo>
                    <a:pt x="1206702" y="2742188"/>
                  </a:lnTo>
                  <a:lnTo>
                    <a:pt x="1191260" y="2746978"/>
                  </a:lnTo>
                  <a:lnTo>
                    <a:pt x="1186790" y="2750125"/>
                  </a:lnTo>
                  <a:lnTo>
                    <a:pt x="1182599" y="2755024"/>
                  </a:lnTo>
                  <a:lnTo>
                    <a:pt x="1208735" y="2750385"/>
                  </a:lnTo>
                  <a:lnTo>
                    <a:pt x="1240964" y="2746109"/>
                  </a:lnTo>
                  <a:lnTo>
                    <a:pt x="1249199" y="2743050"/>
                  </a:lnTo>
                  <a:lnTo>
                    <a:pt x="1258450" y="2737111"/>
                  </a:lnTo>
                  <a:lnTo>
                    <a:pt x="1266893" y="2733115"/>
                  </a:lnTo>
                  <a:lnTo>
                    <a:pt x="1275150" y="2735011"/>
                  </a:lnTo>
                  <a:lnTo>
                    <a:pt x="1288221" y="2733478"/>
                  </a:lnTo>
                  <a:lnTo>
                    <a:pt x="1298483" y="2737508"/>
                  </a:lnTo>
                  <a:lnTo>
                    <a:pt x="1301614" y="2740690"/>
                  </a:lnTo>
                  <a:lnTo>
                    <a:pt x="1303166" y="2745698"/>
                  </a:lnTo>
                  <a:lnTo>
                    <a:pt x="1290155" y="2742434"/>
                  </a:lnTo>
                  <a:lnTo>
                    <a:pt x="1266166" y="2746636"/>
                  </a:lnTo>
                  <a:lnTo>
                    <a:pt x="1297423" y="2755968"/>
                  </a:lnTo>
                  <a:lnTo>
                    <a:pt x="1333176" y="2772520"/>
                  </a:lnTo>
                  <a:lnTo>
                    <a:pt x="1340439" y="2778465"/>
                  </a:lnTo>
                  <a:lnTo>
                    <a:pt x="1344351" y="2779163"/>
                  </a:lnTo>
                  <a:lnTo>
                    <a:pt x="1345788" y="2774360"/>
                  </a:lnTo>
                  <a:lnTo>
                    <a:pt x="1346029" y="2768318"/>
                  </a:lnTo>
                  <a:lnTo>
                    <a:pt x="1353296" y="2763426"/>
                  </a:lnTo>
                  <a:lnTo>
                    <a:pt x="1361395" y="2762379"/>
                  </a:lnTo>
                  <a:lnTo>
                    <a:pt x="1357203" y="2769365"/>
                  </a:lnTo>
                  <a:lnTo>
                    <a:pt x="1354690" y="2776016"/>
                  </a:lnTo>
                  <a:lnTo>
                    <a:pt x="1360641" y="2781770"/>
                  </a:lnTo>
                  <a:lnTo>
                    <a:pt x="1359160" y="2786156"/>
                  </a:lnTo>
                  <a:lnTo>
                    <a:pt x="1353307" y="2785479"/>
                  </a:lnTo>
                  <a:lnTo>
                    <a:pt x="1372498" y="2805957"/>
                  </a:lnTo>
                  <a:lnTo>
                    <a:pt x="1389362" y="2819977"/>
                  </a:lnTo>
                  <a:lnTo>
                    <a:pt x="1394597" y="2830890"/>
                  </a:lnTo>
                  <a:lnTo>
                    <a:pt x="1393695" y="2836460"/>
                  </a:lnTo>
                  <a:lnTo>
                    <a:pt x="1391285" y="2838978"/>
                  </a:lnTo>
                  <a:lnTo>
                    <a:pt x="1386023" y="2832683"/>
                  </a:lnTo>
                  <a:lnTo>
                    <a:pt x="1382624" y="2824637"/>
                  </a:lnTo>
                  <a:lnTo>
                    <a:pt x="1382624" y="2835133"/>
                  </a:lnTo>
                  <a:lnTo>
                    <a:pt x="1386815" y="2845273"/>
                  </a:lnTo>
                  <a:lnTo>
                    <a:pt x="1393241" y="2847373"/>
                  </a:lnTo>
                  <a:lnTo>
                    <a:pt x="1408115" y="2843494"/>
                  </a:lnTo>
                  <a:lnTo>
                    <a:pt x="1425656" y="2841646"/>
                  </a:lnTo>
                  <a:lnTo>
                    <a:pt x="1432383" y="2838253"/>
                  </a:lnTo>
                  <a:lnTo>
                    <a:pt x="1441367" y="2833723"/>
                  </a:lnTo>
                  <a:lnTo>
                    <a:pt x="1451257" y="2834366"/>
                  </a:lnTo>
                  <a:lnTo>
                    <a:pt x="1479295" y="2816878"/>
                  </a:lnTo>
                  <a:lnTo>
                    <a:pt x="1490033" y="2815153"/>
                  </a:lnTo>
                  <a:lnTo>
                    <a:pt x="1498005" y="2815543"/>
                  </a:lnTo>
                  <a:lnTo>
                    <a:pt x="1500705" y="2812458"/>
                  </a:lnTo>
                  <a:lnTo>
                    <a:pt x="1498841" y="2805047"/>
                  </a:lnTo>
                  <a:lnTo>
                    <a:pt x="1501049" y="2798499"/>
                  </a:lnTo>
                  <a:lnTo>
                    <a:pt x="1506191" y="2793491"/>
                  </a:lnTo>
                  <a:lnTo>
                    <a:pt x="1535896" y="2788017"/>
                  </a:lnTo>
                  <a:lnTo>
                    <a:pt x="1575048" y="2812936"/>
                  </a:lnTo>
                  <a:lnTo>
                    <a:pt x="1620250" y="2879367"/>
                  </a:lnTo>
                  <a:lnTo>
                    <a:pt x="1678572" y="2935467"/>
                  </a:lnTo>
                  <a:lnTo>
                    <a:pt x="1691763" y="2958456"/>
                  </a:lnTo>
                  <a:lnTo>
                    <a:pt x="1692593" y="2969034"/>
                  </a:lnTo>
                  <a:lnTo>
                    <a:pt x="1691861" y="2974932"/>
                  </a:lnTo>
                  <a:lnTo>
                    <a:pt x="1690735" y="3014740"/>
                  </a:lnTo>
                  <a:lnTo>
                    <a:pt x="1680899" y="3049635"/>
                  </a:lnTo>
                  <a:lnTo>
                    <a:pt x="1670271" y="3104400"/>
                  </a:lnTo>
                  <a:lnTo>
                    <a:pt x="1674293" y="3114130"/>
                  </a:lnTo>
                  <a:lnTo>
                    <a:pt x="1677905" y="3120042"/>
                  </a:lnTo>
                  <a:lnTo>
                    <a:pt x="1681533" y="3123545"/>
                  </a:lnTo>
                  <a:lnTo>
                    <a:pt x="1684615" y="3120220"/>
                  </a:lnTo>
                  <a:lnTo>
                    <a:pt x="1690708" y="3122279"/>
                  </a:lnTo>
                  <a:lnTo>
                    <a:pt x="1694610" y="3118413"/>
                  </a:lnTo>
                  <a:lnTo>
                    <a:pt x="1696293" y="3114034"/>
                  </a:lnTo>
                  <a:lnTo>
                    <a:pt x="1697905" y="3100582"/>
                  </a:lnTo>
                  <a:lnTo>
                    <a:pt x="1693741" y="3097148"/>
                  </a:lnTo>
                  <a:lnTo>
                    <a:pt x="1689107" y="3087897"/>
                  </a:lnTo>
                  <a:lnTo>
                    <a:pt x="1693500" y="3085454"/>
                  </a:lnTo>
                  <a:lnTo>
                    <a:pt x="1699806" y="3088643"/>
                  </a:lnTo>
                  <a:lnTo>
                    <a:pt x="1706407" y="3099932"/>
                  </a:lnTo>
                  <a:lnTo>
                    <a:pt x="1708921" y="3101328"/>
                  </a:lnTo>
                  <a:lnTo>
                    <a:pt x="1714790" y="3096436"/>
                  </a:lnTo>
                  <a:lnTo>
                    <a:pt x="1719260" y="3102033"/>
                  </a:lnTo>
                  <a:lnTo>
                    <a:pt x="1719844" y="3105885"/>
                  </a:lnTo>
                  <a:lnTo>
                    <a:pt x="1716489" y="3114890"/>
                  </a:lnTo>
                  <a:lnTo>
                    <a:pt x="1706380" y="3127903"/>
                  </a:lnTo>
                  <a:lnTo>
                    <a:pt x="1693511" y="3149443"/>
                  </a:lnTo>
                  <a:lnTo>
                    <a:pt x="1687817" y="3150743"/>
                  </a:lnTo>
                  <a:lnTo>
                    <a:pt x="1684697" y="3152939"/>
                  </a:lnTo>
                  <a:lnTo>
                    <a:pt x="1691326" y="3160000"/>
                  </a:lnTo>
                  <a:lnTo>
                    <a:pt x="1695233" y="3166747"/>
                  </a:lnTo>
                  <a:lnTo>
                    <a:pt x="1715276" y="3214587"/>
                  </a:lnTo>
                  <a:lnTo>
                    <a:pt x="1725047" y="3231953"/>
                  </a:lnTo>
                  <a:lnTo>
                    <a:pt x="1732210" y="3241053"/>
                  </a:lnTo>
                  <a:lnTo>
                    <a:pt x="1737489" y="3244125"/>
                  </a:lnTo>
                  <a:lnTo>
                    <a:pt x="1744451" y="3245357"/>
                  </a:lnTo>
                  <a:lnTo>
                    <a:pt x="1745800" y="3240553"/>
                  </a:lnTo>
                  <a:lnTo>
                    <a:pt x="1744401" y="3231809"/>
                  </a:lnTo>
                  <a:lnTo>
                    <a:pt x="1753959" y="3228073"/>
                  </a:lnTo>
                  <a:lnTo>
                    <a:pt x="1763183" y="3228333"/>
                  </a:lnTo>
                  <a:lnTo>
                    <a:pt x="1757177" y="3238145"/>
                  </a:lnTo>
                  <a:lnTo>
                    <a:pt x="1755953" y="3264378"/>
                  </a:lnTo>
                  <a:lnTo>
                    <a:pt x="1760237" y="3285719"/>
                  </a:lnTo>
                  <a:lnTo>
                    <a:pt x="1763953" y="3287429"/>
                  </a:lnTo>
                  <a:lnTo>
                    <a:pt x="1768008" y="3285719"/>
                  </a:lnTo>
                  <a:lnTo>
                    <a:pt x="1773560" y="3274593"/>
                  </a:lnTo>
                  <a:lnTo>
                    <a:pt x="1777926" y="3269934"/>
                  </a:lnTo>
                  <a:lnTo>
                    <a:pt x="1783844" y="3266800"/>
                  </a:lnTo>
                  <a:lnTo>
                    <a:pt x="1776363" y="3279396"/>
                  </a:lnTo>
                  <a:lnTo>
                    <a:pt x="1769265" y="3294422"/>
                  </a:lnTo>
                  <a:lnTo>
                    <a:pt x="1772336" y="3297569"/>
                  </a:lnTo>
                  <a:lnTo>
                    <a:pt x="1779603" y="3302119"/>
                  </a:lnTo>
                  <a:lnTo>
                    <a:pt x="1785767" y="3342605"/>
                  </a:lnTo>
                  <a:lnTo>
                    <a:pt x="1796510" y="3365437"/>
                  </a:lnTo>
                  <a:lnTo>
                    <a:pt x="1812985" y="3378273"/>
                  </a:lnTo>
                  <a:lnTo>
                    <a:pt x="1835739" y="3386751"/>
                  </a:lnTo>
                  <a:lnTo>
                    <a:pt x="1837963" y="3400654"/>
                  </a:lnTo>
                  <a:lnTo>
                    <a:pt x="1851160" y="3421454"/>
                  </a:lnTo>
                  <a:lnTo>
                    <a:pt x="1863897" y="3451745"/>
                  </a:lnTo>
                  <a:lnTo>
                    <a:pt x="1870220" y="3455823"/>
                  </a:lnTo>
                  <a:lnTo>
                    <a:pt x="1878777" y="3459531"/>
                  </a:lnTo>
                  <a:lnTo>
                    <a:pt x="1883247" y="3466182"/>
                  </a:lnTo>
                  <a:lnTo>
                    <a:pt x="1880455" y="3471772"/>
                  </a:lnTo>
                  <a:lnTo>
                    <a:pt x="1865652" y="3458484"/>
                  </a:lnTo>
                  <a:lnTo>
                    <a:pt x="1861357" y="3459812"/>
                  </a:lnTo>
                  <a:lnTo>
                    <a:pt x="1858821" y="3465511"/>
                  </a:lnTo>
                  <a:lnTo>
                    <a:pt x="1857848" y="3471183"/>
                  </a:lnTo>
                  <a:lnTo>
                    <a:pt x="1864214" y="3483862"/>
                  </a:lnTo>
                  <a:lnTo>
                    <a:pt x="1875242" y="3484532"/>
                  </a:lnTo>
                  <a:lnTo>
                    <a:pt x="1892001" y="3478518"/>
                  </a:lnTo>
                  <a:lnTo>
                    <a:pt x="1906066" y="3481296"/>
                  </a:lnTo>
                  <a:lnTo>
                    <a:pt x="1926088" y="3470636"/>
                  </a:lnTo>
                  <a:lnTo>
                    <a:pt x="1934252" y="3470999"/>
                  </a:lnTo>
                  <a:lnTo>
                    <a:pt x="1947427" y="3456787"/>
                  </a:lnTo>
                  <a:lnTo>
                    <a:pt x="1951815" y="3443356"/>
                  </a:lnTo>
                  <a:lnTo>
                    <a:pt x="1954825" y="3416528"/>
                  </a:lnTo>
                  <a:lnTo>
                    <a:pt x="1963973" y="3399265"/>
                  </a:lnTo>
                  <a:lnTo>
                    <a:pt x="1970705" y="3380127"/>
                  </a:lnTo>
                  <a:lnTo>
                    <a:pt x="1972497" y="3380729"/>
                  </a:lnTo>
                  <a:lnTo>
                    <a:pt x="1973241" y="3385129"/>
                  </a:lnTo>
                  <a:lnTo>
                    <a:pt x="1974350" y="3386408"/>
                  </a:lnTo>
                  <a:lnTo>
                    <a:pt x="1976115" y="3344637"/>
                  </a:lnTo>
                  <a:lnTo>
                    <a:pt x="1983869" y="3283399"/>
                  </a:lnTo>
                  <a:lnTo>
                    <a:pt x="1982891" y="3249893"/>
                  </a:lnTo>
                  <a:lnTo>
                    <a:pt x="1978568" y="3223797"/>
                  </a:lnTo>
                  <a:lnTo>
                    <a:pt x="1974415" y="3211317"/>
                  </a:lnTo>
                  <a:lnTo>
                    <a:pt x="1963186" y="3193937"/>
                  </a:lnTo>
                  <a:lnTo>
                    <a:pt x="1915738" y="3057470"/>
                  </a:lnTo>
                  <a:lnTo>
                    <a:pt x="1911678" y="3044682"/>
                  </a:lnTo>
                  <a:lnTo>
                    <a:pt x="1904711" y="3029430"/>
                  </a:lnTo>
                  <a:lnTo>
                    <a:pt x="1900394" y="3004258"/>
                  </a:lnTo>
                  <a:lnTo>
                    <a:pt x="1896903" y="2993755"/>
                  </a:lnTo>
                  <a:lnTo>
                    <a:pt x="1894690" y="2976650"/>
                  </a:lnTo>
                  <a:lnTo>
                    <a:pt x="1897990" y="2976472"/>
                  </a:lnTo>
                  <a:lnTo>
                    <a:pt x="1902209" y="2980180"/>
                  </a:lnTo>
                  <a:lnTo>
                    <a:pt x="1901214" y="2987118"/>
                  </a:lnTo>
                  <a:lnTo>
                    <a:pt x="1902777" y="2994145"/>
                  </a:lnTo>
                  <a:lnTo>
                    <a:pt x="1910126" y="2998613"/>
                  </a:lnTo>
                  <a:lnTo>
                    <a:pt x="1911443" y="3001754"/>
                  </a:lnTo>
                  <a:lnTo>
                    <a:pt x="1906902" y="3010484"/>
                  </a:lnTo>
                  <a:lnTo>
                    <a:pt x="1906602" y="3017956"/>
                  </a:lnTo>
                  <a:lnTo>
                    <a:pt x="1910881" y="3034480"/>
                  </a:lnTo>
                  <a:lnTo>
                    <a:pt x="1914017" y="3030286"/>
                  </a:lnTo>
                  <a:lnTo>
                    <a:pt x="1915312" y="3019455"/>
                  </a:lnTo>
                  <a:lnTo>
                    <a:pt x="1917667" y="3010231"/>
                  </a:lnTo>
                  <a:lnTo>
                    <a:pt x="1920569" y="3009547"/>
                  </a:lnTo>
                  <a:lnTo>
                    <a:pt x="1918788" y="3037928"/>
                  </a:lnTo>
                  <a:lnTo>
                    <a:pt x="1920225" y="3057935"/>
                  </a:lnTo>
                  <a:lnTo>
                    <a:pt x="1932585" y="3092002"/>
                  </a:lnTo>
                  <a:lnTo>
                    <a:pt x="1937361" y="3096737"/>
                  </a:lnTo>
                  <a:lnTo>
                    <a:pt x="1928826" y="3073002"/>
                  </a:lnTo>
                  <a:lnTo>
                    <a:pt x="1924383" y="3057477"/>
                  </a:lnTo>
                  <a:lnTo>
                    <a:pt x="1923028" y="3044764"/>
                  </a:lnTo>
                  <a:lnTo>
                    <a:pt x="1923454" y="3031716"/>
                  </a:lnTo>
                  <a:lnTo>
                    <a:pt x="1924946" y="3023060"/>
                  </a:lnTo>
                  <a:lnTo>
                    <a:pt x="1929837" y="3014706"/>
                  </a:lnTo>
                  <a:lnTo>
                    <a:pt x="1925339" y="3004853"/>
                  </a:lnTo>
                  <a:lnTo>
                    <a:pt x="1887772" y="2935706"/>
                  </a:lnTo>
                  <a:lnTo>
                    <a:pt x="1864881" y="2878656"/>
                  </a:lnTo>
                  <a:lnTo>
                    <a:pt x="1848657" y="2831458"/>
                  </a:lnTo>
                  <a:lnTo>
                    <a:pt x="1838854" y="2782776"/>
                  </a:lnTo>
                  <a:lnTo>
                    <a:pt x="1833411" y="2764733"/>
                  </a:lnTo>
                  <a:lnTo>
                    <a:pt x="1825417" y="2712774"/>
                  </a:lnTo>
                  <a:lnTo>
                    <a:pt x="1820182" y="2700068"/>
                  </a:lnTo>
                  <a:lnTo>
                    <a:pt x="1818811" y="2690208"/>
                  </a:lnTo>
                  <a:lnTo>
                    <a:pt x="1818341" y="2679999"/>
                  </a:lnTo>
                  <a:lnTo>
                    <a:pt x="1820559" y="2674519"/>
                  </a:lnTo>
                  <a:lnTo>
                    <a:pt x="1823827" y="2661170"/>
                  </a:lnTo>
                  <a:lnTo>
                    <a:pt x="1825860" y="2650065"/>
                  </a:lnTo>
                  <a:lnTo>
                    <a:pt x="1825062" y="2644632"/>
                  </a:lnTo>
                  <a:lnTo>
                    <a:pt x="1827144" y="2634451"/>
                  </a:lnTo>
                  <a:lnTo>
                    <a:pt x="1830406" y="2637290"/>
                  </a:lnTo>
                  <a:lnTo>
                    <a:pt x="1835745" y="2638351"/>
                  </a:lnTo>
                  <a:lnTo>
                    <a:pt x="1844297" y="2625453"/>
                  </a:lnTo>
                  <a:lnTo>
                    <a:pt x="1839745" y="2618468"/>
                  </a:lnTo>
                  <a:lnTo>
                    <a:pt x="1834308" y="2615867"/>
                  </a:lnTo>
                  <a:lnTo>
                    <a:pt x="1833947" y="2612932"/>
                  </a:lnTo>
                  <a:lnTo>
                    <a:pt x="1843570" y="2610421"/>
                  </a:lnTo>
                  <a:lnTo>
                    <a:pt x="1847717" y="2601335"/>
                  </a:lnTo>
                  <a:lnTo>
                    <a:pt x="1852083" y="2596278"/>
                  </a:lnTo>
                  <a:lnTo>
                    <a:pt x="1856947" y="2587986"/>
                  </a:lnTo>
                  <a:lnTo>
                    <a:pt x="1854679" y="2586918"/>
                  </a:lnTo>
                  <a:lnTo>
                    <a:pt x="1851581" y="2588382"/>
                  </a:lnTo>
                  <a:lnTo>
                    <a:pt x="1847553" y="2586918"/>
                  </a:lnTo>
                  <a:lnTo>
                    <a:pt x="1849455" y="2581958"/>
                  </a:lnTo>
                  <a:lnTo>
                    <a:pt x="1857564" y="2576915"/>
                  </a:lnTo>
                  <a:lnTo>
                    <a:pt x="1858056" y="2571893"/>
                  </a:lnTo>
                  <a:lnTo>
                    <a:pt x="1855701" y="2568978"/>
                  </a:lnTo>
                  <a:lnTo>
                    <a:pt x="1854433" y="2563757"/>
                  </a:lnTo>
                  <a:lnTo>
                    <a:pt x="1858439" y="2558222"/>
                  </a:lnTo>
                  <a:lnTo>
                    <a:pt x="1865570" y="2556867"/>
                  </a:lnTo>
                  <a:lnTo>
                    <a:pt x="1869182" y="2552016"/>
                  </a:lnTo>
                  <a:lnTo>
                    <a:pt x="1869302" y="2548444"/>
                  </a:lnTo>
                  <a:lnTo>
                    <a:pt x="1865892" y="2544599"/>
                  </a:lnTo>
                  <a:lnTo>
                    <a:pt x="1863903" y="2539317"/>
                  </a:lnTo>
                  <a:lnTo>
                    <a:pt x="1867307" y="2537148"/>
                  </a:lnTo>
                  <a:lnTo>
                    <a:pt x="1871482" y="2537435"/>
                  </a:lnTo>
                  <a:lnTo>
                    <a:pt x="1885149" y="2530025"/>
                  </a:lnTo>
                  <a:lnTo>
                    <a:pt x="1890864" y="2518161"/>
                  </a:lnTo>
                  <a:lnTo>
                    <a:pt x="1889777" y="2512694"/>
                  </a:lnTo>
                  <a:lnTo>
                    <a:pt x="1893455" y="2506344"/>
                  </a:lnTo>
                  <a:lnTo>
                    <a:pt x="1899990" y="2504675"/>
                  </a:lnTo>
                  <a:lnTo>
                    <a:pt x="1903662" y="2502383"/>
                  </a:lnTo>
                  <a:lnTo>
                    <a:pt x="1910799" y="2492078"/>
                  </a:lnTo>
                  <a:lnTo>
                    <a:pt x="1909924" y="2487850"/>
                  </a:lnTo>
                  <a:lnTo>
                    <a:pt x="1906367" y="2485127"/>
                  </a:lnTo>
                  <a:lnTo>
                    <a:pt x="1902842" y="2480501"/>
                  </a:lnTo>
                  <a:lnTo>
                    <a:pt x="1899198" y="2471388"/>
                  </a:lnTo>
                  <a:lnTo>
                    <a:pt x="1898679" y="2459523"/>
                  </a:lnTo>
                  <a:lnTo>
                    <a:pt x="1909110" y="2475076"/>
                  </a:lnTo>
                  <a:lnTo>
                    <a:pt x="1912050" y="2473454"/>
                  </a:lnTo>
                  <a:lnTo>
                    <a:pt x="1912640" y="2468904"/>
                  </a:lnTo>
                  <a:lnTo>
                    <a:pt x="1916061" y="2466824"/>
                  </a:lnTo>
                  <a:lnTo>
                    <a:pt x="1918454" y="2476588"/>
                  </a:lnTo>
                  <a:lnTo>
                    <a:pt x="1920427" y="2481275"/>
                  </a:lnTo>
                  <a:lnTo>
                    <a:pt x="1923656" y="2482048"/>
                  </a:lnTo>
                  <a:lnTo>
                    <a:pt x="1931012" y="2476848"/>
                  </a:lnTo>
                  <a:lnTo>
                    <a:pt x="1934132" y="2473009"/>
                  </a:lnTo>
                  <a:lnTo>
                    <a:pt x="1935416" y="2463068"/>
                  </a:lnTo>
                  <a:lnTo>
                    <a:pt x="1929175" y="2455692"/>
                  </a:lnTo>
                  <a:lnTo>
                    <a:pt x="1917520" y="2450601"/>
                  </a:lnTo>
                  <a:lnTo>
                    <a:pt x="1924454" y="2447522"/>
                  </a:lnTo>
                  <a:lnTo>
                    <a:pt x="1936902" y="2449253"/>
                  </a:lnTo>
                  <a:lnTo>
                    <a:pt x="1947886" y="2452141"/>
                  </a:lnTo>
                  <a:lnTo>
                    <a:pt x="1958459" y="2447009"/>
                  </a:lnTo>
                  <a:lnTo>
                    <a:pt x="1962787" y="2441521"/>
                  </a:lnTo>
                  <a:lnTo>
                    <a:pt x="1968312" y="2439229"/>
                  </a:lnTo>
                  <a:lnTo>
                    <a:pt x="1974776" y="2439756"/>
                  </a:lnTo>
                  <a:lnTo>
                    <a:pt x="1986055" y="2435439"/>
                  </a:lnTo>
                  <a:lnTo>
                    <a:pt x="1995126" y="2428822"/>
                  </a:lnTo>
                  <a:lnTo>
                    <a:pt x="2000393" y="2420194"/>
                  </a:lnTo>
                  <a:lnTo>
                    <a:pt x="1995978" y="2408795"/>
                  </a:lnTo>
                  <a:lnTo>
                    <a:pt x="2010317" y="2411970"/>
                  </a:lnTo>
                  <a:lnTo>
                    <a:pt x="2018147" y="2406729"/>
                  </a:lnTo>
                  <a:lnTo>
                    <a:pt x="2031584" y="2394892"/>
                  </a:lnTo>
                  <a:lnTo>
                    <a:pt x="2034699" y="2382056"/>
                  </a:lnTo>
                  <a:lnTo>
                    <a:pt x="2044595" y="2378354"/>
                  </a:lnTo>
                  <a:lnTo>
                    <a:pt x="2053409" y="2376220"/>
                  </a:lnTo>
                  <a:lnTo>
                    <a:pt x="2069513" y="2363206"/>
                  </a:lnTo>
                  <a:lnTo>
                    <a:pt x="2074748" y="2356233"/>
                  </a:lnTo>
                  <a:lnTo>
                    <a:pt x="2068917" y="2337978"/>
                  </a:lnTo>
                  <a:lnTo>
                    <a:pt x="2075059" y="2325444"/>
                  </a:lnTo>
                  <a:lnTo>
                    <a:pt x="2074961" y="2331287"/>
                  </a:lnTo>
                  <a:lnTo>
                    <a:pt x="2073726" y="2338437"/>
                  </a:lnTo>
                  <a:lnTo>
                    <a:pt x="2078715" y="2347968"/>
                  </a:lnTo>
                  <a:lnTo>
                    <a:pt x="2084939" y="2325300"/>
                  </a:lnTo>
                  <a:lnTo>
                    <a:pt x="2109321" y="2289878"/>
                  </a:lnTo>
                  <a:lnTo>
                    <a:pt x="2118146" y="2280716"/>
                  </a:lnTo>
                  <a:lnTo>
                    <a:pt x="2147665" y="2259813"/>
                  </a:lnTo>
                  <a:lnTo>
                    <a:pt x="2149168" y="2259334"/>
                  </a:lnTo>
                  <a:lnTo>
                    <a:pt x="2166894" y="2253600"/>
                  </a:lnTo>
                  <a:lnTo>
                    <a:pt x="2210823" y="2254408"/>
                  </a:lnTo>
                  <a:lnTo>
                    <a:pt x="2215610" y="2242975"/>
                  </a:lnTo>
                  <a:lnTo>
                    <a:pt x="2217544" y="2218370"/>
                  </a:lnTo>
                  <a:lnTo>
                    <a:pt x="2220593" y="2231801"/>
                  </a:lnTo>
                  <a:lnTo>
                    <a:pt x="2219828" y="2243529"/>
                  </a:lnTo>
                  <a:lnTo>
                    <a:pt x="2220391" y="2250494"/>
                  </a:lnTo>
                  <a:lnTo>
                    <a:pt x="2224844" y="2235024"/>
                  </a:lnTo>
                  <a:lnTo>
                    <a:pt x="2227888" y="2221148"/>
                  </a:lnTo>
                  <a:lnTo>
                    <a:pt x="2240210" y="2202120"/>
                  </a:lnTo>
                  <a:lnTo>
                    <a:pt x="2246227" y="2195531"/>
                  </a:lnTo>
                  <a:lnTo>
                    <a:pt x="2251522" y="2191952"/>
                  </a:lnTo>
                  <a:lnTo>
                    <a:pt x="2266292" y="2178802"/>
                  </a:lnTo>
                  <a:lnTo>
                    <a:pt x="2281724" y="2168258"/>
                  </a:lnTo>
                  <a:lnTo>
                    <a:pt x="2279232" y="2164310"/>
                  </a:lnTo>
                  <a:lnTo>
                    <a:pt x="2278013" y="2159076"/>
                  </a:lnTo>
                  <a:lnTo>
                    <a:pt x="2278090" y="2139644"/>
                  </a:lnTo>
                  <a:lnTo>
                    <a:pt x="2281199" y="2144748"/>
                  </a:lnTo>
                  <a:lnTo>
                    <a:pt x="2284117" y="2155134"/>
                  </a:lnTo>
                  <a:lnTo>
                    <a:pt x="2291073" y="2157563"/>
                  </a:lnTo>
                  <a:lnTo>
                    <a:pt x="2296051" y="2155784"/>
                  </a:lnTo>
                  <a:lnTo>
                    <a:pt x="2309242" y="2142853"/>
                  </a:lnTo>
                  <a:lnTo>
                    <a:pt x="2318685" y="2144331"/>
                  </a:lnTo>
                  <a:lnTo>
                    <a:pt x="2335876" y="2143756"/>
                  </a:lnTo>
                  <a:lnTo>
                    <a:pt x="2346980" y="2143380"/>
                  </a:lnTo>
                  <a:lnTo>
                    <a:pt x="2354083" y="2142983"/>
                  </a:lnTo>
                  <a:lnTo>
                    <a:pt x="2357007" y="2136654"/>
                  </a:lnTo>
                  <a:lnTo>
                    <a:pt x="2366974" y="2134163"/>
                  </a:lnTo>
                  <a:lnTo>
                    <a:pt x="2378291" y="2133137"/>
                  </a:lnTo>
                  <a:lnTo>
                    <a:pt x="2386919" y="2123934"/>
                  </a:lnTo>
                  <a:lnTo>
                    <a:pt x="2395602" y="2110818"/>
                  </a:lnTo>
                  <a:lnTo>
                    <a:pt x="2385023" y="2103414"/>
                  </a:lnTo>
                  <a:lnTo>
                    <a:pt x="2352767" y="2110195"/>
                  </a:lnTo>
                  <a:lnTo>
                    <a:pt x="2335570" y="2106090"/>
                  </a:lnTo>
                  <a:lnTo>
                    <a:pt x="2327029" y="2098392"/>
                  </a:lnTo>
                  <a:lnTo>
                    <a:pt x="2316363" y="2080253"/>
                  </a:lnTo>
                  <a:lnTo>
                    <a:pt x="2339778" y="2101225"/>
                  </a:lnTo>
                  <a:lnTo>
                    <a:pt x="2348941" y="2103277"/>
                  </a:lnTo>
                  <a:lnTo>
                    <a:pt x="2365854" y="2091646"/>
                  </a:lnTo>
                  <a:lnTo>
                    <a:pt x="2367493" y="2087328"/>
                  </a:lnTo>
                  <a:lnTo>
                    <a:pt x="2368149" y="2080486"/>
                  </a:lnTo>
                  <a:lnTo>
                    <a:pt x="2372799" y="2071769"/>
                  </a:lnTo>
                  <a:lnTo>
                    <a:pt x="2378733" y="2064031"/>
                  </a:lnTo>
                  <a:lnTo>
                    <a:pt x="2374275" y="2059097"/>
                  </a:lnTo>
                  <a:lnTo>
                    <a:pt x="2369499" y="2055724"/>
                  </a:lnTo>
                  <a:lnTo>
                    <a:pt x="2327084" y="2037688"/>
                  </a:lnTo>
                  <a:lnTo>
                    <a:pt x="2319751" y="2028020"/>
                  </a:lnTo>
                  <a:lnTo>
                    <a:pt x="2336843" y="2037031"/>
                  </a:lnTo>
                  <a:lnTo>
                    <a:pt x="2353165" y="2041458"/>
                  </a:lnTo>
                  <a:lnTo>
                    <a:pt x="2365171" y="2038413"/>
                  </a:lnTo>
                  <a:lnTo>
                    <a:pt x="2367755" y="2027698"/>
                  </a:lnTo>
                  <a:lnTo>
                    <a:pt x="2371542" y="2027329"/>
                  </a:lnTo>
                  <a:lnTo>
                    <a:pt x="2376548" y="2030675"/>
                  </a:lnTo>
                  <a:lnTo>
                    <a:pt x="2378433" y="2040760"/>
                  </a:lnTo>
                  <a:lnTo>
                    <a:pt x="2381356" y="2046289"/>
                  </a:lnTo>
                  <a:lnTo>
                    <a:pt x="2386154" y="2044783"/>
                  </a:lnTo>
                  <a:lnTo>
                    <a:pt x="2392466" y="2045693"/>
                  </a:lnTo>
                  <a:lnTo>
                    <a:pt x="2405334" y="2050209"/>
                  </a:lnTo>
                  <a:lnTo>
                    <a:pt x="2416684" y="2052296"/>
                  </a:lnTo>
                  <a:lnTo>
                    <a:pt x="2424553" y="2048636"/>
                  </a:lnTo>
                  <a:lnTo>
                    <a:pt x="2439946" y="2030682"/>
                  </a:lnTo>
                  <a:lnTo>
                    <a:pt x="2461438" y="2011264"/>
                  </a:lnTo>
                  <a:lnTo>
                    <a:pt x="2464705" y="1994658"/>
                  </a:lnTo>
                  <a:lnTo>
                    <a:pt x="2463126" y="1983758"/>
                  </a:lnTo>
                  <a:lnTo>
                    <a:pt x="2461629" y="1975821"/>
                  </a:lnTo>
                  <a:lnTo>
                    <a:pt x="2457175" y="1967993"/>
                  </a:lnTo>
                  <a:lnTo>
                    <a:pt x="2452487" y="1967378"/>
                  </a:lnTo>
                  <a:lnTo>
                    <a:pt x="2438498" y="1976375"/>
                  </a:lnTo>
                  <a:lnTo>
                    <a:pt x="2436006" y="2000727"/>
                  </a:lnTo>
                  <a:lnTo>
                    <a:pt x="2431023" y="2005071"/>
                  </a:lnTo>
                  <a:lnTo>
                    <a:pt x="2426782" y="2005160"/>
                  </a:lnTo>
                  <a:lnTo>
                    <a:pt x="2427667" y="1991565"/>
                  </a:lnTo>
                  <a:lnTo>
                    <a:pt x="2429416" y="1978797"/>
                  </a:lnTo>
                  <a:lnTo>
                    <a:pt x="2428329" y="1965954"/>
                  </a:lnTo>
                  <a:lnTo>
                    <a:pt x="2413023" y="1963026"/>
                  </a:lnTo>
                  <a:lnTo>
                    <a:pt x="2406640" y="1966406"/>
                  </a:lnTo>
                  <a:lnTo>
                    <a:pt x="2396039" y="1968397"/>
                  </a:lnTo>
                  <a:lnTo>
                    <a:pt x="2379788" y="1967952"/>
                  </a:lnTo>
                  <a:lnTo>
                    <a:pt x="2367745" y="1969690"/>
                  </a:lnTo>
                  <a:lnTo>
                    <a:pt x="2354865" y="1967733"/>
                  </a:lnTo>
                  <a:lnTo>
                    <a:pt x="2355701" y="1957101"/>
                  </a:lnTo>
                  <a:lnTo>
                    <a:pt x="2353318" y="1943115"/>
                  </a:lnTo>
                  <a:lnTo>
                    <a:pt x="2354034" y="1929684"/>
                  </a:lnTo>
                  <a:lnTo>
                    <a:pt x="2355827" y="1941042"/>
                  </a:lnTo>
                  <a:lnTo>
                    <a:pt x="2360160" y="1951244"/>
                  </a:lnTo>
                  <a:lnTo>
                    <a:pt x="2373537" y="1959646"/>
                  </a:lnTo>
                  <a:lnTo>
                    <a:pt x="2382553" y="1957846"/>
                  </a:lnTo>
                  <a:lnTo>
                    <a:pt x="2388651" y="1952270"/>
                  </a:lnTo>
                  <a:lnTo>
                    <a:pt x="2393198" y="1943081"/>
                  </a:lnTo>
                  <a:lnTo>
                    <a:pt x="2400192" y="1942431"/>
                  </a:lnTo>
                  <a:lnTo>
                    <a:pt x="2410689" y="1945537"/>
                  </a:lnTo>
                  <a:lnTo>
                    <a:pt x="2405853" y="1935185"/>
                  </a:lnTo>
                  <a:lnTo>
                    <a:pt x="2411318" y="1938408"/>
                  </a:lnTo>
                  <a:lnTo>
                    <a:pt x="2419351" y="1941370"/>
                  </a:lnTo>
                  <a:lnTo>
                    <a:pt x="2420351" y="1931655"/>
                  </a:lnTo>
                  <a:lnTo>
                    <a:pt x="2419591" y="1922657"/>
                  </a:lnTo>
                  <a:lnTo>
                    <a:pt x="2430012" y="1928931"/>
                  </a:lnTo>
                  <a:lnTo>
                    <a:pt x="2441711" y="1932510"/>
                  </a:lnTo>
                  <a:lnTo>
                    <a:pt x="2449230" y="1937176"/>
                  </a:lnTo>
                  <a:lnTo>
                    <a:pt x="2456274" y="1945982"/>
                  </a:lnTo>
                  <a:lnTo>
                    <a:pt x="2451066" y="1924258"/>
                  </a:lnTo>
                  <a:lnTo>
                    <a:pt x="2444547" y="1908124"/>
                  </a:lnTo>
                  <a:lnTo>
                    <a:pt x="2438547" y="1901658"/>
                  </a:lnTo>
                  <a:lnTo>
                    <a:pt x="2436946" y="1895405"/>
                  </a:lnTo>
                  <a:lnTo>
                    <a:pt x="2439891" y="1884532"/>
                  </a:lnTo>
                  <a:lnTo>
                    <a:pt x="2440640" y="1881775"/>
                  </a:lnTo>
                  <a:lnTo>
                    <a:pt x="2439110" y="1877724"/>
                  </a:lnTo>
                  <a:lnTo>
                    <a:pt x="2440017" y="1872449"/>
                  </a:lnTo>
                  <a:lnTo>
                    <a:pt x="2442126" y="1869438"/>
                  </a:lnTo>
                  <a:lnTo>
                    <a:pt x="2445328" y="1873140"/>
                  </a:lnTo>
                  <a:lnTo>
                    <a:pt x="2448050" y="1882411"/>
                  </a:lnTo>
                  <a:lnTo>
                    <a:pt x="2448552" y="1884656"/>
                  </a:lnTo>
                  <a:lnTo>
                    <a:pt x="2457427" y="1923813"/>
                  </a:lnTo>
                  <a:lnTo>
                    <a:pt x="2466552" y="1947262"/>
                  </a:lnTo>
                  <a:lnTo>
                    <a:pt x="2483088" y="1979735"/>
                  </a:lnTo>
                  <a:lnTo>
                    <a:pt x="2488268" y="1987145"/>
                  </a:lnTo>
                  <a:lnTo>
                    <a:pt x="2485525" y="1978702"/>
                  </a:lnTo>
                  <a:lnTo>
                    <a:pt x="2463235" y="1929670"/>
                  </a:lnTo>
                  <a:lnTo>
                    <a:pt x="2452093" y="1884642"/>
                  </a:lnTo>
                  <a:lnTo>
                    <a:pt x="2448399" y="1869726"/>
                  </a:lnTo>
                  <a:lnTo>
                    <a:pt x="2442678" y="1854522"/>
                  </a:lnTo>
                  <a:lnTo>
                    <a:pt x="2439902" y="1841009"/>
                  </a:lnTo>
                  <a:lnTo>
                    <a:pt x="2436203" y="1833907"/>
                  </a:lnTo>
                  <a:lnTo>
                    <a:pt x="2420023" y="1831389"/>
                  </a:lnTo>
                  <a:lnTo>
                    <a:pt x="2408804" y="1828303"/>
                  </a:lnTo>
                  <a:lnTo>
                    <a:pt x="2391422" y="1837102"/>
                  </a:lnTo>
                  <a:lnTo>
                    <a:pt x="2381542" y="1836096"/>
                  </a:lnTo>
                  <a:lnTo>
                    <a:pt x="2379662" y="1827126"/>
                  </a:lnTo>
                  <a:lnTo>
                    <a:pt x="2365193" y="1815022"/>
                  </a:lnTo>
                  <a:lnTo>
                    <a:pt x="2360947" y="1797431"/>
                  </a:lnTo>
                  <a:lnTo>
                    <a:pt x="2350477" y="1795864"/>
                  </a:lnTo>
                  <a:lnTo>
                    <a:pt x="2332597" y="1790137"/>
                  </a:lnTo>
                  <a:lnTo>
                    <a:pt x="2324007" y="1783685"/>
                  </a:lnTo>
                  <a:lnTo>
                    <a:pt x="2302270" y="1780230"/>
                  </a:lnTo>
                  <a:lnTo>
                    <a:pt x="2298816" y="1778355"/>
                  </a:lnTo>
                  <a:lnTo>
                    <a:pt x="2296150" y="1775536"/>
                  </a:lnTo>
                  <a:lnTo>
                    <a:pt x="2323444" y="1777151"/>
                  </a:lnTo>
                  <a:lnTo>
                    <a:pt x="2357406" y="1791164"/>
                  </a:lnTo>
                  <a:lnTo>
                    <a:pt x="2365531" y="1790596"/>
                  </a:lnTo>
                  <a:lnTo>
                    <a:pt x="2368734" y="1801646"/>
                  </a:lnTo>
                  <a:lnTo>
                    <a:pt x="2379417" y="1811533"/>
                  </a:lnTo>
                  <a:lnTo>
                    <a:pt x="2384433" y="1817356"/>
                  </a:lnTo>
                  <a:lnTo>
                    <a:pt x="2391274" y="1822884"/>
                  </a:lnTo>
                  <a:lnTo>
                    <a:pt x="2398280" y="1819826"/>
                  </a:lnTo>
                  <a:lnTo>
                    <a:pt x="2404433" y="1814283"/>
                  </a:lnTo>
                  <a:lnTo>
                    <a:pt x="2402476" y="1806128"/>
                  </a:lnTo>
                  <a:lnTo>
                    <a:pt x="2399547" y="1800750"/>
                  </a:lnTo>
                  <a:lnTo>
                    <a:pt x="2391247" y="1791862"/>
                  </a:lnTo>
                  <a:lnTo>
                    <a:pt x="2380477" y="1787072"/>
                  </a:lnTo>
                  <a:lnTo>
                    <a:pt x="2367772" y="1776467"/>
                  </a:lnTo>
                  <a:lnTo>
                    <a:pt x="2353537" y="1758780"/>
                  </a:lnTo>
                  <a:lnTo>
                    <a:pt x="2351548" y="1754517"/>
                  </a:lnTo>
                  <a:lnTo>
                    <a:pt x="2351340" y="1750843"/>
                  </a:lnTo>
                  <a:lnTo>
                    <a:pt x="2375887" y="1778314"/>
                  </a:lnTo>
                  <a:lnTo>
                    <a:pt x="2385340" y="1783336"/>
                  </a:lnTo>
                  <a:lnTo>
                    <a:pt x="2392138" y="1779635"/>
                  </a:lnTo>
                  <a:lnTo>
                    <a:pt x="2390761" y="1775153"/>
                  </a:lnTo>
                  <a:lnTo>
                    <a:pt x="2391263" y="1767558"/>
                  </a:lnTo>
                  <a:lnTo>
                    <a:pt x="2406651" y="1771636"/>
                  </a:lnTo>
                  <a:lnTo>
                    <a:pt x="2407668" y="1761325"/>
                  </a:lnTo>
                  <a:lnTo>
                    <a:pt x="2406083" y="1752280"/>
                  </a:lnTo>
                  <a:lnTo>
                    <a:pt x="2394996" y="1747360"/>
                  </a:lnTo>
                  <a:lnTo>
                    <a:pt x="2401941" y="1741585"/>
                  </a:lnTo>
                  <a:lnTo>
                    <a:pt x="2381963" y="1733546"/>
                  </a:lnTo>
                  <a:lnTo>
                    <a:pt x="2374646" y="1727901"/>
                  </a:lnTo>
                  <a:lnTo>
                    <a:pt x="2366772" y="1715858"/>
                  </a:lnTo>
                  <a:lnTo>
                    <a:pt x="2356073" y="1708140"/>
                  </a:lnTo>
                  <a:lnTo>
                    <a:pt x="2341105" y="1689913"/>
                  </a:lnTo>
                  <a:lnTo>
                    <a:pt x="2332608" y="1676913"/>
                  </a:lnTo>
                  <a:lnTo>
                    <a:pt x="2311794" y="1658322"/>
                  </a:lnTo>
                  <a:lnTo>
                    <a:pt x="2316319" y="1658110"/>
                  </a:lnTo>
                  <a:lnTo>
                    <a:pt x="2330942" y="1668162"/>
                  </a:lnTo>
                  <a:lnTo>
                    <a:pt x="2343406" y="1686930"/>
                  </a:lnTo>
                  <a:lnTo>
                    <a:pt x="2347417" y="1690228"/>
                  </a:lnTo>
                  <a:lnTo>
                    <a:pt x="2381023" y="1726067"/>
                  </a:lnTo>
                  <a:lnTo>
                    <a:pt x="2387274" y="1727723"/>
                  </a:lnTo>
                  <a:lnTo>
                    <a:pt x="2397624" y="1726984"/>
                  </a:lnTo>
                  <a:lnTo>
                    <a:pt x="2401935" y="1720552"/>
                  </a:lnTo>
                  <a:lnTo>
                    <a:pt x="2403323" y="1710357"/>
                  </a:lnTo>
                  <a:lnTo>
                    <a:pt x="2406837" y="1702824"/>
                  </a:lnTo>
                  <a:lnTo>
                    <a:pt x="2406564" y="1696454"/>
                  </a:lnTo>
                  <a:lnTo>
                    <a:pt x="2396416" y="1686690"/>
                  </a:lnTo>
                  <a:lnTo>
                    <a:pt x="2383340" y="1679971"/>
                  </a:lnTo>
                  <a:lnTo>
                    <a:pt x="2374641" y="1668298"/>
                  </a:lnTo>
                  <a:lnTo>
                    <a:pt x="2363969" y="1662770"/>
                  </a:lnTo>
                  <a:lnTo>
                    <a:pt x="2334707" y="1653923"/>
                  </a:lnTo>
                  <a:lnTo>
                    <a:pt x="2318991" y="1631556"/>
                  </a:lnTo>
                  <a:lnTo>
                    <a:pt x="2311925" y="1629674"/>
                  </a:lnTo>
                  <a:lnTo>
                    <a:pt x="2298270" y="1633889"/>
                  </a:lnTo>
                  <a:lnTo>
                    <a:pt x="2293647" y="1632247"/>
                  </a:lnTo>
                  <a:lnTo>
                    <a:pt x="2289122" y="1625959"/>
                  </a:lnTo>
                  <a:lnTo>
                    <a:pt x="2292467" y="1607382"/>
                  </a:lnTo>
                  <a:lnTo>
                    <a:pt x="2295084" y="1597461"/>
                  </a:lnTo>
                  <a:lnTo>
                    <a:pt x="2305800" y="1586733"/>
                  </a:lnTo>
                  <a:lnTo>
                    <a:pt x="2313942" y="1580711"/>
                  </a:lnTo>
                  <a:lnTo>
                    <a:pt x="2319122" y="1572829"/>
                  </a:lnTo>
                  <a:lnTo>
                    <a:pt x="2320827" y="1556928"/>
                  </a:lnTo>
                  <a:lnTo>
                    <a:pt x="2322193" y="1572555"/>
                  </a:lnTo>
                  <a:lnTo>
                    <a:pt x="2318193" y="1582634"/>
                  </a:lnTo>
                  <a:lnTo>
                    <a:pt x="2309128" y="1590441"/>
                  </a:lnTo>
                  <a:lnTo>
                    <a:pt x="2299505" y="1605733"/>
                  </a:lnTo>
                  <a:lnTo>
                    <a:pt x="2297188" y="1612199"/>
                  </a:lnTo>
                  <a:lnTo>
                    <a:pt x="2298204" y="1624406"/>
                  </a:lnTo>
                  <a:lnTo>
                    <a:pt x="2306778" y="1625890"/>
                  </a:lnTo>
                  <a:lnTo>
                    <a:pt x="2315641" y="1619637"/>
                  </a:lnTo>
                  <a:lnTo>
                    <a:pt x="2324095" y="1619144"/>
                  </a:lnTo>
                  <a:lnTo>
                    <a:pt x="2325526" y="1626342"/>
                  </a:lnTo>
                  <a:lnTo>
                    <a:pt x="2329794" y="1632911"/>
                  </a:lnTo>
                  <a:lnTo>
                    <a:pt x="2336565" y="1640608"/>
                  </a:lnTo>
                  <a:lnTo>
                    <a:pt x="2339024" y="1634293"/>
                  </a:lnTo>
                  <a:lnTo>
                    <a:pt x="2338985" y="1626848"/>
                  </a:lnTo>
                  <a:lnTo>
                    <a:pt x="2350062" y="1644693"/>
                  </a:lnTo>
                  <a:lnTo>
                    <a:pt x="2369706" y="1649544"/>
                  </a:lnTo>
                  <a:lnTo>
                    <a:pt x="2385285" y="1657221"/>
                  </a:lnTo>
                  <a:lnTo>
                    <a:pt x="2391154" y="1664015"/>
                  </a:lnTo>
                  <a:lnTo>
                    <a:pt x="2397957" y="1669345"/>
                  </a:lnTo>
                  <a:lnTo>
                    <a:pt x="2398881" y="1661812"/>
                  </a:lnTo>
                  <a:lnTo>
                    <a:pt x="2395209" y="1653950"/>
                  </a:lnTo>
                  <a:lnTo>
                    <a:pt x="2390389" y="1643947"/>
                  </a:lnTo>
                  <a:lnTo>
                    <a:pt x="2364291" y="1617871"/>
                  </a:lnTo>
                  <a:lnTo>
                    <a:pt x="2361318" y="1606219"/>
                  </a:lnTo>
                  <a:lnTo>
                    <a:pt x="2360335" y="1595785"/>
                  </a:lnTo>
                  <a:lnTo>
                    <a:pt x="2362368" y="1600328"/>
                  </a:lnTo>
                  <a:lnTo>
                    <a:pt x="2363745" y="1606075"/>
                  </a:lnTo>
                  <a:lnTo>
                    <a:pt x="2372078" y="1620471"/>
                  </a:lnTo>
                  <a:lnTo>
                    <a:pt x="2379072" y="1624974"/>
                  </a:lnTo>
                  <a:lnTo>
                    <a:pt x="2387034" y="1630878"/>
                  </a:lnTo>
                  <a:lnTo>
                    <a:pt x="2392034" y="1629832"/>
                  </a:lnTo>
                  <a:lnTo>
                    <a:pt x="2389537" y="1622654"/>
                  </a:lnTo>
                  <a:lnTo>
                    <a:pt x="2384826" y="1614984"/>
                  </a:lnTo>
                  <a:lnTo>
                    <a:pt x="2380034" y="1606965"/>
                  </a:lnTo>
                  <a:lnTo>
                    <a:pt x="2376056" y="1577475"/>
                  </a:lnTo>
                  <a:lnTo>
                    <a:pt x="2377821" y="1571078"/>
                  </a:lnTo>
                  <a:lnTo>
                    <a:pt x="2378444" y="1563743"/>
                  </a:lnTo>
                  <a:lnTo>
                    <a:pt x="2377996" y="1555655"/>
                  </a:lnTo>
                  <a:lnTo>
                    <a:pt x="2380881" y="1549087"/>
                  </a:lnTo>
                  <a:lnTo>
                    <a:pt x="2378078" y="1541246"/>
                  </a:lnTo>
                  <a:lnTo>
                    <a:pt x="2373630" y="1532269"/>
                  </a:lnTo>
                  <a:lnTo>
                    <a:pt x="2375007" y="1531885"/>
                  </a:lnTo>
                  <a:lnTo>
                    <a:pt x="2383192" y="1537120"/>
                  </a:lnTo>
                  <a:lnTo>
                    <a:pt x="2389127" y="1531058"/>
                  </a:lnTo>
                  <a:lnTo>
                    <a:pt x="2388285" y="1523750"/>
                  </a:lnTo>
                  <a:lnTo>
                    <a:pt x="2381373" y="1519173"/>
                  </a:lnTo>
                  <a:lnTo>
                    <a:pt x="2371908" y="1505776"/>
                  </a:lnTo>
                  <a:lnTo>
                    <a:pt x="2372302" y="1503668"/>
                  </a:lnTo>
                  <a:lnTo>
                    <a:pt x="2389034" y="1509881"/>
                  </a:lnTo>
                  <a:lnTo>
                    <a:pt x="2391061" y="1505981"/>
                  </a:lnTo>
                  <a:lnTo>
                    <a:pt x="2390739" y="1498824"/>
                  </a:lnTo>
                  <a:lnTo>
                    <a:pt x="2395963" y="1495916"/>
                  </a:lnTo>
                  <a:lnTo>
                    <a:pt x="2397520" y="1490333"/>
                  </a:lnTo>
                  <a:lnTo>
                    <a:pt x="2397285" y="1487103"/>
                  </a:lnTo>
                  <a:lnTo>
                    <a:pt x="2399116" y="1484811"/>
                  </a:lnTo>
                  <a:lnTo>
                    <a:pt x="2405209" y="1496183"/>
                  </a:lnTo>
                  <a:lnTo>
                    <a:pt x="2407394" y="1492064"/>
                  </a:lnTo>
                  <a:lnTo>
                    <a:pt x="2408422" y="1479946"/>
                  </a:lnTo>
                  <a:lnTo>
                    <a:pt x="2411176" y="1482512"/>
                  </a:lnTo>
                  <a:lnTo>
                    <a:pt x="2411984" y="1488171"/>
                  </a:lnTo>
                  <a:lnTo>
                    <a:pt x="2420318" y="1484907"/>
                  </a:lnTo>
                  <a:lnTo>
                    <a:pt x="2425252" y="1480720"/>
                  </a:lnTo>
                  <a:lnTo>
                    <a:pt x="2427105" y="1475506"/>
                  </a:lnTo>
                  <a:lnTo>
                    <a:pt x="2426618" y="1467562"/>
                  </a:lnTo>
                  <a:lnTo>
                    <a:pt x="2429088" y="1462779"/>
                  </a:lnTo>
                  <a:lnTo>
                    <a:pt x="2435432" y="1461719"/>
                  </a:lnTo>
                  <a:lnTo>
                    <a:pt x="2440733" y="1459427"/>
                  </a:lnTo>
                  <a:lnTo>
                    <a:pt x="2439449" y="1470703"/>
                  </a:lnTo>
                  <a:lnTo>
                    <a:pt x="2450356" y="1469820"/>
                  </a:lnTo>
                  <a:lnTo>
                    <a:pt x="2445820" y="1475779"/>
                  </a:lnTo>
                  <a:lnTo>
                    <a:pt x="2441203" y="1477004"/>
                  </a:lnTo>
                  <a:lnTo>
                    <a:pt x="2435788" y="1483840"/>
                  </a:lnTo>
                  <a:lnTo>
                    <a:pt x="2442995" y="1485557"/>
                  </a:lnTo>
                  <a:lnTo>
                    <a:pt x="2450017" y="1488725"/>
                  </a:lnTo>
                  <a:lnTo>
                    <a:pt x="2438826" y="1489943"/>
                  </a:lnTo>
                  <a:lnTo>
                    <a:pt x="2427815" y="1489724"/>
                  </a:lnTo>
                  <a:lnTo>
                    <a:pt x="2419001" y="1497264"/>
                  </a:lnTo>
                  <a:lnTo>
                    <a:pt x="2409760" y="1514561"/>
                  </a:lnTo>
                  <a:lnTo>
                    <a:pt x="2411870" y="1532494"/>
                  </a:lnTo>
                  <a:lnTo>
                    <a:pt x="2421258" y="1524181"/>
                  </a:lnTo>
                  <a:lnTo>
                    <a:pt x="2421006" y="1529901"/>
                  </a:lnTo>
                  <a:lnTo>
                    <a:pt x="2415356" y="1542710"/>
                  </a:lnTo>
                  <a:lnTo>
                    <a:pt x="2408717" y="1540123"/>
                  </a:lnTo>
                  <a:lnTo>
                    <a:pt x="2401138" y="1540096"/>
                  </a:lnTo>
                  <a:lnTo>
                    <a:pt x="2399252" y="1548026"/>
                  </a:lnTo>
                  <a:lnTo>
                    <a:pt x="2399132" y="1554218"/>
                  </a:lnTo>
                  <a:lnTo>
                    <a:pt x="2409187" y="1549388"/>
                  </a:lnTo>
                  <a:lnTo>
                    <a:pt x="2414755" y="1553240"/>
                  </a:lnTo>
                  <a:lnTo>
                    <a:pt x="2417318" y="1562046"/>
                  </a:lnTo>
                  <a:lnTo>
                    <a:pt x="2408498" y="1566261"/>
                  </a:lnTo>
                  <a:lnTo>
                    <a:pt x="2402526" y="1566883"/>
                  </a:lnTo>
                  <a:lnTo>
                    <a:pt x="2397957" y="1582094"/>
                  </a:lnTo>
                  <a:lnTo>
                    <a:pt x="2401657" y="1580246"/>
                  </a:lnTo>
                  <a:lnTo>
                    <a:pt x="2404990" y="1573294"/>
                  </a:lnTo>
                  <a:lnTo>
                    <a:pt x="2412301" y="1575279"/>
                  </a:lnTo>
                  <a:lnTo>
                    <a:pt x="2416553" y="1582511"/>
                  </a:lnTo>
                  <a:lnTo>
                    <a:pt x="2429766" y="1594485"/>
                  </a:lnTo>
                  <a:lnTo>
                    <a:pt x="2434241" y="1593944"/>
                  </a:lnTo>
                  <a:lnTo>
                    <a:pt x="2436033" y="1597222"/>
                  </a:lnTo>
                  <a:lnTo>
                    <a:pt x="2423498" y="1597242"/>
                  </a:lnTo>
                  <a:lnTo>
                    <a:pt x="2413935" y="1594847"/>
                  </a:lnTo>
                  <a:lnTo>
                    <a:pt x="2406575" y="1597468"/>
                  </a:lnTo>
                  <a:lnTo>
                    <a:pt x="2403138" y="1612227"/>
                  </a:lnTo>
                  <a:lnTo>
                    <a:pt x="2406520" y="1620382"/>
                  </a:lnTo>
                  <a:lnTo>
                    <a:pt x="2412449" y="1630906"/>
                  </a:lnTo>
                  <a:lnTo>
                    <a:pt x="2423099" y="1637023"/>
                  </a:lnTo>
                  <a:lnTo>
                    <a:pt x="2430405" y="1642366"/>
                  </a:lnTo>
                  <a:lnTo>
                    <a:pt x="2433864" y="1640218"/>
                  </a:lnTo>
                  <a:lnTo>
                    <a:pt x="2435389" y="1636311"/>
                  </a:lnTo>
                  <a:lnTo>
                    <a:pt x="2437733" y="1635025"/>
                  </a:lnTo>
                  <a:lnTo>
                    <a:pt x="2439787" y="1640711"/>
                  </a:lnTo>
                  <a:lnTo>
                    <a:pt x="2443159" y="1638145"/>
                  </a:lnTo>
                  <a:lnTo>
                    <a:pt x="2448580" y="1631720"/>
                  </a:lnTo>
                  <a:lnTo>
                    <a:pt x="2451951" y="1630803"/>
                  </a:lnTo>
                  <a:lnTo>
                    <a:pt x="2449929" y="1636872"/>
                  </a:lnTo>
                  <a:lnTo>
                    <a:pt x="2451367" y="1644932"/>
                  </a:lnTo>
                  <a:lnTo>
                    <a:pt x="2449011" y="1651556"/>
                  </a:lnTo>
                  <a:lnTo>
                    <a:pt x="2444186" y="1657823"/>
                  </a:lnTo>
                  <a:lnTo>
                    <a:pt x="2448301" y="1660909"/>
                  </a:lnTo>
                  <a:lnTo>
                    <a:pt x="2452296" y="1661867"/>
                  </a:lnTo>
                  <a:lnTo>
                    <a:pt x="2459044" y="1669393"/>
                  </a:lnTo>
                  <a:lnTo>
                    <a:pt x="2455268" y="1676947"/>
                  </a:lnTo>
                  <a:lnTo>
                    <a:pt x="2452831" y="1685520"/>
                  </a:lnTo>
                  <a:lnTo>
                    <a:pt x="2465776" y="1685219"/>
                  </a:lnTo>
                  <a:lnTo>
                    <a:pt x="2474268" y="1687990"/>
                  </a:lnTo>
                  <a:lnTo>
                    <a:pt x="2467547" y="1706567"/>
                  </a:lnTo>
                  <a:lnTo>
                    <a:pt x="2459372" y="1715681"/>
                  </a:lnTo>
                  <a:lnTo>
                    <a:pt x="2448656" y="1734907"/>
                  </a:lnTo>
                  <a:lnTo>
                    <a:pt x="2438930" y="1765834"/>
                  </a:lnTo>
                  <a:lnTo>
                    <a:pt x="2436432" y="1784698"/>
                  </a:lnTo>
                  <a:lnTo>
                    <a:pt x="2437869" y="1791930"/>
                  </a:lnTo>
                  <a:lnTo>
                    <a:pt x="2443481" y="1800380"/>
                  </a:lnTo>
                  <a:lnTo>
                    <a:pt x="2452476" y="1780100"/>
                  </a:lnTo>
                  <a:lnTo>
                    <a:pt x="2457170" y="1762084"/>
                  </a:lnTo>
                  <a:lnTo>
                    <a:pt x="2462224" y="1755386"/>
                  </a:lnTo>
                  <a:lnTo>
                    <a:pt x="2469842" y="1749310"/>
                  </a:lnTo>
                  <a:lnTo>
                    <a:pt x="2477372" y="1746648"/>
                  </a:lnTo>
                  <a:lnTo>
                    <a:pt x="2482344" y="1743378"/>
                  </a:lnTo>
                  <a:lnTo>
                    <a:pt x="2481306" y="1733217"/>
                  </a:lnTo>
                  <a:lnTo>
                    <a:pt x="2505973" y="1678035"/>
                  </a:lnTo>
                  <a:lnTo>
                    <a:pt x="2508486" y="1672424"/>
                  </a:lnTo>
                  <a:lnTo>
                    <a:pt x="2515393" y="1663434"/>
                  </a:lnTo>
                  <a:lnTo>
                    <a:pt x="2522819" y="1647587"/>
                  </a:lnTo>
                  <a:lnTo>
                    <a:pt x="2530142" y="1645794"/>
                  </a:lnTo>
                  <a:lnTo>
                    <a:pt x="2532213" y="1639760"/>
                  </a:lnTo>
                  <a:lnTo>
                    <a:pt x="2533027" y="1627683"/>
                  </a:lnTo>
                  <a:lnTo>
                    <a:pt x="2534983" y="1624618"/>
                  </a:lnTo>
                  <a:lnTo>
                    <a:pt x="2538005" y="1621929"/>
                  </a:lnTo>
                  <a:lnTo>
                    <a:pt x="2539836" y="1624084"/>
                  </a:lnTo>
                  <a:lnTo>
                    <a:pt x="2539726" y="1630290"/>
                  </a:lnTo>
                  <a:lnTo>
                    <a:pt x="2542311" y="1627868"/>
                  </a:lnTo>
                  <a:lnTo>
                    <a:pt x="2543710" y="1621792"/>
                  </a:lnTo>
                  <a:lnTo>
                    <a:pt x="2543836" y="1617700"/>
                  </a:lnTo>
                  <a:lnTo>
                    <a:pt x="2544032" y="1611009"/>
                  </a:lnTo>
                  <a:lnTo>
                    <a:pt x="2539896" y="1600444"/>
                  </a:lnTo>
                  <a:lnTo>
                    <a:pt x="2535644" y="1597550"/>
                  </a:lnTo>
                  <a:lnTo>
                    <a:pt x="2527109" y="1598706"/>
                  </a:lnTo>
                  <a:lnTo>
                    <a:pt x="2533672" y="1592918"/>
                  </a:lnTo>
                  <a:lnTo>
                    <a:pt x="2538650" y="1580253"/>
                  </a:lnTo>
                  <a:lnTo>
                    <a:pt x="2538125" y="1572583"/>
                  </a:lnTo>
                  <a:lnTo>
                    <a:pt x="2527338" y="1566719"/>
                  </a:lnTo>
                  <a:lnTo>
                    <a:pt x="2513311" y="1546097"/>
                  </a:lnTo>
                  <a:lnTo>
                    <a:pt x="2504158" y="1528410"/>
                  </a:lnTo>
                  <a:lnTo>
                    <a:pt x="2501869" y="1501978"/>
                  </a:lnTo>
                  <a:lnTo>
                    <a:pt x="2489874" y="1484962"/>
                  </a:lnTo>
                  <a:lnTo>
                    <a:pt x="2483825" y="1474575"/>
                  </a:lnTo>
                  <a:lnTo>
                    <a:pt x="2484563" y="1463922"/>
                  </a:lnTo>
                  <a:lnTo>
                    <a:pt x="2482962" y="1458811"/>
                  </a:lnTo>
                  <a:lnTo>
                    <a:pt x="2482290" y="1451620"/>
                  </a:lnTo>
                  <a:lnTo>
                    <a:pt x="2491852" y="1440884"/>
                  </a:lnTo>
                  <a:lnTo>
                    <a:pt x="2496076" y="1431976"/>
                  </a:lnTo>
                  <a:lnTo>
                    <a:pt x="2500934" y="1427145"/>
                  </a:lnTo>
                  <a:lnTo>
                    <a:pt x="2503213" y="1424880"/>
                  </a:lnTo>
                  <a:lnTo>
                    <a:pt x="2512136" y="1420241"/>
                  </a:lnTo>
                  <a:lnTo>
                    <a:pt x="2528694" y="1416027"/>
                  </a:lnTo>
                  <a:lnTo>
                    <a:pt x="2539748" y="1403594"/>
                  </a:lnTo>
                  <a:lnTo>
                    <a:pt x="2536431" y="1410833"/>
                  </a:lnTo>
                  <a:lnTo>
                    <a:pt x="2530836" y="1419427"/>
                  </a:lnTo>
                  <a:lnTo>
                    <a:pt x="2508524" y="1425140"/>
                  </a:lnTo>
                  <a:lnTo>
                    <a:pt x="2500836" y="1430751"/>
                  </a:lnTo>
                  <a:lnTo>
                    <a:pt x="2495268" y="1441582"/>
                  </a:lnTo>
                  <a:lnTo>
                    <a:pt x="2489459" y="1457073"/>
                  </a:lnTo>
                  <a:lnTo>
                    <a:pt x="2489940" y="1466878"/>
                  </a:lnTo>
                  <a:lnTo>
                    <a:pt x="2489383" y="1472721"/>
                  </a:lnTo>
                  <a:lnTo>
                    <a:pt x="2508497" y="1493788"/>
                  </a:lnTo>
                  <a:lnTo>
                    <a:pt x="2522191" y="1501575"/>
                  </a:lnTo>
                  <a:lnTo>
                    <a:pt x="2532814" y="1512283"/>
                  </a:lnTo>
                  <a:lnTo>
                    <a:pt x="2542431" y="1511865"/>
                  </a:lnTo>
                  <a:lnTo>
                    <a:pt x="2550814" y="1515033"/>
                  </a:lnTo>
                  <a:lnTo>
                    <a:pt x="2559573" y="1521027"/>
                  </a:lnTo>
                  <a:lnTo>
                    <a:pt x="2556967" y="1534800"/>
                  </a:lnTo>
                  <a:lnTo>
                    <a:pt x="2553163" y="1548423"/>
                  </a:lnTo>
                  <a:lnTo>
                    <a:pt x="2556617" y="1549662"/>
                  </a:lnTo>
                  <a:lnTo>
                    <a:pt x="2571048" y="1541143"/>
                  </a:lnTo>
                  <a:lnTo>
                    <a:pt x="2587671" y="1512283"/>
                  </a:lnTo>
                  <a:lnTo>
                    <a:pt x="2592278" y="1506727"/>
                  </a:lnTo>
                  <a:lnTo>
                    <a:pt x="2592480" y="1500411"/>
                  </a:lnTo>
                  <a:lnTo>
                    <a:pt x="2595196" y="1497113"/>
                  </a:lnTo>
                  <a:lnTo>
                    <a:pt x="2602081" y="1492803"/>
                  </a:lnTo>
                  <a:lnTo>
                    <a:pt x="2606873" y="1493405"/>
                  </a:lnTo>
                  <a:lnTo>
                    <a:pt x="2611971" y="1487151"/>
                  </a:lnTo>
                  <a:lnTo>
                    <a:pt x="2613982" y="1477716"/>
                  </a:lnTo>
                  <a:lnTo>
                    <a:pt x="2616332" y="1473193"/>
                  </a:lnTo>
                  <a:lnTo>
                    <a:pt x="2614409" y="1464510"/>
                  </a:lnTo>
                  <a:lnTo>
                    <a:pt x="2622960" y="1466317"/>
                  </a:lnTo>
                  <a:lnTo>
                    <a:pt x="2631250" y="1455390"/>
                  </a:lnTo>
                  <a:lnTo>
                    <a:pt x="2640250" y="1439591"/>
                  </a:lnTo>
                  <a:lnTo>
                    <a:pt x="2646796" y="1409951"/>
                  </a:lnTo>
                  <a:lnTo>
                    <a:pt x="2649217" y="1404648"/>
                  </a:lnTo>
                  <a:lnTo>
                    <a:pt x="2652731" y="1402246"/>
                  </a:lnTo>
                  <a:lnTo>
                    <a:pt x="2650561" y="1425229"/>
                  </a:lnTo>
                  <a:lnTo>
                    <a:pt x="2651015" y="1430970"/>
                  </a:lnTo>
                  <a:lnTo>
                    <a:pt x="2654485" y="1412065"/>
                  </a:lnTo>
                  <a:lnTo>
                    <a:pt x="2656791" y="1391053"/>
                  </a:lnTo>
                  <a:lnTo>
                    <a:pt x="2659512" y="1377272"/>
                  </a:lnTo>
                  <a:lnTo>
                    <a:pt x="2663097" y="1366174"/>
                  </a:lnTo>
                  <a:lnTo>
                    <a:pt x="2664703" y="1355268"/>
                  </a:lnTo>
                  <a:lnTo>
                    <a:pt x="2663064" y="1345182"/>
                  </a:lnTo>
                  <a:lnTo>
                    <a:pt x="2660135" y="1337923"/>
                  </a:lnTo>
                  <a:lnTo>
                    <a:pt x="2654381" y="1341050"/>
                  </a:lnTo>
                  <a:lnTo>
                    <a:pt x="2632933" y="1337348"/>
                  </a:lnTo>
                  <a:lnTo>
                    <a:pt x="2630392" y="1327208"/>
                  </a:lnTo>
                  <a:lnTo>
                    <a:pt x="2634589" y="1316083"/>
                  </a:lnTo>
                  <a:lnTo>
                    <a:pt x="2639015" y="1310479"/>
                  </a:lnTo>
                  <a:lnTo>
                    <a:pt x="2642824" y="1306941"/>
                  </a:lnTo>
                  <a:lnTo>
                    <a:pt x="2646949" y="1304971"/>
                  </a:lnTo>
                  <a:lnTo>
                    <a:pt x="2652425" y="1300441"/>
                  </a:lnTo>
                  <a:lnTo>
                    <a:pt x="2657108" y="1295289"/>
                  </a:lnTo>
                  <a:lnTo>
                    <a:pt x="2668107" y="1273168"/>
                  </a:lnTo>
                  <a:lnTo>
                    <a:pt x="2670025" y="1262241"/>
                  </a:lnTo>
                  <a:lnTo>
                    <a:pt x="2670118" y="1261701"/>
                  </a:lnTo>
                  <a:lnTo>
                    <a:pt x="2669173" y="1242125"/>
                  </a:lnTo>
                  <a:lnTo>
                    <a:pt x="2663326" y="1226162"/>
                  </a:lnTo>
                  <a:lnTo>
                    <a:pt x="2668315" y="1230596"/>
                  </a:lnTo>
                  <a:lnTo>
                    <a:pt x="2673140" y="1237247"/>
                  </a:lnTo>
                  <a:lnTo>
                    <a:pt x="2674288" y="1253422"/>
                  </a:lnTo>
                  <a:lnTo>
                    <a:pt x="2670397" y="1273421"/>
                  </a:lnTo>
                  <a:lnTo>
                    <a:pt x="2665714" y="1283746"/>
                  </a:lnTo>
                  <a:lnTo>
                    <a:pt x="2661403" y="1295994"/>
                  </a:lnTo>
                  <a:lnTo>
                    <a:pt x="2665867" y="1292409"/>
                  </a:lnTo>
                  <a:lnTo>
                    <a:pt x="2669954" y="1286921"/>
                  </a:lnTo>
                  <a:lnTo>
                    <a:pt x="2676605" y="1284779"/>
                  </a:lnTo>
                  <a:lnTo>
                    <a:pt x="2684692" y="1278190"/>
                  </a:lnTo>
                  <a:lnTo>
                    <a:pt x="2696736" y="1265936"/>
                  </a:lnTo>
                  <a:lnTo>
                    <a:pt x="2701315" y="1262296"/>
                  </a:lnTo>
                  <a:lnTo>
                    <a:pt x="2706626" y="1258088"/>
                  </a:lnTo>
                  <a:lnTo>
                    <a:pt x="2751473" y="1236515"/>
                  </a:lnTo>
                  <a:lnTo>
                    <a:pt x="2769216" y="1230822"/>
                  </a:lnTo>
                  <a:lnTo>
                    <a:pt x="2780297" y="1221195"/>
                  </a:lnTo>
                  <a:lnTo>
                    <a:pt x="2788975" y="1223898"/>
                  </a:lnTo>
                  <a:lnTo>
                    <a:pt x="2830133" y="1222509"/>
                  </a:lnTo>
                  <a:lnTo>
                    <a:pt x="2842259" y="1217411"/>
                  </a:lnTo>
                  <a:lnTo>
                    <a:pt x="2854094" y="1220285"/>
                  </a:lnTo>
                  <a:lnTo>
                    <a:pt x="2875515" y="1215454"/>
                  </a:lnTo>
                  <a:lnTo>
                    <a:pt x="2891624" y="1213361"/>
                  </a:lnTo>
                  <a:lnTo>
                    <a:pt x="2901422" y="1214141"/>
                  </a:lnTo>
                  <a:lnTo>
                    <a:pt x="2909602" y="1214784"/>
                  </a:lnTo>
                  <a:lnTo>
                    <a:pt x="2937181" y="1208051"/>
                  </a:lnTo>
                  <a:lnTo>
                    <a:pt x="2946028" y="1197576"/>
                  </a:lnTo>
                  <a:lnTo>
                    <a:pt x="2947957" y="1172410"/>
                  </a:lnTo>
                  <a:lnTo>
                    <a:pt x="2954995" y="1162680"/>
                  </a:lnTo>
                  <a:lnTo>
                    <a:pt x="2952033" y="1149708"/>
                  </a:lnTo>
                  <a:lnTo>
                    <a:pt x="2955498" y="1150980"/>
                  </a:lnTo>
                  <a:lnTo>
                    <a:pt x="2958694" y="1154340"/>
                  </a:lnTo>
                  <a:lnTo>
                    <a:pt x="2960918" y="1160279"/>
                  </a:lnTo>
                  <a:lnTo>
                    <a:pt x="2965356" y="1165691"/>
                  </a:lnTo>
                  <a:lnTo>
                    <a:pt x="2969530" y="1162147"/>
                  </a:lnTo>
                  <a:lnTo>
                    <a:pt x="2975738" y="1156892"/>
                  </a:lnTo>
                  <a:lnTo>
                    <a:pt x="2979049" y="1156659"/>
                  </a:lnTo>
                  <a:lnTo>
                    <a:pt x="2972831" y="1171315"/>
                  </a:lnTo>
                  <a:lnTo>
                    <a:pt x="2974607" y="1188790"/>
                  </a:lnTo>
                  <a:lnTo>
                    <a:pt x="2976831" y="1192574"/>
                  </a:lnTo>
                  <a:lnTo>
                    <a:pt x="2986765" y="1185752"/>
                  </a:lnTo>
                  <a:lnTo>
                    <a:pt x="2998579" y="1184288"/>
                  </a:lnTo>
                  <a:lnTo>
                    <a:pt x="3029142" y="1160984"/>
                  </a:lnTo>
                  <a:lnTo>
                    <a:pt x="3033022" y="1161647"/>
                  </a:lnTo>
                  <a:lnTo>
                    <a:pt x="3034262" y="1175941"/>
                  </a:lnTo>
                  <a:lnTo>
                    <a:pt x="3032841" y="1182920"/>
                  </a:lnTo>
                  <a:lnTo>
                    <a:pt x="3034065" y="1186293"/>
                  </a:lnTo>
                  <a:lnTo>
                    <a:pt x="3053737" y="1179533"/>
                  </a:lnTo>
                  <a:lnTo>
                    <a:pt x="3062316" y="1173306"/>
                  </a:lnTo>
                  <a:lnTo>
                    <a:pt x="3100944" y="1166238"/>
                  </a:lnTo>
                  <a:lnTo>
                    <a:pt x="3109086" y="1165308"/>
                  </a:lnTo>
                  <a:lnTo>
                    <a:pt x="3113354" y="1166266"/>
                  </a:lnTo>
                  <a:lnTo>
                    <a:pt x="3115010" y="1161599"/>
                  </a:lnTo>
                  <a:lnTo>
                    <a:pt x="3114141" y="1147949"/>
                  </a:lnTo>
                  <a:lnTo>
                    <a:pt x="3110081" y="1126451"/>
                  </a:lnTo>
                  <a:lnTo>
                    <a:pt x="3095414" y="1110050"/>
                  </a:lnTo>
                  <a:lnTo>
                    <a:pt x="3089715" y="1107416"/>
                  </a:lnTo>
                  <a:lnTo>
                    <a:pt x="3084830" y="1106869"/>
                  </a:lnTo>
                  <a:lnTo>
                    <a:pt x="3080628" y="1108244"/>
                  </a:lnTo>
                  <a:lnTo>
                    <a:pt x="3081136" y="1111070"/>
                  </a:lnTo>
                  <a:lnTo>
                    <a:pt x="3085644" y="1116106"/>
                  </a:lnTo>
                  <a:lnTo>
                    <a:pt x="3088294" y="1112226"/>
                  </a:lnTo>
                  <a:lnTo>
                    <a:pt x="3095267" y="1116804"/>
                  </a:lnTo>
                  <a:lnTo>
                    <a:pt x="3097529" y="1123872"/>
                  </a:lnTo>
                  <a:lnTo>
                    <a:pt x="3106922" y="1138918"/>
                  </a:lnTo>
                  <a:lnTo>
                    <a:pt x="3107447" y="1145383"/>
                  </a:lnTo>
                  <a:lnTo>
                    <a:pt x="3092496" y="1153272"/>
                  </a:lnTo>
                  <a:lnTo>
                    <a:pt x="3074540" y="1159006"/>
                  </a:lnTo>
                  <a:lnTo>
                    <a:pt x="3059857" y="1155038"/>
                  </a:lnTo>
                  <a:lnTo>
                    <a:pt x="3050005" y="1148586"/>
                  </a:lnTo>
                  <a:lnTo>
                    <a:pt x="3046174" y="1129626"/>
                  </a:lnTo>
                  <a:lnTo>
                    <a:pt x="3034175" y="1122838"/>
                  </a:lnTo>
                  <a:lnTo>
                    <a:pt x="3035399" y="1118001"/>
                  </a:lnTo>
                  <a:lnTo>
                    <a:pt x="3038480" y="1115360"/>
                  </a:lnTo>
                  <a:lnTo>
                    <a:pt x="3024983" y="1088956"/>
                  </a:lnTo>
                  <a:lnTo>
                    <a:pt x="3016065" y="1083899"/>
                  </a:lnTo>
                  <a:lnTo>
                    <a:pt x="2996060" y="1078987"/>
                  </a:lnTo>
                  <a:lnTo>
                    <a:pt x="2990525" y="1074628"/>
                  </a:lnTo>
                  <a:lnTo>
                    <a:pt x="3003475" y="1060492"/>
                  </a:lnTo>
                  <a:lnTo>
                    <a:pt x="3010142" y="1051433"/>
                  </a:lnTo>
                  <a:lnTo>
                    <a:pt x="3014590" y="1043592"/>
                  </a:lnTo>
                  <a:lnTo>
                    <a:pt x="3023464" y="1041101"/>
                  </a:lnTo>
                  <a:lnTo>
                    <a:pt x="3033584" y="1034615"/>
                  </a:lnTo>
                  <a:lnTo>
                    <a:pt x="3039011" y="1033691"/>
                  </a:lnTo>
                  <a:lnTo>
                    <a:pt x="3039994" y="1029983"/>
                  </a:lnTo>
                  <a:lnTo>
                    <a:pt x="3037776" y="1026890"/>
                  </a:lnTo>
                  <a:lnTo>
                    <a:pt x="3034322" y="1026582"/>
                  </a:lnTo>
                  <a:lnTo>
                    <a:pt x="3029617" y="1027896"/>
                  </a:lnTo>
                  <a:lnTo>
                    <a:pt x="3025273" y="1027239"/>
                  </a:lnTo>
                  <a:lnTo>
                    <a:pt x="3020164" y="1019959"/>
                  </a:lnTo>
                  <a:lnTo>
                    <a:pt x="3018044" y="1012563"/>
                  </a:lnTo>
                  <a:lnTo>
                    <a:pt x="3014825" y="1005372"/>
                  </a:lnTo>
                  <a:lnTo>
                    <a:pt x="3017393" y="998167"/>
                  </a:lnTo>
                  <a:lnTo>
                    <a:pt x="3020579" y="989224"/>
                  </a:lnTo>
                  <a:lnTo>
                    <a:pt x="3025563" y="971085"/>
                  </a:lnTo>
                  <a:lnTo>
                    <a:pt x="3030257" y="965577"/>
                  </a:lnTo>
                  <a:lnTo>
                    <a:pt x="3035721" y="962060"/>
                  </a:lnTo>
                  <a:lnTo>
                    <a:pt x="3049333" y="932016"/>
                  </a:lnTo>
                  <a:lnTo>
                    <a:pt x="3067354" y="913604"/>
                  </a:lnTo>
                  <a:lnTo>
                    <a:pt x="3084934" y="893159"/>
                  </a:lnTo>
                  <a:lnTo>
                    <a:pt x="3080983" y="888945"/>
                  </a:lnTo>
                  <a:lnTo>
                    <a:pt x="3077475" y="886741"/>
                  </a:lnTo>
                  <a:lnTo>
                    <a:pt x="3087595" y="873509"/>
                  </a:lnTo>
                  <a:lnTo>
                    <a:pt x="3100627" y="863943"/>
                  </a:lnTo>
                  <a:lnTo>
                    <a:pt x="3111496" y="861076"/>
                  </a:lnTo>
                  <a:lnTo>
                    <a:pt x="3110458" y="866263"/>
                  </a:lnTo>
                  <a:lnTo>
                    <a:pt x="3110480" y="870491"/>
                  </a:lnTo>
                  <a:lnTo>
                    <a:pt x="3115933" y="869212"/>
                  </a:lnTo>
                  <a:lnTo>
                    <a:pt x="3121873" y="866058"/>
                  </a:lnTo>
                  <a:lnTo>
                    <a:pt x="3125474" y="870211"/>
                  </a:lnTo>
                  <a:lnTo>
                    <a:pt x="3129053" y="872674"/>
                  </a:lnTo>
                  <a:lnTo>
                    <a:pt x="3130928" y="868062"/>
                  </a:lnTo>
                  <a:lnTo>
                    <a:pt x="3129627" y="859427"/>
                  </a:lnTo>
                  <a:lnTo>
                    <a:pt x="3130512" y="853290"/>
                  </a:lnTo>
                  <a:lnTo>
                    <a:pt x="3133091" y="854918"/>
                  </a:lnTo>
                  <a:lnTo>
                    <a:pt x="3134239" y="860290"/>
                  </a:lnTo>
                  <a:lnTo>
                    <a:pt x="3137840" y="861507"/>
                  </a:lnTo>
                  <a:lnTo>
                    <a:pt x="3141277" y="847070"/>
                  </a:lnTo>
                  <a:lnTo>
                    <a:pt x="3146452" y="841624"/>
                  </a:lnTo>
                  <a:lnTo>
                    <a:pt x="3148255" y="847939"/>
                  </a:lnTo>
                  <a:lnTo>
                    <a:pt x="3149692" y="857498"/>
                  </a:lnTo>
                  <a:lnTo>
                    <a:pt x="3153490" y="856663"/>
                  </a:lnTo>
                  <a:lnTo>
                    <a:pt x="3157217" y="843184"/>
                  </a:lnTo>
                  <a:lnTo>
                    <a:pt x="3158911" y="846010"/>
                  </a:lnTo>
                  <a:lnTo>
                    <a:pt x="3161239" y="855151"/>
                  </a:lnTo>
                  <a:lnTo>
                    <a:pt x="3165703" y="854070"/>
                  </a:lnTo>
                  <a:lnTo>
                    <a:pt x="3170840" y="846893"/>
                  </a:lnTo>
                  <a:lnTo>
                    <a:pt x="3180960" y="840639"/>
                  </a:lnTo>
                  <a:lnTo>
                    <a:pt x="3194217" y="842664"/>
                  </a:lnTo>
                  <a:lnTo>
                    <a:pt x="3204156" y="835466"/>
                  </a:lnTo>
                  <a:lnTo>
                    <a:pt x="3211867" y="827098"/>
                  </a:lnTo>
                  <a:lnTo>
                    <a:pt x="3212402" y="816616"/>
                  </a:lnTo>
                  <a:lnTo>
                    <a:pt x="3224424" y="791991"/>
                  </a:lnTo>
                  <a:lnTo>
                    <a:pt x="3223828" y="779976"/>
                  </a:lnTo>
                  <a:lnTo>
                    <a:pt x="3236599" y="772798"/>
                  </a:lnTo>
                  <a:lnTo>
                    <a:pt x="3241877" y="763780"/>
                  </a:lnTo>
                  <a:lnTo>
                    <a:pt x="3246074" y="760790"/>
                  </a:lnTo>
                  <a:lnTo>
                    <a:pt x="3245757" y="769336"/>
                  </a:lnTo>
                  <a:lnTo>
                    <a:pt x="3242467" y="777082"/>
                  </a:lnTo>
                  <a:lnTo>
                    <a:pt x="3244473" y="778265"/>
                  </a:lnTo>
                  <a:lnTo>
                    <a:pt x="3249074" y="777082"/>
                  </a:lnTo>
                  <a:lnTo>
                    <a:pt x="3251959" y="778751"/>
                  </a:lnTo>
                  <a:lnTo>
                    <a:pt x="3242582" y="787276"/>
                  </a:lnTo>
                  <a:lnTo>
                    <a:pt x="3240566" y="793215"/>
                  </a:lnTo>
                  <a:lnTo>
                    <a:pt x="3250484" y="792805"/>
                  </a:lnTo>
                  <a:lnTo>
                    <a:pt x="3262937" y="797252"/>
                  </a:lnTo>
                  <a:lnTo>
                    <a:pt x="3267374" y="802815"/>
                  </a:lnTo>
                  <a:lnTo>
                    <a:pt x="3271833" y="804526"/>
                  </a:lnTo>
                  <a:lnTo>
                    <a:pt x="3273855" y="798183"/>
                  </a:lnTo>
                  <a:lnTo>
                    <a:pt x="3273074" y="787489"/>
                  </a:lnTo>
                  <a:lnTo>
                    <a:pt x="3277773" y="778320"/>
                  </a:lnTo>
                  <a:lnTo>
                    <a:pt x="3281002" y="769637"/>
                  </a:lnTo>
                  <a:lnTo>
                    <a:pt x="3284778" y="775036"/>
                  </a:lnTo>
                  <a:lnTo>
                    <a:pt x="3289603" y="778395"/>
                  </a:lnTo>
                  <a:lnTo>
                    <a:pt x="3295980" y="774365"/>
                  </a:lnTo>
                  <a:lnTo>
                    <a:pt x="3300379" y="769671"/>
                  </a:lnTo>
                  <a:lnTo>
                    <a:pt x="3303926" y="768631"/>
                  </a:lnTo>
                  <a:lnTo>
                    <a:pt x="3309243" y="768570"/>
                  </a:lnTo>
                  <a:lnTo>
                    <a:pt x="3314412" y="770424"/>
                  </a:lnTo>
                  <a:lnTo>
                    <a:pt x="3318303" y="772018"/>
                  </a:lnTo>
                  <a:lnTo>
                    <a:pt x="3320942" y="779278"/>
                  </a:lnTo>
                  <a:lnTo>
                    <a:pt x="3325089" y="786914"/>
                  </a:lnTo>
                  <a:lnTo>
                    <a:pt x="3329865" y="784594"/>
                  </a:lnTo>
                  <a:lnTo>
                    <a:pt x="3333122" y="781892"/>
                  </a:lnTo>
                  <a:lnTo>
                    <a:pt x="3335603" y="775706"/>
                  </a:lnTo>
                  <a:lnTo>
                    <a:pt x="3341832" y="777205"/>
                  </a:lnTo>
                  <a:lnTo>
                    <a:pt x="3349439" y="760017"/>
                  </a:lnTo>
                  <a:lnTo>
                    <a:pt x="3354876" y="758697"/>
                  </a:lnTo>
                  <a:lnTo>
                    <a:pt x="3362002" y="761386"/>
                  </a:lnTo>
                  <a:lnTo>
                    <a:pt x="3370264" y="761960"/>
                  </a:lnTo>
                  <a:lnTo>
                    <a:pt x="3376297" y="759942"/>
                  </a:lnTo>
                  <a:lnTo>
                    <a:pt x="3381116" y="750418"/>
                  </a:lnTo>
                  <a:lnTo>
                    <a:pt x="3392105" y="748769"/>
                  </a:lnTo>
                  <a:lnTo>
                    <a:pt x="3402597" y="743117"/>
                  </a:lnTo>
                  <a:lnTo>
                    <a:pt x="3421935" y="746100"/>
                  </a:lnTo>
                  <a:lnTo>
                    <a:pt x="3444793" y="724787"/>
                  </a:lnTo>
                  <a:lnTo>
                    <a:pt x="3444296" y="721715"/>
                  </a:lnTo>
                  <a:lnTo>
                    <a:pt x="3441771" y="719169"/>
                  </a:lnTo>
                  <a:lnTo>
                    <a:pt x="3431394" y="716747"/>
                  </a:lnTo>
                  <a:lnTo>
                    <a:pt x="3430591" y="708434"/>
                  </a:lnTo>
                  <a:lnTo>
                    <a:pt x="3434334" y="702160"/>
                  </a:lnTo>
                  <a:lnTo>
                    <a:pt x="3431897" y="688345"/>
                  </a:lnTo>
                  <a:lnTo>
                    <a:pt x="3428750" y="681161"/>
                  </a:lnTo>
                  <a:lnTo>
                    <a:pt x="3429367" y="676898"/>
                  </a:lnTo>
                  <a:lnTo>
                    <a:pt x="3433930" y="680470"/>
                  </a:lnTo>
                  <a:lnTo>
                    <a:pt x="3445962" y="678616"/>
                  </a:lnTo>
                  <a:lnTo>
                    <a:pt x="3452438" y="680237"/>
                  </a:lnTo>
                  <a:lnTo>
                    <a:pt x="3453613" y="686956"/>
                  </a:lnTo>
                  <a:lnTo>
                    <a:pt x="3457613" y="691212"/>
                  </a:lnTo>
                  <a:lnTo>
                    <a:pt x="3476110" y="688954"/>
                  </a:lnTo>
                  <a:lnTo>
                    <a:pt x="3498071" y="680552"/>
                  </a:lnTo>
                  <a:lnTo>
                    <a:pt x="3506027" y="687202"/>
                  </a:lnTo>
                  <a:lnTo>
                    <a:pt x="3515863" y="681975"/>
                  </a:lnTo>
                  <a:lnTo>
                    <a:pt x="3527098" y="674154"/>
                  </a:lnTo>
                  <a:lnTo>
                    <a:pt x="3539164" y="668749"/>
                  </a:lnTo>
                  <a:lnTo>
                    <a:pt x="3543240" y="664637"/>
                  </a:lnTo>
                  <a:lnTo>
                    <a:pt x="3534803" y="653669"/>
                  </a:lnTo>
                  <a:lnTo>
                    <a:pt x="3545207" y="648004"/>
                  </a:lnTo>
                  <a:lnTo>
                    <a:pt x="3547989" y="644473"/>
                  </a:lnTo>
                  <a:lnTo>
                    <a:pt x="3552278" y="642126"/>
                  </a:lnTo>
                  <a:lnTo>
                    <a:pt x="3547792" y="650268"/>
                  </a:lnTo>
                  <a:lnTo>
                    <a:pt x="3542967" y="656276"/>
                  </a:lnTo>
                  <a:lnTo>
                    <a:pt x="3560218" y="669467"/>
                  </a:lnTo>
                  <a:lnTo>
                    <a:pt x="3568180" y="669406"/>
                  </a:lnTo>
                  <a:lnTo>
                    <a:pt x="3606168" y="653375"/>
                  </a:lnTo>
                  <a:lnTo>
                    <a:pt x="3635567" y="634346"/>
                  </a:lnTo>
                  <a:lnTo>
                    <a:pt x="3660752" y="624377"/>
                  </a:lnTo>
                  <a:lnTo>
                    <a:pt x="3678588" y="612924"/>
                  </a:lnTo>
                  <a:lnTo>
                    <a:pt x="3691949" y="611179"/>
                  </a:lnTo>
                  <a:lnTo>
                    <a:pt x="3712637" y="586622"/>
                  </a:lnTo>
                  <a:lnTo>
                    <a:pt x="3707222" y="572657"/>
                  </a:lnTo>
                  <a:lnTo>
                    <a:pt x="3708266" y="567991"/>
                  </a:lnTo>
                  <a:lnTo>
                    <a:pt x="3719052" y="579205"/>
                  </a:lnTo>
                  <a:lnTo>
                    <a:pt x="3725107" y="587648"/>
                  </a:lnTo>
                  <a:lnTo>
                    <a:pt x="3733856" y="584768"/>
                  </a:lnTo>
                  <a:lnTo>
                    <a:pt x="3743861" y="583536"/>
                  </a:lnTo>
                  <a:lnTo>
                    <a:pt x="3739779" y="590892"/>
                  </a:lnTo>
                  <a:lnTo>
                    <a:pt x="3734637" y="594723"/>
                  </a:lnTo>
                  <a:lnTo>
                    <a:pt x="3716397" y="612992"/>
                  </a:lnTo>
                  <a:lnTo>
                    <a:pt x="3686479" y="634004"/>
                  </a:lnTo>
                  <a:lnTo>
                    <a:pt x="3676911" y="648120"/>
                  </a:lnTo>
                  <a:lnTo>
                    <a:pt x="3681359" y="650953"/>
                  </a:lnTo>
                  <a:lnTo>
                    <a:pt x="3685971" y="651561"/>
                  </a:lnTo>
                  <a:lnTo>
                    <a:pt x="3695512" y="655188"/>
                  </a:lnTo>
                  <a:lnTo>
                    <a:pt x="3702850" y="646977"/>
                  </a:lnTo>
                  <a:lnTo>
                    <a:pt x="3711905" y="643180"/>
                  </a:lnTo>
                  <a:lnTo>
                    <a:pt x="3741424" y="646053"/>
                  </a:lnTo>
                  <a:lnTo>
                    <a:pt x="3769320" y="643063"/>
                  </a:lnTo>
                  <a:lnTo>
                    <a:pt x="3789543" y="647648"/>
                  </a:lnTo>
                  <a:lnTo>
                    <a:pt x="3822221" y="645410"/>
                  </a:lnTo>
                  <a:lnTo>
                    <a:pt x="3849800" y="649522"/>
                  </a:lnTo>
                  <a:lnTo>
                    <a:pt x="3839477" y="655646"/>
                  </a:lnTo>
                  <a:lnTo>
                    <a:pt x="3807237" y="657076"/>
                  </a:lnTo>
                  <a:lnTo>
                    <a:pt x="3768647" y="670220"/>
                  </a:lnTo>
                  <a:lnTo>
                    <a:pt x="3758626" y="680039"/>
                  </a:lnTo>
                  <a:lnTo>
                    <a:pt x="3763910" y="697411"/>
                  </a:lnTo>
                  <a:lnTo>
                    <a:pt x="3752773" y="684623"/>
                  </a:lnTo>
                  <a:lnTo>
                    <a:pt x="3739429" y="681270"/>
                  </a:lnTo>
                  <a:lnTo>
                    <a:pt x="3738145" y="674401"/>
                  </a:lnTo>
                  <a:lnTo>
                    <a:pt x="3738916" y="667257"/>
                  </a:lnTo>
                  <a:lnTo>
                    <a:pt x="3740976" y="663056"/>
                  </a:lnTo>
                  <a:lnTo>
                    <a:pt x="3742058" y="657295"/>
                  </a:lnTo>
                  <a:lnTo>
                    <a:pt x="3728921" y="653354"/>
                  </a:lnTo>
                  <a:lnTo>
                    <a:pt x="3733539" y="657802"/>
                  </a:lnTo>
                  <a:lnTo>
                    <a:pt x="3728845" y="664760"/>
                  </a:lnTo>
                  <a:lnTo>
                    <a:pt x="3694998" y="675386"/>
                  </a:lnTo>
                  <a:lnTo>
                    <a:pt x="3678026" y="683713"/>
                  </a:lnTo>
                  <a:lnTo>
                    <a:pt x="3593666" y="734229"/>
                  </a:lnTo>
                  <a:lnTo>
                    <a:pt x="3589715" y="737315"/>
                  </a:lnTo>
                  <a:lnTo>
                    <a:pt x="3585666" y="743083"/>
                  </a:lnTo>
                  <a:lnTo>
                    <a:pt x="3601453" y="738683"/>
                  </a:lnTo>
                  <a:lnTo>
                    <a:pt x="3610955" y="734215"/>
                  </a:lnTo>
                  <a:lnTo>
                    <a:pt x="3608966" y="738102"/>
                  </a:lnTo>
                  <a:lnTo>
                    <a:pt x="3598250" y="745423"/>
                  </a:lnTo>
                  <a:lnTo>
                    <a:pt x="3590857" y="749555"/>
                  </a:lnTo>
                  <a:lnTo>
                    <a:pt x="3580130" y="750219"/>
                  </a:lnTo>
                  <a:lnTo>
                    <a:pt x="3564535" y="754578"/>
                  </a:lnTo>
                  <a:lnTo>
                    <a:pt x="3552825" y="762056"/>
                  </a:lnTo>
                  <a:lnTo>
                    <a:pt x="3545109" y="770014"/>
                  </a:lnTo>
                  <a:lnTo>
                    <a:pt x="3541229" y="774947"/>
                  </a:lnTo>
                  <a:lnTo>
                    <a:pt x="3538869" y="779682"/>
                  </a:lnTo>
                  <a:lnTo>
                    <a:pt x="3561748" y="760120"/>
                  </a:lnTo>
                  <a:lnTo>
                    <a:pt x="3570021" y="761064"/>
                  </a:lnTo>
                  <a:lnTo>
                    <a:pt x="3544109" y="789274"/>
                  </a:lnTo>
                  <a:lnTo>
                    <a:pt x="3533645" y="820612"/>
                  </a:lnTo>
                  <a:lnTo>
                    <a:pt x="3533705" y="829602"/>
                  </a:lnTo>
                  <a:lnTo>
                    <a:pt x="3541180" y="866858"/>
                  </a:lnTo>
                  <a:lnTo>
                    <a:pt x="3551038" y="876896"/>
                  </a:lnTo>
                  <a:lnTo>
                    <a:pt x="3555010" y="871860"/>
                  </a:lnTo>
                  <a:lnTo>
                    <a:pt x="3557666" y="866714"/>
                  </a:lnTo>
                  <a:lnTo>
                    <a:pt x="3567906" y="869465"/>
                  </a:lnTo>
                  <a:lnTo>
                    <a:pt x="3573682" y="877990"/>
                  </a:lnTo>
                  <a:lnTo>
                    <a:pt x="3584557" y="902321"/>
                  </a:lnTo>
                  <a:lnTo>
                    <a:pt x="3593087" y="906064"/>
                  </a:lnTo>
                  <a:lnTo>
                    <a:pt x="3603994" y="903368"/>
                  </a:lnTo>
                  <a:lnTo>
                    <a:pt x="3613256" y="908301"/>
                  </a:lnTo>
                  <a:lnTo>
                    <a:pt x="3616753" y="907439"/>
                  </a:lnTo>
                  <a:lnTo>
                    <a:pt x="3619206" y="902225"/>
                  </a:lnTo>
                  <a:lnTo>
                    <a:pt x="3623955" y="901685"/>
                  </a:lnTo>
                  <a:lnTo>
                    <a:pt x="3628633" y="903881"/>
                  </a:lnTo>
                  <a:lnTo>
                    <a:pt x="3630277" y="887275"/>
                  </a:lnTo>
                  <a:lnTo>
                    <a:pt x="3640873" y="879058"/>
                  </a:lnTo>
                  <a:lnTo>
                    <a:pt x="3647906" y="878408"/>
                  </a:lnTo>
                  <a:lnTo>
                    <a:pt x="3657446" y="878996"/>
                  </a:lnTo>
                  <a:lnTo>
                    <a:pt x="3682566" y="859284"/>
                  </a:lnTo>
                  <a:lnTo>
                    <a:pt x="3686676" y="850669"/>
                  </a:lnTo>
                  <a:lnTo>
                    <a:pt x="3701676" y="837779"/>
                  </a:lnTo>
                  <a:lnTo>
                    <a:pt x="3714337" y="820865"/>
                  </a:lnTo>
                  <a:lnTo>
                    <a:pt x="3726610" y="814823"/>
                  </a:lnTo>
                  <a:lnTo>
                    <a:pt x="3736746" y="798231"/>
                  </a:lnTo>
                  <a:lnTo>
                    <a:pt x="3741631" y="799852"/>
                  </a:lnTo>
                  <a:lnTo>
                    <a:pt x="3748221" y="793954"/>
                  </a:lnTo>
                  <a:lnTo>
                    <a:pt x="3744129" y="782651"/>
                  </a:lnTo>
                  <a:lnTo>
                    <a:pt x="3741189" y="778429"/>
                  </a:lnTo>
                  <a:lnTo>
                    <a:pt x="3747058" y="763650"/>
                  </a:lnTo>
                  <a:lnTo>
                    <a:pt x="3760385" y="758560"/>
                  </a:lnTo>
                  <a:lnTo>
                    <a:pt x="3767784" y="772463"/>
                  </a:lnTo>
                  <a:lnTo>
                    <a:pt x="3774079" y="764341"/>
                  </a:lnTo>
                  <a:lnTo>
                    <a:pt x="3774046" y="758389"/>
                  </a:lnTo>
                  <a:lnTo>
                    <a:pt x="3779106" y="750397"/>
                  </a:lnTo>
                  <a:lnTo>
                    <a:pt x="3787614" y="756151"/>
                  </a:lnTo>
                  <a:lnTo>
                    <a:pt x="3791237" y="764211"/>
                  </a:lnTo>
                  <a:lnTo>
                    <a:pt x="3799144" y="769213"/>
                  </a:lnTo>
                  <a:lnTo>
                    <a:pt x="3805806" y="772607"/>
                  </a:lnTo>
                  <a:lnTo>
                    <a:pt x="3822745" y="773510"/>
                  </a:lnTo>
                  <a:lnTo>
                    <a:pt x="3827456" y="768679"/>
                  </a:lnTo>
                  <a:lnTo>
                    <a:pt x="3830013" y="764574"/>
                  </a:lnTo>
                  <a:lnTo>
                    <a:pt x="3828510" y="755207"/>
                  </a:lnTo>
                  <a:lnTo>
                    <a:pt x="3823390" y="745033"/>
                  </a:lnTo>
                  <a:lnTo>
                    <a:pt x="3830068" y="748974"/>
                  </a:lnTo>
                  <a:lnTo>
                    <a:pt x="3839860" y="751095"/>
                  </a:lnTo>
                  <a:lnTo>
                    <a:pt x="3848368" y="749419"/>
                  </a:lnTo>
                  <a:lnTo>
                    <a:pt x="3856707" y="750725"/>
                  </a:lnTo>
                  <a:lnTo>
                    <a:pt x="3873559" y="741092"/>
                  </a:lnTo>
                  <a:lnTo>
                    <a:pt x="3881001" y="741482"/>
                  </a:lnTo>
                  <a:lnTo>
                    <a:pt x="3887422" y="740606"/>
                  </a:lnTo>
                  <a:lnTo>
                    <a:pt x="3916941" y="730753"/>
                  </a:lnTo>
                  <a:lnTo>
                    <a:pt x="3945372" y="722549"/>
                  </a:lnTo>
                  <a:lnTo>
                    <a:pt x="3973241" y="709542"/>
                  </a:lnTo>
                  <a:lnTo>
                    <a:pt x="3999896" y="701414"/>
                  </a:lnTo>
                  <a:lnTo>
                    <a:pt x="4025962" y="688810"/>
                  </a:lnTo>
                  <a:lnTo>
                    <a:pt x="4034317" y="687401"/>
                  </a:lnTo>
                  <a:lnTo>
                    <a:pt x="4042355" y="682351"/>
                  </a:lnTo>
                  <a:lnTo>
                    <a:pt x="4051158" y="679088"/>
                  </a:lnTo>
                  <a:lnTo>
                    <a:pt x="4059087" y="678636"/>
                  </a:lnTo>
                  <a:lnTo>
                    <a:pt x="4071469" y="674709"/>
                  </a:lnTo>
                  <a:lnTo>
                    <a:pt x="4083048" y="667641"/>
                  </a:lnTo>
                  <a:lnTo>
                    <a:pt x="4096305" y="664753"/>
                  </a:lnTo>
                  <a:lnTo>
                    <a:pt x="4103496" y="667928"/>
                  </a:lnTo>
                  <a:lnTo>
                    <a:pt x="4107234" y="665212"/>
                  </a:lnTo>
                  <a:lnTo>
                    <a:pt x="4111278" y="659758"/>
                  </a:lnTo>
                  <a:lnTo>
                    <a:pt x="4106884" y="654374"/>
                  </a:lnTo>
                  <a:lnTo>
                    <a:pt x="4102862" y="651787"/>
                  </a:lnTo>
                  <a:lnTo>
                    <a:pt x="4063218" y="649256"/>
                  </a:lnTo>
                  <a:lnTo>
                    <a:pt x="4072715" y="643105"/>
                  </a:lnTo>
                  <a:lnTo>
                    <a:pt x="4083251" y="638835"/>
                  </a:lnTo>
                  <a:lnTo>
                    <a:pt x="4083803" y="633936"/>
                  </a:lnTo>
                  <a:lnTo>
                    <a:pt x="4075584" y="620252"/>
                  </a:lnTo>
                  <a:lnTo>
                    <a:pt x="4066950" y="609797"/>
                  </a:lnTo>
                  <a:lnTo>
                    <a:pt x="4059715" y="604371"/>
                  </a:lnTo>
                  <a:lnTo>
                    <a:pt x="4041295" y="610652"/>
                  </a:lnTo>
                  <a:lnTo>
                    <a:pt x="4027907" y="608770"/>
                  </a:lnTo>
                  <a:lnTo>
                    <a:pt x="4016634" y="600560"/>
                  </a:lnTo>
                  <a:lnTo>
                    <a:pt x="4012787" y="588661"/>
                  </a:lnTo>
                  <a:lnTo>
                    <a:pt x="4011448" y="581367"/>
                  </a:lnTo>
                  <a:lnTo>
                    <a:pt x="4007874" y="578986"/>
                  </a:lnTo>
                  <a:lnTo>
                    <a:pt x="3978530" y="598227"/>
                  </a:lnTo>
                  <a:lnTo>
                    <a:pt x="3955684" y="607505"/>
                  </a:lnTo>
                  <a:lnTo>
                    <a:pt x="3952842" y="610885"/>
                  </a:lnTo>
                  <a:lnTo>
                    <a:pt x="3948837" y="613505"/>
                  </a:lnTo>
                  <a:lnTo>
                    <a:pt x="3937356" y="608059"/>
                  </a:lnTo>
                  <a:lnTo>
                    <a:pt x="3918952" y="609804"/>
                  </a:lnTo>
                  <a:lnTo>
                    <a:pt x="3922504" y="604515"/>
                  </a:lnTo>
                  <a:lnTo>
                    <a:pt x="3924482" y="596865"/>
                  </a:lnTo>
                  <a:lnTo>
                    <a:pt x="3900968" y="591850"/>
                  </a:lnTo>
                  <a:lnTo>
                    <a:pt x="3878909" y="591001"/>
                  </a:lnTo>
                  <a:lnTo>
                    <a:pt x="3866712" y="594429"/>
                  </a:lnTo>
                  <a:lnTo>
                    <a:pt x="3858220" y="595271"/>
                  </a:lnTo>
                  <a:lnTo>
                    <a:pt x="3855630" y="591357"/>
                  </a:lnTo>
                  <a:lnTo>
                    <a:pt x="3850920" y="586957"/>
                  </a:lnTo>
                  <a:lnTo>
                    <a:pt x="3833997" y="578069"/>
                  </a:lnTo>
                  <a:lnTo>
                    <a:pt x="3827456" y="577618"/>
                  </a:lnTo>
                  <a:lnTo>
                    <a:pt x="3812325" y="580409"/>
                  </a:lnTo>
                  <a:lnTo>
                    <a:pt x="3793095" y="566226"/>
                  </a:lnTo>
                  <a:lnTo>
                    <a:pt x="3775609" y="558733"/>
                  </a:lnTo>
                  <a:lnTo>
                    <a:pt x="3772762" y="557522"/>
                  </a:lnTo>
                  <a:lnTo>
                    <a:pt x="3797882" y="545494"/>
                  </a:lnTo>
                  <a:lnTo>
                    <a:pt x="3793325" y="540027"/>
                  </a:lnTo>
                  <a:lnTo>
                    <a:pt x="3788483" y="537276"/>
                  </a:lnTo>
                  <a:lnTo>
                    <a:pt x="3762844" y="533486"/>
                  </a:lnTo>
                  <a:lnTo>
                    <a:pt x="3755369" y="529654"/>
                  </a:lnTo>
                  <a:lnTo>
                    <a:pt x="3718473" y="526835"/>
                  </a:lnTo>
                  <a:lnTo>
                    <a:pt x="3716757" y="516873"/>
                  </a:lnTo>
                  <a:lnTo>
                    <a:pt x="3706572" y="510633"/>
                  </a:lnTo>
                  <a:lnTo>
                    <a:pt x="3707298" y="500876"/>
                  </a:lnTo>
                  <a:lnTo>
                    <a:pt x="3701910" y="488724"/>
                  </a:lnTo>
                  <a:lnTo>
                    <a:pt x="3697840" y="466425"/>
                  </a:lnTo>
                  <a:lnTo>
                    <a:pt x="3687676" y="462607"/>
                  </a:lnTo>
                  <a:lnTo>
                    <a:pt x="3680310" y="445208"/>
                  </a:lnTo>
                  <a:lnTo>
                    <a:pt x="3677709" y="436087"/>
                  </a:lnTo>
                  <a:lnTo>
                    <a:pt x="3682173" y="426296"/>
                  </a:lnTo>
                  <a:lnTo>
                    <a:pt x="3686031" y="411866"/>
                  </a:lnTo>
                  <a:lnTo>
                    <a:pt x="3673605" y="408308"/>
                  </a:lnTo>
                  <a:lnTo>
                    <a:pt x="3662419" y="407938"/>
                  </a:lnTo>
                  <a:lnTo>
                    <a:pt x="3645665" y="413439"/>
                  </a:lnTo>
                  <a:lnTo>
                    <a:pt x="3638042" y="410682"/>
                  </a:lnTo>
                  <a:lnTo>
                    <a:pt x="3631474" y="406200"/>
                  </a:lnTo>
                  <a:lnTo>
                    <a:pt x="3657523" y="387624"/>
                  </a:lnTo>
                  <a:lnTo>
                    <a:pt x="3676987" y="368726"/>
                  </a:lnTo>
                  <a:lnTo>
                    <a:pt x="3683709" y="340529"/>
                  </a:lnTo>
                  <a:lnTo>
                    <a:pt x="3693315" y="326010"/>
                  </a:lnTo>
                  <a:lnTo>
                    <a:pt x="3700375" y="318812"/>
                  </a:lnTo>
                  <a:lnTo>
                    <a:pt x="3681266" y="308672"/>
                  </a:lnTo>
                  <a:lnTo>
                    <a:pt x="3661971" y="309260"/>
                  </a:lnTo>
                  <a:lnTo>
                    <a:pt x="3666976" y="301720"/>
                  </a:lnTo>
                  <a:lnTo>
                    <a:pt x="3641627" y="306701"/>
                  </a:lnTo>
                  <a:lnTo>
                    <a:pt x="3628671" y="312777"/>
                  </a:lnTo>
                  <a:lnTo>
                    <a:pt x="3613054" y="324114"/>
                  </a:lnTo>
                  <a:lnTo>
                    <a:pt x="3599207" y="326495"/>
                  </a:lnTo>
                  <a:lnTo>
                    <a:pt x="3592578" y="322835"/>
                  </a:lnTo>
                  <a:lnTo>
                    <a:pt x="3582589" y="299907"/>
                  </a:lnTo>
                  <a:lnTo>
                    <a:pt x="3572103" y="292722"/>
                  </a:lnTo>
                  <a:lnTo>
                    <a:pt x="3531727" y="281857"/>
                  </a:lnTo>
                  <a:lnTo>
                    <a:pt x="3515005" y="271758"/>
                  </a:lnTo>
                  <a:lnTo>
                    <a:pt x="3507262" y="270875"/>
                  </a:lnTo>
                  <a:lnTo>
                    <a:pt x="3484574" y="278703"/>
                  </a:lnTo>
                  <a:lnTo>
                    <a:pt x="3476421" y="277109"/>
                  </a:lnTo>
                  <a:lnTo>
                    <a:pt x="3505006" y="263493"/>
                  </a:lnTo>
                  <a:lnTo>
                    <a:pt x="3518962" y="266537"/>
                  </a:lnTo>
                  <a:lnTo>
                    <a:pt x="3527426" y="263814"/>
                  </a:lnTo>
                  <a:lnTo>
                    <a:pt x="3545950" y="265867"/>
                  </a:lnTo>
                  <a:lnTo>
                    <a:pt x="3553847" y="259702"/>
                  </a:lnTo>
                  <a:lnTo>
                    <a:pt x="3563453" y="253790"/>
                  </a:lnTo>
                  <a:lnTo>
                    <a:pt x="3582704" y="264608"/>
                  </a:lnTo>
                  <a:lnTo>
                    <a:pt x="3613906" y="275843"/>
                  </a:lnTo>
                  <a:lnTo>
                    <a:pt x="3626873" y="278696"/>
                  </a:lnTo>
                  <a:lnTo>
                    <a:pt x="3638130" y="277280"/>
                  </a:lnTo>
                  <a:lnTo>
                    <a:pt x="3663124" y="265367"/>
                  </a:lnTo>
                  <a:lnTo>
                    <a:pt x="3671649" y="257855"/>
                  </a:lnTo>
                  <a:lnTo>
                    <a:pt x="3687075" y="252723"/>
                  </a:lnTo>
                  <a:lnTo>
                    <a:pt x="3693517" y="248296"/>
                  </a:lnTo>
                  <a:lnTo>
                    <a:pt x="3700091" y="236733"/>
                  </a:lnTo>
                  <a:lnTo>
                    <a:pt x="3708216" y="229740"/>
                  </a:lnTo>
                  <a:lnTo>
                    <a:pt x="3740036" y="220955"/>
                  </a:lnTo>
                  <a:lnTo>
                    <a:pt x="3750675" y="203131"/>
                  </a:lnTo>
                  <a:lnTo>
                    <a:pt x="3751533" y="183411"/>
                  </a:lnTo>
                  <a:lnTo>
                    <a:pt x="3732681" y="167647"/>
                  </a:lnTo>
                  <a:lnTo>
                    <a:pt x="3721582" y="162392"/>
                  </a:lnTo>
                  <a:lnTo>
                    <a:pt x="3737582" y="162693"/>
                  </a:lnTo>
                  <a:lnTo>
                    <a:pt x="3755708" y="167284"/>
                  </a:lnTo>
                  <a:lnTo>
                    <a:pt x="3754877" y="157835"/>
                  </a:lnTo>
                  <a:lnTo>
                    <a:pt x="3749773" y="151075"/>
                  </a:lnTo>
                  <a:lnTo>
                    <a:pt x="3715539" y="125444"/>
                  </a:lnTo>
                  <a:lnTo>
                    <a:pt x="3685479" y="113258"/>
                  </a:lnTo>
                  <a:lnTo>
                    <a:pt x="3622829" y="103406"/>
                  </a:lnTo>
                  <a:lnTo>
                    <a:pt x="3608589" y="102831"/>
                  </a:lnTo>
                  <a:lnTo>
                    <a:pt x="3568365" y="108503"/>
                  </a:lnTo>
                  <a:lnTo>
                    <a:pt x="3535311" y="110262"/>
                  </a:lnTo>
                  <a:lnTo>
                    <a:pt x="3488317" y="122420"/>
                  </a:lnTo>
                  <a:lnTo>
                    <a:pt x="3430192" y="145150"/>
                  </a:lnTo>
                  <a:lnTo>
                    <a:pt x="3380570" y="160312"/>
                  </a:lnTo>
                  <a:lnTo>
                    <a:pt x="3343849" y="177835"/>
                  </a:lnTo>
                  <a:lnTo>
                    <a:pt x="3304773" y="192477"/>
                  </a:lnTo>
                  <a:lnTo>
                    <a:pt x="3283139" y="204349"/>
                  </a:lnTo>
                  <a:lnTo>
                    <a:pt x="3269653" y="216172"/>
                  </a:lnTo>
                  <a:lnTo>
                    <a:pt x="3247937" y="227509"/>
                  </a:lnTo>
                  <a:lnTo>
                    <a:pt x="3240145" y="228967"/>
                  </a:lnTo>
                  <a:lnTo>
                    <a:pt x="3220965" y="241721"/>
                  </a:lnTo>
                  <a:lnTo>
                    <a:pt x="3185233" y="273667"/>
                  </a:lnTo>
                  <a:lnTo>
                    <a:pt x="3166801" y="284840"/>
                  </a:lnTo>
                  <a:lnTo>
                    <a:pt x="3154490" y="304963"/>
                  </a:lnTo>
                  <a:lnTo>
                    <a:pt x="3129736" y="333023"/>
                  </a:lnTo>
                  <a:lnTo>
                    <a:pt x="3105687" y="354323"/>
                  </a:lnTo>
                  <a:lnTo>
                    <a:pt x="3099819" y="367446"/>
                  </a:lnTo>
                  <a:lnTo>
                    <a:pt x="3083234" y="379769"/>
                  </a:lnTo>
                  <a:lnTo>
                    <a:pt x="3064174" y="403997"/>
                  </a:lnTo>
                  <a:lnTo>
                    <a:pt x="3049469" y="415827"/>
                  </a:lnTo>
                  <a:lnTo>
                    <a:pt x="2996448" y="441095"/>
                  </a:lnTo>
                  <a:lnTo>
                    <a:pt x="2978683" y="445734"/>
                  </a:lnTo>
                  <a:lnTo>
                    <a:pt x="2966465" y="454540"/>
                  </a:lnTo>
                  <a:lnTo>
                    <a:pt x="2946542" y="459515"/>
                  </a:lnTo>
                  <a:lnTo>
                    <a:pt x="2920569" y="468902"/>
                  </a:lnTo>
                  <a:lnTo>
                    <a:pt x="2894870" y="471961"/>
                  </a:lnTo>
                  <a:lnTo>
                    <a:pt x="2871553" y="483271"/>
                  </a:lnTo>
                  <a:lnTo>
                    <a:pt x="2862832" y="488833"/>
                  </a:lnTo>
                  <a:lnTo>
                    <a:pt x="2856909" y="498563"/>
                  </a:lnTo>
                  <a:lnTo>
                    <a:pt x="2842805" y="503791"/>
                  </a:lnTo>
                  <a:lnTo>
                    <a:pt x="2828253" y="511091"/>
                  </a:lnTo>
                  <a:lnTo>
                    <a:pt x="2801702" y="535032"/>
                  </a:lnTo>
                  <a:lnTo>
                    <a:pt x="2772997" y="545993"/>
                  </a:lnTo>
                  <a:lnTo>
                    <a:pt x="2754014" y="559103"/>
                  </a:lnTo>
                  <a:lnTo>
                    <a:pt x="2743555" y="579616"/>
                  </a:lnTo>
                  <a:lnTo>
                    <a:pt x="2730593" y="594450"/>
                  </a:lnTo>
                  <a:lnTo>
                    <a:pt x="2719801" y="612034"/>
                  </a:lnTo>
                  <a:lnTo>
                    <a:pt x="2717686" y="618418"/>
                  </a:lnTo>
                  <a:lnTo>
                    <a:pt x="2713812" y="636324"/>
                  </a:lnTo>
                  <a:lnTo>
                    <a:pt x="2709413" y="641072"/>
                  </a:lnTo>
                  <a:lnTo>
                    <a:pt x="2686298" y="645226"/>
                  </a:lnTo>
                  <a:lnTo>
                    <a:pt x="2654386" y="666813"/>
                  </a:lnTo>
                  <a:lnTo>
                    <a:pt x="2629851" y="674257"/>
                  </a:lnTo>
                  <a:lnTo>
                    <a:pt x="2596584" y="694811"/>
                  </a:lnTo>
                  <a:lnTo>
                    <a:pt x="2580627" y="700100"/>
                  </a:lnTo>
                  <a:lnTo>
                    <a:pt x="2619862" y="671719"/>
                  </a:lnTo>
                  <a:lnTo>
                    <a:pt x="2621862" y="670590"/>
                  </a:lnTo>
                  <a:lnTo>
                    <a:pt x="2648982" y="655236"/>
                  </a:lnTo>
                  <a:lnTo>
                    <a:pt x="2662889" y="652280"/>
                  </a:lnTo>
                  <a:lnTo>
                    <a:pt x="2660004" y="639916"/>
                  </a:lnTo>
                  <a:lnTo>
                    <a:pt x="2632244" y="631575"/>
                  </a:lnTo>
                  <a:lnTo>
                    <a:pt x="2624698" y="626225"/>
                  </a:lnTo>
                  <a:lnTo>
                    <a:pt x="2655725" y="630316"/>
                  </a:lnTo>
                  <a:lnTo>
                    <a:pt x="2671441" y="621586"/>
                  </a:lnTo>
                  <a:lnTo>
                    <a:pt x="2682583" y="608866"/>
                  </a:lnTo>
                  <a:lnTo>
                    <a:pt x="2692206" y="600984"/>
                  </a:lnTo>
                  <a:lnTo>
                    <a:pt x="2718533" y="597193"/>
                  </a:lnTo>
                  <a:lnTo>
                    <a:pt x="2740139" y="574546"/>
                  </a:lnTo>
                  <a:lnTo>
                    <a:pt x="2751762" y="557009"/>
                  </a:lnTo>
                  <a:lnTo>
                    <a:pt x="2755598" y="551221"/>
                  </a:lnTo>
                  <a:lnTo>
                    <a:pt x="2769418" y="543660"/>
                  </a:lnTo>
                  <a:lnTo>
                    <a:pt x="2773997" y="531125"/>
                  </a:lnTo>
                  <a:lnTo>
                    <a:pt x="2789478" y="523742"/>
                  </a:lnTo>
                  <a:lnTo>
                    <a:pt x="2807669" y="520253"/>
                  </a:lnTo>
                  <a:lnTo>
                    <a:pt x="2855062" y="492542"/>
                  </a:lnTo>
                  <a:lnTo>
                    <a:pt x="2860881" y="482197"/>
                  </a:lnTo>
                  <a:lnTo>
                    <a:pt x="2880597" y="475395"/>
                  </a:lnTo>
                  <a:lnTo>
                    <a:pt x="2897258" y="464270"/>
                  </a:lnTo>
                  <a:lnTo>
                    <a:pt x="2910946" y="466124"/>
                  </a:lnTo>
                  <a:lnTo>
                    <a:pt x="2925777" y="462648"/>
                  </a:lnTo>
                  <a:lnTo>
                    <a:pt x="2965727" y="448978"/>
                  </a:lnTo>
                  <a:lnTo>
                    <a:pt x="2982754" y="430901"/>
                  </a:lnTo>
                  <a:lnTo>
                    <a:pt x="2998749" y="419447"/>
                  </a:lnTo>
                  <a:lnTo>
                    <a:pt x="3028612" y="400795"/>
                  </a:lnTo>
                  <a:lnTo>
                    <a:pt x="3057464" y="361049"/>
                  </a:lnTo>
                  <a:lnTo>
                    <a:pt x="3074021" y="349896"/>
                  </a:lnTo>
                  <a:lnTo>
                    <a:pt x="3108228" y="316704"/>
                  </a:lnTo>
                  <a:lnTo>
                    <a:pt x="3118174" y="303766"/>
                  </a:lnTo>
                  <a:lnTo>
                    <a:pt x="3125529" y="286900"/>
                  </a:lnTo>
                  <a:lnTo>
                    <a:pt x="3132785" y="266510"/>
                  </a:lnTo>
                  <a:lnTo>
                    <a:pt x="3122654" y="256117"/>
                  </a:lnTo>
                  <a:lnTo>
                    <a:pt x="3110829" y="251423"/>
                  </a:lnTo>
                  <a:lnTo>
                    <a:pt x="3091343" y="246127"/>
                  </a:lnTo>
                  <a:lnTo>
                    <a:pt x="3051579" y="230602"/>
                  </a:lnTo>
                  <a:lnTo>
                    <a:pt x="3032502" y="230759"/>
                  </a:lnTo>
                  <a:lnTo>
                    <a:pt x="3013738" y="228775"/>
                  </a:lnTo>
                  <a:lnTo>
                    <a:pt x="3004355" y="221078"/>
                  </a:lnTo>
                  <a:lnTo>
                    <a:pt x="2993650" y="216411"/>
                  </a:lnTo>
                  <a:lnTo>
                    <a:pt x="3064666" y="228898"/>
                  </a:lnTo>
                  <a:lnTo>
                    <a:pt x="3095223" y="241303"/>
                  </a:lnTo>
                  <a:lnTo>
                    <a:pt x="3107491" y="242289"/>
                  </a:lnTo>
                  <a:lnTo>
                    <a:pt x="3124201" y="251197"/>
                  </a:lnTo>
                  <a:lnTo>
                    <a:pt x="3134250" y="253469"/>
                  </a:lnTo>
                  <a:lnTo>
                    <a:pt x="3144102" y="252347"/>
                  </a:lnTo>
                  <a:lnTo>
                    <a:pt x="3157955" y="245114"/>
                  </a:lnTo>
                  <a:lnTo>
                    <a:pt x="3177555" y="226107"/>
                  </a:lnTo>
                  <a:lnTo>
                    <a:pt x="3193692" y="199874"/>
                  </a:lnTo>
                  <a:lnTo>
                    <a:pt x="3227457" y="164096"/>
                  </a:lnTo>
                  <a:lnTo>
                    <a:pt x="3256555" y="148605"/>
                  </a:lnTo>
                  <a:lnTo>
                    <a:pt x="3261161" y="139122"/>
                  </a:lnTo>
                  <a:lnTo>
                    <a:pt x="3270565" y="132259"/>
                  </a:lnTo>
                  <a:lnTo>
                    <a:pt x="3285052" y="126183"/>
                  </a:lnTo>
                  <a:lnTo>
                    <a:pt x="3298467" y="124103"/>
                  </a:lnTo>
                  <a:lnTo>
                    <a:pt x="3306740" y="119156"/>
                  </a:lnTo>
                  <a:lnTo>
                    <a:pt x="3299877" y="112499"/>
                  </a:lnTo>
                  <a:lnTo>
                    <a:pt x="3325133" y="104145"/>
                  </a:lnTo>
                  <a:lnTo>
                    <a:pt x="3381870" y="93567"/>
                  </a:lnTo>
                  <a:lnTo>
                    <a:pt x="3390826" y="93238"/>
                  </a:lnTo>
                  <a:lnTo>
                    <a:pt x="3401706" y="91302"/>
                  </a:lnTo>
                  <a:lnTo>
                    <a:pt x="3414028" y="76906"/>
                  </a:lnTo>
                  <a:lnTo>
                    <a:pt x="3417110" y="55804"/>
                  </a:lnTo>
                  <a:lnTo>
                    <a:pt x="3449924" y="882"/>
                  </a:lnTo>
                  <a:lnTo>
                    <a:pt x="345189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9" name="pl67">
              <a:extLst>
                <a:ext uri="{FF2B5EF4-FFF2-40B4-BE49-F238E27FC236}">
                  <a16:creationId xmlns:a16="http://schemas.microsoft.com/office/drawing/2014/main" id="{39011CDC-A578-1912-9F70-5916D8139BDB}"/>
                </a:ext>
              </a:extLst>
            </p:cNvPr>
            <p:cNvSpPr/>
            <p:nvPr/>
          </p:nvSpPr>
          <p:spPr>
            <a:xfrm>
              <a:off x="4608416" y="5640134"/>
              <a:ext cx="8141" cy="4816"/>
            </a:xfrm>
            <a:custGeom>
              <a:avLst/>
              <a:gdLst/>
              <a:ahLst/>
              <a:cxnLst/>
              <a:rect l="0" t="0" r="0" b="0"/>
              <a:pathLst>
                <a:path w="8141" h="4816">
                  <a:moveTo>
                    <a:pt x="3087" y="4502"/>
                  </a:moveTo>
                  <a:lnTo>
                    <a:pt x="8021" y="3113"/>
                  </a:lnTo>
                  <a:lnTo>
                    <a:pt x="8141" y="177"/>
                  </a:lnTo>
                  <a:lnTo>
                    <a:pt x="4896" y="0"/>
                  </a:lnTo>
                  <a:lnTo>
                    <a:pt x="0" y="2647"/>
                  </a:lnTo>
                  <a:lnTo>
                    <a:pt x="245" y="4816"/>
                  </a:lnTo>
                  <a:lnTo>
                    <a:pt x="3087" y="450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0" name="rc68">
              <a:extLst>
                <a:ext uri="{FF2B5EF4-FFF2-40B4-BE49-F238E27FC236}">
                  <a16:creationId xmlns:a16="http://schemas.microsoft.com/office/drawing/2014/main" id="{E6D9EC88-50D4-C2BB-C2D1-1F3E574174F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1" name="rc69">
              <a:extLst>
                <a:ext uri="{FF2B5EF4-FFF2-40B4-BE49-F238E27FC236}">
                  <a16:creationId xmlns:a16="http://schemas.microsoft.com/office/drawing/2014/main" id="{6B78D634-2D62-59CD-0013-DCBA66A8D08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2" name="rc70">
              <a:extLst>
                <a:ext uri="{FF2B5EF4-FFF2-40B4-BE49-F238E27FC236}">
                  <a16:creationId xmlns:a16="http://schemas.microsoft.com/office/drawing/2014/main" id="{95425107-6E74-CADE-1320-082BF74EADC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3" name="rc71">
              <a:extLst>
                <a:ext uri="{FF2B5EF4-FFF2-40B4-BE49-F238E27FC236}">
                  <a16:creationId xmlns:a16="http://schemas.microsoft.com/office/drawing/2014/main" id="{A53E3CCB-4D21-4609-9B14-ACBAF844DEB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4" name="rc72">
              <a:extLst>
                <a:ext uri="{FF2B5EF4-FFF2-40B4-BE49-F238E27FC236}">
                  <a16:creationId xmlns:a16="http://schemas.microsoft.com/office/drawing/2014/main" id="{D18B23EC-0F50-C4BD-9C15-3FBF4D9E86B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5" name="rc73">
              <a:extLst>
                <a:ext uri="{FF2B5EF4-FFF2-40B4-BE49-F238E27FC236}">
                  <a16:creationId xmlns:a16="http://schemas.microsoft.com/office/drawing/2014/main" id="{BF02DC73-3D9F-BFAA-5CF2-F52AA9F9954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6" name="rc74">
              <a:extLst>
                <a:ext uri="{FF2B5EF4-FFF2-40B4-BE49-F238E27FC236}">
                  <a16:creationId xmlns:a16="http://schemas.microsoft.com/office/drawing/2014/main" id="{C87D80A6-5B2B-8EA1-B3BF-D0B7731ADAC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7" name="rc75">
              <a:extLst>
                <a:ext uri="{FF2B5EF4-FFF2-40B4-BE49-F238E27FC236}">
                  <a16:creationId xmlns:a16="http://schemas.microsoft.com/office/drawing/2014/main" id="{2768CCBC-9C9E-B48E-6D8F-CCF091266D3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8" name="rc76">
              <a:extLst>
                <a:ext uri="{FF2B5EF4-FFF2-40B4-BE49-F238E27FC236}">
                  <a16:creationId xmlns:a16="http://schemas.microsoft.com/office/drawing/2014/main" id="{438CB37D-39D3-0B91-F638-265C5A4A412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9" name="rc77">
              <a:extLst>
                <a:ext uri="{FF2B5EF4-FFF2-40B4-BE49-F238E27FC236}">
                  <a16:creationId xmlns:a16="http://schemas.microsoft.com/office/drawing/2014/main" id="{1CF91A50-8F73-42FD-04D2-092E24C1506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0" name="rc78">
              <a:extLst>
                <a:ext uri="{FF2B5EF4-FFF2-40B4-BE49-F238E27FC236}">
                  <a16:creationId xmlns:a16="http://schemas.microsoft.com/office/drawing/2014/main" id="{820D82BB-ECB5-4A97-8618-5E0A7AFC226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1" name="rc79">
              <a:extLst>
                <a:ext uri="{FF2B5EF4-FFF2-40B4-BE49-F238E27FC236}">
                  <a16:creationId xmlns:a16="http://schemas.microsoft.com/office/drawing/2014/main" id="{3F885F75-260B-3952-3D2A-20079B4565C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2" name="rc80">
              <a:extLst>
                <a:ext uri="{FF2B5EF4-FFF2-40B4-BE49-F238E27FC236}">
                  <a16:creationId xmlns:a16="http://schemas.microsoft.com/office/drawing/2014/main" id="{3AE0C9E9-8DAD-475A-7D73-AFC97C29AFF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3" name="rc81">
              <a:extLst>
                <a:ext uri="{FF2B5EF4-FFF2-40B4-BE49-F238E27FC236}">
                  <a16:creationId xmlns:a16="http://schemas.microsoft.com/office/drawing/2014/main" id="{E3492E4C-DA6F-30AB-3298-EC517CFBD09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4" name="rc82">
              <a:extLst>
                <a:ext uri="{FF2B5EF4-FFF2-40B4-BE49-F238E27FC236}">
                  <a16:creationId xmlns:a16="http://schemas.microsoft.com/office/drawing/2014/main" id="{57C198FE-5DCA-71B5-5EB6-603F33521AE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5" name="rc83">
              <a:extLst>
                <a:ext uri="{FF2B5EF4-FFF2-40B4-BE49-F238E27FC236}">
                  <a16:creationId xmlns:a16="http://schemas.microsoft.com/office/drawing/2014/main" id="{5A4E8BA4-D491-5487-2830-A2BBBA76667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6" name="rc84">
              <a:extLst>
                <a:ext uri="{FF2B5EF4-FFF2-40B4-BE49-F238E27FC236}">
                  <a16:creationId xmlns:a16="http://schemas.microsoft.com/office/drawing/2014/main" id="{6B53878E-43E1-D3BA-F242-18C83179320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7" name="rc85">
              <a:extLst>
                <a:ext uri="{FF2B5EF4-FFF2-40B4-BE49-F238E27FC236}">
                  <a16:creationId xmlns:a16="http://schemas.microsoft.com/office/drawing/2014/main" id="{A4B09934-FCF0-CA85-0EBC-1DCE28D0501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8" name="rc86">
              <a:extLst>
                <a:ext uri="{FF2B5EF4-FFF2-40B4-BE49-F238E27FC236}">
                  <a16:creationId xmlns:a16="http://schemas.microsoft.com/office/drawing/2014/main" id="{171571DB-10ED-4069-1D5E-FC403A98D7A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9" name="rc87">
              <a:extLst>
                <a:ext uri="{FF2B5EF4-FFF2-40B4-BE49-F238E27FC236}">
                  <a16:creationId xmlns:a16="http://schemas.microsoft.com/office/drawing/2014/main" id="{B3F1131A-9730-4FCB-29C0-ED57F2D1445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0" name="rc88">
              <a:extLst>
                <a:ext uri="{FF2B5EF4-FFF2-40B4-BE49-F238E27FC236}">
                  <a16:creationId xmlns:a16="http://schemas.microsoft.com/office/drawing/2014/main" id="{7939D123-7425-87F7-449F-1124D8D6B7D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1" name="rc89">
              <a:extLst>
                <a:ext uri="{FF2B5EF4-FFF2-40B4-BE49-F238E27FC236}">
                  <a16:creationId xmlns:a16="http://schemas.microsoft.com/office/drawing/2014/main" id="{E2C44F95-8CDF-C0F2-4475-308124C8D87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2" name="rc90">
              <a:extLst>
                <a:ext uri="{FF2B5EF4-FFF2-40B4-BE49-F238E27FC236}">
                  <a16:creationId xmlns:a16="http://schemas.microsoft.com/office/drawing/2014/main" id="{673CE92A-B244-D3E4-A0AB-854A4460B6B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3" name="rc91">
              <a:extLst>
                <a:ext uri="{FF2B5EF4-FFF2-40B4-BE49-F238E27FC236}">
                  <a16:creationId xmlns:a16="http://schemas.microsoft.com/office/drawing/2014/main" id="{84FE52EF-8E01-2DE1-6225-4EE82659A63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4" name="rc92">
              <a:extLst>
                <a:ext uri="{FF2B5EF4-FFF2-40B4-BE49-F238E27FC236}">
                  <a16:creationId xmlns:a16="http://schemas.microsoft.com/office/drawing/2014/main" id="{E3865F31-8236-786D-5570-C0CE3E9AB7C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5" name="rc93">
              <a:extLst>
                <a:ext uri="{FF2B5EF4-FFF2-40B4-BE49-F238E27FC236}">
                  <a16:creationId xmlns:a16="http://schemas.microsoft.com/office/drawing/2014/main" id="{700B187B-24C3-4DD6-7824-3DB6A462DBD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6" name="rc94">
              <a:extLst>
                <a:ext uri="{FF2B5EF4-FFF2-40B4-BE49-F238E27FC236}">
                  <a16:creationId xmlns:a16="http://schemas.microsoft.com/office/drawing/2014/main" id="{DFF6032B-BD09-5B3B-91A7-974F167F86B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7" name="rc95">
              <a:extLst>
                <a:ext uri="{FF2B5EF4-FFF2-40B4-BE49-F238E27FC236}">
                  <a16:creationId xmlns:a16="http://schemas.microsoft.com/office/drawing/2014/main" id="{3DBDCB2A-F558-6959-852A-DC75C754626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8" name="rc96">
              <a:extLst>
                <a:ext uri="{FF2B5EF4-FFF2-40B4-BE49-F238E27FC236}">
                  <a16:creationId xmlns:a16="http://schemas.microsoft.com/office/drawing/2014/main" id="{7E5C5394-F1D6-0FB5-A5EE-DFEE1A981F5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9" name="rc97">
              <a:extLst>
                <a:ext uri="{FF2B5EF4-FFF2-40B4-BE49-F238E27FC236}">
                  <a16:creationId xmlns:a16="http://schemas.microsoft.com/office/drawing/2014/main" id="{5C07A481-8A5C-61C3-D62C-05234FF212A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0" name="rc98">
              <a:extLst>
                <a:ext uri="{FF2B5EF4-FFF2-40B4-BE49-F238E27FC236}">
                  <a16:creationId xmlns:a16="http://schemas.microsoft.com/office/drawing/2014/main" id="{A1995373-CA10-8243-89BB-B8D5D3506A5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1" name="rc99">
              <a:extLst>
                <a:ext uri="{FF2B5EF4-FFF2-40B4-BE49-F238E27FC236}">
                  <a16:creationId xmlns:a16="http://schemas.microsoft.com/office/drawing/2014/main" id="{4F17631B-421B-F53C-792A-AFC549F36F5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2" name="rc100">
              <a:extLst>
                <a:ext uri="{FF2B5EF4-FFF2-40B4-BE49-F238E27FC236}">
                  <a16:creationId xmlns:a16="http://schemas.microsoft.com/office/drawing/2014/main" id="{B427718F-CAA5-4F3B-028D-AD8CDF846E3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3" name="rc101">
              <a:extLst>
                <a:ext uri="{FF2B5EF4-FFF2-40B4-BE49-F238E27FC236}">
                  <a16:creationId xmlns:a16="http://schemas.microsoft.com/office/drawing/2014/main" id="{0B1F9AD2-49F5-2BEE-9130-5E7D416D50D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4" name="rc102">
              <a:extLst>
                <a:ext uri="{FF2B5EF4-FFF2-40B4-BE49-F238E27FC236}">
                  <a16:creationId xmlns:a16="http://schemas.microsoft.com/office/drawing/2014/main" id="{F783F372-4923-7AF7-0FDB-D67758776AD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5" name="rc103">
              <a:extLst>
                <a:ext uri="{FF2B5EF4-FFF2-40B4-BE49-F238E27FC236}">
                  <a16:creationId xmlns:a16="http://schemas.microsoft.com/office/drawing/2014/main" id="{F16F6077-D3F1-04DE-34EF-D3C455A1E28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6" name="rc104">
              <a:extLst>
                <a:ext uri="{FF2B5EF4-FFF2-40B4-BE49-F238E27FC236}">
                  <a16:creationId xmlns:a16="http://schemas.microsoft.com/office/drawing/2014/main" id="{B196074B-D459-9027-738E-67F54C16FBA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7" name="rc105">
              <a:extLst>
                <a:ext uri="{FF2B5EF4-FFF2-40B4-BE49-F238E27FC236}">
                  <a16:creationId xmlns:a16="http://schemas.microsoft.com/office/drawing/2014/main" id="{E38C264E-289B-5333-C6EB-29A930D9054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8" name="rc106">
              <a:extLst>
                <a:ext uri="{FF2B5EF4-FFF2-40B4-BE49-F238E27FC236}">
                  <a16:creationId xmlns:a16="http://schemas.microsoft.com/office/drawing/2014/main" id="{449BD772-9C60-D92A-4C16-9BEEBE0C738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9" name="rc107">
              <a:extLst>
                <a:ext uri="{FF2B5EF4-FFF2-40B4-BE49-F238E27FC236}">
                  <a16:creationId xmlns:a16="http://schemas.microsoft.com/office/drawing/2014/main" id="{8CB11366-DF42-367D-F6C1-935F3370218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0" name="rc108">
              <a:extLst>
                <a:ext uri="{FF2B5EF4-FFF2-40B4-BE49-F238E27FC236}">
                  <a16:creationId xmlns:a16="http://schemas.microsoft.com/office/drawing/2014/main" id="{387BBDCF-57BD-C2D3-2674-182016B6435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1" name="rc109">
              <a:extLst>
                <a:ext uri="{FF2B5EF4-FFF2-40B4-BE49-F238E27FC236}">
                  <a16:creationId xmlns:a16="http://schemas.microsoft.com/office/drawing/2014/main" id="{460C38C6-20A1-637A-4DED-D41F5718377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2" name="rc110">
              <a:extLst>
                <a:ext uri="{FF2B5EF4-FFF2-40B4-BE49-F238E27FC236}">
                  <a16:creationId xmlns:a16="http://schemas.microsoft.com/office/drawing/2014/main" id="{C97A9613-71FB-2CB6-86FF-A38186C3042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3" name="rc111">
              <a:extLst>
                <a:ext uri="{FF2B5EF4-FFF2-40B4-BE49-F238E27FC236}">
                  <a16:creationId xmlns:a16="http://schemas.microsoft.com/office/drawing/2014/main" id="{9EB790F9-53FA-61FB-2B96-D1E1F8BB5CB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4" name="rc112">
              <a:extLst>
                <a:ext uri="{FF2B5EF4-FFF2-40B4-BE49-F238E27FC236}">
                  <a16:creationId xmlns:a16="http://schemas.microsoft.com/office/drawing/2014/main" id="{40F63FBE-DEF6-6012-E9C3-508638B324E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5" name="rc113">
              <a:extLst>
                <a:ext uri="{FF2B5EF4-FFF2-40B4-BE49-F238E27FC236}">
                  <a16:creationId xmlns:a16="http://schemas.microsoft.com/office/drawing/2014/main" id="{793B7171-E08C-B2DE-265E-72024BC0D34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6" name="rc114">
              <a:extLst>
                <a:ext uri="{FF2B5EF4-FFF2-40B4-BE49-F238E27FC236}">
                  <a16:creationId xmlns:a16="http://schemas.microsoft.com/office/drawing/2014/main" id="{5211CE6D-DDFE-2237-1A4B-9FFC37A1C05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7" name="rc115">
              <a:extLst>
                <a:ext uri="{FF2B5EF4-FFF2-40B4-BE49-F238E27FC236}">
                  <a16:creationId xmlns:a16="http://schemas.microsoft.com/office/drawing/2014/main" id="{0E75C8C8-0CC4-507A-4783-895E3900E4E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8" name="rc116">
              <a:extLst>
                <a:ext uri="{FF2B5EF4-FFF2-40B4-BE49-F238E27FC236}">
                  <a16:creationId xmlns:a16="http://schemas.microsoft.com/office/drawing/2014/main" id="{8C72D708-5453-93D9-F805-30A5133CEA0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9" name="rc117">
              <a:extLst>
                <a:ext uri="{FF2B5EF4-FFF2-40B4-BE49-F238E27FC236}">
                  <a16:creationId xmlns:a16="http://schemas.microsoft.com/office/drawing/2014/main" id="{C692C949-3A23-32FA-183C-09DAA5BF4F4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0" name="rc118">
              <a:extLst>
                <a:ext uri="{FF2B5EF4-FFF2-40B4-BE49-F238E27FC236}">
                  <a16:creationId xmlns:a16="http://schemas.microsoft.com/office/drawing/2014/main" id="{4C113446-9D49-0227-49A6-D6F7028BBB3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1" name="rc119">
              <a:extLst>
                <a:ext uri="{FF2B5EF4-FFF2-40B4-BE49-F238E27FC236}">
                  <a16:creationId xmlns:a16="http://schemas.microsoft.com/office/drawing/2014/main" id="{284B7E82-A29B-191A-F13D-404AB9D5465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2" name="rc120">
              <a:extLst>
                <a:ext uri="{FF2B5EF4-FFF2-40B4-BE49-F238E27FC236}">
                  <a16:creationId xmlns:a16="http://schemas.microsoft.com/office/drawing/2014/main" id="{CF5FC750-94F4-20F9-C894-8887BE1E4DF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3" name="rc121">
              <a:extLst>
                <a:ext uri="{FF2B5EF4-FFF2-40B4-BE49-F238E27FC236}">
                  <a16:creationId xmlns:a16="http://schemas.microsoft.com/office/drawing/2014/main" id="{B356C02F-E283-F71F-550A-5C4059ABE20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4" name="rc122">
              <a:extLst>
                <a:ext uri="{FF2B5EF4-FFF2-40B4-BE49-F238E27FC236}">
                  <a16:creationId xmlns:a16="http://schemas.microsoft.com/office/drawing/2014/main" id="{F88C9DB3-4561-ABEF-4D5D-8C3663B60E8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5" name="rc123">
              <a:extLst>
                <a:ext uri="{FF2B5EF4-FFF2-40B4-BE49-F238E27FC236}">
                  <a16:creationId xmlns:a16="http://schemas.microsoft.com/office/drawing/2014/main" id="{D6D41185-A544-D5DB-6B75-A63DE37D148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6" name="rc124">
              <a:extLst>
                <a:ext uri="{FF2B5EF4-FFF2-40B4-BE49-F238E27FC236}">
                  <a16:creationId xmlns:a16="http://schemas.microsoft.com/office/drawing/2014/main" id="{5A488996-EC37-D714-DD71-451792F2721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7" name="rc125">
              <a:extLst>
                <a:ext uri="{FF2B5EF4-FFF2-40B4-BE49-F238E27FC236}">
                  <a16:creationId xmlns:a16="http://schemas.microsoft.com/office/drawing/2014/main" id="{FDA2BFE2-E804-5DFE-3891-E777E2C0183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8" name="rc126">
              <a:extLst>
                <a:ext uri="{FF2B5EF4-FFF2-40B4-BE49-F238E27FC236}">
                  <a16:creationId xmlns:a16="http://schemas.microsoft.com/office/drawing/2014/main" id="{90A62446-71C6-52F9-C049-262673E7E6D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9" name="rc127">
              <a:extLst>
                <a:ext uri="{FF2B5EF4-FFF2-40B4-BE49-F238E27FC236}">
                  <a16:creationId xmlns:a16="http://schemas.microsoft.com/office/drawing/2014/main" id="{0443327F-58B8-766E-8FFB-503C25AF251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0" name="rc128">
              <a:extLst>
                <a:ext uri="{FF2B5EF4-FFF2-40B4-BE49-F238E27FC236}">
                  <a16:creationId xmlns:a16="http://schemas.microsoft.com/office/drawing/2014/main" id="{21460A6F-84DF-8F49-0565-D074E2D2D3F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1" name="rc129">
              <a:extLst>
                <a:ext uri="{FF2B5EF4-FFF2-40B4-BE49-F238E27FC236}">
                  <a16:creationId xmlns:a16="http://schemas.microsoft.com/office/drawing/2014/main" id="{A85976B8-704E-72AD-10B3-2E12C9B8F67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2" name="rc130">
              <a:extLst>
                <a:ext uri="{FF2B5EF4-FFF2-40B4-BE49-F238E27FC236}">
                  <a16:creationId xmlns:a16="http://schemas.microsoft.com/office/drawing/2014/main" id="{DF9EFBAF-1DB5-9456-7453-DDA6DF762BD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3" name="rc131">
              <a:extLst>
                <a:ext uri="{FF2B5EF4-FFF2-40B4-BE49-F238E27FC236}">
                  <a16:creationId xmlns:a16="http://schemas.microsoft.com/office/drawing/2014/main" id="{0BC644CA-DD91-CC48-D909-3C3F4315F9F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4" name="rc132">
              <a:extLst>
                <a:ext uri="{FF2B5EF4-FFF2-40B4-BE49-F238E27FC236}">
                  <a16:creationId xmlns:a16="http://schemas.microsoft.com/office/drawing/2014/main" id="{0181BD69-E1C4-688C-FC8F-5771586E167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5" name="rc133">
              <a:extLst>
                <a:ext uri="{FF2B5EF4-FFF2-40B4-BE49-F238E27FC236}">
                  <a16:creationId xmlns:a16="http://schemas.microsoft.com/office/drawing/2014/main" id="{90B407CC-B6FA-CEE5-2E1C-E77686C89DE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6" name="rc134">
              <a:extLst>
                <a:ext uri="{FF2B5EF4-FFF2-40B4-BE49-F238E27FC236}">
                  <a16:creationId xmlns:a16="http://schemas.microsoft.com/office/drawing/2014/main" id="{5CDFA980-EFAE-F41D-FB0B-9D31333CB03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7" name="rc135">
              <a:extLst>
                <a:ext uri="{FF2B5EF4-FFF2-40B4-BE49-F238E27FC236}">
                  <a16:creationId xmlns:a16="http://schemas.microsoft.com/office/drawing/2014/main" id="{C5094216-D7A2-32D4-558F-AA2F7814018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8" name="rc136">
              <a:extLst>
                <a:ext uri="{FF2B5EF4-FFF2-40B4-BE49-F238E27FC236}">
                  <a16:creationId xmlns:a16="http://schemas.microsoft.com/office/drawing/2014/main" id="{A15261AA-7B3C-B43A-2758-B41477A89D8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9" name="rc137">
              <a:extLst>
                <a:ext uri="{FF2B5EF4-FFF2-40B4-BE49-F238E27FC236}">
                  <a16:creationId xmlns:a16="http://schemas.microsoft.com/office/drawing/2014/main" id="{D8FA1381-F3FE-ED27-447F-FC28C5B999A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0" name="rc138">
              <a:extLst>
                <a:ext uri="{FF2B5EF4-FFF2-40B4-BE49-F238E27FC236}">
                  <a16:creationId xmlns:a16="http://schemas.microsoft.com/office/drawing/2014/main" id="{044BD89A-14DB-2912-6AB6-E01304FD987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1" name="rc139">
              <a:extLst>
                <a:ext uri="{FF2B5EF4-FFF2-40B4-BE49-F238E27FC236}">
                  <a16:creationId xmlns:a16="http://schemas.microsoft.com/office/drawing/2014/main" id="{C6D9613A-659A-85A2-131D-924620347D2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2" name="rc140">
              <a:extLst>
                <a:ext uri="{FF2B5EF4-FFF2-40B4-BE49-F238E27FC236}">
                  <a16:creationId xmlns:a16="http://schemas.microsoft.com/office/drawing/2014/main" id="{06DA9257-8B63-1766-6600-855C33771FD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3" name="rc141">
              <a:extLst>
                <a:ext uri="{FF2B5EF4-FFF2-40B4-BE49-F238E27FC236}">
                  <a16:creationId xmlns:a16="http://schemas.microsoft.com/office/drawing/2014/main" id="{4F4F0DF6-E569-6E4A-79A2-7D24D6E478F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4" name="rc142">
              <a:extLst>
                <a:ext uri="{FF2B5EF4-FFF2-40B4-BE49-F238E27FC236}">
                  <a16:creationId xmlns:a16="http://schemas.microsoft.com/office/drawing/2014/main" id="{C5BF484C-4923-4E21-D195-76291C12B72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5" name="rc143">
              <a:extLst>
                <a:ext uri="{FF2B5EF4-FFF2-40B4-BE49-F238E27FC236}">
                  <a16:creationId xmlns:a16="http://schemas.microsoft.com/office/drawing/2014/main" id="{8F15E946-EFF3-7DD5-C549-BF1E2D571C3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6" name="rc144">
              <a:extLst>
                <a:ext uri="{FF2B5EF4-FFF2-40B4-BE49-F238E27FC236}">
                  <a16:creationId xmlns:a16="http://schemas.microsoft.com/office/drawing/2014/main" id="{0B711E98-AA9E-8F09-12C2-AD8FAC3D762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7" name="rc145">
              <a:extLst>
                <a:ext uri="{FF2B5EF4-FFF2-40B4-BE49-F238E27FC236}">
                  <a16:creationId xmlns:a16="http://schemas.microsoft.com/office/drawing/2014/main" id="{BF2B4852-E9D3-DA6F-AEB7-E274F9FAF5F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8" name="rc146">
              <a:extLst>
                <a:ext uri="{FF2B5EF4-FFF2-40B4-BE49-F238E27FC236}">
                  <a16:creationId xmlns:a16="http://schemas.microsoft.com/office/drawing/2014/main" id="{241960B0-0E0A-0CFE-D335-E85A35E07F4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9" name="rc147">
              <a:extLst>
                <a:ext uri="{FF2B5EF4-FFF2-40B4-BE49-F238E27FC236}">
                  <a16:creationId xmlns:a16="http://schemas.microsoft.com/office/drawing/2014/main" id="{FD7EE9AC-06E7-D74D-B07D-BCFBD53645B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0" name="rc148">
              <a:extLst>
                <a:ext uri="{FF2B5EF4-FFF2-40B4-BE49-F238E27FC236}">
                  <a16:creationId xmlns:a16="http://schemas.microsoft.com/office/drawing/2014/main" id="{4B53F626-F611-7F9A-F0F4-D436F83D763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1" name="rc149">
              <a:extLst>
                <a:ext uri="{FF2B5EF4-FFF2-40B4-BE49-F238E27FC236}">
                  <a16:creationId xmlns:a16="http://schemas.microsoft.com/office/drawing/2014/main" id="{43AAB6AB-522B-4514-40D6-A68FC3F68CD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2" name="rc150">
              <a:extLst>
                <a:ext uri="{FF2B5EF4-FFF2-40B4-BE49-F238E27FC236}">
                  <a16:creationId xmlns:a16="http://schemas.microsoft.com/office/drawing/2014/main" id="{D6127B0E-CEB4-1690-0045-C01C25F844E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3" name="rc151">
              <a:extLst>
                <a:ext uri="{FF2B5EF4-FFF2-40B4-BE49-F238E27FC236}">
                  <a16:creationId xmlns:a16="http://schemas.microsoft.com/office/drawing/2014/main" id="{0C65CE18-3DE7-F80E-7FB4-62736931189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4" name="rc152">
              <a:extLst>
                <a:ext uri="{FF2B5EF4-FFF2-40B4-BE49-F238E27FC236}">
                  <a16:creationId xmlns:a16="http://schemas.microsoft.com/office/drawing/2014/main" id="{EC7F2ADB-80DB-F25D-14A9-4F7424CF9BE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5" name="rc153">
              <a:extLst>
                <a:ext uri="{FF2B5EF4-FFF2-40B4-BE49-F238E27FC236}">
                  <a16:creationId xmlns:a16="http://schemas.microsoft.com/office/drawing/2014/main" id="{C81E8DB3-8D6C-C8D9-8F28-3AB81BFE64A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6" name="rc154">
              <a:extLst>
                <a:ext uri="{FF2B5EF4-FFF2-40B4-BE49-F238E27FC236}">
                  <a16:creationId xmlns:a16="http://schemas.microsoft.com/office/drawing/2014/main" id="{BBD33C1F-2622-E228-8D27-A117E522817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7" name="rc155">
              <a:extLst>
                <a:ext uri="{FF2B5EF4-FFF2-40B4-BE49-F238E27FC236}">
                  <a16:creationId xmlns:a16="http://schemas.microsoft.com/office/drawing/2014/main" id="{EAB7114F-3034-2EBC-E54D-44CC5552204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8" name="rc156">
              <a:extLst>
                <a:ext uri="{FF2B5EF4-FFF2-40B4-BE49-F238E27FC236}">
                  <a16:creationId xmlns:a16="http://schemas.microsoft.com/office/drawing/2014/main" id="{BB8B1936-FF88-A84A-58D0-1A73AAD2F1B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9" name="rc157">
              <a:extLst>
                <a:ext uri="{FF2B5EF4-FFF2-40B4-BE49-F238E27FC236}">
                  <a16:creationId xmlns:a16="http://schemas.microsoft.com/office/drawing/2014/main" id="{73F68E52-5393-5D7D-E3B3-7EB877379CF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0" name="rc158">
              <a:extLst>
                <a:ext uri="{FF2B5EF4-FFF2-40B4-BE49-F238E27FC236}">
                  <a16:creationId xmlns:a16="http://schemas.microsoft.com/office/drawing/2014/main" id="{AAC7B81D-0991-0F20-2113-8258BE7B0CA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1" name="rc159">
              <a:extLst>
                <a:ext uri="{FF2B5EF4-FFF2-40B4-BE49-F238E27FC236}">
                  <a16:creationId xmlns:a16="http://schemas.microsoft.com/office/drawing/2014/main" id="{40B61D71-B2C9-55A4-2FBD-81419E86D19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2" name="rc160">
              <a:extLst>
                <a:ext uri="{FF2B5EF4-FFF2-40B4-BE49-F238E27FC236}">
                  <a16:creationId xmlns:a16="http://schemas.microsoft.com/office/drawing/2014/main" id="{72CA97BB-E18C-6E5A-1164-2D955B72BD0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3" name="rc161">
              <a:extLst>
                <a:ext uri="{FF2B5EF4-FFF2-40B4-BE49-F238E27FC236}">
                  <a16:creationId xmlns:a16="http://schemas.microsoft.com/office/drawing/2014/main" id="{17E78FF7-D4D6-2C2F-6C72-989B5AB9447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4" name="rc162">
              <a:extLst>
                <a:ext uri="{FF2B5EF4-FFF2-40B4-BE49-F238E27FC236}">
                  <a16:creationId xmlns:a16="http://schemas.microsoft.com/office/drawing/2014/main" id="{07428366-506F-31ED-CC06-8113349B0CE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5" name="rc163">
              <a:extLst>
                <a:ext uri="{FF2B5EF4-FFF2-40B4-BE49-F238E27FC236}">
                  <a16:creationId xmlns:a16="http://schemas.microsoft.com/office/drawing/2014/main" id="{BAF43ECC-FF5A-8730-4186-7B2A8CA4222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6" name="rc164">
              <a:extLst>
                <a:ext uri="{FF2B5EF4-FFF2-40B4-BE49-F238E27FC236}">
                  <a16:creationId xmlns:a16="http://schemas.microsoft.com/office/drawing/2014/main" id="{3DF3ED0E-7310-D2F6-22AE-095DFA581F1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7" name="rc165">
              <a:extLst>
                <a:ext uri="{FF2B5EF4-FFF2-40B4-BE49-F238E27FC236}">
                  <a16:creationId xmlns:a16="http://schemas.microsoft.com/office/drawing/2014/main" id="{3B8ED093-8833-C4B2-2B3C-3D053DDF00C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8" name="rc166">
              <a:extLst>
                <a:ext uri="{FF2B5EF4-FFF2-40B4-BE49-F238E27FC236}">
                  <a16:creationId xmlns:a16="http://schemas.microsoft.com/office/drawing/2014/main" id="{ED54F932-D092-F498-4690-1056B743864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9" name="rc167">
              <a:extLst>
                <a:ext uri="{FF2B5EF4-FFF2-40B4-BE49-F238E27FC236}">
                  <a16:creationId xmlns:a16="http://schemas.microsoft.com/office/drawing/2014/main" id="{2EE14C77-8032-1E7B-8B8B-231A430FCDD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0" name="rc168">
              <a:extLst>
                <a:ext uri="{FF2B5EF4-FFF2-40B4-BE49-F238E27FC236}">
                  <a16:creationId xmlns:a16="http://schemas.microsoft.com/office/drawing/2014/main" id="{A55E5AD0-183B-9592-9A9B-1C4E64A6BC8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1" name="rc169">
              <a:extLst>
                <a:ext uri="{FF2B5EF4-FFF2-40B4-BE49-F238E27FC236}">
                  <a16:creationId xmlns:a16="http://schemas.microsoft.com/office/drawing/2014/main" id="{6090A09E-EA24-B936-C254-3E1F198719F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2" name="rc170">
              <a:extLst>
                <a:ext uri="{FF2B5EF4-FFF2-40B4-BE49-F238E27FC236}">
                  <a16:creationId xmlns:a16="http://schemas.microsoft.com/office/drawing/2014/main" id="{F0EFFE02-8098-F5DF-CF6A-BB92E0EDC62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3" name="rc171">
              <a:extLst>
                <a:ext uri="{FF2B5EF4-FFF2-40B4-BE49-F238E27FC236}">
                  <a16:creationId xmlns:a16="http://schemas.microsoft.com/office/drawing/2014/main" id="{D14EF12A-B304-B998-8BBF-BE368CF18BA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4" name="rc172">
              <a:extLst>
                <a:ext uri="{FF2B5EF4-FFF2-40B4-BE49-F238E27FC236}">
                  <a16:creationId xmlns:a16="http://schemas.microsoft.com/office/drawing/2014/main" id="{C9FEAE73-7C5E-3DF7-6A18-C8ACF642008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5" name="rc173">
              <a:extLst>
                <a:ext uri="{FF2B5EF4-FFF2-40B4-BE49-F238E27FC236}">
                  <a16:creationId xmlns:a16="http://schemas.microsoft.com/office/drawing/2014/main" id="{846B7E6C-C767-E9AA-1056-F94A6406339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6" name="rc174">
              <a:extLst>
                <a:ext uri="{FF2B5EF4-FFF2-40B4-BE49-F238E27FC236}">
                  <a16:creationId xmlns:a16="http://schemas.microsoft.com/office/drawing/2014/main" id="{D5EA3E2E-65A6-DC0E-6119-5BA338C9E74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7" name="rc175">
              <a:extLst>
                <a:ext uri="{FF2B5EF4-FFF2-40B4-BE49-F238E27FC236}">
                  <a16:creationId xmlns:a16="http://schemas.microsoft.com/office/drawing/2014/main" id="{B379C832-4F51-70A8-81C7-451A599779B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8" name="rc176">
              <a:extLst>
                <a:ext uri="{FF2B5EF4-FFF2-40B4-BE49-F238E27FC236}">
                  <a16:creationId xmlns:a16="http://schemas.microsoft.com/office/drawing/2014/main" id="{E9635BEE-32C7-466A-2341-24EEC3CF23D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9" name="rc177">
              <a:extLst>
                <a:ext uri="{FF2B5EF4-FFF2-40B4-BE49-F238E27FC236}">
                  <a16:creationId xmlns:a16="http://schemas.microsoft.com/office/drawing/2014/main" id="{AA26E8D5-0754-2272-F163-F751C5E8E5C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0" name="rc178">
              <a:extLst>
                <a:ext uri="{FF2B5EF4-FFF2-40B4-BE49-F238E27FC236}">
                  <a16:creationId xmlns:a16="http://schemas.microsoft.com/office/drawing/2014/main" id="{AF34A164-6838-85EC-DCCB-876CC33780C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1" name="rc179">
              <a:extLst>
                <a:ext uri="{FF2B5EF4-FFF2-40B4-BE49-F238E27FC236}">
                  <a16:creationId xmlns:a16="http://schemas.microsoft.com/office/drawing/2014/main" id="{CEB437B9-DA96-F14C-CB09-E5CBEF78671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2" name="rc180">
              <a:extLst>
                <a:ext uri="{FF2B5EF4-FFF2-40B4-BE49-F238E27FC236}">
                  <a16:creationId xmlns:a16="http://schemas.microsoft.com/office/drawing/2014/main" id="{DF02C17A-3B74-6075-C7F2-71CF02C9460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3" name="rc181">
              <a:extLst>
                <a:ext uri="{FF2B5EF4-FFF2-40B4-BE49-F238E27FC236}">
                  <a16:creationId xmlns:a16="http://schemas.microsoft.com/office/drawing/2014/main" id="{15E8AF4A-68CE-C0F5-2255-FCCF14C6D46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4" name="rc182">
              <a:extLst>
                <a:ext uri="{FF2B5EF4-FFF2-40B4-BE49-F238E27FC236}">
                  <a16:creationId xmlns:a16="http://schemas.microsoft.com/office/drawing/2014/main" id="{7323B3EB-8B08-4F40-B6C6-BE18DBD65D8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5" name="rc183">
              <a:extLst>
                <a:ext uri="{FF2B5EF4-FFF2-40B4-BE49-F238E27FC236}">
                  <a16:creationId xmlns:a16="http://schemas.microsoft.com/office/drawing/2014/main" id="{FC0D6CF0-A6A3-7F3A-DFE9-FD0BE2600A1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6" name="rc184">
              <a:extLst>
                <a:ext uri="{FF2B5EF4-FFF2-40B4-BE49-F238E27FC236}">
                  <a16:creationId xmlns:a16="http://schemas.microsoft.com/office/drawing/2014/main" id="{0272FF96-5990-7E2C-F041-D0A5A284BDA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7" name="rc185">
              <a:extLst>
                <a:ext uri="{FF2B5EF4-FFF2-40B4-BE49-F238E27FC236}">
                  <a16:creationId xmlns:a16="http://schemas.microsoft.com/office/drawing/2014/main" id="{9878AFBF-30F3-AC82-44DB-BD725D0EFC2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8" name="rc186">
              <a:extLst>
                <a:ext uri="{FF2B5EF4-FFF2-40B4-BE49-F238E27FC236}">
                  <a16:creationId xmlns:a16="http://schemas.microsoft.com/office/drawing/2014/main" id="{68B2D3F5-5393-4ECC-57CD-7737955976E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9" name="rc187">
              <a:extLst>
                <a:ext uri="{FF2B5EF4-FFF2-40B4-BE49-F238E27FC236}">
                  <a16:creationId xmlns:a16="http://schemas.microsoft.com/office/drawing/2014/main" id="{C72D37C8-2C43-53C1-3D27-CCC6FD59830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0" name="rc188">
              <a:extLst>
                <a:ext uri="{FF2B5EF4-FFF2-40B4-BE49-F238E27FC236}">
                  <a16:creationId xmlns:a16="http://schemas.microsoft.com/office/drawing/2014/main" id="{4005FCF4-6A2C-FF35-12CF-FA70A8A0FC1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1" name="rc189">
              <a:extLst>
                <a:ext uri="{FF2B5EF4-FFF2-40B4-BE49-F238E27FC236}">
                  <a16:creationId xmlns:a16="http://schemas.microsoft.com/office/drawing/2014/main" id="{A8D1BC50-60D4-D62D-5F11-DEFD788055D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2" name="rc190">
              <a:extLst>
                <a:ext uri="{FF2B5EF4-FFF2-40B4-BE49-F238E27FC236}">
                  <a16:creationId xmlns:a16="http://schemas.microsoft.com/office/drawing/2014/main" id="{D5A3CDF4-95CC-1B85-17E4-E85445EE1E1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3" name="rc191">
              <a:extLst>
                <a:ext uri="{FF2B5EF4-FFF2-40B4-BE49-F238E27FC236}">
                  <a16:creationId xmlns:a16="http://schemas.microsoft.com/office/drawing/2014/main" id="{E069CCF2-E4C2-3DE2-E4D9-75A04CA65DF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4" name="rc192">
              <a:extLst>
                <a:ext uri="{FF2B5EF4-FFF2-40B4-BE49-F238E27FC236}">
                  <a16:creationId xmlns:a16="http://schemas.microsoft.com/office/drawing/2014/main" id="{C100FDD1-2D17-5F43-06F9-FDE0D06F7E4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5" name="rc193">
              <a:extLst>
                <a:ext uri="{FF2B5EF4-FFF2-40B4-BE49-F238E27FC236}">
                  <a16:creationId xmlns:a16="http://schemas.microsoft.com/office/drawing/2014/main" id="{0ECCCD96-949D-CD14-7FFE-AFB9C1EE9DD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6" name="rc194">
              <a:extLst>
                <a:ext uri="{FF2B5EF4-FFF2-40B4-BE49-F238E27FC236}">
                  <a16:creationId xmlns:a16="http://schemas.microsoft.com/office/drawing/2014/main" id="{46259330-1883-BA9C-D545-85F25621A44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7" name="rc195">
              <a:extLst>
                <a:ext uri="{FF2B5EF4-FFF2-40B4-BE49-F238E27FC236}">
                  <a16:creationId xmlns:a16="http://schemas.microsoft.com/office/drawing/2014/main" id="{DD32DC24-34EC-3F60-E472-F99172D085C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8" name="rc196">
              <a:extLst>
                <a:ext uri="{FF2B5EF4-FFF2-40B4-BE49-F238E27FC236}">
                  <a16:creationId xmlns:a16="http://schemas.microsoft.com/office/drawing/2014/main" id="{7330418D-9AEB-0607-1C1E-AC88074EF35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9" name="rc197">
              <a:extLst>
                <a:ext uri="{FF2B5EF4-FFF2-40B4-BE49-F238E27FC236}">
                  <a16:creationId xmlns:a16="http://schemas.microsoft.com/office/drawing/2014/main" id="{1C636E6D-5E6F-126B-F7D2-7FD280D5A27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0" name="rc198">
              <a:extLst>
                <a:ext uri="{FF2B5EF4-FFF2-40B4-BE49-F238E27FC236}">
                  <a16:creationId xmlns:a16="http://schemas.microsoft.com/office/drawing/2014/main" id="{A0829147-6731-D226-9611-691AE310CB6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1" name="rc199">
              <a:extLst>
                <a:ext uri="{FF2B5EF4-FFF2-40B4-BE49-F238E27FC236}">
                  <a16:creationId xmlns:a16="http://schemas.microsoft.com/office/drawing/2014/main" id="{31EC3DC2-0C45-2BFC-24EE-699B497868B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2" name="rc200">
              <a:extLst>
                <a:ext uri="{FF2B5EF4-FFF2-40B4-BE49-F238E27FC236}">
                  <a16:creationId xmlns:a16="http://schemas.microsoft.com/office/drawing/2014/main" id="{F7DEFEF8-2184-19D8-E751-BAC853A061F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3" name="rc201">
              <a:extLst>
                <a:ext uri="{FF2B5EF4-FFF2-40B4-BE49-F238E27FC236}">
                  <a16:creationId xmlns:a16="http://schemas.microsoft.com/office/drawing/2014/main" id="{2F2416F3-1027-00D3-B2CF-A8FAED2C53F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4" name="rc202">
              <a:extLst>
                <a:ext uri="{FF2B5EF4-FFF2-40B4-BE49-F238E27FC236}">
                  <a16:creationId xmlns:a16="http://schemas.microsoft.com/office/drawing/2014/main" id="{A6103542-8557-487D-8F42-ED811CA1631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5" name="rc203">
              <a:extLst>
                <a:ext uri="{FF2B5EF4-FFF2-40B4-BE49-F238E27FC236}">
                  <a16:creationId xmlns:a16="http://schemas.microsoft.com/office/drawing/2014/main" id="{27B35270-FE20-1242-1574-CE5806463DD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6" name="rc204">
              <a:extLst>
                <a:ext uri="{FF2B5EF4-FFF2-40B4-BE49-F238E27FC236}">
                  <a16:creationId xmlns:a16="http://schemas.microsoft.com/office/drawing/2014/main" id="{E9ECE36C-D415-1E0E-CCCB-945225CF702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7" name="rc205">
              <a:extLst>
                <a:ext uri="{FF2B5EF4-FFF2-40B4-BE49-F238E27FC236}">
                  <a16:creationId xmlns:a16="http://schemas.microsoft.com/office/drawing/2014/main" id="{8F00BDAD-AAD5-1A39-8CC7-B9A074359A5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8" name="rc206">
              <a:extLst>
                <a:ext uri="{FF2B5EF4-FFF2-40B4-BE49-F238E27FC236}">
                  <a16:creationId xmlns:a16="http://schemas.microsoft.com/office/drawing/2014/main" id="{5FA51204-790E-6962-C27D-D517B73011D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9" name="rc207">
              <a:extLst>
                <a:ext uri="{FF2B5EF4-FFF2-40B4-BE49-F238E27FC236}">
                  <a16:creationId xmlns:a16="http://schemas.microsoft.com/office/drawing/2014/main" id="{3CA036C4-1440-F816-9347-56C032078A8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0" name="rc208">
              <a:extLst>
                <a:ext uri="{FF2B5EF4-FFF2-40B4-BE49-F238E27FC236}">
                  <a16:creationId xmlns:a16="http://schemas.microsoft.com/office/drawing/2014/main" id="{C47E9212-75FC-DB40-F37C-DB89DEBB139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1" name="rc209">
              <a:extLst>
                <a:ext uri="{FF2B5EF4-FFF2-40B4-BE49-F238E27FC236}">
                  <a16:creationId xmlns:a16="http://schemas.microsoft.com/office/drawing/2014/main" id="{3BBFC456-58A1-336D-0921-567E151502D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2" name="rc210">
              <a:extLst>
                <a:ext uri="{FF2B5EF4-FFF2-40B4-BE49-F238E27FC236}">
                  <a16:creationId xmlns:a16="http://schemas.microsoft.com/office/drawing/2014/main" id="{38A5E63B-9711-06B7-F916-86C95E7882B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3" name="rc211">
              <a:extLst>
                <a:ext uri="{FF2B5EF4-FFF2-40B4-BE49-F238E27FC236}">
                  <a16:creationId xmlns:a16="http://schemas.microsoft.com/office/drawing/2014/main" id="{2AEF39D3-BB32-2DD3-8FFE-E937D5E6B44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4" name="rc212">
              <a:extLst>
                <a:ext uri="{FF2B5EF4-FFF2-40B4-BE49-F238E27FC236}">
                  <a16:creationId xmlns:a16="http://schemas.microsoft.com/office/drawing/2014/main" id="{70B9E770-4EA8-BF14-911D-1210FA44487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5" name="rc213">
              <a:extLst>
                <a:ext uri="{FF2B5EF4-FFF2-40B4-BE49-F238E27FC236}">
                  <a16:creationId xmlns:a16="http://schemas.microsoft.com/office/drawing/2014/main" id="{B2E9F9F1-1BB3-17AD-BC48-CED5F254C10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6" name="rc214">
              <a:extLst>
                <a:ext uri="{FF2B5EF4-FFF2-40B4-BE49-F238E27FC236}">
                  <a16:creationId xmlns:a16="http://schemas.microsoft.com/office/drawing/2014/main" id="{0656E017-6CCE-26F8-C6A8-76139C82FC1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7" name="rc215">
              <a:extLst>
                <a:ext uri="{FF2B5EF4-FFF2-40B4-BE49-F238E27FC236}">
                  <a16:creationId xmlns:a16="http://schemas.microsoft.com/office/drawing/2014/main" id="{365C2171-C1E3-BF3F-FDC9-490F2043F4C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8" name="rc216">
              <a:extLst>
                <a:ext uri="{FF2B5EF4-FFF2-40B4-BE49-F238E27FC236}">
                  <a16:creationId xmlns:a16="http://schemas.microsoft.com/office/drawing/2014/main" id="{D88B17F6-0A77-14A4-A756-6C2B98F9204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9" name="rc217">
              <a:extLst>
                <a:ext uri="{FF2B5EF4-FFF2-40B4-BE49-F238E27FC236}">
                  <a16:creationId xmlns:a16="http://schemas.microsoft.com/office/drawing/2014/main" id="{8EBD282F-DA8E-4D12-AE1F-8DFC44248D8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0" name="rc218">
              <a:extLst>
                <a:ext uri="{FF2B5EF4-FFF2-40B4-BE49-F238E27FC236}">
                  <a16:creationId xmlns:a16="http://schemas.microsoft.com/office/drawing/2014/main" id="{64DC4FA3-317D-E24A-F254-D61A2A83188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1" name="rc219">
              <a:extLst>
                <a:ext uri="{FF2B5EF4-FFF2-40B4-BE49-F238E27FC236}">
                  <a16:creationId xmlns:a16="http://schemas.microsoft.com/office/drawing/2014/main" id="{BFF028FD-B33E-0A97-A57E-1851ED23AAA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2" name="rc220">
              <a:extLst>
                <a:ext uri="{FF2B5EF4-FFF2-40B4-BE49-F238E27FC236}">
                  <a16:creationId xmlns:a16="http://schemas.microsoft.com/office/drawing/2014/main" id="{63278028-3A7C-E92F-CC88-E9ABE85E212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3" name="rc221">
              <a:extLst>
                <a:ext uri="{FF2B5EF4-FFF2-40B4-BE49-F238E27FC236}">
                  <a16:creationId xmlns:a16="http://schemas.microsoft.com/office/drawing/2014/main" id="{31AC8EA1-8A87-B197-CA68-60357696F6A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4" name="rc222">
              <a:extLst>
                <a:ext uri="{FF2B5EF4-FFF2-40B4-BE49-F238E27FC236}">
                  <a16:creationId xmlns:a16="http://schemas.microsoft.com/office/drawing/2014/main" id="{6033E4DC-48CB-BB83-0E23-BE4CA1BDCB5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5" name="rc223">
              <a:extLst>
                <a:ext uri="{FF2B5EF4-FFF2-40B4-BE49-F238E27FC236}">
                  <a16:creationId xmlns:a16="http://schemas.microsoft.com/office/drawing/2014/main" id="{FC368E5F-DB2B-A9DD-EA3C-3AE980E8CC5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6" name="rc224">
              <a:extLst>
                <a:ext uri="{FF2B5EF4-FFF2-40B4-BE49-F238E27FC236}">
                  <a16:creationId xmlns:a16="http://schemas.microsoft.com/office/drawing/2014/main" id="{FC4303F4-BD15-336D-A407-BB1BBFE60E5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7" name="rc225">
              <a:extLst>
                <a:ext uri="{FF2B5EF4-FFF2-40B4-BE49-F238E27FC236}">
                  <a16:creationId xmlns:a16="http://schemas.microsoft.com/office/drawing/2014/main" id="{B878A531-E0C2-2E77-65EE-9A697145F08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8" name="rc226">
              <a:extLst>
                <a:ext uri="{FF2B5EF4-FFF2-40B4-BE49-F238E27FC236}">
                  <a16:creationId xmlns:a16="http://schemas.microsoft.com/office/drawing/2014/main" id="{0795B061-9299-C186-432D-A5547F1AA16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9" name="rc227">
              <a:extLst>
                <a:ext uri="{FF2B5EF4-FFF2-40B4-BE49-F238E27FC236}">
                  <a16:creationId xmlns:a16="http://schemas.microsoft.com/office/drawing/2014/main" id="{F52957A7-1D76-611E-884F-72911AB545D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0" name="rc228">
              <a:extLst>
                <a:ext uri="{FF2B5EF4-FFF2-40B4-BE49-F238E27FC236}">
                  <a16:creationId xmlns:a16="http://schemas.microsoft.com/office/drawing/2014/main" id="{66F963C4-1BA1-8517-5BFB-0BDC571CECA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1" name="rc229">
              <a:extLst>
                <a:ext uri="{FF2B5EF4-FFF2-40B4-BE49-F238E27FC236}">
                  <a16:creationId xmlns:a16="http://schemas.microsoft.com/office/drawing/2014/main" id="{F1605E31-6DB1-B3BD-051C-4DBBFB77F03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2" name="rc230">
              <a:extLst>
                <a:ext uri="{FF2B5EF4-FFF2-40B4-BE49-F238E27FC236}">
                  <a16:creationId xmlns:a16="http://schemas.microsoft.com/office/drawing/2014/main" id="{B3DE1D0D-CE1C-F106-575B-B5673550418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3" name="rc231">
              <a:extLst>
                <a:ext uri="{FF2B5EF4-FFF2-40B4-BE49-F238E27FC236}">
                  <a16:creationId xmlns:a16="http://schemas.microsoft.com/office/drawing/2014/main" id="{8A75A555-9DFA-B138-4811-6712716C68A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4" name="rc232">
              <a:extLst>
                <a:ext uri="{FF2B5EF4-FFF2-40B4-BE49-F238E27FC236}">
                  <a16:creationId xmlns:a16="http://schemas.microsoft.com/office/drawing/2014/main" id="{D875F4AF-6255-3CB5-EB62-2B46B4BEF1C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5" name="rc233">
              <a:extLst>
                <a:ext uri="{FF2B5EF4-FFF2-40B4-BE49-F238E27FC236}">
                  <a16:creationId xmlns:a16="http://schemas.microsoft.com/office/drawing/2014/main" id="{CEC78938-FADE-2E35-C202-8ED467F37A4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6" name="rc234">
              <a:extLst>
                <a:ext uri="{FF2B5EF4-FFF2-40B4-BE49-F238E27FC236}">
                  <a16:creationId xmlns:a16="http://schemas.microsoft.com/office/drawing/2014/main" id="{ECE26E11-C55C-3D1D-7C14-19A42413B68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7" name="rc235">
              <a:extLst>
                <a:ext uri="{FF2B5EF4-FFF2-40B4-BE49-F238E27FC236}">
                  <a16:creationId xmlns:a16="http://schemas.microsoft.com/office/drawing/2014/main" id="{447DE495-7DB4-E21A-8C6C-44A194E0CCE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8" name="rc236">
              <a:extLst>
                <a:ext uri="{FF2B5EF4-FFF2-40B4-BE49-F238E27FC236}">
                  <a16:creationId xmlns:a16="http://schemas.microsoft.com/office/drawing/2014/main" id="{0754F4EA-9817-4859-1435-62099D41298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9" name="rc237">
              <a:extLst>
                <a:ext uri="{FF2B5EF4-FFF2-40B4-BE49-F238E27FC236}">
                  <a16:creationId xmlns:a16="http://schemas.microsoft.com/office/drawing/2014/main" id="{75F8F366-6494-03D0-2F5D-6584711B371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0" name="rc238">
              <a:extLst>
                <a:ext uri="{FF2B5EF4-FFF2-40B4-BE49-F238E27FC236}">
                  <a16:creationId xmlns:a16="http://schemas.microsoft.com/office/drawing/2014/main" id="{F86CBDF4-C3EE-65BD-D6BB-C156D31EE37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1" name="rc239">
              <a:extLst>
                <a:ext uri="{FF2B5EF4-FFF2-40B4-BE49-F238E27FC236}">
                  <a16:creationId xmlns:a16="http://schemas.microsoft.com/office/drawing/2014/main" id="{FC32A461-33D4-99C2-F557-4ED1F387F6A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2" name="rc240">
              <a:extLst>
                <a:ext uri="{FF2B5EF4-FFF2-40B4-BE49-F238E27FC236}">
                  <a16:creationId xmlns:a16="http://schemas.microsoft.com/office/drawing/2014/main" id="{5E80863F-0489-E1BF-1502-61E5D30A36D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3" name="rc241">
              <a:extLst>
                <a:ext uri="{FF2B5EF4-FFF2-40B4-BE49-F238E27FC236}">
                  <a16:creationId xmlns:a16="http://schemas.microsoft.com/office/drawing/2014/main" id="{CC7501A8-80A1-3EAA-BF05-FB54F74CDCD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4" name="rc242">
              <a:extLst>
                <a:ext uri="{FF2B5EF4-FFF2-40B4-BE49-F238E27FC236}">
                  <a16:creationId xmlns:a16="http://schemas.microsoft.com/office/drawing/2014/main" id="{CB4C989F-927F-BCDA-956C-E1CAE94BEFF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5" name="rc243">
              <a:extLst>
                <a:ext uri="{FF2B5EF4-FFF2-40B4-BE49-F238E27FC236}">
                  <a16:creationId xmlns:a16="http://schemas.microsoft.com/office/drawing/2014/main" id="{09299BBD-0502-5D04-FB07-6DD94373AC5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6" name="rc244">
              <a:extLst>
                <a:ext uri="{FF2B5EF4-FFF2-40B4-BE49-F238E27FC236}">
                  <a16:creationId xmlns:a16="http://schemas.microsoft.com/office/drawing/2014/main" id="{4F2D786F-F58F-8E0D-AD10-33525CA5D8E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7" name="rc245">
              <a:extLst>
                <a:ext uri="{FF2B5EF4-FFF2-40B4-BE49-F238E27FC236}">
                  <a16:creationId xmlns:a16="http://schemas.microsoft.com/office/drawing/2014/main" id="{09D58CAB-FCA7-7665-F482-E4F765929DE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8" name="rc246">
              <a:extLst>
                <a:ext uri="{FF2B5EF4-FFF2-40B4-BE49-F238E27FC236}">
                  <a16:creationId xmlns:a16="http://schemas.microsoft.com/office/drawing/2014/main" id="{54BCBA14-B4F6-4BC9-0A03-5DAFBA3EB8B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9" name="rc247">
              <a:extLst>
                <a:ext uri="{FF2B5EF4-FFF2-40B4-BE49-F238E27FC236}">
                  <a16:creationId xmlns:a16="http://schemas.microsoft.com/office/drawing/2014/main" id="{48F9726B-180E-4253-4435-CC72968BAEC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0" name="rc248">
              <a:extLst>
                <a:ext uri="{FF2B5EF4-FFF2-40B4-BE49-F238E27FC236}">
                  <a16:creationId xmlns:a16="http://schemas.microsoft.com/office/drawing/2014/main" id="{6F10CB2C-2E93-473A-968D-90484CFB16F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1" name="rc249">
              <a:extLst>
                <a:ext uri="{FF2B5EF4-FFF2-40B4-BE49-F238E27FC236}">
                  <a16:creationId xmlns:a16="http://schemas.microsoft.com/office/drawing/2014/main" id="{96F42E1A-E16F-8F64-4FB2-B09EA0AB945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2" name="rc250">
              <a:extLst>
                <a:ext uri="{FF2B5EF4-FFF2-40B4-BE49-F238E27FC236}">
                  <a16:creationId xmlns:a16="http://schemas.microsoft.com/office/drawing/2014/main" id="{63AD4F3B-6540-FC56-6066-855468C30E7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3" name="rc251">
              <a:extLst>
                <a:ext uri="{FF2B5EF4-FFF2-40B4-BE49-F238E27FC236}">
                  <a16:creationId xmlns:a16="http://schemas.microsoft.com/office/drawing/2014/main" id="{34958805-ADAF-CA5C-C088-6DF2C59F1BB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4" name="rc252">
              <a:extLst>
                <a:ext uri="{FF2B5EF4-FFF2-40B4-BE49-F238E27FC236}">
                  <a16:creationId xmlns:a16="http://schemas.microsoft.com/office/drawing/2014/main" id="{676722F0-C891-6448-3DC1-91B133EC6AF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5" name="rc253">
              <a:extLst>
                <a:ext uri="{FF2B5EF4-FFF2-40B4-BE49-F238E27FC236}">
                  <a16:creationId xmlns:a16="http://schemas.microsoft.com/office/drawing/2014/main" id="{B75DB27A-4C8B-BC0D-37F6-B421CC70A6D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6" name="rc254">
              <a:extLst>
                <a:ext uri="{FF2B5EF4-FFF2-40B4-BE49-F238E27FC236}">
                  <a16:creationId xmlns:a16="http://schemas.microsoft.com/office/drawing/2014/main" id="{6F3D893E-4CAC-2CC4-0BD6-C7062298C69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7" name="rc255">
              <a:extLst>
                <a:ext uri="{FF2B5EF4-FFF2-40B4-BE49-F238E27FC236}">
                  <a16:creationId xmlns:a16="http://schemas.microsoft.com/office/drawing/2014/main" id="{AD7D749B-54A9-166A-F3F8-CFB0087A47D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8" name="rc256">
              <a:extLst>
                <a:ext uri="{FF2B5EF4-FFF2-40B4-BE49-F238E27FC236}">
                  <a16:creationId xmlns:a16="http://schemas.microsoft.com/office/drawing/2014/main" id="{9296284A-CFDF-F60B-E288-5B09C136A9C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9" name="rc257">
              <a:extLst>
                <a:ext uri="{FF2B5EF4-FFF2-40B4-BE49-F238E27FC236}">
                  <a16:creationId xmlns:a16="http://schemas.microsoft.com/office/drawing/2014/main" id="{A7233FB2-F854-C0DF-17AE-95616AB3AD3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0" name="rc258">
              <a:extLst>
                <a:ext uri="{FF2B5EF4-FFF2-40B4-BE49-F238E27FC236}">
                  <a16:creationId xmlns:a16="http://schemas.microsoft.com/office/drawing/2014/main" id="{E33966AC-ECB2-54FA-3728-8414EA12629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1" name="rc259">
              <a:extLst>
                <a:ext uri="{FF2B5EF4-FFF2-40B4-BE49-F238E27FC236}">
                  <a16:creationId xmlns:a16="http://schemas.microsoft.com/office/drawing/2014/main" id="{2840A15F-2F41-0E05-9A5A-DD04169D8A0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2" name="rc260">
              <a:extLst>
                <a:ext uri="{FF2B5EF4-FFF2-40B4-BE49-F238E27FC236}">
                  <a16:creationId xmlns:a16="http://schemas.microsoft.com/office/drawing/2014/main" id="{4BBBF082-F4F1-8A41-9256-E4AD7816A16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3" name="rc261">
              <a:extLst>
                <a:ext uri="{FF2B5EF4-FFF2-40B4-BE49-F238E27FC236}">
                  <a16:creationId xmlns:a16="http://schemas.microsoft.com/office/drawing/2014/main" id="{7CE27C3A-8698-CFB6-298B-74755052171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4" name="rc262">
              <a:extLst>
                <a:ext uri="{FF2B5EF4-FFF2-40B4-BE49-F238E27FC236}">
                  <a16:creationId xmlns:a16="http://schemas.microsoft.com/office/drawing/2014/main" id="{6260A923-F543-10F3-F9CD-DE091CD356C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5" name="rc263">
              <a:extLst>
                <a:ext uri="{FF2B5EF4-FFF2-40B4-BE49-F238E27FC236}">
                  <a16:creationId xmlns:a16="http://schemas.microsoft.com/office/drawing/2014/main" id="{E78A1E55-0315-2E98-36CD-7C5BF43EFE5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6" name="rc264">
              <a:extLst>
                <a:ext uri="{FF2B5EF4-FFF2-40B4-BE49-F238E27FC236}">
                  <a16:creationId xmlns:a16="http://schemas.microsoft.com/office/drawing/2014/main" id="{49EB256A-90E5-19C4-75BC-00E0BC57F45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7" name="rc265">
              <a:extLst>
                <a:ext uri="{FF2B5EF4-FFF2-40B4-BE49-F238E27FC236}">
                  <a16:creationId xmlns:a16="http://schemas.microsoft.com/office/drawing/2014/main" id="{F80E70EC-1C3E-6643-11D7-F689AC4F68D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8" name="rc266">
              <a:extLst>
                <a:ext uri="{FF2B5EF4-FFF2-40B4-BE49-F238E27FC236}">
                  <a16:creationId xmlns:a16="http://schemas.microsoft.com/office/drawing/2014/main" id="{B4ECB23C-3F7B-9F90-4EBE-47FAA70292B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9" name="rc267">
              <a:extLst>
                <a:ext uri="{FF2B5EF4-FFF2-40B4-BE49-F238E27FC236}">
                  <a16:creationId xmlns:a16="http://schemas.microsoft.com/office/drawing/2014/main" id="{A3A97861-7562-5BEB-9489-A252C4A27D7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0" name="rc268">
              <a:extLst>
                <a:ext uri="{FF2B5EF4-FFF2-40B4-BE49-F238E27FC236}">
                  <a16:creationId xmlns:a16="http://schemas.microsoft.com/office/drawing/2014/main" id="{627CA024-BA6F-BC0B-E7FA-5E91849AEE5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1" name="rc269">
              <a:extLst>
                <a:ext uri="{FF2B5EF4-FFF2-40B4-BE49-F238E27FC236}">
                  <a16:creationId xmlns:a16="http://schemas.microsoft.com/office/drawing/2014/main" id="{741F2496-ED03-4C07-C353-0DC9BE6AE5E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2" name="rc270">
              <a:extLst>
                <a:ext uri="{FF2B5EF4-FFF2-40B4-BE49-F238E27FC236}">
                  <a16:creationId xmlns:a16="http://schemas.microsoft.com/office/drawing/2014/main" id="{72537E6E-9FC8-AE28-68DD-CE0E304E8E5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3" name="rc271">
              <a:extLst>
                <a:ext uri="{FF2B5EF4-FFF2-40B4-BE49-F238E27FC236}">
                  <a16:creationId xmlns:a16="http://schemas.microsoft.com/office/drawing/2014/main" id="{3F92E838-AF46-FFD9-0364-AF30DCC0058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4" name="rc272">
              <a:extLst>
                <a:ext uri="{FF2B5EF4-FFF2-40B4-BE49-F238E27FC236}">
                  <a16:creationId xmlns:a16="http://schemas.microsoft.com/office/drawing/2014/main" id="{0A49D04F-050B-9798-21A5-54B023ABB3D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5" name="rc273">
              <a:extLst>
                <a:ext uri="{FF2B5EF4-FFF2-40B4-BE49-F238E27FC236}">
                  <a16:creationId xmlns:a16="http://schemas.microsoft.com/office/drawing/2014/main" id="{22D5D1C6-6A5F-0E41-4616-E1298DD3278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6" name="rc274">
              <a:extLst>
                <a:ext uri="{FF2B5EF4-FFF2-40B4-BE49-F238E27FC236}">
                  <a16:creationId xmlns:a16="http://schemas.microsoft.com/office/drawing/2014/main" id="{FA9638C8-B23B-916E-1ADD-CBD45AB39B0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7" name="rc275">
              <a:extLst>
                <a:ext uri="{FF2B5EF4-FFF2-40B4-BE49-F238E27FC236}">
                  <a16:creationId xmlns:a16="http://schemas.microsoft.com/office/drawing/2014/main" id="{E64A0EBD-14E1-AB1B-5CF5-3B475676A45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8" name="rc276">
              <a:extLst>
                <a:ext uri="{FF2B5EF4-FFF2-40B4-BE49-F238E27FC236}">
                  <a16:creationId xmlns:a16="http://schemas.microsoft.com/office/drawing/2014/main" id="{46D3BA57-8F82-13F5-770B-3FD153AC9B2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9" name="rc277">
              <a:extLst>
                <a:ext uri="{FF2B5EF4-FFF2-40B4-BE49-F238E27FC236}">
                  <a16:creationId xmlns:a16="http://schemas.microsoft.com/office/drawing/2014/main" id="{CC281191-5EFE-29B6-CA7B-2928C29BA5A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0" name="rc278">
              <a:extLst>
                <a:ext uri="{FF2B5EF4-FFF2-40B4-BE49-F238E27FC236}">
                  <a16:creationId xmlns:a16="http://schemas.microsoft.com/office/drawing/2014/main" id="{451F7CD7-41D4-6AB7-E60A-159C12A527D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1" name="rc279">
              <a:extLst>
                <a:ext uri="{FF2B5EF4-FFF2-40B4-BE49-F238E27FC236}">
                  <a16:creationId xmlns:a16="http://schemas.microsoft.com/office/drawing/2014/main" id="{3735DD94-2DF4-BB11-8D66-899AB0292D4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2" name="rc280">
              <a:extLst>
                <a:ext uri="{FF2B5EF4-FFF2-40B4-BE49-F238E27FC236}">
                  <a16:creationId xmlns:a16="http://schemas.microsoft.com/office/drawing/2014/main" id="{3D99BF52-CB66-C395-18A9-B6F3A06AFC8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3" name="rc281">
              <a:extLst>
                <a:ext uri="{FF2B5EF4-FFF2-40B4-BE49-F238E27FC236}">
                  <a16:creationId xmlns:a16="http://schemas.microsoft.com/office/drawing/2014/main" id="{FC03F1F1-241A-8EB1-8A00-31E244DEA55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4" name="rc282">
              <a:extLst>
                <a:ext uri="{FF2B5EF4-FFF2-40B4-BE49-F238E27FC236}">
                  <a16:creationId xmlns:a16="http://schemas.microsoft.com/office/drawing/2014/main" id="{568AC163-FA33-FDCC-7EF9-01814169573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5" name="rc283">
              <a:extLst>
                <a:ext uri="{FF2B5EF4-FFF2-40B4-BE49-F238E27FC236}">
                  <a16:creationId xmlns:a16="http://schemas.microsoft.com/office/drawing/2014/main" id="{7CA676D0-3701-AE3E-6897-F48AB2A20B3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6" name="rc284">
              <a:extLst>
                <a:ext uri="{FF2B5EF4-FFF2-40B4-BE49-F238E27FC236}">
                  <a16:creationId xmlns:a16="http://schemas.microsoft.com/office/drawing/2014/main" id="{52923955-AEAA-1D9E-EE02-233BD6D01B7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7" name="rc285">
              <a:extLst>
                <a:ext uri="{FF2B5EF4-FFF2-40B4-BE49-F238E27FC236}">
                  <a16:creationId xmlns:a16="http://schemas.microsoft.com/office/drawing/2014/main" id="{ADF3E4AA-04E0-32B6-9AA8-134382437C7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8" name="rc286">
              <a:extLst>
                <a:ext uri="{FF2B5EF4-FFF2-40B4-BE49-F238E27FC236}">
                  <a16:creationId xmlns:a16="http://schemas.microsoft.com/office/drawing/2014/main" id="{22987B40-C37B-2F98-78E5-905B027579F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9" name="rc287">
              <a:extLst>
                <a:ext uri="{FF2B5EF4-FFF2-40B4-BE49-F238E27FC236}">
                  <a16:creationId xmlns:a16="http://schemas.microsoft.com/office/drawing/2014/main" id="{FD36F3FD-F6AE-718F-9E5C-FDC021AEFAF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0" name="rc288">
              <a:extLst>
                <a:ext uri="{FF2B5EF4-FFF2-40B4-BE49-F238E27FC236}">
                  <a16:creationId xmlns:a16="http://schemas.microsoft.com/office/drawing/2014/main" id="{36FE03FF-165C-A047-75D3-B84966D445E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1" name="rc289">
              <a:extLst>
                <a:ext uri="{FF2B5EF4-FFF2-40B4-BE49-F238E27FC236}">
                  <a16:creationId xmlns:a16="http://schemas.microsoft.com/office/drawing/2014/main" id="{8C60E855-30E9-36D7-5249-8AC2698D4EA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2" name="rc290">
              <a:extLst>
                <a:ext uri="{FF2B5EF4-FFF2-40B4-BE49-F238E27FC236}">
                  <a16:creationId xmlns:a16="http://schemas.microsoft.com/office/drawing/2014/main" id="{FF695752-D96C-3E3F-DA09-88018D162E3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3" name="rc291">
              <a:extLst>
                <a:ext uri="{FF2B5EF4-FFF2-40B4-BE49-F238E27FC236}">
                  <a16:creationId xmlns:a16="http://schemas.microsoft.com/office/drawing/2014/main" id="{BBC9F1E9-B068-DCE4-C4E9-931566CBE01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4" name="rc292">
              <a:extLst>
                <a:ext uri="{FF2B5EF4-FFF2-40B4-BE49-F238E27FC236}">
                  <a16:creationId xmlns:a16="http://schemas.microsoft.com/office/drawing/2014/main" id="{22EF7360-8EC6-8B4F-7E35-584EE7292EB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5" name="rc293">
              <a:extLst>
                <a:ext uri="{FF2B5EF4-FFF2-40B4-BE49-F238E27FC236}">
                  <a16:creationId xmlns:a16="http://schemas.microsoft.com/office/drawing/2014/main" id="{A221075A-05EC-F2BD-0B25-19958D85A04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6" name="rc294">
              <a:extLst>
                <a:ext uri="{FF2B5EF4-FFF2-40B4-BE49-F238E27FC236}">
                  <a16:creationId xmlns:a16="http://schemas.microsoft.com/office/drawing/2014/main" id="{5C75B71D-52F5-6B3B-BA7B-66A64E245CE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7" name="rc295">
              <a:extLst>
                <a:ext uri="{FF2B5EF4-FFF2-40B4-BE49-F238E27FC236}">
                  <a16:creationId xmlns:a16="http://schemas.microsoft.com/office/drawing/2014/main" id="{281F5C4F-687B-0466-4D43-2ED02DD9EAA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8" name="rc296">
              <a:extLst>
                <a:ext uri="{FF2B5EF4-FFF2-40B4-BE49-F238E27FC236}">
                  <a16:creationId xmlns:a16="http://schemas.microsoft.com/office/drawing/2014/main" id="{4B9E5567-E849-4651-FCEC-D7847AE4799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9" name="rc297">
              <a:extLst>
                <a:ext uri="{FF2B5EF4-FFF2-40B4-BE49-F238E27FC236}">
                  <a16:creationId xmlns:a16="http://schemas.microsoft.com/office/drawing/2014/main" id="{B4AE20B4-42E3-F2D7-B9D7-49E578A736B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0" name="rc298">
              <a:extLst>
                <a:ext uri="{FF2B5EF4-FFF2-40B4-BE49-F238E27FC236}">
                  <a16:creationId xmlns:a16="http://schemas.microsoft.com/office/drawing/2014/main" id="{6A4E4E4B-0550-8894-61F3-5CB7EFB31C4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1" name="rc299">
              <a:extLst>
                <a:ext uri="{FF2B5EF4-FFF2-40B4-BE49-F238E27FC236}">
                  <a16:creationId xmlns:a16="http://schemas.microsoft.com/office/drawing/2014/main" id="{9FA90C75-30E4-F61D-2188-8BD8A3A103D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2" name="rc300">
              <a:extLst>
                <a:ext uri="{FF2B5EF4-FFF2-40B4-BE49-F238E27FC236}">
                  <a16:creationId xmlns:a16="http://schemas.microsoft.com/office/drawing/2014/main" id="{A97FCC28-114C-50C5-BF19-0AF0DDA3466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3" name="rc301">
              <a:extLst>
                <a:ext uri="{FF2B5EF4-FFF2-40B4-BE49-F238E27FC236}">
                  <a16:creationId xmlns:a16="http://schemas.microsoft.com/office/drawing/2014/main" id="{A36B9811-B87E-B4A6-CBD7-421C620190E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4" name="rc302">
              <a:extLst>
                <a:ext uri="{FF2B5EF4-FFF2-40B4-BE49-F238E27FC236}">
                  <a16:creationId xmlns:a16="http://schemas.microsoft.com/office/drawing/2014/main" id="{61417F7B-C48F-583F-58B9-89FF9E8477B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5" name="rc303">
              <a:extLst>
                <a:ext uri="{FF2B5EF4-FFF2-40B4-BE49-F238E27FC236}">
                  <a16:creationId xmlns:a16="http://schemas.microsoft.com/office/drawing/2014/main" id="{55C06AF1-109C-D270-664C-6347A7AB062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6" name="rc304">
              <a:extLst>
                <a:ext uri="{FF2B5EF4-FFF2-40B4-BE49-F238E27FC236}">
                  <a16:creationId xmlns:a16="http://schemas.microsoft.com/office/drawing/2014/main" id="{38B69A51-3154-B2B8-BE64-63580018721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7" name="rc305">
              <a:extLst>
                <a:ext uri="{FF2B5EF4-FFF2-40B4-BE49-F238E27FC236}">
                  <a16:creationId xmlns:a16="http://schemas.microsoft.com/office/drawing/2014/main" id="{BDF4D100-E6E0-11B5-36EF-342805C748E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8" name="rc306">
              <a:extLst>
                <a:ext uri="{FF2B5EF4-FFF2-40B4-BE49-F238E27FC236}">
                  <a16:creationId xmlns:a16="http://schemas.microsoft.com/office/drawing/2014/main" id="{D701BACB-FA1C-EF9C-BAA1-D8DF58B8179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9" name="rc307">
              <a:extLst>
                <a:ext uri="{FF2B5EF4-FFF2-40B4-BE49-F238E27FC236}">
                  <a16:creationId xmlns:a16="http://schemas.microsoft.com/office/drawing/2014/main" id="{DDE61D1F-4889-4F6A-C6C2-DDA3D5EF839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0" name="rc308">
              <a:extLst>
                <a:ext uri="{FF2B5EF4-FFF2-40B4-BE49-F238E27FC236}">
                  <a16:creationId xmlns:a16="http://schemas.microsoft.com/office/drawing/2014/main" id="{926D0A65-ECA0-424B-26B7-FA260029F39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1" name="rc309">
              <a:extLst>
                <a:ext uri="{FF2B5EF4-FFF2-40B4-BE49-F238E27FC236}">
                  <a16:creationId xmlns:a16="http://schemas.microsoft.com/office/drawing/2014/main" id="{620B2ECD-5706-0C34-73C1-E4FAEEEE85E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2" name="rc310">
              <a:extLst>
                <a:ext uri="{FF2B5EF4-FFF2-40B4-BE49-F238E27FC236}">
                  <a16:creationId xmlns:a16="http://schemas.microsoft.com/office/drawing/2014/main" id="{AE67B37F-5940-C72A-DD75-E0A770E1475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3" name="rc311">
              <a:extLst>
                <a:ext uri="{FF2B5EF4-FFF2-40B4-BE49-F238E27FC236}">
                  <a16:creationId xmlns:a16="http://schemas.microsoft.com/office/drawing/2014/main" id="{DB2FB29F-1DA6-0B2C-67A2-BE87800AC7D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4" name="rc312">
              <a:extLst>
                <a:ext uri="{FF2B5EF4-FFF2-40B4-BE49-F238E27FC236}">
                  <a16:creationId xmlns:a16="http://schemas.microsoft.com/office/drawing/2014/main" id="{53E0524B-F0F9-716F-447D-43887739265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5" name="rc313">
              <a:extLst>
                <a:ext uri="{FF2B5EF4-FFF2-40B4-BE49-F238E27FC236}">
                  <a16:creationId xmlns:a16="http://schemas.microsoft.com/office/drawing/2014/main" id="{AB94DED8-78D7-112F-392A-7147C0D5A41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6" name="rc314">
              <a:extLst>
                <a:ext uri="{FF2B5EF4-FFF2-40B4-BE49-F238E27FC236}">
                  <a16:creationId xmlns:a16="http://schemas.microsoft.com/office/drawing/2014/main" id="{66C53C10-7DA4-B308-FEF4-30E7589E659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7" name="rc315">
              <a:extLst>
                <a:ext uri="{FF2B5EF4-FFF2-40B4-BE49-F238E27FC236}">
                  <a16:creationId xmlns:a16="http://schemas.microsoft.com/office/drawing/2014/main" id="{A60049CF-B5D6-BF94-EEF3-274A876D77F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8" name="rc316">
              <a:extLst>
                <a:ext uri="{FF2B5EF4-FFF2-40B4-BE49-F238E27FC236}">
                  <a16:creationId xmlns:a16="http://schemas.microsoft.com/office/drawing/2014/main" id="{49FA7586-8BE4-3A84-2876-C74924B35A1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9" name="rc317">
              <a:extLst>
                <a:ext uri="{FF2B5EF4-FFF2-40B4-BE49-F238E27FC236}">
                  <a16:creationId xmlns:a16="http://schemas.microsoft.com/office/drawing/2014/main" id="{FF47E12B-D1A7-57FB-9840-4CEE3A316F7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0" name="rc318">
              <a:extLst>
                <a:ext uri="{FF2B5EF4-FFF2-40B4-BE49-F238E27FC236}">
                  <a16:creationId xmlns:a16="http://schemas.microsoft.com/office/drawing/2014/main" id="{01E30CBB-73C0-0931-8163-7F912E921C9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1" name="rc319">
              <a:extLst>
                <a:ext uri="{FF2B5EF4-FFF2-40B4-BE49-F238E27FC236}">
                  <a16:creationId xmlns:a16="http://schemas.microsoft.com/office/drawing/2014/main" id="{F7A36739-91ED-6391-AAD1-CD2DBBD349E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2" name="rc320">
              <a:extLst>
                <a:ext uri="{FF2B5EF4-FFF2-40B4-BE49-F238E27FC236}">
                  <a16:creationId xmlns:a16="http://schemas.microsoft.com/office/drawing/2014/main" id="{2A51FEFD-36DC-A00D-8A4A-A76D5FDCEBF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3" name="rc321">
              <a:extLst>
                <a:ext uri="{FF2B5EF4-FFF2-40B4-BE49-F238E27FC236}">
                  <a16:creationId xmlns:a16="http://schemas.microsoft.com/office/drawing/2014/main" id="{C54F900B-FCAF-86BB-169F-485F6A13A4C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4" name="rc322">
              <a:extLst>
                <a:ext uri="{FF2B5EF4-FFF2-40B4-BE49-F238E27FC236}">
                  <a16:creationId xmlns:a16="http://schemas.microsoft.com/office/drawing/2014/main" id="{63EE481E-19BD-D14E-1C3C-D1CB60F0488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5" name="rc323">
              <a:extLst>
                <a:ext uri="{FF2B5EF4-FFF2-40B4-BE49-F238E27FC236}">
                  <a16:creationId xmlns:a16="http://schemas.microsoft.com/office/drawing/2014/main" id="{94B47AA8-A3FF-04A9-881C-AACBD3C2931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6" name="rc324">
              <a:extLst>
                <a:ext uri="{FF2B5EF4-FFF2-40B4-BE49-F238E27FC236}">
                  <a16:creationId xmlns:a16="http://schemas.microsoft.com/office/drawing/2014/main" id="{57E71B90-26F5-DB8B-FFB9-CA84E78E0BA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7" name="rc325">
              <a:extLst>
                <a:ext uri="{FF2B5EF4-FFF2-40B4-BE49-F238E27FC236}">
                  <a16:creationId xmlns:a16="http://schemas.microsoft.com/office/drawing/2014/main" id="{EA2F9E81-F2BC-9EB2-2187-CAF2E50D4CA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8" name="rc326">
              <a:extLst>
                <a:ext uri="{FF2B5EF4-FFF2-40B4-BE49-F238E27FC236}">
                  <a16:creationId xmlns:a16="http://schemas.microsoft.com/office/drawing/2014/main" id="{0D54D9C0-5CFA-F11B-40D8-2DF1FE59AA3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9" name="rc327">
              <a:extLst>
                <a:ext uri="{FF2B5EF4-FFF2-40B4-BE49-F238E27FC236}">
                  <a16:creationId xmlns:a16="http://schemas.microsoft.com/office/drawing/2014/main" id="{241E66AB-E759-EC10-7FA7-20FFCE91055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0" name="rc328">
              <a:extLst>
                <a:ext uri="{FF2B5EF4-FFF2-40B4-BE49-F238E27FC236}">
                  <a16:creationId xmlns:a16="http://schemas.microsoft.com/office/drawing/2014/main" id="{AABFBDF3-AC4F-6BBA-312C-8A56F4EEAB2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1" name="rc329">
              <a:extLst>
                <a:ext uri="{FF2B5EF4-FFF2-40B4-BE49-F238E27FC236}">
                  <a16:creationId xmlns:a16="http://schemas.microsoft.com/office/drawing/2014/main" id="{E87A4D83-4F9D-96E2-1BC4-3C2B54C5784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2" name="rc330">
              <a:extLst>
                <a:ext uri="{FF2B5EF4-FFF2-40B4-BE49-F238E27FC236}">
                  <a16:creationId xmlns:a16="http://schemas.microsoft.com/office/drawing/2014/main" id="{7477E517-B2EF-D468-D8E5-595CF2AD575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3" name="rc331">
              <a:extLst>
                <a:ext uri="{FF2B5EF4-FFF2-40B4-BE49-F238E27FC236}">
                  <a16:creationId xmlns:a16="http://schemas.microsoft.com/office/drawing/2014/main" id="{64BFEFC7-B834-45D4-1FBF-5A4E386F21D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4" name="rc332">
              <a:extLst>
                <a:ext uri="{FF2B5EF4-FFF2-40B4-BE49-F238E27FC236}">
                  <a16:creationId xmlns:a16="http://schemas.microsoft.com/office/drawing/2014/main" id="{F2923973-D051-3F06-E98D-4875B543F69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5" name="rc333">
              <a:extLst>
                <a:ext uri="{FF2B5EF4-FFF2-40B4-BE49-F238E27FC236}">
                  <a16:creationId xmlns:a16="http://schemas.microsoft.com/office/drawing/2014/main" id="{24699513-60DA-7398-42D6-473AE519D42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6" name="rc334">
              <a:extLst>
                <a:ext uri="{FF2B5EF4-FFF2-40B4-BE49-F238E27FC236}">
                  <a16:creationId xmlns:a16="http://schemas.microsoft.com/office/drawing/2014/main" id="{A9FB4796-4E7A-7283-7439-FECEDAB5014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7" name="rc335">
              <a:extLst>
                <a:ext uri="{FF2B5EF4-FFF2-40B4-BE49-F238E27FC236}">
                  <a16:creationId xmlns:a16="http://schemas.microsoft.com/office/drawing/2014/main" id="{5436ED86-B182-6C75-1CB8-A50A8A51DA6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8" name="rc336">
              <a:extLst>
                <a:ext uri="{FF2B5EF4-FFF2-40B4-BE49-F238E27FC236}">
                  <a16:creationId xmlns:a16="http://schemas.microsoft.com/office/drawing/2014/main" id="{A5AC074E-B90F-0B11-BCB3-3EB584EB445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9" name="rc337">
              <a:extLst>
                <a:ext uri="{FF2B5EF4-FFF2-40B4-BE49-F238E27FC236}">
                  <a16:creationId xmlns:a16="http://schemas.microsoft.com/office/drawing/2014/main" id="{52C359B9-E271-AFE9-ED10-7CAE0D6F45D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0" name="rc338">
              <a:extLst>
                <a:ext uri="{FF2B5EF4-FFF2-40B4-BE49-F238E27FC236}">
                  <a16:creationId xmlns:a16="http://schemas.microsoft.com/office/drawing/2014/main" id="{F261AB9F-6DD4-16A7-8949-D8248845EE5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1" name="rc339">
              <a:extLst>
                <a:ext uri="{FF2B5EF4-FFF2-40B4-BE49-F238E27FC236}">
                  <a16:creationId xmlns:a16="http://schemas.microsoft.com/office/drawing/2014/main" id="{99C2278A-2C6F-9960-8C05-7B7C912C242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2" name="rc340">
              <a:extLst>
                <a:ext uri="{FF2B5EF4-FFF2-40B4-BE49-F238E27FC236}">
                  <a16:creationId xmlns:a16="http://schemas.microsoft.com/office/drawing/2014/main" id="{527FAEEC-7ED4-2A4A-F727-509BCE401F3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3" name="rc341">
              <a:extLst>
                <a:ext uri="{FF2B5EF4-FFF2-40B4-BE49-F238E27FC236}">
                  <a16:creationId xmlns:a16="http://schemas.microsoft.com/office/drawing/2014/main" id="{21A0C462-3B9D-267C-DCC2-415ECAA5231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4" name="rc342">
              <a:extLst>
                <a:ext uri="{FF2B5EF4-FFF2-40B4-BE49-F238E27FC236}">
                  <a16:creationId xmlns:a16="http://schemas.microsoft.com/office/drawing/2014/main" id="{722C5CC8-04E6-0477-AAC1-91BF2BCEF6E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5" name="rc343">
              <a:extLst>
                <a:ext uri="{FF2B5EF4-FFF2-40B4-BE49-F238E27FC236}">
                  <a16:creationId xmlns:a16="http://schemas.microsoft.com/office/drawing/2014/main" id="{B5FC20C0-9F18-0030-4CF8-285CE8FB995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6" name="rc344">
              <a:extLst>
                <a:ext uri="{FF2B5EF4-FFF2-40B4-BE49-F238E27FC236}">
                  <a16:creationId xmlns:a16="http://schemas.microsoft.com/office/drawing/2014/main" id="{5869FB40-E8FD-36BA-10B4-1C74FC37910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7" name="rc345">
              <a:extLst>
                <a:ext uri="{FF2B5EF4-FFF2-40B4-BE49-F238E27FC236}">
                  <a16:creationId xmlns:a16="http://schemas.microsoft.com/office/drawing/2014/main" id="{A3BFC664-5362-BA8A-8DC1-26FC0E54319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8" name="rc346">
              <a:extLst>
                <a:ext uri="{FF2B5EF4-FFF2-40B4-BE49-F238E27FC236}">
                  <a16:creationId xmlns:a16="http://schemas.microsoft.com/office/drawing/2014/main" id="{71F039F8-DFD8-0386-027E-B6AC8DB64FE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9" name="rc347">
              <a:extLst>
                <a:ext uri="{FF2B5EF4-FFF2-40B4-BE49-F238E27FC236}">
                  <a16:creationId xmlns:a16="http://schemas.microsoft.com/office/drawing/2014/main" id="{48F89E1B-BB98-323A-F7EE-57BC7C0FE26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0" name="rc348">
              <a:extLst>
                <a:ext uri="{FF2B5EF4-FFF2-40B4-BE49-F238E27FC236}">
                  <a16:creationId xmlns:a16="http://schemas.microsoft.com/office/drawing/2014/main" id="{C41191DD-7972-9E64-088A-C51E501630E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1" name="rc349">
              <a:extLst>
                <a:ext uri="{FF2B5EF4-FFF2-40B4-BE49-F238E27FC236}">
                  <a16:creationId xmlns:a16="http://schemas.microsoft.com/office/drawing/2014/main" id="{BD150B80-507A-9794-B4DD-4B9792C8328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2" name="rc350">
              <a:extLst>
                <a:ext uri="{FF2B5EF4-FFF2-40B4-BE49-F238E27FC236}">
                  <a16:creationId xmlns:a16="http://schemas.microsoft.com/office/drawing/2014/main" id="{1F662E65-EA6A-A1E2-24A1-E12CE8DF2FC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3" name="rc351">
              <a:extLst>
                <a:ext uri="{FF2B5EF4-FFF2-40B4-BE49-F238E27FC236}">
                  <a16:creationId xmlns:a16="http://schemas.microsoft.com/office/drawing/2014/main" id="{FEAC2322-2218-DB08-A19C-6F98F05A830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4" name="rc352">
              <a:extLst>
                <a:ext uri="{FF2B5EF4-FFF2-40B4-BE49-F238E27FC236}">
                  <a16:creationId xmlns:a16="http://schemas.microsoft.com/office/drawing/2014/main" id="{17C98A8F-CB90-DF33-B0AB-565CCA3A6BD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5" name="rc353">
              <a:extLst>
                <a:ext uri="{FF2B5EF4-FFF2-40B4-BE49-F238E27FC236}">
                  <a16:creationId xmlns:a16="http://schemas.microsoft.com/office/drawing/2014/main" id="{7360A6F4-4E91-8998-9DDB-8CF3B6E240A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6" name="rc354">
              <a:extLst>
                <a:ext uri="{FF2B5EF4-FFF2-40B4-BE49-F238E27FC236}">
                  <a16:creationId xmlns:a16="http://schemas.microsoft.com/office/drawing/2014/main" id="{7EDA6B6F-6D77-DF32-ED90-EA1CB7F0825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7" name="rc355">
              <a:extLst>
                <a:ext uri="{FF2B5EF4-FFF2-40B4-BE49-F238E27FC236}">
                  <a16:creationId xmlns:a16="http://schemas.microsoft.com/office/drawing/2014/main" id="{69ED8BFE-3B4B-9E18-E41E-5E817365ED0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8" name="rc356">
              <a:extLst>
                <a:ext uri="{FF2B5EF4-FFF2-40B4-BE49-F238E27FC236}">
                  <a16:creationId xmlns:a16="http://schemas.microsoft.com/office/drawing/2014/main" id="{DB6C5F9F-773C-7E66-AB2C-4280EA8A7F9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9" name="rc357">
              <a:extLst>
                <a:ext uri="{FF2B5EF4-FFF2-40B4-BE49-F238E27FC236}">
                  <a16:creationId xmlns:a16="http://schemas.microsoft.com/office/drawing/2014/main" id="{F240DAC2-4C6C-C02C-1980-58F669430FD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0" name="rc358">
              <a:extLst>
                <a:ext uri="{FF2B5EF4-FFF2-40B4-BE49-F238E27FC236}">
                  <a16:creationId xmlns:a16="http://schemas.microsoft.com/office/drawing/2014/main" id="{BD54B2C1-4920-3EB4-90A3-1323451F0B2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1" name="rc359">
              <a:extLst>
                <a:ext uri="{FF2B5EF4-FFF2-40B4-BE49-F238E27FC236}">
                  <a16:creationId xmlns:a16="http://schemas.microsoft.com/office/drawing/2014/main" id="{A65EF51C-A2E1-FE67-C026-6E2B6DF8667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2" name="rc360">
              <a:extLst>
                <a:ext uri="{FF2B5EF4-FFF2-40B4-BE49-F238E27FC236}">
                  <a16:creationId xmlns:a16="http://schemas.microsoft.com/office/drawing/2014/main" id="{75DEB919-4C43-B253-8754-8DF94149BAE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3" name="rc361">
              <a:extLst>
                <a:ext uri="{FF2B5EF4-FFF2-40B4-BE49-F238E27FC236}">
                  <a16:creationId xmlns:a16="http://schemas.microsoft.com/office/drawing/2014/main" id="{D826AAE2-A88F-DBA9-204A-F300645892A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4" name="rc362">
              <a:extLst>
                <a:ext uri="{FF2B5EF4-FFF2-40B4-BE49-F238E27FC236}">
                  <a16:creationId xmlns:a16="http://schemas.microsoft.com/office/drawing/2014/main" id="{55DCB4B5-FBF3-4906-D87E-A7AA908C325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5" name="rc363">
              <a:extLst>
                <a:ext uri="{FF2B5EF4-FFF2-40B4-BE49-F238E27FC236}">
                  <a16:creationId xmlns:a16="http://schemas.microsoft.com/office/drawing/2014/main" id="{5C4796CD-EE20-9B42-7545-58474FD9054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6" name="rc364">
              <a:extLst>
                <a:ext uri="{FF2B5EF4-FFF2-40B4-BE49-F238E27FC236}">
                  <a16:creationId xmlns:a16="http://schemas.microsoft.com/office/drawing/2014/main" id="{C330AEE2-623D-7D93-BF6D-6D589398DA0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7" name="rc365">
              <a:extLst>
                <a:ext uri="{FF2B5EF4-FFF2-40B4-BE49-F238E27FC236}">
                  <a16:creationId xmlns:a16="http://schemas.microsoft.com/office/drawing/2014/main" id="{12A83C25-7BE1-15FE-E1C2-FB37C73A45B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8" name="rc366">
              <a:extLst>
                <a:ext uri="{FF2B5EF4-FFF2-40B4-BE49-F238E27FC236}">
                  <a16:creationId xmlns:a16="http://schemas.microsoft.com/office/drawing/2014/main" id="{635E29F5-4CD1-66AE-B16C-4D184D57439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9" name="rc367">
              <a:extLst>
                <a:ext uri="{FF2B5EF4-FFF2-40B4-BE49-F238E27FC236}">
                  <a16:creationId xmlns:a16="http://schemas.microsoft.com/office/drawing/2014/main" id="{CB9E195F-5E2A-D36D-177F-91BE3DCFB2A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0" name="rc368">
              <a:extLst>
                <a:ext uri="{FF2B5EF4-FFF2-40B4-BE49-F238E27FC236}">
                  <a16:creationId xmlns:a16="http://schemas.microsoft.com/office/drawing/2014/main" id="{EB455529-349A-9610-62E2-70A2B1D492D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1" name="rc369">
              <a:extLst>
                <a:ext uri="{FF2B5EF4-FFF2-40B4-BE49-F238E27FC236}">
                  <a16:creationId xmlns:a16="http://schemas.microsoft.com/office/drawing/2014/main" id="{F55996D2-69F5-8698-C159-3A9A0FCF35F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2" name="rc370">
              <a:extLst>
                <a:ext uri="{FF2B5EF4-FFF2-40B4-BE49-F238E27FC236}">
                  <a16:creationId xmlns:a16="http://schemas.microsoft.com/office/drawing/2014/main" id="{2897266E-116C-8B59-E2C3-A07F652F3B5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3" name="rc371">
              <a:extLst>
                <a:ext uri="{FF2B5EF4-FFF2-40B4-BE49-F238E27FC236}">
                  <a16:creationId xmlns:a16="http://schemas.microsoft.com/office/drawing/2014/main" id="{371D44A4-3844-D5AD-585B-B65A6B93BE3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4" name="rc372">
              <a:extLst>
                <a:ext uri="{FF2B5EF4-FFF2-40B4-BE49-F238E27FC236}">
                  <a16:creationId xmlns:a16="http://schemas.microsoft.com/office/drawing/2014/main" id="{2AFA00FD-DAED-0153-2BC1-F1B2BB73356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5" name="rc373">
              <a:extLst>
                <a:ext uri="{FF2B5EF4-FFF2-40B4-BE49-F238E27FC236}">
                  <a16:creationId xmlns:a16="http://schemas.microsoft.com/office/drawing/2014/main" id="{767AE5E4-B245-D128-1687-177929797F3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6" name="rc374">
              <a:extLst>
                <a:ext uri="{FF2B5EF4-FFF2-40B4-BE49-F238E27FC236}">
                  <a16:creationId xmlns:a16="http://schemas.microsoft.com/office/drawing/2014/main" id="{D454BF51-D325-1E2B-DED1-7598178229C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7" name="rc375">
              <a:extLst>
                <a:ext uri="{FF2B5EF4-FFF2-40B4-BE49-F238E27FC236}">
                  <a16:creationId xmlns:a16="http://schemas.microsoft.com/office/drawing/2014/main" id="{F15D9556-EFEC-D93A-797E-A8CAAF7A413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8" name="rc376">
              <a:extLst>
                <a:ext uri="{FF2B5EF4-FFF2-40B4-BE49-F238E27FC236}">
                  <a16:creationId xmlns:a16="http://schemas.microsoft.com/office/drawing/2014/main" id="{DC1C2312-3C6A-C35D-43C2-211164896E1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9" name="rc377">
              <a:extLst>
                <a:ext uri="{FF2B5EF4-FFF2-40B4-BE49-F238E27FC236}">
                  <a16:creationId xmlns:a16="http://schemas.microsoft.com/office/drawing/2014/main" id="{3B0FE94B-EF46-6CB4-44E7-238CA094580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0" name="rc378">
              <a:extLst>
                <a:ext uri="{FF2B5EF4-FFF2-40B4-BE49-F238E27FC236}">
                  <a16:creationId xmlns:a16="http://schemas.microsoft.com/office/drawing/2014/main" id="{C7B1B530-88D7-6595-6A4C-44257CCCBC3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1" name="rc379">
              <a:extLst>
                <a:ext uri="{FF2B5EF4-FFF2-40B4-BE49-F238E27FC236}">
                  <a16:creationId xmlns:a16="http://schemas.microsoft.com/office/drawing/2014/main" id="{641F49B4-AC0E-E2BA-C38C-A22F0FB471F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2" name="rc380">
              <a:extLst>
                <a:ext uri="{FF2B5EF4-FFF2-40B4-BE49-F238E27FC236}">
                  <a16:creationId xmlns:a16="http://schemas.microsoft.com/office/drawing/2014/main" id="{49C699B6-2FC0-DC74-C0D6-1B76422625D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3" name="rc381">
              <a:extLst>
                <a:ext uri="{FF2B5EF4-FFF2-40B4-BE49-F238E27FC236}">
                  <a16:creationId xmlns:a16="http://schemas.microsoft.com/office/drawing/2014/main" id="{6C4B6FC5-F191-3F88-4D83-225AB11C569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4" name="rc382">
              <a:extLst>
                <a:ext uri="{FF2B5EF4-FFF2-40B4-BE49-F238E27FC236}">
                  <a16:creationId xmlns:a16="http://schemas.microsoft.com/office/drawing/2014/main" id="{BC39CC5D-3299-F0DD-C212-BF8517641A5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5" name="rc383">
              <a:extLst>
                <a:ext uri="{FF2B5EF4-FFF2-40B4-BE49-F238E27FC236}">
                  <a16:creationId xmlns:a16="http://schemas.microsoft.com/office/drawing/2014/main" id="{0882CEB4-B8CC-9DAC-177F-B46C201788C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6" name="rc384">
              <a:extLst>
                <a:ext uri="{FF2B5EF4-FFF2-40B4-BE49-F238E27FC236}">
                  <a16:creationId xmlns:a16="http://schemas.microsoft.com/office/drawing/2014/main" id="{B3331578-494A-AEC4-2ABE-6EC772628E2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7" name="rc385">
              <a:extLst>
                <a:ext uri="{FF2B5EF4-FFF2-40B4-BE49-F238E27FC236}">
                  <a16:creationId xmlns:a16="http://schemas.microsoft.com/office/drawing/2014/main" id="{A9335C1F-ED51-75A5-8916-B38609999B1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8" name="rc386">
              <a:extLst>
                <a:ext uri="{FF2B5EF4-FFF2-40B4-BE49-F238E27FC236}">
                  <a16:creationId xmlns:a16="http://schemas.microsoft.com/office/drawing/2014/main" id="{C7BC1F8C-3497-502D-E392-3679B7473E4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9" name="rc387">
              <a:extLst>
                <a:ext uri="{FF2B5EF4-FFF2-40B4-BE49-F238E27FC236}">
                  <a16:creationId xmlns:a16="http://schemas.microsoft.com/office/drawing/2014/main" id="{9376112C-EA5C-21C2-D1CE-038877B1E73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0" name="rc388">
              <a:extLst>
                <a:ext uri="{FF2B5EF4-FFF2-40B4-BE49-F238E27FC236}">
                  <a16:creationId xmlns:a16="http://schemas.microsoft.com/office/drawing/2014/main" id="{90B6EAF2-050C-6C36-9329-F9E7C0531BE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1" name="rc389">
              <a:extLst>
                <a:ext uri="{FF2B5EF4-FFF2-40B4-BE49-F238E27FC236}">
                  <a16:creationId xmlns:a16="http://schemas.microsoft.com/office/drawing/2014/main" id="{672F09EE-275F-0F29-6C0F-191A00AFC0F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2" name="rc390">
              <a:extLst>
                <a:ext uri="{FF2B5EF4-FFF2-40B4-BE49-F238E27FC236}">
                  <a16:creationId xmlns:a16="http://schemas.microsoft.com/office/drawing/2014/main" id="{A7D5D4C0-7EDE-E2E5-38DB-945EE4B5291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3" name="rc391">
              <a:extLst>
                <a:ext uri="{FF2B5EF4-FFF2-40B4-BE49-F238E27FC236}">
                  <a16:creationId xmlns:a16="http://schemas.microsoft.com/office/drawing/2014/main" id="{24676A75-1953-2341-C0DC-24B08CE8143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4" name="rc392">
              <a:extLst>
                <a:ext uri="{FF2B5EF4-FFF2-40B4-BE49-F238E27FC236}">
                  <a16:creationId xmlns:a16="http://schemas.microsoft.com/office/drawing/2014/main" id="{39F54A7E-D0A2-9558-AC9D-0C1BE94EC0D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5" name="rc393">
              <a:extLst>
                <a:ext uri="{FF2B5EF4-FFF2-40B4-BE49-F238E27FC236}">
                  <a16:creationId xmlns:a16="http://schemas.microsoft.com/office/drawing/2014/main" id="{8E299970-86F5-61E3-68C6-F57385172EE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6" name="rc394">
              <a:extLst>
                <a:ext uri="{FF2B5EF4-FFF2-40B4-BE49-F238E27FC236}">
                  <a16:creationId xmlns:a16="http://schemas.microsoft.com/office/drawing/2014/main" id="{13831BAC-6888-7A92-1C8F-CAE276F44DA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7" name="rc395">
              <a:extLst>
                <a:ext uri="{FF2B5EF4-FFF2-40B4-BE49-F238E27FC236}">
                  <a16:creationId xmlns:a16="http://schemas.microsoft.com/office/drawing/2014/main" id="{AB5728D1-5263-2496-43F8-6B437176A9E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8" name="rc396">
              <a:extLst>
                <a:ext uri="{FF2B5EF4-FFF2-40B4-BE49-F238E27FC236}">
                  <a16:creationId xmlns:a16="http://schemas.microsoft.com/office/drawing/2014/main" id="{28A9FC0A-3580-32C0-4A5B-7D9D7EF5352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9" name="rc397">
              <a:extLst>
                <a:ext uri="{FF2B5EF4-FFF2-40B4-BE49-F238E27FC236}">
                  <a16:creationId xmlns:a16="http://schemas.microsoft.com/office/drawing/2014/main" id="{2742CA5F-3DE0-F802-05A5-870A7C78DF7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0" name="rc398">
              <a:extLst>
                <a:ext uri="{FF2B5EF4-FFF2-40B4-BE49-F238E27FC236}">
                  <a16:creationId xmlns:a16="http://schemas.microsoft.com/office/drawing/2014/main" id="{54C114AF-8CE7-E8AB-D624-7B6A67DAB67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1" name="rc399">
              <a:extLst>
                <a:ext uri="{FF2B5EF4-FFF2-40B4-BE49-F238E27FC236}">
                  <a16:creationId xmlns:a16="http://schemas.microsoft.com/office/drawing/2014/main" id="{7B530E34-A523-EAD1-9227-BB372F2BE10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2" name="rc400">
              <a:extLst>
                <a:ext uri="{FF2B5EF4-FFF2-40B4-BE49-F238E27FC236}">
                  <a16:creationId xmlns:a16="http://schemas.microsoft.com/office/drawing/2014/main" id="{EF01C4BD-5EA4-0456-37AB-B24561A5650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3" name="rc401">
              <a:extLst>
                <a:ext uri="{FF2B5EF4-FFF2-40B4-BE49-F238E27FC236}">
                  <a16:creationId xmlns:a16="http://schemas.microsoft.com/office/drawing/2014/main" id="{3A77FC86-CBBB-963E-13A6-F626F57846B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4" name="rc402">
              <a:extLst>
                <a:ext uri="{FF2B5EF4-FFF2-40B4-BE49-F238E27FC236}">
                  <a16:creationId xmlns:a16="http://schemas.microsoft.com/office/drawing/2014/main" id="{CC576D1C-4369-6DC1-7170-CB2DD95F916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5" name="rc403">
              <a:extLst>
                <a:ext uri="{FF2B5EF4-FFF2-40B4-BE49-F238E27FC236}">
                  <a16:creationId xmlns:a16="http://schemas.microsoft.com/office/drawing/2014/main" id="{77EC12FC-6001-56A9-1A74-875775232EC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6" name="rc404">
              <a:extLst>
                <a:ext uri="{FF2B5EF4-FFF2-40B4-BE49-F238E27FC236}">
                  <a16:creationId xmlns:a16="http://schemas.microsoft.com/office/drawing/2014/main" id="{E0276F30-A6EF-CC18-3087-E943808D8E5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7" name="rc405">
              <a:extLst>
                <a:ext uri="{FF2B5EF4-FFF2-40B4-BE49-F238E27FC236}">
                  <a16:creationId xmlns:a16="http://schemas.microsoft.com/office/drawing/2014/main" id="{2FB66F77-1A75-2523-4DD9-98B9E874063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8" name="rc406">
              <a:extLst>
                <a:ext uri="{FF2B5EF4-FFF2-40B4-BE49-F238E27FC236}">
                  <a16:creationId xmlns:a16="http://schemas.microsoft.com/office/drawing/2014/main" id="{C558F99F-02BE-D99C-F16F-BE289A903D7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9" name="rc407">
              <a:extLst>
                <a:ext uri="{FF2B5EF4-FFF2-40B4-BE49-F238E27FC236}">
                  <a16:creationId xmlns:a16="http://schemas.microsoft.com/office/drawing/2014/main" id="{B73F8062-D105-A9FC-1D22-ABE68F774CB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0" name="rc408">
              <a:extLst>
                <a:ext uri="{FF2B5EF4-FFF2-40B4-BE49-F238E27FC236}">
                  <a16:creationId xmlns:a16="http://schemas.microsoft.com/office/drawing/2014/main" id="{E05D20D0-27ED-E954-B140-D9FB6DADD93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1" name="rc409">
              <a:extLst>
                <a:ext uri="{FF2B5EF4-FFF2-40B4-BE49-F238E27FC236}">
                  <a16:creationId xmlns:a16="http://schemas.microsoft.com/office/drawing/2014/main" id="{EF4D1340-A8E7-B57E-EE48-93756C50E43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2" name="rc410">
              <a:extLst>
                <a:ext uri="{FF2B5EF4-FFF2-40B4-BE49-F238E27FC236}">
                  <a16:creationId xmlns:a16="http://schemas.microsoft.com/office/drawing/2014/main" id="{8F35A2E6-EB4C-298D-0B10-CA37E0715FA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3" name="rc411">
              <a:extLst>
                <a:ext uri="{FF2B5EF4-FFF2-40B4-BE49-F238E27FC236}">
                  <a16:creationId xmlns:a16="http://schemas.microsoft.com/office/drawing/2014/main" id="{08B1310E-9C44-86D1-045D-8908D4F395A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4" name="rc412">
              <a:extLst>
                <a:ext uri="{FF2B5EF4-FFF2-40B4-BE49-F238E27FC236}">
                  <a16:creationId xmlns:a16="http://schemas.microsoft.com/office/drawing/2014/main" id="{76170AEB-4254-E57F-F5B7-743CCECAE1F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5" name="rc413">
              <a:extLst>
                <a:ext uri="{FF2B5EF4-FFF2-40B4-BE49-F238E27FC236}">
                  <a16:creationId xmlns:a16="http://schemas.microsoft.com/office/drawing/2014/main" id="{E8A7D982-8C2B-DF26-A315-190425FDD87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6" name="rc414">
              <a:extLst>
                <a:ext uri="{FF2B5EF4-FFF2-40B4-BE49-F238E27FC236}">
                  <a16:creationId xmlns:a16="http://schemas.microsoft.com/office/drawing/2014/main" id="{4B69295F-0735-3378-679A-F53FBFE9978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7" name="rc415">
              <a:extLst>
                <a:ext uri="{FF2B5EF4-FFF2-40B4-BE49-F238E27FC236}">
                  <a16:creationId xmlns:a16="http://schemas.microsoft.com/office/drawing/2014/main" id="{EC8D155F-0ED9-F296-3C13-59EB37987D7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8" name="rc416">
              <a:extLst>
                <a:ext uri="{FF2B5EF4-FFF2-40B4-BE49-F238E27FC236}">
                  <a16:creationId xmlns:a16="http://schemas.microsoft.com/office/drawing/2014/main" id="{76B7B63C-AAA2-CD5E-AAB8-442F189A0E9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9" name="rc417">
              <a:extLst>
                <a:ext uri="{FF2B5EF4-FFF2-40B4-BE49-F238E27FC236}">
                  <a16:creationId xmlns:a16="http://schemas.microsoft.com/office/drawing/2014/main" id="{D90B5296-C3C9-DA91-36C3-6F0522F32EA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0" name="rc418">
              <a:extLst>
                <a:ext uri="{FF2B5EF4-FFF2-40B4-BE49-F238E27FC236}">
                  <a16:creationId xmlns:a16="http://schemas.microsoft.com/office/drawing/2014/main" id="{4C1D291C-7CE5-6139-2B78-ED7E7FA929D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1" name="rc419">
              <a:extLst>
                <a:ext uri="{FF2B5EF4-FFF2-40B4-BE49-F238E27FC236}">
                  <a16:creationId xmlns:a16="http://schemas.microsoft.com/office/drawing/2014/main" id="{57262959-57B7-6F89-865A-3A92E7C1C7D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2" name="rc420">
              <a:extLst>
                <a:ext uri="{FF2B5EF4-FFF2-40B4-BE49-F238E27FC236}">
                  <a16:creationId xmlns:a16="http://schemas.microsoft.com/office/drawing/2014/main" id="{62DB4989-4F8A-6E5E-E5ED-63B0DF06EAF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3" name="rc421">
              <a:extLst>
                <a:ext uri="{FF2B5EF4-FFF2-40B4-BE49-F238E27FC236}">
                  <a16:creationId xmlns:a16="http://schemas.microsoft.com/office/drawing/2014/main" id="{F27A9B5E-31E1-50F0-1D56-D878F3156BF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4" name="rc422">
              <a:extLst>
                <a:ext uri="{FF2B5EF4-FFF2-40B4-BE49-F238E27FC236}">
                  <a16:creationId xmlns:a16="http://schemas.microsoft.com/office/drawing/2014/main" id="{3915BAD1-0F7D-852C-24B3-C66D356B557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5" name="rc423">
              <a:extLst>
                <a:ext uri="{FF2B5EF4-FFF2-40B4-BE49-F238E27FC236}">
                  <a16:creationId xmlns:a16="http://schemas.microsoft.com/office/drawing/2014/main" id="{7B7C0535-71E1-C1E8-E99C-5AE30087530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6" name="rc424">
              <a:extLst>
                <a:ext uri="{FF2B5EF4-FFF2-40B4-BE49-F238E27FC236}">
                  <a16:creationId xmlns:a16="http://schemas.microsoft.com/office/drawing/2014/main" id="{895F75DE-0BB0-E1BD-2714-9889DC3627B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7" name="rc425">
              <a:extLst>
                <a:ext uri="{FF2B5EF4-FFF2-40B4-BE49-F238E27FC236}">
                  <a16:creationId xmlns:a16="http://schemas.microsoft.com/office/drawing/2014/main" id="{C6A2B35D-9038-41EB-8E50-65B33E4480B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8" name="rc426">
              <a:extLst>
                <a:ext uri="{FF2B5EF4-FFF2-40B4-BE49-F238E27FC236}">
                  <a16:creationId xmlns:a16="http://schemas.microsoft.com/office/drawing/2014/main" id="{C8356AB0-E97D-1334-13B9-A4D6AE8886C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9" name="rc427">
              <a:extLst>
                <a:ext uri="{FF2B5EF4-FFF2-40B4-BE49-F238E27FC236}">
                  <a16:creationId xmlns:a16="http://schemas.microsoft.com/office/drawing/2014/main" id="{42803932-A256-E6DD-D8AB-2F03A74FE58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0" name="rc428">
              <a:extLst>
                <a:ext uri="{FF2B5EF4-FFF2-40B4-BE49-F238E27FC236}">
                  <a16:creationId xmlns:a16="http://schemas.microsoft.com/office/drawing/2014/main" id="{BAE9910E-6469-045F-83BA-997874A28AA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1" name="rc429">
              <a:extLst>
                <a:ext uri="{FF2B5EF4-FFF2-40B4-BE49-F238E27FC236}">
                  <a16:creationId xmlns:a16="http://schemas.microsoft.com/office/drawing/2014/main" id="{D6DA0C74-2C05-0FF1-941E-904E414420C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2" name="rc430">
              <a:extLst>
                <a:ext uri="{FF2B5EF4-FFF2-40B4-BE49-F238E27FC236}">
                  <a16:creationId xmlns:a16="http://schemas.microsoft.com/office/drawing/2014/main" id="{2C5CA3E3-CD94-EF66-DAE8-6D9E829D1DC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3" name="rc431">
              <a:extLst>
                <a:ext uri="{FF2B5EF4-FFF2-40B4-BE49-F238E27FC236}">
                  <a16:creationId xmlns:a16="http://schemas.microsoft.com/office/drawing/2014/main" id="{47160815-564A-3FB9-7C02-0BBAC4D61A4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4" name="rc432">
              <a:extLst>
                <a:ext uri="{FF2B5EF4-FFF2-40B4-BE49-F238E27FC236}">
                  <a16:creationId xmlns:a16="http://schemas.microsoft.com/office/drawing/2014/main" id="{822F92E2-18B4-0497-EA69-A72AA803A55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5" name="rc433">
              <a:extLst>
                <a:ext uri="{FF2B5EF4-FFF2-40B4-BE49-F238E27FC236}">
                  <a16:creationId xmlns:a16="http://schemas.microsoft.com/office/drawing/2014/main" id="{501F67AE-2ADA-A317-C1A7-AF2DA8D927C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6" name="rc434">
              <a:extLst>
                <a:ext uri="{FF2B5EF4-FFF2-40B4-BE49-F238E27FC236}">
                  <a16:creationId xmlns:a16="http://schemas.microsoft.com/office/drawing/2014/main" id="{D2FD0860-4FBB-43C5-ED1F-BFCF25A708C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7" name="rc435">
              <a:extLst>
                <a:ext uri="{FF2B5EF4-FFF2-40B4-BE49-F238E27FC236}">
                  <a16:creationId xmlns:a16="http://schemas.microsoft.com/office/drawing/2014/main" id="{AA0EC4BA-9279-59C2-C1F5-2DEE4384F22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8" name="rc436">
              <a:extLst>
                <a:ext uri="{FF2B5EF4-FFF2-40B4-BE49-F238E27FC236}">
                  <a16:creationId xmlns:a16="http://schemas.microsoft.com/office/drawing/2014/main" id="{2EA20A70-379D-1A1F-C4F8-D91325A6138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9" name="rc437">
              <a:extLst>
                <a:ext uri="{FF2B5EF4-FFF2-40B4-BE49-F238E27FC236}">
                  <a16:creationId xmlns:a16="http://schemas.microsoft.com/office/drawing/2014/main" id="{5694BB9E-D566-34AA-235F-53DD11285A0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0" name="rc438">
              <a:extLst>
                <a:ext uri="{FF2B5EF4-FFF2-40B4-BE49-F238E27FC236}">
                  <a16:creationId xmlns:a16="http://schemas.microsoft.com/office/drawing/2014/main" id="{329CF540-18C6-2125-77AC-E9B1AD330E9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1" name="rc439">
              <a:extLst>
                <a:ext uri="{FF2B5EF4-FFF2-40B4-BE49-F238E27FC236}">
                  <a16:creationId xmlns:a16="http://schemas.microsoft.com/office/drawing/2014/main" id="{4A46F8B3-2A60-BC89-C8DD-E107F75EDEF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2" name="rc440">
              <a:extLst>
                <a:ext uri="{FF2B5EF4-FFF2-40B4-BE49-F238E27FC236}">
                  <a16:creationId xmlns:a16="http://schemas.microsoft.com/office/drawing/2014/main" id="{4064D53F-EFFF-065B-0D11-0BCA4457F80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3" name="rc441">
              <a:extLst>
                <a:ext uri="{FF2B5EF4-FFF2-40B4-BE49-F238E27FC236}">
                  <a16:creationId xmlns:a16="http://schemas.microsoft.com/office/drawing/2014/main" id="{291323BC-760A-AEE2-AC4A-35597BB35A0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4" name="rc442">
              <a:extLst>
                <a:ext uri="{FF2B5EF4-FFF2-40B4-BE49-F238E27FC236}">
                  <a16:creationId xmlns:a16="http://schemas.microsoft.com/office/drawing/2014/main" id="{64341227-0559-79C2-7C82-DCAA8D30EB8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5" name="rc443">
              <a:extLst>
                <a:ext uri="{FF2B5EF4-FFF2-40B4-BE49-F238E27FC236}">
                  <a16:creationId xmlns:a16="http://schemas.microsoft.com/office/drawing/2014/main" id="{4E437F24-0BF8-BAA3-96DF-81F7D19A3B4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6" name="rc444">
              <a:extLst>
                <a:ext uri="{FF2B5EF4-FFF2-40B4-BE49-F238E27FC236}">
                  <a16:creationId xmlns:a16="http://schemas.microsoft.com/office/drawing/2014/main" id="{4FD85503-EC13-94F6-A8F2-2AD847B68E5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7" name="rc445">
              <a:extLst>
                <a:ext uri="{FF2B5EF4-FFF2-40B4-BE49-F238E27FC236}">
                  <a16:creationId xmlns:a16="http://schemas.microsoft.com/office/drawing/2014/main" id="{47C0D689-5658-E706-ACE6-A9FC9C76790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8" name="rc446">
              <a:extLst>
                <a:ext uri="{FF2B5EF4-FFF2-40B4-BE49-F238E27FC236}">
                  <a16:creationId xmlns:a16="http://schemas.microsoft.com/office/drawing/2014/main" id="{12A9ECBC-2050-F5C6-E0F4-3EEE4F74EF9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9" name="rc447">
              <a:extLst>
                <a:ext uri="{FF2B5EF4-FFF2-40B4-BE49-F238E27FC236}">
                  <a16:creationId xmlns:a16="http://schemas.microsoft.com/office/drawing/2014/main" id="{CE73456C-2911-78F4-8884-F9F109E758E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0" name="rc448">
              <a:extLst>
                <a:ext uri="{FF2B5EF4-FFF2-40B4-BE49-F238E27FC236}">
                  <a16:creationId xmlns:a16="http://schemas.microsoft.com/office/drawing/2014/main" id="{6F56C2CE-F47D-AA12-7F2C-BB6F833D82E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1" name="rc449">
              <a:extLst>
                <a:ext uri="{FF2B5EF4-FFF2-40B4-BE49-F238E27FC236}">
                  <a16:creationId xmlns:a16="http://schemas.microsoft.com/office/drawing/2014/main" id="{71F58504-87EE-B29D-A649-A05B7A543B6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2" name="rc450">
              <a:extLst>
                <a:ext uri="{FF2B5EF4-FFF2-40B4-BE49-F238E27FC236}">
                  <a16:creationId xmlns:a16="http://schemas.microsoft.com/office/drawing/2014/main" id="{174DECA2-53BF-BD73-B05B-6791DA3C4A8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3" name="rc451">
              <a:extLst>
                <a:ext uri="{FF2B5EF4-FFF2-40B4-BE49-F238E27FC236}">
                  <a16:creationId xmlns:a16="http://schemas.microsoft.com/office/drawing/2014/main" id="{F3A1407F-BD38-6906-79CC-4F7C4591390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4" name="rc452">
              <a:extLst>
                <a:ext uri="{FF2B5EF4-FFF2-40B4-BE49-F238E27FC236}">
                  <a16:creationId xmlns:a16="http://schemas.microsoft.com/office/drawing/2014/main" id="{0A5EA2D2-4818-D455-E7AE-8C71F23B497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5" name="rc453">
              <a:extLst>
                <a:ext uri="{FF2B5EF4-FFF2-40B4-BE49-F238E27FC236}">
                  <a16:creationId xmlns:a16="http://schemas.microsoft.com/office/drawing/2014/main" id="{CF483A96-FAD4-7317-42DD-4E5850CDFCA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6" name="rc454">
              <a:extLst>
                <a:ext uri="{FF2B5EF4-FFF2-40B4-BE49-F238E27FC236}">
                  <a16:creationId xmlns:a16="http://schemas.microsoft.com/office/drawing/2014/main" id="{A1C31B5E-4C88-F22B-FB0E-68AE1894BB8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7" name="rc455">
              <a:extLst>
                <a:ext uri="{FF2B5EF4-FFF2-40B4-BE49-F238E27FC236}">
                  <a16:creationId xmlns:a16="http://schemas.microsoft.com/office/drawing/2014/main" id="{76D2FDF0-DF9E-77BB-AA92-F33246C9264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8" name="rc456">
              <a:extLst>
                <a:ext uri="{FF2B5EF4-FFF2-40B4-BE49-F238E27FC236}">
                  <a16:creationId xmlns:a16="http://schemas.microsoft.com/office/drawing/2014/main" id="{0EA8FB7E-5819-42F3-A90A-533A0D1564D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9" name="rc457">
              <a:extLst>
                <a:ext uri="{FF2B5EF4-FFF2-40B4-BE49-F238E27FC236}">
                  <a16:creationId xmlns:a16="http://schemas.microsoft.com/office/drawing/2014/main" id="{9F6CDF08-A796-9453-B631-0E24355B157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0" name="rc458">
              <a:extLst>
                <a:ext uri="{FF2B5EF4-FFF2-40B4-BE49-F238E27FC236}">
                  <a16:creationId xmlns:a16="http://schemas.microsoft.com/office/drawing/2014/main" id="{AC256A32-F86E-035B-F026-54EDCC7EE68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1" name="rc459">
              <a:extLst>
                <a:ext uri="{FF2B5EF4-FFF2-40B4-BE49-F238E27FC236}">
                  <a16:creationId xmlns:a16="http://schemas.microsoft.com/office/drawing/2014/main" id="{E6F352A0-B0FD-ED05-00D7-EB0C96A39C2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2" name="rc460">
              <a:extLst>
                <a:ext uri="{FF2B5EF4-FFF2-40B4-BE49-F238E27FC236}">
                  <a16:creationId xmlns:a16="http://schemas.microsoft.com/office/drawing/2014/main" id="{A118DA67-B34C-7E28-DE69-365C0C06E57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3" name="rc461">
              <a:extLst>
                <a:ext uri="{FF2B5EF4-FFF2-40B4-BE49-F238E27FC236}">
                  <a16:creationId xmlns:a16="http://schemas.microsoft.com/office/drawing/2014/main" id="{20C58EA1-F5E3-5AB5-12A9-A0981E979BB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4" name="rc462">
              <a:extLst>
                <a:ext uri="{FF2B5EF4-FFF2-40B4-BE49-F238E27FC236}">
                  <a16:creationId xmlns:a16="http://schemas.microsoft.com/office/drawing/2014/main" id="{7817A4AC-88B2-EEB2-E727-B93FDA0ABDF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5" name="rc463">
              <a:extLst>
                <a:ext uri="{FF2B5EF4-FFF2-40B4-BE49-F238E27FC236}">
                  <a16:creationId xmlns:a16="http://schemas.microsoft.com/office/drawing/2014/main" id="{D83CB6AC-96E9-9C42-C842-78738A6C528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6" name="rc464">
              <a:extLst>
                <a:ext uri="{FF2B5EF4-FFF2-40B4-BE49-F238E27FC236}">
                  <a16:creationId xmlns:a16="http://schemas.microsoft.com/office/drawing/2014/main" id="{164511F1-FC3A-CD04-DD23-E1AF33B746E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7" name="rc465">
              <a:extLst>
                <a:ext uri="{FF2B5EF4-FFF2-40B4-BE49-F238E27FC236}">
                  <a16:creationId xmlns:a16="http://schemas.microsoft.com/office/drawing/2014/main" id="{805C250C-7B12-E87A-33FB-834484E0146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8" name="rc466">
              <a:extLst>
                <a:ext uri="{FF2B5EF4-FFF2-40B4-BE49-F238E27FC236}">
                  <a16:creationId xmlns:a16="http://schemas.microsoft.com/office/drawing/2014/main" id="{08239592-03DA-800D-773A-9713B082178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9" name="rc467">
              <a:extLst>
                <a:ext uri="{FF2B5EF4-FFF2-40B4-BE49-F238E27FC236}">
                  <a16:creationId xmlns:a16="http://schemas.microsoft.com/office/drawing/2014/main" id="{4B095759-458A-5B7B-CE7B-CCF4D7C6EC1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0" name="rc468">
              <a:extLst>
                <a:ext uri="{FF2B5EF4-FFF2-40B4-BE49-F238E27FC236}">
                  <a16:creationId xmlns:a16="http://schemas.microsoft.com/office/drawing/2014/main" id="{6770B5F7-7B2F-29F4-E013-B22B786E352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1" name="rc469">
              <a:extLst>
                <a:ext uri="{FF2B5EF4-FFF2-40B4-BE49-F238E27FC236}">
                  <a16:creationId xmlns:a16="http://schemas.microsoft.com/office/drawing/2014/main" id="{C29B4BFB-906B-D541-AFA9-E9CE1BD367C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2" name="rc470">
              <a:extLst>
                <a:ext uri="{FF2B5EF4-FFF2-40B4-BE49-F238E27FC236}">
                  <a16:creationId xmlns:a16="http://schemas.microsoft.com/office/drawing/2014/main" id="{15BA63FC-C3F9-0209-0924-1D70493613D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3" name="rc471">
              <a:extLst>
                <a:ext uri="{FF2B5EF4-FFF2-40B4-BE49-F238E27FC236}">
                  <a16:creationId xmlns:a16="http://schemas.microsoft.com/office/drawing/2014/main" id="{9562398F-098A-7E4B-6208-7B1712CFF23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4" name="rc472">
              <a:extLst>
                <a:ext uri="{FF2B5EF4-FFF2-40B4-BE49-F238E27FC236}">
                  <a16:creationId xmlns:a16="http://schemas.microsoft.com/office/drawing/2014/main" id="{35E7FCC7-DE79-F846-09E0-2903FEBBFBA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5" name="rc473">
              <a:extLst>
                <a:ext uri="{FF2B5EF4-FFF2-40B4-BE49-F238E27FC236}">
                  <a16:creationId xmlns:a16="http://schemas.microsoft.com/office/drawing/2014/main" id="{E4919D12-DF79-81ED-657D-A807F6FD71D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6" name="rc474">
              <a:extLst>
                <a:ext uri="{FF2B5EF4-FFF2-40B4-BE49-F238E27FC236}">
                  <a16:creationId xmlns:a16="http://schemas.microsoft.com/office/drawing/2014/main" id="{5705B073-033E-1007-481F-0D88EB9C9AA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7" name="rc475">
              <a:extLst>
                <a:ext uri="{FF2B5EF4-FFF2-40B4-BE49-F238E27FC236}">
                  <a16:creationId xmlns:a16="http://schemas.microsoft.com/office/drawing/2014/main" id="{9F233CCE-5A7D-405E-FFC1-EE876DDAA73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8" name="rc476">
              <a:extLst>
                <a:ext uri="{FF2B5EF4-FFF2-40B4-BE49-F238E27FC236}">
                  <a16:creationId xmlns:a16="http://schemas.microsoft.com/office/drawing/2014/main" id="{7B265C64-3B73-5A86-8E40-E967F7EE7AC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9" name="rc477">
              <a:extLst>
                <a:ext uri="{FF2B5EF4-FFF2-40B4-BE49-F238E27FC236}">
                  <a16:creationId xmlns:a16="http://schemas.microsoft.com/office/drawing/2014/main" id="{BFE4EDB7-5A1E-5142-277E-074BE649F84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0" name="rc478">
              <a:extLst>
                <a:ext uri="{FF2B5EF4-FFF2-40B4-BE49-F238E27FC236}">
                  <a16:creationId xmlns:a16="http://schemas.microsoft.com/office/drawing/2014/main" id="{44AAE648-DCA9-26FB-A8DF-6B949CD8402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1" name="rc479">
              <a:extLst>
                <a:ext uri="{FF2B5EF4-FFF2-40B4-BE49-F238E27FC236}">
                  <a16:creationId xmlns:a16="http://schemas.microsoft.com/office/drawing/2014/main" id="{13523DFB-535C-C3BD-F17B-281C23948A3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2" name="rc480">
              <a:extLst>
                <a:ext uri="{FF2B5EF4-FFF2-40B4-BE49-F238E27FC236}">
                  <a16:creationId xmlns:a16="http://schemas.microsoft.com/office/drawing/2014/main" id="{9884224F-F1D6-E51E-61B3-66F50394FEC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3" name="rc481">
              <a:extLst>
                <a:ext uri="{FF2B5EF4-FFF2-40B4-BE49-F238E27FC236}">
                  <a16:creationId xmlns:a16="http://schemas.microsoft.com/office/drawing/2014/main" id="{7E49AA32-6EFA-FC69-AF68-1AA83408D6A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4" name="rc482">
              <a:extLst>
                <a:ext uri="{FF2B5EF4-FFF2-40B4-BE49-F238E27FC236}">
                  <a16:creationId xmlns:a16="http://schemas.microsoft.com/office/drawing/2014/main" id="{7B63B7EC-E935-5063-2B6D-734D9066275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5" name="rc483">
              <a:extLst>
                <a:ext uri="{FF2B5EF4-FFF2-40B4-BE49-F238E27FC236}">
                  <a16:creationId xmlns:a16="http://schemas.microsoft.com/office/drawing/2014/main" id="{439C51BA-DEF1-DCD7-6297-6F9C3064F75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6" name="rc484">
              <a:extLst>
                <a:ext uri="{FF2B5EF4-FFF2-40B4-BE49-F238E27FC236}">
                  <a16:creationId xmlns:a16="http://schemas.microsoft.com/office/drawing/2014/main" id="{CF30A2E3-6A01-F6CC-ADF1-E77AFFEA46A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7" name="rc485">
              <a:extLst>
                <a:ext uri="{FF2B5EF4-FFF2-40B4-BE49-F238E27FC236}">
                  <a16:creationId xmlns:a16="http://schemas.microsoft.com/office/drawing/2014/main" id="{D7A7279D-9292-2E99-6E27-CC9BE2C1F5F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8" name="rc486">
              <a:extLst>
                <a:ext uri="{FF2B5EF4-FFF2-40B4-BE49-F238E27FC236}">
                  <a16:creationId xmlns:a16="http://schemas.microsoft.com/office/drawing/2014/main" id="{65C8DE11-9F59-FB42-107B-0E95D59328A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9" name="rc487">
              <a:extLst>
                <a:ext uri="{FF2B5EF4-FFF2-40B4-BE49-F238E27FC236}">
                  <a16:creationId xmlns:a16="http://schemas.microsoft.com/office/drawing/2014/main" id="{6C3DA0B6-3C64-225C-0A5E-E410EC3D70A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0" name="rc488">
              <a:extLst>
                <a:ext uri="{FF2B5EF4-FFF2-40B4-BE49-F238E27FC236}">
                  <a16:creationId xmlns:a16="http://schemas.microsoft.com/office/drawing/2014/main" id="{CCA7BBB0-7189-DF05-87C0-411F1E53E42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1" name="rc489">
              <a:extLst>
                <a:ext uri="{FF2B5EF4-FFF2-40B4-BE49-F238E27FC236}">
                  <a16:creationId xmlns:a16="http://schemas.microsoft.com/office/drawing/2014/main" id="{66F1E0F5-2FFE-E36D-3062-3C50D2B40D6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2" name="rc490">
              <a:extLst>
                <a:ext uri="{FF2B5EF4-FFF2-40B4-BE49-F238E27FC236}">
                  <a16:creationId xmlns:a16="http://schemas.microsoft.com/office/drawing/2014/main" id="{40651E3D-C9F6-6893-5584-A6E9F63FF2E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3" name="rc491">
              <a:extLst>
                <a:ext uri="{FF2B5EF4-FFF2-40B4-BE49-F238E27FC236}">
                  <a16:creationId xmlns:a16="http://schemas.microsoft.com/office/drawing/2014/main" id="{94C84584-72CD-CF46-E695-B006BF46AEF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4" name="rc492">
              <a:extLst>
                <a:ext uri="{FF2B5EF4-FFF2-40B4-BE49-F238E27FC236}">
                  <a16:creationId xmlns:a16="http://schemas.microsoft.com/office/drawing/2014/main" id="{BBFC91E3-98B6-9FC8-13A8-9F574713486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5" name="rc493">
              <a:extLst>
                <a:ext uri="{FF2B5EF4-FFF2-40B4-BE49-F238E27FC236}">
                  <a16:creationId xmlns:a16="http://schemas.microsoft.com/office/drawing/2014/main" id="{6954F585-76B7-F4EA-0DC5-5FE259D0A68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6" name="rc494">
              <a:extLst>
                <a:ext uri="{FF2B5EF4-FFF2-40B4-BE49-F238E27FC236}">
                  <a16:creationId xmlns:a16="http://schemas.microsoft.com/office/drawing/2014/main" id="{6C908622-5883-F16F-5246-27BEDA947FA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7" name="rc495">
              <a:extLst>
                <a:ext uri="{FF2B5EF4-FFF2-40B4-BE49-F238E27FC236}">
                  <a16:creationId xmlns:a16="http://schemas.microsoft.com/office/drawing/2014/main" id="{E622F684-12E9-6276-B94A-2C655BAFACC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8" name="rc496">
              <a:extLst>
                <a:ext uri="{FF2B5EF4-FFF2-40B4-BE49-F238E27FC236}">
                  <a16:creationId xmlns:a16="http://schemas.microsoft.com/office/drawing/2014/main" id="{9B485BDD-3C33-249E-2489-2FC7F6E5963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9" name="rc497">
              <a:extLst>
                <a:ext uri="{FF2B5EF4-FFF2-40B4-BE49-F238E27FC236}">
                  <a16:creationId xmlns:a16="http://schemas.microsoft.com/office/drawing/2014/main" id="{094C2673-82F8-9E08-1FA3-508A15B2BAD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0" name="rc498">
              <a:extLst>
                <a:ext uri="{FF2B5EF4-FFF2-40B4-BE49-F238E27FC236}">
                  <a16:creationId xmlns:a16="http://schemas.microsoft.com/office/drawing/2014/main" id="{6221EB39-A53D-81E1-679C-672B4AE3511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1" name="rc499">
              <a:extLst>
                <a:ext uri="{FF2B5EF4-FFF2-40B4-BE49-F238E27FC236}">
                  <a16:creationId xmlns:a16="http://schemas.microsoft.com/office/drawing/2014/main" id="{4AE1D191-A6AC-8E71-DA52-3297DD9A70C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2" name="rc500">
              <a:extLst>
                <a:ext uri="{FF2B5EF4-FFF2-40B4-BE49-F238E27FC236}">
                  <a16:creationId xmlns:a16="http://schemas.microsoft.com/office/drawing/2014/main" id="{08651325-7A81-690D-CDE1-F1E053FB7CB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3" name="rc501">
              <a:extLst>
                <a:ext uri="{FF2B5EF4-FFF2-40B4-BE49-F238E27FC236}">
                  <a16:creationId xmlns:a16="http://schemas.microsoft.com/office/drawing/2014/main" id="{B7BBCC58-9C63-905C-F496-1C6699530DB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4" name="rc502">
              <a:extLst>
                <a:ext uri="{FF2B5EF4-FFF2-40B4-BE49-F238E27FC236}">
                  <a16:creationId xmlns:a16="http://schemas.microsoft.com/office/drawing/2014/main" id="{1020DB32-755A-29A5-076B-8BCBD08F1E9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5" name="rc503">
              <a:extLst>
                <a:ext uri="{FF2B5EF4-FFF2-40B4-BE49-F238E27FC236}">
                  <a16:creationId xmlns:a16="http://schemas.microsoft.com/office/drawing/2014/main" id="{F3748B00-3592-93FA-33B1-0E60A5B28F9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6" name="rc504">
              <a:extLst>
                <a:ext uri="{FF2B5EF4-FFF2-40B4-BE49-F238E27FC236}">
                  <a16:creationId xmlns:a16="http://schemas.microsoft.com/office/drawing/2014/main" id="{11DE84BF-0577-E645-C1F8-4C0808DC3BB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7" name="rc505">
              <a:extLst>
                <a:ext uri="{FF2B5EF4-FFF2-40B4-BE49-F238E27FC236}">
                  <a16:creationId xmlns:a16="http://schemas.microsoft.com/office/drawing/2014/main" id="{9B2F09C3-C107-B901-F844-05B572A73B6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8" name="rc506">
              <a:extLst>
                <a:ext uri="{FF2B5EF4-FFF2-40B4-BE49-F238E27FC236}">
                  <a16:creationId xmlns:a16="http://schemas.microsoft.com/office/drawing/2014/main" id="{B5136036-2E5E-F761-6B42-0AB42A1ABA2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9" name="rc507">
              <a:extLst>
                <a:ext uri="{FF2B5EF4-FFF2-40B4-BE49-F238E27FC236}">
                  <a16:creationId xmlns:a16="http://schemas.microsoft.com/office/drawing/2014/main" id="{C27BA955-7C5D-BB1E-3C5D-DAC4D09E334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0" name="rc508">
              <a:extLst>
                <a:ext uri="{FF2B5EF4-FFF2-40B4-BE49-F238E27FC236}">
                  <a16:creationId xmlns:a16="http://schemas.microsoft.com/office/drawing/2014/main" id="{4F6E3EA8-B88E-8529-63B9-FC0283BE818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1" name="rc509">
              <a:extLst>
                <a:ext uri="{FF2B5EF4-FFF2-40B4-BE49-F238E27FC236}">
                  <a16:creationId xmlns:a16="http://schemas.microsoft.com/office/drawing/2014/main" id="{CAA17271-7F33-7AD1-56D7-69220EDD34C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2" name="rc510">
              <a:extLst>
                <a:ext uri="{FF2B5EF4-FFF2-40B4-BE49-F238E27FC236}">
                  <a16:creationId xmlns:a16="http://schemas.microsoft.com/office/drawing/2014/main" id="{8923766C-E318-D26A-5684-9FEDC43C86C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3" name="rc511">
              <a:extLst>
                <a:ext uri="{FF2B5EF4-FFF2-40B4-BE49-F238E27FC236}">
                  <a16:creationId xmlns:a16="http://schemas.microsoft.com/office/drawing/2014/main" id="{C3EC0925-3465-9684-389C-5433C69E415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4" name="rc512">
              <a:extLst>
                <a:ext uri="{FF2B5EF4-FFF2-40B4-BE49-F238E27FC236}">
                  <a16:creationId xmlns:a16="http://schemas.microsoft.com/office/drawing/2014/main" id="{883947D5-5E5F-CE80-3B01-32A39E3ADF1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5" name="rc513">
              <a:extLst>
                <a:ext uri="{FF2B5EF4-FFF2-40B4-BE49-F238E27FC236}">
                  <a16:creationId xmlns:a16="http://schemas.microsoft.com/office/drawing/2014/main" id="{33087D73-5EFA-6897-CB33-54F0BFAA320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6" name="rc514">
              <a:extLst>
                <a:ext uri="{FF2B5EF4-FFF2-40B4-BE49-F238E27FC236}">
                  <a16:creationId xmlns:a16="http://schemas.microsoft.com/office/drawing/2014/main" id="{A2DD6B65-270C-7DCA-B318-CBC54297B4A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7" name="rc515">
              <a:extLst>
                <a:ext uri="{FF2B5EF4-FFF2-40B4-BE49-F238E27FC236}">
                  <a16:creationId xmlns:a16="http://schemas.microsoft.com/office/drawing/2014/main" id="{343E61B6-5FFA-F26D-F71B-B75FC2184F5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8" name="rc516">
              <a:extLst>
                <a:ext uri="{FF2B5EF4-FFF2-40B4-BE49-F238E27FC236}">
                  <a16:creationId xmlns:a16="http://schemas.microsoft.com/office/drawing/2014/main" id="{10E9061D-B96E-ABA9-0574-BEC194CCA4A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9" name="rc517">
              <a:extLst>
                <a:ext uri="{FF2B5EF4-FFF2-40B4-BE49-F238E27FC236}">
                  <a16:creationId xmlns:a16="http://schemas.microsoft.com/office/drawing/2014/main" id="{0484BDF6-D3AB-7AFC-2478-15F5075B60C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0" name="rc518">
              <a:extLst>
                <a:ext uri="{FF2B5EF4-FFF2-40B4-BE49-F238E27FC236}">
                  <a16:creationId xmlns:a16="http://schemas.microsoft.com/office/drawing/2014/main" id="{0E3EBF3D-83DB-E834-E6A7-B72FDCD6F91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1" name="rc519">
              <a:extLst>
                <a:ext uri="{FF2B5EF4-FFF2-40B4-BE49-F238E27FC236}">
                  <a16:creationId xmlns:a16="http://schemas.microsoft.com/office/drawing/2014/main" id="{081B2AF1-C973-373E-A62D-7A97FCBFE49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2" name="rc520">
              <a:extLst>
                <a:ext uri="{FF2B5EF4-FFF2-40B4-BE49-F238E27FC236}">
                  <a16:creationId xmlns:a16="http://schemas.microsoft.com/office/drawing/2014/main" id="{C189CE12-EA4B-7A27-AC85-246E42CF1AF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3" name="rc521">
              <a:extLst>
                <a:ext uri="{FF2B5EF4-FFF2-40B4-BE49-F238E27FC236}">
                  <a16:creationId xmlns:a16="http://schemas.microsoft.com/office/drawing/2014/main" id="{48516E62-9013-A566-EF07-7F84EA797A8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4" name="rc522">
              <a:extLst>
                <a:ext uri="{FF2B5EF4-FFF2-40B4-BE49-F238E27FC236}">
                  <a16:creationId xmlns:a16="http://schemas.microsoft.com/office/drawing/2014/main" id="{D3DDB4C3-0F7A-E1EB-94C9-05A205456D5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5" name="rc523">
              <a:extLst>
                <a:ext uri="{FF2B5EF4-FFF2-40B4-BE49-F238E27FC236}">
                  <a16:creationId xmlns:a16="http://schemas.microsoft.com/office/drawing/2014/main" id="{CE09009E-D32A-4876-71B3-BA1051969BD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6" name="rc524">
              <a:extLst>
                <a:ext uri="{FF2B5EF4-FFF2-40B4-BE49-F238E27FC236}">
                  <a16:creationId xmlns:a16="http://schemas.microsoft.com/office/drawing/2014/main" id="{10656142-7B7A-F0A6-D3DD-C91DE721B11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7" name="rc525">
              <a:extLst>
                <a:ext uri="{FF2B5EF4-FFF2-40B4-BE49-F238E27FC236}">
                  <a16:creationId xmlns:a16="http://schemas.microsoft.com/office/drawing/2014/main" id="{EFBD828B-9443-8A2C-9B4F-AB42DFB02F1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8" name="rc526">
              <a:extLst>
                <a:ext uri="{FF2B5EF4-FFF2-40B4-BE49-F238E27FC236}">
                  <a16:creationId xmlns:a16="http://schemas.microsoft.com/office/drawing/2014/main" id="{D04F0F80-0506-05FE-0DDA-BF4F04A5888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9" name="rc527">
              <a:extLst>
                <a:ext uri="{FF2B5EF4-FFF2-40B4-BE49-F238E27FC236}">
                  <a16:creationId xmlns:a16="http://schemas.microsoft.com/office/drawing/2014/main" id="{12869A7F-8D0B-5407-BF43-42FC93A5EBF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0" name="rc528">
              <a:extLst>
                <a:ext uri="{FF2B5EF4-FFF2-40B4-BE49-F238E27FC236}">
                  <a16:creationId xmlns:a16="http://schemas.microsoft.com/office/drawing/2014/main" id="{73C158E6-6CCD-230C-581A-E55A484A97A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1" name="rc529">
              <a:extLst>
                <a:ext uri="{FF2B5EF4-FFF2-40B4-BE49-F238E27FC236}">
                  <a16:creationId xmlns:a16="http://schemas.microsoft.com/office/drawing/2014/main" id="{A013CE3C-04F2-23C2-6929-4EFD422093E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2" name="rc530">
              <a:extLst>
                <a:ext uri="{FF2B5EF4-FFF2-40B4-BE49-F238E27FC236}">
                  <a16:creationId xmlns:a16="http://schemas.microsoft.com/office/drawing/2014/main" id="{F1AAC7E7-0099-2AFC-F7F6-46693F344AC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3" name="rc531">
              <a:extLst>
                <a:ext uri="{FF2B5EF4-FFF2-40B4-BE49-F238E27FC236}">
                  <a16:creationId xmlns:a16="http://schemas.microsoft.com/office/drawing/2014/main" id="{BB0E4250-AFF7-C823-F3FE-824E19AA346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4" name="rc532">
              <a:extLst>
                <a:ext uri="{FF2B5EF4-FFF2-40B4-BE49-F238E27FC236}">
                  <a16:creationId xmlns:a16="http://schemas.microsoft.com/office/drawing/2014/main" id="{452C5BEA-8AB4-6671-01DA-8672F66038E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5" name="rc533">
              <a:extLst>
                <a:ext uri="{FF2B5EF4-FFF2-40B4-BE49-F238E27FC236}">
                  <a16:creationId xmlns:a16="http://schemas.microsoft.com/office/drawing/2014/main" id="{EB294B6E-1547-8855-7967-A20F782293F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6" name="rc534">
              <a:extLst>
                <a:ext uri="{FF2B5EF4-FFF2-40B4-BE49-F238E27FC236}">
                  <a16:creationId xmlns:a16="http://schemas.microsoft.com/office/drawing/2014/main" id="{DC3400A6-1C5F-25AD-526A-48DC84E17A5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7" name="rc535">
              <a:extLst>
                <a:ext uri="{FF2B5EF4-FFF2-40B4-BE49-F238E27FC236}">
                  <a16:creationId xmlns:a16="http://schemas.microsoft.com/office/drawing/2014/main" id="{27127419-5F52-B4AA-72DB-92CE4255B53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8" name="rc536">
              <a:extLst>
                <a:ext uri="{FF2B5EF4-FFF2-40B4-BE49-F238E27FC236}">
                  <a16:creationId xmlns:a16="http://schemas.microsoft.com/office/drawing/2014/main" id="{14179C38-B3CA-C5D9-0D30-A1DAEB2096C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9" name="rc537">
              <a:extLst>
                <a:ext uri="{FF2B5EF4-FFF2-40B4-BE49-F238E27FC236}">
                  <a16:creationId xmlns:a16="http://schemas.microsoft.com/office/drawing/2014/main" id="{7530E7F7-E214-F5F1-EC84-C52988F0A09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0" name="rc538">
              <a:extLst>
                <a:ext uri="{FF2B5EF4-FFF2-40B4-BE49-F238E27FC236}">
                  <a16:creationId xmlns:a16="http://schemas.microsoft.com/office/drawing/2014/main" id="{7A5516B2-6FCD-288D-8361-7850093C308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1" name="rc539">
              <a:extLst>
                <a:ext uri="{FF2B5EF4-FFF2-40B4-BE49-F238E27FC236}">
                  <a16:creationId xmlns:a16="http://schemas.microsoft.com/office/drawing/2014/main" id="{CDD81334-5E76-9991-1CAD-8F48B88A472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2" name="rc540">
              <a:extLst>
                <a:ext uri="{FF2B5EF4-FFF2-40B4-BE49-F238E27FC236}">
                  <a16:creationId xmlns:a16="http://schemas.microsoft.com/office/drawing/2014/main" id="{60607123-9BBB-B5DF-5AB3-8530135E6C7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3" name="rc541">
              <a:extLst>
                <a:ext uri="{FF2B5EF4-FFF2-40B4-BE49-F238E27FC236}">
                  <a16:creationId xmlns:a16="http://schemas.microsoft.com/office/drawing/2014/main" id="{AF50BEF5-22F6-0D8D-68A8-2E7A9254703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4" name="rc542">
              <a:extLst>
                <a:ext uri="{FF2B5EF4-FFF2-40B4-BE49-F238E27FC236}">
                  <a16:creationId xmlns:a16="http://schemas.microsoft.com/office/drawing/2014/main" id="{B2FFD795-B799-FA2F-E84D-3E3152CF11A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5" name="rc543">
              <a:extLst>
                <a:ext uri="{FF2B5EF4-FFF2-40B4-BE49-F238E27FC236}">
                  <a16:creationId xmlns:a16="http://schemas.microsoft.com/office/drawing/2014/main" id="{D7AB619E-CE2F-2A15-8F22-F229B391383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6" name="rc544">
              <a:extLst>
                <a:ext uri="{FF2B5EF4-FFF2-40B4-BE49-F238E27FC236}">
                  <a16:creationId xmlns:a16="http://schemas.microsoft.com/office/drawing/2014/main" id="{EE092F6A-612B-4F46-719C-85330630ACB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7" name="rc545">
              <a:extLst>
                <a:ext uri="{FF2B5EF4-FFF2-40B4-BE49-F238E27FC236}">
                  <a16:creationId xmlns:a16="http://schemas.microsoft.com/office/drawing/2014/main" id="{D992EF6B-B112-7BC2-5369-8D66E19B796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8" name="rc546">
              <a:extLst>
                <a:ext uri="{FF2B5EF4-FFF2-40B4-BE49-F238E27FC236}">
                  <a16:creationId xmlns:a16="http://schemas.microsoft.com/office/drawing/2014/main" id="{CEE27C64-FF59-7739-03E9-356A06DAF71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9" name="rc547">
              <a:extLst>
                <a:ext uri="{FF2B5EF4-FFF2-40B4-BE49-F238E27FC236}">
                  <a16:creationId xmlns:a16="http://schemas.microsoft.com/office/drawing/2014/main" id="{0EDFD590-0CF1-6862-F5F6-817E8F1F391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0" name="rc548">
              <a:extLst>
                <a:ext uri="{FF2B5EF4-FFF2-40B4-BE49-F238E27FC236}">
                  <a16:creationId xmlns:a16="http://schemas.microsoft.com/office/drawing/2014/main" id="{F45DE073-2694-36D9-2A7A-89E61AAF692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1" name="rc549">
              <a:extLst>
                <a:ext uri="{FF2B5EF4-FFF2-40B4-BE49-F238E27FC236}">
                  <a16:creationId xmlns:a16="http://schemas.microsoft.com/office/drawing/2014/main" id="{E583C510-E3EE-EAD1-840B-9307A2ED141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2" name="rc550">
              <a:extLst>
                <a:ext uri="{FF2B5EF4-FFF2-40B4-BE49-F238E27FC236}">
                  <a16:creationId xmlns:a16="http://schemas.microsoft.com/office/drawing/2014/main" id="{82C1D021-CCC2-9B0A-31ED-2237165CBED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3" name="rc551">
              <a:extLst>
                <a:ext uri="{FF2B5EF4-FFF2-40B4-BE49-F238E27FC236}">
                  <a16:creationId xmlns:a16="http://schemas.microsoft.com/office/drawing/2014/main" id="{1C9C03F9-9159-D3F7-4FAA-DDF4A5BEFE9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4" name="rc552">
              <a:extLst>
                <a:ext uri="{FF2B5EF4-FFF2-40B4-BE49-F238E27FC236}">
                  <a16:creationId xmlns:a16="http://schemas.microsoft.com/office/drawing/2014/main" id="{212E0DEA-9B09-9964-39D4-E4108706857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5" name="rc553">
              <a:extLst>
                <a:ext uri="{FF2B5EF4-FFF2-40B4-BE49-F238E27FC236}">
                  <a16:creationId xmlns:a16="http://schemas.microsoft.com/office/drawing/2014/main" id="{D411EC32-FFCA-1700-1D7B-7138F6B3F05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6" name="rc554">
              <a:extLst>
                <a:ext uri="{FF2B5EF4-FFF2-40B4-BE49-F238E27FC236}">
                  <a16:creationId xmlns:a16="http://schemas.microsoft.com/office/drawing/2014/main" id="{F25B1058-2A05-FDC6-BEBE-D1F1A45BD6E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7" name="rc555">
              <a:extLst>
                <a:ext uri="{FF2B5EF4-FFF2-40B4-BE49-F238E27FC236}">
                  <a16:creationId xmlns:a16="http://schemas.microsoft.com/office/drawing/2014/main" id="{983F3A5D-3FCD-143A-8E29-A33425A7B1B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8" name="rc556">
              <a:extLst>
                <a:ext uri="{FF2B5EF4-FFF2-40B4-BE49-F238E27FC236}">
                  <a16:creationId xmlns:a16="http://schemas.microsoft.com/office/drawing/2014/main" id="{441ABBE6-A790-D833-A535-4D3CB77F6D1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9" name="rc557">
              <a:extLst>
                <a:ext uri="{FF2B5EF4-FFF2-40B4-BE49-F238E27FC236}">
                  <a16:creationId xmlns:a16="http://schemas.microsoft.com/office/drawing/2014/main" id="{050125F8-7F30-31AA-F68F-FC71C09B0B9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0" name="rc558">
              <a:extLst>
                <a:ext uri="{FF2B5EF4-FFF2-40B4-BE49-F238E27FC236}">
                  <a16:creationId xmlns:a16="http://schemas.microsoft.com/office/drawing/2014/main" id="{D95AEDB8-9704-9E64-B3C2-348F1D09496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1" name="rc559">
              <a:extLst>
                <a:ext uri="{FF2B5EF4-FFF2-40B4-BE49-F238E27FC236}">
                  <a16:creationId xmlns:a16="http://schemas.microsoft.com/office/drawing/2014/main" id="{B8CE2C8D-5798-FF39-2A27-FE249E4819C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2" name="rc560">
              <a:extLst>
                <a:ext uri="{FF2B5EF4-FFF2-40B4-BE49-F238E27FC236}">
                  <a16:creationId xmlns:a16="http://schemas.microsoft.com/office/drawing/2014/main" id="{A810A6A6-B855-204D-0D63-B13884709A3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3" name="rc561">
              <a:extLst>
                <a:ext uri="{FF2B5EF4-FFF2-40B4-BE49-F238E27FC236}">
                  <a16:creationId xmlns:a16="http://schemas.microsoft.com/office/drawing/2014/main" id="{305A618E-9DCF-0A3B-06F3-5D794807228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4" name="rc562">
              <a:extLst>
                <a:ext uri="{FF2B5EF4-FFF2-40B4-BE49-F238E27FC236}">
                  <a16:creationId xmlns:a16="http://schemas.microsoft.com/office/drawing/2014/main" id="{ED552B62-7CF3-A748-624C-CFBFE5223D4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5" name="rc563">
              <a:extLst>
                <a:ext uri="{FF2B5EF4-FFF2-40B4-BE49-F238E27FC236}">
                  <a16:creationId xmlns:a16="http://schemas.microsoft.com/office/drawing/2014/main" id="{DB61C86D-83EA-86FD-B534-49EB731F5B4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6" name="rc564">
              <a:extLst>
                <a:ext uri="{FF2B5EF4-FFF2-40B4-BE49-F238E27FC236}">
                  <a16:creationId xmlns:a16="http://schemas.microsoft.com/office/drawing/2014/main" id="{483D8B84-F23C-82EA-CD2F-B174AF928AF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7" name="rc565">
              <a:extLst>
                <a:ext uri="{FF2B5EF4-FFF2-40B4-BE49-F238E27FC236}">
                  <a16:creationId xmlns:a16="http://schemas.microsoft.com/office/drawing/2014/main" id="{592DBD2F-B47B-9D6A-73BB-2A935991E95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8" name="rc566">
              <a:extLst>
                <a:ext uri="{FF2B5EF4-FFF2-40B4-BE49-F238E27FC236}">
                  <a16:creationId xmlns:a16="http://schemas.microsoft.com/office/drawing/2014/main" id="{34A18FBD-F9FD-921B-0D78-082A9DEBBB3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9" name="rc567">
              <a:extLst>
                <a:ext uri="{FF2B5EF4-FFF2-40B4-BE49-F238E27FC236}">
                  <a16:creationId xmlns:a16="http://schemas.microsoft.com/office/drawing/2014/main" id="{B677E80D-8213-23F0-4489-FA5377A4F08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0" name="rc568">
              <a:extLst>
                <a:ext uri="{FF2B5EF4-FFF2-40B4-BE49-F238E27FC236}">
                  <a16:creationId xmlns:a16="http://schemas.microsoft.com/office/drawing/2014/main" id="{A26BA453-4C7C-06E4-03C6-AFFC6212324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1" name="rc569">
              <a:extLst>
                <a:ext uri="{FF2B5EF4-FFF2-40B4-BE49-F238E27FC236}">
                  <a16:creationId xmlns:a16="http://schemas.microsoft.com/office/drawing/2014/main" id="{55FB0396-98C4-9709-1527-0256E4D97C2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2" name="rc570">
              <a:extLst>
                <a:ext uri="{FF2B5EF4-FFF2-40B4-BE49-F238E27FC236}">
                  <a16:creationId xmlns:a16="http://schemas.microsoft.com/office/drawing/2014/main" id="{CFE7C2BF-F59D-81B7-2BAF-54886295348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3" name="rc571">
              <a:extLst>
                <a:ext uri="{FF2B5EF4-FFF2-40B4-BE49-F238E27FC236}">
                  <a16:creationId xmlns:a16="http://schemas.microsoft.com/office/drawing/2014/main" id="{33EC9943-D8E8-489B-440F-7A3EC36455A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4" name="rc572">
              <a:extLst>
                <a:ext uri="{FF2B5EF4-FFF2-40B4-BE49-F238E27FC236}">
                  <a16:creationId xmlns:a16="http://schemas.microsoft.com/office/drawing/2014/main" id="{9A5C25BE-AEE9-2DFD-9795-EF114BE2FE4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5" name="rc573">
              <a:extLst>
                <a:ext uri="{FF2B5EF4-FFF2-40B4-BE49-F238E27FC236}">
                  <a16:creationId xmlns:a16="http://schemas.microsoft.com/office/drawing/2014/main" id="{A7E656C6-7EF7-A238-4F26-459937C6360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6" name="rc574">
              <a:extLst>
                <a:ext uri="{FF2B5EF4-FFF2-40B4-BE49-F238E27FC236}">
                  <a16:creationId xmlns:a16="http://schemas.microsoft.com/office/drawing/2014/main" id="{2D51E81C-47C8-FB36-1AE9-AC4D14AD3FF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7" name="rc575">
              <a:extLst>
                <a:ext uri="{FF2B5EF4-FFF2-40B4-BE49-F238E27FC236}">
                  <a16:creationId xmlns:a16="http://schemas.microsoft.com/office/drawing/2014/main" id="{4DA704D9-10C4-0816-0EF6-FAB20F67158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8" name="rc576">
              <a:extLst>
                <a:ext uri="{FF2B5EF4-FFF2-40B4-BE49-F238E27FC236}">
                  <a16:creationId xmlns:a16="http://schemas.microsoft.com/office/drawing/2014/main" id="{D1FF5FF3-A6DD-F4BE-FE42-A1021036890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9" name="rc577">
              <a:extLst>
                <a:ext uri="{FF2B5EF4-FFF2-40B4-BE49-F238E27FC236}">
                  <a16:creationId xmlns:a16="http://schemas.microsoft.com/office/drawing/2014/main" id="{19ABEE49-AFE1-1D36-751E-53A3290B3B8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0" name="rc578">
              <a:extLst>
                <a:ext uri="{FF2B5EF4-FFF2-40B4-BE49-F238E27FC236}">
                  <a16:creationId xmlns:a16="http://schemas.microsoft.com/office/drawing/2014/main" id="{6A27BBD3-59CD-0162-DD62-F0F79F40839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1" name="rc579">
              <a:extLst>
                <a:ext uri="{FF2B5EF4-FFF2-40B4-BE49-F238E27FC236}">
                  <a16:creationId xmlns:a16="http://schemas.microsoft.com/office/drawing/2014/main" id="{A94BC198-851F-F525-83E9-3461D05AC34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2" name="rc580">
              <a:extLst>
                <a:ext uri="{FF2B5EF4-FFF2-40B4-BE49-F238E27FC236}">
                  <a16:creationId xmlns:a16="http://schemas.microsoft.com/office/drawing/2014/main" id="{8C46574A-B098-FD28-EF59-59D174CEDD9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3" name="rc581">
              <a:extLst>
                <a:ext uri="{FF2B5EF4-FFF2-40B4-BE49-F238E27FC236}">
                  <a16:creationId xmlns:a16="http://schemas.microsoft.com/office/drawing/2014/main" id="{66065487-43D7-1FC9-E66F-970E70FFD10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4" name="rc582">
              <a:extLst>
                <a:ext uri="{FF2B5EF4-FFF2-40B4-BE49-F238E27FC236}">
                  <a16:creationId xmlns:a16="http://schemas.microsoft.com/office/drawing/2014/main" id="{207636D9-2F4D-40A4-39B4-584A852BF7A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5" name="rc583">
              <a:extLst>
                <a:ext uri="{FF2B5EF4-FFF2-40B4-BE49-F238E27FC236}">
                  <a16:creationId xmlns:a16="http://schemas.microsoft.com/office/drawing/2014/main" id="{99EDA7F4-9C1E-2F30-FA2A-B92440E89F7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6" name="rc584">
              <a:extLst>
                <a:ext uri="{FF2B5EF4-FFF2-40B4-BE49-F238E27FC236}">
                  <a16:creationId xmlns:a16="http://schemas.microsoft.com/office/drawing/2014/main" id="{6FE1BFBE-FE64-36AC-87E4-CAAB4607702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7" name="rc585">
              <a:extLst>
                <a:ext uri="{FF2B5EF4-FFF2-40B4-BE49-F238E27FC236}">
                  <a16:creationId xmlns:a16="http://schemas.microsoft.com/office/drawing/2014/main" id="{BEEB7415-B1E0-7B8D-AB3A-CDDD74977CE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8" name="rc586">
              <a:extLst>
                <a:ext uri="{FF2B5EF4-FFF2-40B4-BE49-F238E27FC236}">
                  <a16:creationId xmlns:a16="http://schemas.microsoft.com/office/drawing/2014/main" id="{B1A3932D-24BB-7B38-FD43-E881EB0C9B3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9" name="rc587">
              <a:extLst>
                <a:ext uri="{FF2B5EF4-FFF2-40B4-BE49-F238E27FC236}">
                  <a16:creationId xmlns:a16="http://schemas.microsoft.com/office/drawing/2014/main" id="{BB32EB67-8B36-4E2D-30A6-078D74E2ABA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0" name="rc588">
              <a:extLst>
                <a:ext uri="{FF2B5EF4-FFF2-40B4-BE49-F238E27FC236}">
                  <a16:creationId xmlns:a16="http://schemas.microsoft.com/office/drawing/2014/main" id="{28A194C0-3C68-226B-0E8F-536748E285A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1" name="rc589">
              <a:extLst>
                <a:ext uri="{FF2B5EF4-FFF2-40B4-BE49-F238E27FC236}">
                  <a16:creationId xmlns:a16="http://schemas.microsoft.com/office/drawing/2014/main" id="{7376C105-D9A9-8845-9075-8D98A886AF1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2" name="rc590">
              <a:extLst>
                <a:ext uri="{FF2B5EF4-FFF2-40B4-BE49-F238E27FC236}">
                  <a16:creationId xmlns:a16="http://schemas.microsoft.com/office/drawing/2014/main" id="{AFA144DA-E680-4CC6-072E-7FDECEE2EB7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3" name="rc591">
              <a:extLst>
                <a:ext uri="{FF2B5EF4-FFF2-40B4-BE49-F238E27FC236}">
                  <a16:creationId xmlns:a16="http://schemas.microsoft.com/office/drawing/2014/main" id="{5C885F61-0844-CBE7-3C75-5BB26581944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4" name="rc592">
              <a:extLst>
                <a:ext uri="{FF2B5EF4-FFF2-40B4-BE49-F238E27FC236}">
                  <a16:creationId xmlns:a16="http://schemas.microsoft.com/office/drawing/2014/main" id="{77E64B51-69C1-9EB5-20BE-145FAE89F86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5" name="rc593">
              <a:extLst>
                <a:ext uri="{FF2B5EF4-FFF2-40B4-BE49-F238E27FC236}">
                  <a16:creationId xmlns:a16="http://schemas.microsoft.com/office/drawing/2014/main" id="{DCBDCF07-D890-4047-2EA8-ADA1BC7EFB2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6" name="rc594">
              <a:extLst>
                <a:ext uri="{FF2B5EF4-FFF2-40B4-BE49-F238E27FC236}">
                  <a16:creationId xmlns:a16="http://schemas.microsoft.com/office/drawing/2014/main" id="{318E3729-12C2-D69C-9D30-20461B47FC3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7" name="rc595">
              <a:extLst>
                <a:ext uri="{FF2B5EF4-FFF2-40B4-BE49-F238E27FC236}">
                  <a16:creationId xmlns:a16="http://schemas.microsoft.com/office/drawing/2014/main" id="{04C2FADF-3DF1-B212-9112-1990E53CAB6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8" name="rc596">
              <a:extLst>
                <a:ext uri="{FF2B5EF4-FFF2-40B4-BE49-F238E27FC236}">
                  <a16:creationId xmlns:a16="http://schemas.microsoft.com/office/drawing/2014/main" id="{D3795C8F-F8D8-432A-BF7B-BF11453E893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9" name="rc597">
              <a:extLst>
                <a:ext uri="{FF2B5EF4-FFF2-40B4-BE49-F238E27FC236}">
                  <a16:creationId xmlns:a16="http://schemas.microsoft.com/office/drawing/2014/main" id="{18F11C19-C63D-092B-9E66-E0802F85805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0" name="rc598">
              <a:extLst>
                <a:ext uri="{FF2B5EF4-FFF2-40B4-BE49-F238E27FC236}">
                  <a16:creationId xmlns:a16="http://schemas.microsoft.com/office/drawing/2014/main" id="{37A9C90E-B612-998E-11F6-5337E2174B5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1" name="rc599">
              <a:extLst>
                <a:ext uri="{FF2B5EF4-FFF2-40B4-BE49-F238E27FC236}">
                  <a16:creationId xmlns:a16="http://schemas.microsoft.com/office/drawing/2014/main" id="{5BC73D5E-DAEF-49DB-0E91-ECC6B015E6A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2" name="rc600">
              <a:extLst>
                <a:ext uri="{FF2B5EF4-FFF2-40B4-BE49-F238E27FC236}">
                  <a16:creationId xmlns:a16="http://schemas.microsoft.com/office/drawing/2014/main" id="{BD9E0A1D-0C6D-7F9C-3A35-380B3D8AA35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3" name="rc601">
              <a:extLst>
                <a:ext uri="{FF2B5EF4-FFF2-40B4-BE49-F238E27FC236}">
                  <a16:creationId xmlns:a16="http://schemas.microsoft.com/office/drawing/2014/main" id="{1FFDDF2E-9080-0EEB-6DEF-5861A633AA0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4" name="rc602">
              <a:extLst>
                <a:ext uri="{FF2B5EF4-FFF2-40B4-BE49-F238E27FC236}">
                  <a16:creationId xmlns:a16="http://schemas.microsoft.com/office/drawing/2014/main" id="{E472B9FA-D382-AAE2-6F51-E034067D7E9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5" name="rc603">
              <a:extLst>
                <a:ext uri="{FF2B5EF4-FFF2-40B4-BE49-F238E27FC236}">
                  <a16:creationId xmlns:a16="http://schemas.microsoft.com/office/drawing/2014/main" id="{8333D96A-D57C-45B7-1176-08D0DCEC9B7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6" name="rc604">
              <a:extLst>
                <a:ext uri="{FF2B5EF4-FFF2-40B4-BE49-F238E27FC236}">
                  <a16:creationId xmlns:a16="http://schemas.microsoft.com/office/drawing/2014/main" id="{0B134611-4C2D-5E66-7617-F04997760C4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7" name="rc605">
              <a:extLst>
                <a:ext uri="{FF2B5EF4-FFF2-40B4-BE49-F238E27FC236}">
                  <a16:creationId xmlns:a16="http://schemas.microsoft.com/office/drawing/2014/main" id="{C68B91B8-0427-CEFE-271F-030D0468DC7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8" name="rc606">
              <a:extLst>
                <a:ext uri="{FF2B5EF4-FFF2-40B4-BE49-F238E27FC236}">
                  <a16:creationId xmlns:a16="http://schemas.microsoft.com/office/drawing/2014/main" id="{1DF4FD7F-E00D-8234-5652-A94D10A7023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9" name="rc607">
              <a:extLst>
                <a:ext uri="{FF2B5EF4-FFF2-40B4-BE49-F238E27FC236}">
                  <a16:creationId xmlns:a16="http://schemas.microsoft.com/office/drawing/2014/main" id="{DC491DC6-4764-AB7B-EABA-DCF6D6DD58D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0" name="rc608">
              <a:extLst>
                <a:ext uri="{FF2B5EF4-FFF2-40B4-BE49-F238E27FC236}">
                  <a16:creationId xmlns:a16="http://schemas.microsoft.com/office/drawing/2014/main" id="{DA8B660A-32ED-7ED3-5B9B-8D7B5A178B6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1" name="rc609">
              <a:extLst>
                <a:ext uri="{FF2B5EF4-FFF2-40B4-BE49-F238E27FC236}">
                  <a16:creationId xmlns:a16="http://schemas.microsoft.com/office/drawing/2014/main" id="{FC69F06C-EDB2-9A8F-5045-ED8CABA4FAA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2" name="rc610">
              <a:extLst>
                <a:ext uri="{FF2B5EF4-FFF2-40B4-BE49-F238E27FC236}">
                  <a16:creationId xmlns:a16="http://schemas.microsoft.com/office/drawing/2014/main" id="{1734AFAB-931E-FC2D-4B63-5B7B57F13C7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3" name="rc611">
              <a:extLst>
                <a:ext uri="{FF2B5EF4-FFF2-40B4-BE49-F238E27FC236}">
                  <a16:creationId xmlns:a16="http://schemas.microsoft.com/office/drawing/2014/main" id="{32191775-0394-0A09-F9B8-8A6AED069C0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4" name="rc612">
              <a:extLst>
                <a:ext uri="{FF2B5EF4-FFF2-40B4-BE49-F238E27FC236}">
                  <a16:creationId xmlns:a16="http://schemas.microsoft.com/office/drawing/2014/main" id="{64D94A23-EEF6-1021-EE8E-8A66DBA7056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5" name="rc613">
              <a:extLst>
                <a:ext uri="{FF2B5EF4-FFF2-40B4-BE49-F238E27FC236}">
                  <a16:creationId xmlns:a16="http://schemas.microsoft.com/office/drawing/2014/main" id="{8CC09EAE-B5B9-D479-0BDA-8639FA80F17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6" name="rc614">
              <a:extLst>
                <a:ext uri="{FF2B5EF4-FFF2-40B4-BE49-F238E27FC236}">
                  <a16:creationId xmlns:a16="http://schemas.microsoft.com/office/drawing/2014/main" id="{BE9FFB94-C94D-5A11-5394-48B4442EBA5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7" name="rc615">
              <a:extLst>
                <a:ext uri="{FF2B5EF4-FFF2-40B4-BE49-F238E27FC236}">
                  <a16:creationId xmlns:a16="http://schemas.microsoft.com/office/drawing/2014/main" id="{9D9B03B7-60F0-D142-2966-E1F324ED44C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8" name="rc616">
              <a:extLst>
                <a:ext uri="{FF2B5EF4-FFF2-40B4-BE49-F238E27FC236}">
                  <a16:creationId xmlns:a16="http://schemas.microsoft.com/office/drawing/2014/main" id="{2B2AA821-C9E1-FDB5-DFCD-ADD0245F6F2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9" name="rc617">
              <a:extLst>
                <a:ext uri="{FF2B5EF4-FFF2-40B4-BE49-F238E27FC236}">
                  <a16:creationId xmlns:a16="http://schemas.microsoft.com/office/drawing/2014/main" id="{0C0EC94F-7ED6-DE12-35A4-26DDD4A64B2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0" name="rc618">
              <a:extLst>
                <a:ext uri="{FF2B5EF4-FFF2-40B4-BE49-F238E27FC236}">
                  <a16:creationId xmlns:a16="http://schemas.microsoft.com/office/drawing/2014/main" id="{8C251DAE-780F-D02E-4177-03DE12D673B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1" name="rc619">
              <a:extLst>
                <a:ext uri="{FF2B5EF4-FFF2-40B4-BE49-F238E27FC236}">
                  <a16:creationId xmlns:a16="http://schemas.microsoft.com/office/drawing/2014/main" id="{A5FF45C0-016A-F5A3-0E00-2E9238E8CDB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2" name="rc620">
              <a:extLst>
                <a:ext uri="{FF2B5EF4-FFF2-40B4-BE49-F238E27FC236}">
                  <a16:creationId xmlns:a16="http://schemas.microsoft.com/office/drawing/2014/main" id="{9926DB28-591A-E584-BF1F-C0A02F57A04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3" name="rc621">
              <a:extLst>
                <a:ext uri="{FF2B5EF4-FFF2-40B4-BE49-F238E27FC236}">
                  <a16:creationId xmlns:a16="http://schemas.microsoft.com/office/drawing/2014/main" id="{47632EEE-72C2-FEFC-8BBC-4FDB53A11FD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4" name="rc622">
              <a:extLst>
                <a:ext uri="{FF2B5EF4-FFF2-40B4-BE49-F238E27FC236}">
                  <a16:creationId xmlns:a16="http://schemas.microsoft.com/office/drawing/2014/main" id="{E72AE68B-B19B-C550-C245-C6FCF3447CC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5" name="rc623">
              <a:extLst>
                <a:ext uri="{FF2B5EF4-FFF2-40B4-BE49-F238E27FC236}">
                  <a16:creationId xmlns:a16="http://schemas.microsoft.com/office/drawing/2014/main" id="{058031EA-A195-A7F6-C4F4-96DAA7095DD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6" name="rc624">
              <a:extLst>
                <a:ext uri="{FF2B5EF4-FFF2-40B4-BE49-F238E27FC236}">
                  <a16:creationId xmlns:a16="http://schemas.microsoft.com/office/drawing/2014/main" id="{AB6F04CB-A6A9-7B8B-538B-0688C08EBE7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7" name="rc625">
              <a:extLst>
                <a:ext uri="{FF2B5EF4-FFF2-40B4-BE49-F238E27FC236}">
                  <a16:creationId xmlns:a16="http://schemas.microsoft.com/office/drawing/2014/main" id="{6C934B0F-9F10-6EAA-EC6B-4BB55C7D1D1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8" name="rc626">
              <a:extLst>
                <a:ext uri="{FF2B5EF4-FFF2-40B4-BE49-F238E27FC236}">
                  <a16:creationId xmlns:a16="http://schemas.microsoft.com/office/drawing/2014/main" id="{F027876E-BF72-F5F0-9744-EE26CF49380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9" name="rc627">
              <a:extLst>
                <a:ext uri="{FF2B5EF4-FFF2-40B4-BE49-F238E27FC236}">
                  <a16:creationId xmlns:a16="http://schemas.microsoft.com/office/drawing/2014/main" id="{60EDBDB5-D10B-E905-F5C3-31EA24D95BD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0" name="rc628">
              <a:extLst>
                <a:ext uri="{FF2B5EF4-FFF2-40B4-BE49-F238E27FC236}">
                  <a16:creationId xmlns:a16="http://schemas.microsoft.com/office/drawing/2014/main" id="{76AA1D61-D56A-D93A-6348-A0E5FA83AA7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1" name="rc629">
              <a:extLst>
                <a:ext uri="{FF2B5EF4-FFF2-40B4-BE49-F238E27FC236}">
                  <a16:creationId xmlns:a16="http://schemas.microsoft.com/office/drawing/2014/main" id="{F701B40C-D18B-CB4E-282E-6FBB0EF9A6C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2" name="rc630">
              <a:extLst>
                <a:ext uri="{FF2B5EF4-FFF2-40B4-BE49-F238E27FC236}">
                  <a16:creationId xmlns:a16="http://schemas.microsoft.com/office/drawing/2014/main" id="{53CDC787-8E05-7261-F173-F066D90F8C8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3" name="rc631">
              <a:extLst>
                <a:ext uri="{FF2B5EF4-FFF2-40B4-BE49-F238E27FC236}">
                  <a16:creationId xmlns:a16="http://schemas.microsoft.com/office/drawing/2014/main" id="{DFDBADCA-3B3D-9B87-39BB-4838BC50982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4" name="rc632">
              <a:extLst>
                <a:ext uri="{FF2B5EF4-FFF2-40B4-BE49-F238E27FC236}">
                  <a16:creationId xmlns:a16="http://schemas.microsoft.com/office/drawing/2014/main" id="{1E55910D-F339-961B-BA41-2626016B7A4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5" name="rc633">
              <a:extLst>
                <a:ext uri="{FF2B5EF4-FFF2-40B4-BE49-F238E27FC236}">
                  <a16:creationId xmlns:a16="http://schemas.microsoft.com/office/drawing/2014/main" id="{0CF534BF-BACE-2721-3E24-31CFFBED04B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6" name="rc634">
              <a:extLst>
                <a:ext uri="{FF2B5EF4-FFF2-40B4-BE49-F238E27FC236}">
                  <a16:creationId xmlns:a16="http://schemas.microsoft.com/office/drawing/2014/main" id="{8FE34834-ECA3-2564-DE17-046DF28279B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7" name="rc635">
              <a:extLst>
                <a:ext uri="{FF2B5EF4-FFF2-40B4-BE49-F238E27FC236}">
                  <a16:creationId xmlns:a16="http://schemas.microsoft.com/office/drawing/2014/main" id="{A2CDD388-9C5C-89A2-2FB1-589D658ABBB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8" name="rc636">
              <a:extLst>
                <a:ext uri="{FF2B5EF4-FFF2-40B4-BE49-F238E27FC236}">
                  <a16:creationId xmlns:a16="http://schemas.microsoft.com/office/drawing/2014/main" id="{723FEA88-0F6C-37D1-09B9-42C298D4F21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9" name="rc637">
              <a:extLst>
                <a:ext uri="{FF2B5EF4-FFF2-40B4-BE49-F238E27FC236}">
                  <a16:creationId xmlns:a16="http://schemas.microsoft.com/office/drawing/2014/main" id="{9F21CE32-326B-847C-EE04-036B9CBA59C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0" name="rc638">
              <a:extLst>
                <a:ext uri="{FF2B5EF4-FFF2-40B4-BE49-F238E27FC236}">
                  <a16:creationId xmlns:a16="http://schemas.microsoft.com/office/drawing/2014/main" id="{026F5F62-55A3-00D1-058C-EBF9D9D6095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1" name="rc639">
              <a:extLst>
                <a:ext uri="{FF2B5EF4-FFF2-40B4-BE49-F238E27FC236}">
                  <a16:creationId xmlns:a16="http://schemas.microsoft.com/office/drawing/2014/main" id="{76920382-D5F1-9FA6-526A-85AF497BA03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2" name="rc640">
              <a:extLst>
                <a:ext uri="{FF2B5EF4-FFF2-40B4-BE49-F238E27FC236}">
                  <a16:creationId xmlns:a16="http://schemas.microsoft.com/office/drawing/2014/main" id="{FAA6ABA1-C64A-013B-21DA-EE0BA99D199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3" name="rc641">
              <a:extLst>
                <a:ext uri="{FF2B5EF4-FFF2-40B4-BE49-F238E27FC236}">
                  <a16:creationId xmlns:a16="http://schemas.microsoft.com/office/drawing/2014/main" id="{1AE0F0E4-F0EE-DDE2-D2D8-D4C5B1379DC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4" name="rc642">
              <a:extLst>
                <a:ext uri="{FF2B5EF4-FFF2-40B4-BE49-F238E27FC236}">
                  <a16:creationId xmlns:a16="http://schemas.microsoft.com/office/drawing/2014/main" id="{DAEB9051-B914-4F74-2CE1-7E27A836EE0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5" name="rc643">
              <a:extLst>
                <a:ext uri="{FF2B5EF4-FFF2-40B4-BE49-F238E27FC236}">
                  <a16:creationId xmlns:a16="http://schemas.microsoft.com/office/drawing/2014/main" id="{F0C7E429-7DBF-88F9-8DA6-22099721D97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6" name="rc644">
              <a:extLst>
                <a:ext uri="{FF2B5EF4-FFF2-40B4-BE49-F238E27FC236}">
                  <a16:creationId xmlns:a16="http://schemas.microsoft.com/office/drawing/2014/main" id="{9CB3C229-F752-C26E-D078-3F71BF058FD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7" name="rc645">
              <a:extLst>
                <a:ext uri="{FF2B5EF4-FFF2-40B4-BE49-F238E27FC236}">
                  <a16:creationId xmlns:a16="http://schemas.microsoft.com/office/drawing/2014/main" id="{624048C9-89ED-A21A-951E-8ACCF973C9E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8" name="rc646">
              <a:extLst>
                <a:ext uri="{FF2B5EF4-FFF2-40B4-BE49-F238E27FC236}">
                  <a16:creationId xmlns:a16="http://schemas.microsoft.com/office/drawing/2014/main" id="{D9693E73-0DB1-CA3E-A574-2CE227EA0CC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9" name="rc647">
              <a:extLst>
                <a:ext uri="{FF2B5EF4-FFF2-40B4-BE49-F238E27FC236}">
                  <a16:creationId xmlns:a16="http://schemas.microsoft.com/office/drawing/2014/main" id="{11E4C333-4D05-111F-F5E1-0E1146C2220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0" name="rc648">
              <a:extLst>
                <a:ext uri="{FF2B5EF4-FFF2-40B4-BE49-F238E27FC236}">
                  <a16:creationId xmlns:a16="http://schemas.microsoft.com/office/drawing/2014/main" id="{14364A54-83EA-0312-E722-F8E68D32BB7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1" name="rc649">
              <a:extLst>
                <a:ext uri="{FF2B5EF4-FFF2-40B4-BE49-F238E27FC236}">
                  <a16:creationId xmlns:a16="http://schemas.microsoft.com/office/drawing/2014/main" id="{74204F7B-F644-DC6D-FD4D-21CA7F202BA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2" name="rc650">
              <a:extLst>
                <a:ext uri="{FF2B5EF4-FFF2-40B4-BE49-F238E27FC236}">
                  <a16:creationId xmlns:a16="http://schemas.microsoft.com/office/drawing/2014/main" id="{AFEA4338-D9B0-2AE5-FC1F-582DAC4F256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3" name="rc651">
              <a:extLst>
                <a:ext uri="{FF2B5EF4-FFF2-40B4-BE49-F238E27FC236}">
                  <a16:creationId xmlns:a16="http://schemas.microsoft.com/office/drawing/2014/main" id="{94EA3068-E580-630B-3B1D-0050C3E3D04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4" name="rc652">
              <a:extLst>
                <a:ext uri="{FF2B5EF4-FFF2-40B4-BE49-F238E27FC236}">
                  <a16:creationId xmlns:a16="http://schemas.microsoft.com/office/drawing/2014/main" id="{B7D3E185-9635-A2A2-1897-855638BC75B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5" name="rc653">
              <a:extLst>
                <a:ext uri="{FF2B5EF4-FFF2-40B4-BE49-F238E27FC236}">
                  <a16:creationId xmlns:a16="http://schemas.microsoft.com/office/drawing/2014/main" id="{4B18B849-1E01-1527-96CD-3604CCE69D0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6" name="rc654">
              <a:extLst>
                <a:ext uri="{FF2B5EF4-FFF2-40B4-BE49-F238E27FC236}">
                  <a16:creationId xmlns:a16="http://schemas.microsoft.com/office/drawing/2014/main" id="{1D1EB837-3C5A-8570-DABF-B95281D7DA3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7" name="rc655">
              <a:extLst>
                <a:ext uri="{FF2B5EF4-FFF2-40B4-BE49-F238E27FC236}">
                  <a16:creationId xmlns:a16="http://schemas.microsoft.com/office/drawing/2014/main" id="{1D0638C0-CEFC-58C5-782C-CDC9510D939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8" name="rc656">
              <a:extLst>
                <a:ext uri="{FF2B5EF4-FFF2-40B4-BE49-F238E27FC236}">
                  <a16:creationId xmlns:a16="http://schemas.microsoft.com/office/drawing/2014/main" id="{BFABA2FB-85C0-4B69-2371-DDB6E378EE1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9" name="rc657">
              <a:extLst>
                <a:ext uri="{FF2B5EF4-FFF2-40B4-BE49-F238E27FC236}">
                  <a16:creationId xmlns:a16="http://schemas.microsoft.com/office/drawing/2014/main" id="{0121984E-44C4-4F68-E211-2DD3B7D5897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0" name="rc658">
              <a:extLst>
                <a:ext uri="{FF2B5EF4-FFF2-40B4-BE49-F238E27FC236}">
                  <a16:creationId xmlns:a16="http://schemas.microsoft.com/office/drawing/2014/main" id="{4A5B33D2-ACCB-1FAC-28B8-E54FEEE6654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1" name="rc659">
              <a:extLst>
                <a:ext uri="{FF2B5EF4-FFF2-40B4-BE49-F238E27FC236}">
                  <a16:creationId xmlns:a16="http://schemas.microsoft.com/office/drawing/2014/main" id="{03994DF7-C56C-6609-FBA6-618624AED34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2" name="rc660">
              <a:extLst>
                <a:ext uri="{FF2B5EF4-FFF2-40B4-BE49-F238E27FC236}">
                  <a16:creationId xmlns:a16="http://schemas.microsoft.com/office/drawing/2014/main" id="{E87602D1-7970-53D4-D82F-D91EA3B4636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3" name="rc661">
              <a:extLst>
                <a:ext uri="{FF2B5EF4-FFF2-40B4-BE49-F238E27FC236}">
                  <a16:creationId xmlns:a16="http://schemas.microsoft.com/office/drawing/2014/main" id="{8C3BAE2D-4672-6E7A-3534-4A6077795B3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4" name="rc662">
              <a:extLst>
                <a:ext uri="{FF2B5EF4-FFF2-40B4-BE49-F238E27FC236}">
                  <a16:creationId xmlns:a16="http://schemas.microsoft.com/office/drawing/2014/main" id="{2ED3C8E0-2C1D-AD82-D45D-044F7CB244E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5" name="rc663">
              <a:extLst>
                <a:ext uri="{FF2B5EF4-FFF2-40B4-BE49-F238E27FC236}">
                  <a16:creationId xmlns:a16="http://schemas.microsoft.com/office/drawing/2014/main" id="{9F52CE2D-BC6D-6C24-CACE-01AC1583AC9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6" name="rc664">
              <a:extLst>
                <a:ext uri="{FF2B5EF4-FFF2-40B4-BE49-F238E27FC236}">
                  <a16:creationId xmlns:a16="http://schemas.microsoft.com/office/drawing/2014/main" id="{8EB50FD6-AD64-F845-1C88-8AB57B70DE5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7" name="rc665">
              <a:extLst>
                <a:ext uri="{FF2B5EF4-FFF2-40B4-BE49-F238E27FC236}">
                  <a16:creationId xmlns:a16="http://schemas.microsoft.com/office/drawing/2014/main" id="{DCE6EA53-291A-32A4-CEBA-A433D34C594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8" name="rc666">
              <a:extLst>
                <a:ext uri="{FF2B5EF4-FFF2-40B4-BE49-F238E27FC236}">
                  <a16:creationId xmlns:a16="http://schemas.microsoft.com/office/drawing/2014/main" id="{456CB154-F95D-F74C-6BA9-45ADE44C72B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9" name="rc667">
              <a:extLst>
                <a:ext uri="{FF2B5EF4-FFF2-40B4-BE49-F238E27FC236}">
                  <a16:creationId xmlns:a16="http://schemas.microsoft.com/office/drawing/2014/main" id="{113EA4E8-2F21-B6E0-0D8D-5A40DC4E3E1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0" name="rc668">
              <a:extLst>
                <a:ext uri="{FF2B5EF4-FFF2-40B4-BE49-F238E27FC236}">
                  <a16:creationId xmlns:a16="http://schemas.microsoft.com/office/drawing/2014/main" id="{0A2920B1-E469-A96D-30DE-386B8962094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1" name="rc669">
              <a:extLst>
                <a:ext uri="{FF2B5EF4-FFF2-40B4-BE49-F238E27FC236}">
                  <a16:creationId xmlns:a16="http://schemas.microsoft.com/office/drawing/2014/main" id="{94F2847D-3EB3-6FE1-7D87-1934D16BFA0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2" name="rc670">
              <a:extLst>
                <a:ext uri="{FF2B5EF4-FFF2-40B4-BE49-F238E27FC236}">
                  <a16:creationId xmlns:a16="http://schemas.microsoft.com/office/drawing/2014/main" id="{63C126B5-E1A9-A25C-7E22-372D760EF10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3" name="rc671">
              <a:extLst>
                <a:ext uri="{FF2B5EF4-FFF2-40B4-BE49-F238E27FC236}">
                  <a16:creationId xmlns:a16="http://schemas.microsoft.com/office/drawing/2014/main" id="{BE22638C-46B1-42EE-9599-1F8C0045B4F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4" name="rc672">
              <a:extLst>
                <a:ext uri="{FF2B5EF4-FFF2-40B4-BE49-F238E27FC236}">
                  <a16:creationId xmlns:a16="http://schemas.microsoft.com/office/drawing/2014/main" id="{D7E3B37F-A368-4BD0-1D33-F52A551D34C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5" name="rc673">
              <a:extLst>
                <a:ext uri="{FF2B5EF4-FFF2-40B4-BE49-F238E27FC236}">
                  <a16:creationId xmlns:a16="http://schemas.microsoft.com/office/drawing/2014/main" id="{1075DBBF-D8F0-E35E-9D02-482BF45A4C5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6" name="rc674">
              <a:extLst>
                <a:ext uri="{FF2B5EF4-FFF2-40B4-BE49-F238E27FC236}">
                  <a16:creationId xmlns:a16="http://schemas.microsoft.com/office/drawing/2014/main" id="{7C09D2FA-09E5-EDFB-AE9B-D88BDDECAA2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7" name="rc675">
              <a:extLst>
                <a:ext uri="{FF2B5EF4-FFF2-40B4-BE49-F238E27FC236}">
                  <a16:creationId xmlns:a16="http://schemas.microsoft.com/office/drawing/2014/main" id="{4F7B08D1-F61C-C570-5E36-BCC582268D2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8" name="rc676">
              <a:extLst>
                <a:ext uri="{FF2B5EF4-FFF2-40B4-BE49-F238E27FC236}">
                  <a16:creationId xmlns:a16="http://schemas.microsoft.com/office/drawing/2014/main" id="{5AAF44DA-60D2-3624-CB9D-93779BDEA59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9" name="rc677">
              <a:extLst>
                <a:ext uri="{FF2B5EF4-FFF2-40B4-BE49-F238E27FC236}">
                  <a16:creationId xmlns:a16="http://schemas.microsoft.com/office/drawing/2014/main" id="{5BACA4C0-E4AF-2BE9-FB03-09A3FF96EA3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0" name="rc678">
              <a:extLst>
                <a:ext uri="{FF2B5EF4-FFF2-40B4-BE49-F238E27FC236}">
                  <a16:creationId xmlns:a16="http://schemas.microsoft.com/office/drawing/2014/main" id="{67D501AE-AAA6-9E43-E00A-3E49A0CF921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1" name="rc679">
              <a:extLst>
                <a:ext uri="{FF2B5EF4-FFF2-40B4-BE49-F238E27FC236}">
                  <a16:creationId xmlns:a16="http://schemas.microsoft.com/office/drawing/2014/main" id="{FAA1EC95-3982-C86F-47EA-B64DF6DDAB6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2" name="rc680">
              <a:extLst>
                <a:ext uri="{FF2B5EF4-FFF2-40B4-BE49-F238E27FC236}">
                  <a16:creationId xmlns:a16="http://schemas.microsoft.com/office/drawing/2014/main" id="{A14C6005-00BA-3BA6-A9E9-D0F84859E60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3" name="rc681">
              <a:extLst>
                <a:ext uri="{FF2B5EF4-FFF2-40B4-BE49-F238E27FC236}">
                  <a16:creationId xmlns:a16="http://schemas.microsoft.com/office/drawing/2014/main" id="{90A611A6-6385-31F9-DA51-8FDFC463FBD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4" name="rc682">
              <a:extLst>
                <a:ext uri="{FF2B5EF4-FFF2-40B4-BE49-F238E27FC236}">
                  <a16:creationId xmlns:a16="http://schemas.microsoft.com/office/drawing/2014/main" id="{0A6C37C0-7D5A-10EE-00B0-7831F4EAB5D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5" name="rc683">
              <a:extLst>
                <a:ext uri="{FF2B5EF4-FFF2-40B4-BE49-F238E27FC236}">
                  <a16:creationId xmlns:a16="http://schemas.microsoft.com/office/drawing/2014/main" id="{6A835D5F-A335-FB87-E02C-54257213285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6" name="rc684">
              <a:extLst>
                <a:ext uri="{FF2B5EF4-FFF2-40B4-BE49-F238E27FC236}">
                  <a16:creationId xmlns:a16="http://schemas.microsoft.com/office/drawing/2014/main" id="{F9425215-DF7C-C789-2113-43B92ACF80F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7" name="rc685">
              <a:extLst>
                <a:ext uri="{FF2B5EF4-FFF2-40B4-BE49-F238E27FC236}">
                  <a16:creationId xmlns:a16="http://schemas.microsoft.com/office/drawing/2014/main" id="{84D8FD19-52AB-EDB6-D70E-F4068134575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8" name="rc686">
              <a:extLst>
                <a:ext uri="{FF2B5EF4-FFF2-40B4-BE49-F238E27FC236}">
                  <a16:creationId xmlns:a16="http://schemas.microsoft.com/office/drawing/2014/main" id="{986139D3-62D9-CD0D-7E8D-59FBF79CF74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9" name="rc687">
              <a:extLst>
                <a:ext uri="{FF2B5EF4-FFF2-40B4-BE49-F238E27FC236}">
                  <a16:creationId xmlns:a16="http://schemas.microsoft.com/office/drawing/2014/main" id="{2D9EDBC9-DE14-A76C-09BC-2D2C37107FE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0" name="rc688">
              <a:extLst>
                <a:ext uri="{FF2B5EF4-FFF2-40B4-BE49-F238E27FC236}">
                  <a16:creationId xmlns:a16="http://schemas.microsoft.com/office/drawing/2014/main" id="{628E4501-71B3-B9DC-8C65-0DE81CB92C3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1" name="rc689">
              <a:extLst>
                <a:ext uri="{FF2B5EF4-FFF2-40B4-BE49-F238E27FC236}">
                  <a16:creationId xmlns:a16="http://schemas.microsoft.com/office/drawing/2014/main" id="{0245242D-436B-59E7-2569-10F848839F5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2" name="rc690">
              <a:extLst>
                <a:ext uri="{FF2B5EF4-FFF2-40B4-BE49-F238E27FC236}">
                  <a16:creationId xmlns:a16="http://schemas.microsoft.com/office/drawing/2014/main" id="{069F3259-7C5B-F426-04E2-7D50DAEF724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3" name="rc691">
              <a:extLst>
                <a:ext uri="{FF2B5EF4-FFF2-40B4-BE49-F238E27FC236}">
                  <a16:creationId xmlns:a16="http://schemas.microsoft.com/office/drawing/2014/main" id="{BB6D79F2-4CC8-74E4-EC75-93F80F284C0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4" name="rc692">
              <a:extLst>
                <a:ext uri="{FF2B5EF4-FFF2-40B4-BE49-F238E27FC236}">
                  <a16:creationId xmlns:a16="http://schemas.microsoft.com/office/drawing/2014/main" id="{ABEFBBCC-086B-2BC3-4640-459669A1473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5" name="rc693">
              <a:extLst>
                <a:ext uri="{FF2B5EF4-FFF2-40B4-BE49-F238E27FC236}">
                  <a16:creationId xmlns:a16="http://schemas.microsoft.com/office/drawing/2014/main" id="{EB6F7159-C7D7-B105-FB6B-BF16E360690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6" name="rc694">
              <a:extLst>
                <a:ext uri="{FF2B5EF4-FFF2-40B4-BE49-F238E27FC236}">
                  <a16:creationId xmlns:a16="http://schemas.microsoft.com/office/drawing/2014/main" id="{87E96C6A-DCF9-86E5-5E5B-72B3CCB8CEB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7" name="rc695">
              <a:extLst>
                <a:ext uri="{FF2B5EF4-FFF2-40B4-BE49-F238E27FC236}">
                  <a16:creationId xmlns:a16="http://schemas.microsoft.com/office/drawing/2014/main" id="{09242193-F65B-62F4-50A6-8C2229F4476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8" name="rc696">
              <a:extLst>
                <a:ext uri="{FF2B5EF4-FFF2-40B4-BE49-F238E27FC236}">
                  <a16:creationId xmlns:a16="http://schemas.microsoft.com/office/drawing/2014/main" id="{A1B3606E-D4DF-8397-23F8-BB9B58E0B54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9" name="rc697">
              <a:extLst>
                <a:ext uri="{FF2B5EF4-FFF2-40B4-BE49-F238E27FC236}">
                  <a16:creationId xmlns:a16="http://schemas.microsoft.com/office/drawing/2014/main" id="{7BC36F3B-AEE8-B518-30DB-F6B1DC35912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0" name="rc698">
              <a:extLst>
                <a:ext uri="{FF2B5EF4-FFF2-40B4-BE49-F238E27FC236}">
                  <a16:creationId xmlns:a16="http://schemas.microsoft.com/office/drawing/2014/main" id="{F535F633-633D-E214-410E-0B3486F2E21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1" name="rc699">
              <a:extLst>
                <a:ext uri="{FF2B5EF4-FFF2-40B4-BE49-F238E27FC236}">
                  <a16:creationId xmlns:a16="http://schemas.microsoft.com/office/drawing/2014/main" id="{952FB0B0-7B9F-FE54-8A90-060D463BAC2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2" name="rc700">
              <a:extLst>
                <a:ext uri="{FF2B5EF4-FFF2-40B4-BE49-F238E27FC236}">
                  <a16:creationId xmlns:a16="http://schemas.microsoft.com/office/drawing/2014/main" id="{6D440291-B465-E8A0-5982-6EC7393D2D6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3" name="rc701">
              <a:extLst>
                <a:ext uri="{FF2B5EF4-FFF2-40B4-BE49-F238E27FC236}">
                  <a16:creationId xmlns:a16="http://schemas.microsoft.com/office/drawing/2014/main" id="{2BDD23D2-93C7-CDC1-8B9E-0E4861EE060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4" name="rc702">
              <a:extLst>
                <a:ext uri="{FF2B5EF4-FFF2-40B4-BE49-F238E27FC236}">
                  <a16:creationId xmlns:a16="http://schemas.microsoft.com/office/drawing/2014/main" id="{77A760E6-E67A-0DF0-11AD-CBC3806832E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5" name="rc703">
              <a:extLst>
                <a:ext uri="{FF2B5EF4-FFF2-40B4-BE49-F238E27FC236}">
                  <a16:creationId xmlns:a16="http://schemas.microsoft.com/office/drawing/2014/main" id="{B35F76F3-C2A5-4AD1-5102-08DD19A965F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6" name="rc704">
              <a:extLst>
                <a:ext uri="{FF2B5EF4-FFF2-40B4-BE49-F238E27FC236}">
                  <a16:creationId xmlns:a16="http://schemas.microsoft.com/office/drawing/2014/main" id="{ACEC362D-5B5F-0DCA-A70D-09244C75A6B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7" name="rc705">
              <a:extLst>
                <a:ext uri="{FF2B5EF4-FFF2-40B4-BE49-F238E27FC236}">
                  <a16:creationId xmlns:a16="http://schemas.microsoft.com/office/drawing/2014/main" id="{BC119048-9AE7-E8F4-7F8D-19B40A2DC2C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8" name="rc706">
              <a:extLst>
                <a:ext uri="{FF2B5EF4-FFF2-40B4-BE49-F238E27FC236}">
                  <a16:creationId xmlns:a16="http://schemas.microsoft.com/office/drawing/2014/main" id="{B3A43C7C-DEBF-D210-FAD7-9FC5F0758CB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9" name="rc707">
              <a:extLst>
                <a:ext uri="{FF2B5EF4-FFF2-40B4-BE49-F238E27FC236}">
                  <a16:creationId xmlns:a16="http://schemas.microsoft.com/office/drawing/2014/main" id="{4502B7C5-A31A-5F92-59BA-AC5E5AC1D2C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0" name="rc708">
              <a:extLst>
                <a:ext uri="{FF2B5EF4-FFF2-40B4-BE49-F238E27FC236}">
                  <a16:creationId xmlns:a16="http://schemas.microsoft.com/office/drawing/2014/main" id="{35E6F91D-2B25-A3FB-3838-0B60D288245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1" name="rc709">
              <a:extLst>
                <a:ext uri="{FF2B5EF4-FFF2-40B4-BE49-F238E27FC236}">
                  <a16:creationId xmlns:a16="http://schemas.microsoft.com/office/drawing/2014/main" id="{94809D70-90E4-D138-2EC0-83C3C95C305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2" name="rc710">
              <a:extLst>
                <a:ext uri="{FF2B5EF4-FFF2-40B4-BE49-F238E27FC236}">
                  <a16:creationId xmlns:a16="http://schemas.microsoft.com/office/drawing/2014/main" id="{30B81720-71F1-025C-6F1C-9DECECF89D2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3" name="rc711">
              <a:extLst>
                <a:ext uri="{FF2B5EF4-FFF2-40B4-BE49-F238E27FC236}">
                  <a16:creationId xmlns:a16="http://schemas.microsoft.com/office/drawing/2014/main" id="{0E8709C2-F00E-5210-F6BE-504CF36EA90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4" name="rc712">
              <a:extLst>
                <a:ext uri="{FF2B5EF4-FFF2-40B4-BE49-F238E27FC236}">
                  <a16:creationId xmlns:a16="http://schemas.microsoft.com/office/drawing/2014/main" id="{6B0C6FC3-6730-FC4D-D7CD-71960C1A5CE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5" name="rc713">
              <a:extLst>
                <a:ext uri="{FF2B5EF4-FFF2-40B4-BE49-F238E27FC236}">
                  <a16:creationId xmlns:a16="http://schemas.microsoft.com/office/drawing/2014/main" id="{556655BF-27DA-BA2C-82A1-07A5D6E96E6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6" name="rc714">
              <a:extLst>
                <a:ext uri="{FF2B5EF4-FFF2-40B4-BE49-F238E27FC236}">
                  <a16:creationId xmlns:a16="http://schemas.microsoft.com/office/drawing/2014/main" id="{EE368EE0-82A6-02DC-A069-5F74850DACD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7" name="rc715">
              <a:extLst>
                <a:ext uri="{FF2B5EF4-FFF2-40B4-BE49-F238E27FC236}">
                  <a16:creationId xmlns:a16="http://schemas.microsoft.com/office/drawing/2014/main" id="{3155A667-6D6C-66F8-BA63-D22528BD48E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8" name="rc716">
              <a:extLst>
                <a:ext uri="{FF2B5EF4-FFF2-40B4-BE49-F238E27FC236}">
                  <a16:creationId xmlns:a16="http://schemas.microsoft.com/office/drawing/2014/main" id="{99AAAFEC-5B58-3034-C28A-27C9F4133B0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9" name="rc717">
              <a:extLst>
                <a:ext uri="{FF2B5EF4-FFF2-40B4-BE49-F238E27FC236}">
                  <a16:creationId xmlns:a16="http://schemas.microsoft.com/office/drawing/2014/main" id="{BA4AA962-F84C-2D39-1F3E-D9D20E93552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0" name="rc718">
              <a:extLst>
                <a:ext uri="{FF2B5EF4-FFF2-40B4-BE49-F238E27FC236}">
                  <a16:creationId xmlns:a16="http://schemas.microsoft.com/office/drawing/2014/main" id="{7E2BE52F-7479-D8A2-D7F8-2BBB63EB25D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1" name="rc719">
              <a:extLst>
                <a:ext uri="{FF2B5EF4-FFF2-40B4-BE49-F238E27FC236}">
                  <a16:creationId xmlns:a16="http://schemas.microsoft.com/office/drawing/2014/main" id="{09730622-12F7-62DD-5025-49C06FCEAD3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2" name="rc720">
              <a:extLst>
                <a:ext uri="{FF2B5EF4-FFF2-40B4-BE49-F238E27FC236}">
                  <a16:creationId xmlns:a16="http://schemas.microsoft.com/office/drawing/2014/main" id="{8EBBCCB8-F33F-1552-F43E-1C8D3AC4A02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3" name="rc721">
              <a:extLst>
                <a:ext uri="{FF2B5EF4-FFF2-40B4-BE49-F238E27FC236}">
                  <a16:creationId xmlns:a16="http://schemas.microsoft.com/office/drawing/2014/main" id="{5F53A1D7-A239-70CA-1548-5BA13874330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4" name="rc722">
              <a:extLst>
                <a:ext uri="{FF2B5EF4-FFF2-40B4-BE49-F238E27FC236}">
                  <a16:creationId xmlns:a16="http://schemas.microsoft.com/office/drawing/2014/main" id="{3B91A346-2D2C-443E-7858-8E58616C9FD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5" name="rc723">
              <a:extLst>
                <a:ext uri="{FF2B5EF4-FFF2-40B4-BE49-F238E27FC236}">
                  <a16:creationId xmlns:a16="http://schemas.microsoft.com/office/drawing/2014/main" id="{342AAEE4-838F-0B48-615C-C51BB85B993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6" name="rc724">
              <a:extLst>
                <a:ext uri="{FF2B5EF4-FFF2-40B4-BE49-F238E27FC236}">
                  <a16:creationId xmlns:a16="http://schemas.microsoft.com/office/drawing/2014/main" id="{556210F1-6D0C-9E92-93C0-96126563BD1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7" name="rc725">
              <a:extLst>
                <a:ext uri="{FF2B5EF4-FFF2-40B4-BE49-F238E27FC236}">
                  <a16:creationId xmlns:a16="http://schemas.microsoft.com/office/drawing/2014/main" id="{3E976E32-D090-2FD5-587A-880CC051F14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8" name="rc726">
              <a:extLst>
                <a:ext uri="{FF2B5EF4-FFF2-40B4-BE49-F238E27FC236}">
                  <a16:creationId xmlns:a16="http://schemas.microsoft.com/office/drawing/2014/main" id="{F103DE17-329A-3C8F-4E9E-4CD42C8D32A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9" name="rc727">
              <a:extLst>
                <a:ext uri="{FF2B5EF4-FFF2-40B4-BE49-F238E27FC236}">
                  <a16:creationId xmlns:a16="http://schemas.microsoft.com/office/drawing/2014/main" id="{8159D565-92E9-E1F9-EC2A-9E49F6BDEFE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0" name="rc728">
              <a:extLst>
                <a:ext uri="{FF2B5EF4-FFF2-40B4-BE49-F238E27FC236}">
                  <a16:creationId xmlns:a16="http://schemas.microsoft.com/office/drawing/2014/main" id="{7811318F-DDA3-C5C8-5F17-CF05378F1FF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1" name="rc729">
              <a:extLst>
                <a:ext uri="{FF2B5EF4-FFF2-40B4-BE49-F238E27FC236}">
                  <a16:creationId xmlns:a16="http://schemas.microsoft.com/office/drawing/2014/main" id="{00BE6AE2-082D-6363-3700-E5006D315B6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2" name="rc730">
              <a:extLst>
                <a:ext uri="{FF2B5EF4-FFF2-40B4-BE49-F238E27FC236}">
                  <a16:creationId xmlns:a16="http://schemas.microsoft.com/office/drawing/2014/main" id="{34A56111-393E-023F-D27F-E0FE318104D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3" name="rc731">
              <a:extLst>
                <a:ext uri="{FF2B5EF4-FFF2-40B4-BE49-F238E27FC236}">
                  <a16:creationId xmlns:a16="http://schemas.microsoft.com/office/drawing/2014/main" id="{26037CD3-59FB-0F30-C593-0AC5D34F578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4" name="rc732">
              <a:extLst>
                <a:ext uri="{FF2B5EF4-FFF2-40B4-BE49-F238E27FC236}">
                  <a16:creationId xmlns:a16="http://schemas.microsoft.com/office/drawing/2014/main" id="{732BD33C-A73D-F890-2BCE-D207549F75F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5" name="rc733">
              <a:extLst>
                <a:ext uri="{FF2B5EF4-FFF2-40B4-BE49-F238E27FC236}">
                  <a16:creationId xmlns:a16="http://schemas.microsoft.com/office/drawing/2014/main" id="{5108D1A2-01DC-A720-3B53-2BAE6E4780F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6" name="rc734">
              <a:extLst>
                <a:ext uri="{FF2B5EF4-FFF2-40B4-BE49-F238E27FC236}">
                  <a16:creationId xmlns:a16="http://schemas.microsoft.com/office/drawing/2014/main" id="{C380A96F-8972-BB93-8A06-AE7A137A05D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7" name="rc735">
              <a:extLst>
                <a:ext uri="{FF2B5EF4-FFF2-40B4-BE49-F238E27FC236}">
                  <a16:creationId xmlns:a16="http://schemas.microsoft.com/office/drawing/2014/main" id="{6B74EE61-0BD5-96CF-25C4-0D7FD932F63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8" name="rc736">
              <a:extLst>
                <a:ext uri="{FF2B5EF4-FFF2-40B4-BE49-F238E27FC236}">
                  <a16:creationId xmlns:a16="http://schemas.microsoft.com/office/drawing/2014/main" id="{AA4C10F4-6DBF-B394-CE86-A4CC4A125E0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9" name="rc737">
              <a:extLst>
                <a:ext uri="{FF2B5EF4-FFF2-40B4-BE49-F238E27FC236}">
                  <a16:creationId xmlns:a16="http://schemas.microsoft.com/office/drawing/2014/main" id="{B852D52D-4E43-7225-9F88-520582D4CA1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0" name="rc738">
              <a:extLst>
                <a:ext uri="{FF2B5EF4-FFF2-40B4-BE49-F238E27FC236}">
                  <a16:creationId xmlns:a16="http://schemas.microsoft.com/office/drawing/2014/main" id="{AE8905D0-C52D-D696-56A8-7F58F656169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1" name="rc739">
              <a:extLst>
                <a:ext uri="{FF2B5EF4-FFF2-40B4-BE49-F238E27FC236}">
                  <a16:creationId xmlns:a16="http://schemas.microsoft.com/office/drawing/2014/main" id="{6826E63A-38AD-02B1-ADC0-FE672389CAF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2" name="rc740">
              <a:extLst>
                <a:ext uri="{FF2B5EF4-FFF2-40B4-BE49-F238E27FC236}">
                  <a16:creationId xmlns:a16="http://schemas.microsoft.com/office/drawing/2014/main" id="{81361407-96B9-D3BC-7532-78346C03324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3" name="rc741">
              <a:extLst>
                <a:ext uri="{FF2B5EF4-FFF2-40B4-BE49-F238E27FC236}">
                  <a16:creationId xmlns:a16="http://schemas.microsoft.com/office/drawing/2014/main" id="{85ADDF21-32E7-D4DF-927C-4B2F3BC3640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4" name="rc742">
              <a:extLst>
                <a:ext uri="{FF2B5EF4-FFF2-40B4-BE49-F238E27FC236}">
                  <a16:creationId xmlns:a16="http://schemas.microsoft.com/office/drawing/2014/main" id="{890F254B-6657-1FEB-BD57-6E723FE17FC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5" name="rc743">
              <a:extLst>
                <a:ext uri="{FF2B5EF4-FFF2-40B4-BE49-F238E27FC236}">
                  <a16:creationId xmlns:a16="http://schemas.microsoft.com/office/drawing/2014/main" id="{EFA32CBB-2594-E76E-995D-2EF7FD56D55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6" name="rc744">
              <a:extLst>
                <a:ext uri="{FF2B5EF4-FFF2-40B4-BE49-F238E27FC236}">
                  <a16:creationId xmlns:a16="http://schemas.microsoft.com/office/drawing/2014/main" id="{4046BF76-4096-4775-7F44-4FF7B464346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7" name="rc745">
              <a:extLst>
                <a:ext uri="{FF2B5EF4-FFF2-40B4-BE49-F238E27FC236}">
                  <a16:creationId xmlns:a16="http://schemas.microsoft.com/office/drawing/2014/main" id="{0C72D211-9D25-0CAB-30FF-BA56F6132A2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8" name="rc746">
              <a:extLst>
                <a:ext uri="{FF2B5EF4-FFF2-40B4-BE49-F238E27FC236}">
                  <a16:creationId xmlns:a16="http://schemas.microsoft.com/office/drawing/2014/main" id="{3072C62D-F30D-2DF0-806C-074F4CEBC03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9" name="rc747">
              <a:extLst>
                <a:ext uri="{FF2B5EF4-FFF2-40B4-BE49-F238E27FC236}">
                  <a16:creationId xmlns:a16="http://schemas.microsoft.com/office/drawing/2014/main" id="{2A46FD3F-125C-450E-36B4-158CFA42F8D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0" name="rc748">
              <a:extLst>
                <a:ext uri="{FF2B5EF4-FFF2-40B4-BE49-F238E27FC236}">
                  <a16:creationId xmlns:a16="http://schemas.microsoft.com/office/drawing/2014/main" id="{2637F78F-493E-D9F3-6DED-7310FECBECD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1" name="rc749">
              <a:extLst>
                <a:ext uri="{FF2B5EF4-FFF2-40B4-BE49-F238E27FC236}">
                  <a16:creationId xmlns:a16="http://schemas.microsoft.com/office/drawing/2014/main" id="{4D05E4BE-7516-F89A-E4AD-6E89996262C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2" name="rc750">
              <a:extLst>
                <a:ext uri="{FF2B5EF4-FFF2-40B4-BE49-F238E27FC236}">
                  <a16:creationId xmlns:a16="http://schemas.microsoft.com/office/drawing/2014/main" id="{133A91CD-44A2-F350-CCE6-D2FB2AC10CD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3" name="rc751">
              <a:extLst>
                <a:ext uri="{FF2B5EF4-FFF2-40B4-BE49-F238E27FC236}">
                  <a16:creationId xmlns:a16="http://schemas.microsoft.com/office/drawing/2014/main" id="{CBB4F858-0173-E92C-325D-00861FAE323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4" name="rc752">
              <a:extLst>
                <a:ext uri="{FF2B5EF4-FFF2-40B4-BE49-F238E27FC236}">
                  <a16:creationId xmlns:a16="http://schemas.microsoft.com/office/drawing/2014/main" id="{E6E4EBCF-A913-9693-7F13-D2BDF9C0B8B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5" name="rc753">
              <a:extLst>
                <a:ext uri="{FF2B5EF4-FFF2-40B4-BE49-F238E27FC236}">
                  <a16:creationId xmlns:a16="http://schemas.microsoft.com/office/drawing/2014/main" id="{CA31B2E6-6164-2C6D-5864-8F9FAA1C17F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6" name="rc754">
              <a:extLst>
                <a:ext uri="{FF2B5EF4-FFF2-40B4-BE49-F238E27FC236}">
                  <a16:creationId xmlns:a16="http://schemas.microsoft.com/office/drawing/2014/main" id="{BE4BD92A-84F0-A408-9B24-017F30EFF0E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7" name="rc755">
              <a:extLst>
                <a:ext uri="{FF2B5EF4-FFF2-40B4-BE49-F238E27FC236}">
                  <a16:creationId xmlns:a16="http://schemas.microsoft.com/office/drawing/2014/main" id="{714FD5D1-A5E6-6B60-64FC-1C5019D7E72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8" name="rc756">
              <a:extLst>
                <a:ext uri="{FF2B5EF4-FFF2-40B4-BE49-F238E27FC236}">
                  <a16:creationId xmlns:a16="http://schemas.microsoft.com/office/drawing/2014/main" id="{FDA9C5EF-0E31-F5CC-7746-93F5DBB0643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9" name="rc757">
              <a:extLst>
                <a:ext uri="{FF2B5EF4-FFF2-40B4-BE49-F238E27FC236}">
                  <a16:creationId xmlns:a16="http://schemas.microsoft.com/office/drawing/2014/main" id="{2A5A5BD2-FC84-458F-1C59-66826C54F52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0" name="rc758">
              <a:extLst>
                <a:ext uri="{FF2B5EF4-FFF2-40B4-BE49-F238E27FC236}">
                  <a16:creationId xmlns:a16="http://schemas.microsoft.com/office/drawing/2014/main" id="{9B11507D-C1EB-DBE8-3FC0-09727A76C13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1" name="rc759">
              <a:extLst>
                <a:ext uri="{FF2B5EF4-FFF2-40B4-BE49-F238E27FC236}">
                  <a16:creationId xmlns:a16="http://schemas.microsoft.com/office/drawing/2014/main" id="{5AA0E505-6B47-9A7D-1842-D39052B6CA5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2" name="rc760">
              <a:extLst>
                <a:ext uri="{FF2B5EF4-FFF2-40B4-BE49-F238E27FC236}">
                  <a16:creationId xmlns:a16="http://schemas.microsoft.com/office/drawing/2014/main" id="{A648A851-6204-02D0-279F-1455C2F9355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3" name="rc761">
              <a:extLst>
                <a:ext uri="{FF2B5EF4-FFF2-40B4-BE49-F238E27FC236}">
                  <a16:creationId xmlns:a16="http://schemas.microsoft.com/office/drawing/2014/main" id="{5CFCCA18-8090-6BC6-B6C8-C5A5A43F91A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4" name="rc762">
              <a:extLst>
                <a:ext uri="{FF2B5EF4-FFF2-40B4-BE49-F238E27FC236}">
                  <a16:creationId xmlns:a16="http://schemas.microsoft.com/office/drawing/2014/main" id="{E86ECD6D-1603-2617-EE95-32419456084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5" name="rc763">
              <a:extLst>
                <a:ext uri="{FF2B5EF4-FFF2-40B4-BE49-F238E27FC236}">
                  <a16:creationId xmlns:a16="http://schemas.microsoft.com/office/drawing/2014/main" id="{6C8C5EC4-5D46-3480-9787-523CFB9DFFB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6" name="rc764">
              <a:extLst>
                <a:ext uri="{FF2B5EF4-FFF2-40B4-BE49-F238E27FC236}">
                  <a16:creationId xmlns:a16="http://schemas.microsoft.com/office/drawing/2014/main" id="{A1BF3FAA-4870-DEAB-06C0-9081703DB57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7" name="rc765">
              <a:extLst>
                <a:ext uri="{FF2B5EF4-FFF2-40B4-BE49-F238E27FC236}">
                  <a16:creationId xmlns:a16="http://schemas.microsoft.com/office/drawing/2014/main" id="{6DD87217-0DC4-2C4E-BFE2-63B2551CB2F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8" name="rc766">
              <a:extLst>
                <a:ext uri="{FF2B5EF4-FFF2-40B4-BE49-F238E27FC236}">
                  <a16:creationId xmlns:a16="http://schemas.microsoft.com/office/drawing/2014/main" id="{74EEEA8D-5819-62A7-0132-768A44E63FA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9" name="rc767">
              <a:extLst>
                <a:ext uri="{FF2B5EF4-FFF2-40B4-BE49-F238E27FC236}">
                  <a16:creationId xmlns:a16="http://schemas.microsoft.com/office/drawing/2014/main" id="{5AB0BFD3-1EA0-B773-4A5E-49514271F11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0" name="rc768">
              <a:extLst>
                <a:ext uri="{FF2B5EF4-FFF2-40B4-BE49-F238E27FC236}">
                  <a16:creationId xmlns:a16="http://schemas.microsoft.com/office/drawing/2014/main" id="{C7AFE774-6385-C71D-E006-3B49199E04D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1" name="rc769">
              <a:extLst>
                <a:ext uri="{FF2B5EF4-FFF2-40B4-BE49-F238E27FC236}">
                  <a16:creationId xmlns:a16="http://schemas.microsoft.com/office/drawing/2014/main" id="{AF20ECC7-DB03-DEBC-DA5E-24A3D175B65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2" name="rc770">
              <a:extLst>
                <a:ext uri="{FF2B5EF4-FFF2-40B4-BE49-F238E27FC236}">
                  <a16:creationId xmlns:a16="http://schemas.microsoft.com/office/drawing/2014/main" id="{3F284D46-B21E-51F9-54DD-BBF775AF81B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3" name="rc771">
              <a:extLst>
                <a:ext uri="{FF2B5EF4-FFF2-40B4-BE49-F238E27FC236}">
                  <a16:creationId xmlns:a16="http://schemas.microsoft.com/office/drawing/2014/main" id="{EAABC22D-C5AD-18B9-9C22-00417843880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4" name="rc772">
              <a:extLst>
                <a:ext uri="{FF2B5EF4-FFF2-40B4-BE49-F238E27FC236}">
                  <a16:creationId xmlns:a16="http://schemas.microsoft.com/office/drawing/2014/main" id="{C2F37FBC-176F-F241-45E5-B1FD1277252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5" name="rc773">
              <a:extLst>
                <a:ext uri="{FF2B5EF4-FFF2-40B4-BE49-F238E27FC236}">
                  <a16:creationId xmlns:a16="http://schemas.microsoft.com/office/drawing/2014/main" id="{27DE34B1-8701-4CAA-4CEA-27F3A576AF0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6" name="rc774">
              <a:extLst>
                <a:ext uri="{FF2B5EF4-FFF2-40B4-BE49-F238E27FC236}">
                  <a16:creationId xmlns:a16="http://schemas.microsoft.com/office/drawing/2014/main" id="{91C06BE8-A141-BBEF-B862-1CBBBC4CDD4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7" name="rc775">
              <a:extLst>
                <a:ext uri="{FF2B5EF4-FFF2-40B4-BE49-F238E27FC236}">
                  <a16:creationId xmlns:a16="http://schemas.microsoft.com/office/drawing/2014/main" id="{8780F260-26FB-C7E3-213F-9A14EDA2F9D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8" name="rc776">
              <a:extLst>
                <a:ext uri="{FF2B5EF4-FFF2-40B4-BE49-F238E27FC236}">
                  <a16:creationId xmlns:a16="http://schemas.microsoft.com/office/drawing/2014/main" id="{C8A5D4EF-1057-E9AD-0EFA-F07B36380CC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9" name="rc777">
              <a:extLst>
                <a:ext uri="{FF2B5EF4-FFF2-40B4-BE49-F238E27FC236}">
                  <a16:creationId xmlns:a16="http://schemas.microsoft.com/office/drawing/2014/main" id="{A929A773-655F-5445-9B91-A4C916E3B50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0" name="rc778">
              <a:extLst>
                <a:ext uri="{FF2B5EF4-FFF2-40B4-BE49-F238E27FC236}">
                  <a16:creationId xmlns:a16="http://schemas.microsoft.com/office/drawing/2014/main" id="{05C1AFD5-CD6D-71F4-465F-EC40D074F9D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1" name="rc779">
              <a:extLst>
                <a:ext uri="{FF2B5EF4-FFF2-40B4-BE49-F238E27FC236}">
                  <a16:creationId xmlns:a16="http://schemas.microsoft.com/office/drawing/2014/main" id="{647DF1FE-A1A1-558B-D518-56233BD3DE8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2" name="rc780">
              <a:extLst>
                <a:ext uri="{FF2B5EF4-FFF2-40B4-BE49-F238E27FC236}">
                  <a16:creationId xmlns:a16="http://schemas.microsoft.com/office/drawing/2014/main" id="{256C821F-5C81-60DE-3BE3-17D50B62922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3" name="rc781">
              <a:extLst>
                <a:ext uri="{FF2B5EF4-FFF2-40B4-BE49-F238E27FC236}">
                  <a16:creationId xmlns:a16="http://schemas.microsoft.com/office/drawing/2014/main" id="{6539E8A4-D74E-72D0-D8B5-10D2EC57EDC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4" name="rc782">
              <a:extLst>
                <a:ext uri="{FF2B5EF4-FFF2-40B4-BE49-F238E27FC236}">
                  <a16:creationId xmlns:a16="http://schemas.microsoft.com/office/drawing/2014/main" id="{9766156A-EDFE-AA72-BE90-CB7917F2C94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5" name="rc783">
              <a:extLst>
                <a:ext uri="{FF2B5EF4-FFF2-40B4-BE49-F238E27FC236}">
                  <a16:creationId xmlns:a16="http://schemas.microsoft.com/office/drawing/2014/main" id="{7ED297E3-1872-C7E1-7B7B-6D77EF7943A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6" name="rc784">
              <a:extLst>
                <a:ext uri="{FF2B5EF4-FFF2-40B4-BE49-F238E27FC236}">
                  <a16:creationId xmlns:a16="http://schemas.microsoft.com/office/drawing/2014/main" id="{41CDDEC7-7AD4-B333-87E6-6529C670DAD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7" name="rc785">
              <a:extLst>
                <a:ext uri="{FF2B5EF4-FFF2-40B4-BE49-F238E27FC236}">
                  <a16:creationId xmlns:a16="http://schemas.microsoft.com/office/drawing/2014/main" id="{AA48C4D4-3BB2-8B4F-B5D6-438F3F61BD4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8" name="rc786">
              <a:extLst>
                <a:ext uri="{FF2B5EF4-FFF2-40B4-BE49-F238E27FC236}">
                  <a16:creationId xmlns:a16="http://schemas.microsoft.com/office/drawing/2014/main" id="{7EBCB673-EF26-D0DE-E167-EF970A61CCA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9" name="rc787">
              <a:extLst>
                <a:ext uri="{FF2B5EF4-FFF2-40B4-BE49-F238E27FC236}">
                  <a16:creationId xmlns:a16="http://schemas.microsoft.com/office/drawing/2014/main" id="{7C820AC0-5888-B8E8-5ACE-80A461CD455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0" name="rc788">
              <a:extLst>
                <a:ext uri="{FF2B5EF4-FFF2-40B4-BE49-F238E27FC236}">
                  <a16:creationId xmlns:a16="http://schemas.microsoft.com/office/drawing/2014/main" id="{47D38D2E-4287-EEAC-E911-EE585F7C4AA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1" name="rc789">
              <a:extLst>
                <a:ext uri="{FF2B5EF4-FFF2-40B4-BE49-F238E27FC236}">
                  <a16:creationId xmlns:a16="http://schemas.microsoft.com/office/drawing/2014/main" id="{B34C07B4-5B88-E126-1D7F-E6890905613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2" name="rc790">
              <a:extLst>
                <a:ext uri="{FF2B5EF4-FFF2-40B4-BE49-F238E27FC236}">
                  <a16:creationId xmlns:a16="http://schemas.microsoft.com/office/drawing/2014/main" id="{43AF8AE2-9FF5-7F39-1139-3CD8A5138A8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3" name="rc791">
              <a:extLst>
                <a:ext uri="{FF2B5EF4-FFF2-40B4-BE49-F238E27FC236}">
                  <a16:creationId xmlns:a16="http://schemas.microsoft.com/office/drawing/2014/main" id="{703F2E92-2EA8-3F62-3C53-7C8CDBCEE61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4" name="rc792">
              <a:extLst>
                <a:ext uri="{FF2B5EF4-FFF2-40B4-BE49-F238E27FC236}">
                  <a16:creationId xmlns:a16="http://schemas.microsoft.com/office/drawing/2014/main" id="{288D4F32-8F2E-CE1C-52CC-B0D902D9C7B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5" name="rc793">
              <a:extLst>
                <a:ext uri="{FF2B5EF4-FFF2-40B4-BE49-F238E27FC236}">
                  <a16:creationId xmlns:a16="http://schemas.microsoft.com/office/drawing/2014/main" id="{E73872C2-246F-2CD5-3CFD-5D3885E297E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6" name="rc794">
              <a:extLst>
                <a:ext uri="{FF2B5EF4-FFF2-40B4-BE49-F238E27FC236}">
                  <a16:creationId xmlns:a16="http://schemas.microsoft.com/office/drawing/2014/main" id="{6BE9E5DA-986C-394F-E423-75AD51F2B4E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7" name="rc795">
              <a:extLst>
                <a:ext uri="{FF2B5EF4-FFF2-40B4-BE49-F238E27FC236}">
                  <a16:creationId xmlns:a16="http://schemas.microsoft.com/office/drawing/2014/main" id="{FFDA6114-4712-1D6B-970C-AD2A8EA8882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8" name="rc796">
              <a:extLst>
                <a:ext uri="{FF2B5EF4-FFF2-40B4-BE49-F238E27FC236}">
                  <a16:creationId xmlns:a16="http://schemas.microsoft.com/office/drawing/2014/main" id="{61788DC5-A6D7-201E-B986-1DB45D564AA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9" name="rc797">
              <a:extLst>
                <a:ext uri="{FF2B5EF4-FFF2-40B4-BE49-F238E27FC236}">
                  <a16:creationId xmlns:a16="http://schemas.microsoft.com/office/drawing/2014/main" id="{1C47D4A5-FE9D-AF55-E986-91E764AC363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0" name="rc798">
              <a:extLst>
                <a:ext uri="{FF2B5EF4-FFF2-40B4-BE49-F238E27FC236}">
                  <a16:creationId xmlns:a16="http://schemas.microsoft.com/office/drawing/2014/main" id="{24288972-EFFE-0E5A-9944-70C48B31D01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1" name="rc799">
              <a:extLst>
                <a:ext uri="{FF2B5EF4-FFF2-40B4-BE49-F238E27FC236}">
                  <a16:creationId xmlns:a16="http://schemas.microsoft.com/office/drawing/2014/main" id="{9D21679B-D308-6E44-C301-31C1CB799EF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2" name="rc800">
              <a:extLst>
                <a:ext uri="{FF2B5EF4-FFF2-40B4-BE49-F238E27FC236}">
                  <a16:creationId xmlns:a16="http://schemas.microsoft.com/office/drawing/2014/main" id="{B011B253-C85A-0F2D-AB36-60F581D72CC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3" name="rc801">
              <a:extLst>
                <a:ext uri="{FF2B5EF4-FFF2-40B4-BE49-F238E27FC236}">
                  <a16:creationId xmlns:a16="http://schemas.microsoft.com/office/drawing/2014/main" id="{69DAF648-76B5-F9DB-8C16-9C057DCD36F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4" name="rc802">
              <a:extLst>
                <a:ext uri="{FF2B5EF4-FFF2-40B4-BE49-F238E27FC236}">
                  <a16:creationId xmlns:a16="http://schemas.microsoft.com/office/drawing/2014/main" id="{BEE9247C-09CB-7813-5C5E-CDB69E86206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5" name="rc803">
              <a:extLst>
                <a:ext uri="{FF2B5EF4-FFF2-40B4-BE49-F238E27FC236}">
                  <a16:creationId xmlns:a16="http://schemas.microsoft.com/office/drawing/2014/main" id="{D933041F-CDD0-52F0-B385-FCD3A0BF824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6" name="rc804">
              <a:extLst>
                <a:ext uri="{FF2B5EF4-FFF2-40B4-BE49-F238E27FC236}">
                  <a16:creationId xmlns:a16="http://schemas.microsoft.com/office/drawing/2014/main" id="{C3E9D495-151D-E3AF-D481-BE5ED9B282B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7" name="rc805">
              <a:extLst>
                <a:ext uri="{FF2B5EF4-FFF2-40B4-BE49-F238E27FC236}">
                  <a16:creationId xmlns:a16="http://schemas.microsoft.com/office/drawing/2014/main" id="{B39B730D-BA68-16F3-4702-CC89DC5CBFF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8" name="rc806">
              <a:extLst>
                <a:ext uri="{FF2B5EF4-FFF2-40B4-BE49-F238E27FC236}">
                  <a16:creationId xmlns:a16="http://schemas.microsoft.com/office/drawing/2014/main" id="{B9B8EEE0-4C03-6177-5B6D-088CF82F759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9" name="rc807">
              <a:extLst>
                <a:ext uri="{FF2B5EF4-FFF2-40B4-BE49-F238E27FC236}">
                  <a16:creationId xmlns:a16="http://schemas.microsoft.com/office/drawing/2014/main" id="{C383ED6D-FE82-740F-AB11-B6BA7FE308B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0" name="rc808">
              <a:extLst>
                <a:ext uri="{FF2B5EF4-FFF2-40B4-BE49-F238E27FC236}">
                  <a16:creationId xmlns:a16="http://schemas.microsoft.com/office/drawing/2014/main" id="{D34B5CD6-3966-F4DE-7236-FC2D4E17A74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1" name="rc809">
              <a:extLst>
                <a:ext uri="{FF2B5EF4-FFF2-40B4-BE49-F238E27FC236}">
                  <a16:creationId xmlns:a16="http://schemas.microsoft.com/office/drawing/2014/main" id="{BC181ADB-BBDD-0444-E922-FFF471F0493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2" name="rc810">
              <a:extLst>
                <a:ext uri="{FF2B5EF4-FFF2-40B4-BE49-F238E27FC236}">
                  <a16:creationId xmlns:a16="http://schemas.microsoft.com/office/drawing/2014/main" id="{CD6F65EF-B898-7FA5-53BA-E76C7450BF2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3" name="rc811">
              <a:extLst>
                <a:ext uri="{FF2B5EF4-FFF2-40B4-BE49-F238E27FC236}">
                  <a16:creationId xmlns:a16="http://schemas.microsoft.com/office/drawing/2014/main" id="{8A11C11A-B2DA-8E2C-2550-698AF2A7343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4" name="rc812">
              <a:extLst>
                <a:ext uri="{FF2B5EF4-FFF2-40B4-BE49-F238E27FC236}">
                  <a16:creationId xmlns:a16="http://schemas.microsoft.com/office/drawing/2014/main" id="{F4C1663F-8E07-CE2C-276F-E3EE49FE00D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5" name="rc813">
              <a:extLst>
                <a:ext uri="{FF2B5EF4-FFF2-40B4-BE49-F238E27FC236}">
                  <a16:creationId xmlns:a16="http://schemas.microsoft.com/office/drawing/2014/main" id="{6BD8D0BB-EAC5-52BE-A0F3-C923D133E6B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6" name="rc814">
              <a:extLst>
                <a:ext uri="{FF2B5EF4-FFF2-40B4-BE49-F238E27FC236}">
                  <a16:creationId xmlns:a16="http://schemas.microsoft.com/office/drawing/2014/main" id="{B015DC77-3D71-7587-BE54-0923D45F4B9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7" name="rc815">
              <a:extLst>
                <a:ext uri="{FF2B5EF4-FFF2-40B4-BE49-F238E27FC236}">
                  <a16:creationId xmlns:a16="http://schemas.microsoft.com/office/drawing/2014/main" id="{32773B8F-D375-3EEB-8893-D320C9C1953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8" name="rc816">
              <a:extLst>
                <a:ext uri="{FF2B5EF4-FFF2-40B4-BE49-F238E27FC236}">
                  <a16:creationId xmlns:a16="http://schemas.microsoft.com/office/drawing/2014/main" id="{45EDE629-6197-9388-5D2B-0412D24FCE8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9" name="rc817">
              <a:extLst>
                <a:ext uri="{FF2B5EF4-FFF2-40B4-BE49-F238E27FC236}">
                  <a16:creationId xmlns:a16="http://schemas.microsoft.com/office/drawing/2014/main" id="{7741CA9C-BE8E-B8E6-A723-9AB0C413706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0" name="rc818">
              <a:extLst>
                <a:ext uri="{FF2B5EF4-FFF2-40B4-BE49-F238E27FC236}">
                  <a16:creationId xmlns:a16="http://schemas.microsoft.com/office/drawing/2014/main" id="{E8A9ED51-A8FC-735B-B877-D564C297D01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1" name="rc819">
              <a:extLst>
                <a:ext uri="{FF2B5EF4-FFF2-40B4-BE49-F238E27FC236}">
                  <a16:creationId xmlns:a16="http://schemas.microsoft.com/office/drawing/2014/main" id="{6CD7A4EA-209F-51AA-5F23-1C80BF3BBD1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2" name="rc820">
              <a:extLst>
                <a:ext uri="{FF2B5EF4-FFF2-40B4-BE49-F238E27FC236}">
                  <a16:creationId xmlns:a16="http://schemas.microsoft.com/office/drawing/2014/main" id="{91BD3A55-E9E1-DD15-9091-5325E91677E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3" name="rc821">
              <a:extLst>
                <a:ext uri="{FF2B5EF4-FFF2-40B4-BE49-F238E27FC236}">
                  <a16:creationId xmlns:a16="http://schemas.microsoft.com/office/drawing/2014/main" id="{B5C2C924-CEEB-C323-8FB8-E21B6FCA379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4" name="rc822">
              <a:extLst>
                <a:ext uri="{FF2B5EF4-FFF2-40B4-BE49-F238E27FC236}">
                  <a16:creationId xmlns:a16="http://schemas.microsoft.com/office/drawing/2014/main" id="{1491B47F-0DD3-FF82-A42A-F8627BAAA01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5" name="rc823">
              <a:extLst>
                <a:ext uri="{FF2B5EF4-FFF2-40B4-BE49-F238E27FC236}">
                  <a16:creationId xmlns:a16="http://schemas.microsoft.com/office/drawing/2014/main" id="{5CDC143B-09FE-BE46-3E02-C6CB78FA959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6" name="rc824">
              <a:extLst>
                <a:ext uri="{FF2B5EF4-FFF2-40B4-BE49-F238E27FC236}">
                  <a16:creationId xmlns:a16="http://schemas.microsoft.com/office/drawing/2014/main" id="{354A1816-F63F-F830-0D2B-58D9D607D2A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7" name="rc825">
              <a:extLst>
                <a:ext uri="{FF2B5EF4-FFF2-40B4-BE49-F238E27FC236}">
                  <a16:creationId xmlns:a16="http://schemas.microsoft.com/office/drawing/2014/main" id="{0811825B-A920-A12A-8BC9-DC32D68565D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8" name="rc826">
              <a:extLst>
                <a:ext uri="{FF2B5EF4-FFF2-40B4-BE49-F238E27FC236}">
                  <a16:creationId xmlns:a16="http://schemas.microsoft.com/office/drawing/2014/main" id="{7C824E81-8680-4A43-44DD-2F9F6E95678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9" name="rc827">
              <a:extLst>
                <a:ext uri="{FF2B5EF4-FFF2-40B4-BE49-F238E27FC236}">
                  <a16:creationId xmlns:a16="http://schemas.microsoft.com/office/drawing/2014/main" id="{DB7058F4-3F47-EE37-612C-95919D6EBDC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0" name="rc828">
              <a:extLst>
                <a:ext uri="{FF2B5EF4-FFF2-40B4-BE49-F238E27FC236}">
                  <a16:creationId xmlns:a16="http://schemas.microsoft.com/office/drawing/2014/main" id="{E45AAA40-FF76-99A4-ED89-20162CE9424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1" name="rc829">
              <a:extLst>
                <a:ext uri="{FF2B5EF4-FFF2-40B4-BE49-F238E27FC236}">
                  <a16:creationId xmlns:a16="http://schemas.microsoft.com/office/drawing/2014/main" id="{86A1DB4E-17DC-DD26-01BE-8F69DB67606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2" name="rc830">
              <a:extLst>
                <a:ext uri="{FF2B5EF4-FFF2-40B4-BE49-F238E27FC236}">
                  <a16:creationId xmlns:a16="http://schemas.microsoft.com/office/drawing/2014/main" id="{4FA4EBE5-85AD-68EB-B1D1-3C53CF3A766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3" name="rc831">
              <a:extLst>
                <a:ext uri="{FF2B5EF4-FFF2-40B4-BE49-F238E27FC236}">
                  <a16:creationId xmlns:a16="http://schemas.microsoft.com/office/drawing/2014/main" id="{DF2D99C6-8805-3EC5-1263-19E57A04B40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4" name="rc832">
              <a:extLst>
                <a:ext uri="{FF2B5EF4-FFF2-40B4-BE49-F238E27FC236}">
                  <a16:creationId xmlns:a16="http://schemas.microsoft.com/office/drawing/2014/main" id="{4BBA0154-4B87-2B96-8459-7D763774093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5" name="rc833">
              <a:extLst>
                <a:ext uri="{FF2B5EF4-FFF2-40B4-BE49-F238E27FC236}">
                  <a16:creationId xmlns:a16="http://schemas.microsoft.com/office/drawing/2014/main" id="{0F657C55-AEAE-C5AE-50AB-FEBDF20B5A9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6" name="rc834">
              <a:extLst>
                <a:ext uri="{FF2B5EF4-FFF2-40B4-BE49-F238E27FC236}">
                  <a16:creationId xmlns:a16="http://schemas.microsoft.com/office/drawing/2014/main" id="{AE1CBE00-CCAF-AA8B-6B56-E4287B7F195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7" name="rc835">
              <a:extLst>
                <a:ext uri="{FF2B5EF4-FFF2-40B4-BE49-F238E27FC236}">
                  <a16:creationId xmlns:a16="http://schemas.microsoft.com/office/drawing/2014/main" id="{458C6EB2-8431-A3C0-B76D-B05D24B438F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8" name="rc836">
              <a:extLst>
                <a:ext uri="{FF2B5EF4-FFF2-40B4-BE49-F238E27FC236}">
                  <a16:creationId xmlns:a16="http://schemas.microsoft.com/office/drawing/2014/main" id="{B95CE794-B90F-E561-F78B-D23477A2F9F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9" name="rc837">
              <a:extLst>
                <a:ext uri="{FF2B5EF4-FFF2-40B4-BE49-F238E27FC236}">
                  <a16:creationId xmlns:a16="http://schemas.microsoft.com/office/drawing/2014/main" id="{BDFAC5BA-8ACE-8317-C1F7-AB810FE81CD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0" name="rc838">
              <a:extLst>
                <a:ext uri="{FF2B5EF4-FFF2-40B4-BE49-F238E27FC236}">
                  <a16:creationId xmlns:a16="http://schemas.microsoft.com/office/drawing/2014/main" id="{69D2C96A-A76D-B69C-E899-C7F36F8E869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1" name="rc839">
              <a:extLst>
                <a:ext uri="{FF2B5EF4-FFF2-40B4-BE49-F238E27FC236}">
                  <a16:creationId xmlns:a16="http://schemas.microsoft.com/office/drawing/2014/main" id="{3D3828E9-AE77-F699-ABFC-CDB46AFA355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2" name="rc840">
              <a:extLst>
                <a:ext uri="{FF2B5EF4-FFF2-40B4-BE49-F238E27FC236}">
                  <a16:creationId xmlns:a16="http://schemas.microsoft.com/office/drawing/2014/main" id="{8D875074-66B3-B869-D78D-A3CE23E4D88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3" name="rc841">
              <a:extLst>
                <a:ext uri="{FF2B5EF4-FFF2-40B4-BE49-F238E27FC236}">
                  <a16:creationId xmlns:a16="http://schemas.microsoft.com/office/drawing/2014/main" id="{DACD4D6B-70C4-C8EF-1C4E-58A24602547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4" name="rc842">
              <a:extLst>
                <a:ext uri="{FF2B5EF4-FFF2-40B4-BE49-F238E27FC236}">
                  <a16:creationId xmlns:a16="http://schemas.microsoft.com/office/drawing/2014/main" id="{32B67986-8006-7DF9-3B9D-2AB04973EDD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5" name="rc843">
              <a:extLst>
                <a:ext uri="{FF2B5EF4-FFF2-40B4-BE49-F238E27FC236}">
                  <a16:creationId xmlns:a16="http://schemas.microsoft.com/office/drawing/2014/main" id="{C487431C-517C-67BB-2927-521115289E8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6" name="rc844">
              <a:extLst>
                <a:ext uri="{FF2B5EF4-FFF2-40B4-BE49-F238E27FC236}">
                  <a16:creationId xmlns:a16="http://schemas.microsoft.com/office/drawing/2014/main" id="{05CF22AE-2F7F-1E1F-1BB0-FC1037B9C80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7" name="rc845">
              <a:extLst>
                <a:ext uri="{FF2B5EF4-FFF2-40B4-BE49-F238E27FC236}">
                  <a16:creationId xmlns:a16="http://schemas.microsoft.com/office/drawing/2014/main" id="{DAB9A4B3-B0BC-A81D-9BC1-DEC8945FD33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8" name="rc846">
              <a:extLst>
                <a:ext uri="{FF2B5EF4-FFF2-40B4-BE49-F238E27FC236}">
                  <a16:creationId xmlns:a16="http://schemas.microsoft.com/office/drawing/2014/main" id="{A1EB5B65-0F23-90E3-60FF-259287A672A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9" name="rc847">
              <a:extLst>
                <a:ext uri="{FF2B5EF4-FFF2-40B4-BE49-F238E27FC236}">
                  <a16:creationId xmlns:a16="http://schemas.microsoft.com/office/drawing/2014/main" id="{FA6C1699-46A7-60D1-4289-A9353B7FAEE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0" name="rc848">
              <a:extLst>
                <a:ext uri="{FF2B5EF4-FFF2-40B4-BE49-F238E27FC236}">
                  <a16:creationId xmlns:a16="http://schemas.microsoft.com/office/drawing/2014/main" id="{D1E10330-1764-B157-DABE-DFA2069713F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1" name="rc849">
              <a:extLst>
                <a:ext uri="{FF2B5EF4-FFF2-40B4-BE49-F238E27FC236}">
                  <a16:creationId xmlns:a16="http://schemas.microsoft.com/office/drawing/2014/main" id="{DF7582B2-5EB0-522D-DE4A-2BE2D387C11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2" name="rc850">
              <a:extLst>
                <a:ext uri="{FF2B5EF4-FFF2-40B4-BE49-F238E27FC236}">
                  <a16:creationId xmlns:a16="http://schemas.microsoft.com/office/drawing/2014/main" id="{A85E1FB5-D01B-17A2-93DB-4B2EE896DF1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3" name="rc851">
              <a:extLst>
                <a:ext uri="{FF2B5EF4-FFF2-40B4-BE49-F238E27FC236}">
                  <a16:creationId xmlns:a16="http://schemas.microsoft.com/office/drawing/2014/main" id="{23207E0F-C4DB-C06C-BB9A-FB6386E4E1E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4" name="rc852">
              <a:extLst>
                <a:ext uri="{FF2B5EF4-FFF2-40B4-BE49-F238E27FC236}">
                  <a16:creationId xmlns:a16="http://schemas.microsoft.com/office/drawing/2014/main" id="{A106A9B1-17F2-E217-E19F-071F8C914CF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5" name="rc853">
              <a:extLst>
                <a:ext uri="{FF2B5EF4-FFF2-40B4-BE49-F238E27FC236}">
                  <a16:creationId xmlns:a16="http://schemas.microsoft.com/office/drawing/2014/main" id="{11E62A7C-0A83-2469-C721-D9078F4846A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6" name="rc854">
              <a:extLst>
                <a:ext uri="{FF2B5EF4-FFF2-40B4-BE49-F238E27FC236}">
                  <a16:creationId xmlns:a16="http://schemas.microsoft.com/office/drawing/2014/main" id="{0AEAA845-8FC0-73BE-CE20-358D13985EC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7" name="rc855">
              <a:extLst>
                <a:ext uri="{FF2B5EF4-FFF2-40B4-BE49-F238E27FC236}">
                  <a16:creationId xmlns:a16="http://schemas.microsoft.com/office/drawing/2014/main" id="{EFAB01C1-E176-2076-1FC6-0B9DB08F1B5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8" name="rc856">
              <a:extLst>
                <a:ext uri="{FF2B5EF4-FFF2-40B4-BE49-F238E27FC236}">
                  <a16:creationId xmlns:a16="http://schemas.microsoft.com/office/drawing/2014/main" id="{12D30AAE-B370-CB30-BC2F-B83F4265151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9" name="rc857">
              <a:extLst>
                <a:ext uri="{FF2B5EF4-FFF2-40B4-BE49-F238E27FC236}">
                  <a16:creationId xmlns:a16="http://schemas.microsoft.com/office/drawing/2014/main" id="{1065CA21-F766-F34E-311E-BC72AEB9246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0" name="rc858">
              <a:extLst>
                <a:ext uri="{FF2B5EF4-FFF2-40B4-BE49-F238E27FC236}">
                  <a16:creationId xmlns:a16="http://schemas.microsoft.com/office/drawing/2014/main" id="{9842774A-85DA-5347-B7B4-929EA23E0BD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1" name="rc859">
              <a:extLst>
                <a:ext uri="{FF2B5EF4-FFF2-40B4-BE49-F238E27FC236}">
                  <a16:creationId xmlns:a16="http://schemas.microsoft.com/office/drawing/2014/main" id="{336F4979-AE15-C8F6-2173-3B899DF84A8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2" name="rc860">
              <a:extLst>
                <a:ext uri="{FF2B5EF4-FFF2-40B4-BE49-F238E27FC236}">
                  <a16:creationId xmlns:a16="http://schemas.microsoft.com/office/drawing/2014/main" id="{16CA26A2-2BD5-16BA-ADF0-8273BAD3AC6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3" name="rc861">
              <a:extLst>
                <a:ext uri="{FF2B5EF4-FFF2-40B4-BE49-F238E27FC236}">
                  <a16:creationId xmlns:a16="http://schemas.microsoft.com/office/drawing/2014/main" id="{94725E5A-D3E8-483D-B0E8-9C152836740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4" name="rc862">
              <a:extLst>
                <a:ext uri="{FF2B5EF4-FFF2-40B4-BE49-F238E27FC236}">
                  <a16:creationId xmlns:a16="http://schemas.microsoft.com/office/drawing/2014/main" id="{82FF610D-0B68-559E-CDC1-CE9CB0EE407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5" name="rc863">
              <a:extLst>
                <a:ext uri="{FF2B5EF4-FFF2-40B4-BE49-F238E27FC236}">
                  <a16:creationId xmlns:a16="http://schemas.microsoft.com/office/drawing/2014/main" id="{A22AE1E6-A4D8-BC34-8B10-30B76B52C96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6" name="rc864">
              <a:extLst>
                <a:ext uri="{FF2B5EF4-FFF2-40B4-BE49-F238E27FC236}">
                  <a16:creationId xmlns:a16="http://schemas.microsoft.com/office/drawing/2014/main" id="{6A7D6E2C-4281-BF24-41FD-921B0004706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7" name="rc865">
              <a:extLst>
                <a:ext uri="{FF2B5EF4-FFF2-40B4-BE49-F238E27FC236}">
                  <a16:creationId xmlns:a16="http://schemas.microsoft.com/office/drawing/2014/main" id="{90F1A316-76A8-6C6D-E648-08F4A1DAD37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8" name="rc866">
              <a:extLst>
                <a:ext uri="{FF2B5EF4-FFF2-40B4-BE49-F238E27FC236}">
                  <a16:creationId xmlns:a16="http://schemas.microsoft.com/office/drawing/2014/main" id="{5ED7858D-692D-1771-2E31-C50521F951C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9" name="rc867">
              <a:extLst>
                <a:ext uri="{FF2B5EF4-FFF2-40B4-BE49-F238E27FC236}">
                  <a16:creationId xmlns:a16="http://schemas.microsoft.com/office/drawing/2014/main" id="{43223DB7-1A03-FDC0-7B08-496F22CF45C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0" name="rc868">
              <a:extLst>
                <a:ext uri="{FF2B5EF4-FFF2-40B4-BE49-F238E27FC236}">
                  <a16:creationId xmlns:a16="http://schemas.microsoft.com/office/drawing/2014/main" id="{1078AB6D-5D47-E813-A896-56446D92E71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1" name="rc869">
              <a:extLst>
                <a:ext uri="{FF2B5EF4-FFF2-40B4-BE49-F238E27FC236}">
                  <a16:creationId xmlns:a16="http://schemas.microsoft.com/office/drawing/2014/main" id="{738BCB89-671B-D966-738B-32F51EACA29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2" name="rc870">
              <a:extLst>
                <a:ext uri="{FF2B5EF4-FFF2-40B4-BE49-F238E27FC236}">
                  <a16:creationId xmlns:a16="http://schemas.microsoft.com/office/drawing/2014/main" id="{3041C70A-7169-ED98-9D74-4D11626597E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3" name="rc871">
              <a:extLst>
                <a:ext uri="{FF2B5EF4-FFF2-40B4-BE49-F238E27FC236}">
                  <a16:creationId xmlns:a16="http://schemas.microsoft.com/office/drawing/2014/main" id="{9AF1C508-2327-995C-F468-BF8549838A4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4" name="rc872">
              <a:extLst>
                <a:ext uri="{FF2B5EF4-FFF2-40B4-BE49-F238E27FC236}">
                  <a16:creationId xmlns:a16="http://schemas.microsoft.com/office/drawing/2014/main" id="{D1C4286C-FE44-1485-3013-95C50373D17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5" name="rc873">
              <a:extLst>
                <a:ext uri="{FF2B5EF4-FFF2-40B4-BE49-F238E27FC236}">
                  <a16:creationId xmlns:a16="http://schemas.microsoft.com/office/drawing/2014/main" id="{AF7D52BA-5F4F-C625-F5EE-4DD8B97EB46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6" name="rc874">
              <a:extLst>
                <a:ext uri="{FF2B5EF4-FFF2-40B4-BE49-F238E27FC236}">
                  <a16:creationId xmlns:a16="http://schemas.microsoft.com/office/drawing/2014/main" id="{3422F322-B7D9-DFB6-EAFB-8974894D740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7" name="rc875">
              <a:extLst>
                <a:ext uri="{FF2B5EF4-FFF2-40B4-BE49-F238E27FC236}">
                  <a16:creationId xmlns:a16="http://schemas.microsoft.com/office/drawing/2014/main" id="{E0E3D4F3-5E0F-5E6F-99D7-184DBCE3408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8" name="rc876">
              <a:extLst>
                <a:ext uri="{FF2B5EF4-FFF2-40B4-BE49-F238E27FC236}">
                  <a16:creationId xmlns:a16="http://schemas.microsoft.com/office/drawing/2014/main" id="{7AC8C881-9B76-C3B4-F9AB-D8F8C634EC3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9" name="rc877">
              <a:extLst>
                <a:ext uri="{FF2B5EF4-FFF2-40B4-BE49-F238E27FC236}">
                  <a16:creationId xmlns:a16="http://schemas.microsoft.com/office/drawing/2014/main" id="{A35BA12B-85F2-6AA7-9059-79C32E5D20A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0" name="rc878">
              <a:extLst>
                <a:ext uri="{FF2B5EF4-FFF2-40B4-BE49-F238E27FC236}">
                  <a16:creationId xmlns:a16="http://schemas.microsoft.com/office/drawing/2014/main" id="{789101C1-F377-7328-2155-C4D2F426184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1" name="rc879">
              <a:extLst>
                <a:ext uri="{FF2B5EF4-FFF2-40B4-BE49-F238E27FC236}">
                  <a16:creationId xmlns:a16="http://schemas.microsoft.com/office/drawing/2014/main" id="{B874979B-D263-92F4-F799-28FE1558125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2" name="rc880">
              <a:extLst>
                <a:ext uri="{FF2B5EF4-FFF2-40B4-BE49-F238E27FC236}">
                  <a16:creationId xmlns:a16="http://schemas.microsoft.com/office/drawing/2014/main" id="{006CCD57-F126-9A58-C33D-A697AAEDD59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3" name="rc881">
              <a:extLst>
                <a:ext uri="{FF2B5EF4-FFF2-40B4-BE49-F238E27FC236}">
                  <a16:creationId xmlns:a16="http://schemas.microsoft.com/office/drawing/2014/main" id="{49A14901-1C8A-FD2D-FC73-C59C11A2B52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4" name="rc882">
              <a:extLst>
                <a:ext uri="{FF2B5EF4-FFF2-40B4-BE49-F238E27FC236}">
                  <a16:creationId xmlns:a16="http://schemas.microsoft.com/office/drawing/2014/main" id="{ACB64B76-DC90-AEB7-A6A7-7F6FF215E4F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5" name="rc883">
              <a:extLst>
                <a:ext uri="{FF2B5EF4-FFF2-40B4-BE49-F238E27FC236}">
                  <a16:creationId xmlns:a16="http://schemas.microsoft.com/office/drawing/2014/main" id="{3EE81827-2552-D56D-39FC-B108F9CEDF6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6" name="rc884">
              <a:extLst>
                <a:ext uri="{FF2B5EF4-FFF2-40B4-BE49-F238E27FC236}">
                  <a16:creationId xmlns:a16="http://schemas.microsoft.com/office/drawing/2014/main" id="{61A8024B-C551-AABA-4091-C39BA8D7397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7" name="rc885">
              <a:extLst>
                <a:ext uri="{FF2B5EF4-FFF2-40B4-BE49-F238E27FC236}">
                  <a16:creationId xmlns:a16="http://schemas.microsoft.com/office/drawing/2014/main" id="{F7BBA430-299A-5CF0-5E8B-D1D2696B193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8" name="rc886">
              <a:extLst>
                <a:ext uri="{FF2B5EF4-FFF2-40B4-BE49-F238E27FC236}">
                  <a16:creationId xmlns:a16="http://schemas.microsoft.com/office/drawing/2014/main" id="{2A58DB91-891C-A49A-E758-9868BC2B483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9" name="rc887">
              <a:extLst>
                <a:ext uri="{FF2B5EF4-FFF2-40B4-BE49-F238E27FC236}">
                  <a16:creationId xmlns:a16="http://schemas.microsoft.com/office/drawing/2014/main" id="{2BFBBFCB-DA01-9D8A-4954-328EB419470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0" name="rc888">
              <a:extLst>
                <a:ext uri="{FF2B5EF4-FFF2-40B4-BE49-F238E27FC236}">
                  <a16:creationId xmlns:a16="http://schemas.microsoft.com/office/drawing/2014/main" id="{D57F797C-441A-65B7-65A9-FE17320020E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1" name="rc889">
              <a:extLst>
                <a:ext uri="{FF2B5EF4-FFF2-40B4-BE49-F238E27FC236}">
                  <a16:creationId xmlns:a16="http://schemas.microsoft.com/office/drawing/2014/main" id="{8A9EC97E-9AF9-EAA4-9389-ACC36D3BF7A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2" name="rc890">
              <a:extLst>
                <a:ext uri="{FF2B5EF4-FFF2-40B4-BE49-F238E27FC236}">
                  <a16:creationId xmlns:a16="http://schemas.microsoft.com/office/drawing/2014/main" id="{2497F71C-EAD0-94BD-BCAB-1C06D0A8C11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3" name="rc891">
              <a:extLst>
                <a:ext uri="{FF2B5EF4-FFF2-40B4-BE49-F238E27FC236}">
                  <a16:creationId xmlns:a16="http://schemas.microsoft.com/office/drawing/2014/main" id="{0B411B5F-A5A8-C8D4-B9DA-63FD0A7701F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4" name="rc892">
              <a:extLst>
                <a:ext uri="{FF2B5EF4-FFF2-40B4-BE49-F238E27FC236}">
                  <a16:creationId xmlns:a16="http://schemas.microsoft.com/office/drawing/2014/main" id="{AFDECAE1-E0D2-BD5F-6436-D8A273A44B5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5" name="rc893">
              <a:extLst>
                <a:ext uri="{FF2B5EF4-FFF2-40B4-BE49-F238E27FC236}">
                  <a16:creationId xmlns:a16="http://schemas.microsoft.com/office/drawing/2014/main" id="{EFC89A48-8248-6C68-B31F-173F3683AB4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6" name="rc894">
              <a:extLst>
                <a:ext uri="{FF2B5EF4-FFF2-40B4-BE49-F238E27FC236}">
                  <a16:creationId xmlns:a16="http://schemas.microsoft.com/office/drawing/2014/main" id="{08900870-3550-9100-303C-A1B0BD59AFE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7" name="rc895">
              <a:extLst>
                <a:ext uri="{FF2B5EF4-FFF2-40B4-BE49-F238E27FC236}">
                  <a16:creationId xmlns:a16="http://schemas.microsoft.com/office/drawing/2014/main" id="{02577881-C34A-9A04-7CC0-2D5F8A4E585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8" name="rc896">
              <a:extLst>
                <a:ext uri="{FF2B5EF4-FFF2-40B4-BE49-F238E27FC236}">
                  <a16:creationId xmlns:a16="http://schemas.microsoft.com/office/drawing/2014/main" id="{7EB6E6F3-03DE-465C-D5D9-0A64ACA1467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9" name="rc897">
              <a:extLst>
                <a:ext uri="{FF2B5EF4-FFF2-40B4-BE49-F238E27FC236}">
                  <a16:creationId xmlns:a16="http://schemas.microsoft.com/office/drawing/2014/main" id="{856FDDA8-C1CF-BD3F-53D4-8751D7055D2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0" name="rc898">
              <a:extLst>
                <a:ext uri="{FF2B5EF4-FFF2-40B4-BE49-F238E27FC236}">
                  <a16:creationId xmlns:a16="http://schemas.microsoft.com/office/drawing/2014/main" id="{184AEB45-B1E4-27E5-1D34-1745A992CC5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1" name="rc899">
              <a:extLst>
                <a:ext uri="{FF2B5EF4-FFF2-40B4-BE49-F238E27FC236}">
                  <a16:creationId xmlns:a16="http://schemas.microsoft.com/office/drawing/2014/main" id="{0741FDA7-33B5-DBC7-9EB7-B46CF1CE458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2" name="rc900">
              <a:extLst>
                <a:ext uri="{FF2B5EF4-FFF2-40B4-BE49-F238E27FC236}">
                  <a16:creationId xmlns:a16="http://schemas.microsoft.com/office/drawing/2014/main" id="{75ABBFC7-C230-3D3A-D090-BE2B3A574A1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3" name="rc901">
              <a:extLst>
                <a:ext uri="{FF2B5EF4-FFF2-40B4-BE49-F238E27FC236}">
                  <a16:creationId xmlns:a16="http://schemas.microsoft.com/office/drawing/2014/main" id="{E6F0E5E0-C16E-46BF-A649-80F123510CC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4" name="rc902">
              <a:extLst>
                <a:ext uri="{FF2B5EF4-FFF2-40B4-BE49-F238E27FC236}">
                  <a16:creationId xmlns:a16="http://schemas.microsoft.com/office/drawing/2014/main" id="{CF6437BB-EF4D-8CF2-559C-CC67EF2DE39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5" name="rc903">
              <a:extLst>
                <a:ext uri="{FF2B5EF4-FFF2-40B4-BE49-F238E27FC236}">
                  <a16:creationId xmlns:a16="http://schemas.microsoft.com/office/drawing/2014/main" id="{BF04CF63-3EF3-7C07-39A0-742E02AA8E8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6" name="rc904">
              <a:extLst>
                <a:ext uri="{FF2B5EF4-FFF2-40B4-BE49-F238E27FC236}">
                  <a16:creationId xmlns:a16="http://schemas.microsoft.com/office/drawing/2014/main" id="{B739698A-46F9-2863-FBD1-F4FDA0435DD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7" name="rc905">
              <a:extLst>
                <a:ext uri="{FF2B5EF4-FFF2-40B4-BE49-F238E27FC236}">
                  <a16:creationId xmlns:a16="http://schemas.microsoft.com/office/drawing/2014/main" id="{A288940B-59EE-4E5F-CD98-FF74ED26A5E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8" name="rc906">
              <a:extLst>
                <a:ext uri="{FF2B5EF4-FFF2-40B4-BE49-F238E27FC236}">
                  <a16:creationId xmlns:a16="http://schemas.microsoft.com/office/drawing/2014/main" id="{8EA2497C-DBB1-4D26-8EC3-45968D07BAD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9" name="rc907">
              <a:extLst>
                <a:ext uri="{FF2B5EF4-FFF2-40B4-BE49-F238E27FC236}">
                  <a16:creationId xmlns:a16="http://schemas.microsoft.com/office/drawing/2014/main" id="{5992CBF3-7695-8095-B733-868CD8956AF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0" name="rc908">
              <a:extLst>
                <a:ext uri="{FF2B5EF4-FFF2-40B4-BE49-F238E27FC236}">
                  <a16:creationId xmlns:a16="http://schemas.microsoft.com/office/drawing/2014/main" id="{479D82ED-DC1F-3E48-8B58-5C3C226B172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1" name="rc909">
              <a:extLst>
                <a:ext uri="{FF2B5EF4-FFF2-40B4-BE49-F238E27FC236}">
                  <a16:creationId xmlns:a16="http://schemas.microsoft.com/office/drawing/2014/main" id="{39E4DF7E-25F2-7196-E583-587B0D7CD71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2" name="rc910">
              <a:extLst>
                <a:ext uri="{FF2B5EF4-FFF2-40B4-BE49-F238E27FC236}">
                  <a16:creationId xmlns:a16="http://schemas.microsoft.com/office/drawing/2014/main" id="{2C7A01B2-1F16-37CF-8C41-1504B2F1031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3" name="rc911">
              <a:extLst>
                <a:ext uri="{FF2B5EF4-FFF2-40B4-BE49-F238E27FC236}">
                  <a16:creationId xmlns:a16="http://schemas.microsoft.com/office/drawing/2014/main" id="{CF8E8902-AA6B-9EDC-0B0A-6C0291BDDC1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4" name="rc912">
              <a:extLst>
                <a:ext uri="{FF2B5EF4-FFF2-40B4-BE49-F238E27FC236}">
                  <a16:creationId xmlns:a16="http://schemas.microsoft.com/office/drawing/2014/main" id="{E5A5434B-8557-BEEC-114C-9AEEA8C5AD0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5" name="rc913">
              <a:extLst>
                <a:ext uri="{FF2B5EF4-FFF2-40B4-BE49-F238E27FC236}">
                  <a16:creationId xmlns:a16="http://schemas.microsoft.com/office/drawing/2014/main" id="{59AB8D16-71ED-714A-8C67-40E9D02CA19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6" name="rc914">
              <a:extLst>
                <a:ext uri="{FF2B5EF4-FFF2-40B4-BE49-F238E27FC236}">
                  <a16:creationId xmlns:a16="http://schemas.microsoft.com/office/drawing/2014/main" id="{812BBB1B-7E8F-C038-5260-9342E58A08B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7" name="rc915">
              <a:extLst>
                <a:ext uri="{FF2B5EF4-FFF2-40B4-BE49-F238E27FC236}">
                  <a16:creationId xmlns:a16="http://schemas.microsoft.com/office/drawing/2014/main" id="{F3C6B9E5-790D-4DA5-C998-949C4D6B207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8" name="rc916">
              <a:extLst>
                <a:ext uri="{FF2B5EF4-FFF2-40B4-BE49-F238E27FC236}">
                  <a16:creationId xmlns:a16="http://schemas.microsoft.com/office/drawing/2014/main" id="{99726114-BC00-4511-3572-AD6BDB982D2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9" name="rc917">
              <a:extLst>
                <a:ext uri="{FF2B5EF4-FFF2-40B4-BE49-F238E27FC236}">
                  <a16:creationId xmlns:a16="http://schemas.microsoft.com/office/drawing/2014/main" id="{CAF9D445-5A35-D713-6654-5F21C9748F8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0" name="rc918">
              <a:extLst>
                <a:ext uri="{FF2B5EF4-FFF2-40B4-BE49-F238E27FC236}">
                  <a16:creationId xmlns:a16="http://schemas.microsoft.com/office/drawing/2014/main" id="{783D15AD-D658-E256-5A15-F9FFC6FC0A2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1" name="rc919">
              <a:extLst>
                <a:ext uri="{FF2B5EF4-FFF2-40B4-BE49-F238E27FC236}">
                  <a16:creationId xmlns:a16="http://schemas.microsoft.com/office/drawing/2014/main" id="{A4CB6C79-5721-4660-4AF2-A6FD6AE0E71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2" name="rc920">
              <a:extLst>
                <a:ext uri="{FF2B5EF4-FFF2-40B4-BE49-F238E27FC236}">
                  <a16:creationId xmlns:a16="http://schemas.microsoft.com/office/drawing/2014/main" id="{942ED8AF-84B2-B085-63FB-295FBBF888D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3" name="rc921">
              <a:extLst>
                <a:ext uri="{FF2B5EF4-FFF2-40B4-BE49-F238E27FC236}">
                  <a16:creationId xmlns:a16="http://schemas.microsoft.com/office/drawing/2014/main" id="{9FD6FDBF-98EE-C6B9-2B1D-7841D0CFD27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4" name="rc922">
              <a:extLst>
                <a:ext uri="{FF2B5EF4-FFF2-40B4-BE49-F238E27FC236}">
                  <a16:creationId xmlns:a16="http://schemas.microsoft.com/office/drawing/2014/main" id="{0C740D29-B482-D3A4-4A01-C5BF2C5C90B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5" name="rc923">
              <a:extLst>
                <a:ext uri="{FF2B5EF4-FFF2-40B4-BE49-F238E27FC236}">
                  <a16:creationId xmlns:a16="http://schemas.microsoft.com/office/drawing/2014/main" id="{97A8C3A5-4B6C-3169-DD35-03DB6062BC7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6" name="rc924">
              <a:extLst>
                <a:ext uri="{FF2B5EF4-FFF2-40B4-BE49-F238E27FC236}">
                  <a16:creationId xmlns:a16="http://schemas.microsoft.com/office/drawing/2014/main" id="{7634A048-CB98-6BF0-D7FA-772FEE24D90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7" name="rc925">
              <a:extLst>
                <a:ext uri="{FF2B5EF4-FFF2-40B4-BE49-F238E27FC236}">
                  <a16:creationId xmlns:a16="http://schemas.microsoft.com/office/drawing/2014/main" id="{2EDDBDBB-B8A2-0AE5-0E61-EC1AB8829A3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8" name="rc926">
              <a:extLst>
                <a:ext uri="{FF2B5EF4-FFF2-40B4-BE49-F238E27FC236}">
                  <a16:creationId xmlns:a16="http://schemas.microsoft.com/office/drawing/2014/main" id="{0FC1657F-7409-3731-4C7F-7D524A4B09D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9" name="rc927">
              <a:extLst>
                <a:ext uri="{FF2B5EF4-FFF2-40B4-BE49-F238E27FC236}">
                  <a16:creationId xmlns:a16="http://schemas.microsoft.com/office/drawing/2014/main" id="{E94F6269-9509-BBA4-099B-6D9A215E6CA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0" name="rc928">
              <a:extLst>
                <a:ext uri="{FF2B5EF4-FFF2-40B4-BE49-F238E27FC236}">
                  <a16:creationId xmlns:a16="http://schemas.microsoft.com/office/drawing/2014/main" id="{090F1928-D944-75C5-B54D-8A21306661F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1" name="rc929">
              <a:extLst>
                <a:ext uri="{FF2B5EF4-FFF2-40B4-BE49-F238E27FC236}">
                  <a16:creationId xmlns:a16="http://schemas.microsoft.com/office/drawing/2014/main" id="{62DDC256-5D7E-0404-06F6-CD830129532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2" name="rc930">
              <a:extLst>
                <a:ext uri="{FF2B5EF4-FFF2-40B4-BE49-F238E27FC236}">
                  <a16:creationId xmlns:a16="http://schemas.microsoft.com/office/drawing/2014/main" id="{4BB77AD0-5148-867F-1B2D-0C65677A639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3" name="rc931">
              <a:extLst>
                <a:ext uri="{FF2B5EF4-FFF2-40B4-BE49-F238E27FC236}">
                  <a16:creationId xmlns:a16="http://schemas.microsoft.com/office/drawing/2014/main" id="{10886171-70D1-623B-EE07-BE24EAA7CD1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4" name="rc932">
              <a:extLst>
                <a:ext uri="{FF2B5EF4-FFF2-40B4-BE49-F238E27FC236}">
                  <a16:creationId xmlns:a16="http://schemas.microsoft.com/office/drawing/2014/main" id="{0719EBEF-F4F0-80F4-92FD-8E30BB661ED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5" name="rc933">
              <a:extLst>
                <a:ext uri="{FF2B5EF4-FFF2-40B4-BE49-F238E27FC236}">
                  <a16:creationId xmlns:a16="http://schemas.microsoft.com/office/drawing/2014/main" id="{31285FEC-BFE0-197A-F515-F5424007267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6" name="rc934">
              <a:extLst>
                <a:ext uri="{FF2B5EF4-FFF2-40B4-BE49-F238E27FC236}">
                  <a16:creationId xmlns:a16="http://schemas.microsoft.com/office/drawing/2014/main" id="{EBE834D4-7A9C-E997-F1FA-A065D2C49F6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7" name="rc935">
              <a:extLst>
                <a:ext uri="{FF2B5EF4-FFF2-40B4-BE49-F238E27FC236}">
                  <a16:creationId xmlns:a16="http://schemas.microsoft.com/office/drawing/2014/main" id="{8E5B93BA-2895-A1E9-A933-9FACFF6DB52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8" name="rc936">
              <a:extLst>
                <a:ext uri="{FF2B5EF4-FFF2-40B4-BE49-F238E27FC236}">
                  <a16:creationId xmlns:a16="http://schemas.microsoft.com/office/drawing/2014/main" id="{DA5BA89A-1966-DC85-E906-B5D55F760D7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9" name="rc937">
              <a:extLst>
                <a:ext uri="{FF2B5EF4-FFF2-40B4-BE49-F238E27FC236}">
                  <a16:creationId xmlns:a16="http://schemas.microsoft.com/office/drawing/2014/main" id="{71699B4B-8FCC-4B23-FCBC-004C3737A33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0" name="rc938">
              <a:extLst>
                <a:ext uri="{FF2B5EF4-FFF2-40B4-BE49-F238E27FC236}">
                  <a16:creationId xmlns:a16="http://schemas.microsoft.com/office/drawing/2014/main" id="{7D425F36-5D91-B656-C940-629EB7F2F84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1" name="rc939">
              <a:extLst>
                <a:ext uri="{FF2B5EF4-FFF2-40B4-BE49-F238E27FC236}">
                  <a16:creationId xmlns:a16="http://schemas.microsoft.com/office/drawing/2014/main" id="{6C00EC3B-EFB3-A55B-18ED-1BBC4BA542E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2" name="rc940">
              <a:extLst>
                <a:ext uri="{FF2B5EF4-FFF2-40B4-BE49-F238E27FC236}">
                  <a16:creationId xmlns:a16="http://schemas.microsoft.com/office/drawing/2014/main" id="{15927530-3DCA-2402-1F11-0D12D41801F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3" name="rc941">
              <a:extLst>
                <a:ext uri="{FF2B5EF4-FFF2-40B4-BE49-F238E27FC236}">
                  <a16:creationId xmlns:a16="http://schemas.microsoft.com/office/drawing/2014/main" id="{5381F19D-1934-9DD2-A1D5-FC296A6DF71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4" name="rc942">
              <a:extLst>
                <a:ext uri="{FF2B5EF4-FFF2-40B4-BE49-F238E27FC236}">
                  <a16:creationId xmlns:a16="http://schemas.microsoft.com/office/drawing/2014/main" id="{EE3756A4-81DA-17FC-984D-CE3BD119ACA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5" name="rc943">
              <a:extLst>
                <a:ext uri="{FF2B5EF4-FFF2-40B4-BE49-F238E27FC236}">
                  <a16:creationId xmlns:a16="http://schemas.microsoft.com/office/drawing/2014/main" id="{96591AB4-9D79-7FA0-9D6D-FCC9C728B39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6" name="rc944">
              <a:extLst>
                <a:ext uri="{FF2B5EF4-FFF2-40B4-BE49-F238E27FC236}">
                  <a16:creationId xmlns:a16="http://schemas.microsoft.com/office/drawing/2014/main" id="{4FB243AF-F92E-F5C5-1292-D213DCCD451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7" name="rc945">
              <a:extLst>
                <a:ext uri="{FF2B5EF4-FFF2-40B4-BE49-F238E27FC236}">
                  <a16:creationId xmlns:a16="http://schemas.microsoft.com/office/drawing/2014/main" id="{2851121B-C9CB-ACD9-6B88-CC3F3950774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8" name="rc946">
              <a:extLst>
                <a:ext uri="{FF2B5EF4-FFF2-40B4-BE49-F238E27FC236}">
                  <a16:creationId xmlns:a16="http://schemas.microsoft.com/office/drawing/2014/main" id="{858D0367-6672-F0E0-EB92-0CF7795DF6E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9" name="rc947">
              <a:extLst>
                <a:ext uri="{FF2B5EF4-FFF2-40B4-BE49-F238E27FC236}">
                  <a16:creationId xmlns:a16="http://schemas.microsoft.com/office/drawing/2014/main" id="{323B239A-F6F9-83B5-9D09-4392ACCB3DE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0" name="rc948">
              <a:extLst>
                <a:ext uri="{FF2B5EF4-FFF2-40B4-BE49-F238E27FC236}">
                  <a16:creationId xmlns:a16="http://schemas.microsoft.com/office/drawing/2014/main" id="{6E6C17E5-272C-B50C-9EE1-FB91E388E9D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1" name="rc949">
              <a:extLst>
                <a:ext uri="{FF2B5EF4-FFF2-40B4-BE49-F238E27FC236}">
                  <a16:creationId xmlns:a16="http://schemas.microsoft.com/office/drawing/2014/main" id="{2FE69C5A-338D-5DFA-7005-6F468584BC2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2" name="rc950">
              <a:extLst>
                <a:ext uri="{FF2B5EF4-FFF2-40B4-BE49-F238E27FC236}">
                  <a16:creationId xmlns:a16="http://schemas.microsoft.com/office/drawing/2014/main" id="{3B2336C2-B08C-06D9-EFB3-1E648B12869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3" name="rc951">
              <a:extLst>
                <a:ext uri="{FF2B5EF4-FFF2-40B4-BE49-F238E27FC236}">
                  <a16:creationId xmlns:a16="http://schemas.microsoft.com/office/drawing/2014/main" id="{6E1D7BD3-863E-2032-AF57-81A8BDB07BF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4" name="rc952">
              <a:extLst>
                <a:ext uri="{FF2B5EF4-FFF2-40B4-BE49-F238E27FC236}">
                  <a16:creationId xmlns:a16="http://schemas.microsoft.com/office/drawing/2014/main" id="{49604C23-88CF-D052-516D-4648D461F03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5" name="rc953">
              <a:extLst>
                <a:ext uri="{FF2B5EF4-FFF2-40B4-BE49-F238E27FC236}">
                  <a16:creationId xmlns:a16="http://schemas.microsoft.com/office/drawing/2014/main" id="{86C2E2C1-2F6C-1CA5-903A-DB130F20783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6" name="rc954">
              <a:extLst>
                <a:ext uri="{FF2B5EF4-FFF2-40B4-BE49-F238E27FC236}">
                  <a16:creationId xmlns:a16="http://schemas.microsoft.com/office/drawing/2014/main" id="{35208727-F592-2421-1327-044B11C596F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7" name="rc955">
              <a:extLst>
                <a:ext uri="{FF2B5EF4-FFF2-40B4-BE49-F238E27FC236}">
                  <a16:creationId xmlns:a16="http://schemas.microsoft.com/office/drawing/2014/main" id="{575E7C4A-2782-7310-E543-A394A1FFEAC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8" name="rc956">
              <a:extLst>
                <a:ext uri="{FF2B5EF4-FFF2-40B4-BE49-F238E27FC236}">
                  <a16:creationId xmlns:a16="http://schemas.microsoft.com/office/drawing/2014/main" id="{00CFF71D-9AB0-1916-E318-47280927004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9" name="rc957">
              <a:extLst>
                <a:ext uri="{FF2B5EF4-FFF2-40B4-BE49-F238E27FC236}">
                  <a16:creationId xmlns:a16="http://schemas.microsoft.com/office/drawing/2014/main" id="{18789E03-392D-3486-314D-01FE86E2ACE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0" name="rc958">
              <a:extLst>
                <a:ext uri="{FF2B5EF4-FFF2-40B4-BE49-F238E27FC236}">
                  <a16:creationId xmlns:a16="http://schemas.microsoft.com/office/drawing/2014/main" id="{39967950-36DA-666B-7976-6FD600CA554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1" name="rc959">
              <a:extLst>
                <a:ext uri="{FF2B5EF4-FFF2-40B4-BE49-F238E27FC236}">
                  <a16:creationId xmlns:a16="http://schemas.microsoft.com/office/drawing/2014/main" id="{07F2A6E5-471B-EFF8-7937-D7186294A06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2" name="rc960">
              <a:extLst>
                <a:ext uri="{FF2B5EF4-FFF2-40B4-BE49-F238E27FC236}">
                  <a16:creationId xmlns:a16="http://schemas.microsoft.com/office/drawing/2014/main" id="{4CC3168B-51F3-D058-5B07-2F084F1B0A6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3" name="rc961">
              <a:extLst>
                <a:ext uri="{FF2B5EF4-FFF2-40B4-BE49-F238E27FC236}">
                  <a16:creationId xmlns:a16="http://schemas.microsoft.com/office/drawing/2014/main" id="{29A095CD-030E-6D66-C333-20F36A3E76D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4" name="rc962">
              <a:extLst>
                <a:ext uri="{FF2B5EF4-FFF2-40B4-BE49-F238E27FC236}">
                  <a16:creationId xmlns:a16="http://schemas.microsoft.com/office/drawing/2014/main" id="{E6164EDC-8C4C-670F-A651-B48DCB9A4EB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5" name="rc963">
              <a:extLst>
                <a:ext uri="{FF2B5EF4-FFF2-40B4-BE49-F238E27FC236}">
                  <a16:creationId xmlns:a16="http://schemas.microsoft.com/office/drawing/2014/main" id="{16BA09D2-E2F3-42A1-9AC4-D33E2176327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6" name="rc964">
              <a:extLst>
                <a:ext uri="{FF2B5EF4-FFF2-40B4-BE49-F238E27FC236}">
                  <a16:creationId xmlns:a16="http://schemas.microsoft.com/office/drawing/2014/main" id="{DE6D2C1B-7264-E8A3-ABD7-C2148845DB4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7" name="rc965">
              <a:extLst>
                <a:ext uri="{FF2B5EF4-FFF2-40B4-BE49-F238E27FC236}">
                  <a16:creationId xmlns:a16="http://schemas.microsoft.com/office/drawing/2014/main" id="{CAED8EAD-565C-7A3D-BEE9-B70ADFC6FB3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8" name="rc966">
              <a:extLst>
                <a:ext uri="{FF2B5EF4-FFF2-40B4-BE49-F238E27FC236}">
                  <a16:creationId xmlns:a16="http://schemas.microsoft.com/office/drawing/2014/main" id="{A77E813D-267F-405F-49FD-975BA08E1A2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9" name="rc967">
              <a:extLst>
                <a:ext uri="{FF2B5EF4-FFF2-40B4-BE49-F238E27FC236}">
                  <a16:creationId xmlns:a16="http://schemas.microsoft.com/office/drawing/2014/main" id="{92534D96-7078-ED41-7A11-50A573A3451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0" name="rc968">
              <a:extLst>
                <a:ext uri="{FF2B5EF4-FFF2-40B4-BE49-F238E27FC236}">
                  <a16:creationId xmlns:a16="http://schemas.microsoft.com/office/drawing/2014/main" id="{37645EFD-DB6E-2441-8078-C5A0645FDAC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1" name="rc969">
              <a:extLst>
                <a:ext uri="{FF2B5EF4-FFF2-40B4-BE49-F238E27FC236}">
                  <a16:creationId xmlns:a16="http://schemas.microsoft.com/office/drawing/2014/main" id="{251FD22B-646A-FEEA-D45F-D1F32AF5EC8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2" name="rc970">
              <a:extLst>
                <a:ext uri="{FF2B5EF4-FFF2-40B4-BE49-F238E27FC236}">
                  <a16:creationId xmlns:a16="http://schemas.microsoft.com/office/drawing/2014/main" id="{2A0D4150-6A7F-8E6E-A474-3F8BA326CFC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3" name="rc971">
              <a:extLst>
                <a:ext uri="{FF2B5EF4-FFF2-40B4-BE49-F238E27FC236}">
                  <a16:creationId xmlns:a16="http://schemas.microsoft.com/office/drawing/2014/main" id="{89839541-38EE-B556-525E-F859A7E0B71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4" name="rc972">
              <a:extLst>
                <a:ext uri="{FF2B5EF4-FFF2-40B4-BE49-F238E27FC236}">
                  <a16:creationId xmlns:a16="http://schemas.microsoft.com/office/drawing/2014/main" id="{9A321722-C586-DC85-37DF-D10D7656D75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5" name="rc973">
              <a:extLst>
                <a:ext uri="{FF2B5EF4-FFF2-40B4-BE49-F238E27FC236}">
                  <a16:creationId xmlns:a16="http://schemas.microsoft.com/office/drawing/2014/main" id="{EBAC2180-E864-3A1D-D44F-61F67961BD5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6" name="rc974">
              <a:extLst>
                <a:ext uri="{FF2B5EF4-FFF2-40B4-BE49-F238E27FC236}">
                  <a16:creationId xmlns:a16="http://schemas.microsoft.com/office/drawing/2014/main" id="{FB0346E1-4D23-CCCE-16FD-7F2D7513CBE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7" name="rc975">
              <a:extLst>
                <a:ext uri="{FF2B5EF4-FFF2-40B4-BE49-F238E27FC236}">
                  <a16:creationId xmlns:a16="http://schemas.microsoft.com/office/drawing/2014/main" id="{8AB6EAD6-F2BD-B3F9-BF41-3ADE71112A5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8" name="rc976">
              <a:extLst>
                <a:ext uri="{FF2B5EF4-FFF2-40B4-BE49-F238E27FC236}">
                  <a16:creationId xmlns:a16="http://schemas.microsoft.com/office/drawing/2014/main" id="{5DA9B40E-4057-8DF3-F8B6-126760240C0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9" name="rc977">
              <a:extLst>
                <a:ext uri="{FF2B5EF4-FFF2-40B4-BE49-F238E27FC236}">
                  <a16:creationId xmlns:a16="http://schemas.microsoft.com/office/drawing/2014/main" id="{7576B875-E623-9EA1-DE04-D52E41D59A4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0" name="rc978">
              <a:extLst>
                <a:ext uri="{FF2B5EF4-FFF2-40B4-BE49-F238E27FC236}">
                  <a16:creationId xmlns:a16="http://schemas.microsoft.com/office/drawing/2014/main" id="{BE3D086F-22C4-7FAF-FB10-AD48125C41A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1" name="rc979">
              <a:extLst>
                <a:ext uri="{FF2B5EF4-FFF2-40B4-BE49-F238E27FC236}">
                  <a16:creationId xmlns:a16="http://schemas.microsoft.com/office/drawing/2014/main" id="{9E1B92AC-B3C9-DEEA-CA16-8B4C0740C8C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2" name="rc980">
              <a:extLst>
                <a:ext uri="{FF2B5EF4-FFF2-40B4-BE49-F238E27FC236}">
                  <a16:creationId xmlns:a16="http://schemas.microsoft.com/office/drawing/2014/main" id="{C86CB8F6-F2D9-26EA-97C7-BCCBC21AC60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3" name="rc981">
              <a:extLst>
                <a:ext uri="{FF2B5EF4-FFF2-40B4-BE49-F238E27FC236}">
                  <a16:creationId xmlns:a16="http://schemas.microsoft.com/office/drawing/2014/main" id="{E64E02D6-1433-7456-A16B-458C6B3DE05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4" name="rc982">
              <a:extLst>
                <a:ext uri="{FF2B5EF4-FFF2-40B4-BE49-F238E27FC236}">
                  <a16:creationId xmlns:a16="http://schemas.microsoft.com/office/drawing/2014/main" id="{7760164F-A31F-15A3-522F-A933E973246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5" name="rc983">
              <a:extLst>
                <a:ext uri="{FF2B5EF4-FFF2-40B4-BE49-F238E27FC236}">
                  <a16:creationId xmlns:a16="http://schemas.microsoft.com/office/drawing/2014/main" id="{39B71D4F-E46D-C9BD-D040-4E6F4009CC6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6" name="rc984">
              <a:extLst>
                <a:ext uri="{FF2B5EF4-FFF2-40B4-BE49-F238E27FC236}">
                  <a16:creationId xmlns:a16="http://schemas.microsoft.com/office/drawing/2014/main" id="{2592EA92-A749-6894-1713-2BE2314AE32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7" name="rc985">
              <a:extLst>
                <a:ext uri="{FF2B5EF4-FFF2-40B4-BE49-F238E27FC236}">
                  <a16:creationId xmlns:a16="http://schemas.microsoft.com/office/drawing/2014/main" id="{27BD84DB-5FD1-FB42-C85F-73185EB76D9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8" name="rc986">
              <a:extLst>
                <a:ext uri="{FF2B5EF4-FFF2-40B4-BE49-F238E27FC236}">
                  <a16:creationId xmlns:a16="http://schemas.microsoft.com/office/drawing/2014/main" id="{2186325F-BFEF-AB32-4C15-64AA6002E19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9" name="rc987">
              <a:extLst>
                <a:ext uri="{FF2B5EF4-FFF2-40B4-BE49-F238E27FC236}">
                  <a16:creationId xmlns:a16="http://schemas.microsoft.com/office/drawing/2014/main" id="{C72768FF-D1AC-1BCC-E414-ECE4F59C337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0" name="rc988">
              <a:extLst>
                <a:ext uri="{FF2B5EF4-FFF2-40B4-BE49-F238E27FC236}">
                  <a16:creationId xmlns:a16="http://schemas.microsoft.com/office/drawing/2014/main" id="{F58064DF-27A2-FBB6-CF83-F24591992BD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1" name="rc989">
              <a:extLst>
                <a:ext uri="{FF2B5EF4-FFF2-40B4-BE49-F238E27FC236}">
                  <a16:creationId xmlns:a16="http://schemas.microsoft.com/office/drawing/2014/main" id="{F293DEFA-9D46-5764-CAC4-BB69A14358B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2" name="rc990">
              <a:extLst>
                <a:ext uri="{FF2B5EF4-FFF2-40B4-BE49-F238E27FC236}">
                  <a16:creationId xmlns:a16="http://schemas.microsoft.com/office/drawing/2014/main" id="{67DFBDDE-5CCC-71EE-DF0D-18A77B7B38D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3" name="rc991">
              <a:extLst>
                <a:ext uri="{FF2B5EF4-FFF2-40B4-BE49-F238E27FC236}">
                  <a16:creationId xmlns:a16="http://schemas.microsoft.com/office/drawing/2014/main" id="{E5A0933F-1EE7-0CCF-DAC5-8E10E301ED4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4" name="rc992">
              <a:extLst>
                <a:ext uri="{FF2B5EF4-FFF2-40B4-BE49-F238E27FC236}">
                  <a16:creationId xmlns:a16="http://schemas.microsoft.com/office/drawing/2014/main" id="{2C6E7A10-231B-1DF7-E4F5-297E1E6CB91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5" name="rc993">
              <a:extLst>
                <a:ext uri="{FF2B5EF4-FFF2-40B4-BE49-F238E27FC236}">
                  <a16:creationId xmlns:a16="http://schemas.microsoft.com/office/drawing/2014/main" id="{113F85FA-30AD-07FE-13C2-714096C71E4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6" name="rc994">
              <a:extLst>
                <a:ext uri="{FF2B5EF4-FFF2-40B4-BE49-F238E27FC236}">
                  <a16:creationId xmlns:a16="http://schemas.microsoft.com/office/drawing/2014/main" id="{81F363E3-2E4D-8A86-BE5A-E7343AEFED7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7" name="rc995">
              <a:extLst>
                <a:ext uri="{FF2B5EF4-FFF2-40B4-BE49-F238E27FC236}">
                  <a16:creationId xmlns:a16="http://schemas.microsoft.com/office/drawing/2014/main" id="{EF62F5D9-61BB-0C33-A285-03742E0E1D0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8" name="rc996">
              <a:extLst>
                <a:ext uri="{FF2B5EF4-FFF2-40B4-BE49-F238E27FC236}">
                  <a16:creationId xmlns:a16="http://schemas.microsoft.com/office/drawing/2014/main" id="{680FD977-6C30-EBF5-DD78-A92FDDE9AEB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9" name="rc997">
              <a:extLst>
                <a:ext uri="{FF2B5EF4-FFF2-40B4-BE49-F238E27FC236}">
                  <a16:creationId xmlns:a16="http://schemas.microsoft.com/office/drawing/2014/main" id="{73EEF193-B537-F485-896B-964C77EC48A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0" name="rc998">
              <a:extLst>
                <a:ext uri="{FF2B5EF4-FFF2-40B4-BE49-F238E27FC236}">
                  <a16:creationId xmlns:a16="http://schemas.microsoft.com/office/drawing/2014/main" id="{91D70851-CD70-8A57-4A11-C59F7207C1B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1" name="rc999">
              <a:extLst>
                <a:ext uri="{FF2B5EF4-FFF2-40B4-BE49-F238E27FC236}">
                  <a16:creationId xmlns:a16="http://schemas.microsoft.com/office/drawing/2014/main" id="{4E58D6C7-08F3-C6F4-74F0-AC5A8FEE052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2" name="rc1000">
              <a:extLst>
                <a:ext uri="{FF2B5EF4-FFF2-40B4-BE49-F238E27FC236}">
                  <a16:creationId xmlns:a16="http://schemas.microsoft.com/office/drawing/2014/main" id="{B72B3968-2D32-6309-36AD-CDBC71486BC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3" name="rc1001">
              <a:extLst>
                <a:ext uri="{FF2B5EF4-FFF2-40B4-BE49-F238E27FC236}">
                  <a16:creationId xmlns:a16="http://schemas.microsoft.com/office/drawing/2014/main" id="{4ADAC962-0D6C-6708-396C-74C25069406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4" name="rc1002">
              <a:extLst>
                <a:ext uri="{FF2B5EF4-FFF2-40B4-BE49-F238E27FC236}">
                  <a16:creationId xmlns:a16="http://schemas.microsoft.com/office/drawing/2014/main" id="{F246B5BE-CE05-0252-77A4-9C2DFAF2B17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5" name="rc1003">
              <a:extLst>
                <a:ext uri="{FF2B5EF4-FFF2-40B4-BE49-F238E27FC236}">
                  <a16:creationId xmlns:a16="http://schemas.microsoft.com/office/drawing/2014/main" id="{D8058632-F070-592B-00DA-8800AE26D64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6" name="rc1004">
              <a:extLst>
                <a:ext uri="{FF2B5EF4-FFF2-40B4-BE49-F238E27FC236}">
                  <a16:creationId xmlns:a16="http://schemas.microsoft.com/office/drawing/2014/main" id="{38AD4BB4-5DBF-36D0-5F0B-E9A3024A49A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7" name="rc1005">
              <a:extLst>
                <a:ext uri="{FF2B5EF4-FFF2-40B4-BE49-F238E27FC236}">
                  <a16:creationId xmlns:a16="http://schemas.microsoft.com/office/drawing/2014/main" id="{22440226-DFBD-B2B5-9B1B-32B88FE55C4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8" name="rc1006">
              <a:extLst>
                <a:ext uri="{FF2B5EF4-FFF2-40B4-BE49-F238E27FC236}">
                  <a16:creationId xmlns:a16="http://schemas.microsoft.com/office/drawing/2014/main" id="{906B07CF-C584-C8A4-DB5F-506E0FDE410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9" name="rc1007">
              <a:extLst>
                <a:ext uri="{FF2B5EF4-FFF2-40B4-BE49-F238E27FC236}">
                  <a16:creationId xmlns:a16="http://schemas.microsoft.com/office/drawing/2014/main" id="{44BAA1D8-7137-03A9-6EAD-9B9E375A208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0" name="rc1008">
              <a:extLst>
                <a:ext uri="{FF2B5EF4-FFF2-40B4-BE49-F238E27FC236}">
                  <a16:creationId xmlns:a16="http://schemas.microsoft.com/office/drawing/2014/main" id="{7A6638C2-2079-02A6-8E52-567F1A4530C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1" name="rc1009">
              <a:extLst>
                <a:ext uri="{FF2B5EF4-FFF2-40B4-BE49-F238E27FC236}">
                  <a16:creationId xmlns:a16="http://schemas.microsoft.com/office/drawing/2014/main" id="{436BC1C5-4A86-7EE6-05A5-AB21E73E0AF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2" name="rc1010">
              <a:extLst>
                <a:ext uri="{FF2B5EF4-FFF2-40B4-BE49-F238E27FC236}">
                  <a16:creationId xmlns:a16="http://schemas.microsoft.com/office/drawing/2014/main" id="{FCFB7171-FD60-BF3B-A484-A65C7F9F5E2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3" name="rc1011">
              <a:extLst>
                <a:ext uri="{FF2B5EF4-FFF2-40B4-BE49-F238E27FC236}">
                  <a16:creationId xmlns:a16="http://schemas.microsoft.com/office/drawing/2014/main" id="{5C379389-DEAD-E654-23C5-AE3B8006DED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4" name="rc1012">
              <a:extLst>
                <a:ext uri="{FF2B5EF4-FFF2-40B4-BE49-F238E27FC236}">
                  <a16:creationId xmlns:a16="http://schemas.microsoft.com/office/drawing/2014/main" id="{8181E557-A91A-3FA1-916A-E40AA0A0B0D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5" name="rc1013">
              <a:extLst>
                <a:ext uri="{FF2B5EF4-FFF2-40B4-BE49-F238E27FC236}">
                  <a16:creationId xmlns:a16="http://schemas.microsoft.com/office/drawing/2014/main" id="{C5676B84-F206-F29F-9C11-A87AED611A8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6" name="rc1014">
              <a:extLst>
                <a:ext uri="{FF2B5EF4-FFF2-40B4-BE49-F238E27FC236}">
                  <a16:creationId xmlns:a16="http://schemas.microsoft.com/office/drawing/2014/main" id="{47F80D88-F4E4-4664-36DE-9D82498A501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7" name="rc1015">
              <a:extLst>
                <a:ext uri="{FF2B5EF4-FFF2-40B4-BE49-F238E27FC236}">
                  <a16:creationId xmlns:a16="http://schemas.microsoft.com/office/drawing/2014/main" id="{C3C8005C-A418-64B3-77D5-1162C37A87A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8" name="rc1016">
              <a:extLst>
                <a:ext uri="{FF2B5EF4-FFF2-40B4-BE49-F238E27FC236}">
                  <a16:creationId xmlns:a16="http://schemas.microsoft.com/office/drawing/2014/main" id="{60C795C8-EF3C-53AA-B596-91947197216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9" name="rc1017">
              <a:extLst>
                <a:ext uri="{FF2B5EF4-FFF2-40B4-BE49-F238E27FC236}">
                  <a16:creationId xmlns:a16="http://schemas.microsoft.com/office/drawing/2014/main" id="{D47E96D5-96EA-3AEE-A6E7-9850E97B9A9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0" name="rc1018">
              <a:extLst>
                <a:ext uri="{FF2B5EF4-FFF2-40B4-BE49-F238E27FC236}">
                  <a16:creationId xmlns:a16="http://schemas.microsoft.com/office/drawing/2014/main" id="{D044576B-1419-94F1-3882-C6B9F366F68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1" name="rc1019">
              <a:extLst>
                <a:ext uri="{FF2B5EF4-FFF2-40B4-BE49-F238E27FC236}">
                  <a16:creationId xmlns:a16="http://schemas.microsoft.com/office/drawing/2014/main" id="{8C890E47-E9A1-C6B7-E049-FFE89C8B7FC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2" name="rc1020">
              <a:extLst>
                <a:ext uri="{FF2B5EF4-FFF2-40B4-BE49-F238E27FC236}">
                  <a16:creationId xmlns:a16="http://schemas.microsoft.com/office/drawing/2014/main" id="{9B17BC26-8D15-6649-3342-A466661DA6A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3" name="rc1021">
              <a:extLst>
                <a:ext uri="{FF2B5EF4-FFF2-40B4-BE49-F238E27FC236}">
                  <a16:creationId xmlns:a16="http://schemas.microsoft.com/office/drawing/2014/main" id="{0274824D-6ADB-68C9-9647-1ECD9607F25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4" name="rc1022">
              <a:extLst>
                <a:ext uri="{FF2B5EF4-FFF2-40B4-BE49-F238E27FC236}">
                  <a16:creationId xmlns:a16="http://schemas.microsoft.com/office/drawing/2014/main" id="{B78F2D5C-E126-3F64-674E-E5488B1A4C5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5" name="rc1023">
              <a:extLst>
                <a:ext uri="{FF2B5EF4-FFF2-40B4-BE49-F238E27FC236}">
                  <a16:creationId xmlns:a16="http://schemas.microsoft.com/office/drawing/2014/main" id="{58FDE969-E6AD-6E81-6D4E-2202891FF54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6" name="rc1024">
              <a:extLst>
                <a:ext uri="{FF2B5EF4-FFF2-40B4-BE49-F238E27FC236}">
                  <a16:creationId xmlns:a16="http://schemas.microsoft.com/office/drawing/2014/main" id="{852FAB9A-1FA7-0DA2-EDF2-FBAD2E38BFB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7" name="rc1025">
              <a:extLst>
                <a:ext uri="{FF2B5EF4-FFF2-40B4-BE49-F238E27FC236}">
                  <a16:creationId xmlns:a16="http://schemas.microsoft.com/office/drawing/2014/main" id="{22C10E59-2EDA-E7DA-ECAC-98BAB174A25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8" name="rc1026">
              <a:extLst>
                <a:ext uri="{FF2B5EF4-FFF2-40B4-BE49-F238E27FC236}">
                  <a16:creationId xmlns:a16="http://schemas.microsoft.com/office/drawing/2014/main" id="{73DB4701-8404-D30C-A03E-AE0C958D94E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9" name="rc1027">
              <a:extLst>
                <a:ext uri="{FF2B5EF4-FFF2-40B4-BE49-F238E27FC236}">
                  <a16:creationId xmlns:a16="http://schemas.microsoft.com/office/drawing/2014/main" id="{D462ABF0-6E83-309D-55AD-B9AC2E50807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0" name="rc1028">
              <a:extLst>
                <a:ext uri="{FF2B5EF4-FFF2-40B4-BE49-F238E27FC236}">
                  <a16:creationId xmlns:a16="http://schemas.microsoft.com/office/drawing/2014/main" id="{3BDA18EE-AF75-3F0C-A96B-B62EA4603E3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1" name="rc1029">
              <a:extLst>
                <a:ext uri="{FF2B5EF4-FFF2-40B4-BE49-F238E27FC236}">
                  <a16:creationId xmlns:a16="http://schemas.microsoft.com/office/drawing/2014/main" id="{EDB8C8DA-1179-1EC2-5340-4FC6569427E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2" name="rc1030">
              <a:extLst>
                <a:ext uri="{FF2B5EF4-FFF2-40B4-BE49-F238E27FC236}">
                  <a16:creationId xmlns:a16="http://schemas.microsoft.com/office/drawing/2014/main" id="{56C9C685-AA9D-B97B-408C-4C53713322B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3" name="rc1031">
              <a:extLst>
                <a:ext uri="{FF2B5EF4-FFF2-40B4-BE49-F238E27FC236}">
                  <a16:creationId xmlns:a16="http://schemas.microsoft.com/office/drawing/2014/main" id="{60E56CAC-B2DF-F941-4D3C-DF9EA5FE23C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4" name="rc1032">
              <a:extLst>
                <a:ext uri="{FF2B5EF4-FFF2-40B4-BE49-F238E27FC236}">
                  <a16:creationId xmlns:a16="http://schemas.microsoft.com/office/drawing/2014/main" id="{48596F34-88E1-2412-DEF9-74DE55475A6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5" name="rc1033">
              <a:extLst>
                <a:ext uri="{FF2B5EF4-FFF2-40B4-BE49-F238E27FC236}">
                  <a16:creationId xmlns:a16="http://schemas.microsoft.com/office/drawing/2014/main" id="{429F1AD2-184B-DA7A-E147-76C21286B6F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6" name="rc1034">
              <a:extLst>
                <a:ext uri="{FF2B5EF4-FFF2-40B4-BE49-F238E27FC236}">
                  <a16:creationId xmlns:a16="http://schemas.microsoft.com/office/drawing/2014/main" id="{41F65427-2901-A54B-2A29-5177FB54A2A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7" name="rc1035">
              <a:extLst>
                <a:ext uri="{FF2B5EF4-FFF2-40B4-BE49-F238E27FC236}">
                  <a16:creationId xmlns:a16="http://schemas.microsoft.com/office/drawing/2014/main" id="{18FF7B5C-E6AB-53A6-F458-E1D357BFBE1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8" name="rc1036">
              <a:extLst>
                <a:ext uri="{FF2B5EF4-FFF2-40B4-BE49-F238E27FC236}">
                  <a16:creationId xmlns:a16="http://schemas.microsoft.com/office/drawing/2014/main" id="{1964A313-05D5-0A71-F719-56DC6AA91EE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9" name="rc1037">
              <a:extLst>
                <a:ext uri="{FF2B5EF4-FFF2-40B4-BE49-F238E27FC236}">
                  <a16:creationId xmlns:a16="http://schemas.microsoft.com/office/drawing/2014/main" id="{330AEE59-131A-68B1-C58F-3CB9D974546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0" name="rc1038">
              <a:extLst>
                <a:ext uri="{FF2B5EF4-FFF2-40B4-BE49-F238E27FC236}">
                  <a16:creationId xmlns:a16="http://schemas.microsoft.com/office/drawing/2014/main" id="{10AD75F8-CC8C-E1A0-C779-FC0802E140C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1" name="rc1039">
              <a:extLst>
                <a:ext uri="{FF2B5EF4-FFF2-40B4-BE49-F238E27FC236}">
                  <a16:creationId xmlns:a16="http://schemas.microsoft.com/office/drawing/2014/main" id="{849C7DC5-2314-19CE-01DA-4AFE9C64E27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2" name="rc1040">
              <a:extLst>
                <a:ext uri="{FF2B5EF4-FFF2-40B4-BE49-F238E27FC236}">
                  <a16:creationId xmlns:a16="http://schemas.microsoft.com/office/drawing/2014/main" id="{40838EE4-FD24-4B39-B51F-F6220523AE7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3" name="rc1041">
              <a:extLst>
                <a:ext uri="{FF2B5EF4-FFF2-40B4-BE49-F238E27FC236}">
                  <a16:creationId xmlns:a16="http://schemas.microsoft.com/office/drawing/2014/main" id="{9C83418F-4E78-F432-F9A7-F6130F02493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4" name="rc1042">
              <a:extLst>
                <a:ext uri="{FF2B5EF4-FFF2-40B4-BE49-F238E27FC236}">
                  <a16:creationId xmlns:a16="http://schemas.microsoft.com/office/drawing/2014/main" id="{733BB3EB-203C-C144-3BB8-A23FFF13335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5" name="rc1043">
              <a:extLst>
                <a:ext uri="{FF2B5EF4-FFF2-40B4-BE49-F238E27FC236}">
                  <a16:creationId xmlns:a16="http://schemas.microsoft.com/office/drawing/2014/main" id="{542F1C06-7D6B-A7B4-C56F-C10259D0BC0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6" name="rc1044">
              <a:extLst>
                <a:ext uri="{FF2B5EF4-FFF2-40B4-BE49-F238E27FC236}">
                  <a16:creationId xmlns:a16="http://schemas.microsoft.com/office/drawing/2014/main" id="{32D0E19D-28E9-4911-416B-3408BA874CB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7" name="rc1045">
              <a:extLst>
                <a:ext uri="{FF2B5EF4-FFF2-40B4-BE49-F238E27FC236}">
                  <a16:creationId xmlns:a16="http://schemas.microsoft.com/office/drawing/2014/main" id="{0A5F9AD7-7112-8FC0-8D86-A572661C1F0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8" name="rc1046">
              <a:extLst>
                <a:ext uri="{FF2B5EF4-FFF2-40B4-BE49-F238E27FC236}">
                  <a16:creationId xmlns:a16="http://schemas.microsoft.com/office/drawing/2014/main" id="{2F17EF4A-0D7A-DE04-AE12-BFF5274CB3A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9" name="rc1047">
              <a:extLst>
                <a:ext uri="{FF2B5EF4-FFF2-40B4-BE49-F238E27FC236}">
                  <a16:creationId xmlns:a16="http://schemas.microsoft.com/office/drawing/2014/main" id="{5678D278-3503-2328-E4B3-ED6691AE967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0" name="rc1048">
              <a:extLst>
                <a:ext uri="{FF2B5EF4-FFF2-40B4-BE49-F238E27FC236}">
                  <a16:creationId xmlns:a16="http://schemas.microsoft.com/office/drawing/2014/main" id="{B3E54B17-88F9-54A3-7A5B-FD30FB53AC2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1" name="rc1049">
              <a:extLst>
                <a:ext uri="{FF2B5EF4-FFF2-40B4-BE49-F238E27FC236}">
                  <a16:creationId xmlns:a16="http://schemas.microsoft.com/office/drawing/2014/main" id="{967E2030-3391-6062-0A56-96466092823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2" name="rc1050">
              <a:extLst>
                <a:ext uri="{FF2B5EF4-FFF2-40B4-BE49-F238E27FC236}">
                  <a16:creationId xmlns:a16="http://schemas.microsoft.com/office/drawing/2014/main" id="{541EFBDB-BBFB-821D-26D2-E1EB2082774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3" name="rc1051">
              <a:extLst>
                <a:ext uri="{FF2B5EF4-FFF2-40B4-BE49-F238E27FC236}">
                  <a16:creationId xmlns:a16="http://schemas.microsoft.com/office/drawing/2014/main" id="{491ED2A7-90E2-0F2F-0C85-972279B0398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4" name="rc1052">
              <a:extLst>
                <a:ext uri="{FF2B5EF4-FFF2-40B4-BE49-F238E27FC236}">
                  <a16:creationId xmlns:a16="http://schemas.microsoft.com/office/drawing/2014/main" id="{71759E2D-3417-FFDA-3F40-1FF8BCF7CE2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5" name="rc1053">
              <a:extLst>
                <a:ext uri="{FF2B5EF4-FFF2-40B4-BE49-F238E27FC236}">
                  <a16:creationId xmlns:a16="http://schemas.microsoft.com/office/drawing/2014/main" id="{C1B6BEED-771E-8780-E5E1-54736C07159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6" name="rc1054">
              <a:extLst>
                <a:ext uri="{FF2B5EF4-FFF2-40B4-BE49-F238E27FC236}">
                  <a16:creationId xmlns:a16="http://schemas.microsoft.com/office/drawing/2014/main" id="{FDACB3A8-DA2C-1CFC-56D6-8DA24271595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7" name="rc1055">
              <a:extLst>
                <a:ext uri="{FF2B5EF4-FFF2-40B4-BE49-F238E27FC236}">
                  <a16:creationId xmlns:a16="http://schemas.microsoft.com/office/drawing/2014/main" id="{77A425C3-11C9-62BA-7F2D-0881C0AC252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8" name="rc1056">
              <a:extLst>
                <a:ext uri="{FF2B5EF4-FFF2-40B4-BE49-F238E27FC236}">
                  <a16:creationId xmlns:a16="http://schemas.microsoft.com/office/drawing/2014/main" id="{AC4493F5-E4B5-0F98-CBDA-0708E19B2CA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9" name="rc1057">
              <a:extLst>
                <a:ext uri="{FF2B5EF4-FFF2-40B4-BE49-F238E27FC236}">
                  <a16:creationId xmlns:a16="http://schemas.microsoft.com/office/drawing/2014/main" id="{AF848789-D7BC-EF94-1F7F-81238A4767F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0" name="rc1058">
              <a:extLst>
                <a:ext uri="{FF2B5EF4-FFF2-40B4-BE49-F238E27FC236}">
                  <a16:creationId xmlns:a16="http://schemas.microsoft.com/office/drawing/2014/main" id="{D5F7EA1A-06E0-973A-E51F-6872F889FFF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1" name="rc1059">
              <a:extLst>
                <a:ext uri="{FF2B5EF4-FFF2-40B4-BE49-F238E27FC236}">
                  <a16:creationId xmlns:a16="http://schemas.microsoft.com/office/drawing/2014/main" id="{C037716F-2DA8-E672-7D2F-88CA1C7C5FD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2" name="rc1060">
              <a:extLst>
                <a:ext uri="{FF2B5EF4-FFF2-40B4-BE49-F238E27FC236}">
                  <a16:creationId xmlns:a16="http://schemas.microsoft.com/office/drawing/2014/main" id="{1B258FEE-4370-096E-51D9-24391B59F44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3" name="rc1061">
              <a:extLst>
                <a:ext uri="{FF2B5EF4-FFF2-40B4-BE49-F238E27FC236}">
                  <a16:creationId xmlns:a16="http://schemas.microsoft.com/office/drawing/2014/main" id="{9E59548B-A0B6-382E-1758-BF6C61FD189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4" name="rc1062">
              <a:extLst>
                <a:ext uri="{FF2B5EF4-FFF2-40B4-BE49-F238E27FC236}">
                  <a16:creationId xmlns:a16="http://schemas.microsoft.com/office/drawing/2014/main" id="{E0989B5A-2660-BDB9-93C9-32E658AC3DF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5" name="rc1063">
              <a:extLst>
                <a:ext uri="{FF2B5EF4-FFF2-40B4-BE49-F238E27FC236}">
                  <a16:creationId xmlns:a16="http://schemas.microsoft.com/office/drawing/2014/main" id="{339DEBFB-A778-D020-9166-9F899BFCF07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6" name="rc1064">
              <a:extLst>
                <a:ext uri="{FF2B5EF4-FFF2-40B4-BE49-F238E27FC236}">
                  <a16:creationId xmlns:a16="http://schemas.microsoft.com/office/drawing/2014/main" id="{6B62D071-D060-28C6-0775-0A8555FAD04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7" name="rc1065">
              <a:extLst>
                <a:ext uri="{FF2B5EF4-FFF2-40B4-BE49-F238E27FC236}">
                  <a16:creationId xmlns:a16="http://schemas.microsoft.com/office/drawing/2014/main" id="{D8FB5002-B832-4E1C-FD90-B55EA88BEE8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8" name="rc1066">
              <a:extLst>
                <a:ext uri="{FF2B5EF4-FFF2-40B4-BE49-F238E27FC236}">
                  <a16:creationId xmlns:a16="http://schemas.microsoft.com/office/drawing/2014/main" id="{348E1127-364D-4D39-01F1-66A44CB0D45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9" name="rc1067">
              <a:extLst>
                <a:ext uri="{FF2B5EF4-FFF2-40B4-BE49-F238E27FC236}">
                  <a16:creationId xmlns:a16="http://schemas.microsoft.com/office/drawing/2014/main" id="{E8CE2C04-1DF0-2D54-BF8C-1CE37311994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0" name="rc1068">
              <a:extLst>
                <a:ext uri="{FF2B5EF4-FFF2-40B4-BE49-F238E27FC236}">
                  <a16:creationId xmlns:a16="http://schemas.microsoft.com/office/drawing/2014/main" id="{ACF78353-497E-EF5B-0E00-85BE23A5D28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1" name="rc1069">
              <a:extLst>
                <a:ext uri="{FF2B5EF4-FFF2-40B4-BE49-F238E27FC236}">
                  <a16:creationId xmlns:a16="http://schemas.microsoft.com/office/drawing/2014/main" id="{29B99385-AFB9-163D-8E61-D545752D64A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2" name="rc1070">
              <a:extLst>
                <a:ext uri="{FF2B5EF4-FFF2-40B4-BE49-F238E27FC236}">
                  <a16:creationId xmlns:a16="http://schemas.microsoft.com/office/drawing/2014/main" id="{77441AE7-5F86-CFC8-FC73-37686DDE2F5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3" name="rc1071">
              <a:extLst>
                <a:ext uri="{FF2B5EF4-FFF2-40B4-BE49-F238E27FC236}">
                  <a16:creationId xmlns:a16="http://schemas.microsoft.com/office/drawing/2014/main" id="{6A00B3BD-BCB6-DED4-C6C5-F9F46F03BAD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4" name="rc1072">
              <a:extLst>
                <a:ext uri="{FF2B5EF4-FFF2-40B4-BE49-F238E27FC236}">
                  <a16:creationId xmlns:a16="http://schemas.microsoft.com/office/drawing/2014/main" id="{CBFBF339-9ADC-05D7-9192-367606ADDA9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5" name="rc1073">
              <a:extLst>
                <a:ext uri="{FF2B5EF4-FFF2-40B4-BE49-F238E27FC236}">
                  <a16:creationId xmlns:a16="http://schemas.microsoft.com/office/drawing/2014/main" id="{07A25672-0EB4-0E0D-263D-4CBFE86E008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6" name="rc1074">
              <a:extLst>
                <a:ext uri="{FF2B5EF4-FFF2-40B4-BE49-F238E27FC236}">
                  <a16:creationId xmlns:a16="http://schemas.microsoft.com/office/drawing/2014/main" id="{2911BE36-AAE8-C081-697F-CBB316FC317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7" name="rc1075">
              <a:extLst>
                <a:ext uri="{FF2B5EF4-FFF2-40B4-BE49-F238E27FC236}">
                  <a16:creationId xmlns:a16="http://schemas.microsoft.com/office/drawing/2014/main" id="{EACC4506-C757-0BDA-48B5-42DD1065571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8" name="rc1076">
              <a:extLst>
                <a:ext uri="{FF2B5EF4-FFF2-40B4-BE49-F238E27FC236}">
                  <a16:creationId xmlns:a16="http://schemas.microsoft.com/office/drawing/2014/main" id="{9F5F3078-FB90-6CBD-BF44-5989EE738FE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9" name="rc1077">
              <a:extLst>
                <a:ext uri="{FF2B5EF4-FFF2-40B4-BE49-F238E27FC236}">
                  <a16:creationId xmlns:a16="http://schemas.microsoft.com/office/drawing/2014/main" id="{C3ADE071-E721-AD1D-3736-748742BD16A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0" name="rc1078">
              <a:extLst>
                <a:ext uri="{FF2B5EF4-FFF2-40B4-BE49-F238E27FC236}">
                  <a16:creationId xmlns:a16="http://schemas.microsoft.com/office/drawing/2014/main" id="{0C05C0F1-C89C-F329-850B-B4E32592746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1" name="rc1079">
              <a:extLst>
                <a:ext uri="{FF2B5EF4-FFF2-40B4-BE49-F238E27FC236}">
                  <a16:creationId xmlns:a16="http://schemas.microsoft.com/office/drawing/2014/main" id="{4CCB945E-978D-BEE0-B18D-B7A38FD0230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2" name="rc1080">
              <a:extLst>
                <a:ext uri="{FF2B5EF4-FFF2-40B4-BE49-F238E27FC236}">
                  <a16:creationId xmlns:a16="http://schemas.microsoft.com/office/drawing/2014/main" id="{6650CE19-4173-2FB4-2C8F-C738B662CD6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3" name="rc1081">
              <a:extLst>
                <a:ext uri="{FF2B5EF4-FFF2-40B4-BE49-F238E27FC236}">
                  <a16:creationId xmlns:a16="http://schemas.microsoft.com/office/drawing/2014/main" id="{F290B090-D36C-830C-6C72-4E7620949FE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4" name="rc1082">
              <a:extLst>
                <a:ext uri="{FF2B5EF4-FFF2-40B4-BE49-F238E27FC236}">
                  <a16:creationId xmlns:a16="http://schemas.microsoft.com/office/drawing/2014/main" id="{496DA63C-25CA-7A5B-302B-82A949B35F0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5" name="rc1083">
              <a:extLst>
                <a:ext uri="{FF2B5EF4-FFF2-40B4-BE49-F238E27FC236}">
                  <a16:creationId xmlns:a16="http://schemas.microsoft.com/office/drawing/2014/main" id="{D3D76914-799F-4ADA-602D-65A0A60B53A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6" name="rc1084">
              <a:extLst>
                <a:ext uri="{FF2B5EF4-FFF2-40B4-BE49-F238E27FC236}">
                  <a16:creationId xmlns:a16="http://schemas.microsoft.com/office/drawing/2014/main" id="{FF1C2611-8E06-5D49-4796-73242E8454B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7" name="rc1085">
              <a:extLst>
                <a:ext uri="{FF2B5EF4-FFF2-40B4-BE49-F238E27FC236}">
                  <a16:creationId xmlns:a16="http://schemas.microsoft.com/office/drawing/2014/main" id="{5ABDA113-FBAD-B421-23DA-F62CC474296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8" name="rc1086">
              <a:extLst>
                <a:ext uri="{FF2B5EF4-FFF2-40B4-BE49-F238E27FC236}">
                  <a16:creationId xmlns:a16="http://schemas.microsoft.com/office/drawing/2014/main" id="{FDB53A5C-1D2E-7FB0-A3DC-E8808C1478F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9" name="rc1087">
              <a:extLst>
                <a:ext uri="{FF2B5EF4-FFF2-40B4-BE49-F238E27FC236}">
                  <a16:creationId xmlns:a16="http://schemas.microsoft.com/office/drawing/2014/main" id="{4CC26FDB-F0D7-8600-4126-942ADAE1D4A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0" name="rc1088">
              <a:extLst>
                <a:ext uri="{FF2B5EF4-FFF2-40B4-BE49-F238E27FC236}">
                  <a16:creationId xmlns:a16="http://schemas.microsoft.com/office/drawing/2014/main" id="{000345F0-17AB-9F50-A8DF-71AC52F13FA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1" name="rc1089">
              <a:extLst>
                <a:ext uri="{FF2B5EF4-FFF2-40B4-BE49-F238E27FC236}">
                  <a16:creationId xmlns:a16="http://schemas.microsoft.com/office/drawing/2014/main" id="{512C35B1-68B8-A9DF-5994-03C6AD402B7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2" name="rc1090">
              <a:extLst>
                <a:ext uri="{FF2B5EF4-FFF2-40B4-BE49-F238E27FC236}">
                  <a16:creationId xmlns:a16="http://schemas.microsoft.com/office/drawing/2014/main" id="{D31E9AE7-86C6-C8C1-FF03-0EC2ADFF667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3" name="rc1091">
              <a:extLst>
                <a:ext uri="{FF2B5EF4-FFF2-40B4-BE49-F238E27FC236}">
                  <a16:creationId xmlns:a16="http://schemas.microsoft.com/office/drawing/2014/main" id="{2FE458E3-F74E-9215-D6D7-F8138BD81B2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4" name="rc1092">
              <a:extLst>
                <a:ext uri="{FF2B5EF4-FFF2-40B4-BE49-F238E27FC236}">
                  <a16:creationId xmlns:a16="http://schemas.microsoft.com/office/drawing/2014/main" id="{9AE61936-813C-634E-D5D2-4730F774427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5" name="rc1093">
              <a:extLst>
                <a:ext uri="{FF2B5EF4-FFF2-40B4-BE49-F238E27FC236}">
                  <a16:creationId xmlns:a16="http://schemas.microsoft.com/office/drawing/2014/main" id="{55B569E2-A309-E433-7867-FE78D395283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6" name="rc1094">
              <a:extLst>
                <a:ext uri="{FF2B5EF4-FFF2-40B4-BE49-F238E27FC236}">
                  <a16:creationId xmlns:a16="http://schemas.microsoft.com/office/drawing/2014/main" id="{0ECC90AC-9CEC-547E-013C-8F10E976315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7" name="rc1095">
              <a:extLst>
                <a:ext uri="{FF2B5EF4-FFF2-40B4-BE49-F238E27FC236}">
                  <a16:creationId xmlns:a16="http://schemas.microsoft.com/office/drawing/2014/main" id="{7B8892F4-5083-E7AE-F827-E3D410EB0AC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8" name="rc1096">
              <a:extLst>
                <a:ext uri="{FF2B5EF4-FFF2-40B4-BE49-F238E27FC236}">
                  <a16:creationId xmlns:a16="http://schemas.microsoft.com/office/drawing/2014/main" id="{18F8283F-4936-9F81-8905-54DDFDAAC13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9" name="rc1097">
              <a:extLst>
                <a:ext uri="{FF2B5EF4-FFF2-40B4-BE49-F238E27FC236}">
                  <a16:creationId xmlns:a16="http://schemas.microsoft.com/office/drawing/2014/main" id="{DD36AB78-AC94-C9CC-45E4-28C7F6A3803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0" name="rc1098">
              <a:extLst>
                <a:ext uri="{FF2B5EF4-FFF2-40B4-BE49-F238E27FC236}">
                  <a16:creationId xmlns:a16="http://schemas.microsoft.com/office/drawing/2014/main" id="{617A602E-305D-FC22-50E8-D7018C9A4B3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1" name="rc1099">
              <a:extLst>
                <a:ext uri="{FF2B5EF4-FFF2-40B4-BE49-F238E27FC236}">
                  <a16:creationId xmlns:a16="http://schemas.microsoft.com/office/drawing/2014/main" id="{29D046CF-47A9-1AA8-2F1F-75F7FF63D87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2" name="rc1100">
              <a:extLst>
                <a:ext uri="{FF2B5EF4-FFF2-40B4-BE49-F238E27FC236}">
                  <a16:creationId xmlns:a16="http://schemas.microsoft.com/office/drawing/2014/main" id="{E87DE48D-D39F-17F2-5530-DF0E7358B66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3" name="rc1101">
              <a:extLst>
                <a:ext uri="{FF2B5EF4-FFF2-40B4-BE49-F238E27FC236}">
                  <a16:creationId xmlns:a16="http://schemas.microsoft.com/office/drawing/2014/main" id="{9542039C-FEE2-775C-F166-4136DAB2A9D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4" name="rc1102">
              <a:extLst>
                <a:ext uri="{FF2B5EF4-FFF2-40B4-BE49-F238E27FC236}">
                  <a16:creationId xmlns:a16="http://schemas.microsoft.com/office/drawing/2014/main" id="{FBDB4F89-7F9A-1DCD-7145-9DADE913492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5" name="rc1103">
              <a:extLst>
                <a:ext uri="{FF2B5EF4-FFF2-40B4-BE49-F238E27FC236}">
                  <a16:creationId xmlns:a16="http://schemas.microsoft.com/office/drawing/2014/main" id="{DC5D305B-945A-7CA4-F6DB-7FCE731D142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6" name="rc1104">
              <a:extLst>
                <a:ext uri="{FF2B5EF4-FFF2-40B4-BE49-F238E27FC236}">
                  <a16:creationId xmlns:a16="http://schemas.microsoft.com/office/drawing/2014/main" id="{13EE640A-0636-4DED-123D-18FB05373E6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7" name="rc1105">
              <a:extLst>
                <a:ext uri="{FF2B5EF4-FFF2-40B4-BE49-F238E27FC236}">
                  <a16:creationId xmlns:a16="http://schemas.microsoft.com/office/drawing/2014/main" id="{21D812D3-6FFC-5774-26A8-FD5941335F0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8" name="rc1106">
              <a:extLst>
                <a:ext uri="{FF2B5EF4-FFF2-40B4-BE49-F238E27FC236}">
                  <a16:creationId xmlns:a16="http://schemas.microsoft.com/office/drawing/2014/main" id="{AD236ECB-0C6B-A52B-A594-E77E6844931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9" name="rc1107">
              <a:extLst>
                <a:ext uri="{FF2B5EF4-FFF2-40B4-BE49-F238E27FC236}">
                  <a16:creationId xmlns:a16="http://schemas.microsoft.com/office/drawing/2014/main" id="{69E4A002-EFE6-4402-2BD8-D2FDAD2C63A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0" name="rc1108">
              <a:extLst>
                <a:ext uri="{FF2B5EF4-FFF2-40B4-BE49-F238E27FC236}">
                  <a16:creationId xmlns:a16="http://schemas.microsoft.com/office/drawing/2014/main" id="{8C88C17D-95A1-842A-9887-56BC179E2E5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1" name="rc1109">
              <a:extLst>
                <a:ext uri="{FF2B5EF4-FFF2-40B4-BE49-F238E27FC236}">
                  <a16:creationId xmlns:a16="http://schemas.microsoft.com/office/drawing/2014/main" id="{B0914450-FB11-2F19-EFFB-C80D8490B7A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2" name="rc1110">
              <a:extLst>
                <a:ext uri="{FF2B5EF4-FFF2-40B4-BE49-F238E27FC236}">
                  <a16:creationId xmlns:a16="http://schemas.microsoft.com/office/drawing/2014/main" id="{69EFA50F-1586-6A96-4559-946E2CA2628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3" name="rc1111">
              <a:extLst>
                <a:ext uri="{FF2B5EF4-FFF2-40B4-BE49-F238E27FC236}">
                  <a16:creationId xmlns:a16="http://schemas.microsoft.com/office/drawing/2014/main" id="{67AB3369-AF7F-356A-BB97-7099FFA633C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4" name="rc1112">
              <a:extLst>
                <a:ext uri="{FF2B5EF4-FFF2-40B4-BE49-F238E27FC236}">
                  <a16:creationId xmlns:a16="http://schemas.microsoft.com/office/drawing/2014/main" id="{20ACE4F1-D815-E1FA-5F3F-FBB8ED4CD26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5" name="rc1113">
              <a:extLst>
                <a:ext uri="{FF2B5EF4-FFF2-40B4-BE49-F238E27FC236}">
                  <a16:creationId xmlns:a16="http://schemas.microsoft.com/office/drawing/2014/main" id="{0BB26B0B-8CA1-11D6-9894-A7787596487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6" name="rc1114">
              <a:extLst>
                <a:ext uri="{FF2B5EF4-FFF2-40B4-BE49-F238E27FC236}">
                  <a16:creationId xmlns:a16="http://schemas.microsoft.com/office/drawing/2014/main" id="{01B394BE-6B45-9866-7E84-D459AE4475D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7" name="rc1115">
              <a:extLst>
                <a:ext uri="{FF2B5EF4-FFF2-40B4-BE49-F238E27FC236}">
                  <a16:creationId xmlns:a16="http://schemas.microsoft.com/office/drawing/2014/main" id="{2326C8F6-A0F5-DE4A-D442-80C5E744814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8" name="rc1116">
              <a:extLst>
                <a:ext uri="{FF2B5EF4-FFF2-40B4-BE49-F238E27FC236}">
                  <a16:creationId xmlns:a16="http://schemas.microsoft.com/office/drawing/2014/main" id="{D2FB2E31-1C7C-9BB7-624C-4568693CEA0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9" name="rc1117">
              <a:extLst>
                <a:ext uri="{FF2B5EF4-FFF2-40B4-BE49-F238E27FC236}">
                  <a16:creationId xmlns:a16="http://schemas.microsoft.com/office/drawing/2014/main" id="{58FD45A0-C120-CA48-6666-3BD8768E243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0" name="rc1118">
              <a:extLst>
                <a:ext uri="{FF2B5EF4-FFF2-40B4-BE49-F238E27FC236}">
                  <a16:creationId xmlns:a16="http://schemas.microsoft.com/office/drawing/2014/main" id="{BA131A9E-42F5-34A9-A980-02C920E4E92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1" name="rc1119">
              <a:extLst>
                <a:ext uri="{FF2B5EF4-FFF2-40B4-BE49-F238E27FC236}">
                  <a16:creationId xmlns:a16="http://schemas.microsoft.com/office/drawing/2014/main" id="{1EDC1AC4-AA1D-C99D-E03D-3780AD99804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2" name="rc1120">
              <a:extLst>
                <a:ext uri="{FF2B5EF4-FFF2-40B4-BE49-F238E27FC236}">
                  <a16:creationId xmlns:a16="http://schemas.microsoft.com/office/drawing/2014/main" id="{BC1BB881-E9D7-4CB8-35F1-3DFE78B8B3E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3" name="rc1121">
              <a:extLst>
                <a:ext uri="{FF2B5EF4-FFF2-40B4-BE49-F238E27FC236}">
                  <a16:creationId xmlns:a16="http://schemas.microsoft.com/office/drawing/2014/main" id="{05617954-A567-2E55-101C-D61A19302A1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4" name="rc1122">
              <a:extLst>
                <a:ext uri="{FF2B5EF4-FFF2-40B4-BE49-F238E27FC236}">
                  <a16:creationId xmlns:a16="http://schemas.microsoft.com/office/drawing/2014/main" id="{E75DB3B6-3546-A654-89F5-650B405E5BF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5" name="rc1123">
              <a:extLst>
                <a:ext uri="{FF2B5EF4-FFF2-40B4-BE49-F238E27FC236}">
                  <a16:creationId xmlns:a16="http://schemas.microsoft.com/office/drawing/2014/main" id="{9613934F-CDC9-B4CF-64F4-23CFFD214E4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6" name="rc1124">
              <a:extLst>
                <a:ext uri="{FF2B5EF4-FFF2-40B4-BE49-F238E27FC236}">
                  <a16:creationId xmlns:a16="http://schemas.microsoft.com/office/drawing/2014/main" id="{4935BC60-C00B-294E-9A26-E8FCB56832D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7" name="rc1125">
              <a:extLst>
                <a:ext uri="{FF2B5EF4-FFF2-40B4-BE49-F238E27FC236}">
                  <a16:creationId xmlns:a16="http://schemas.microsoft.com/office/drawing/2014/main" id="{6D116777-313F-94AC-9CAB-9995E673545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8" name="rc1126">
              <a:extLst>
                <a:ext uri="{FF2B5EF4-FFF2-40B4-BE49-F238E27FC236}">
                  <a16:creationId xmlns:a16="http://schemas.microsoft.com/office/drawing/2014/main" id="{24332A29-1DD3-4924-2C08-C1EF7D3CA06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9" name="rc1127">
              <a:extLst>
                <a:ext uri="{FF2B5EF4-FFF2-40B4-BE49-F238E27FC236}">
                  <a16:creationId xmlns:a16="http://schemas.microsoft.com/office/drawing/2014/main" id="{2DB63BFB-5844-8319-E960-B44673603EA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0" name="rc1128">
              <a:extLst>
                <a:ext uri="{FF2B5EF4-FFF2-40B4-BE49-F238E27FC236}">
                  <a16:creationId xmlns:a16="http://schemas.microsoft.com/office/drawing/2014/main" id="{9E19888D-8703-8460-5557-5B754C2103B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1" name="rc1129">
              <a:extLst>
                <a:ext uri="{FF2B5EF4-FFF2-40B4-BE49-F238E27FC236}">
                  <a16:creationId xmlns:a16="http://schemas.microsoft.com/office/drawing/2014/main" id="{46AF614A-4540-3DFC-4998-2D504086E49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2" name="rc1130">
              <a:extLst>
                <a:ext uri="{FF2B5EF4-FFF2-40B4-BE49-F238E27FC236}">
                  <a16:creationId xmlns:a16="http://schemas.microsoft.com/office/drawing/2014/main" id="{41E7DAF3-770F-FF7E-51B3-D672116F4FE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3" name="rc1131">
              <a:extLst>
                <a:ext uri="{FF2B5EF4-FFF2-40B4-BE49-F238E27FC236}">
                  <a16:creationId xmlns:a16="http://schemas.microsoft.com/office/drawing/2014/main" id="{148BEA52-3CFF-6B71-C7E1-43A543C5550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4" name="rc1132">
              <a:extLst>
                <a:ext uri="{FF2B5EF4-FFF2-40B4-BE49-F238E27FC236}">
                  <a16:creationId xmlns:a16="http://schemas.microsoft.com/office/drawing/2014/main" id="{0FA0F990-B568-C4E6-C3C1-8677D1C9831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5" name="rc1133">
              <a:extLst>
                <a:ext uri="{FF2B5EF4-FFF2-40B4-BE49-F238E27FC236}">
                  <a16:creationId xmlns:a16="http://schemas.microsoft.com/office/drawing/2014/main" id="{1C7E6332-3CD6-F5EE-5E1F-9CF98FCB795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6" name="rc1134">
              <a:extLst>
                <a:ext uri="{FF2B5EF4-FFF2-40B4-BE49-F238E27FC236}">
                  <a16:creationId xmlns:a16="http://schemas.microsoft.com/office/drawing/2014/main" id="{2117AFBD-1823-776D-F99D-BD7BB83CA2E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7" name="rc1135">
              <a:extLst>
                <a:ext uri="{FF2B5EF4-FFF2-40B4-BE49-F238E27FC236}">
                  <a16:creationId xmlns:a16="http://schemas.microsoft.com/office/drawing/2014/main" id="{2386E50D-BFE3-C95A-A6E4-A444241DA7C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8" name="rc1136">
              <a:extLst>
                <a:ext uri="{FF2B5EF4-FFF2-40B4-BE49-F238E27FC236}">
                  <a16:creationId xmlns:a16="http://schemas.microsoft.com/office/drawing/2014/main" id="{91B2D415-1FA7-AE6C-0A10-93F5EBD8558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9" name="rc1137">
              <a:extLst>
                <a:ext uri="{FF2B5EF4-FFF2-40B4-BE49-F238E27FC236}">
                  <a16:creationId xmlns:a16="http://schemas.microsoft.com/office/drawing/2014/main" id="{C18936C9-01FF-10D4-B3C5-4C962F5CA3B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0" name="rc1138">
              <a:extLst>
                <a:ext uri="{FF2B5EF4-FFF2-40B4-BE49-F238E27FC236}">
                  <a16:creationId xmlns:a16="http://schemas.microsoft.com/office/drawing/2014/main" id="{29F8E729-64E7-A8D3-C3BD-D182547A029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1" name="rc1139">
              <a:extLst>
                <a:ext uri="{FF2B5EF4-FFF2-40B4-BE49-F238E27FC236}">
                  <a16:creationId xmlns:a16="http://schemas.microsoft.com/office/drawing/2014/main" id="{5E7EC6FD-8638-5AF2-72D3-80A04E239F9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2" name="rc1140">
              <a:extLst>
                <a:ext uri="{FF2B5EF4-FFF2-40B4-BE49-F238E27FC236}">
                  <a16:creationId xmlns:a16="http://schemas.microsoft.com/office/drawing/2014/main" id="{80862367-22DB-4A36-6361-53E1836AA2C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3" name="rc1141">
              <a:extLst>
                <a:ext uri="{FF2B5EF4-FFF2-40B4-BE49-F238E27FC236}">
                  <a16:creationId xmlns:a16="http://schemas.microsoft.com/office/drawing/2014/main" id="{E7D24F7C-8707-DF63-484D-5BFB9EEDE7A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4" name="rc1142">
              <a:extLst>
                <a:ext uri="{FF2B5EF4-FFF2-40B4-BE49-F238E27FC236}">
                  <a16:creationId xmlns:a16="http://schemas.microsoft.com/office/drawing/2014/main" id="{97234EED-3D3C-500F-B99C-8B515B72AC8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5" name="rc1143">
              <a:extLst>
                <a:ext uri="{FF2B5EF4-FFF2-40B4-BE49-F238E27FC236}">
                  <a16:creationId xmlns:a16="http://schemas.microsoft.com/office/drawing/2014/main" id="{256364DA-4E41-BD3A-19C7-0B881E15EF2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6" name="rc1144">
              <a:extLst>
                <a:ext uri="{FF2B5EF4-FFF2-40B4-BE49-F238E27FC236}">
                  <a16:creationId xmlns:a16="http://schemas.microsoft.com/office/drawing/2014/main" id="{5203DC95-51DD-7F5B-5134-31F51189654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7" name="rc1145">
              <a:extLst>
                <a:ext uri="{FF2B5EF4-FFF2-40B4-BE49-F238E27FC236}">
                  <a16:creationId xmlns:a16="http://schemas.microsoft.com/office/drawing/2014/main" id="{2DDB7388-FCE9-B73F-7927-EA17E03936E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8" name="rc1146">
              <a:extLst>
                <a:ext uri="{FF2B5EF4-FFF2-40B4-BE49-F238E27FC236}">
                  <a16:creationId xmlns:a16="http://schemas.microsoft.com/office/drawing/2014/main" id="{828EF316-5F7B-8EE6-8CB0-E191BA7826D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9" name="rc1147">
              <a:extLst>
                <a:ext uri="{FF2B5EF4-FFF2-40B4-BE49-F238E27FC236}">
                  <a16:creationId xmlns:a16="http://schemas.microsoft.com/office/drawing/2014/main" id="{7F156549-A2A6-8512-DA1C-6892F2EC4A7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0" name="rc1148">
              <a:extLst>
                <a:ext uri="{FF2B5EF4-FFF2-40B4-BE49-F238E27FC236}">
                  <a16:creationId xmlns:a16="http://schemas.microsoft.com/office/drawing/2014/main" id="{1A947F2C-1D6A-EDEC-647D-F13B9D6F3BC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1" name="rc1149">
              <a:extLst>
                <a:ext uri="{FF2B5EF4-FFF2-40B4-BE49-F238E27FC236}">
                  <a16:creationId xmlns:a16="http://schemas.microsoft.com/office/drawing/2014/main" id="{8DC7AD8D-3451-EBD4-2690-1AE67472460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2" name="rc1150">
              <a:extLst>
                <a:ext uri="{FF2B5EF4-FFF2-40B4-BE49-F238E27FC236}">
                  <a16:creationId xmlns:a16="http://schemas.microsoft.com/office/drawing/2014/main" id="{63E23525-8B22-8912-B85D-E070EF64A86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3" name="rc1151">
              <a:extLst>
                <a:ext uri="{FF2B5EF4-FFF2-40B4-BE49-F238E27FC236}">
                  <a16:creationId xmlns:a16="http://schemas.microsoft.com/office/drawing/2014/main" id="{12DDC8E4-B433-BEB6-BCF7-AC4C9BFE749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4" name="rc1152">
              <a:extLst>
                <a:ext uri="{FF2B5EF4-FFF2-40B4-BE49-F238E27FC236}">
                  <a16:creationId xmlns:a16="http://schemas.microsoft.com/office/drawing/2014/main" id="{9B238258-1981-1B03-D529-1FE89F958DF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5" name="rc1153">
              <a:extLst>
                <a:ext uri="{FF2B5EF4-FFF2-40B4-BE49-F238E27FC236}">
                  <a16:creationId xmlns:a16="http://schemas.microsoft.com/office/drawing/2014/main" id="{A5995C99-9C14-F305-B921-42291E6F27B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6" name="rc1154">
              <a:extLst>
                <a:ext uri="{FF2B5EF4-FFF2-40B4-BE49-F238E27FC236}">
                  <a16:creationId xmlns:a16="http://schemas.microsoft.com/office/drawing/2014/main" id="{877DCEE4-B3B8-D05F-CDF0-7613E3B6F08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7" name="rc1155">
              <a:extLst>
                <a:ext uri="{FF2B5EF4-FFF2-40B4-BE49-F238E27FC236}">
                  <a16:creationId xmlns:a16="http://schemas.microsoft.com/office/drawing/2014/main" id="{27EEBC94-0276-37E1-0DAE-F4C57327CCA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8" name="rc1156">
              <a:extLst>
                <a:ext uri="{FF2B5EF4-FFF2-40B4-BE49-F238E27FC236}">
                  <a16:creationId xmlns:a16="http://schemas.microsoft.com/office/drawing/2014/main" id="{DF4F920C-C2CD-C19A-5EEF-77B3186F56B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9" name="rc1157">
              <a:extLst>
                <a:ext uri="{FF2B5EF4-FFF2-40B4-BE49-F238E27FC236}">
                  <a16:creationId xmlns:a16="http://schemas.microsoft.com/office/drawing/2014/main" id="{869D0DF7-FF28-1D49-0893-12A029052C8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0" name="rc1158">
              <a:extLst>
                <a:ext uri="{FF2B5EF4-FFF2-40B4-BE49-F238E27FC236}">
                  <a16:creationId xmlns:a16="http://schemas.microsoft.com/office/drawing/2014/main" id="{7244EE3E-C6DE-1295-57BD-F708534B117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1" name="rc1159">
              <a:extLst>
                <a:ext uri="{FF2B5EF4-FFF2-40B4-BE49-F238E27FC236}">
                  <a16:creationId xmlns:a16="http://schemas.microsoft.com/office/drawing/2014/main" id="{76A513E9-50CB-3322-0B41-78815A5D89B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2" name="rc1160">
              <a:extLst>
                <a:ext uri="{FF2B5EF4-FFF2-40B4-BE49-F238E27FC236}">
                  <a16:creationId xmlns:a16="http://schemas.microsoft.com/office/drawing/2014/main" id="{8EE80F3E-0FAD-FBA0-38F6-EDC151F1217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3" name="rc1161">
              <a:extLst>
                <a:ext uri="{FF2B5EF4-FFF2-40B4-BE49-F238E27FC236}">
                  <a16:creationId xmlns:a16="http://schemas.microsoft.com/office/drawing/2014/main" id="{944CC90D-93F5-7484-7A2D-811466ABA59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4" name="rc1162">
              <a:extLst>
                <a:ext uri="{FF2B5EF4-FFF2-40B4-BE49-F238E27FC236}">
                  <a16:creationId xmlns:a16="http://schemas.microsoft.com/office/drawing/2014/main" id="{B9C725F9-5657-3706-4291-6B2AAEA7752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5" name="rc1163">
              <a:extLst>
                <a:ext uri="{FF2B5EF4-FFF2-40B4-BE49-F238E27FC236}">
                  <a16:creationId xmlns:a16="http://schemas.microsoft.com/office/drawing/2014/main" id="{15A6C5AF-79AC-3470-712C-52A792A6157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6" name="rc1164">
              <a:extLst>
                <a:ext uri="{FF2B5EF4-FFF2-40B4-BE49-F238E27FC236}">
                  <a16:creationId xmlns:a16="http://schemas.microsoft.com/office/drawing/2014/main" id="{28546D9A-714A-7352-6975-6D1F1D98BD4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7" name="rc1165">
              <a:extLst>
                <a:ext uri="{FF2B5EF4-FFF2-40B4-BE49-F238E27FC236}">
                  <a16:creationId xmlns:a16="http://schemas.microsoft.com/office/drawing/2014/main" id="{31AD9837-65D1-D5D9-F0C4-F48FD05D269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8" name="rc1166">
              <a:extLst>
                <a:ext uri="{FF2B5EF4-FFF2-40B4-BE49-F238E27FC236}">
                  <a16:creationId xmlns:a16="http://schemas.microsoft.com/office/drawing/2014/main" id="{19A655C0-D723-1D45-23AC-82224ED4517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9" name="rc1167">
              <a:extLst>
                <a:ext uri="{FF2B5EF4-FFF2-40B4-BE49-F238E27FC236}">
                  <a16:creationId xmlns:a16="http://schemas.microsoft.com/office/drawing/2014/main" id="{1BE7714A-FC64-6241-2B3A-CF89340450A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0" name="rc1168">
              <a:extLst>
                <a:ext uri="{FF2B5EF4-FFF2-40B4-BE49-F238E27FC236}">
                  <a16:creationId xmlns:a16="http://schemas.microsoft.com/office/drawing/2014/main" id="{EE26E18C-5192-E509-410E-2DE029FE515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1" name="rc1169">
              <a:extLst>
                <a:ext uri="{FF2B5EF4-FFF2-40B4-BE49-F238E27FC236}">
                  <a16:creationId xmlns:a16="http://schemas.microsoft.com/office/drawing/2014/main" id="{A709A7F6-1DD1-8499-6F0B-FAC2C6632B2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2" name="rc1170">
              <a:extLst>
                <a:ext uri="{FF2B5EF4-FFF2-40B4-BE49-F238E27FC236}">
                  <a16:creationId xmlns:a16="http://schemas.microsoft.com/office/drawing/2014/main" id="{153EAFA9-D7E8-ABD3-A1AC-616F1AAF33B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3" name="rc1171">
              <a:extLst>
                <a:ext uri="{FF2B5EF4-FFF2-40B4-BE49-F238E27FC236}">
                  <a16:creationId xmlns:a16="http://schemas.microsoft.com/office/drawing/2014/main" id="{972A20B7-29A9-1F1B-289E-91B9D350B48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4" name="rc1172">
              <a:extLst>
                <a:ext uri="{FF2B5EF4-FFF2-40B4-BE49-F238E27FC236}">
                  <a16:creationId xmlns:a16="http://schemas.microsoft.com/office/drawing/2014/main" id="{79567B1B-6976-A51F-F3E1-AAED4A106B3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5" name="rc1173">
              <a:extLst>
                <a:ext uri="{FF2B5EF4-FFF2-40B4-BE49-F238E27FC236}">
                  <a16:creationId xmlns:a16="http://schemas.microsoft.com/office/drawing/2014/main" id="{5D641CCD-6853-1A42-7402-B7EEBDEF922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6" name="rc1174">
              <a:extLst>
                <a:ext uri="{FF2B5EF4-FFF2-40B4-BE49-F238E27FC236}">
                  <a16:creationId xmlns:a16="http://schemas.microsoft.com/office/drawing/2014/main" id="{4F994F80-D574-E3B3-21D1-14EA70B6BF6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7" name="rc1175">
              <a:extLst>
                <a:ext uri="{FF2B5EF4-FFF2-40B4-BE49-F238E27FC236}">
                  <a16:creationId xmlns:a16="http://schemas.microsoft.com/office/drawing/2014/main" id="{488EA45F-78E9-CA5F-7251-9A641F13F69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8" name="rc1176">
              <a:extLst>
                <a:ext uri="{FF2B5EF4-FFF2-40B4-BE49-F238E27FC236}">
                  <a16:creationId xmlns:a16="http://schemas.microsoft.com/office/drawing/2014/main" id="{872E4A40-1287-3675-D947-8A1905A334A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9" name="rc1177">
              <a:extLst>
                <a:ext uri="{FF2B5EF4-FFF2-40B4-BE49-F238E27FC236}">
                  <a16:creationId xmlns:a16="http://schemas.microsoft.com/office/drawing/2014/main" id="{3292E270-9926-7859-2754-80533DDAF72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0" name="rc1178">
              <a:extLst>
                <a:ext uri="{FF2B5EF4-FFF2-40B4-BE49-F238E27FC236}">
                  <a16:creationId xmlns:a16="http://schemas.microsoft.com/office/drawing/2014/main" id="{4A8832BD-ED45-C2C3-60BC-E575CAEE6BB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1" name="rc1179">
              <a:extLst>
                <a:ext uri="{FF2B5EF4-FFF2-40B4-BE49-F238E27FC236}">
                  <a16:creationId xmlns:a16="http://schemas.microsoft.com/office/drawing/2014/main" id="{36A1C954-66A6-750A-922A-8578B7F0CE9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2" name="rc1180">
              <a:extLst>
                <a:ext uri="{FF2B5EF4-FFF2-40B4-BE49-F238E27FC236}">
                  <a16:creationId xmlns:a16="http://schemas.microsoft.com/office/drawing/2014/main" id="{176D61AF-EE1A-05A4-B967-D8AFF68CE05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3" name="rc1181">
              <a:extLst>
                <a:ext uri="{FF2B5EF4-FFF2-40B4-BE49-F238E27FC236}">
                  <a16:creationId xmlns:a16="http://schemas.microsoft.com/office/drawing/2014/main" id="{8F525025-8657-B3C9-1131-C0F16CD6026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4" name="rc1182">
              <a:extLst>
                <a:ext uri="{FF2B5EF4-FFF2-40B4-BE49-F238E27FC236}">
                  <a16:creationId xmlns:a16="http://schemas.microsoft.com/office/drawing/2014/main" id="{4FEA9A18-D9C2-3A4C-F0EC-953E875289F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5" name="rc1183">
              <a:extLst>
                <a:ext uri="{FF2B5EF4-FFF2-40B4-BE49-F238E27FC236}">
                  <a16:creationId xmlns:a16="http://schemas.microsoft.com/office/drawing/2014/main" id="{FFE9D599-A96F-6A9B-0A1D-222357C7B6F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6" name="rc1184">
              <a:extLst>
                <a:ext uri="{FF2B5EF4-FFF2-40B4-BE49-F238E27FC236}">
                  <a16:creationId xmlns:a16="http://schemas.microsoft.com/office/drawing/2014/main" id="{591001EB-AC8B-4418-5546-7AB3B70BAFF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7" name="rc1185">
              <a:extLst>
                <a:ext uri="{FF2B5EF4-FFF2-40B4-BE49-F238E27FC236}">
                  <a16:creationId xmlns:a16="http://schemas.microsoft.com/office/drawing/2014/main" id="{BE313B8F-A197-A0EA-4DFB-C0BD9635FD5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8" name="rc1186">
              <a:extLst>
                <a:ext uri="{FF2B5EF4-FFF2-40B4-BE49-F238E27FC236}">
                  <a16:creationId xmlns:a16="http://schemas.microsoft.com/office/drawing/2014/main" id="{EAB53876-DB47-3012-90F2-61E44731756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9" name="rc1187">
              <a:extLst>
                <a:ext uri="{FF2B5EF4-FFF2-40B4-BE49-F238E27FC236}">
                  <a16:creationId xmlns:a16="http://schemas.microsoft.com/office/drawing/2014/main" id="{D116E446-749B-2654-194E-6A9560E10F3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0" name="rc1188">
              <a:extLst>
                <a:ext uri="{FF2B5EF4-FFF2-40B4-BE49-F238E27FC236}">
                  <a16:creationId xmlns:a16="http://schemas.microsoft.com/office/drawing/2014/main" id="{25106CB7-5008-028C-3726-169E4E2C4AD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1" name="rc1189">
              <a:extLst>
                <a:ext uri="{FF2B5EF4-FFF2-40B4-BE49-F238E27FC236}">
                  <a16:creationId xmlns:a16="http://schemas.microsoft.com/office/drawing/2014/main" id="{40BE229D-9E42-DA94-431D-A95BBFB964E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2" name="rc1190">
              <a:extLst>
                <a:ext uri="{FF2B5EF4-FFF2-40B4-BE49-F238E27FC236}">
                  <a16:creationId xmlns:a16="http://schemas.microsoft.com/office/drawing/2014/main" id="{302A7A85-5633-1815-1247-D9CA2F97675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3" name="rc1191">
              <a:extLst>
                <a:ext uri="{FF2B5EF4-FFF2-40B4-BE49-F238E27FC236}">
                  <a16:creationId xmlns:a16="http://schemas.microsoft.com/office/drawing/2014/main" id="{1FE8FD34-D82B-5286-CA3D-323231288ED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4" name="rc1192">
              <a:extLst>
                <a:ext uri="{FF2B5EF4-FFF2-40B4-BE49-F238E27FC236}">
                  <a16:creationId xmlns:a16="http://schemas.microsoft.com/office/drawing/2014/main" id="{97B645A5-11EE-22D2-A87F-1CFEF3B2956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5" name="rc1193">
              <a:extLst>
                <a:ext uri="{FF2B5EF4-FFF2-40B4-BE49-F238E27FC236}">
                  <a16:creationId xmlns:a16="http://schemas.microsoft.com/office/drawing/2014/main" id="{3670A591-9C78-6CAC-11B3-1F939902DD0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6" name="rc1194">
              <a:extLst>
                <a:ext uri="{FF2B5EF4-FFF2-40B4-BE49-F238E27FC236}">
                  <a16:creationId xmlns:a16="http://schemas.microsoft.com/office/drawing/2014/main" id="{AD24E4B0-29EA-8DD7-337C-9FDBB87125A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7" name="rc1195">
              <a:extLst>
                <a:ext uri="{FF2B5EF4-FFF2-40B4-BE49-F238E27FC236}">
                  <a16:creationId xmlns:a16="http://schemas.microsoft.com/office/drawing/2014/main" id="{0D5D9C39-BC22-B969-E51F-FB74B2631D0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8" name="rc1196">
              <a:extLst>
                <a:ext uri="{FF2B5EF4-FFF2-40B4-BE49-F238E27FC236}">
                  <a16:creationId xmlns:a16="http://schemas.microsoft.com/office/drawing/2014/main" id="{EA7BFEEF-B721-0EA8-AB32-1032AB4A11D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9" name="rc1197">
              <a:extLst>
                <a:ext uri="{FF2B5EF4-FFF2-40B4-BE49-F238E27FC236}">
                  <a16:creationId xmlns:a16="http://schemas.microsoft.com/office/drawing/2014/main" id="{21C9EF9A-BF18-B0DD-6BC0-ADC070D07EE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0" name="rc1198">
              <a:extLst>
                <a:ext uri="{FF2B5EF4-FFF2-40B4-BE49-F238E27FC236}">
                  <a16:creationId xmlns:a16="http://schemas.microsoft.com/office/drawing/2014/main" id="{55957025-F62A-F53F-AE2B-F5D1DD16460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1" name="rc1199">
              <a:extLst>
                <a:ext uri="{FF2B5EF4-FFF2-40B4-BE49-F238E27FC236}">
                  <a16:creationId xmlns:a16="http://schemas.microsoft.com/office/drawing/2014/main" id="{CF8E1799-8C8D-CB53-DCE2-895D6AF743A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2" name="rc1200">
              <a:extLst>
                <a:ext uri="{FF2B5EF4-FFF2-40B4-BE49-F238E27FC236}">
                  <a16:creationId xmlns:a16="http://schemas.microsoft.com/office/drawing/2014/main" id="{393F713D-D515-49E1-2A6C-DE209233CEE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3" name="rc1201">
              <a:extLst>
                <a:ext uri="{FF2B5EF4-FFF2-40B4-BE49-F238E27FC236}">
                  <a16:creationId xmlns:a16="http://schemas.microsoft.com/office/drawing/2014/main" id="{D4D979F8-A966-D91D-5AF2-FE891C6706D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4" name="rc1202">
              <a:extLst>
                <a:ext uri="{FF2B5EF4-FFF2-40B4-BE49-F238E27FC236}">
                  <a16:creationId xmlns:a16="http://schemas.microsoft.com/office/drawing/2014/main" id="{38E8FDF1-F0D8-8183-4B70-2A5EBC03DFB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5" name="rc1203">
              <a:extLst>
                <a:ext uri="{FF2B5EF4-FFF2-40B4-BE49-F238E27FC236}">
                  <a16:creationId xmlns:a16="http://schemas.microsoft.com/office/drawing/2014/main" id="{B9A7AEA4-0BD1-E412-7069-317E6167EE9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6" name="rc1204">
              <a:extLst>
                <a:ext uri="{FF2B5EF4-FFF2-40B4-BE49-F238E27FC236}">
                  <a16:creationId xmlns:a16="http://schemas.microsoft.com/office/drawing/2014/main" id="{1664DE2D-4DF2-03E0-8422-B5789C5797C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7" name="rc1205">
              <a:extLst>
                <a:ext uri="{FF2B5EF4-FFF2-40B4-BE49-F238E27FC236}">
                  <a16:creationId xmlns:a16="http://schemas.microsoft.com/office/drawing/2014/main" id="{D517ADA6-9BA8-FF47-0C2A-907D9CA0B19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8" name="rc1206">
              <a:extLst>
                <a:ext uri="{FF2B5EF4-FFF2-40B4-BE49-F238E27FC236}">
                  <a16:creationId xmlns:a16="http://schemas.microsoft.com/office/drawing/2014/main" id="{84719B14-C846-B827-8FE9-192C44BF352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9" name="rc1207">
              <a:extLst>
                <a:ext uri="{FF2B5EF4-FFF2-40B4-BE49-F238E27FC236}">
                  <a16:creationId xmlns:a16="http://schemas.microsoft.com/office/drawing/2014/main" id="{175E19B7-14A6-FDF5-F256-B48FD793268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0" name="rc1208">
              <a:extLst>
                <a:ext uri="{FF2B5EF4-FFF2-40B4-BE49-F238E27FC236}">
                  <a16:creationId xmlns:a16="http://schemas.microsoft.com/office/drawing/2014/main" id="{3D385461-8E0F-9D65-9CD6-E1767380B52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1" name="rc1209">
              <a:extLst>
                <a:ext uri="{FF2B5EF4-FFF2-40B4-BE49-F238E27FC236}">
                  <a16:creationId xmlns:a16="http://schemas.microsoft.com/office/drawing/2014/main" id="{DEB87638-64D7-F3AF-9414-4366F81D211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2" name="rc1210">
              <a:extLst>
                <a:ext uri="{FF2B5EF4-FFF2-40B4-BE49-F238E27FC236}">
                  <a16:creationId xmlns:a16="http://schemas.microsoft.com/office/drawing/2014/main" id="{18904537-59B4-6958-D4D0-63CB2C22D01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3" name="rc1211">
              <a:extLst>
                <a:ext uri="{FF2B5EF4-FFF2-40B4-BE49-F238E27FC236}">
                  <a16:creationId xmlns:a16="http://schemas.microsoft.com/office/drawing/2014/main" id="{79CA0F28-33CC-E52D-874E-DA4E2CA79E0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4" name="rc1212">
              <a:extLst>
                <a:ext uri="{FF2B5EF4-FFF2-40B4-BE49-F238E27FC236}">
                  <a16:creationId xmlns:a16="http://schemas.microsoft.com/office/drawing/2014/main" id="{5F37C8B9-C131-695C-5F8F-694DB4EAC86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5" name="rc1213">
              <a:extLst>
                <a:ext uri="{FF2B5EF4-FFF2-40B4-BE49-F238E27FC236}">
                  <a16:creationId xmlns:a16="http://schemas.microsoft.com/office/drawing/2014/main" id="{B959683C-0B60-7CC5-56EF-7784FBDB205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6" name="rc1214">
              <a:extLst>
                <a:ext uri="{FF2B5EF4-FFF2-40B4-BE49-F238E27FC236}">
                  <a16:creationId xmlns:a16="http://schemas.microsoft.com/office/drawing/2014/main" id="{BC40D051-3C41-930F-0B9C-B9423EFA673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7" name="rc1215">
              <a:extLst>
                <a:ext uri="{FF2B5EF4-FFF2-40B4-BE49-F238E27FC236}">
                  <a16:creationId xmlns:a16="http://schemas.microsoft.com/office/drawing/2014/main" id="{1A0DEAEF-9D7D-E45E-89F0-96EF65924D9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8" name="rc1216">
              <a:extLst>
                <a:ext uri="{FF2B5EF4-FFF2-40B4-BE49-F238E27FC236}">
                  <a16:creationId xmlns:a16="http://schemas.microsoft.com/office/drawing/2014/main" id="{C0958533-0E1A-C6EB-5E03-B9C0F6AD513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9" name="rc1217">
              <a:extLst>
                <a:ext uri="{FF2B5EF4-FFF2-40B4-BE49-F238E27FC236}">
                  <a16:creationId xmlns:a16="http://schemas.microsoft.com/office/drawing/2014/main" id="{FC9C6F02-BAD1-50EC-6B9E-6C436B3B851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0" name="rc1218">
              <a:extLst>
                <a:ext uri="{FF2B5EF4-FFF2-40B4-BE49-F238E27FC236}">
                  <a16:creationId xmlns:a16="http://schemas.microsoft.com/office/drawing/2014/main" id="{44572DC1-A9CA-92B3-BF4A-8E58E36A2A3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1" name="rc1219">
              <a:extLst>
                <a:ext uri="{FF2B5EF4-FFF2-40B4-BE49-F238E27FC236}">
                  <a16:creationId xmlns:a16="http://schemas.microsoft.com/office/drawing/2014/main" id="{C79CE582-8C74-E606-CD31-9C6041C8FE0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2" name="rc1220">
              <a:extLst>
                <a:ext uri="{FF2B5EF4-FFF2-40B4-BE49-F238E27FC236}">
                  <a16:creationId xmlns:a16="http://schemas.microsoft.com/office/drawing/2014/main" id="{93277AA3-48A1-0B5D-BE99-BA9ECDD8472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3" name="rc1221">
              <a:extLst>
                <a:ext uri="{FF2B5EF4-FFF2-40B4-BE49-F238E27FC236}">
                  <a16:creationId xmlns:a16="http://schemas.microsoft.com/office/drawing/2014/main" id="{FB65073E-7EF1-3FF5-7A49-58A594B4458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4" name="rc1222">
              <a:extLst>
                <a:ext uri="{FF2B5EF4-FFF2-40B4-BE49-F238E27FC236}">
                  <a16:creationId xmlns:a16="http://schemas.microsoft.com/office/drawing/2014/main" id="{3457F121-CE03-E263-0CEA-5A684E35152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5" name="rc1223">
              <a:extLst>
                <a:ext uri="{FF2B5EF4-FFF2-40B4-BE49-F238E27FC236}">
                  <a16:creationId xmlns:a16="http://schemas.microsoft.com/office/drawing/2014/main" id="{F33B543A-8AAB-0DF3-28F5-921F80FA705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6" name="rc1224">
              <a:extLst>
                <a:ext uri="{FF2B5EF4-FFF2-40B4-BE49-F238E27FC236}">
                  <a16:creationId xmlns:a16="http://schemas.microsoft.com/office/drawing/2014/main" id="{C5AFA8BC-C6C2-4799-DD0A-16231DD8DD7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7" name="rc1225">
              <a:extLst>
                <a:ext uri="{FF2B5EF4-FFF2-40B4-BE49-F238E27FC236}">
                  <a16:creationId xmlns:a16="http://schemas.microsoft.com/office/drawing/2014/main" id="{644CE80B-7B26-DE3E-DFE3-FBD8820D9F9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8" name="rc1226">
              <a:extLst>
                <a:ext uri="{FF2B5EF4-FFF2-40B4-BE49-F238E27FC236}">
                  <a16:creationId xmlns:a16="http://schemas.microsoft.com/office/drawing/2014/main" id="{415FEECD-A50F-547E-BF81-620F997E21F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9" name="rc1227">
              <a:extLst>
                <a:ext uri="{FF2B5EF4-FFF2-40B4-BE49-F238E27FC236}">
                  <a16:creationId xmlns:a16="http://schemas.microsoft.com/office/drawing/2014/main" id="{E0B8696D-8938-64FB-FCB9-16C567216CF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0" name="rc1228">
              <a:extLst>
                <a:ext uri="{FF2B5EF4-FFF2-40B4-BE49-F238E27FC236}">
                  <a16:creationId xmlns:a16="http://schemas.microsoft.com/office/drawing/2014/main" id="{C782E9A9-D867-EDFC-C24F-EEDB1ED42E0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1" name="rc1229">
              <a:extLst>
                <a:ext uri="{FF2B5EF4-FFF2-40B4-BE49-F238E27FC236}">
                  <a16:creationId xmlns:a16="http://schemas.microsoft.com/office/drawing/2014/main" id="{6BD7526A-0044-0985-B2E5-4F66A79241A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2" name="rc1230">
              <a:extLst>
                <a:ext uri="{FF2B5EF4-FFF2-40B4-BE49-F238E27FC236}">
                  <a16:creationId xmlns:a16="http://schemas.microsoft.com/office/drawing/2014/main" id="{D90968FA-63FE-2859-713E-07708BBF8D6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3" name="rc1231">
              <a:extLst>
                <a:ext uri="{FF2B5EF4-FFF2-40B4-BE49-F238E27FC236}">
                  <a16:creationId xmlns:a16="http://schemas.microsoft.com/office/drawing/2014/main" id="{BABC3F6F-AFB3-F058-38DC-61AE2D29046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4" name="rc1232">
              <a:extLst>
                <a:ext uri="{FF2B5EF4-FFF2-40B4-BE49-F238E27FC236}">
                  <a16:creationId xmlns:a16="http://schemas.microsoft.com/office/drawing/2014/main" id="{1C9ADC75-95A9-41B7-490C-1D41AB3391E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5" name="rc1233">
              <a:extLst>
                <a:ext uri="{FF2B5EF4-FFF2-40B4-BE49-F238E27FC236}">
                  <a16:creationId xmlns:a16="http://schemas.microsoft.com/office/drawing/2014/main" id="{C8E004EA-6A05-554C-38D7-2E8395BAB9C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6" name="rc1234">
              <a:extLst>
                <a:ext uri="{FF2B5EF4-FFF2-40B4-BE49-F238E27FC236}">
                  <a16:creationId xmlns:a16="http://schemas.microsoft.com/office/drawing/2014/main" id="{9057F074-EE77-EAB1-92ED-D241AA7CDC5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7" name="rc1235">
              <a:extLst>
                <a:ext uri="{FF2B5EF4-FFF2-40B4-BE49-F238E27FC236}">
                  <a16:creationId xmlns:a16="http://schemas.microsoft.com/office/drawing/2014/main" id="{A23A2664-E3C2-A101-78A1-591837AAF68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8" name="rc1236">
              <a:extLst>
                <a:ext uri="{FF2B5EF4-FFF2-40B4-BE49-F238E27FC236}">
                  <a16:creationId xmlns:a16="http://schemas.microsoft.com/office/drawing/2014/main" id="{46DF8D11-F9BB-2341-33CA-067049073B8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9" name="rc1237">
              <a:extLst>
                <a:ext uri="{FF2B5EF4-FFF2-40B4-BE49-F238E27FC236}">
                  <a16:creationId xmlns:a16="http://schemas.microsoft.com/office/drawing/2014/main" id="{AAA43613-A65D-A20E-3E3D-9B76678964A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0" name="rc1238">
              <a:extLst>
                <a:ext uri="{FF2B5EF4-FFF2-40B4-BE49-F238E27FC236}">
                  <a16:creationId xmlns:a16="http://schemas.microsoft.com/office/drawing/2014/main" id="{08EC63A9-53BE-CAFA-3B2B-16F00D77CA2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1" name="rc1239">
              <a:extLst>
                <a:ext uri="{FF2B5EF4-FFF2-40B4-BE49-F238E27FC236}">
                  <a16:creationId xmlns:a16="http://schemas.microsoft.com/office/drawing/2014/main" id="{9E698A06-4027-5A6C-A17E-E2F44A5C21F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2" name="rc1240">
              <a:extLst>
                <a:ext uri="{FF2B5EF4-FFF2-40B4-BE49-F238E27FC236}">
                  <a16:creationId xmlns:a16="http://schemas.microsoft.com/office/drawing/2014/main" id="{D8134425-D790-85B3-91E5-A55D1D265D0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3" name="rc1241">
              <a:extLst>
                <a:ext uri="{FF2B5EF4-FFF2-40B4-BE49-F238E27FC236}">
                  <a16:creationId xmlns:a16="http://schemas.microsoft.com/office/drawing/2014/main" id="{E8A1CFED-AFDB-832B-FF6D-A45575305DB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4" name="rc1242">
              <a:extLst>
                <a:ext uri="{FF2B5EF4-FFF2-40B4-BE49-F238E27FC236}">
                  <a16:creationId xmlns:a16="http://schemas.microsoft.com/office/drawing/2014/main" id="{ABE68193-6F4E-3259-B03B-F8F9CC3FF20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5" name="rc1243">
              <a:extLst>
                <a:ext uri="{FF2B5EF4-FFF2-40B4-BE49-F238E27FC236}">
                  <a16:creationId xmlns:a16="http://schemas.microsoft.com/office/drawing/2014/main" id="{8DCF430B-2126-A240-E302-6E85CDF2BE0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6" name="rc1244">
              <a:extLst>
                <a:ext uri="{FF2B5EF4-FFF2-40B4-BE49-F238E27FC236}">
                  <a16:creationId xmlns:a16="http://schemas.microsoft.com/office/drawing/2014/main" id="{F777D397-C7E7-9FF6-AB1E-960ECE43B3A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7" name="rc1245">
              <a:extLst>
                <a:ext uri="{FF2B5EF4-FFF2-40B4-BE49-F238E27FC236}">
                  <a16:creationId xmlns:a16="http://schemas.microsoft.com/office/drawing/2014/main" id="{C68C98AF-3EFC-6EC0-FB6B-503C9588B0C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8" name="rc1246">
              <a:extLst>
                <a:ext uri="{FF2B5EF4-FFF2-40B4-BE49-F238E27FC236}">
                  <a16:creationId xmlns:a16="http://schemas.microsoft.com/office/drawing/2014/main" id="{DD667B44-2808-EC49-D23A-A6956B630DD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9" name="rc1247">
              <a:extLst>
                <a:ext uri="{FF2B5EF4-FFF2-40B4-BE49-F238E27FC236}">
                  <a16:creationId xmlns:a16="http://schemas.microsoft.com/office/drawing/2014/main" id="{1D07D323-4563-9502-8EA5-F6F1839997A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0" name="rc1248">
              <a:extLst>
                <a:ext uri="{FF2B5EF4-FFF2-40B4-BE49-F238E27FC236}">
                  <a16:creationId xmlns:a16="http://schemas.microsoft.com/office/drawing/2014/main" id="{9DC76294-EA67-1AD4-D1B7-A45F0BE0FDD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1" name="rc1249">
              <a:extLst>
                <a:ext uri="{FF2B5EF4-FFF2-40B4-BE49-F238E27FC236}">
                  <a16:creationId xmlns:a16="http://schemas.microsoft.com/office/drawing/2014/main" id="{6AAE429C-0236-6B68-FC14-FE717B4872F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2" name="rc1250">
              <a:extLst>
                <a:ext uri="{FF2B5EF4-FFF2-40B4-BE49-F238E27FC236}">
                  <a16:creationId xmlns:a16="http://schemas.microsoft.com/office/drawing/2014/main" id="{6837289F-8291-FB5E-33E1-9EFAA5A9222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3" name="rc1251">
              <a:extLst>
                <a:ext uri="{FF2B5EF4-FFF2-40B4-BE49-F238E27FC236}">
                  <a16:creationId xmlns:a16="http://schemas.microsoft.com/office/drawing/2014/main" id="{775FC8B0-2EA3-EE9C-6DA1-559BE303175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4" name="rc1252">
              <a:extLst>
                <a:ext uri="{FF2B5EF4-FFF2-40B4-BE49-F238E27FC236}">
                  <a16:creationId xmlns:a16="http://schemas.microsoft.com/office/drawing/2014/main" id="{E8083090-563C-0CAC-7002-07AB7AD2BA9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5" name="rc1253">
              <a:extLst>
                <a:ext uri="{FF2B5EF4-FFF2-40B4-BE49-F238E27FC236}">
                  <a16:creationId xmlns:a16="http://schemas.microsoft.com/office/drawing/2014/main" id="{A47600C4-1D0D-46C7-479C-C18292A6BD1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6" name="rc1254">
              <a:extLst>
                <a:ext uri="{FF2B5EF4-FFF2-40B4-BE49-F238E27FC236}">
                  <a16:creationId xmlns:a16="http://schemas.microsoft.com/office/drawing/2014/main" id="{EF621A60-A269-067D-A205-D8253447EEC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7" name="rc1255">
              <a:extLst>
                <a:ext uri="{FF2B5EF4-FFF2-40B4-BE49-F238E27FC236}">
                  <a16:creationId xmlns:a16="http://schemas.microsoft.com/office/drawing/2014/main" id="{5A601446-2450-6DB9-0BCF-0FBFE8D18A5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8" name="rc1256">
              <a:extLst>
                <a:ext uri="{FF2B5EF4-FFF2-40B4-BE49-F238E27FC236}">
                  <a16:creationId xmlns:a16="http://schemas.microsoft.com/office/drawing/2014/main" id="{B71C6B6A-3AB2-1488-ABCD-B3F004A173B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9" name="rc1257">
              <a:extLst>
                <a:ext uri="{FF2B5EF4-FFF2-40B4-BE49-F238E27FC236}">
                  <a16:creationId xmlns:a16="http://schemas.microsoft.com/office/drawing/2014/main" id="{976646DD-D9AA-BD86-2BC6-B8D6B4C1301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0" name="rc1258">
              <a:extLst>
                <a:ext uri="{FF2B5EF4-FFF2-40B4-BE49-F238E27FC236}">
                  <a16:creationId xmlns:a16="http://schemas.microsoft.com/office/drawing/2014/main" id="{62699170-1090-EBDA-BF73-C842558FE5D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1" name="rc1259">
              <a:extLst>
                <a:ext uri="{FF2B5EF4-FFF2-40B4-BE49-F238E27FC236}">
                  <a16:creationId xmlns:a16="http://schemas.microsoft.com/office/drawing/2014/main" id="{D2A235FD-CA86-B966-8ECE-1888D3633F1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2" name="rc1260">
              <a:extLst>
                <a:ext uri="{FF2B5EF4-FFF2-40B4-BE49-F238E27FC236}">
                  <a16:creationId xmlns:a16="http://schemas.microsoft.com/office/drawing/2014/main" id="{6CDC1F46-D841-C3CF-BE0B-573F5AFA1C9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3" name="rc1261">
              <a:extLst>
                <a:ext uri="{FF2B5EF4-FFF2-40B4-BE49-F238E27FC236}">
                  <a16:creationId xmlns:a16="http://schemas.microsoft.com/office/drawing/2014/main" id="{7A55DB54-E644-4C38-640C-A79EA8B4A66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4" name="rc1262">
              <a:extLst>
                <a:ext uri="{FF2B5EF4-FFF2-40B4-BE49-F238E27FC236}">
                  <a16:creationId xmlns:a16="http://schemas.microsoft.com/office/drawing/2014/main" id="{DF2B0F02-C127-E6F1-B57E-5D223306899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5" name="rc1263">
              <a:extLst>
                <a:ext uri="{FF2B5EF4-FFF2-40B4-BE49-F238E27FC236}">
                  <a16:creationId xmlns:a16="http://schemas.microsoft.com/office/drawing/2014/main" id="{B60F6707-7D07-CB51-A1DE-6D36386C053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6" name="rc1264">
              <a:extLst>
                <a:ext uri="{FF2B5EF4-FFF2-40B4-BE49-F238E27FC236}">
                  <a16:creationId xmlns:a16="http://schemas.microsoft.com/office/drawing/2014/main" id="{2C7942AE-7AEA-52DC-ECE9-2E00998BFD2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7" name="rc1265">
              <a:extLst>
                <a:ext uri="{FF2B5EF4-FFF2-40B4-BE49-F238E27FC236}">
                  <a16:creationId xmlns:a16="http://schemas.microsoft.com/office/drawing/2014/main" id="{991A81C3-470E-546C-FE7D-C9B6B5C54E6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8" name="rc1266">
              <a:extLst>
                <a:ext uri="{FF2B5EF4-FFF2-40B4-BE49-F238E27FC236}">
                  <a16:creationId xmlns:a16="http://schemas.microsoft.com/office/drawing/2014/main" id="{DF069091-6D82-FD29-8283-DAF8040442C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9" name="rc1267">
              <a:extLst>
                <a:ext uri="{FF2B5EF4-FFF2-40B4-BE49-F238E27FC236}">
                  <a16:creationId xmlns:a16="http://schemas.microsoft.com/office/drawing/2014/main" id="{3B82EDDE-BBA4-D12F-B2A0-07329BE1EBC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0" name="rc1268">
              <a:extLst>
                <a:ext uri="{FF2B5EF4-FFF2-40B4-BE49-F238E27FC236}">
                  <a16:creationId xmlns:a16="http://schemas.microsoft.com/office/drawing/2014/main" id="{4C2EDF89-468A-9B75-0A84-DA3DE422412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1" name="rc1269">
              <a:extLst>
                <a:ext uri="{FF2B5EF4-FFF2-40B4-BE49-F238E27FC236}">
                  <a16:creationId xmlns:a16="http://schemas.microsoft.com/office/drawing/2014/main" id="{42727149-9B3A-D681-7BD1-C098A02292F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2" name="rc1270">
              <a:extLst>
                <a:ext uri="{FF2B5EF4-FFF2-40B4-BE49-F238E27FC236}">
                  <a16:creationId xmlns:a16="http://schemas.microsoft.com/office/drawing/2014/main" id="{9F9EB99E-E946-0968-6376-7DB9950E585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3" name="rc1271">
              <a:extLst>
                <a:ext uri="{FF2B5EF4-FFF2-40B4-BE49-F238E27FC236}">
                  <a16:creationId xmlns:a16="http://schemas.microsoft.com/office/drawing/2014/main" id="{C437D9A2-953D-F97D-FE6D-28FA3B5C41C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4" name="rc1272">
              <a:extLst>
                <a:ext uri="{FF2B5EF4-FFF2-40B4-BE49-F238E27FC236}">
                  <a16:creationId xmlns:a16="http://schemas.microsoft.com/office/drawing/2014/main" id="{9ADAE654-2433-10E1-3D83-4E08340F4DF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5" name="rc1273">
              <a:extLst>
                <a:ext uri="{FF2B5EF4-FFF2-40B4-BE49-F238E27FC236}">
                  <a16:creationId xmlns:a16="http://schemas.microsoft.com/office/drawing/2014/main" id="{1A9CAD45-3AF1-C270-5565-0A5FE0540B7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6" name="rc1274">
              <a:extLst>
                <a:ext uri="{FF2B5EF4-FFF2-40B4-BE49-F238E27FC236}">
                  <a16:creationId xmlns:a16="http://schemas.microsoft.com/office/drawing/2014/main" id="{F237022B-F24E-35E6-16BA-AEE720D2618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7" name="rc1275">
              <a:extLst>
                <a:ext uri="{FF2B5EF4-FFF2-40B4-BE49-F238E27FC236}">
                  <a16:creationId xmlns:a16="http://schemas.microsoft.com/office/drawing/2014/main" id="{6F650AD6-3537-5380-B7C3-1777193B7F6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8" name="rc1276">
              <a:extLst>
                <a:ext uri="{FF2B5EF4-FFF2-40B4-BE49-F238E27FC236}">
                  <a16:creationId xmlns:a16="http://schemas.microsoft.com/office/drawing/2014/main" id="{13E60CE9-3EC8-901F-EB74-1B868FC7016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9" name="rc1277">
              <a:extLst>
                <a:ext uri="{FF2B5EF4-FFF2-40B4-BE49-F238E27FC236}">
                  <a16:creationId xmlns:a16="http://schemas.microsoft.com/office/drawing/2014/main" id="{CEE45C52-9D6E-649A-03BE-5A23415DC66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0" name="rc1278">
              <a:extLst>
                <a:ext uri="{FF2B5EF4-FFF2-40B4-BE49-F238E27FC236}">
                  <a16:creationId xmlns:a16="http://schemas.microsoft.com/office/drawing/2014/main" id="{2DEB851D-CF03-6F55-2FCD-13B7D0CC09B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1" name="rc1279">
              <a:extLst>
                <a:ext uri="{FF2B5EF4-FFF2-40B4-BE49-F238E27FC236}">
                  <a16:creationId xmlns:a16="http://schemas.microsoft.com/office/drawing/2014/main" id="{45B0F5C0-7063-FD79-CB8B-E04AE709BCA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2" name="rc1280">
              <a:extLst>
                <a:ext uri="{FF2B5EF4-FFF2-40B4-BE49-F238E27FC236}">
                  <a16:creationId xmlns:a16="http://schemas.microsoft.com/office/drawing/2014/main" id="{26CDD5C1-9EA4-A973-0E0D-97ADDC6588D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3" name="rc1281">
              <a:extLst>
                <a:ext uri="{FF2B5EF4-FFF2-40B4-BE49-F238E27FC236}">
                  <a16:creationId xmlns:a16="http://schemas.microsoft.com/office/drawing/2014/main" id="{CB751DC1-2C7D-7D23-C7DE-4071EA4200B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4" name="rc1282">
              <a:extLst>
                <a:ext uri="{FF2B5EF4-FFF2-40B4-BE49-F238E27FC236}">
                  <a16:creationId xmlns:a16="http://schemas.microsoft.com/office/drawing/2014/main" id="{33028A32-1FB2-0DBE-9499-8048A67D7AE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5" name="rc1283">
              <a:extLst>
                <a:ext uri="{FF2B5EF4-FFF2-40B4-BE49-F238E27FC236}">
                  <a16:creationId xmlns:a16="http://schemas.microsoft.com/office/drawing/2014/main" id="{68E28E45-0960-41C0-18C0-5E6B32FD4F7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6" name="rc1284">
              <a:extLst>
                <a:ext uri="{FF2B5EF4-FFF2-40B4-BE49-F238E27FC236}">
                  <a16:creationId xmlns:a16="http://schemas.microsoft.com/office/drawing/2014/main" id="{55E7172A-8719-50F0-724F-AFD7AA27A12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7" name="rc1285">
              <a:extLst>
                <a:ext uri="{FF2B5EF4-FFF2-40B4-BE49-F238E27FC236}">
                  <a16:creationId xmlns:a16="http://schemas.microsoft.com/office/drawing/2014/main" id="{F59467AC-477D-95C2-0C42-3DAD8989977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8" name="rc1286">
              <a:extLst>
                <a:ext uri="{FF2B5EF4-FFF2-40B4-BE49-F238E27FC236}">
                  <a16:creationId xmlns:a16="http://schemas.microsoft.com/office/drawing/2014/main" id="{DB037BBF-5B14-0630-78A2-A5CACB6A353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9" name="rc1287">
              <a:extLst>
                <a:ext uri="{FF2B5EF4-FFF2-40B4-BE49-F238E27FC236}">
                  <a16:creationId xmlns:a16="http://schemas.microsoft.com/office/drawing/2014/main" id="{006158C0-C964-3AD3-BD0D-6DEAB55AF1A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0" name="rc1288">
              <a:extLst>
                <a:ext uri="{FF2B5EF4-FFF2-40B4-BE49-F238E27FC236}">
                  <a16:creationId xmlns:a16="http://schemas.microsoft.com/office/drawing/2014/main" id="{072E1D2D-BE7B-3184-CE42-BD4EBC8139B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1" name="rc1289">
              <a:extLst>
                <a:ext uri="{FF2B5EF4-FFF2-40B4-BE49-F238E27FC236}">
                  <a16:creationId xmlns:a16="http://schemas.microsoft.com/office/drawing/2014/main" id="{8D86E6F0-0DA7-B8B1-D7FB-F402DCD8922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2" name="rc1290">
              <a:extLst>
                <a:ext uri="{FF2B5EF4-FFF2-40B4-BE49-F238E27FC236}">
                  <a16:creationId xmlns:a16="http://schemas.microsoft.com/office/drawing/2014/main" id="{00219FE9-49BF-645F-C68A-3BD5AEAF9F0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3" name="rc1291">
              <a:extLst>
                <a:ext uri="{FF2B5EF4-FFF2-40B4-BE49-F238E27FC236}">
                  <a16:creationId xmlns:a16="http://schemas.microsoft.com/office/drawing/2014/main" id="{24BC4E6F-F0A4-4EE7-0DFD-F9BD1439AA4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4" name="rc1292">
              <a:extLst>
                <a:ext uri="{FF2B5EF4-FFF2-40B4-BE49-F238E27FC236}">
                  <a16:creationId xmlns:a16="http://schemas.microsoft.com/office/drawing/2014/main" id="{7AD5DBCD-CE41-8AFC-73D8-95A26726BB2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5" name="rc1293">
              <a:extLst>
                <a:ext uri="{FF2B5EF4-FFF2-40B4-BE49-F238E27FC236}">
                  <a16:creationId xmlns:a16="http://schemas.microsoft.com/office/drawing/2014/main" id="{C134FAED-1FA3-3733-D3DE-6B1EF53029C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6" name="rc1294">
              <a:extLst>
                <a:ext uri="{FF2B5EF4-FFF2-40B4-BE49-F238E27FC236}">
                  <a16:creationId xmlns:a16="http://schemas.microsoft.com/office/drawing/2014/main" id="{098FBB12-6C73-23A5-B05C-976CCDA2BFC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7" name="rc1295">
              <a:extLst>
                <a:ext uri="{FF2B5EF4-FFF2-40B4-BE49-F238E27FC236}">
                  <a16:creationId xmlns:a16="http://schemas.microsoft.com/office/drawing/2014/main" id="{7B4BE4A4-EA36-CCD2-C064-8B308FF1D40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8" name="rc1296">
              <a:extLst>
                <a:ext uri="{FF2B5EF4-FFF2-40B4-BE49-F238E27FC236}">
                  <a16:creationId xmlns:a16="http://schemas.microsoft.com/office/drawing/2014/main" id="{D02743A0-A074-91B7-2180-FD769E2BA41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9" name="rc1297">
              <a:extLst>
                <a:ext uri="{FF2B5EF4-FFF2-40B4-BE49-F238E27FC236}">
                  <a16:creationId xmlns:a16="http://schemas.microsoft.com/office/drawing/2014/main" id="{E98FBEDE-EBAF-642E-B041-27840399972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0" name="rc1298">
              <a:extLst>
                <a:ext uri="{FF2B5EF4-FFF2-40B4-BE49-F238E27FC236}">
                  <a16:creationId xmlns:a16="http://schemas.microsoft.com/office/drawing/2014/main" id="{7552886F-8B9E-7CA1-BAE5-29B922DB6CC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1" name="rc1299">
              <a:extLst>
                <a:ext uri="{FF2B5EF4-FFF2-40B4-BE49-F238E27FC236}">
                  <a16:creationId xmlns:a16="http://schemas.microsoft.com/office/drawing/2014/main" id="{92266A60-F69F-1801-8869-C4BB56761FA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2" name="rc1300">
              <a:extLst>
                <a:ext uri="{FF2B5EF4-FFF2-40B4-BE49-F238E27FC236}">
                  <a16:creationId xmlns:a16="http://schemas.microsoft.com/office/drawing/2014/main" id="{FB68C653-051C-7EBD-D4CB-4B2431A1C0C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3" name="rc1301">
              <a:extLst>
                <a:ext uri="{FF2B5EF4-FFF2-40B4-BE49-F238E27FC236}">
                  <a16:creationId xmlns:a16="http://schemas.microsoft.com/office/drawing/2014/main" id="{E9C6DA3B-9E78-5C51-F9D9-E84D6140112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4" name="rc1302">
              <a:extLst>
                <a:ext uri="{FF2B5EF4-FFF2-40B4-BE49-F238E27FC236}">
                  <a16:creationId xmlns:a16="http://schemas.microsoft.com/office/drawing/2014/main" id="{4E391A33-9DFE-A0D8-08E3-E415D000CBA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5" name="rc1303">
              <a:extLst>
                <a:ext uri="{FF2B5EF4-FFF2-40B4-BE49-F238E27FC236}">
                  <a16:creationId xmlns:a16="http://schemas.microsoft.com/office/drawing/2014/main" id="{286BADA4-99FF-165B-2279-F97C104E069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6" name="rc1304">
              <a:extLst>
                <a:ext uri="{FF2B5EF4-FFF2-40B4-BE49-F238E27FC236}">
                  <a16:creationId xmlns:a16="http://schemas.microsoft.com/office/drawing/2014/main" id="{FA428F93-18ED-9A7E-9F11-5C3AEFBF29A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7" name="rc1305">
              <a:extLst>
                <a:ext uri="{FF2B5EF4-FFF2-40B4-BE49-F238E27FC236}">
                  <a16:creationId xmlns:a16="http://schemas.microsoft.com/office/drawing/2014/main" id="{B31CC270-C372-E8CA-2267-1E6AD77C18F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8" name="rc1306">
              <a:extLst>
                <a:ext uri="{FF2B5EF4-FFF2-40B4-BE49-F238E27FC236}">
                  <a16:creationId xmlns:a16="http://schemas.microsoft.com/office/drawing/2014/main" id="{44E9BBF0-EE46-D0B9-9F76-06C17B101F3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9" name="rc1307">
              <a:extLst>
                <a:ext uri="{FF2B5EF4-FFF2-40B4-BE49-F238E27FC236}">
                  <a16:creationId xmlns:a16="http://schemas.microsoft.com/office/drawing/2014/main" id="{C317E7C7-9825-D135-B275-60CE530C52E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0" name="rc1308">
              <a:extLst>
                <a:ext uri="{FF2B5EF4-FFF2-40B4-BE49-F238E27FC236}">
                  <a16:creationId xmlns:a16="http://schemas.microsoft.com/office/drawing/2014/main" id="{9CAB988E-6966-99D0-C0A2-480251670A3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1" name="rc1309">
              <a:extLst>
                <a:ext uri="{FF2B5EF4-FFF2-40B4-BE49-F238E27FC236}">
                  <a16:creationId xmlns:a16="http://schemas.microsoft.com/office/drawing/2014/main" id="{54E0F3E6-AE7C-000E-C2F2-E61EA7B0742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2" name="rc1310">
              <a:extLst>
                <a:ext uri="{FF2B5EF4-FFF2-40B4-BE49-F238E27FC236}">
                  <a16:creationId xmlns:a16="http://schemas.microsoft.com/office/drawing/2014/main" id="{FBB43173-9554-0E75-5C71-509D5DCCA78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3" name="rc1311">
              <a:extLst>
                <a:ext uri="{FF2B5EF4-FFF2-40B4-BE49-F238E27FC236}">
                  <a16:creationId xmlns:a16="http://schemas.microsoft.com/office/drawing/2014/main" id="{06ADA3F9-ECE2-02EA-FF76-37CFA4DCD44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4" name="rc1312">
              <a:extLst>
                <a:ext uri="{FF2B5EF4-FFF2-40B4-BE49-F238E27FC236}">
                  <a16:creationId xmlns:a16="http://schemas.microsoft.com/office/drawing/2014/main" id="{6310DBB7-7AA7-4AAA-AE6E-05A72678BA7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5" name="rc1313">
              <a:extLst>
                <a:ext uri="{FF2B5EF4-FFF2-40B4-BE49-F238E27FC236}">
                  <a16:creationId xmlns:a16="http://schemas.microsoft.com/office/drawing/2014/main" id="{0D8FC6A9-B6C6-B63A-4A3B-3740EB4305C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6" name="rc1314">
              <a:extLst>
                <a:ext uri="{FF2B5EF4-FFF2-40B4-BE49-F238E27FC236}">
                  <a16:creationId xmlns:a16="http://schemas.microsoft.com/office/drawing/2014/main" id="{4066165A-2CA7-C07F-64C5-3A04695AC7B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7" name="rc1315">
              <a:extLst>
                <a:ext uri="{FF2B5EF4-FFF2-40B4-BE49-F238E27FC236}">
                  <a16:creationId xmlns:a16="http://schemas.microsoft.com/office/drawing/2014/main" id="{20CDF0FC-3A58-9834-EC82-EFB077C6DC0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8" name="rc1316">
              <a:extLst>
                <a:ext uri="{FF2B5EF4-FFF2-40B4-BE49-F238E27FC236}">
                  <a16:creationId xmlns:a16="http://schemas.microsoft.com/office/drawing/2014/main" id="{BB7571D4-4A6D-BC63-6C11-2FABA201481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9" name="rc1317">
              <a:extLst>
                <a:ext uri="{FF2B5EF4-FFF2-40B4-BE49-F238E27FC236}">
                  <a16:creationId xmlns:a16="http://schemas.microsoft.com/office/drawing/2014/main" id="{2273D832-5BD6-E6AA-BB4D-8413C3CC190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0" name="rc1318">
              <a:extLst>
                <a:ext uri="{FF2B5EF4-FFF2-40B4-BE49-F238E27FC236}">
                  <a16:creationId xmlns:a16="http://schemas.microsoft.com/office/drawing/2014/main" id="{B3D68BB6-577B-A9C7-0C00-0896B184DC1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1" name="rc1319">
              <a:extLst>
                <a:ext uri="{FF2B5EF4-FFF2-40B4-BE49-F238E27FC236}">
                  <a16:creationId xmlns:a16="http://schemas.microsoft.com/office/drawing/2014/main" id="{2B9CDA70-7502-3B92-FC5B-F36749AC138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2" name="rc1320">
              <a:extLst>
                <a:ext uri="{FF2B5EF4-FFF2-40B4-BE49-F238E27FC236}">
                  <a16:creationId xmlns:a16="http://schemas.microsoft.com/office/drawing/2014/main" id="{1918E34C-939C-AC5F-770D-0235033DFAF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3" name="rc1321">
              <a:extLst>
                <a:ext uri="{FF2B5EF4-FFF2-40B4-BE49-F238E27FC236}">
                  <a16:creationId xmlns:a16="http://schemas.microsoft.com/office/drawing/2014/main" id="{A8D96E37-DFB6-9265-D8F0-4529B0D7D2D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4" name="rc1322">
              <a:extLst>
                <a:ext uri="{FF2B5EF4-FFF2-40B4-BE49-F238E27FC236}">
                  <a16:creationId xmlns:a16="http://schemas.microsoft.com/office/drawing/2014/main" id="{A5D93B84-7622-B278-B657-79CF3CF12C2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5" name="rc1323">
              <a:extLst>
                <a:ext uri="{FF2B5EF4-FFF2-40B4-BE49-F238E27FC236}">
                  <a16:creationId xmlns:a16="http://schemas.microsoft.com/office/drawing/2014/main" id="{B53D4EB2-0262-CB70-C1F5-6792B5B9ADB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6" name="rc1324">
              <a:extLst>
                <a:ext uri="{FF2B5EF4-FFF2-40B4-BE49-F238E27FC236}">
                  <a16:creationId xmlns:a16="http://schemas.microsoft.com/office/drawing/2014/main" id="{464358ED-5948-D988-3732-5CFC43B1F74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7" name="rc1325">
              <a:extLst>
                <a:ext uri="{FF2B5EF4-FFF2-40B4-BE49-F238E27FC236}">
                  <a16:creationId xmlns:a16="http://schemas.microsoft.com/office/drawing/2014/main" id="{E378AC0E-9B1C-9FED-1C99-53D54C58133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8" name="rc1326">
              <a:extLst>
                <a:ext uri="{FF2B5EF4-FFF2-40B4-BE49-F238E27FC236}">
                  <a16:creationId xmlns:a16="http://schemas.microsoft.com/office/drawing/2014/main" id="{B8DD3D7C-7A8D-F026-409D-A8020462788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9" name="rc1327">
              <a:extLst>
                <a:ext uri="{FF2B5EF4-FFF2-40B4-BE49-F238E27FC236}">
                  <a16:creationId xmlns:a16="http://schemas.microsoft.com/office/drawing/2014/main" id="{6ED05EA5-D5B5-72D5-35BE-BFA14D0B885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0" name="rc1328">
              <a:extLst>
                <a:ext uri="{FF2B5EF4-FFF2-40B4-BE49-F238E27FC236}">
                  <a16:creationId xmlns:a16="http://schemas.microsoft.com/office/drawing/2014/main" id="{B3FDC9AD-6315-2C26-0AE1-EE5C9BB0255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1" name="rc1329">
              <a:extLst>
                <a:ext uri="{FF2B5EF4-FFF2-40B4-BE49-F238E27FC236}">
                  <a16:creationId xmlns:a16="http://schemas.microsoft.com/office/drawing/2014/main" id="{DCD64396-6A74-319F-BC6E-054582ADB83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2" name="rc1330">
              <a:extLst>
                <a:ext uri="{FF2B5EF4-FFF2-40B4-BE49-F238E27FC236}">
                  <a16:creationId xmlns:a16="http://schemas.microsoft.com/office/drawing/2014/main" id="{F9BEA3E5-C0B8-3CB2-1649-0EE52F98BEE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3" name="rc1331">
              <a:extLst>
                <a:ext uri="{FF2B5EF4-FFF2-40B4-BE49-F238E27FC236}">
                  <a16:creationId xmlns:a16="http://schemas.microsoft.com/office/drawing/2014/main" id="{ACE58E6E-5E2D-FC80-2DDC-CB436B8C401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4" name="rc1332">
              <a:extLst>
                <a:ext uri="{FF2B5EF4-FFF2-40B4-BE49-F238E27FC236}">
                  <a16:creationId xmlns:a16="http://schemas.microsoft.com/office/drawing/2014/main" id="{968236BC-D164-9CBC-92CE-85BCE3D8416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5" name="rc1333">
              <a:extLst>
                <a:ext uri="{FF2B5EF4-FFF2-40B4-BE49-F238E27FC236}">
                  <a16:creationId xmlns:a16="http://schemas.microsoft.com/office/drawing/2014/main" id="{54439964-E680-A7E6-B243-603D756F6FD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6" name="rc1334">
              <a:extLst>
                <a:ext uri="{FF2B5EF4-FFF2-40B4-BE49-F238E27FC236}">
                  <a16:creationId xmlns:a16="http://schemas.microsoft.com/office/drawing/2014/main" id="{90546392-C731-38BD-BEB8-08EC1C467E2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7" name="rc1335">
              <a:extLst>
                <a:ext uri="{FF2B5EF4-FFF2-40B4-BE49-F238E27FC236}">
                  <a16:creationId xmlns:a16="http://schemas.microsoft.com/office/drawing/2014/main" id="{3505272A-F212-D4AC-50FE-38818684894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8" name="rc1336">
              <a:extLst>
                <a:ext uri="{FF2B5EF4-FFF2-40B4-BE49-F238E27FC236}">
                  <a16:creationId xmlns:a16="http://schemas.microsoft.com/office/drawing/2014/main" id="{E101D192-0CF4-4EB5-3F22-86B74281982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9" name="rc1337">
              <a:extLst>
                <a:ext uri="{FF2B5EF4-FFF2-40B4-BE49-F238E27FC236}">
                  <a16:creationId xmlns:a16="http://schemas.microsoft.com/office/drawing/2014/main" id="{0CC4524F-E40D-C494-8517-6FA34707FA2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0" name="rc1338">
              <a:extLst>
                <a:ext uri="{FF2B5EF4-FFF2-40B4-BE49-F238E27FC236}">
                  <a16:creationId xmlns:a16="http://schemas.microsoft.com/office/drawing/2014/main" id="{FF98633E-286C-4C7B-CDD8-2770131F257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1" name="rc1339">
              <a:extLst>
                <a:ext uri="{FF2B5EF4-FFF2-40B4-BE49-F238E27FC236}">
                  <a16:creationId xmlns:a16="http://schemas.microsoft.com/office/drawing/2014/main" id="{8D2F3ABC-E9AE-8037-97AF-A2FF3E3D556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2" name="rc1340">
              <a:extLst>
                <a:ext uri="{FF2B5EF4-FFF2-40B4-BE49-F238E27FC236}">
                  <a16:creationId xmlns:a16="http://schemas.microsoft.com/office/drawing/2014/main" id="{3B87B84E-931C-41F4-143F-435B53FE628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3" name="rc1341">
              <a:extLst>
                <a:ext uri="{FF2B5EF4-FFF2-40B4-BE49-F238E27FC236}">
                  <a16:creationId xmlns:a16="http://schemas.microsoft.com/office/drawing/2014/main" id="{D1A6E122-FD4A-F4BB-2347-E3DBD38B932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4" name="rc1342">
              <a:extLst>
                <a:ext uri="{FF2B5EF4-FFF2-40B4-BE49-F238E27FC236}">
                  <a16:creationId xmlns:a16="http://schemas.microsoft.com/office/drawing/2014/main" id="{F56D503B-929F-3E09-2AA5-C6103AE6CBD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5" name="rc1343">
              <a:extLst>
                <a:ext uri="{FF2B5EF4-FFF2-40B4-BE49-F238E27FC236}">
                  <a16:creationId xmlns:a16="http://schemas.microsoft.com/office/drawing/2014/main" id="{DEB319BD-3422-30D3-7461-C4A95ED94D9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6" name="rc1344">
              <a:extLst>
                <a:ext uri="{FF2B5EF4-FFF2-40B4-BE49-F238E27FC236}">
                  <a16:creationId xmlns:a16="http://schemas.microsoft.com/office/drawing/2014/main" id="{AE1C7AE5-2F52-832C-33C0-942B918E63E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7" name="rc1345">
              <a:extLst>
                <a:ext uri="{FF2B5EF4-FFF2-40B4-BE49-F238E27FC236}">
                  <a16:creationId xmlns:a16="http://schemas.microsoft.com/office/drawing/2014/main" id="{6BDD42DE-638C-2E75-2FC9-3BB2F39E1E3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8" name="rc1346">
              <a:extLst>
                <a:ext uri="{FF2B5EF4-FFF2-40B4-BE49-F238E27FC236}">
                  <a16:creationId xmlns:a16="http://schemas.microsoft.com/office/drawing/2014/main" id="{262ABF0C-6A71-01D1-556B-B2F67BDE156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9" name="rc1347">
              <a:extLst>
                <a:ext uri="{FF2B5EF4-FFF2-40B4-BE49-F238E27FC236}">
                  <a16:creationId xmlns:a16="http://schemas.microsoft.com/office/drawing/2014/main" id="{78D75829-9A3D-2ECA-6859-DCAFFB4A198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0" name="rc1348">
              <a:extLst>
                <a:ext uri="{FF2B5EF4-FFF2-40B4-BE49-F238E27FC236}">
                  <a16:creationId xmlns:a16="http://schemas.microsoft.com/office/drawing/2014/main" id="{9AE1A7AC-1B29-2C06-754B-362DCFBCD53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1" name="rc1349">
              <a:extLst>
                <a:ext uri="{FF2B5EF4-FFF2-40B4-BE49-F238E27FC236}">
                  <a16:creationId xmlns:a16="http://schemas.microsoft.com/office/drawing/2014/main" id="{E9409330-0167-2894-A967-CCCA39DDAFD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2" name="rc1350">
              <a:extLst>
                <a:ext uri="{FF2B5EF4-FFF2-40B4-BE49-F238E27FC236}">
                  <a16:creationId xmlns:a16="http://schemas.microsoft.com/office/drawing/2014/main" id="{9B5215C4-8444-0322-70F4-CE5E3F28A4D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3" name="rc1351">
              <a:extLst>
                <a:ext uri="{FF2B5EF4-FFF2-40B4-BE49-F238E27FC236}">
                  <a16:creationId xmlns:a16="http://schemas.microsoft.com/office/drawing/2014/main" id="{87BD5241-6F34-28B4-57D4-84A7CD99A12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4" name="rc1352">
              <a:extLst>
                <a:ext uri="{FF2B5EF4-FFF2-40B4-BE49-F238E27FC236}">
                  <a16:creationId xmlns:a16="http://schemas.microsoft.com/office/drawing/2014/main" id="{A37EB6C1-B8CC-35A1-1E68-0D85DDA5726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5" name="rc1353">
              <a:extLst>
                <a:ext uri="{FF2B5EF4-FFF2-40B4-BE49-F238E27FC236}">
                  <a16:creationId xmlns:a16="http://schemas.microsoft.com/office/drawing/2014/main" id="{4AF560B3-3A91-6135-EDDD-2FA2886F94D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6" name="rc1354">
              <a:extLst>
                <a:ext uri="{FF2B5EF4-FFF2-40B4-BE49-F238E27FC236}">
                  <a16:creationId xmlns:a16="http://schemas.microsoft.com/office/drawing/2014/main" id="{BF436D0A-57BF-8F89-7A6A-704F400F335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7" name="rc1355">
              <a:extLst>
                <a:ext uri="{FF2B5EF4-FFF2-40B4-BE49-F238E27FC236}">
                  <a16:creationId xmlns:a16="http://schemas.microsoft.com/office/drawing/2014/main" id="{15CE9033-6EAB-6771-44D8-084BCB07A1F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8" name="rc1356">
              <a:extLst>
                <a:ext uri="{FF2B5EF4-FFF2-40B4-BE49-F238E27FC236}">
                  <a16:creationId xmlns:a16="http://schemas.microsoft.com/office/drawing/2014/main" id="{DE27B775-7666-3844-EE33-BE5299EC8F6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9" name="rc1357">
              <a:extLst>
                <a:ext uri="{FF2B5EF4-FFF2-40B4-BE49-F238E27FC236}">
                  <a16:creationId xmlns:a16="http://schemas.microsoft.com/office/drawing/2014/main" id="{0A848EAB-866F-6F53-8DC8-BFBD6D0BBC2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0" name="rc1358">
              <a:extLst>
                <a:ext uri="{FF2B5EF4-FFF2-40B4-BE49-F238E27FC236}">
                  <a16:creationId xmlns:a16="http://schemas.microsoft.com/office/drawing/2014/main" id="{CD5F0A9C-A67D-D8EA-CD0E-10F0CB6634E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1" name="rc1359">
              <a:extLst>
                <a:ext uri="{FF2B5EF4-FFF2-40B4-BE49-F238E27FC236}">
                  <a16:creationId xmlns:a16="http://schemas.microsoft.com/office/drawing/2014/main" id="{B33E31BF-8439-2F0B-FE1E-C016F34D1D0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2" name="rc1360">
              <a:extLst>
                <a:ext uri="{FF2B5EF4-FFF2-40B4-BE49-F238E27FC236}">
                  <a16:creationId xmlns:a16="http://schemas.microsoft.com/office/drawing/2014/main" id="{94980501-CDAA-F3C8-4FB4-B5D5E519513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3" name="rc1361">
              <a:extLst>
                <a:ext uri="{FF2B5EF4-FFF2-40B4-BE49-F238E27FC236}">
                  <a16:creationId xmlns:a16="http://schemas.microsoft.com/office/drawing/2014/main" id="{B2CDABD7-6E20-976E-2683-5B07F1CAAD6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4" name="rc1362">
              <a:extLst>
                <a:ext uri="{FF2B5EF4-FFF2-40B4-BE49-F238E27FC236}">
                  <a16:creationId xmlns:a16="http://schemas.microsoft.com/office/drawing/2014/main" id="{CC56A8B6-8351-BC4E-6BAB-5C1180C6A57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5" name="rc1363">
              <a:extLst>
                <a:ext uri="{FF2B5EF4-FFF2-40B4-BE49-F238E27FC236}">
                  <a16:creationId xmlns:a16="http://schemas.microsoft.com/office/drawing/2014/main" id="{ECA873AF-E16D-29EA-285A-84891185FD8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6" name="rc1364">
              <a:extLst>
                <a:ext uri="{FF2B5EF4-FFF2-40B4-BE49-F238E27FC236}">
                  <a16:creationId xmlns:a16="http://schemas.microsoft.com/office/drawing/2014/main" id="{204BA971-46F6-6D90-9689-5D7F4DE5904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7" name="rc1365">
              <a:extLst>
                <a:ext uri="{FF2B5EF4-FFF2-40B4-BE49-F238E27FC236}">
                  <a16:creationId xmlns:a16="http://schemas.microsoft.com/office/drawing/2014/main" id="{4031ECED-0ED9-E7A3-D863-5B55CC03F7E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8" name="rc1366">
              <a:extLst>
                <a:ext uri="{FF2B5EF4-FFF2-40B4-BE49-F238E27FC236}">
                  <a16:creationId xmlns:a16="http://schemas.microsoft.com/office/drawing/2014/main" id="{1720DD34-E853-4344-4339-8F2FD8F9748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9" name="rc1367">
              <a:extLst>
                <a:ext uri="{FF2B5EF4-FFF2-40B4-BE49-F238E27FC236}">
                  <a16:creationId xmlns:a16="http://schemas.microsoft.com/office/drawing/2014/main" id="{EACDEAAD-D6BF-ADB9-D0FF-7AA6A129B92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0" name="rc1368">
              <a:extLst>
                <a:ext uri="{FF2B5EF4-FFF2-40B4-BE49-F238E27FC236}">
                  <a16:creationId xmlns:a16="http://schemas.microsoft.com/office/drawing/2014/main" id="{77D4A10B-0FB4-AADD-C776-D12282A05EF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1" name="rc1369">
              <a:extLst>
                <a:ext uri="{FF2B5EF4-FFF2-40B4-BE49-F238E27FC236}">
                  <a16:creationId xmlns:a16="http://schemas.microsoft.com/office/drawing/2014/main" id="{657D57A9-A797-08B4-464D-622B6EE02A4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2" name="rc1370">
              <a:extLst>
                <a:ext uri="{FF2B5EF4-FFF2-40B4-BE49-F238E27FC236}">
                  <a16:creationId xmlns:a16="http://schemas.microsoft.com/office/drawing/2014/main" id="{860B5349-0D23-C556-DDB0-97CE8F0A427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3" name="rc1371">
              <a:extLst>
                <a:ext uri="{FF2B5EF4-FFF2-40B4-BE49-F238E27FC236}">
                  <a16:creationId xmlns:a16="http://schemas.microsoft.com/office/drawing/2014/main" id="{F2524C36-0A3A-682F-986E-9C029524EE6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4" name="rc1372">
              <a:extLst>
                <a:ext uri="{FF2B5EF4-FFF2-40B4-BE49-F238E27FC236}">
                  <a16:creationId xmlns:a16="http://schemas.microsoft.com/office/drawing/2014/main" id="{5941EA2A-E866-C6C6-7545-A33138591EC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5" name="rc1373">
              <a:extLst>
                <a:ext uri="{FF2B5EF4-FFF2-40B4-BE49-F238E27FC236}">
                  <a16:creationId xmlns:a16="http://schemas.microsoft.com/office/drawing/2014/main" id="{81231CF5-3B44-2220-0B14-7B18FBD63DD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6" name="rc1374">
              <a:extLst>
                <a:ext uri="{FF2B5EF4-FFF2-40B4-BE49-F238E27FC236}">
                  <a16:creationId xmlns:a16="http://schemas.microsoft.com/office/drawing/2014/main" id="{15EA53E3-A006-CD08-E773-9B24F79A50B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7" name="rc1375">
              <a:extLst>
                <a:ext uri="{FF2B5EF4-FFF2-40B4-BE49-F238E27FC236}">
                  <a16:creationId xmlns:a16="http://schemas.microsoft.com/office/drawing/2014/main" id="{D2059198-13D2-60C0-C42C-F21C54C8043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8" name="rc1376">
              <a:extLst>
                <a:ext uri="{FF2B5EF4-FFF2-40B4-BE49-F238E27FC236}">
                  <a16:creationId xmlns:a16="http://schemas.microsoft.com/office/drawing/2014/main" id="{566E0F0D-28C0-8354-4BEC-B37F94DA96E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9" name="rc1377">
              <a:extLst>
                <a:ext uri="{FF2B5EF4-FFF2-40B4-BE49-F238E27FC236}">
                  <a16:creationId xmlns:a16="http://schemas.microsoft.com/office/drawing/2014/main" id="{2393DA2D-2D52-70D1-63FA-1C26C632FC6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0" name="rc1378">
              <a:extLst>
                <a:ext uri="{FF2B5EF4-FFF2-40B4-BE49-F238E27FC236}">
                  <a16:creationId xmlns:a16="http://schemas.microsoft.com/office/drawing/2014/main" id="{EEC61824-58E7-B476-952D-4C7A7D0C13A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1" name="rc1379">
              <a:extLst>
                <a:ext uri="{FF2B5EF4-FFF2-40B4-BE49-F238E27FC236}">
                  <a16:creationId xmlns:a16="http://schemas.microsoft.com/office/drawing/2014/main" id="{DFB57AF6-7579-E86C-1F7F-19DA4044E02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2" name="rc1380">
              <a:extLst>
                <a:ext uri="{FF2B5EF4-FFF2-40B4-BE49-F238E27FC236}">
                  <a16:creationId xmlns:a16="http://schemas.microsoft.com/office/drawing/2014/main" id="{04A2E4FE-1C3C-6A48-E457-2D6A9788555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3" name="rc1381">
              <a:extLst>
                <a:ext uri="{FF2B5EF4-FFF2-40B4-BE49-F238E27FC236}">
                  <a16:creationId xmlns:a16="http://schemas.microsoft.com/office/drawing/2014/main" id="{0DF87665-CDBD-E5B5-3645-D46236A87CD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4" name="rc1382">
              <a:extLst>
                <a:ext uri="{FF2B5EF4-FFF2-40B4-BE49-F238E27FC236}">
                  <a16:creationId xmlns:a16="http://schemas.microsoft.com/office/drawing/2014/main" id="{4D426A54-6DDF-F457-A484-D19A92FD41A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5" name="rc1383">
              <a:extLst>
                <a:ext uri="{FF2B5EF4-FFF2-40B4-BE49-F238E27FC236}">
                  <a16:creationId xmlns:a16="http://schemas.microsoft.com/office/drawing/2014/main" id="{2EA2C246-2F54-3F81-180F-D12C9261E25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6" name="rc1384">
              <a:extLst>
                <a:ext uri="{FF2B5EF4-FFF2-40B4-BE49-F238E27FC236}">
                  <a16:creationId xmlns:a16="http://schemas.microsoft.com/office/drawing/2014/main" id="{320B5D42-0232-DF8B-D463-80AABDDA652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7" name="rc1385">
              <a:extLst>
                <a:ext uri="{FF2B5EF4-FFF2-40B4-BE49-F238E27FC236}">
                  <a16:creationId xmlns:a16="http://schemas.microsoft.com/office/drawing/2014/main" id="{5A42E440-8324-6DDE-0D27-6B4F3D08EC6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8" name="rc1386">
              <a:extLst>
                <a:ext uri="{FF2B5EF4-FFF2-40B4-BE49-F238E27FC236}">
                  <a16:creationId xmlns:a16="http://schemas.microsoft.com/office/drawing/2014/main" id="{6A940D9E-4B7F-C430-7D43-C352DC12D7E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9" name="rc1387">
              <a:extLst>
                <a:ext uri="{FF2B5EF4-FFF2-40B4-BE49-F238E27FC236}">
                  <a16:creationId xmlns:a16="http://schemas.microsoft.com/office/drawing/2014/main" id="{8490B695-6CD5-1FDF-543D-AD592D65637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0" name="rc1388">
              <a:extLst>
                <a:ext uri="{FF2B5EF4-FFF2-40B4-BE49-F238E27FC236}">
                  <a16:creationId xmlns:a16="http://schemas.microsoft.com/office/drawing/2014/main" id="{8A750AB1-562E-3FA2-FF49-BC71354FEE3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1" name="rc1389">
              <a:extLst>
                <a:ext uri="{FF2B5EF4-FFF2-40B4-BE49-F238E27FC236}">
                  <a16:creationId xmlns:a16="http://schemas.microsoft.com/office/drawing/2014/main" id="{56B9D23D-B2EF-3CA5-37D3-AC6A288302B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2" name="rc1390">
              <a:extLst>
                <a:ext uri="{FF2B5EF4-FFF2-40B4-BE49-F238E27FC236}">
                  <a16:creationId xmlns:a16="http://schemas.microsoft.com/office/drawing/2014/main" id="{E4DADEB7-1334-E1B5-226C-FB311C941C6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3" name="rc1391">
              <a:extLst>
                <a:ext uri="{FF2B5EF4-FFF2-40B4-BE49-F238E27FC236}">
                  <a16:creationId xmlns:a16="http://schemas.microsoft.com/office/drawing/2014/main" id="{6F3B33A2-AFCC-68F8-C5E5-A0DAFE63B00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4" name="rc1392">
              <a:extLst>
                <a:ext uri="{FF2B5EF4-FFF2-40B4-BE49-F238E27FC236}">
                  <a16:creationId xmlns:a16="http://schemas.microsoft.com/office/drawing/2014/main" id="{11BF48BB-04A2-F691-F44E-C919E3E629F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5" name="rc1393">
              <a:extLst>
                <a:ext uri="{FF2B5EF4-FFF2-40B4-BE49-F238E27FC236}">
                  <a16:creationId xmlns:a16="http://schemas.microsoft.com/office/drawing/2014/main" id="{3EF7E0BA-9030-C993-A6FE-AC8B57C12A8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6" name="rc1394">
              <a:extLst>
                <a:ext uri="{FF2B5EF4-FFF2-40B4-BE49-F238E27FC236}">
                  <a16:creationId xmlns:a16="http://schemas.microsoft.com/office/drawing/2014/main" id="{25A604A8-8C43-0D96-E459-E9C9D034BBB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7" name="rc1395">
              <a:extLst>
                <a:ext uri="{FF2B5EF4-FFF2-40B4-BE49-F238E27FC236}">
                  <a16:creationId xmlns:a16="http://schemas.microsoft.com/office/drawing/2014/main" id="{B336610A-8A8F-8A10-1F15-1C2EC3D65EA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8" name="rc1396">
              <a:extLst>
                <a:ext uri="{FF2B5EF4-FFF2-40B4-BE49-F238E27FC236}">
                  <a16:creationId xmlns:a16="http://schemas.microsoft.com/office/drawing/2014/main" id="{FD27920F-B824-D06B-39C3-CC6F357D85E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9" name="rc1397">
              <a:extLst>
                <a:ext uri="{FF2B5EF4-FFF2-40B4-BE49-F238E27FC236}">
                  <a16:creationId xmlns:a16="http://schemas.microsoft.com/office/drawing/2014/main" id="{A2D50252-B463-748A-448E-D9D52A3F87D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0" name="rc1398">
              <a:extLst>
                <a:ext uri="{FF2B5EF4-FFF2-40B4-BE49-F238E27FC236}">
                  <a16:creationId xmlns:a16="http://schemas.microsoft.com/office/drawing/2014/main" id="{03DFBEE1-C4BB-05EB-CCB6-6EAAF134BA3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1" name="rc1399">
              <a:extLst>
                <a:ext uri="{FF2B5EF4-FFF2-40B4-BE49-F238E27FC236}">
                  <a16:creationId xmlns:a16="http://schemas.microsoft.com/office/drawing/2014/main" id="{33759444-37B8-EDFE-6D2A-1ED7DAC024D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2" name="rc1400">
              <a:extLst>
                <a:ext uri="{FF2B5EF4-FFF2-40B4-BE49-F238E27FC236}">
                  <a16:creationId xmlns:a16="http://schemas.microsoft.com/office/drawing/2014/main" id="{7B38698D-DDFA-6F2E-E9C8-FD7658D506B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3" name="rc1401">
              <a:extLst>
                <a:ext uri="{FF2B5EF4-FFF2-40B4-BE49-F238E27FC236}">
                  <a16:creationId xmlns:a16="http://schemas.microsoft.com/office/drawing/2014/main" id="{18A294FB-7219-D16F-727F-034ECDBB7F5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4" name="rc1402">
              <a:extLst>
                <a:ext uri="{FF2B5EF4-FFF2-40B4-BE49-F238E27FC236}">
                  <a16:creationId xmlns:a16="http://schemas.microsoft.com/office/drawing/2014/main" id="{F374D673-D2A8-CABA-94DD-9AB262D933A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5" name="rc1403">
              <a:extLst>
                <a:ext uri="{FF2B5EF4-FFF2-40B4-BE49-F238E27FC236}">
                  <a16:creationId xmlns:a16="http://schemas.microsoft.com/office/drawing/2014/main" id="{C1C86551-D37F-CA0C-3E42-25C5529C0DF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6" name="rc1404">
              <a:extLst>
                <a:ext uri="{FF2B5EF4-FFF2-40B4-BE49-F238E27FC236}">
                  <a16:creationId xmlns:a16="http://schemas.microsoft.com/office/drawing/2014/main" id="{CE930846-3BA7-33DF-F397-5F1BB732B19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7" name="rc1405">
              <a:extLst>
                <a:ext uri="{FF2B5EF4-FFF2-40B4-BE49-F238E27FC236}">
                  <a16:creationId xmlns:a16="http://schemas.microsoft.com/office/drawing/2014/main" id="{3C49B97E-0ECA-0D90-34F4-8F4A519EB01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8" name="rc1406">
              <a:extLst>
                <a:ext uri="{FF2B5EF4-FFF2-40B4-BE49-F238E27FC236}">
                  <a16:creationId xmlns:a16="http://schemas.microsoft.com/office/drawing/2014/main" id="{FABDDFAF-2676-AD11-07F5-81A89817E20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9" name="rc1407">
              <a:extLst>
                <a:ext uri="{FF2B5EF4-FFF2-40B4-BE49-F238E27FC236}">
                  <a16:creationId xmlns:a16="http://schemas.microsoft.com/office/drawing/2014/main" id="{E9FDD86E-B745-453C-14B6-42B909337E6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0" name="rc1408">
              <a:extLst>
                <a:ext uri="{FF2B5EF4-FFF2-40B4-BE49-F238E27FC236}">
                  <a16:creationId xmlns:a16="http://schemas.microsoft.com/office/drawing/2014/main" id="{AF14B988-472C-C9A1-171E-60FE42B0EC5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1" name="rc1409">
              <a:extLst>
                <a:ext uri="{FF2B5EF4-FFF2-40B4-BE49-F238E27FC236}">
                  <a16:creationId xmlns:a16="http://schemas.microsoft.com/office/drawing/2014/main" id="{51EF4FB4-72F4-941E-3D38-55C50A0925B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2" name="rc1410">
              <a:extLst>
                <a:ext uri="{FF2B5EF4-FFF2-40B4-BE49-F238E27FC236}">
                  <a16:creationId xmlns:a16="http://schemas.microsoft.com/office/drawing/2014/main" id="{4D8D6B6C-01C2-FB72-81A2-F033BBBAA84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3" name="rc1411">
              <a:extLst>
                <a:ext uri="{FF2B5EF4-FFF2-40B4-BE49-F238E27FC236}">
                  <a16:creationId xmlns:a16="http://schemas.microsoft.com/office/drawing/2014/main" id="{B223E4CF-EF6F-FD3E-48E8-A2D9FBE13D3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4" name="rc1412">
              <a:extLst>
                <a:ext uri="{FF2B5EF4-FFF2-40B4-BE49-F238E27FC236}">
                  <a16:creationId xmlns:a16="http://schemas.microsoft.com/office/drawing/2014/main" id="{24AAA5D3-18C8-2090-E9E5-FC4A0EF8154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5" name="rc1413">
              <a:extLst>
                <a:ext uri="{FF2B5EF4-FFF2-40B4-BE49-F238E27FC236}">
                  <a16:creationId xmlns:a16="http://schemas.microsoft.com/office/drawing/2014/main" id="{E99BA550-66CF-2A45-8BD5-38EDC335E74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6" name="rc1414">
              <a:extLst>
                <a:ext uri="{FF2B5EF4-FFF2-40B4-BE49-F238E27FC236}">
                  <a16:creationId xmlns:a16="http://schemas.microsoft.com/office/drawing/2014/main" id="{6B2B6C8B-3A4B-0F24-5B8E-CBC5C6CFA4C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7" name="rc1415">
              <a:extLst>
                <a:ext uri="{FF2B5EF4-FFF2-40B4-BE49-F238E27FC236}">
                  <a16:creationId xmlns:a16="http://schemas.microsoft.com/office/drawing/2014/main" id="{65E176B5-ED36-D5DC-0949-3CB86978B18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8" name="rc1416">
              <a:extLst>
                <a:ext uri="{FF2B5EF4-FFF2-40B4-BE49-F238E27FC236}">
                  <a16:creationId xmlns:a16="http://schemas.microsoft.com/office/drawing/2014/main" id="{49610F5A-7829-FA75-F28F-E1937917588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9" name="rc1417">
              <a:extLst>
                <a:ext uri="{FF2B5EF4-FFF2-40B4-BE49-F238E27FC236}">
                  <a16:creationId xmlns:a16="http://schemas.microsoft.com/office/drawing/2014/main" id="{4E799600-D679-1FC7-9386-B3E56891E5B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0" name="rc1418">
              <a:extLst>
                <a:ext uri="{FF2B5EF4-FFF2-40B4-BE49-F238E27FC236}">
                  <a16:creationId xmlns:a16="http://schemas.microsoft.com/office/drawing/2014/main" id="{A5E6E8FA-3EEC-3864-A7A2-A0D17379581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1" name="rc1419">
              <a:extLst>
                <a:ext uri="{FF2B5EF4-FFF2-40B4-BE49-F238E27FC236}">
                  <a16:creationId xmlns:a16="http://schemas.microsoft.com/office/drawing/2014/main" id="{33905662-0448-68A0-777D-2980638A1A2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2" name="rc1420">
              <a:extLst>
                <a:ext uri="{FF2B5EF4-FFF2-40B4-BE49-F238E27FC236}">
                  <a16:creationId xmlns:a16="http://schemas.microsoft.com/office/drawing/2014/main" id="{D2842057-6D61-22CD-20F8-AF75702D966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3" name="rc1421">
              <a:extLst>
                <a:ext uri="{FF2B5EF4-FFF2-40B4-BE49-F238E27FC236}">
                  <a16:creationId xmlns:a16="http://schemas.microsoft.com/office/drawing/2014/main" id="{08FA5F7C-840C-8919-5A3E-68C0DB8EBC9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4" name="rc1422">
              <a:extLst>
                <a:ext uri="{FF2B5EF4-FFF2-40B4-BE49-F238E27FC236}">
                  <a16:creationId xmlns:a16="http://schemas.microsoft.com/office/drawing/2014/main" id="{5A59FD45-6FB2-251C-E240-3327329FBBC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5" name="rc1423">
              <a:extLst>
                <a:ext uri="{FF2B5EF4-FFF2-40B4-BE49-F238E27FC236}">
                  <a16:creationId xmlns:a16="http://schemas.microsoft.com/office/drawing/2014/main" id="{D3F8073B-5FDB-C62E-FDF7-98AD081BF2E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6" name="rc1424">
              <a:extLst>
                <a:ext uri="{FF2B5EF4-FFF2-40B4-BE49-F238E27FC236}">
                  <a16:creationId xmlns:a16="http://schemas.microsoft.com/office/drawing/2014/main" id="{E9AB7E40-885A-1D6F-39DF-587EF63E538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7" name="rc1425">
              <a:extLst>
                <a:ext uri="{FF2B5EF4-FFF2-40B4-BE49-F238E27FC236}">
                  <a16:creationId xmlns:a16="http://schemas.microsoft.com/office/drawing/2014/main" id="{77FF63E0-FA19-ABB8-1325-550A8B2EA90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8" name="rc1426">
              <a:extLst>
                <a:ext uri="{FF2B5EF4-FFF2-40B4-BE49-F238E27FC236}">
                  <a16:creationId xmlns:a16="http://schemas.microsoft.com/office/drawing/2014/main" id="{BB6843EE-012D-1285-7C40-458C8F81B76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9" name="rc1427">
              <a:extLst>
                <a:ext uri="{FF2B5EF4-FFF2-40B4-BE49-F238E27FC236}">
                  <a16:creationId xmlns:a16="http://schemas.microsoft.com/office/drawing/2014/main" id="{D5309BC9-4A5A-FBAA-0CC2-4D9E4ADB128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0" name="rc1428">
              <a:extLst>
                <a:ext uri="{FF2B5EF4-FFF2-40B4-BE49-F238E27FC236}">
                  <a16:creationId xmlns:a16="http://schemas.microsoft.com/office/drawing/2014/main" id="{E720A479-8F63-DECE-A3F2-5579EC5DFE6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1" name="rc1429">
              <a:extLst>
                <a:ext uri="{FF2B5EF4-FFF2-40B4-BE49-F238E27FC236}">
                  <a16:creationId xmlns:a16="http://schemas.microsoft.com/office/drawing/2014/main" id="{3200749F-1E25-4708-2A73-4A634D4C4C9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2" name="rc1430">
              <a:extLst>
                <a:ext uri="{FF2B5EF4-FFF2-40B4-BE49-F238E27FC236}">
                  <a16:creationId xmlns:a16="http://schemas.microsoft.com/office/drawing/2014/main" id="{FB5B95E7-8392-BD96-9D51-34A09E14D36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3" name="rc1431">
              <a:extLst>
                <a:ext uri="{FF2B5EF4-FFF2-40B4-BE49-F238E27FC236}">
                  <a16:creationId xmlns:a16="http://schemas.microsoft.com/office/drawing/2014/main" id="{2B1FA44E-E3F2-329F-0597-74A78AD0148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4" name="rc1432">
              <a:extLst>
                <a:ext uri="{FF2B5EF4-FFF2-40B4-BE49-F238E27FC236}">
                  <a16:creationId xmlns:a16="http://schemas.microsoft.com/office/drawing/2014/main" id="{0C681BBD-3152-E10D-162D-A0FF1700900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5" name="rc1433">
              <a:extLst>
                <a:ext uri="{FF2B5EF4-FFF2-40B4-BE49-F238E27FC236}">
                  <a16:creationId xmlns:a16="http://schemas.microsoft.com/office/drawing/2014/main" id="{732C74C3-441C-6E58-F53A-16D15E8CA32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6" name="rc1434">
              <a:extLst>
                <a:ext uri="{FF2B5EF4-FFF2-40B4-BE49-F238E27FC236}">
                  <a16:creationId xmlns:a16="http://schemas.microsoft.com/office/drawing/2014/main" id="{9DEB70DF-769C-999B-9ED3-830EAE2956A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7" name="rc1435">
              <a:extLst>
                <a:ext uri="{FF2B5EF4-FFF2-40B4-BE49-F238E27FC236}">
                  <a16:creationId xmlns:a16="http://schemas.microsoft.com/office/drawing/2014/main" id="{1C28EE0D-8510-5DCD-81D1-9F87360A9CF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8" name="rc1436">
              <a:extLst>
                <a:ext uri="{FF2B5EF4-FFF2-40B4-BE49-F238E27FC236}">
                  <a16:creationId xmlns:a16="http://schemas.microsoft.com/office/drawing/2014/main" id="{B7DFEFD1-7B0C-9B22-25D8-FD27B1D5CAA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9" name="rc1437">
              <a:extLst>
                <a:ext uri="{FF2B5EF4-FFF2-40B4-BE49-F238E27FC236}">
                  <a16:creationId xmlns:a16="http://schemas.microsoft.com/office/drawing/2014/main" id="{C2642321-099B-2C55-AA9C-290E6F918B50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0" name="rc1438">
              <a:extLst>
                <a:ext uri="{FF2B5EF4-FFF2-40B4-BE49-F238E27FC236}">
                  <a16:creationId xmlns:a16="http://schemas.microsoft.com/office/drawing/2014/main" id="{7BD63A3D-2C55-D6BF-B6D5-9B124A854A5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1" name="rc1439">
              <a:extLst>
                <a:ext uri="{FF2B5EF4-FFF2-40B4-BE49-F238E27FC236}">
                  <a16:creationId xmlns:a16="http://schemas.microsoft.com/office/drawing/2014/main" id="{B7F562DA-8CA5-0599-84D9-D20CB6CD57C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2" name="rc1440">
              <a:extLst>
                <a:ext uri="{FF2B5EF4-FFF2-40B4-BE49-F238E27FC236}">
                  <a16:creationId xmlns:a16="http://schemas.microsoft.com/office/drawing/2014/main" id="{64D64042-9E9D-21D1-4725-0D567E8FA0F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3" name="rc1441">
              <a:extLst>
                <a:ext uri="{FF2B5EF4-FFF2-40B4-BE49-F238E27FC236}">
                  <a16:creationId xmlns:a16="http://schemas.microsoft.com/office/drawing/2014/main" id="{2F3AE42E-F010-9938-69D3-1C37F3CCD86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4" name="rc1442">
              <a:extLst>
                <a:ext uri="{FF2B5EF4-FFF2-40B4-BE49-F238E27FC236}">
                  <a16:creationId xmlns:a16="http://schemas.microsoft.com/office/drawing/2014/main" id="{C8E650B5-A543-B3FA-FA4F-DB28CDFD35B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5" name="rc1443">
              <a:extLst>
                <a:ext uri="{FF2B5EF4-FFF2-40B4-BE49-F238E27FC236}">
                  <a16:creationId xmlns:a16="http://schemas.microsoft.com/office/drawing/2014/main" id="{846CFBD3-AC41-502B-E3C5-5B6E60EF8F2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6" name="rc1444">
              <a:extLst>
                <a:ext uri="{FF2B5EF4-FFF2-40B4-BE49-F238E27FC236}">
                  <a16:creationId xmlns:a16="http://schemas.microsoft.com/office/drawing/2014/main" id="{6272BB31-A15A-0CEF-33F3-BB8D7C1C5AC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7" name="rc1445">
              <a:extLst>
                <a:ext uri="{FF2B5EF4-FFF2-40B4-BE49-F238E27FC236}">
                  <a16:creationId xmlns:a16="http://schemas.microsoft.com/office/drawing/2014/main" id="{6049008A-1902-3701-C910-81C84F1B9A5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8" name="rc1446">
              <a:extLst>
                <a:ext uri="{FF2B5EF4-FFF2-40B4-BE49-F238E27FC236}">
                  <a16:creationId xmlns:a16="http://schemas.microsoft.com/office/drawing/2014/main" id="{F6B22BE4-51A0-EA39-BDA3-9118E23B71A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9" name="rc1447">
              <a:extLst>
                <a:ext uri="{FF2B5EF4-FFF2-40B4-BE49-F238E27FC236}">
                  <a16:creationId xmlns:a16="http://schemas.microsoft.com/office/drawing/2014/main" id="{05A6A41F-1C47-FF88-F150-D88E3891610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0" name="rc1448">
              <a:extLst>
                <a:ext uri="{FF2B5EF4-FFF2-40B4-BE49-F238E27FC236}">
                  <a16:creationId xmlns:a16="http://schemas.microsoft.com/office/drawing/2014/main" id="{838FBFC4-45FD-063C-9217-274301A5245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1" name="rc1449">
              <a:extLst>
                <a:ext uri="{FF2B5EF4-FFF2-40B4-BE49-F238E27FC236}">
                  <a16:creationId xmlns:a16="http://schemas.microsoft.com/office/drawing/2014/main" id="{32027FA9-38C5-D595-1B25-2470E9AB63B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2" name="rc1450">
              <a:extLst>
                <a:ext uri="{FF2B5EF4-FFF2-40B4-BE49-F238E27FC236}">
                  <a16:creationId xmlns:a16="http://schemas.microsoft.com/office/drawing/2014/main" id="{D043220C-9C87-285C-7005-99164F419FC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3" name="rc1451">
              <a:extLst>
                <a:ext uri="{FF2B5EF4-FFF2-40B4-BE49-F238E27FC236}">
                  <a16:creationId xmlns:a16="http://schemas.microsoft.com/office/drawing/2014/main" id="{BC628ADD-A11B-ED4B-D76A-3ACE909DD32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4" name="rc1452">
              <a:extLst>
                <a:ext uri="{FF2B5EF4-FFF2-40B4-BE49-F238E27FC236}">
                  <a16:creationId xmlns:a16="http://schemas.microsoft.com/office/drawing/2014/main" id="{C0EC9CC7-6F14-A6E0-FE99-DCF94D06C19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5" name="rc1453">
              <a:extLst>
                <a:ext uri="{FF2B5EF4-FFF2-40B4-BE49-F238E27FC236}">
                  <a16:creationId xmlns:a16="http://schemas.microsoft.com/office/drawing/2014/main" id="{209B3547-4E37-23CE-5587-03B8B839CB3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6" name="rc1454">
              <a:extLst>
                <a:ext uri="{FF2B5EF4-FFF2-40B4-BE49-F238E27FC236}">
                  <a16:creationId xmlns:a16="http://schemas.microsoft.com/office/drawing/2014/main" id="{BB38B431-E49C-5855-66FF-F28150DDC54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7" name="rc1455">
              <a:extLst>
                <a:ext uri="{FF2B5EF4-FFF2-40B4-BE49-F238E27FC236}">
                  <a16:creationId xmlns:a16="http://schemas.microsoft.com/office/drawing/2014/main" id="{2AA3A42D-F8DE-C447-68ED-D99B4ACF47E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8" name="rc1456">
              <a:extLst>
                <a:ext uri="{FF2B5EF4-FFF2-40B4-BE49-F238E27FC236}">
                  <a16:creationId xmlns:a16="http://schemas.microsoft.com/office/drawing/2014/main" id="{50366F91-2A2E-B9B1-BB90-B7E58695049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9" name="rc1457">
              <a:extLst>
                <a:ext uri="{FF2B5EF4-FFF2-40B4-BE49-F238E27FC236}">
                  <a16:creationId xmlns:a16="http://schemas.microsoft.com/office/drawing/2014/main" id="{8582E3C2-3233-C645-D98F-ED86308EE4D4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0" name="rc1458">
              <a:extLst>
                <a:ext uri="{FF2B5EF4-FFF2-40B4-BE49-F238E27FC236}">
                  <a16:creationId xmlns:a16="http://schemas.microsoft.com/office/drawing/2014/main" id="{7386012F-D4D3-0BF4-645F-85EDA9F1FF7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1" name="rc1459">
              <a:extLst>
                <a:ext uri="{FF2B5EF4-FFF2-40B4-BE49-F238E27FC236}">
                  <a16:creationId xmlns:a16="http://schemas.microsoft.com/office/drawing/2014/main" id="{5E8C75FC-9125-B9BA-D075-2A84DE03B31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2" name="rc1460">
              <a:extLst>
                <a:ext uri="{FF2B5EF4-FFF2-40B4-BE49-F238E27FC236}">
                  <a16:creationId xmlns:a16="http://schemas.microsoft.com/office/drawing/2014/main" id="{930C1AC2-4633-6B5E-5844-E849CAFE5A0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3" name="rc1461">
              <a:extLst>
                <a:ext uri="{FF2B5EF4-FFF2-40B4-BE49-F238E27FC236}">
                  <a16:creationId xmlns:a16="http://schemas.microsoft.com/office/drawing/2014/main" id="{CFF8B1FC-78E6-F48D-42DF-94E2061EB35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4" name="rc1462">
              <a:extLst>
                <a:ext uri="{FF2B5EF4-FFF2-40B4-BE49-F238E27FC236}">
                  <a16:creationId xmlns:a16="http://schemas.microsoft.com/office/drawing/2014/main" id="{C59689FD-072A-345A-02E3-4D93BD2B2EB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5" name="rc1463">
              <a:extLst>
                <a:ext uri="{FF2B5EF4-FFF2-40B4-BE49-F238E27FC236}">
                  <a16:creationId xmlns:a16="http://schemas.microsoft.com/office/drawing/2014/main" id="{623A69BB-7D65-49C0-8E25-E12238B45065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6" name="rc1464">
              <a:extLst>
                <a:ext uri="{FF2B5EF4-FFF2-40B4-BE49-F238E27FC236}">
                  <a16:creationId xmlns:a16="http://schemas.microsoft.com/office/drawing/2014/main" id="{FA3AE6AC-EF47-E7B9-AFDD-CD6D69AB02B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7" name="rc1465">
              <a:extLst>
                <a:ext uri="{FF2B5EF4-FFF2-40B4-BE49-F238E27FC236}">
                  <a16:creationId xmlns:a16="http://schemas.microsoft.com/office/drawing/2014/main" id="{F655FA78-9E54-8504-7F7C-0066E819751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8" name="rc1466">
              <a:extLst>
                <a:ext uri="{FF2B5EF4-FFF2-40B4-BE49-F238E27FC236}">
                  <a16:creationId xmlns:a16="http://schemas.microsoft.com/office/drawing/2014/main" id="{EF631475-CA1D-DF83-C273-8FA093BA592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9" name="rc1467">
              <a:extLst>
                <a:ext uri="{FF2B5EF4-FFF2-40B4-BE49-F238E27FC236}">
                  <a16:creationId xmlns:a16="http://schemas.microsoft.com/office/drawing/2014/main" id="{466CC201-1BAA-D8C8-32E1-0FBEEB5CE8C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0" name="rc1468">
              <a:extLst>
                <a:ext uri="{FF2B5EF4-FFF2-40B4-BE49-F238E27FC236}">
                  <a16:creationId xmlns:a16="http://schemas.microsoft.com/office/drawing/2014/main" id="{94EEEE1B-E680-B21D-6413-9AFE8514F53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1" name="rc1469">
              <a:extLst>
                <a:ext uri="{FF2B5EF4-FFF2-40B4-BE49-F238E27FC236}">
                  <a16:creationId xmlns:a16="http://schemas.microsoft.com/office/drawing/2014/main" id="{85A38302-2ACB-E4DB-65E0-B71AAC5BF9B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2" name="rc1470">
              <a:extLst>
                <a:ext uri="{FF2B5EF4-FFF2-40B4-BE49-F238E27FC236}">
                  <a16:creationId xmlns:a16="http://schemas.microsoft.com/office/drawing/2014/main" id="{25C08DFB-5816-78FE-FE95-3D3F696B5BF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3" name="rc1471">
              <a:extLst>
                <a:ext uri="{FF2B5EF4-FFF2-40B4-BE49-F238E27FC236}">
                  <a16:creationId xmlns:a16="http://schemas.microsoft.com/office/drawing/2014/main" id="{D8E6CFD9-7BBC-6E6E-864D-520633BE68C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4" name="rc1472">
              <a:extLst>
                <a:ext uri="{FF2B5EF4-FFF2-40B4-BE49-F238E27FC236}">
                  <a16:creationId xmlns:a16="http://schemas.microsoft.com/office/drawing/2014/main" id="{13E96FC4-9A26-514F-6D4F-A68278866803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5" name="rc1473">
              <a:extLst>
                <a:ext uri="{FF2B5EF4-FFF2-40B4-BE49-F238E27FC236}">
                  <a16:creationId xmlns:a16="http://schemas.microsoft.com/office/drawing/2014/main" id="{05134B80-C973-632E-29EF-ED4039CBD88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6" name="rc1474">
              <a:extLst>
                <a:ext uri="{FF2B5EF4-FFF2-40B4-BE49-F238E27FC236}">
                  <a16:creationId xmlns:a16="http://schemas.microsoft.com/office/drawing/2014/main" id="{0837614E-4A58-AE9C-C571-8588EA4FA5B2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7" name="rc1475">
              <a:extLst>
                <a:ext uri="{FF2B5EF4-FFF2-40B4-BE49-F238E27FC236}">
                  <a16:creationId xmlns:a16="http://schemas.microsoft.com/office/drawing/2014/main" id="{FE4E3C78-13D5-E0C5-99C1-EC3A8462DA8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8" name="rc1476">
              <a:extLst>
                <a:ext uri="{FF2B5EF4-FFF2-40B4-BE49-F238E27FC236}">
                  <a16:creationId xmlns:a16="http://schemas.microsoft.com/office/drawing/2014/main" id="{057B64C4-FD81-1B30-38C1-30F9435A1CBF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9" name="rc1477">
              <a:extLst>
                <a:ext uri="{FF2B5EF4-FFF2-40B4-BE49-F238E27FC236}">
                  <a16:creationId xmlns:a16="http://schemas.microsoft.com/office/drawing/2014/main" id="{FD5B1896-C62C-5C87-AEE0-F52674F9CF5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0" name="rc1478">
              <a:extLst>
                <a:ext uri="{FF2B5EF4-FFF2-40B4-BE49-F238E27FC236}">
                  <a16:creationId xmlns:a16="http://schemas.microsoft.com/office/drawing/2014/main" id="{ABB94D0D-8A51-7A31-D08B-81FEF511919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1" name="rc1479">
              <a:extLst>
                <a:ext uri="{FF2B5EF4-FFF2-40B4-BE49-F238E27FC236}">
                  <a16:creationId xmlns:a16="http://schemas.microsoft.com/office/drawing/2014/main" id="{1FB82709-B214-3056-F635-EC03A6CA755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2" name="rc1480">
              <a:extLst>
                <a:ext uri="{FF2B5EF4-FFF2-40B4-BE49-F238E27FC236}">
                  <a16:creationId xmlns:a16="http://schemas.microsoft.com/office/drawing/2014/main" id="{C0017B97-045F-D40E-F200-E1172959E06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3" name="rc1481">
              <a:extLst>
                <a:ext uri="{FF2B5EF4-FFF2-40B4-BE49-F238E27FC236}">
                  <a16:creationId xmlns:a16="http://schemas.microsoft.com/office/drawing/2014/main" id="{4935DF01-1356-25D8-3E8B-0F49FADB8A4D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4" name="rc1482">
              <a:extLst>
                <a:ext uri="{FF2B5EF4-FFF2-40B4-BE49-F238E27FC236}">
                  <a16:creationId xmlns:a16="http://schemas.microsoft.com/office/drawing/2014/main" id="{F0A40907-67E9-D200-0D67-11C760720BFC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5" name="rc1483">
              <a:extLst>
                <a:ext uri="{FF2B5EF4-FFF2-40B4-BE49-F238E27FC236}">
                  <a16:creationId xmlns:a16="http://schemas.microsoft.com/office/drawing/2014/main" id="{90DD13F8-0A92-7856-F65D-C5F73FAA8BD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6" name="rc1484">
              <a:extLst>
                <a:ext uri="{FF2B5EF4-FFF2-40B4-BE49-F238E27FC236}">
                  <a16:creationId xmlns:a16="http://schemas.microsoft.com/office/drawing/2014/main" id="{615C9A7B-FEF2-9137-3158-9DA7CBBA90BA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7" name="rc1485">
              <a:extLst>
                <a:ext uri="{FF2B5EF4-FFF2-40B4-BE49-F238E27FC236}">
                  <a16:creationId xmlns:a16="http://schemas.microsoft.com/office/drawing/2014/main" id="{C9634EEE-2D67-7F40-9C05-E42E6E9F954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8" name="rc1486">
              <a:extLst>
                <a:ext uri="{FF2B5EF4-FFF2-40B4-BE49-F238E27FC236}">
                  <a16:creationId xmlns:a16="http://schemas.microsoft.com/office/drawing/2014/main" id="{F8A4A8CF-4A7E-FDE6-1DF6-46F37A5488D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9" name="rc1487">
              <a:extLst>
                <a:ext uri="{FF2B5EF4-FFF2-40B4-BE49-F238E27FC236}">
                  <a16:creationId xmlns:a16="http://schemas.microsoft.com/office/drawing/2014/main" id="{A4F6CFA8-6D94-5F0F-554B-BA9197CB95E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0" name="rc1488">
              <a:extLst>
                <a:ext uri="{FF2B5EF4-FFF2-40B4-BE49-F238E27FC236}">
                  <a16:creationId xmlns:a16="http://schemas.microsoft.com/office/drawing/2014/main" id="{131E7682-E433-DCEA-1F7A-F4EF8E19C30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1" name="rc1489">
              <a:extLst>
                <a:ext uri="{FF2B5EF4-FFF2-40B4-BE49-F238E27FC236}">
                  <a16:creationId xmlns:a16="http://schemas.microsoft.com/office/drawing/2014/main" id="{A9E23F7F-A6CD-B118-EA5B-1CCC363A1D11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2" name="rc1490">
              <a:extLst>
                <a:ext uri="{FF2B5EF4-FFF2-40B4-BE49-F238E27FC236}">
                  <a16:creationId xmlns:a16="http://schemas.microsoft.com/office/drawing/2014/main" id="{A66266F1-E9F4-8BDB-CF18-18BCE0A55748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3" name="rc1491">
              <a:extLst>
                <a:ext uri="{FF2B5EF4-FFF2-40B4-BE49-F238E27FC236}">
                  <a16:creationId xmlns:a16="http://schemas.microsoft.com/office/drawing/2014/main" id="{7F438E1D-0557-B82B-9BF2-70995753F14E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4" name="rc1492">
              <a:extLst>
                <a:ext uri="{FF2B5EF4-FFF2-40B4-BE49-F238E27FC236}">
                  <a16:creationId xmlns:a16="http://schemas.microsoft.com/office/drawing/2014/main" id="{24F43F64-8659-1FC4-E735-2F1F24B13727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5" name="rc1493">
              <a:extLst>
                <a:ext uri="{FF2B5EF4-FFF2-40B4-BE49-F238E27FC236}">
                  <a16:creationId xmlns:a16="http://schemas.microsoft.com/office/drawing/2014/main" id="{0B74C324-E3E6-F63F-6180-B54AE0E24AF9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6" name="rc1494">
              <a:extLst>
                <a:ext uri="{FF2B5EF4-FFF2-40B4-BE49-F238E27FC236}">
                  <a16:creationId xmlns:a16="http://schemas.microsoft.com/office/drawing/2014/main" id="{23F9C39E-0FCA-9268-37BA-F5CF7AB10846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7" name="rc1495">
              <a:extLst>
                <a:ext uri="{FF2B5EF4-FFF2-40B4-BE49-F238E27FC236}">
                  <a16:creationId xmlns:a16="http://schemas.microsoft.com/office/drawing/2014/main" id="{E559AD37-7F3E-CD10-98AA-5D038D6E360B}"/>
                </a:ext>
              </a:extLst>
            </p:cNvPr>
            <p:cNvSpPr/>
            <p:nvPr/>
          </p:nvSpPr>
          <p:spPr>
            <a:xfrm>
              <a:off x="5051020" y="3487421"/>
              <a:ext cx="570041" cy="549247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8" name="pt1496">
              <a:extLst>
                <a:ext uri="{FF2B5EF4-FFF2-40B4-BE49-F238E27FC236}">
                  <a16:creationId xmlns:a16="http://schemas.microsoft.com/office/drawing/2014/main" id="{349411DE-25EF-039E-1882-46B13EEFDA71}"/>
                </a:ext>
              </a:extLst>
            </p:cNvPr>
            <p:cNvSpPr/>
            <p:nvPr/>
          </p:nvSpPr>
          <p:spPr>
            <a:xfrm>
              <a:off x="3675992" y="4857840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9" name="pt1497">
              <a:extLst>
                <a:ext uri="{FF2B5EF4-FFF2-40B4-BE49-F238E27FC236}">
                  <a16:creationId xmlns:a16="http://schemas.microsoft.com/office/drawing/2014/main" id="{07B21C9E-EB11-C762-6289-D2EB88CE182D}"/>
                </a:ext>
              </a:extLst>
            </p:cNvPr>
            <p:cNvSpPr/>
            <p:nvPr/>
          </p:nvSpPr>
          <p:spPr>
            <a:xfrm>
              <a:off x="4843873" y="4314179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0" name="pt1498">
              <a:extLst>
                <a:ext uri="{FF2B5EF4-FFF2-40B4-BE49-F238E27FC236}">
                  <a16:creationId xmlns:a16="http://schemas.microsoft.com/office/drawing/2014/main" id="{90EE29E6-6887-42BB-B398-47757D3CD502}"/>
                </a:ext>
              </a:extLst>
            </p:cNvPr>
            <p:cNvSpPr/>
            <p:nvPr/>
          </p:nvSpPr>
          <p:spPr>
            <a:xfrm>
              <a:off x="3064844" y="4862342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1" name="pt1499">
              <a:extLst>
                <a:ext uri="{FF2B5EF4-FFF2-40B4-BE49-F238E27FC236}">
                  <a16:creationId xmlns:a16="http://schemas.microsoft.com/office/drawing/2014/main" id="{25277E78-37B2-743D-98EC-ADFE484FDD72}"/>
                </a:ext>
              </a:extLst>
            </p:cNvPr>
            <p:cNvSpPr/>
            <p:nvPr/>
          </p:nvSpPr>
          <p:spPr>
            <a:xfrm>
              <a:off x="2816917" y="5074729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2" name="pt1500">
              <a:extLst>
                <a:ext uri="{FF2B5EF4-FFF2-40B4-BE49-F238E27FC236}">
                  <a16:creationId xmlns:a16="http://schemas.microsoft.com/office/drawing/2014/main" id="{3521343E-C214-56C6-5E40-DF8679F148DD}"/>
                </a:ext>
              </a:extLst>
            </p:cNvPr>
            <p:cNvSpPr/>
            <p:nvPr/>
          </p:nvSpPr>
          <p:spPr>
            <a:xfrm>
              <a:off x="4635697" y="4525257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3" name="pt1501">
              <a:extLst>
                <a:ext uri="{FF2B5EF4-FFF2-40B4-BE49-F238E27FC236}">
                  <a16:creationId xmlns:a16="http://schemas.microsoft.com/office/drawing/2014/main" id="{7918AD9D-34CC-FDE1-BFAA-B9712BEEBBF1}"/>
                </a:ext>
              </a:extLst>
            </p:cNvPr>
            <p:cNvSpPr/>
            <p:nvPr/>
          </p:nvSpPr>
          <p:spPr>
            <a:xfrm>
              <a:off x="4624539" y="4529077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4" name="pt1502">
              <a:extLst>
                <a:ext uri="{FF2B5EF4-FFF2-40B4-BE49-F238E27FC236}">
                  <a16:creationId xmlns:a16="http://schemas.microsoft.com/office/drawing/2014/main" id="{4B525EB9-565A-1DEE-1380-6DDEF1CB4E0B}"/>
                </a:ext>
              </a:extLst>
            </p:cNvPr>
            <p:cNvSpPr/>
            <p:nvPr/>
          </p:nvSpPr>
          <p:spPr>
            <a:xfrm>
              <a:off x="3617627" y="4888692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5" name="pt1503">
              <a:extLst>
                <a:ext uri="{FF2B5EF4-FFF2-40B4-BE49-F238E27FC236}">
                  <a16:creationId xmlns:a16="http://schemas.microsoft.com/office/drawing/2014/main" id="{411B932E-F411-0A5D-23D1-DE7FEDCCC459}"/>
                </a:ext>
              </a:extLst>
            </p:cNvPr>
            <p:cNvSpPr/>
            <p:nvPr/>
          </p:nvSpPr>
          <p:spPr>
            <a:xfrm>
              <a:off x="2923311" y="4990989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6" name="pt1504">
              <a:extLst>
                <a:ext uri="{FF2B5EF4-FFF2-40B4-BE49-F238E27FC236}">
                  <a16:creationId xmlns:a16="http://schemas.microsoft.com/office/drawing/2014/main" id="{B7B92C71-4954-0AEA-8998-C24ADA2E4825}"/>
                </a:ext>
              </a:extLst>
            </p:cNvPr>
            <p:cNvSpPr/>
            <p:nvPr/>
          </p:nvSpPr>
          <p:spPr>
            <a:xfrm>
              <a:off x="5224138" y="3740622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7" name="pt1505">
              <a:extLst>
                <a:ext uri="{FF2B5EF4-FFF2-40B4-BE49-F238E27FC236}">
                  <a16:creationId xmlns:a16="http://schemas.microsoft.com/office/drawing/2014/main" id="{F3C8A6D4-D6C0-021C-57CB-0F0A94245D4C}"/>
                </a:ext>
              </a:extLst>
            </p:cNvPr>
            <p:cNvSpPr/>
            <p:nvPr/>
          </p:nvSpPr>
          <p:spPr>
            <a:xfrm>
              <a:off x="4593871" y="4609255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8" name="pt1506">
              <a:extLst>
                <a:ext uri="{FF2B5EF4-FFF2-40B4-BE49-F238E27FC236}">
                  <a16:creationId xmlns:a16="http://schemas.microsoft.com/office/drawing/2014/main" id="{190BB71D-1DE9-58EC-3328-99CA2C392E4A}"/>
                </a:ext>
              </a:extLst>
            </p:cNvPr>
            <p:cNvSpPr/>
            <p:nvPr/>
          </p:nvSpPr>
          <p:spPr>
            <a:xfrm>
              <a:off x="4586328" y="4604247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9" name="pt1507">
              <a:extLst>
                <a:ext uri="{FF2B5EF4-FFF2-40B4-BE49-F238E27FC236}">
                  <a16:creationId xmlns:a16="http://schemas.microsoft.com/office/drawing/2014/main" id="{D0FBE859-31C6-9F3B-C5D8-3D69EDF07CDB}"/>
                </a:ext>
              </a:extLst>
            </p:cNvPr>
            <p:cNvSpPr/>
            <p:nvPr/>
          </p:nvSpPr>
          <p:spPr>
            <a:xfrm>
              <a:off x="3428718" y="4889256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0" name="pt1508">
              <a:extLst>
                <a:ext uri="{FF2B5EF4-FFF2-40B4-BE49-F238E27FC236}">
                  <a16:creationId xmlns:a16="http://schemas.microsoft.com/office/drawing/2014/main" id="{17D6D505-0199-196F-03F4-BA498D4BB5DE}"/>
                </a:ext>
              </a:extLst>
            </p:cNvPr>
            <p:cNvSpPr/>
            <p:nvPr/>
          </p:nvSpPr>
          <p:spPr>
            <a:xfrm>
              <a:off x="3517777" y="4914433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1" name="pt1509">
              <a:extLst>
                <a:ext uri="{FF2B5EF4-FFF2-40B4-BE49-F238E27FC236}">
                  <a16:creationId xmlns:a16="http://schemas.microsoft.com/office/drawing/2014/main" id="{3D6B9F5E-15EC-28B4-783F-EA6B148C3A48}"/>
                </a:ext>
              </a:extLst>
            </p:cNvPr>
            <p:cNvSpPr/>
            <p:nvPr/>
          </p:nvSpPr>
          <p:spPr>
            <a:xfrm>
              <a:off x="4750334" y="4422249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2" name="pt1510">
              <a:extLst>
                <a:ext uri="{FF2B5EF4-FFF2-40B4-BE49-F238E27FC236}">
                  <a16:creationId xmlns:a16="http://schemas.microsoft.com/office/drawing/2014/main" id="{43E95542-551E-5F37-ED2A-C94FA629B94F}"/>
                </a:ext>
              </a:extLst>
            </p:cNvPr>
            <p:cNvSpPr/>
            <p:nvPr/>
          </p:nvSpPr>
          <p:spPr>
            <a:xfrm>
              <a:off x="3248458" y="4829646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3" name="pt1511">
              <a:extLst>
                <a:ext uri="{FF2B5EF4-FFF2-40B4-BE49-F238E27FC236}">
                  <a16:creationId xmlns:a16="http://schemas.microsoft.com/office/drawing/2014/main" id="{E5135417-7B2C-B46C-8926-60AF63E3C919}"/>
                </a:ext>
              </a:extLst>
            </p:cNvPr>
            <p:cNvSpPr/>
            <p:nvPr/>
          </p:nvSpPr>
          <p:spPr>
            <a:xfrm>
              <a:off x="5755984" y="2978727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4" name="pt1512">
              <a:extLst>
                <a:ext uri="{FF2B5EF4-FFF2-40B4-BE49-F238E27FC236}">
                  <a16:creationId xmlns:a16="http://schemas.microsoft.com/office/drawing/2014/main" id="{07C2E34B-F7D3-2F0E-F08C-93E8D32CB3DB}"/>
                </a:ext>
              </a:extLst>
            </p:cNvPr>
            <p:cNvSpPr/>
            <p:nvPr/>
          </p:nvSpPr>
          <p:spPr>
            <a:xfrm>
              <a:off x="5695389" y="3195750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5" name="pt1513">
              <a:extLst>
                <a:ext uri="{FF2B5EF4-FFF2-40B4-BE49-F238E27FC236}">
                  <a16:creationId xmlns:a16="http://schemas.microsoft.com/office/drawing/2014/main" id="{173ECA85-7941-3662-0808-700C83DDE23C}"/>
                </a:ext>
              </a:extLst>
            </p:cNvPr>
            <p:cNvSpPr/>
            <p:nvPr/>
          </p:nvSpPr>
          <p:spPr>
            <a:xfrm>
              <a:off x="5697081" y="3188187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6" name="pt1514">
              <a:extLst>
                <a:ext uri="{FF2B5EF4-FFF2-40B4-BE49-F238E27FC236}">
                  <a16:creationId xmlns:a16="http://schemas.microsoft.com/office/drawing/2014/main" id="{B547A60D-F43C-3A60-9895-BBF6CC97B752}"/>
                </a:ext>
              </a:extLst>
            </p:cNvPr>
            <p:cNvSpPr/>
            <p:nvPr/>
          </p:nvSpPr>
          <p:spPr>
            <a:xfrm>
              <a:off x="4578135" y="4746265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7" name="pt1515">
              <a:extLst>
                <a:ext uri="{FF2B5EF4-FFF2-40B4-BE49-F238E27FC236}">
                  <a16:creationId xmlns:a16="http://schemas.microsoft.com/office/drawing/2014/main" id="{067C793F-61E6-1B27-7ECF-D2D843DF532B}"/>
                </a:ext>
              </a:extLst>
            </p:cNvPr>
            <p:cNvSpPr/>
            <p:nvPr/>
          </p:nvSpPr>
          <p:spPr>
            <a:xfrm>
              <a:off x="3807967" y="4755688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8" name="pt1516">
              <a:extLst>
                <a:ext uri="{FF2B5EF4-FFF2-40B4-BE49-F238E27FC236}">
                  <a16:creationId xmlns:a16="http://schemas.microsoft.com/office/drawing/2014/main" id="{6EFB5AB6-C535-6CFF-BC7E-65D5B7904714}"/>
                </a:ext>
              </a:extLst>
            </p:cNvPr>
            <p:cNvSpPr/>
            <p:nvPr/>
          </p:nvSpPr>
          <p:spPr>
            <a:xfrm>
              <a:off x="5764374" y="3021048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9" name="pt1517">
              <a:extLst>
                <a:ext uri="{FF2B5EF4-FFF2-40B4-BE49-F238E27FC236}">
                  <a16:creationId xmlns:a16="http://schemas.microsoft.com/office/drawing/2014/main" id="{ED763E47-AD2C-A2F5-5A89-14071612D8F6}"/>
                </a:ext>
              </a:extLst>
            </p:cNvPr>
            <p:cNvSpPr/>
            <p:nvPr/>
          </p:nvSpPr>
          <p:spPr>
            <a:xfrm>
              <a:off x="5308174" y="3536459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0" name="pt1518">
              <a:extLst>
                <a:ext uri="{FF2B5EF4-FFF2-40B4-BE49-F238E27FC236}">
                  <a16:creationId xmlns:a16="http://schemas.microsoft.com/office/drawing/2014/main" id="{93BB64C7-0734-9DF2-752C-4E8F20B625E8}"/>
                </a:ext>
              </a:extLst>
            </p:cNvPr>
            <p:cNvSpPr/>
            <p:nvPr/>
          </p:nvSpPr>
          <p:spPr>
            <a:xfrm>
              <a:off x="5240587" y="3485855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1" name="pt1519">
              <a:extLst>
                <a:ext uri="{FF2B5EF4-FFF2-40B4-BE49-F238E27FC236}">
                  <a16:creationId xmlns:a16="http://schemas.microsoft.com/office/drawing/2014/main" id="{F9172552-2615-2D76-00D8-EAECF3E67C31}"/>
                </a:ext>
              </a:extLst>
            </p:cNvPr>
            <p:cNvSpPr/>
            <p:nvPr/>
          </p:nvSpPr>
          <p:spPr>
            <a:xfrm>
              <a:off x="6315652" y="2872406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2" name="pt1520">
              <a:extLst>
                <a:ext uri="{FF2B5EF4-FFF2-40B4-BE49-F238E27FC236}">
                  <a16:creationId xmlns:a16="http://schemas.microsoft.com/office/drawing/2014/main" id="{2A4C3AB6-2837-0B87-2826-B7CE8653EDFE}"/>
                </a:ext>
              </a:extLst>
            </p:cNvPr>
            <p:cNvSpPr/>
            <p:nvPr/>
          </p:nvSpPr>
          <p:spPr>
            <a:xfrm>
              <a:off x="6316748" y="2870308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3" name="pt1521">
              <a:extLst>
                <a:ext uri="{FF2B5EF4-FFF2-40B4-BE49-F238E27FC236}">
                  <a16:creationId xmlns:a16="http://schemas.microsoft.com/office/drawing/2014/main" id="{B57E0A21-8133-B914-EFE7-3CF120D5257F}"/>
                </a:ext>
              </a:extLst>
            </p:cNvPr>
            <p:cNvSpPr/>
            <p:nvPr/>
          </p:nvSpPr>
          <p:spPr>
            <a:xfrm>
              <a:off x="3181293" y="4838053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4" name="pt1522">
              <a:extLst>
                <a:ext uri="{FF2B5EF4-FFF2-40B4-BE49-F238E27FC236}">
                  <a16:creationId xmlns:a16="http://schemas.microsoft.com/office/drawing/2014/main" id="{CC11C730-C17D-90BD-F19B-7F5A7A08C7F5}"/>
                </a:ext>
              </a:extLst>
            </p:cNvPr>
            <p:cNvSpPr/>
            <p:nvPr/>
          </p:nvSpPr>
          <p:spPr>
            <a:xfrm>
              <a:off x="5123546" y="3818085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5" name="pt1523">
              <a:extLst>
                <a:ext uri="{FF2B5EF4-FFF2-40B4-BE49-F238E27FC236}">
                  <a16:creationId xmlns:a16="http://schemas.microsoft.com/office/drawing/2014/main" id="{3844C1CA-589E-ECEA-444B-313C65EFAAA0}"/>
                </a:ext>
              </a:extLst>
            </p:cNvPr>
            <p:cNvSpPr/>
            <p:nvPr/>
          </p:nvSpPr>
          <p:spPr>
            <a:xfrm>
              <a:off x="5115404" y="3806165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6" name="pt1524">
              <a:extLst>
                <a:ext uri="{FF2B5EF4-FFF2-40B4-BE49-F238E27FC236}">
                  <a16:creationId xmlns:a16="http://schemas.microsoft.com/office/drawing/2014/main" id="{EE15C69F-0399-2317-CFB3-404814B1E8C7}"/>
                </a:ext>
              </a:extLst>
            </p:cNvPr>
            <p:cNvSpPr/>
            <p:nvPr/>
          </p:nvSpPr>
          <p:spPr>
            <a:xfrm>
              <a:off x="5236913" y="3996038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7" name="pt1525">
              <a:extLst>
                <a:ext uri="{FF2B5EF4-FFF2-40B4-BE49-F238E27FC236}">
                  <a16:creationId xmlns:a16="http://schemas.microsoft.com/office/drawing/2014/main" id="{44C31C05-AFE8-4374-BA94-5CB98986C488}"/>
                </a:ext>
              </a:extLst>
            </p:cNvPr>
            <p:cNvSpPr/>
            <p:nvPr/>
          </p:nvSpPr>
          <p:spPr>
            <a:xfrm>
              <a:off x="6653971" y="2545426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8" name="pt1526">
              <a:extLst>
                <a:ext uri="{FF2B5EF4-FFF2-40B4-BE49-F238E27FC236}">
                  <a16:creationId xmlns:a16="http://schemas.microsoft.com/office/drawing/2014/main" id="{64CB482C-9DB2-5F2A-EC92-F42DA77548BA}"/>
                </a:ext>
              </a:extLst>
            </p:cNvPr>
            <p:cNvSpPr/>
            <p:nvPr/>
          </p:nvSpPr>
          <p:spPr>
            <a:xfrm>
              <a:off x="5077225" y="3639682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9" name="pt1527">
              <a:extLst>
                <a:ext uri="{FF2B5EF4-FFF2-40B4-BE49-F238E27FC236}">
                  <a16:creationId xmlns:a16="http://schemas.microsoft.com/office/drawing/2014/main" id="{5F5CF932-C9BC-7E91-9D24-8300110A7176}"/>
                </a:ext>
              </a:extLst>
            </p:cNvPr>
            <p:cNvSpPr/>
            <p:nvPr/>
          </p:nvSpPr>
          <p:spPr>
            <a:xfrm>
              <a:off x="5910367" y="2842694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0" name="pt1528">
              <a:extLst>
                <a:ext uri="{FF2B5EF4-FFF2-40B4-BE49-F238E27FC236}">
                  <a16:creationId xmlns:a16="http://schemas.microsoft.com/office/drawing/2014/main" id="{682A5995-5918-4DB4-0C47-A6935FE0CDE5}"/>
                </a:ext>
              </a:extLst>
            </p:cNvPr>
            <p:cNvSpPr/>
            <p:nvPr/>
          </p:nvSpPr>
          <p:spPr>
            <a:xfrm>
              <a:off x="5867473" y="2869761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1" name="pt1529">
              <a:extLst>
                <a:ext uri="{FF2B5EF4-FFF2-40B4-BE49-F238E27FC236}">
                  <a16:creationId xmlns:a16="http://schemas.microsoft.com/office/drawing/2014/main" id="{D2C3CCB1-1C30-60EF-816A-5DA928397C46}"/>
                </a:ext>
              </a:extLst>
            </p:cNvPr>
            <p:cNvSpPr/>
            <p:nvPr/>
          </p:nvSpPr>
          <p:spPr>
            <a:xfrm>
              <a:off x="4977967" y="4227762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2" name="pt1530">
              <a:extLst>
                <a:ext uri="{FF2B5EF4-FFF2-40B4-BE49-F238E27FC236}">
                  <a16:creationId xmlns:a16="http://schemas.microsoft.com/office/drawing/2014/main" id="{DBC5B9A7-F488-2D61-6C88-1C9EEE78C036}"/>
                </a:ext>
              </a:extLst>
            </p:cNvPr>
            <p:cNvSpPr/>
            <p:nvPr/>
          </p:nvSpPr>
          <p:spPr>
            <a:xfrm>
              <a:off x="4969215" y="4253201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3" name="pt1531">
              <a:extLst>
                <a:ext uri="{FF2B5EF4-FFF2-40B4-BE49-F238E27FC236}">
                  <a16:creationId xmlns:a16="http://schemas.microsoft.com/office/drawing/2014/main" id="{8B369093-2B43-471D-BB78-A77FABDFE816}"/>
                </a:ext>
              </a:extLst>
            </p:cNvPr>
            <p:cNvSpPr/>
            <p:nvPr/>
          </p:nvSpPr>
          <p:spPr>
            <a:xfrm>
              <a:off x="5495878" y="3245996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4" name="pt1532">
              <a:extLst>
                <a:ext uri="{FF2B5EF4-FFF2-40B4-BE49-F238E27FC236}">
                  <a16:creationId xmlns:a16="http://schemas.microsoft.com/office/drawing/2014/main" id="{CE3DF1CF-43FA-D4AF-2F15-3F09776A5076}"/>
                </a:ext>
              </a:extLst>
            </p:cNvPr>
            <p:cNvSpPr/>
            <p:nvPr/>
          </p:nvSpPr>
          <p:spPr>
            <a:xfrm>
              <a:off x="4154622" y="4851490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5" name="pt1533">
              <a:extLst>
                <a:ext uri="{FF2B5EF4-FFF2-40B4-BE49-F238E27FC236}">
                  <a16:creationId xmlns:a16="http://schemas.microsoft.com/office/drawing/2014/main" id="{C7173E2E-345D-B8FE-A96E-DE8EDB664E88}"/>
                </a:ext>
              </a:extLst>
            </p:cNvPr>
            <p:cNvSpPr/>
            <p:nvPr/>
          </p:nvSpPr>
          <p:spPr>
            <a:xfrm>
              <a:off x="4202904" y="4850569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6" name="pt1534">
              <a:extLst>
                <a:ext uri="{FF2B5EF4-FFF2-40B4-BE49-F238E27FC236}">
                  <a16:creationId xmlns:a16="http://schemas.microsoft.com/office/drawing/2014/main" id="{3D2F963E-5F77-FCFF-5EC3-380FE5A5979A}"/>
                </a:ext>
              </a:extLst>
            </p:cNvPr>
            <p:cNvSpPr/>
            <p:nvPr/>
          </p:nvSpPr>
          <p:spPr>
            <a:xfrm>
              <a:off x="5568579" y="3228402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7" name="rc1535">
              <a:extLst>
                <a:ext uri="{FF2B5EF4-FFF2-40B4-BE49-F238E27FC236}">
                  <a16:creationId xmlns:a16="http://schemas.microsoft.com/office/drawing/2014/main" id="{C0808FAE-6DC0-E508-5F92-38280AFA08AB}"/>
                </a:ext>
              </a:extLst>
            </p:cNvPr>
            <p:cNvSpPr/>
            <p:nvPr/>
          </p:nvSpPr>
          <p:spPr>
            <a:xfrm>
              <a:off x="2822127" y="5084617"/>
              <a:ext cx="128065" cy="128065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8" name="rc1536">
              <a:extLst>
                <a:ext uri="{FF2B5EF4-FFF2-40B4-BE49-F238E27FC236}">
                  <a16:creationId xmlns:a16="http://schemas.microsoft.com/office/drawing/2014/main" id="{7ADC12B0-B588-F0A4-7684-55086E04F603}"/>
                </a:ext>
              </a:extLst>
            </p:cNvPr>
            <p:cNvSpPr/>
            <p:nvPr/>
          </p:nvSpPr>
          <p:spPr>
            <a:xfrm>
              <a:off x="3524907" y="4921359"/>
              <a:ext cx="128065" cy="128065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9" name="rc1537">
              <a:extLst>
                <a:ext uri="{FF2B5EF4-FFF2-40B4-BE49-F238E27FC236}">
                  <a16:creationId xmlns:a16="http://schemas.microsoft.com/office/drawing/2014/main" id="{A59020D3-99FE-90FF-6183-C835F3B24785}"/>
                </a:ext>
              </a:extLst>
            </p:cNvPr>
            <p:cNvSpPr/>
            <p:nvPr/>
          </p:nvSpPr>
          <p:spPr>
            <a:xfrm>
              <a:off x="4586054" y="4754327"/>
              <a:ext cx="128065" cy="128065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0" name="rc1538">
              <a:extLst>
                <a:ext uri="{FF2B5EF4-FFF2-40B4-BE49-F238E27FC236}">
                  <a16:creationId xmlns:a16="http://schemas.microsoft.com/office/drawing/2014/main" id="{D00DC09A-5BE3-CB92-CCA6-A1B9B7886AA7}"/>
                </a:ext>
              </a:extLst>
            </p:cNvPr>
            <p:cNvSpPr/>
            <p:nvPr/>
          </p:nvSpPr>
          <p:spPr>
            <a:xfrm>
              <a:off x="5106674" y="3805681"/>
              <a:ext cx="128065" cy="128065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1" name="rc1539">
              <a:extLst>
                <a:ext uri="{FF2B5EF4-FFF2-40B4-BE49-F238E27FC236}">
                  <a16:creationId xmlns:a16="http://schemas.microsoft.com/office/drawing/2014/main" id="{AA42DEB9-4DE8-2481-EFED-0C8D89472FA1}"/>
                </a:ext>
              </a:extLst>
            </p:cNvPr>
            <p:cNvSpPr/>
            <p:nvPr/>
          </p:nvSpPr>
          <p:spPr>
            <a:xfrm>
              <a:off x="5143057" y="3697881"/>
              <a:ext cx="128065" cy="128065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2" name="rc1540">
              <a:extLst>
                <a:ext uri="{FF2B5EF4-FFF2-40B4-BE49-F238E27FC236}">
                  <a16:creationId xmlns:a16="http://schemas.microsoft.com/office/drawing/2014/main" id="{0E408087-6083-C383-F70C-ACD8A5F465B5}"/>
                </a:ext>
              </a:extLst>
            </p:cNvPr>
            <p:cNvSpPr/>
            <p:nvPr/>
          </p:nvSpPr>
          <p:spPr>
            <a:xfrm>
              <a:off x="5138863" y="3800597"/>
              <a:ext cx="128065" cy="128065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3" name="rc1541">
              <a:extLst>
                <a:ext uri="{FF2B5EF4-FFF2-40B4-BE49-F238E27FC236}">
                  <a16:creationId xmlns:a16="http://schemas.microsoft.com/office/drawing/2014/main" id="{25CE8E6C-8FE1-3AB8-B5BF-A54C7F2C6895}"/>
                </a:ext>
              </a:extLst>
            </p:cNvPr>
            <p:cNvSpPr/>
            <p:nvPr/>
          </p:nvSpPr>
          <p:spPr>
            <a:xfrm>
              <a:off x="5764175" y="2987136"/>
              <a:ext cx="128065" cy="128065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4" name="rc1542">
              <a:extLst>
                <a:ext uri="{FF2B5EF4-FFF2-40B4-BE49-F238E27FC236}">
                  <a16:creationId xmlns:a16="http://schemas.microsoft.com/office/drawing/2014/main" id="{2D7FB16F-8888-3CDF-04FD-E8C20616B56A}"/>
                </a:ext>
              </a:extLst>
            </p:cNvPr>
            <p:cNvSpPr/>
            <p:nvPr/>
          </p:nvSpPr>
          <p:spPr>
            <a:xfrm>
              <a:off x="5916577" y="2856313"/>
              <a:ext cx="128065" cy="128065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5" name="pl1543">
              <a:extLst>
                <a:ext uri="{FF2B5EF4-FFF2-40B4-BE49-F238E27FC236}">
                  <a16:creationId xmlns:a16="http://schemas.microsoft.com/office/drawing/2014/main" id="{D066D246-2B5A-A718-0244-2B0121B205A7}"/>
                </a:ext>
              </a:extLst>
            </p:cNvPr>
            <p:cNvSpPr/>
            <p:nvPr/>
          </p:nvSpPr>
          <p:spPr>
            <a:xfrm>
              <a:off x="2882250" y="4927853"/>
              <a:ext cx="3674" cy="207552"/>
            </a:xfrm>
            <a:custGeom>
              <a:avLst/>
              <a:gdLst/>
              <a:ahLst/>
              <a:cxnLst/>
              <a:rect l="0" t="0" r="0" b="0"/>
              <a:pathLst>
                <a:path w="3674" h="207552">
                  <a:moveTo>
                    <a:pt x="0" y="0"/>
                  </a:moveTo>
                  <a:lnTo>
                    <a:pt x="3674" y="20755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6" name="pl1544">
              <a:extLst>
                <a:ext uri="{FF2B5EF4-FFF2-40B4-BE49-F238E27FC236}">
                  <a16:creationId xmlns:a16="http://schemas.microsoft.com/office/drawing/2014/main" id="{BABECDCA-95FA-5E93-0D6A-DB36A08E8F47}"/>
                </a:ext>
              </a:extLst>
            </p:cNvPr>
            <p:cNvSpPr/>
            <p:nvPr/>
          </p:nvSpPr>
          <p:spPr>
            <a:xfrm>
              <a:off x="3459099" y="4644472"/>
              <a:ext cx="125021" cy="328267"/>
            </a:xfrm>
            <a:custGeom>
              <a:avLst/>
              <a:gdLst/>
              <a:ahLst/>
              <a:cxnLst/>
              <a:rect l="0" t="0" r="0" b="0"/>
              <a:pathLst>
                <a:path w="125021" h="328267">
                  <a:moveTo>
                    <a:pt x="0" y="0"/>
                  </a:moveTo>
                  <a:lnTo>
                    <a:pt x="125021" y="32826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7" name="pl1545">
              <a:extLst>
                <a:ext uri="{FF2B5EF4-FFF2-40B4-BE49-F238E27FC236}">
                  <a16:creationId xmlns:a16="http://schemas.microsoft.com/office/drawing/2014/main" id="{682F707A-8C2D-112E-1112-BA5A4731ED6A}"/>
                </a:ext>
              </a:extLst>
            </p:cNvPr>
            <p:cNvSpPr/>
            <p:nvPr/>
          </p:nvSpPr>
          <p:spPr>
            <a:xfrm>
              <a:off x="4468118" y="4564007"/>
              <a:ext cx="173779" cy="242905"/>
            </a:xfrm>
            <a:custGeom>
              <a:avLst/>
              <a:gdLst/>
              <a:ahLst/>
              <a:cxnLst/>
              <a:rect l="0" t="0" r="0" b="0"/>
              <a:pathLst>
                <a:path w="173779" h="242905">
                  <a:moveTo>
                    <a:pt x="0" y="0"/>
                  </a:moveTo>
                  <a:lnTo>
                    <a:pt x="173779" y="24290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8" name="pl1546">
              <a:extLst>
                <a:ext uri="{FF2B5EF4-FFF2-40B4-BE49-F238E27FC236}">
                  <a16:creationId xmlns:a16="http://schemas.microsoft.com/office/drawing/2014/main" id="{AA694B9C-C645-4713-B6B4-FBA829E53DB0}"/>
                </a:ext>
              </a:extLst>
            </p:cNvPr>
            <p:cNvSpPr/>
            <p:nvPr/>
          </p:nvSpPr>
          <p:spPr>
            <a:xfrm>
              <a:off x="5785191" y="2838477"/>
              <a:ext cx="40372" cy="199621"/>
            </a:xfrm>
            <a:custGeom>
              <a:avLst/>
              <a:gdLst/>
              <a:ahLst/>
              <a:cxnLst/>
              <a:rect l="0" t="0" r="0" b="0"/>
              <a:pathLst>
                <a:path w="40372" h="199621">
                  <a:moveTo>
                    <a:pt x="0" y="0"/>
                  </a:moveTo>
                  <a:lnTo>
                    <a:pt x="40372" y="199621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9" name="pl1547">
              <a:extLst>
                <a:ext uri="{FF2B5EF4-FFF2-40B4-BE49-F238E27FC236}">
                  <a16:creationId xmlns:a16="http://schemas.microsoft.com/office/drawing/2014/main" id="{AA0A9E28-FAB0-7F77-9D45-52F69C3CC571}"/>
                </a:ext>
              </a:extLst>
            </p:cNvPr>
            <p:cNvSpPr/>
            <p:nvPr/>
          </p:nvSpPr>
          <p:spPr>
            <a:xfrm>
              <a:off x="5864123" y="2615021"/>
              <a:ext cx="111659" cy="292673"/>
            </a:xfrm>
            <a:custGeom>
              <a:avLst/>
              <a:gdLst/>
              <a:ahLst/>
              <a:cxnLst/>
              <a:rect l="0" t="0" r="0" b="0"/>
              <a:pathLst>
                <a:path w="111659" h="292673">
                  <a:moveTo>
                    <a:pt x="0" y="0"/>
                  </a:moveTo>
                  <a:lnTo>
                    <a:pt x="111659" y="29267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70" name="pg1548">
              <a:extLst>
                <a:ext uri="{FF2B5EF4-FFF2-40B4-BE49-F238E27FC236}">
                  <a16:creationId xmlns:a16="http://schemas.microsoft.com/office/drawing/2014/main" id="{7375190F-F89C-961F-6224-F3D2EC38C8C8}"/>
                </a:ext>
              </a:extLst>
            </p:cNvPr>
            <p:cNvSpPr/>
            <p:nvPr/>
          </p:nvSpPr>
          <p:spPr>
            <a:xfrm>
              <a:off x="2618628" y="4735921"/>
              <a:ext cx="527243" cy="191932"/>
            </a:xfrm>
            <a:custGeom>
              <a:avLst/>
              <a:gdLst/>
              <a:ahLst/>
              <a:cxnLst/>
              <a:rect l="0" t="0" r="0" b="0"/>
              <a:pathLst>
                <a:path w="527243" h="191932">
                  <a:moveTo>
                    <a:pt x="27432" y="191932"/>
                  </a:moveTo>
                  <a:lnTo>
                    <a:pt x="499811" y="191932"/>
                  </a:lnTo>
                  <a:lnTo>
                    <a:pt x="498706" y="191910"/>
                  </a:lnTo>
                  <a:lnTo>
                    <a:pt x="503117" y="191732"/>
                  </a:lnTo>
                  <a:lnTo>
                    <a:pt x="507443" y="190849"/>
                  </a:lnTo>
                  <a:lnTo>
                    <a:pt x="511570" y="189284"/>
                  </a:lnTo>
                  <a:lnTo>
                    <a:pt x="515394" y="187076"/>
                  </a:lnTo>
                  <a:lnTo>
                    <a:pt x="518813" y="184284"/>
                  </a:lnTo>
                  <a:lnTo>
                    <a:pt x="521741" y="180980"/>
                  </a:lnTo>
                  <a:lnTo>
                    <a:pt x="524100" y="177248"/>
                  </a:lnTo>
                  <a:lnTo>
                    <a:pt x="525831" y="173187"/>
                  </a:lnTo>
                  <a:lnTo>
                    <a:pt x="526887" y="168900"/>
                  </a:lnTo>
                  <a:lnTo>
                    <a:pt x="527243" y="164500"/>
                  </a:lnTo>
                  <a:lnTo>
                    <a:pt x="527243" y="27432"/>
                  </a:lnTo>
                  <a:lnTo>
                    <a:pt x="526887" y="23031"/>
                  </a:lnTo>
                  <a:lnTo>
                    <a:pt x="525831" y="18745"/>
                  </a:lnTo>
                  <a:lnTo>
                    <a:pt x="524100" y="14683"/>
                  </a:lnTo>
                  <a:lnTo>
                    <a:pt x="521741" y="10952"/>
                  </a:lnTo>
                  <a:lnTo>
                    <a:pt x="518813" y="7647"/>
                  </a:lnTo>
                  <a:lnTo>
                    <a:pt x="515394" y="4855"/>
                  </a:lnTo>
                  <a:lnTo>
                    <a:pt x="511570" y="2648"/>
                  </a:lnTo>
                  <a:lnTo>
                    <a:pt x="507443" y="1083"/>
                  </a:lnTo>
                  <a:lnTo>
                    <a:pt x="503117" y="200"/>
                  </a:lnTo>
                  <a:lnTo>
                    <a:pt x="499811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6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71" name="tx1549">
              <a:extLst>
                <a:ext uri="{FF2B5EF4-FFF2-40B4-BE49-F238E27FC236}">
                  <a16:creationId xmlns:a16="http://schemas.microsoft.com/office/drawing/2014/main" id="{37771609-DC11-EB5A-25ED-DFD4B335AF45}"/>
                </a:ext>
              </a:extLst>
            </p:cNvPr>
            <p:cNvSpPr/>
            <p:nvPr/>
          </p:nvSpPr>
          <p:spPr>
            <a:xfrm>
              <a:off x="2664348" y="4781641"/>
              <a:ext cx="435803" cy="1004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5"/>
                </a:lnSpc>
              </a:pPr>
              <a:r>
                <a:rPr sz="165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W1-TX</a:t>
              </a:r>
            </a:p>
          </p:txBody>
        </p:sp>
        <p:sp>
          <p:nvSpPr>
            <p:cNvPr id="3172" name="pg1550">
              <a:extLst>
                <a:ext uri="{FF2B5EF4-FFF2-40B4-BE49-F238E27FC236}">
                  <a16:creationId xmlns:a16="http://schemas.microsoft.com/office/drawing/2014/main" id="{450EF349-A80F-EFDA-9F80-89CF634F6BE0}"/>
                </a:ext>
              </a:extLst>
            </p:cNvPr>
            <p:cNvSpPr/>
            <p:nvPr/>
          </p:nvSpPr>
          <p:spPr>
            <a:xfrm>
              <a:off x="3192592" y="4452539"/>
              <a:ext cx="519562" cy="191932"/>
            </a:xfrm>
            <a:custGeom>
              <a:avLst/>
              <a:gdLst/>
              <a:ahLst/>
              <a:cxnLst/>
              <a:rect l="0" t="0" r="0" b="0"/>
              <a:pathLst>
                <a:path w="519562" h="191932">
                  <a:moveTo>
                    <a:pt x="27431" y="191932"/>
                  </a:moveTo>
                  <a:lnTo>
                    <a:pt x="492130" y="191932"/>
                  </a:lnTo>
                  <a:lnTo>
                    <a:pt x="491025" y="191910"/>
                  </a:lnTo>
                  <a:lnTo>
                    <a:pt x="495436" y="191732"/>
                  </a:lnTo>
                  <a:lnTo>
                    <a:pt x="499762" y="190849"/>
                  </a:lnTo>
                  <a:lnTo>
                    <a:pt x="503889" y="189284"/>
                  </a:lnTo>
                  <a:lnTo>
                    <a:pt x="507713" y="187076"/>
                  </a:lnTo>
                  <a:lnTo>
                    <a:pt x="511132" y="184284"/>
                  </a:lnTo>
                  <a:lnTo>
                    <a:pt x="514060" y="180980"/>
                  </a:lnTo>
                  <a:lnTo>
                    <a:pt x="516419" y="177248"/>
                  </a:lnTo>
                  <a:lnTo>
                    <a:pt x="518150" y="173187"/>
                  </a:lnTo>
                  <a:lnTo>
                    <a:pt x="519206" y="168900"/>
                  </a:lnTo>
                  <a:lnTo>
                    <a:pt x="519562" y="164500"/>
                  </a:lnTo>
                  <a:lnTo>
                    <a:pt x="519562" y="27431"/>
                  </a:lnTo>
                  <a:lnTo>
                    <a:pt x="519206" y="23031"/>
                  </a:lnTo>
                  <a:lnTo>
                    <a:pt x="518150" y="18745"/>
                  </a:lnTo>
                  <a:lnTo>
                    <a:pt x="516419" y="14683"/>
                  </a:lnTo>
                  <a:lnTo>
                    <a:pt x="514060" y="10952"/>
                  </a:lnTo>
                  <a:lnTo>
                    <a:pt x="511132" y="7647"/>
                  </a:lnTo>
                  <a:lnTo>
                    <a:pt x="507713" y="4855"/>
                  </a:lnTo>
                  <a:lnTo>
                    <a:pt x="503889" y="2648"/>
                  </a:lnTo>
                  <a:lnTo>
                    <a:pt x="499762" y="1083"/>
                  </a:lnTo>
                  <a:lnTo>
                    <a:pt x="495436" y="200"/>
                  </a:lnTo>
                  <a:lnTo>
                    <a:pt x="49213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6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73" name="tx1551">
              <a:extLst>
                <a:ext uri="{FF2B5EF4-FFF2-40B4-BE49-F238E27FC236}">
                  <a16:creationId xmlns:a16="http://schemas.microsoft.com/office/drawing/2014/main" id="{80AE454E-88C9-2A82-3994-2DFF277A0908}"/>
                </a:ext>
              </a:extLst>
            </p:cNvPr>
            <p:cNvSpPr/>
            <p:nvPr/>
          </p:nvSpPr>
          <p:spPr>
            <a:xfrm>
              <a:off x="3238312" y="4498259"/>
              <a:ext cx="428122" cy="1004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5"/>
                </a:lnSpc>
              </a:pPr>
              <a:r>
                <a:rPr sz="165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W2-LA</a:t>
              </a:r>
            </a:p>
          </p:txBody>
        </p:sp>
        <p:sp>
          <p:nvSpPr>
            <p:cNvPr id="3174" name="pg1552">
              <a:extLst>
                <a:ext uri="{FF2B5EF4-FFF2-40B4-BE49-F238E27FC236}">
                  <a16:creationId xmlns:a16="http://schemas.microsoft.com/office/drawing/2014/main" id="{7F0D37AF-8451-527A-123C-5B82B4196F65}"/>
                </a:ext>
              </a:extLst>
            </p:cNvPr>
            <p:cNvSpPr/>
            <p:nvPr/>
          </p:nvSpPr>
          <p:spPr>
            <a:xfrm>
              <a:off x="4170412" y="4372075"/>
              <a:ext cx="511698" cy="191932"/>
            </a:xfrm>
            <a:custGeom>
              <a:avLst/>
              <a:gdLst/>
              <a:ahLst/>
              <a:cxnLst/>
              <a:rect l="0" t="0" r="0" b="0"/>
              <a:pathLst>
                <a:path w="511698" h="191932">
                  <a:moveTo>
                    <a:pt x="27432" y="191932"/>
                  </a:moveTo>
                  <a:lnTo>
                    <a:pt x="484266" y="191932"/>
                  </a:lnTo>
                  <a:lnTo>
                    <a:pt x="483161" y="191910"/>
                  </a:lnTo>
                  <a:lnTo>
                    <a:pt x="487572" y="191732"/>
                  </a:lnTo>
                  <a:lnTo>
                    <a:pt x="491898" y="190849"/>
                  </a:lnTo>
                  <a:lnTo>
                    <a:pt x="496026" y="189284"/>
                  </a:lnTo>
                  <a:lnTo>
                    <a:pt x="499849" y="187076"/>
                  </a:lnTo>
                  <a:lnTo>
                    <a:pt x="503269" y="184284"/>
                  </a:lnTo>
                  <a:lnTo>
                    <a:pt x="506196" y="180980"/>
                  </a:lnTo>
                  <a:lnTo>
                    <a:pt x="508556" y="177248"/>
                  </a:lnTo>
                  <a:lnTo>
                    <a:pt x="510286" y="173187"/>
                  </a:lnTo>
                  <a:lnTo>
                    <a:pt x="511343" y="168900"/>
                  </a:lnTo>
                  <a:lnTo>
                    <a:pt x="511698" y="164500"/>
                  </a:lnTo>
                  <a:lnTo>
                    <a:pt x="511698" y="27432"/>
                  </a:lnTo>
                  <a:lnTo>
                    <a:pt x="511343" y="23031"/>
                  </a:lnTo>
                  <a:lnTo>
                    <a:pt x="510286" y="18745"/>
                  </a:lnTo>
                  <a:lnTo>
                    <a:pt x="508556" y="14683"/>
                  </a:lnTo>
                  <a:lnTo>
                    <a:pt x="506196" y="10952"/>
                  </a:lnTo>
                  <a:lnTo>
                    <a:pt x="503269" y="7647"/>
                  </a:lnTo>
                  <a:lnTo>
                    <a:pt x="499849" y="4855"/>
                  </a:lnTo>
                  <a:lnTo>
                    <a:pt x="496026" y="2648"/>
                  </a:lnTo>
                  <a:lnTo>
                    <a:pt x="491898" y="1083"/>
                  </a:lnTo>
                  <a:lnTo>
                    <a:pt x="487572" y="200"/>
                  </a:lnTo>
                  <a:lnTo>
                    <a:pt x="484266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5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75" name="tx1553">
              <a:extLst>
                <a:ext uri="{FF2B5EF4-FFF2-40B4-BE49-F238E27FC236}">
                  <a16:creationId xmlns:a16="http://schemas.microsoft.com/office/drawing/2014/main" id="{0BEA6AC0-8F6C-AC9B-126E-32CDC25CEB7F}"/>
                </a:ext>
              </a:extLst>
            </p:cNvPr>
            <p:cNvSpPr/>
            <p:nvPr/>
          </p:nvSpPr>
          <p:spPr>
            <a:xfrm>
              <a:off x="4216132" y="4417795"/>
              <a:ext cx="420258" cy="1004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5"/>
                </a:lnSpc>
              </a:pPr>
              <a:r>
                <a:rPr sz="165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W3-FL</a:t>
              </a:r>
            </a:p>
          </p:txBody>
        </p:sp>
        <p:sp>
          <p:nvSpPr>
            <p:cNvPr id="3176" name="pg1554">
              <a:extLst>
                <a:ext uri="{FF2B5EF4-FFF2-40B4-BE49-F238E27FC236}">
                  <a16:creationId xmlns:a16="http://schemas.microsoft.com/office/drawing/2014/main" id="{F8C66409-B29C-A6E5-57D3-8AB2D4514795}"/>
                </a:ext>
              </a:extLst>
            </p:cNvPr>
            <p:cNvSpPr/>
            <p:nvPr/>
          </p:nvSpPr>
          <p:spPr>
            <a:xfrm>
              <a:off x="5234722" y="2706428"/>
              <a:ext cx="550468" cy="191932"/>
            </a:xfrm>
            <a:custGeom>
              <a:avLst/>
              <a:gdLst/>
              <a:ahLst/>
              <a:cxnLst/>
              <a:rect l="0" t="0" r="0" b="0"/>
              <a:pathLst>
                <a:path w="550468" h="191932">
                  <a:moveTo>
                    <a:pt x="27431" y="191932"/>
                  </a:moveTo>
                  <a:lnTo>
                    <a:pt x="523036" y="191932"/>
                  </a:lnTo>
                  <a:lnTo>
                    <a:pt x="521932" y="191910"/>
                  </a:lnTo>
                  <a:lnTo>
                    <a:pt x="526343" y="191732"/>
                  </a:lnTo>
                  <a:lnTo>
                    <a:pt x="530668" y="190849"/>
                  </a:lnTo>
                  <a:lnTo>
                    <a:pt x="534796" y="189284"/>
                  </a:lnTo>
                  <a:lnTo>
                    <a:pt x="538619" y="187076"/>
                  </a:lnTo>
                  <a:lnTo>
                    <a:pt x="542039" y="184284"/>
                  </a:lnTo>
                  <a:lnTo>
                    <a:pt x="544967" y="180980"/>
                  </a:lnTo>
                  <a:lnTo>
                    <a:pt x="547326" y="177248"/>
                  </a:lnTo>
                  <a:lnTo>
                    <a:pt x="549057" y="173187"/>
                  </a:lnTo>
                  <a:lnTo>
                    <a:pt x="550113" y="168900"/>
                  </a:lnTo>
                  <a:lnTo>
                    <a:pt x="550468" y="164500"/>
                  </a:lnTo>
                  <a:lnTo>
                    <a:pt x="550468" y="27432"/>
                  </a:lnTo>
                  <a:lnTo>
                    <a:pt x="550113" y="23031"/>
                  </a:lnTo>
                  <a:lnTo>
                    <a:pt x="549057" y="18745"/>
                  </a:lnTo>
                  <a:lnTo>
                    <a:pt x="547326" y="14683"/>
                  </a:lnTo>
                  <a:lnTo>
                    <a:pt x="544967" y="10952"/>
                  </a:lnTo>
                  <a:lnTo>
                    <a:pt x="542039" y="7647"/>
                  </a:lnTo>
                  <a:lnTo>
                    <a:pt x="538619" y="4855"/>
                  </a:lnTo>
                  <a:lnTo>
                    <a:pt x="534796" y="2648"/>
                  </a:lnTo>
                  <a:lnTo>
                    <a:pt x="530668" y="1083"/>
                  </a:lnTo>
                  <a:lnTo>
                    <a:pt x="526343" y="200"/>
                  </a:lnTo>
                  <a:lnTo>
                    <a:pt x="523036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5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77" name="tx1555">
              <a:extLst>
                <a:ext uri="{FF2B5EF4-FFF2-40B4-BE49-F238E27FC236}">
                  <a16:creationId xmlns:a16="http://schemas.microsoft.com/office/drawing/2014/main" id="{7BD8E97B-38C1-463C-F812-CE4EE8BF79BC}"/>
                </a:ext>
              </a:extLst>
            </p:cNvPr>
            <p:cNvSpPr/>
            <p:nvPr/>
          </p:nvSpPr>
          <p:spPr>
            <a:xfrm>
              <a:off x="5280442" y="2752148"/>
              <a:ext cx="459028" cy="1004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5"/>
                </a:lnSpc>
              </a:pPr>
              <a:r>
                <a:rPr sz="165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W5-NH</a:t>
              </a:r>
            </a:p>
          </p:txBody>
        </p:sp>
        <p:sp>
          <p:nvSpPr>
            <p:cNvPr id="3178" name="pg1556">
              <a:extLst>
                <a:ext uri="{FF2B5EF4-FFF2-40B4-BE49-F238E27FC236}">
                  <a16:creationId xmlns:a16="http://schemas.microsoft.com/office/drawing/2014/main" id="{169E3035-7F85-0336-0685-98DFFD02FFE1}"/>
                </a:ext>
              </a:extLst>
            </p:cNvPr>
            <p:cNvSpPr/>
            <p:nvPr/>
          </p:nvSpPr>
          <p:spPr>
            <a:xfrm>
              <a:off x="5578899" y="2423089"/>
              <a:ext cx="558332" cy="191932"/>
            </a:xfrm>
            <a:custGeom>
              <a:avLst/>
              <a:gdLst/>
              <a:ahLst/>
              <a:cxnLst/>
              <a:rect l="0" t="0" r="0" b="0"/>
              <a:pathLst>
                <a:path w="558332" h="191932">
                  <a:moveTo>
                    <a:pt x="27432" y="191932"/>
                  </a:moveTo>
                  <a:lnTo>
                    <a:pt x="530900" y="191932"/>
                  </a:lnTo>
                  <a:lnTo>
                    <a:pt x="529796" y="191910"/>
                  </a:lnTo>
                  <a:lnTo>
                    <a:pt x="534207" y="191732"/>
                  </a:lnTo>
                  <a:lnTo>
                    <a:pt x="538532" y="190849"/>
                  </a:lnTo>
                  <a:lnTo>
                    <a:pt x="542660" y="189284"/>
                  </a:lnTo>
                  <a:lnTo>
                    <a:pt x="546483" y="187076"/>
                  </a:lnTo>
                  <a:lnTo>
                    <a:pt x="549903" y="184284"/>
                  </a:lnTo>
                  <a:lnTo>
                    <a:pt x="552830" y="180980"/>
                  </a:lnTo>
                  <a:lnTo>
                    <a:pt x="555190" y="177248"/>
                  </a:lnTo>
                  <a:lnTo>
                    <a:pt x="556920" y="173187"/>
                  </a:lnTo>
                  <a:lnTo>
                    <a:pt x="557977" y="168900"/>
                  </a:lnTo>
                  <a:lnTo>
                    <a:pt x="558332" y="164500"/>
                  </a:lnTo>
                  <a:lnTo>
                    <a:pt x="558332" y="27431"/>
                  </a:lnTo>
                  <a:lnTo>
                    <a:pt x="557977" y="23031"/>
                  </a:lnTo>
                  <a:lnTo>
                    <a:pt x="556920" y="18745"/>
                  </a:lnTo>
                  <a:lnTo>
                    <a:pt x="555190" y="14683"/>
                  </a:lnTo>
                  <a:lnTo>
                    <a:pt x="552830" y="10952"/>
                  </a:lnTo>
                  <a:lnTo>
                    <a:pt x="549903" y="7647"/>
                  </a:lnTo>
                  <a:lnTo>
                    <a:pt x="546483" y="4855"/>
                  </a:lnTo>
                  <a:lnTo>
                    <a:pt x="542660" y="2648"/>
                  </a:lnTo>
                  <a:lnTo>
                    <a:pt x="538532" y="1083"/>
                  </a:lnTo>
                  <a:lnTo>
                    <a:pt x="534207" y="200"/>
                  </a:lnTo>
                  <a:lnTo>
                    <a:pt x="530900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6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79" name="tx1557">
              <a:extLst>
                <a:ext uri="{FF2B5EF4-FFF2-40B4-BE49-F238E27FC236}">
                  <a16:creationId xmlns:a16="http://schemas.microsoft.com/office/drawing/2014/main" id="{95B563DD-CFAA-D446-6BFE-2C84AFF1FB30}"/>
                </a:ext>
              </a:extLst>
            </p:cNvPr>
            <p:cNvSpPr/>
            <p:nvPr/>
          </p:nvSpPr>
          <p:spPr>
            <a:xfrm>
              <a:off x="5624619" y="2468809"/>
              <a:ext cx="466892" cy="1004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5"/>
                </a:lnSpc>
              </a:pPr>
              <a:r>
                <a:rPr sz="165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W6-ME</a:t>
              </a:r>
            </a:p>
          </p:txBody>
        </p:sp>
        <p:sp>
          <p:nvSpPr>
            <p:cNvPr id="3180" name="pl1558">
              <a:extLst>
                <a:ext uri="{FF2B5EF4-FFF2-40B4-BE49-F238E27FC236}">
                  <a16:creationId xmlns:a16="http://schemas.microsoft.com/office/drawing/2014/main" id="{D60A4779-186A-C97C-A5F4-D2E313DD367B}"/>
                </a:ext>
              </a:extLst>
            </p:cNvPr>
            <p:cNvSpPr/>
            <p:nvPr/>
          </p:nvSpPr>
          <p:spPr>
            <a:xfrm>
              <a:off x="2572908" y="2077614"/>
              <a:ext cx="0" cy="3643333"/>
            </a:xfrm>
            <a:custGeom>
              <a:avLst/>
              <a:gdLst/>
              <a:ahLst/>
              <a:cxnLst/>
              <a:rect l="0" t="0" r="0" b="0"/>
              <a:pathLst>
                <a:path h="3643333">
                  <a:moveTo>
                    <a:pt x="0" y="3643333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81" name="tx1559">
              <a:extLst>
                <a:ext uri="{FF2B5EF4-FFF2-40B4-BE49-F238E27FC236}">
                  <a16:creationId xmlns:a16="http://schemas.microsoft.com/office/drawing/2014/main" id="{45D0A565-6E51-C60A-276B-F83A6B296288}"/>
                </a:ext>
              </a:extLst>
            </p:cNvPr>
            <p:cNvSpPr/>
            <p:nvPr/>
          </p:nvSpPr>
          <p:spPr>
            <a:xfrm>
              <a:off x="2260556" y="5539809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182" name="tx1560">
              <a:extLst>
                <a:ext uri="{FF2B5EF4-FFF2-40B4-BE49-F238E27FC236}">
                  <a16:creationId xmlns:a16="http://schemas.microsoft.com/office/drawing/2014/main" id="{5B3FDD70-5D47-3982-D3D4-74C54C363267}"/>
                </a:ext>
              </a:extLst>
            </p:cNvPr>
            <p:cNvSpPr/>
            <p:nvPr/>
          </p:nvSpPr>
          <p:spPr>
            <a:xfrm>
              <a:off x="2384914" y="552142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183" name="tx1561">
              <a:extLst>
                <a:ext uri="{FF2B5EF4-FFF2-40B4-BE49-F238E27FC236}">
                  <a16:creationId xmlns:a16="http://schemas.microsoft.com/office/drawing/2014/main" id="{B7EEB3E9-6D83-5D74-5F2E-6E89670DA208}"/>
                </a:ext>
              </a:extLst>
            </p:cNvPr>
            <p:cNvSpPr/>
            <p:nvPr/>
          </p:nvSpPr>
          <p:spPr>
            <a:xfrm>
              <a:off x="2429628" y="5539809"/>
              <a:ext cx="8065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3184" name="tx1562">
              <a:extLst>
                <a:ext uri="{FF2B5EF4-FFF2-40B4-BE49-F238E27FC236}">
                  <a16:creationId xmlns:a16="http://schemas.microsoft.com/office/drawing/2014/main" id="{BE982F73-2A99-64B3-8885-4BD9E8DD4836}"/>
                </a:ext>
              </a:extLst>
            </p:cNvPr>
            <p:cNvSpPr/>
            <p:nvPr/>
          </p:nvSpPr>
          <p:spPr>
            <a:xfrm>
              <a:off x="2260556" y="4839076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3185" name="tx1563">
              <a:extLst>
                <a:ext uri="{FF2B5EF4-FFF2-40B4-BE49-F238E27FC236}">
                  <a16:creationId xmlns:a16="http://schemas.microsoft.com/office/drawing/2014/main" id="{41F2DE96-1238-C7C0-2DC8-148DB2C025E9}"/>
                </a:ext>
              </a:extLst>
            </p:cNvPr>
            <p:cNvSpPr/>
            <p:nvPr/>
          </p:nvSpPr>
          <p:spPr>
            <a:xfrm>
              <a:off x="2384914" y="4820697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186" name="tx1564">
              <a:extLst>
                <a:ext uri="{FF2B5EF4-FFF2-40B4-BE49-F238E27FC236}">
                  <a16:creationId xmlns:a16="http://schemas.microsoft.com/office/drawing/2014/main" id="{19F2E735-31C2-81E0-45DC-1048EC16D36E}"/>
                </a:ext>
              </a:extLst>
            </p:cNvPr>
            <p:cNvSpPr/>
            <p:nvPr/>
          </p:nvSpPr>
          <p:spPr>
            <a:xfrm>
              <a:off x="2429628" y="4839076"/>
              <a:ext cx="8065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3187" name="tx1565">
              <a:extLst>
                <a:ext uri="{FF2B5EF4-FFF2-40B4-BE49-F238E27FC236}">
                  <a16:creationId xmlns:a16="http://schemas.microsoft.com/office/drawing/2014/main" id="{F45A9F20-605F-A5AD-646F-6BCFFEC574D9}"/>
                </a:ext>
              </a:extLst>
            </p:cNvPr>
            <p:cNvSpPr/>
            <p:nvPr/>
          </p:nvSpPr>
          <p:spPr>
            <a:xfrm>
              <a:off x="2260556" y="4138435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35</a:t>
              </a:r>
            </a:p>
          </p:txBody>
        </p:sp>
        <p:sp>
          <p:nvSpPr>
            <p:cNvPr id="3188" name="tx1566">
              <a:extLst>
                <a:ext uri="{FF2B5EF4-FFF2-40B4-BE49-F238E27FC236}">
                  <a16:creationId xmlns:a16="http://schemas.microsoft.com/office/drawing/2014/main" id="{42852505-11B1-D086-16F7-62E31B1B684C}"/>
                </a:ext>
              </a:extLst>
            </p:cNvPr>
            <p:cNvSpPr/>
            <p:nvPr/>
          </p:nvSpPr>
          <p:spPr>
            <a:xfrm>
              <a:off x="2384914" y="41200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189" name="tx1567">
              <a:extLst>
                <a:ext uri="{FF2B5EF4-FFF2-40B4-BE49-F238E27FC236}">
                  <a16:creationId xmlns:a16="http://schemas.microsoft.com/office/drawing/2014/main" id="{115BE71A-4F3F-D646-4013-29000E5EC46E}"/>
                </a:ext>
              </a:extLst>
            </p:cNvPr>
            <p:cNvSpPr/>
            <p:nvPr/>
          </p:nvSpPr>
          <p:spPr>
            <a:xfrm>
              <a:off x="2429628" y="4138435"/>
              <a:ext cx="8065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3190" name="tx1568">
              <a:extLst>
                <a:ext uri="{FF2B5EF4-FFF2-40B4-BE49-F238E27FC236}">
                  <a16:creationId xmlns:a16="http://schemas.microsoft.com/office/drawing/2014/main" id="{03714CE4-C67B-624A-59D4-F7311BDFEB59}"/>
                </a:ext>
              </a:extLst>
            </p:cNvPr>
            <p:cNvSpPr/>
            <p:nvPr/>
          </p:nvSpPr>
          <p:spPr>
            <a:xfrm>
              <a:off x="2260556" y="3437794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191" name="tx1569">
              <a:extLst>
                <a:ext uri="{FF2B5EF4-FFF2-40B4-BE49-F238E27FC236}">
                  <a16:creationId xmlns:a16="http://schemas.microsoft.com/office/drawing/2014/main" id="{5F222BDD-AAB3-AD80-B575-7A905AF5A9D7}"/>
                </a:ext>
              </a:extLst>
            </p:cNvPr>
            <p:cNvSpPr/>
            <p:nvPr/>
          </p:nvSpPr>
          <p:spPr>
            <a:xfrm>
              <a:off x="2384914" y="3419415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192" name="tx1570">
              <a:extLst>
                <a:ext uri="{FF2B5EF4-FFF2-40B4-BE49-F238E27FC236}">
                  <a16:creationId xmlns:a16="http://schemas.microsoft.com/office/drawing/2014/main" id="{470DE553-8189-E54A-8DBD-4BA2436E3092}"/>
                </a:ext>
              </a:extLst>
            </p:cNvPr>
            <p:cNvSpPr/>
            <p:nvPr/>
          </p:nvSpPr>
          <p:spPr>
            <a:xfrm>
              <a:off x="2429628" y="3437794"/>
              <a:ext cx="8065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3193" name="tx1571">
              <a:extLst>
                <a:ext uri="{FF2B5EF4-FFF2-40B4-BE49-F238E27FC236}">
                  <a16:creationId xmlns:a16="http://schemas.microsoft.com/office/drawing/2014/main" id="{135F5FA0-5E57-1082-86C5-22103F30E739}"/>
                </a:ext>
              </a:extLst>
            </p:cNvPr>
            <p:cNvSpPr/>
            <p:nvPr/>
          </p:nvSpPr>
          <p:spPr>
            <a:xfrm>
              <a:off x="2260556" y="2737244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45</a:t>
              </a:r>
            </a:p>
          </p:txBody>
        </p:sp>
        <p:sp>
          <p:nvSpPr>
            <p:cNvPr id="3194" name="tx1572">
              <a:extLst>
                <a:ext uri="{FF2B5EF4-FFF2-40B4-BE49-F238E27FC236}">
                  <a16:creationId xmlns:a16="http://schemas.microsoft.com/office/drawing/2014/main" id="{CA83EDAD-B774-75C5-F775-FBEC338150A1}"/>
                </a:ext>
              </a:extLst>
            </p:cNvPr>
            <p:cNvSpPr/>
            <p:nvPr/>
          </p:nvSpPr>
          <p:spPr>
            <a:xfrm>
              <a:off x="2384914" y="2718865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195" name="tx1573">
              <a:extLst>
                <a:ext uri="{FF2B5EF4-FFF2-40B4-BE49-F238E27FC236}">
                  <a16:creationId xmlns:a16="http://schemas.microsoft.com/office/drawing/2014/main" id="{24916614-E021-0C7F-5C40-7BDEF7755C4D}"/>
                </a:ext>
              </a:extLst>
            </p:cNvPr>
            <p:cNvSpPr/>
            <p:nvPr/>
          </p:nvSpPr>
          <p:spPr>
            <a:xfrm>
              <a:off x="2429628" y="2737244"/>
              <a:ext cx="8065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3196" name="tx1574">
              <a:extLst>
                <a:ext uri="{FF2B5EF4-FFF2-40B4-BE49-F238E27FC236}">
                  <a16:creationId xmlns:a16="http://schemas.microsoft.com/office/drawing/2014/main" id="{C990E2A1-185A-A0FB-B53A-5AA79FE3F598}"/>
                </a:ext>
              </a:extLst>
            </p:cNvPr>
            <p:cNvSpPr/>
            <p:nvPr/>
          </p:nvSpPr>
          <p:spPr>
            <a:xfrm>
              <a:off x="2260556" y="2036512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197" name="tx1575">
              <a:extLst>
                <a:ext uri="{FF2B5EF4-FFF2-40B4-BE49-F238E27FC236}">
                  <a16:creationId xmlns:a16="http://schemas.microsoft.com/office/drawing/2014/main" id="{45FB7831-1B5C-153D-AE80-BF64541165E8}"/>
                </a:ext>
              </a:extLst>
            </p:cNvPr>
            <p:cNvSpPr/>
            <p:nvPr/>
          </p:nvSpPr>
          <p:spPr>
            <a:xfrm>
              <a:off x="2384914" y="201813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198" name="tx1576">
              <a:extLst>
                <a:ext uri="{FF2B5EF4-FFF2-40B4-BE49-F238E27FC236}">
                  <a16:creationId xmlns:a16="http://schemas.microsoft.com/office/drawing/2014/main" id="{B861043D-F8F2-DFAE-33D7-8DD3E8806E10}"/>
                </a:ext>
              </a:extLst>
            </p:cNvPr>
            <p:cNvSpPr/>
            <p:nvPr/>
          </p:nvSpPr>
          <p:spPr>
            <a:xfrm>
              <a:off x="2429628" y="2036512"/>
              <a:ext cx="8065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3199" name="pl1577">
              <a:extLst>
                <a:ext uri="{FF2B5EF4-FFF2-40B4-BE49-F238E27FC236}">
                  <a16:creationId xmlns:a16="http://schemas.microsoft.com/office/drawing/2014/main" id="{D664D86C-97C0-D407-87B0-564B0088F06A}"/>
                </a:ext>
              </a:extLst>
            </p:cNvPr>
            <p:cNvSpPr/>
            <p:nvPr/>
          </p:nvSpPr>
          <p:spPr>
            <a:xfrm>
              <a:off x="2538114" y="558081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0" name="pl1578">
              <a:extLst>
                <a:ext uri="{FF2B5EF4-FFF2-40B4-BE49-F238E27FC236}">
                  <a16:creationId xmlns:a16="http://schemas.microsoft.com/office/drawing/2014/main" id="{1DF79323-E0B3-B5BE-EC03-4026C472496A}"/>
                </a:ext>
              </a:extLst>
            </p:cNvPr>
            <p:cNvSpPr/>
            <p:nvPr/>
          </p:nvSpPr>
          <p:spPr>
            <a:xfrm>
              <a:off x="2538114" y="488017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1" name="pl1579">
              <a:extLst>
                <a:ext uri="{FF2B5EF4-FFF2-40B4-BE49-F238E27FC236}">
                  <a16:creationId xmlns:a16="http://schemas.microsoft.com/office/drawing/2014/main" id="{13969B76-D3CC-E29F-B940-E02BBE92E85D}"/>
                </a:ext>
              </a:extLst>
            </p:cNvPr>
            <p:cNvSpPr/>
            <p:nvPr/>
          </p:nvSpPr>
          <p:spPr>
            <a:xfrm>
              <a:off x="2538114" y="417953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2" name="pl1580">
              <a:extLst>
                <a:ext uri="{FF2B5EF4-FFF2-40B4-BE49-F238E27FC236}">
                  <a16:creationId xmlns:a16="http://schemas.microsoft.com/office/drawing/2014/main" id="{7EA8A604-DD2D-4039-776C-9FEC2381FEA9}"/>
                </a:ext>
              </a:extLst>
            </p:cNvPr>
            <p:cNvSpPr/>
            <p:nvPr/>
          </p:nvSpPr>
          <p:spPr>
            <a:xfrm>
              <a:off x="2538114" y="347889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3" name="pl1581">
              <a:extLst>
                <a:ext uri="{FF2B5EF4-FFF2-40B4-BE49-F238E27FC236}">
                  <a16:creationId xmlns:a16="http://schemas.microsoft.com/office/drawing/2014/main" id="{D57EAE9E-214A-7ECC-DD6F-CE96954270E4}"/>
                </a:ext>
              </a:extLst>
            </p:cNvPr>
            <p:cNvSpPr/>
            <p:nvPr/>
          </p:nvSpPr>
          <p:spPr>
            <a:xfrm>
              <a:off x="2538114" y="277825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4" name="pl1582">
              <a:extLst>
                <a:ext uri="{FF2B5EF4-FFF2-40B4-BE49-F238E27FC236}">
                  <a16:creationId xmlns:a16="http://schemas.microsoft.com/office/drawing/2014/main" id="{C76F2C5E-308F-BADB-CD65-4B71534D8EF3}"/>
                </a:ext>
              </a:extLst>
            </p:cNvPr>
            <p:cNvSpPr/>
            <p:nvPr/>
          </p:nvSpPr>
          <p:spPr>
            <a:xfrm>
              <a:off x="2538114" y="207761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5" name="pl1583">
              <a:extLst>
                <a:ext uri="{FF2B5EF4-FFF2-40B4-BE49-F238E27FC236}">
                  <a16:creationId xmlns:a16="http://schemas.microsoft.com/office/drawing/2014/main" id="{ED7BAF94-C44B-D8B7-552A-8BC0E6C74A75}"/>
                </a:ext>
              </a:extLst>
            </p:cNvPr>
            <p:cNvSpPr/>
            <p:nvPr/>
          </p:nvSpPr>
          <p:spPr>
            <a:xfrm>
              <a:off x="2572908" y="5720948"/>
              <a:ext cx="4476454" cy="0"/>
            </a:xfrm>
            <a:custGeom>
              <a:avLst/>
              <a:gdLst/>
              <a:ahLst/>
              <a:cxnLst/>
              <a:rect l="0" t="0" r="0" b="0"/>
              <a:pathLst>
                <a:path w="4476454">
                  <a:moveTo>
                    <a:pt x="0" y="0"/>
                  </a:moveTo>
                  <a:lnTo>
                    <a:pt x="4476454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6" name="pl1584">
              <a:extLst>
                <a:ext uri="{FF2B5EF4-FFF2-40B4-BE49-F238E27FC236}">
                  <a16:creationId xmlns:a16="http://schemas.microsoft.com/office/drawing/2014/main" id="{FCA00C39-0D9D-235A-087F-4ABBBA440BA7}"/>
                </a:ext>
              </a:extLst>
            </p:cNvPr>
            <p:cNvSpPr/>
            <p:nvPr/>
          </p:nvSpPr>
          <p:spPr>
            <a:xfrm>
              <a:off x="2572908" y="572094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7" name="pl1585">
              <a:extLst>
                <a:ext uri="{FF2B5EF4-FFF2-40B4-BE49-F238E27FC236}">
                  <a16:creationId xmlns:a16="http://schemas.microsoft.com/office/drawing/2014/main" id="{4A1032BC-D7C4-076D-2CEC-1460B733A84B}"/>
                </a:ext>
              </a:extLst>
            </p:cNvPr>
            <p:cNvSpPr/>
            <p:nvPr/>
          </p:nvSpPr>
          <p:spPr>
            <a:xfrm>
              <a:off x="3132465" y="572094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8" name="pl1586">
              <a:extLst>
                <a:ext uri="{FF2B5EF4-FFF2-40B4-BE49-F238E27FC236}">
                  <a16:creationId xmlns:a16="http://schemas.microsoft.com/office/drawing/2014/main" id="{247971BB-EACD-6ED0-7951-6B238DF5E0CF}"/>
                </a:ext>
              </a:extLst>
            </p:cNvPr>
            <p:cNvSpPr/>
            <p:nvPr/>
          </p:nvSpPr>
          <p:spPr>
            <a:xfrm>
              <a:off x="3692022" y="572094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9" name="pl1587">
              <a:extLst>
                <a:ext uri="{FF2B5EF4-FFF2-40B4-BE49-F238E27FC236}">
                  <a16:creationId xmlns:a16="http://schemas.microsoft.com/office/drawing/2014/main" id="{CE63E103-ED82-C464-DB96-E597E4B9E846}"/>
                </a:ext>
              </a:extLst>
            </p:cNvPr>
            <p:cNvSpPr/>
            <p:nvPr/>
          </p:nvSpPr>
          <p:spPr>
            <a:xfrm>
              <a:off x="4251579" y="572094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10" name="pl1588">
              <a:extLst>
                <a:ext uri="{FF2B5EF4-FFF2-40B4-BE49-F238E27FC236}">
                  <a16:creationId xmlns:a16="http://schemas.microsoft.com/office/drawing/2014/main" id="{CD4B8807-457F-D208-E222-A32B3C337B86}"/>
                </a:ext>
              </a:extLst>
            </p:cNvPr>
            <p:cNvSpPr/>
            <p:nvPr/>
          </p:nvSpPr>
          <p:spPr>
            <a:xfrm>
              <a:off x="4811136" y="572094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11" name="pl1589">
              <a:extLst>
                <a:ext uri="{FF2B5EF4-FFF2-40B4-BE49-F238E27FC236}">
                  <a16:creationId xmlns:a16="http://schemas.microsoft.com/office/drawing/2014/main" id="{AE3FB067-7E09-DB71-0775-2B067F31DF9A}"/>
                </a:ext>
              </a:extLst>
            </p:cNvPr>
            <p:cNvSpPr/>
            <p:nvPr/>
          </p:nvSpPr>
          <p:spPr>
            <a:xfrm>
              <a:off x="5370692" y="572094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12" name="pl1590">
              <a:extLst>
                <a:ext uri="{FF2B5EF4-FFF2-40B4-BE49-F238E27FC236}">
                  <a16:creationId xmlns:a16="http://schemas.microsoft.com/office/drawing/2014/main" id="{0B5F06FB-DC01-5E49-1206-F8708A4BF230}"/>
                </a:ext>
              </a:extLst>
            </p:cNvPr>
            <p:cNvSpPr/>
            <p:nvPr/>
          </p:nvSpPr>
          <p:spPr>
            <a:xfrm>
              <a:off x="5930249" y="572094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13" name="pl1591">
              <a:extLst>
                <a:ext uri="{FF2B5EF4-FFF2-40B4-BE49-F238E27FC236}">
                  <a16:creationId xmlns:a16="http://schemas.microsoft.com/office/drawing/2014/main" id="{5D36A3FE-B66C-D02D-27E4-F072F2FDC495}"/>
                </a:ext>
              </a:extLst>
            </p:cNvPr>
            <p:cNvSpPr/>
            <p:nvPr/>
          </p:nvSpPr>
          <p:spPr>
            <a:xfrm>
              <a:off x="6489806" y="572094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14" name="pl1592">
              <a:extLst>
                <a:ext uri="{FF2B5EF4-FFF2-40B4-BE49-F238E27FC236}">
                  <a16:creationId xmlns:a16="http://schemas.microsoft.com/office/drawing/2014/main" id="{43439648-FD2E-89E8-5230-4383484F9A5B}"/>
                </a:ext>
              </a:extLst>
            </p:cNvPr>
            <p:cNvSpPr/>
            <p:nvPr/>
          </p:nvSpPr>
          <p:spPr>
            <a:xfrm>
              <a:off x="7049363" y="572094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15" name="tx1593">
              <a:extLst>
                <a:ext uri="{FF2B5EF4-FFF2-40B4-BE49-F238E27FC236}">
                  <a16:creationId xmlns:a16="http://schemas.microsoft.com/office/drawing/2014/main" id="{17A226B6-A668-4F39-DABC-D3FA0C66109D}"/>
                </a:ext>
              </a:extLst>
            </p:cNvPr>
            <p:cNvSpPr/>
            <p:nvPr/>
          </p:nvSpPr>
          <p:spPr>
            <a:xfrm>
              <a:off x="2404567" y="5783578"/>
              <a:ext cx="186537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216" name="tx1594">
              <a:extLst>
                <a:ext uri="{FF2B5EF4-FFF2-40B4-BE49-F238E27FC236}">
                  <a16:creationId xmlns:a16="http://schemas.microsoft.com/office/drawing/2014/main" id="{7120F60A-C13E-7E00-D5AB-439520FDEEAF}"/>
                </a:ext>
              </a:extLst>
            </p:cNvPr>
            <p:cNvSpPr/>
            <p:nvPr/>
          </p:nvSpPr>
          <p:spPr>
            <a:xfrm>
              <a:off x="2591105" y="576519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17" name="tx1595">
              <a:extLst>
                <a:ext uri="{FF2B5EF4-FFF2-40B4-BE49-F238E27FC236}">
                  <a16:creationId xmlns:a16="http://schemas.microsoft.com/office/drawing/2014/main" id="{F52D0EE8-11A0-1474-26B0-0D45F39108D5}"/>
                </a:ext>
              </a:extLst>
            </p:cNvPr>
            <p:cNvSpPr/>
            <p:nvPr/>
          </p:nvSpPr>
          <p:spPr>
            <a:xfrm>
              <a:off x="2635819" y="5783578"/>
              <a:ext cx="10543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18" name="tx1596">
              <a:extLst>
                <a:ext uri="{FF2B5EF4-FFF2-40B4-BE49-F238E27FC236}">
                  <a16:creationId xmlns:a16="http://schemas.microsoft.com/office/drawing/2014/main" id="{AEC29026-C492-488E-2785-37FE75E4AF20}"/>
                </a:ext>
              </a:extLst>
            </p:cNvPr>
            <p:cNvSpPr/>
            <p:nvPr/>
          </p:nvSpPr>
          <p:spPr>
            <a:xfrm>
              <a:off x="2979715" y="5783578"/>
              <a:ext cx="15535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95</a:t>
              </a:r>
            </a:p>
          </p:txBody>
        </p:sp>
        <p:sp>
          <p:nvSpPr>
            <p:cNvPr id="3219" name="tx1597">
              <a:extLst>
                <a:ext uri="{FF2B5EF4-FFF2-40B4-BE49-F238E27FC236}">
                  <a16:creationId xmlns:a16="http://schemas.microsoft.com/office/drawing/2014/main" id="{FC18391D-465A-C153-442D-37D7C1852E13}"/>
                </a:ext>
              </a:extLst>
            </p:cNvPr>
            <p:cNvSpPr/>
            <p:nvPr/>
          </p:nvSpPr>
          <p:spPr>
            <a:xfrm>
              <a:off x="3135071" y="576519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20" name="tx1598">
              <a:extLst>
                <a:ext uri="{FF2B5EF4-FFF2-40B4-BE49-F238E27FC236}">
                  <a16:creationId xmlns:a16="http://schemas.microsoft.com/office/drawing/2014/main" id="{4E4D280B-4501-D0DB-0A48-28814369661A}"/>
                </a:ext>
              </a:extLst>
            </p:cNvPr>
            <p:cNvSpPr/>
            <p:nvPr/>
          </p:nvSpPr>
          <p:spPr>
            <a:xfrm>
              <a:off x="3179785" y="5783578"/>
              <a:ext cx="10543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21" name="tx1599">
              <a:extLst>
                <a:ext uri="{FF2B5EF4-FFF2-40B4-BE49-F238E27FC236}">
                  <a16:creationId xmlns:a16="http://schemas.microsoft.com/office/drawing/2014/main" id="{AE7DB611-D8C4-423B-0B6E-1DEACEEC8608}"/>
                </a:ext>
              </a:extLst>
            </p:cNvPr>
            <p:cNvSpPr/>
            <p:nvPr/>
          </p:nvSpPr>
          <p:spPr>
            <a:xfrm>
              <a:off x="3539271" y="5783578"/>
              <a:ext cx="15535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90</a:t>
              </a:r>
            </a:p>
          </p:txBody>
        </p:sp>
        <p:sp>
          <p:nvSpPr>
            <p:cNvPr id="3222" name="tx1600">
              <a:extLst>
                <a:ext uri="{FF2B5EF4-FFF2-40B4-BE49-F238E27FC236}">
                  <a16:creationId xmlns:a16="http://schemas.microsoft.com/office/drawing/2014/main" id="{7138AE82-251C-EC6C-5741-520FAE8A26F7}"/>
                </a:ext>
              </a:extLst>
            </p:cNvPr>
            <p:cNvSpPr/>
            <p:nvPr/>
          </p:nvSpPr>
          <p:spPr>
            <a:xfrm>
              <a:off x="3694628" y="576519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23" name="tx1601">
              <a:extLst>
                <a:ext uri="{FF2B5EF4-FFF2-40B4-BE49-F238E27FC236}">
                  <a16:creationId xmlns:a16="http://schemas.microsoft.com/office/drawing/2014/main" id="{15264163-1078-AE9A-29D8-592D4A8505CA}"/>
                </a:ext>
              </a:extLst>
            </p:cNvPr>
            <p:cNvSpPr/>
            <p:nvPr/>
          </p:nvSpPr>
          <p:spPr>
            <a:xfrm>
              <a:off x="3739342" y="5783578"/>
              <a:ext cx="10543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24" name="tx1602">
              <a:extLst>
                <a:ext uri="{FF2B5EF4-FFF2-40B4-BE49-F238E27FC236}">
                  <a16:creationId xmlns:a16="http://schemas.microsoft.com/office/drawing/2014/main" id="{E17BDFEE-0A40-A685-126B-D96354D153D2}"/>
                </a:ext>
              </a:extLst>
            </p:cNvPr>
            <p:cNvSpPr/>
            <p:nvPr/>
          </p:nvSpPr>
          <p:spPr>
            <a:xfrm>
              <a:off x="4098828" y="5783578"/>
              <a:ext cx="15535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85</a:t>
              </a:r>
            </a:p>
          </p:txBody>
        </p:sp>
        <p:sp>
          <p:nvSpPr>
            <p:cNvPr id="3225" name="tx1603">
              <a:extLst>
                <a:ext uri="{FF2B5EF4-FFF2-40B4-BE49-F238E27FC236}">
                  <a16:creationId xmlns:a16="http://schemas.microsoft.com/office/drawing/2014/main" id="{9BFAF343-A978-93A3-4623-578C4EF7CAFB}"/>
                </a:ext>
              </a:extLst>
            </p:cNvPr>
            <p:cNvSpPr/>
            <p:nvPr/>
          </p:nvSpPr>
          <p:spPr>
            <a:xfrm>
              <a:off x="4254185" y="576519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26" name="tx1604">
              <a:extLst>
                <a:ext uri="{FF2B5EF4-FFF2-40B4-BE49-F238E27FC236}">
                  <a16:creationId xmlns:a16="http://schemas.microsoft.com/office/drawing/2014/main" id="{0C195BB3-B887-35F4-CF4B-80CDF2DAC85E}"/>
                </a:ext>
              </a:extLst>
            </p:cNvPr>
            <p:cNvSpPr/>
            <p:nvPr/>
          </p:nvSpPr>
          <p:spPr>
            <a:xfrm>
              <a:off x="4298899" y="5783578"/>
              <a:ext cx="10543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27" name="tx1605">
              <a:extLst>
                <a:ext uri="{FF2B5EF4-FFF2-40B4-BE49-F238E27FC236}">
                  <a16:creationId xmlns:a16="http://schemas.microsoft.com/office/drawing/2014/main" id="{362F0BFD-3A57-9F73-0795-BD0BE3F8A779}"/>
                </a:ext>
              </a:extLst>
            </p:cNvPr>
            <p:cNvSpPr/>
            <p:nvPr/>
          </p:nvSpPr>
          <p:spPr>
            <a:xfrm>
              <a:off x="4658385" y="5783578"/>
              <a:ext cx="15535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80</a:t>
              </a:r>
            </a:p>
          </p:txBody>
        </p:sp>
        <p:sp>
          <p:nvSpPr>
            <p:cNvPr id="3228" name="tx1606">
              <a:extLst>
                <a:ext uri="{FF2B5EF4-FFF2-40B4-BE49-F238E27FC236}">
                  <a16:creationId xmlns:a16="http://schemas.microsoft.com/office/drawing/2014/main" id="{DA5B9BCB-F0BD-4797-C850-18CBC7D8F200}"/>
                </a:ext>
              </a:extLst>
            </p:cNvPr>
            <p:cNvSpPr/>
            <p:nvPr/>
          </p:nvSpPr>
          <p:spPr>
            <a:xfrm>
              <a:off x="4813742" y="576519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29" name="tx1607">
              <a:extLst>
                <a:ext uri="{FF2B5EF4-FFF2-40B4-BE49-F238E27FC236}">
                  <a16:creationId xmlns:a16="http://schemas.microsoft.com/office/drawing/2014/main" id="{D541EE7E-1C63-14CF-7195-7B974C295550}"/>
                </a:ext>
              </a:extLst>
            </p:cNvPr>
            <p:cNvSpPr/>
            <p:nvPr/>
          </p:nvSpPr>
          <p:spPr>
            <a:xfrm>
              <a:off x="4858456" y="5783578"/>
              <a:ext cx="10543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30" name="tx1608">
              <a:extLst>
                <a:ext uri="{FF2B5EF4-FFF2-40B4-BE49-F238E27FC236}">
                  <a16:creationId xmlns:a16="http://schemas.microsoft.com/office/drawing/2014/main" id="{EC332841-C287-8F42-1321-0A40B29B8A36}"/>
                </a:ext>
              </a:extLst>
            </p:cNvPr>
            <p:cNvSpPr/>
            <p:nvPr/>
          </p:nvSpPr>
          <p:spPr>
            <a:xfrm>
              <a:off x="5217942" y="5783578"/>
              <a:ext cx="15535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75</a:t>
              </a:r>
            </a:p>
          </p:txBody>
        </p:sp>
        <p:sp>
          <p:nvSpPr>
            <p:cNvPr id="3231" name="tx1609">
              <a:extLst>
                <a:ext uri="{FF2B5EF4-FFF2-40B4-BE49-F238E27FC236}">
                  <a16:creationId xmlns:a16="http://schemas.microsoft.com/office/drawing/2014/main" id="{EFD6381D-ACE1-96D3-9CF5-B56688FF5ED1}"/>
                </a:ext>
              </a:extLst>
            </p:cNvPr>
            <p:cNvSpPr/>
            <p:nvPr/>
          </p:nvSpPr>
          <p:spPr>
            <a:xfrm>
              <a:off x="5373298" y="576519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32" name="tx1610">
              <a:extLst>
                <a:ext uri="{FF2B5EF4-FFF2-40B4-BE49-F238E27FC236}">
                  <a16:creationId xmlns:a16="http://schemas.microsoft.com/office/drawing/2014/main" id="{935B23F4-A26C-197E-F500-3E57CAA490D4}"/>
                </a:ext>
              </a:extLst>
            </p:cNvPr>
            <p:cNvSpPr/>
            <p:nvPr/>
          </p:nvSpPr>
          <p:spPr>
            <a:xfrm>
              <a:off x="5418013" y="5783578"/>
              <a:ext cx="10543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33" name="tx1611">
              <a:extLst>
                <a:ext uri="{FF2B5EF4-FFF2-40B4-BE49-F238E27FC236}">
                  <a16:creationId xmlns:a16="http://schemas.microsoft.com/office/drawing/2014/main" id="{856E960C-0317-6360-EBEA-5332B385407E}"/>
                </a:ext>
              </a:extLst>
            </p:cNvPr>
            <p:cNvSpPr/>
            <p:nvPr/>
          </p:nvSpPr>
          <p:spPr>
            <a:xfrm>
              <a:off x="5777499" y="5783578"/>
              <a:ext cx="15535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70</a:t>
              </a:r>
            </a:p>
          </p:txBody>
        </p:sp>
        <p:sp>
          <p:nvSpPr>
            <p:cNvPr id="3234" name="tx1612">
              <a:extLst>
                <a:ext uri="{FF2B5EF4-FFF2-40B4-BE49-F238E27FC236}">
                  <a16:creationId xmlns:a16="http://schemas.microsoft.com/office/drawing/2014/main" id="{A575854B-C457-EC2C-64B3-749BFB0A60A9}"/>
                </a:ext>
              </a:extLst>
            </p:cNvPr>
            <p:cNvSpPr/>
            <p:nvPr/>
          </p:nvSpPr>
          <p:spPr>
            <a:xfrm>
              <a:off x="5932855" y="576519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35" name="tx1613">
              <a:extLst>
                <a:ext uri="{FF2B5EF4-FFF2-40B4-BE49-F238E27FC236}">
                  <a16:creationId xmlns:a16="http://schemas.microsoft.com/office/drawing/2014/main" id="{69BE61BB-97B4-5181-36F1-9B808E2A4D77}"/>
                </a:ext>
              </a:extLst>
            </p:cNvPr>
            <p:cNvSpPr/>
            <p:nvPr/>
          </p:nvSpPr>
          <p:spPr>
            <a:xfrm>
              <a:off x="5977569" y="5783578"/>
              <a:ext cx="10543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36" name="tx1614">
              <a:extLst>
                <a:ext uri="{FF2B5EF4-FFF2-40B4-BE49-F238E27FC236}">
                  <a16:creationId xmlns:a16="http://schemas.microsoft.com/office/drawing/2014/main" id="{099FEC96-4C34-10B1-F493-6CE25E5D8F9C}"/>
                </a:ext>
              </a:extLst>
            </p:cNvPr>
            <p:cNvSpPr/>
            <p:nvPr/>
          </p:nvSpPr>
          <p:spPr>
            <a:xfrm>
              <a:off x="6337056" y="5783578"/>
              <a:ext cx="15535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65</a:t>
              </a:r>
            </a:p>
          </p:txBody>
        </p:sp>
        <p:sp>
          <p:nvSpPr>
            <p:cNvPr id="3237" name="tx1615">
              <a:extLst>
                <a:ext uri="{FF2B5EF4-FFF2-40B4-BE49-F238E27FC236}">
                  <a16:creationId xmlns:a16="http://schemas.microsoft.com/office/drawing/2014/main" id="{98BD74BE-1FCC-DDB9-87DC-87A96AE1C06C}"/>
                </a:ext>
              </a:extLst>
            </p:cNvPr>
            <p:cNvSpPr/>
            <p:nvPr/>
          </p:nvSpPr>
          <p:spPr>
            <a:xfrm>
              <a:off x="6492412" y="576519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38" name="tx1616">
              <a:extLst>
                <a:ext uri="{FF2B5EF4-FFF2-40B4-BE49-F238E27FC236}">
                  <a16:creationId xmlns:a16="http://schemas.microsoft.com/office/drawing/2014/main" id="{52078B83-EDB8-CCAA-2B21-6B1A809BB082}"/>
                </a:ext>
              </a:extLst>
            </p:cNvPr>
            <p:cNvSpPr/>
            <p:nvPr/>
          </p:nvSpPr>
          <p:spPr>
            <a:xfrm>
              <a:off x="6537126" y="5783578"/>
              <a:ext cx="10543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39" name="tx1617">
              <a:extLst>
                <a:ext uri="{FF2B5EF4-FFF2-40B4-BE49-F238E27FC236}">
                  <a16:creationId xmlns:a16="http://schemas.microsoft.com/office/drawing/2014/main" id="{242F9923-E830-D8BB-03AB-2AE01CED8EC9}"/>
                </a:ext>
              </a:extLst>
            </p:cNvPr>
            <p:cNvSpPr/>
            <p:nvPr/>
          </p:nvSpPr>
          <p:spPr>
            <a:xfrm>
              <a:off x="6896612" y="5783578"/>
              <a:ext cx="15535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60</a:t>
              </a:r>
            </a:p>
          </p:txBody>
        </p:sp>
        <p:sp>
          <p:nvSpPr>
            <p:cNvPr id="3240" name="tx1618">
              <a:extLst>
                <a:ext uri="{FF2B5EF4-FFF2-40B4-BE49-F238E27FC236}">
                  <a16:creationId xmlns:a16="http://schemas.microsoft.com/office/drawing/2014/main" id="{413208BD-E154-3F7B-57CF-C7DCBBA973EA}"/>
                </a:ext>
              </a:extLst>
            </p:cNvPr>
            <p:cNvSpPr/>
            <p:nvPr/>
          </p:nvSpPr>
          <p:spPr>
            <a:xfrm>
              <a:off x="7051969" y="576519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41" name="tx1619">
              <a:extLst>
                <a:ext uri="{FF2B5EF4-FFF2-40B4-BE49-F238E27FC236}">
                  <a16:creationId xmlns:a16="http://schemas.microsoft.com/office/drawing/2014/main" id="{40E488FE-711C-A895-7F4C-EC61F63B1E6B}"/>
                </a:ext>
              </a:extLst>
            </p:cNvPr>
            <p:cNvSpPr/>
            <p:nvPr/>
          </p:nvSpPr>
          <p:spPr>
            <a:xfrm>
              <a:off x="7096683" y="5783578"/>
              <a:ext cx="10543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42" name="tx1620">
              <a:extLst>
                <a:ext uri="{FF2B5EF4-FFF2-40B4-BE49-F238E27FC236}">
                  <a16:creationId xmlns:a16="http://schemas.microsoft.com/office/drawing/2014/main" id="{40C9CF37-0AC7-6C60-C7CE-1B78DE5B16F4}"/>
                </a:ext>
              </a:extLst>
            </p:cNvPr>
            <p:cNvSpPr/>
            <p:nvPr/>
          </p:nvSpPr>
          <p:spPr>
            <a:xfrm>
              <a:off x="4504217" y="5925448"/>
              <a:ext cx="613836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0"/>
                </a:lnSpc>
              </a:pPr>
              <a:r>
                <a:rPr sz="16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Longitude</a:t>
              </a:r>
            </a:p>
          </p:txBody>
        </p:sp>
        <p:sp>
          <p:nvSpPr>
            <p:cNvPr id="3243" name="tx1621">
              <a:extLst>
                <a:ext uri="{FF2B5EF4-FFF2-40B4-BE49-F238E27FC236}">
                  <a16:creationId xmlns:a16="http://schemas.microsoft.com/office/drawing/2014/main" id="{0CA79A00-946C-DA6C-F2FF-D99C927529EE}"/>
                </a:ext>
              </a:extLst>
            </p:cNvPr>
            <p:cNvSpPr/>
            <p:nvPr/>
          </p:nvSpPr>
          <p:spPr>
            <a:xfrm rot="-5400000">
              <a:off x="1896166" y="3849172"/>
              <a:ext cx="497159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0"/>
                </a:lnSpc>
              </a:pPr>
              <a:r>
                <a:rPr sz="16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Latitude</a:t>
              </a:r>
            </a:p>
          </p:txBody>
        </p:sp>
        <p:sp>
          <p:nvSpPr>
            <p:cNvPr id="3244" name="tx1622">
              <a:extLst>
                <a:ext uri="{FF2B5EF4-FFF2-40B4-BE49-F238E27FC236}">
                  <a16:creationId xmlns:a16="http://schemas.microsoft.com/office/drawing/2014/main" id="{B6BE6245-1E8E-3ABA-0A19-E1AEC1659E11}"/>
                </a:ext>
              </a:extLst>
            </p:cNvPr>
            <p:cNvSpPr/>
            <p:nvPr/>
          </p:nvSpPr>
          <p:spPr>
            <a:xfrm>
              <a:off x="2572908" y="1669789"/>
              <a:ext cx="3724808" cy="120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980"/>
                </a:lnSpc>
              </a:pPr>
              <a:r>
                <a:rPr sz="19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(A) Map of Seascape Populations &amp; Experimental </a:t>
              </a:r>
            </a:p>
          </p:txBody>
        </p:sp>
        <p:sp>
          <p:nvSpPr>
            <p:cNvPr id="3245" name="tx1623">
              <a:extLst>
                <a:ext uri="{FF2B5EF4-FFF2-40B4-BE49-F238E27FC236}">
                  <a16:creationId xmlns:a16="http://schemas.microsoft.com/office/drawing/2014/main" id="{9A2616ED-D884-89F8-274C-8C2186F44AB9}"/>
                </a:ext>
              </a:extLst>
            </p:cNvPr>
            <p:cNvSpPr/>
            <p:nvPr/>
          </p:nvSpPr>
          <p:spPr>
            <a:xfrm>
              <a:off x="2572908" y="1850840"/>
              <a:ext cx="949787" cy="120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980"/>
                </a:lnSpc>
              </a:pPr>
              <a:r>
                <a:rPr sz="19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Source Sites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Content Placeholder 2">
            <a:extLst>
              <a:ext uri="{FF2B5EF4-FFF2-40B4-BE49-F238E27FC236}">
                <a16:creationId xmlns:a16="http://schemas.microsoft.com/office/drawing/2014/main" id="{F4CE8624-63F5-ACCF-4A88-A6788F9A37CC}"/>
              </a:ext>
            </a:extLst>
          </p:cNvPr>
          <p:cNvGrpSpPr/>
          <p:nvPr/>
        </p:nvGrpSpPr>
        <p:grpSpPr>
          <a:xfrm>
            <a:off x="8458200" y="18551132"/>
            <a:ext cx="12344400" cy="6788943"/>
            <a:chOff x="457200" y="1600200"/>
            <a:chExt cx="8229600" cy="4525962"/>
          </a:xfrm>
        </p:grpSpPr>
        <p:sp>
          <p:nvSpPr>
            <p:cNvPr id="93" name="rc3">
              <a:extLst>
                <a:ext uri="{FF2B5EF4-FFF2-40B4-BE49-F238E27FC236}">
                  <a16:creationId xmlns:a16="http://schemas.microsoft.com/office/drawing/2014/main" id="{235FF7DA-2E87-4266-9EFF-AC0FDE98D6E7}"/>
                </a:ext>
              </a:extLst>
            </p:cNvPr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94" name="rc4">
              <a:extLst>
                <a:ext uri="{FF2B5EF4-FFF2-40B4-BE49-F238E27FC236}">
                  <a16:creationId xmlns:a16="http://schemas.microsoft.com/office/drawing/2014/main" id="{7E447164-9F08-7BBC-770D-281AB283D99F}"/>
                </a:ext>
              </a:extLst>
            </p:cNvPr>
            <p:cNvSpPr/>
            <p:nvPr/>
          </p:nvSpPr>
          <p:spPr>
            <a:xfrm>
              <a:off x="1648127" y="1600200"/>
              <a:ext cx="5847744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95" name="rc5">
              <a:extLst>
                <a:ext uri="{FF2B5EF4-FFF2-40B4-BE49-F238E27FC236}">
                  <a16:creationId xmlns:a16="http://schemas.microsoft.com/office/drawing/2014/main" id="{811D9E1A-B76F-7EDE-DAC9-F2C89AB957D8}"/>
                </a:ext>
              </a:extLst>
            </p:cNvPr>
            <p:cNvSpPr/>
            <p:nvPr/>
          </p:nvSpPr>
          <p:spPr>
            <a:xfrm>
              <a:off x="2289166" y="1896563"/>
              <a:ext cx="3917565" cy="38244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442"/>
            </a:p>
          </p:txBody>
        </p:sp>
        <p:sp>
          <p:nvSpPr>
            <p:cNvPr id="96" name="pl6">
              <a:extLst>
                <a:ext uri="{FF2B5EF4-FFF2-40B4-BE49-F238E27FC236}">
                  <a16:creationId xmlns:a16="http://schemas.microsoft.com/office/drawing/2014/main" id="{2F943A29-C4DE-D627-3B6B-BC0E33B01DEE}"/>
                </a:ext>
              </a:extLst>
            </p:cNvPr>
            <p:cNvSpPr/>
            <p:nvPr/>
          </p:nvSpPr>
          <p:spPr>
            <a:xfrm>
              <a:off x="5060472" y="2084613"/>
              <a:ext cx="112623" cy="211773"/>
            </a:xfrm>
            <a:custGeom>
              <a:avLst/>
              <a:gdLst/>
              <a:ahLst/>
              <a:cxnLst/>
              <a:rect l="0" t="0" r="0" b="0"/>
              <a:pathLst>
                <a:path w="112623" h="211773">
                  <a:moveTo>
                    <a:pt x="2065" y="211773"/>
                  </a:moveTo>
                  <a:lnTo>
                    <a:pt x="92269" y="64079"/>
                  </a:lnTo>
                  <a:lnTo>
                    <a:pt x="112623" y="0"/>
                  </a:lnTo>
                  <a:lnTo>
                    <a:pt x="0" y="183378"/>
                  </a:lnTo>
                  <a:lnTo>
                    <a:pt x="2065" y="21177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97" name="pl7">
              <a:extLst>
                <a:ext uri="{FF2B5EF4-FFF2-40B4-BE49-F238E27FC236}">
                  <a16:creationId xmlns:a16="http://schemas.microsoft.com/office/drawing/2014/main" id="{42CB1EE6-CA34-743E-27AF-FE74E046D032}"/>
                </a:ext>
              </a:extLst>
            </p:cNvPr>
            <p:cNvSpPr/>
            <p:nvPr/>
          </p:nvSpPr>
          <p:spPr>
            <a:xfrm>
              <a:off x="4194970" y="3497801"/>
              <a:ext cx="215821" cy="415685"/>
            </a:xfrm>
            <a:custGeom>
              <a:avLst/>
              <a:gdLst/>
              <a:ahLst/>
              <a:cxnLst/>
              <a:rect l="0" t="0" r="0" b="0"/>
              <a:pathLst>
                <a:path w="215821" h="415685">
                  <a:moveTo>
                    <a:pt x="117318" y="220301"/>
                  </a:moveTo>
                  <a:lnTo>
                    <a:pt x="96926" y="254318"/>
                  </a:lnTo>
                  <a:lnTo>
                    <a:pt x="0" y="415685"/>
                  </a:lnTo>
                  <a:lnTo>
                    <a:pt x="34962" y="399868"/>
                  </a:lnTo>
                  <a:lnTo>
                    <a:pt x="117430" y="251555"/>
                  </a:lnTo>
                  <a:lnTo>
                    <a:pt x="134818" y="220206"/>
                  </a:lnTo>
                  <a:lnTo>
                    <a:pt x="186341" y="114724"/>
                  </a:lnTo>
                  <a:lnTo>
                    <a:pt x="215821" y="0"/>
                  </a:lnTo>
                  <a:lnTo>
                    <a:pt x="185440" y="56599"/>
                  </a:lnTo>
                  <a:lnTo>
                    <a:pt x="117318" y="22030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98" name="pl8">
              <a:extLst>
                <a:ext uri="{FF2B5EF4-FFF2-40B4-BE49-F238E27FC236}">
                  <a16:creationId xmlns:a16="http://schemas.microsoft.com/office/drawing/2014/main" id="{9A1B560F-5C69-0939-694E-D7AB8B9A7918}"/>
                </a:ext>
              </a:extLst>
            </p:cNvPr>
            <p:cNvSpPr/>
            <p:nvPr/>
          </p:nvSpPr>
          <p:spPr>
            <a:xfrm>
              <a:off x="3147820" y="5516533"/>
              <a:ext cx="101935" cy="186280"/>
            </a:xfrm>
            <a:custGeom>
              <a:avLst/>
              <a:gdLst/>
              <a:ahLst/>
              <a:cxnLst/>
              <a:rect l="0" t="0" r="0" b="0"/>
              <a:pathLst>
                <a:path w="101935" h="186280">
                  <a:moveTo>
                    <a:pt x="15596" y="186280"/>
                  </a:moveTo>
                  <a:lnTo>
                    <a:pt x="0" y="93523"/>
                  </a:lnTo>
                  <a:lnTo>
                    <a:pt x="4919" y="0"/>
                  </a:lnTo>
                  <a:lnTo>
                    <a:pt x="17237" y="79087"/>
                  </a:lnTo>
                  <a:lnTo>
                    <a:pt x="47017" y="150123"/>
                  </a:lnTo>
                  <a:lnTo>
                    <a:pt x="101935" y="18504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99" name="pl9">
              <a:extLst>
                <a:ext uri="{FF2B5EF4-FFF2-40B4-BE49-F238E27FC236}">
                  <a16:creationId xmlns:a16="http://schemas.microsoft.com/office/drawing/2014/main" id="{CF8B4BE7-A161-94EF-A6CB-AA0D23706277}"/>
                </a:ext>
              </a:extLst>
            </p:cNvPr>
            <p:cNvSpPr/>
            <p:nvPr/>
          </p:nvSpPr>
          <p:spPr>
            <a:xfrm>
              <a:off x="3362218" y="5097035"/>
              <a:ext cx="592216" cy="603094"/>
            </a:xfrm>
            <a:custGeom>
              <a:avLst/>
              <a:gdLst/>
              <a:ahLst/>
              <a:cxnLst/>
              <a:rect l="0" t="0" r="0" b="0"/>
              <a:pathLst>
                <a:path w="592216" h="603094">
                  <a:moveTo>
                    <a:pt x="0" y="603094"/>
                  </a:moveTo>
                  <a:lnTo>
                    <a:pt x="28424" y="576766"/>
                  </a:lnTo>
                  <a:lnTo>
                    <a:pt x="59668" y="512782"/>
                  </a:lnTo>
                  <a:lnTo>
                    <a:pt x="107737" y="508256"/>
                  </a:lnTo>
                  <a:lnTo>
                    <a:pt x="179878" y="529886"/>
                  </a:lnTo>
                  <a:lnTo>
                    <a:pt x="146643" y="457802"/>
                  </a:lnTo>
                  <a:lnTo>
                    <a:pt x="184197" y="480241"/>
                  </a:lnTo>
                  <a:lnTo>
                    <a:pt x="239401" y="500871"/>
                  </a:lnTo>
                  <a:lnTo>
                    <a:pt x="246273" y="433218"/>
                  </a:lnTo>
                  <a:lnTo>
                    <a:pt x="241053" y="370567"/>
                  </a:lnTo>
                  <a:lnTo>
                    <a:pt x="312668" y="414256"/>
                  </a:lnTo>
                  <a:lnTo>
                    <a:pt x="393071" y="439173"/>
                  </a:lnTo>
                  <a:lnTo>
                    <a:pt x="444745" y="471666"/>
                  </a:lnTo>
                  <a:lnTo>
                    <a:pt x="493152" y="532982"/>
                  </a:lnTo>
                  <a:lnTo>
                    <a:pt x="457363" y="381716"/>
                  </a:lnTo>
                  <a:lnTo>
                    <a:pt x="412561" y="269373"/>
                  </a:lnTo>
                  <a:lnTo>
                    <a:pt x="371327" y="224351"/>
                  </a:lnTo>
                  <a:lnTo>
                    <a:pt x="360324" y="180805"/>
                  </a:lnTo>
                  <a:lnTo>
                    <a:pt x="380566" y="105100"/>
                  </a:lnTo>
                  <a:lnTo>
                    <a:pt x="385711" y="85900"/>
                  </a:lnTo>
                  <a:lnTo>
                    <a:pt x="375195" y="57695"/>
                  </a:lnTo>
                  <a:lnTo>
                    <a:pt x="381429" y="20962"/>
                  </a:lnTo>
                  <a:lnTo>
                    <a:pt x="395925" y="0"/>
                  </a:lnTo>
                  <a:lnTo>
                    <a:pt x="417932" y="25774"/>
                  </a:lnTo>
                  <a:lnTo>
                    <a:pt x="436633" y="90331"/>
                  </a:lnTo>
                  <a:lnTo>
                    <a:pt x="440088" y="105958"/>
                  </a:lnTo>
                  <a:lnTo>
                    <a:pt x="501076" y="378619"/>
                  </a:lnTo>
                  <a:lnTo>
                    <a:pt x="563791" y="541892"/>
                  </a:lnTo>
                  <a:lnTo>
                    <a:pt x="592216" y="59831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00" name="pl10">
              <a:extLst>
                <a:ext uri="{FF2B5EF4-FFF2-40B4-BE49-F238E27FC236}">
                  <a16:creationId xmlns:a16="http://schemas.microsoft.com/office/drawing/2014/main" id="{8576F066-C4BE-2326-966D-70078E92D8A5}"/>
                </a:ext>
              </a:extLst>
            </p:cNvPr>
            <p:cNvSpPr/>
            <p:nvPr/>
          </p:nvSpPr>
          <p:spPr>
            <a:xfrm>
              <a:off x="2706637" y="1896563"/>
              <a:ext cx="1751847" cy="3798672"/>
            </a:xfrm>
            <a:custGeom>
              <a:avLst/>
              <a:gdLst/>
              <a:ahLst/>
              <a:cxnLst/>
              <a:rect l="0" t="0" r="0" b="0"/>
              <a:pathLst>
                <a:path w="1751847" h="3798672">
                  <a:moveTo>
                    <a:pt x="1276986" y="3798672"/>
                  </a:moveTo>
                  <a:lnTo>
                    <a:pt x="1196576" y="3619874"/>
                  </a:lnTo>
                  <a:lnTo>
                    <a:pt x="1120004" y="3306335"/>
                  </a:lnTo>
                  <a:lnTo>
                    <a:pt x="1094618" y="3202473"/>
                  </a:lnTo>
                  <a:lnTo>
                    <a:pt x="1055299" y="3096610"/>
                  </a:lnTo>
                  <a:lnTo>
                    <a:pt x="1036222" y="3002515"/>
                  </a:lnTo>
                  <a:lnTo>
                    <a:pt x="1010798" y="2953062"/>
                  </a:lnTo>
                  <a:lnTo>
                    <a:pt x="899601" y="2935529"/>
                  </a:lnTo>
                  <a:lnTo>
                    <a:pt x="822503" y="2914042"/>
                  </a:lnTo>
                  <a:lnTo>
                    <a:pt x="703044" y="2975311"/>
                  </a:lnTo>
                  <a:lnTo>
                    <a:pt x="635147" y="2968307"/>
                  </a:lnTo>
                  <a:lnTo>
                    <a:pt x="622228" y="2905847"/>
                  </a:lnTo>
                  <a:lnTo>
                    <a:pt x="522786" y="2821567"/>
                  </a:lnTo>
                  <a:lnTo>
                    <a:pt x="493607" y="2699077"/>
                  </a:lnTo>
                  <a:lnTo>
                    <a:pt x="421654" y="2688166"/>
                  </a:lnTo>
                  <a:lnTo>
                    <a:pt x="298778" y="2648289"/>
                  </a:lnTo>
                  <a:lnTo>
                    <a:pt x="239743" y="2603362"/>
                  </a:lnTo>
                  <a:lnTo>
                    <a:pt x="90354" y="2579302"/>
                  </a:lnTo>
                  <a:lnTo>
                    <a:pt x="66620" y="2566248"/>
                  </a:lnTo>
                  <a:lnTo>
                    <a:pt x="48294" y="2546619"/>
                  </a:lnTo>
                  <a:lnTo>
                    <a:pt x="235875" y="2557863"/>
                  </a:lnTo>
                  <a:lnTo>
                    <a:pt x="469272" y="2655435"/>
                  </a:lnTo>
                  <a:lnTo>
                    <a:pt x="525114" y="2651481"/>
                  </a:lnTo>
                  <a:lnTo>
                    <a:pt x="547121" y="2728425"/>
                  </a:lnTo>
                  <a:lnTo>
                    <a:pt x="620539" y="2797269"/>
                  </a:lnTo>
                  <a:lnTo>
                    <a:pt x="655013" y="2837813"/>
                  </a:lnTo>
                  <a:lnTo>
                    <a:pt x="702030" y="2876309"/>
                  </a:lnTo>
                  <a:lnTo>
                    <a:pt x="750174" y="2855012"/>
                  </a:lnTo>
                  <a:lnTo>
                    <a:pt x="792460" y="2816421"/>
                  </a:lnTo>
                  <a:lnTo>
                    <a:pt x="779016" y="2759631"/>
                  </a:lnTo>
                  <a:lnTo>
                    <a:pt x="758887" y="2722183"/>
                  </a:lnTo>
                  <a:lnTo>
                    <a:pt x="701843" y="2660295"/>
                  </a:lnTo>
                  <a:lnTo>
                    <a:pt x="627824" y="2626945"/>
                  </a:lnTo>
                  <a:lnTo>
                    <a:pt x="540511" y="2553098"/>
                  </a:lnTo>
                  <a:lnTo>
                    <a:pt x="442684" y="2429941"/>
                  </a:lnTo>
                  <a:lnTo>
                    <a:pt x="429014" y="2400259"/>
                  </a:lnTo>
                  <a:lnTo>
                    <a:pt x="427587" y="2374675"/>
                  </a:lnTo>
                  <a:lnTo>
                    <a:pt x="596279" y="2565962"/>
                  </a:lnTo>
                  <a:lnTo>
                    <a:pt x="661247" y="2600932"/>
                  </a:lnTo>
                  <a:lnTo>
                    <a:pt x="707964" y="2575157"/>
                  </a:lnTo>
                  <a:lnTo>
                    <a:pt x="698500" y="2543951"/>
                  </a:lnTo>
                  <a:lnTo>
                    <a:pt x="701955" y="2491067"/>
                  </a:lnTo>
                  <a:lnTo>
                    <a:pt x="807707" y="2519462"/>
                  </a:lnTo>
                  <a:lnTo>
                    <a:pt x="814692" y="2447664"/>
                  </a:lnTo>
                  <a:lnTo>
                    <a:pt x="803801" y="2384680"/>
                  </a:lnTo>
                  <a:lnTo>
                    <a:pt x="727604" y="2350425"/>
                  </a:lnTo>
                  <a:lnTo>
                    <a:pt x="775335" y="2310214"/>
                  </a:lnTo>
                  <a:lnTo>
                    <a:pt x="638039" y="2254233"/>
                  </a:lnTo>
                  <a:lnTo>
                    <a:pt x="587754" y="2214928"/>
                  </a:lnTo>
                  <a:lnTo>
                    <a:pt x="533639" y="2131076"/>
                  </a:lnTo>
                  <a:lnTo>
                    <a:pt x="460109" y="2077335"/>
                  </a:lnTo>
                  <a:lnTo>
                    <a:pt x="357249" y="1950414"/>
                  </a:lnTo>
                  <a:lnTo>
                    <a:pt x="298853" y="1859892"/>
                  </a:lnTo>
                  <a:lnTo>
                    <a:pt x="155810" y="1730446"/>
                  </a:lnTo>
                  <a:lnTo>
                    <a:pt x="186905" y="1728969"/>
                  </a:lnTo>
                  <a:lnTo>
                    <a:pt x="287399" y="1798956"/>
                  </a:lnTo>
                  <a:lnTo>
                    <a:pt x="373059" y="1929641"/>
                  </a:lnTo>
                  <a:lnTo>
                    <a:pt x="400623" y="1952605"/>
                  </a:lnTo>
                  <a:lnTo>
                    <a:pt x="631579" y="2202159"/>
                  </a:lnTo>
                  <a:lnTo>
                    <a:pt x="674541" y="2213689"/>
                  </a:lnTo>
                  <a:lnTo>
                    <a:pt x="745668" y="2208544"/>
                  </a:lnTo>
                  <a:lnTo>
                    <a:pt x="775298" y="2163759"/>
                  </a:lnTo>
                  <a:lnTo>
                    <a:pt x="784836" y="2092771"/>
                  </a:lnTo>
                  <a:lnTo>
                    <a:pt x="808984" y="2040316"/>
                  </a:lnTo>
                  <a:lnTo>
                    <a:pt x="807106" y="1995960"/>
                  </a:lnTo>
                  <a:lnTo>
                    <a:pt x="737368" y="1927974"/>
                  </a:lnTo>
                  <a:lnTo>
                    <a:pt x="647502" y="1881188"/>
                  </a:lnTo>
                  <a:lnTo>
                    <a:pt x="587717" y="1799909"/>
                  </a:lnTo>
                  <a:lnTo>
                    <a:pt x="514374" y="1761414"/>
                  </a:lnTo>
                  <a:lnTo>
                    <a:pt x="313273" y="1699811"/>
                  </a:lnTo>
                  <a:lnTo>
                    <a:pt x="205269" y="1544066"/>
                  </a:lnTo>
                  <a:lnTo>
                    <a:pt x="156712" y="1530964"/>
                  </a:lnTo>
                  <a:lnTo>
                    <a:pt x="62865" y="1560312"/>
                  </a:lnTo>
                  <a:lnTo>
                    <a:pt x="31094" y="1548878"/>
                  </a:lnTo>
                  <a:lnTo>
                    <a:pt x="0" y="1505094"/>
                  </a:lnTo>
                  <a:lnTo>
                    <a:pt x="22982" y="1375743"/>
                  </a:lnTo>
                  <a:lnTo>
                    <a:pt x="40971" y="1306661"/>
                  </a:lnTo>
                  <a:lnTo>
                    <a:pt x="114614" y="1231956"/>
                  </a:lnTo>
                  <a:lnTo>
                    <a:pt x="170569" y="1190030"/>
                  </a:lnTo>
                  <a:lnTo>
                    <a:pt x="206170" y="1135146"/>
                  </a:lnTo>
                  <a:lnTo>
                    <a:pt x="217887" y="1024423"/>
                  </a:lnTo>
                  <a:lnTo>
                    <a:pt x="227275" y="1133240"/>
                  </a:lnTo>
                  <a:lnTo>
                    <a:pt x="199786" y="1203418"/>
                  </a:lnTo>
                  <a:lnTo>
                    <a:pt x="137484" y="1257779"/>
                  </a:lnTo>
                  <a:lnTo>
                    <a:pt x="71352" y="1364261"/>
                  </a:lnTo>
                  <a:lnTo>
                    <a:pt x="55429" y="1409284"/>
                  </a:lnTo>
                  <a:lnTo>
                    <a:pt x="62414" y="1494279"/>
                  </a:lnTo>
                  <a:lnTo>
                    <a:pt x="121336" y="1504618"/>
                  </a:lnTo>
                  <a:lnTo>
                    <a:pt x="182248" y="1461072"/>
                  </a:lnTo>
                  <a:lnTo>
                    <a:pt x="240344" y="1457641"/>
                  </a:lnTo>
                  <a:lnTo>
                    <a:pt x="250183" y="1507762"/>
                  </a:lnTo>
                  <a:lnTo>
                    <a:pt x="279512" y="1553499"/>
                  </a:lnTo>
                  <a:lnTo>
                    <a:pt x="326042" y="1607098"/>
                  </a:lnTo>
                  <a:lnTo>
                    <a:pt x="342941" y="1563123"/>
                  </a:lnTo>
                  <a:lnTo>
                    <a:pt x="342678" y="1511288"/>
                  </a:lnTo>
                  <a:lnTo>
                    <a:pt x="418800" y="1635541"/>
                  </a:lnTo>
                  <a:lnTo>
                    <a:pt x="553805" y="1669320"/>
                  </a:lnTo>
                  <a:lnTo>
                    <a:pt x="660871" y="1722775"/>
                  </a:lnTo>
                  <a:lnTo>
                    <a:pt x="701204" y="1770085"/>
                  </a:lnTo>
                  <a:lnTo>
                    <a:pt x="747959" y="1807199"/>
                  </a:lnTo>
                  <a:lnTo>
                    <a:pt x="754305" y="1754744"/>
                  </a:lnTo>
                  <a:lnTo>
                    <a:pt x="729069" y="1700002"/>
                  </a:lnTo>
                  <a:lnTo>
                    <a:pt x="695947" y="1630348"/>
                  </a:lnTo>
                  <a:lnTo>
                    <a:pt x="516590" y="1448780"/>
                  </a:lnTo>
                  <a:lnTo>
                    <a:pt x="496160" y="1367644"/>
                  </a:lnTo>
                  <a:lnTo>
                    <a:pt x="489401" y="1294988"/>
                  </a:lnTo>
                  <a:lnTo>
                    <a:pt x="503371" y="1326623"/>
                  </a:lnTo>
                  <a:lnTo>
                    <a:pt x="512834" y="1366643"/>
                  </a:lnTo>
                  <a:lnTo>
                    <a:pt x="570104" y="1466884"/>
                  </a:lnTo>
                  <a:lnTo>
                    <a:pt x="618173" y="1498233"/>
                  </a:lnTo>
                  <a:lnTo>
                    <a:pt x="672889" y="1539349"/>
                  </a:lnTo>
                  <a:lnTo>
                    <a:pt x="707250" y="1532060"/>
                  </a:lnTo>
                  <a:lnTo>
                    <a:pt x="690088" y="1482082"/>
                  </a:lnTo>
                  <a:lnTo>
                    <a:pt x="657717" y="1428675"/>
                  </a:lnTo>
                  <a:lnTo>
                    <a:pt x="624782" y="1372837"/>
                  </a:lnTo>
                  <a:lnTo>
                    <a:pt x="597443" y="1167495"/>
                  </a:lnTo>
                  <a:lnTo>
                    <a:pt x="609573" y="1122949"/>
                  </a:lnTo>
                  <a:lnTo>
                    <a:pt x="613854" y="1071876"/>
                  </a:lnTo>
                  <a:lnTo>
                    <a:pt x="610775" y="1015562"/>
                  </a:lnTo>
                  <a:lnTo>
                    <a:pt x="630603" y="969824"/>
                  </a:lnTo>
                  <a:lnTo>
                    <a:pt x="611338" y="915225"/>
                  </a:lnTo>
                  <a:lnTo>
                    <a:pt x="580769" y="852718"/>
                  </a:lnTo>
                  <a:lnTo>
                    <a:pt x="590233" y="850050"/>
                  </a:lnTo>
                  <a:lnTo>
                    <a:pt x="646488" y="886497"/>
                  </a:lnTo>
                  <a:lnTo>
                    <a:pt x="687272" y="844285"/>
                  </a:lnTo>
                  <a:lnTo>
                    <a:pt x="681488" y="793402"/>
                  </a:lnTo>
                  <a:lnTo>
                    <a:pt x="633983" y="761529"/>
                  </a:lnTo>
                  <a:lnTo>
                    <a:pt x="568940" y="668244"/>
                  </a:lnTo>
                  <a:lnTo>
                    <a:pt x="571643" y="653570"/>
                  </a:lnTo>
                  <a:lnTo>
                    <a:pt x="686633" y="696830"/>
                  </a:lnTo>
                  <a:lnTo>
                    <a:pt x="700566" y="669673"/>
                  </a:lnTo>
                  <a:lnTo>
                    <a:pt x="698350" y="619838"/>
                  </a:lnTo>
                  <a:lnTo>
                    <a:pt x="734251" y="599590"/>
                  </a:lnTo>
                  <a:lnTo>
                    <a:pt x="744954" y="560713"/>
                  </a:lnTo>
                  <a:lnTo>
                    <a:pt x="743339" y="538226"/>
                  </a:lnTo>
                  <a:lnTo>
                    <a:pt x="755920" y="522265"/>
                  </a:lnTo>
                  <a:lnTo>
                    <a:pt x="797792" y="601448"/>
                  </a:lnTo>
                  <a:lnTo>
                    <a:pt x="812814" y="572767"/>
                  </a:lnTo>
                  <a:lnTo>
                    <a:pt x="819874" y="488391"/>
                  </a:lnTo>
                  <a:lnTo>
                    <a:pt x="838801" y="506257"/>
                  </a:lnTo>
                  <a:lnTo>
                    <a:pt x="844359" y="545658"/>
                  </a:lnTo>
                  <a:lnTo>
                    <a:pt x="901629" y="522932"/>
                  </a:lnTo>
                  <a:lnTo>
                    <a:pt x="935540" y="493775"/>
                  </a:lnTo>
                  <a:lnTo>
                    <a:pt x="948271" y="457471"/>
                  </a:lnTo>
                  <a:lnTo>
                    <a:pt x="944928" y="402157"/>
                  </a:lnTo>
                  <a:lnTo>
                    <a:pt x="961903" y="368855"/>
                  </a:lnTo>
                  <a:lnTo>
                    <a:pt x="1005503" y="361470"/>
                  </a:lnTo>
                  <a:lnTo>
                    <a:pt x="1041930" y="345510"/>
                  </a:lnTo>
                  <a:lnTo>
                    <a:pt x="1033105" y="424025"/>
                  </a:lnTo>
                  <a:lnTo>
                    <a:pt x="1108062" y="417879"/>
                  </a:lnTo>
                  <a:lnTo>
                    <a:pt x="1076892" y="459377"/>
                  </a:lnTo>
                  <a:lnTo>
                    <a:pt x="1045159" y="467905"/>
                  </a:lnTo>
                  <a:lnTo>
                    <a:pt x="1007944" y="515500"/>
                  </a:lnTo>
                  <a:lnTo>
                    <a:pt x="1057477" y="527459"/>
                  </a:lnTo>
                  <a:lnTo>
                    <a:pt x="1105734" y="549517"/>
                  </a:lnTo>
                  <a:lnTo>
                    <a:pt x="1028823" y="557998"/>
                  </a:lnTo>
                  <a:lnTo>
                    <a:pt x="953153" y="556473"/>
                  </a:lnTo>
                  <a:lnTo>
                    <a:pt x="892578" y="608976"/>
                  </a:lnTo>
                  <a:lnTo>
                    <a:pt x="829075" y="729417"/>
                  </a:lnTo>
                  <a:lnTo>
                    <a:pt x="843571" y="854290"/>
                  </a:lnTo>
                  <a:lnTo>
                    <a:pt x="908088" y="796404"/>
                  </a:lnTo>
                  <a:lnTo>
                    <a:pt x="906361" y="836233"/>
                  </a:lnTo>
                  <a:lnTo>
                    <a:pt x="867530" y="925421"/>
                  </a:lnTo>
                  <a:lnTo>
                    <a:pt x="821902" y="907412"/>
                  </a:lnTo>
                  <a:lnTo>
                    <a:pt x="769815" y="907221"/>
                  </a:lnTo>
                  <a:lnTo>
                    <a:pt x="756859" y="962440"/>
                  </a:lnTo>
                  <a:lnTo>
                    <a:pt x="756033" y="1005557"/>
                  </a:lnTo>
                  <a:lnTo>
                    <a:pt x="825132" y="971921"/>
                  </a:lnTo>
                  <a:lnTo>
                    <a:pt x="863399" y="998744"/>
                  </a:lnTo>
                  <a:lnTo>
                    <a:pt x="881012" y="1060060"/>
                  </a:lnTo>
                  <a:lnTo>
                    <a:pt x="820400" y="1089408"/>
                  </a:lnTo>
                  <a:lnTo>
                    <a:pt x="779354" y="1093744"/>
                  </a:lnTo>
                  <a:lnTo>
                    <a:pt x="747959" y="1199654"/>
                  </a:lnTo>
                  <a:lnTo>
                    <a:pt x="773383" y="1186791"/>
                  </a:lnTo>
                  <a:lnTo>
                    <a:pt x="796290" y="1138385"/>
                  </a:lnTo>
                  <a:lnTo>
                    <a:pt x="846537" y="1152202"/>
                  </a:lnTo>
                  <a:lnTo>
                    <a:pt x="875754" y="1202561"/>
                  </a:lnTo>
                  <a:lnTo>
                    <a:pt x="966559" y="1285936"/>
                  </a:lnTo>
                  <a:lnTo>
                    <a:pt x="997316" y="1282172"/>
                  </a:lnTo>
                  <a:lnTo>
                    <a:pt x="1009633" y="1304993"/>
                  </a:lnTo>
                  <a:lnTo>
                    <a:pt x="923485" y="1305136"/>
                  </a:lnTo>
                  <a:lnTo>
                    <a:pt x="857766" y="1288461"/>
                  </a:lnTo>
                  <a:lnTo>
                    <a:pt x="807181" y="1306708"/>
                  </a:lnTo>
                  <a:lnTo>
                    <a:pt x="783560" y="1409474"/>
                  </a:lnTo>
                  <a:lnTo>
                    <a:pt x="806805" y="1466265"/>
                  </a:lnTo>
                  <a:lnTo>
                    <a:pt x="847551" y="1539540"/>
                  </a:lnTo>
                  <a:lnTo>
                    <a:pt x="920744" y="1582133"/>
                  </a:lnTo>
                  <a:lnTo>
                    <a:pt x="970953" y="1619342"/>
                  </a:lnTo>
                  <a:lnTo>
                    <a:pt x="994725" y="1604382"/>
                  </a:lnTo>
                  <a:lnTo>
                    <a:pt x="1005202" y="1577178"/>
                  </a:lnTo>
                  <a:lnTo>
                    <a:pt x="1021313" y="1568221"/>
                  </a:lnTo>
                  <a:lnTo>
                    <a:pt x="1035433" y="1607812"/>
                  </a:lnTo>
                  <a:lnTo>
                    <a:pt x="1058604" y="1589946"/>
                  </a:lnTo>
                  <a:lnTo>
                    <a:pt x="1095857" y="1545209"/>
                  </a:lnTo>
                  <a:lnTo>
                    <a:pt x="1119028" y="1538825"/>
                  </a:lnTo>
                  <a:lnTo>
                    <a:pt x="1105133" y="1581085"/>
                  </a:lnTo>
                  <a:lnTo>
                    <a:pt x="1115009" y="1637208"/>
                  </a:lnTo>
                  <a:lnTo>
                    <a:pt x="1098824" y="1683327"/>
                  </a:lnTo>
                  <a:lnTo>
                    <a:pt x="1065664" y="1726968"/>
                  </a:lnTo>
                  <a:lnTo>
                    <a:pt x="1093942" y="1748455"/>
                  </a:lnTo>
                  <a:lnTo>
                    <a:pt x="1121394" y="1755125"/>
                  </a:lnTo>
                  <a:lnTo>
                    <a:pt x="1167773" y="1807532"/>
                  </a:lnTo>
                  <a:lnTo>
                    <a:pt x="1141823" y="1860130"/>
                  </a:lnTo>
                  <a:lnTo>
                    <a:pt x="1125074" y="1919827"/>
                  </a:lnTo>
                  <a:lnTo>
                    <a:pt x="1214039" y="1917730"/>
                  </a:lnTo>
                  <a:lnTo>
                    <a:pt x="1272397" y="1937026"/>
                  </a:lnTo>
                  <a:lnTo>
                    <a:pt x="1226206" y="2066377"/>
                  </a:lnTo>
                  <a:lnTo>
                    <a:pt x="1170026" y="2129837"/>
                  </a:lnTo>
                  <a:lnTo>
                    <a:pt x="1096383" y="2263714"/>
                  </a:lnTo>
                  <a:lnTo>
                    <a:pt x="1029537" y="2479061"/>
                  </a:lnTo>
                  <a:lnTo>
                    <a:pt x="1012375" y="2610413"/>
                  </a:lnTo>
                  <a:lnTo>
                    <a:pt x="1022252" y="2660772"/>
                  </a:lnTo>
                  <a:lnTo>
                    <a:pt x="1060819" y="2719611"/>
                  </a:lnTo>
                  <a:lnTo>
                    <a:pt x="1122633" y="2578397"/>
                  </a:lnTo>
                  <a:lnTo>
                    <a:pt x="1154892" y="2452953"/>
                  </a:lnTo>
                  <a:lnTo>
                    <a:pt x="1189629" y="2406310"/>
                  </a:lnTo>
                  <a:lnTo>
                    <a:pt x="1241979" y="2364003"/>
                  </a:lnTo>
                  <a:lnTo>
                    <a:pt x="1293728" y="2345470"/>
                  </a:lnTo>
                  <a:lnTo>
                    <a:pt x="1327902" y="2322696"/>
                  </a:lnTo>
                  <a:lnTo>
                    <a:pt x="1320767" y="2251946"/>
                  </a:lnTo>
                  <a:lnTo>
                    <a:pt x="1490285" y="1867705"/>
                  </a:lnTo>
                  <a:lnTo>
                    <a:pt x="1507559" y="1828638"/>
                  </a:lnTo>
                  <a:lnTo>
                    <a:pt x="1555027" y="1766035"/>
                  </a:lnTo>
                  <a:lnTo>
                    <a:pt x="1606063" y="1655694"/>
                  </a:lnTo>
                  <a:lnTo>
                    <a:pt x="1656385" y="1643211"/>
                  </a:lnTo>
                  <a:lnTo>
                    <a:pt x="1670618" y="1601190"/>
                  </a:lnTo>
                  <a:lnTo>
                    <a:pt x="1676213" y="1517100"/>
                  </a:lnTo>
                  <a:lnTo>
                    <a:pt x="1689658" y="1495756"/>
                  </a:lnTo>
                  <a:lnTo>
                    <a:pt x="1710425" y="1477032"/>
                  </a:lnTo>
                  <a:lnTo>
                    <a:pt x="1723006" y="1492040"/>
                  </a:lnTo>
                  <a:lnTo>
                    <a:pt x="1722254" y="1535252"/>
                  </a:lnTo>
                  <a:lnTo>
                    <a:pt x="1740017" y="1518386"/>
                  </a:lnTo>
                  <a:lnTo>
                    <a:pt x="1749631" y="1476079"/>
                  </a:lnTo>
                  <a:lnTo>
                    <a:pt x="1750495" y="1447589"/>
                  </a:lnTo>
                  <a:lnTo>
                    <a:pt x="1751847" y="1400994"/>
                  </a:lnTo>
                  <a:lnTo>
                    <a:pt x="1723419" y="1327433"/>
                  </a:lnTo>
                  <a:lnTo>
                    <a:pt x="1694202" y="1307280"/>
                  </a:lnTo>
                  <a:lnTo>
                    <a:pt x="1635543" y="1315332"/>
                  </a:lnTo>
                  <a:lnTo>
                    <a:pt x="1680645" y="1275026"/>
                  </a:lnTo>
                  <a:lnTo>
                    <a:pt x="1714856" y="1186838"/>
                  </a:lnTo>
                  <a:lnTo>
                    <a:pt x="1711251" y="1133431"/>
                  </a:lnTo>
                  <a:lnTo>
                    <a:pt x="1637120" y="1092600"/>
                  </a:lnTo>
                  <a:lnTo>
                    <a:pt x="1540719" y="949004"/>
                  </a:lnTo>
                  <a:lnTo>
                    <a:pt x="1477817" y="825847"/>
                  </a:lnTo>
                  <a:lnTo>
                    <a:pt x="1462082" y="641802"/>
                  </a:lnTo>
                  <a:lnTo>
                    <a:pt x="1379651" y="523314"/>
                  </a:lnTo>
                  <a:lnTo>
                    <a:pt x="1338079" y="450991"/>
                  </a:lnTo>
                  <a:lnTo>
                    <a:pt x="1343149" y="376811"/>
                  </a:lnTo>
                  <a:lnTo>
                    <a:pt x="1332146" y="341222"/>
                  </a:lnTo>
                  <a:lnTo>
                    <a:pt x="1327526" y="291149"/>
                  </a:lnTo>
                  <a:lnTo>
                    <a:pt x="1393246" y="216397"/>
                  </a:lnTo>
                  <a:lnTo>
                    <a:pt x="1422275" y="154366"/>
                  </a:lnTo>
                  <a:lnTo>
                    <a:pt x="1455660" y="120730"/>
                  </a:lnTo>
                  <a:lnTo>
                    <a:pt x="1471320" y="104960"/>
                  </a:lnTo>
                  <a:lnTo>
                    <a:pt x="1532645" y="72658"/>
                  </a:lnTo>
                  <a:lnTo>
                    <a:pt x="1646433" y="43310"/>
                  </a:lnTo>
                  <a:lnTo>
                    <a:pt x="168443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01" name="pl11">
              <a:extLst>
                <a:ext uri="{FF2B5EF4-FFF2-40B4-BE49-F238E27FC236}">
                  <a16:creationId xmlns:a16="http://schemas.microsoft.com/office/drawing/2014/main" id="{5B4B0FDE-2DB9-B942-44D2-0BF92711A4BB}"/>
                </a:ext>
              </a:extLst>
            </p:cNvPr>
            <p:cNvSpPr/>
            <p:nvPr/>
          </p:nvSpPr>
          <p:spPr>
            <a:xfrm>
              <a:off x="4082909" y="1896563"/>
              <a:ext cx="1082264" cy="973826"/>
            </a:xfrm>
            <a:custGeom>
              <a:avLst/>
              <a:gdLst/>
              <a:ahLst/>
              <a:cxnLst/>
              <a:rect l="0" t="0" r="0" b="0"/>
              <a:pathLst>
                <a:path w="1082264" h="973826">
                  <a:moveTo>
                    <a:pt x="326570" y="0"/>
                  </a:moveTo>
                  <a:lnTo>
                    <a:pt x="323338" y="7149"/>
                  </a:lnTo>
                  <a:lnTo>
                    <a:pt x="284883" y="66988"/>
                  </a:lnTo>
                  <a:lnTo>
                    <a:pt x="131550" y="106770"/>
                  </a:lnTo>
                  <a:lnTo>
                    <a:pt x="78712" y="145838"/>
                  </a:lnTo>
                  <a:lnTo>
                    <a:pt x="40445" y="221257"/>
                  </a:lnTo>
                  <a:lnTo>
                    <a:pt x="525" y="329120"/>
                  </a:lnTo>
                  <a:lnTo>
                    <a:pt x="3830" y="397393"/>
                  </a:lnTo>
                  <a:lnTo>
                    <a:pt x="0" y="438080"/>
                  </a:lnTo>
                  <a:lnTo>
                    <a:pt x="131363" y="584773"/>
                  </a:lnTo>
                  <a:lnTo>
                    <a:pt x="225473" y="638991"/>
                  </a:lnTo>
                  <a:lnTo>
                    <a:pt x="298477" y="713552"/>
                  </a:lnTo>
                  <a:lnTo>
                    <a:pt x="364572" y="710646"/>
                  </a:lnTo>
                  <a:lnTo>
                    <a:pt x="422179" y="732705"/>
                  </a:lnTo>
                  <a:lnTo>
                    <a:pt x="482378" y="774440"/>
                  </a:lnTo>
                  <a:lnTo>
                    <a:pt x="464465" y="870346"/>
                  </a:lnTo>
                  <a:lnTo>
                    <a:pt x="438327" y="965203"/>
                  </a:lnTo>
                  <a:lnTo>
                    <a:pt x="462061" y="973826"/>
                  </a:lnTo>
                  <a:lnTo>
                    <a:pt x="561241" y="914511"/>
                  </a:lnTo>
                  <a:lnTo>
                    <a:pt x="675480" y="713552"/>
                  </a:lnTo>
                  <a:lnTo>
                    <a:pt x="707138" y="674866"/>
                  </a:lnTo>
                  <a:lnTo>
                    <a:pt x="708527" y="630892"/>
                  </a:lnTo>
                  <a:lnTo>
                    <a:pt x="727191" y="607928"/>
                  </a:lnTo>
                  <a:lnTo>
                    <a:pt x="774509" y="577913"/>
                  </a:lnTo>
                  <a:lnTo>
                    <a:pt x="807444" y="582105"/>
                  </a:lnTo>
                  <a:lnTo>
                    <a:pt x="842481" y="538559"/>
                  </a:lnTo>
                  <a:lnTo>
                    <a:pt x="856301" y="472860"/>
                  </a:lnTo>
                  <a:lnTo>
                    <a:pt x="872449" y="441368"/>
                  </a:lnTo>
                  <a:lnTo>
                    <a:pt x="859230" y="380908"/>
                  </a:lnTo>
                  <a:lnTo>
                    <a:pt x="918002" y="393486"/>
                  </a:lnTo>
                  <a:lnTo>
                    <a:pt x="974971" y="317400"/>
                  </a:lnTo>
                  <a:lnTo>
                    <a:pt x="1036822" y="207392"/>
                  </a:lnTo>
                  <a:lnTo>
                    <a:pt x="1081812" y="1003"/>
                  </a:lnTo>
                  <a:lnTo>
                    <a:pt x="108226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02" name="pl12">
              <a:extLst>
                <a:ext uri="{FF2B5EF4-FFF2-40B4-BE49-F238E27FC236}">
                  <a16:creationId xmlns:a16="http://schemas.microsoft.com/office/drawing/2014/main" id="{38269484-D822-11ED-CDAB-8099EBFACE1F}"/>
                </a:ext>
              </a:extLst>
            </p:cNvPr>
            <p:cNvSpPr/>
            <p:nvPr/>
          </p:nvSpPr>
          <p:spPr>
            <a:xfrm>
              <a:off x="5190596" y="1896563"/>
              <a:ext cx="28664" cy="147362"/>
            </a:xfrm>
            <a:custGeom>
              <a:avLst/>
              <a:gdLst/>
              <a:ahLst/>
              <a:cxnLst/>
              <a:rect l="0" t="0" r="0" b="0"/>
              <a:pathLst>
                <a:path w="28664" h="147362">
                  <a:moveTo>
                    <a:pt x="9999" y="0"/>
                  </a:moveTo>
                  <a:lnTo>
                    <a:pt x="0" y="107390"/>
                  </a:lnTo>
                  <a:lnTo>
                    <a:pt x="3116" y="147362"/>
                  </a:lnTo>
                  <a:lnTo>
                    <a:pt x="26963" y="15724"/>
                  </a:lnTo>
                  <a:lnTo>
                    <a:pt x="2866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03" name="rc13">
              <a:extLst>
                <a:ext uri="{FF2B5EF4-FFF2-40B4-BE49-F238E27FC236}">
                  <a16:creationId xmlns:a16="http://schemas.microsoft.com/office/drawing/2014/main" id="{E5BB115C-6BEE-1FAD-D5C7-248C2EA5B586}"/>
                </a:ext>
              </a:extLst>
            </p:cNvPr>
            <p:cNvSpPr/>
            <p:nvPr/>
          </p:nvSpPr>
          <p:spPr>
            <a:xfrm>
              <a:off x="3047669" y="4494480"/>
              <a:ext cx="128065" cy="128065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04" name="rc14">
              <a:extLst>
                <a:ext uri="{FF2B5EF4-FFF2-40B4-BE49-F238E27FC236}">
                  <a16:creationId xmlns:a16="http://schemas.microsoft.com/office/drawing/2014/main" id="{F144F04F-6DF2-743C-D53E-00933B661481}"/>
                </a:ext>
              </a:extLst>
            </p:cNvPr>
            <p:cNvSpPr/>
            <p:nvPr/>
          </p:nvSpPr>
          <p:spPr>
            <a:xfrm>
              <a:off x="3297704" y="3743851"/>
              <a:ext cx="128065" cy="128065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05" name="rc15">
              <a:extLst>
                <a:ext uri="{FF2B5EF4-FFF2-40B4-BE49-F238E27FC236}">
                  <a16:creationId xmlns:a16="http://schemas.microsoft.com/office/drawing/2014/main" id="{0A16CC93-C19B-C629-EFA9-9DD1137F0B72}"/>
                </a:ext>
              </a:extLst>
            </p:cNvPr>
            <p:cNvSpPr/>
            <p:nvPr/>
          </p:nvSpPr>
          <p:spPr>
            <a:xfrm>
              <a:off x="3268887" y="4459077"/>
              <a:ext cx="128065" cy="128065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06" name="pt16">
              <a:extLst>
                <a:ext uri="{FF2B5EF4-FFF2-40B4-BE49-F238E27FC236}">
                  <a16:creationId xmlns:a16="http://schemas.microsoft.com/office/drawing/2014/main" id="{1A6BA56C-4BE8-1105-DE02-2629E27A14A4}"/>
                </a:ext>
              </a:extLst>
            </p:cNvPr>
            <p:cNvSpPr/>
            <p:nvPr/>
          </p:nvSpPr>
          <p:spPr>
            <a:xfrm>
              <a:off x="3903202" y="4090487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07" name="pt17">
              <a:extLst>
                <a:ext uri="{FF2B5EF4-FFF2-40B4-BE49-F238E27FC236}">
                  <a16:creationId xmlns:a16="http://schemas.microsoft.com/office/drawing/2014/main" id="{CECE7C27-8A0D-481E-C145-D91FB8F77AFF}"/>
                </a:ext>
              </a:extLst>
            </p:cNvPr>
            <p:cNvSpPr/>
            <p:nvPr/>
          </p:nvSpPr>
          <p:spPr>
            <a:xfrm>
              <a:off x="4480732" y="2668873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08" name="pt18">
              <a:extLst>
                <a:ext uri="{FF2B5EF4-FFF2-40B4-BE49-F238E27FC236}">
                  <a16:creationId xmlns:a16="http://schemas.microsoft.com/office/drawing/2014/main" id="{D1930A8E-004B-AF66-98D5-66E48528348B}"/>
                </a:ext>
              </a:extLst>
            </p:cNvPr>
            <p:cNvSpPr/>
            <p:nvPr/>
          </p:nvSpPr>
          <p:spPr>
            <a:xfrm>
              <a:off x="4016251" y="2316508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09" name="pt19">
              <a:extLst>
                <a:ext uri="{FF2B5EF4-FFF2-40B4-BE49-F238E27FC236}">
                  <a16:creationId xmlns:a16="http://schemas.microsoft.com/office/drawing/2014/main" id="{D53B1715-DADF-6004-E561-9A03D9A7EB4D}"/>
                </a:ext>
              </a:extLst>
            </p:cNvPr>
            <p:cNvSpPr/>
            <p:nvPr/>
          </p:nvSpPr>
          <p:spPr>
            <a:xfrm>
              <a:off x="3211894" y="4629870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10" name="pt20">
              <a:extLst>
                <a:ext uri="{FF2B5EF4-FFF2-40B4-BE49-F238E27FC236}">
                  <a16:creationId xmlns:a16="http://schemas.microsoft.com/office/drawing/2014/main" id="{EEDF48C9-A41B-9704-1ECA-14AA90135AAB}"/>
                </a:ext>
              </a:extLst>
            </p:cNvPr>
            <p:cNvSpPr/>
            <p:nvPr/>
          </p:nvSpPr>
          <p:spPr>
            <a:xfrm>
              <a:off x="3155937" y="4546872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11" name="pt21">
              <a:extLst>
                <a:ext uri="{FF2B5EF4-FFF2-40B4-BE49-F238E27FC236}">
                  <a16:creationId xmlns:a16="http://schemas.microsoft.com/office/drawing/2014/main" id="{D4F00A74-299F-D711-6CB5-65FE813C753B}"/>
                </a:ext>
              </a:extLst>
            </p:cNvPr>
            <p:cNvSpPr/>
            <p:nvPr/>
          </p:nvSpPr>
          <p:spPr>
            <a:xfrm>
              <a:off x="2893558" y="3387627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12" name="pg22">
              <a:extLst>
                <a:ext uri="{FF2B5EF4-FFF2-40B4-BE49-F238E27FC236}">
                  <a16:creationId xmlns:a16="http://schemas.microsoft.com/office/drawing/2014/main" id="{D68584E0-911A-6715-12E1-9A7469D9D10F}"/>
                </a:ext>
              </a:extLst>
            </p:cNvPr>
            <p:cNvSpPr/>
            <p:nvPr/>
          </p:nvSpPr>
          <p:spPr>
            <a:xfrm>
              <a:off x="3149063" y="3695522"/>
              <a:ext cx="194617" cy="168543"/>
            </a:xfrm>
            <a:custGeom>
              <a:avLst/>
              <a:gdLst/>
              <a:ahLst/>
              <a:cxnLst/>
              <a:rect l="0" t="0" r="0" b="0"/>
              <a:pathLst>
                <a:path w="194617" h="168543">
                  <a:moveTo>
                    <a:pt x="97308" y="0"/>
                  </a:moveTo>
                  <a:lnTo>
                    <a:pt x="194617" y="168543"/>
                  </a:lnTo>
                  <a:lnTo>
                    <a:pt x="0" y="168543"/>
                  </a:lnTo>
                  <a:close/>
                </a:path>
              </a:pathLst>
            </a:cu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13" name="pg23">
              <a:extLst>
                <a:ext uri="{FF2B5EF4-FFF2-40B4-BE49-F238E27FC236}">
                  <a16:creationId xmlns:a16="http://schemas.microsoft.com/office/drawing/2014/main" id="{F1C8E2F2-4E58-5868-EE82-7983CD744593}"/>
                </a:ext>
              </a:extLst>
            </p:cNvPr>
            <p:cNvSpPr/>
            <p:nvPr/>
          </p:nvSpPr>
          <p:spPr>
            <a:xfrm>
              <a:off x="3120245" y="4410747"/>
              <a:ext cx="194617" cy="168543"/>
            </a:xfrm>
            <a:custGeom>
              <a:avLst/>
              <a:gdLst/>
              <a:ahLst/>
              <a:cxnLst/>
              <a:rect l="0" t="0" r="0" b="0"/>
              <a:pathLst>
                <a:path w="194617" h="168543">
                  <a:moveTo>
                    <a:pt x="97308" y="0"/>
                  </a:moveTo>
                  <a:lnTo>
                    <a:pt x="194617" y="168543"/>
                  </a:lnTo>
                  <a:lnTo>
                    <a:pt x="0" y="168543"/>
                  </a:lnTo>
                  <a:close/>
                </a:path>
              </a:pathLst>
            </a:custGeom>
            <a:solidFill>
              <a:srgbClr val="1D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14" name="pl24">
              <a:extLst>
                <a:ext uri="{FF2B5EF4-FFF2-40B4-BE49-F238E27FC236}">
                  <a16:creationId xmlns:a16="http://schemas.microsoft.com/office/drawing/2014/main" id="{F95A39ED-2432-0403-5D4A-CA2E46B755CA}"/>
                </a:ext>
              </a:extLst>
            </p:cNvPr>
            <p:cNvSpPr/>
            <p:nvPr/>
          </p:nvSpPr>
          <p:spPr>
            <a:xfrm>
              <a:off x="3376095" y="3807884"/>
              <a:ext cx="420893" cy="2"/>
            </a:xfrm>
            <a:custGeom>
              <a:avLst/>
              <a:gdLst/>
              <a:ahLst/>
              <a:cxnLst/>
              <a:rect l="0" t="0" r="0" b="0"/>
              <a:pathLst>
                <a:path w="420893" h="2">
                  <a:moveTo>
                    <a:pt x="420893" y="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15" name="pl25">
              <a:extLst>
                <a:ext uri="{FF2B5EF4-FFF2-40B4-BE49-F238E27FC236}">
                  <a16:creationId xmlns:a16="http://schemas.microsoft.com/office/drawing/2014/main" id="{83D08DB4-DF10-D762-12F7-9F1F9AB62243}"/>
                </a:ext>
              </a:extLst>
            </p:cNvPr>
            <p:cNvSpPr/>
            <p:nvPr/>
          </p:nvSpPr>
          <p:spPr>
            <a:xfrm>
              <a:off x="3347277" y="4523109"/>
              <a:ext cx="409282" cy="1"/>
            </a:xfrm>
            <a:custGeom>
              <a:avLst/>
              <a:gdLst/>
              <a:ahLst/>
              <a:cxnLst/>
              <a:rect l="0" t="0" r="0" b="0"/>
              <a:pathLst>
                <a:path w="409282" h="1">
                  <a:moveTo>
                    <a:pt x="409282" y="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16" name="pg26">
              <a:extLst>
                <a:ext uri="{FF2B5EF4-FFF2-40B4-BE49-F238E27FC236}">
                  <a16:creationId xmlns:a16="http://schemas.microsoft.com/office/drawing/2014/main" id="{4CFA6DC6-0EF4-FA38-8738-93559536DCBB}"/>
                </a:ext>
              </a:extLst>
            </p:cNvPr>
            <p:cNvSpPr/>
            <p:nvPr/>
          </p:nvSpPr>
          <p:spPr>
            <a:xfrm>
              <a:off x="3796988" y="3711920"/>
              <a:ext cx="667694" cy="191932"/>
            </a:xfrm>
            <a:custGeom>
              <a:avLst/>
              <a:gdLst/>
              <a:ahLst/>
              <a:cxnLst/>
              <a:rect l="0" t="0" r="0" b="0"/>
              <a:pathLst>
                <a:path w="667694" h="191932">
                  <a:moveTo>
                    <a:pt x="27431" y="191932"/>
                  </a:moveTo>
                  <a:lnTo>
                    <a:pt x="640262" y="191932"/>
                  </a:lnTo>
                  <a:lnTo>
                    <a:pt x="639158" y="191910"/>
                  </a:lnTo>
                  <a:lnTo>
                    <a:pt x="643569" y="191732"/>
                  </a:lnTo>
                  <a:lnTo>
                    <a:pt x="647894" y="190849"/>
                  </a:lnTo>
                  <a:lnTo>
                    <a:pt x="652022" y="189284"/>
                  </a:lnTo>
                  <a:lnTo>
                    <a:pt x="655846" y="187076"/>
                  </a:lnTo>
                  <a:lnTo>
                    <a:pt x="659265" y="184284"/>
                  </a:lnTo>
                  <a:lnTo>
                    <a:pt x="662193" y="180980"/>
                  </a:lnTo>
                  <a:lnTo>
                    <a:pt x="664552" y="177248"/>
                  </a:lnTo>
                  <a:lnTo>
                    <a:pt x="666283" y="173187"/>
                  </a:lnTo>
                  <a:lnTo>
                    <a:pt x="667339" y="168900"/>
                  </a:lnTo>
                  <a:lnTo>
                    <a:pt x="667694" y="164500"/>
                  </a:lnTo>
                  <a:lnTo>
                    <a:pt x="667694" y="27432"/>
                  </a:lnTo>
                  <a:lnTo>
                    <a:pt x="667339" y="23031"/>
                  </a:lnTo>
                  <a:lnTo>
                    <a:pt x="666283" y="18745"/>
                  </a:lnTo>
                  <a:lnTo>
                    <a:pt x="664552" y="14683"/>
                  </a:lnTo>
                  <a:lnTo>
                    <a:pt x="662193" y="10952"/>
                  </a:lnTo>
                  <a:lnTo>
                    <a:pt x="659265" y="7647"/>
                  </a:lnTo>
                  <a:lnTo>
                    <a:pt x="655846" y="4855"/>
                  </a:lnTo>
                  <a:lnTo>
                    <a:pt x="652022" y="2648"/>
                  </a:lnTo>
                  <a:lnTo>
                    <a:pt x="647894" y="1083"/>
                  </a:lnTo>
                  <a:lnTo>
                    <a:pt x="643569" y="200"/>
                  </a:lnTo>
                  <a:lnTo>
                    <a:pt x="640262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6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17" name="tx27">
              <a:extLst>
                <a:ext uri="{FF2B5EF4-FFF2-40B4-BE49-F238E27FC236}">
                  <a16:creationId xmlns:a16="http://schemas.microsoft.com/office/drawing/2014/main" id="{C6982062-10DB-8136-3DDD-C2FAC8F36C3A}"/>
                </a:ext>
              </a:extLst>
            </p:cNvPr>
            <p:cNvSpPr/>
            <p:nvPr/>
          </p:nvSpPr>
          <p:spPr>
            <a:xfrm>
              <a:off x="3842708" y="3757640"/>
              <a:ext cx="576254" cy="1004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5"/>
                </a:lnSpc>
              </a:pPr>
              <a:r>
                <a:rPr sz="165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S1-LOLA</a:t>
              </a:r>
            </a:p>
          </p:txBody>
        </p:sp>
        <p:sp>
          <p:nvSpPr>
            <p:cNvPr id="118" name="pg28">
              <a:extLst>
                <a:ext uri="{FF2B5EF4-FFF2-40B4-BE49-F238E27FC236}">
                  <a16:creationId xmlns:a16="http://schemas.microsoft.com/office/drawing/2014/main" id="{BF838728-071C-1200-4067-EA3721A2FD9C}"/>
                </a:ext>
              </a:extLst>
            </p:cNvPr>
            <p:cNvSpPr/>
            <p:nvPr/>
          </p:nvSpPr>
          <p:spPr>
            <a:xfrm>
              <a:off x="3756560" y="4427144"/>
              <a:ext cx="690920" cy="191932"/>
            </a:xfrm>
            <a:custGeom>
              <a:avLst/>
              <a:gdLst/>
              <a:ahLst/>
              <a:cxnLst/>
              <a:rect l="0" t="0" r="0" b="0"/>
              <a:pathLst>
                <a:path w="690920" h="191932">
                  <a:moveTo>
                    <a:pt x="27432" y="191932"/>
                  </a:moveTo>
                  <a:lnTo>
                    <a:pt x="663488" y="191932"/>
                  </a:lnTo>
                  <a:lnTo>
                    <a:pt x="662384" y="191910"/>
                  </a:lnTo>
                  <a:lnTo>
                    <a:pt x="666795" y="191732"/>
                  </a:lnTo>
                  <a:lnTo>
                    <a:pt x="671120" y="190849"/>
                  </a:lnTo>
                  <a:lnTo>
                    <a:pt x="675248" y="189284"/>
                  </a:lnTo>
                  <a:lnTo>
                    <a:pt x="679071" y="187076"/>
                  </a:lnTo>
                  <a:lnTo>
                    <a:pt x="682491" y="184284"/>
                  </a:lnTo>
                  <a:lnTo>
                    <a:pt x="685418" y="180980"/>
                  </a:lnTo>
                  <a:lnTo>
                    <a:pt x="687778" y="177248"/>
                  </a:lnTo>
                  <a:lnTo>
                    <a:pt x="689508" y="173187"/>
                  </a:lnTo>
                  <a:lnTo>
                    <a:pt x="690565" y="168900"/>
                  </a:lnTo>
                  <a:lnTo>
                    <a:pt x="690920" y="164500"/>
                  </a:lnTo>
                  <a:lnTo>
                    <a:pt x="690920" y="27432"/>
                  </a:lnTo>
                  <a:lnTo>
                    <a:pt x="690565" y="23031"/>
                  </a:lnTo>
                  <a:lnTo>
                    <a:pt x="689508" y="18745"/>
                  </a:lnTo>
                  <a:lnTo>
                    <a:pt x="687778" y="14683"/>
                  </a:lnTo>
                  <a:lnTo>
                    <a:pt x="685418" y="10952"/>
                  </a:lnTo>
                  <a:lnTo>
                    <a:pt x="682491" y="7647"/>
                  </a:lnTo>
                  <a:lnTo>
                    <a:pt x="679071" y="4855"/>
                  </a:lnTo>
                  <a:lnTo>
                    <a:pt x="675248" y="2648"/>
                  </a:lnTo>
                  <a:lnTo>
                    <a:pt x="671120" y="1083"/>
                  </a:lnTo>
                  <a:lnTo>
                    <a:pt x="666795" y="200"/>
                  </a:lnTo>
                  <a:lnTo>
                    <a:pt x="663488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6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19" name="tx29">
              <a:extLst>
                <a:ext uri="{FF2B5EF4-FFF2-40B4-BE49-F238E27FC236}">
                  <a16:creationId xmlns:a16="http://schemas.microsoft.com/office/drawing/2014/main" id="{06ACBD5C-E855-FF9A-9E25-C845ADBB30BD}"/>
                </a:ext>
              </a:extLst>
            </p:cNvPr>
            <p:cNvSpPr/>
            <p:nvPr/>
          </p:nvSpPr>
          <p:spPr>
            <a:xfrm>
              <a:off x="3802280" y="4472864"/>
              <a:ext cx="599480" cy="1004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5"/>
                </a:lnSpc>
              </a:pPr>
              <a:r>
                <a:rPr sz="165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S2-DEBY</a:t>
              </a:r>
            </a:p>
          </p:txBody>
        </p:sp>
        <p:sp>
          <p:nvSpPr>
            <p:cNvPr id="120" name="pl30">
              <a:extLst>
                <a:ext uri="{FF2B5EF4-FFF2-40B4-BE49-F238E27FC236}">
                  <a16:creationId xmlns:a16="http://schemas.microsoft.com/office/drawing/2014/main" id="{E7B1B1BB-22E6-B643-E1A3-81C4171996EA}"/>
                </a:ext>
              </a:extLst>
            </p:cNvPr>
            <p:cNvSpPr/>
            <p:nvPr/>
          </p:nvSpPr>
          <p:spPr>
            <a:xfrm>
              <a:off x="3049624" y="3651543"/>
              <a:ext cx="185611" cy="147492"/>
            </a:xfrm>
            <a:custGeom>
              <a:avLst/>
              <a:gdLst/>
              <a:ahLst/>
              <a:cxnLst/>
              <a:rect l="0" t="0" r="0" b="0"/>
              <a:pathLst>
                <a:path w="185611" h="147492">
                  <a:moveTo>
                    <a:pt x="0" y="0"/>
                  </a:moveTo>
                  <a:lnTo>
                    <a:pt x="185611" y="14749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21" name="pl31">
              <a:extLst>
                <a:ext uri="{FF2B5EF4-FFF2-40B4-BE49-F238E27FC236}">
                  <a16:creationId xmlns:a16="http://schemas.microsoft.com/office/drawing/2014/main" id="{B1E7084F-F9C4-5FD3-97B0-13683928AC40}"/>
                </a:ext>
              </a:extLst>
            </p:cNvPr>
            <p:cNvSpPr/>
            <p:nvPr/>
          </p:nvSpPr>
          <p:spPr>
            <a:xfrm>
              <a:off x="3080122" y="4375697"/>
              <a:ext cx="127767" cy="137046"/>
            </a:xfrm>
            <a:custGeom>
              <a:avLst/>
              <a:gdLst/>
              <a:ahLst/>
              <a:cxnLst/>
              <a:rect l="0" t="0" r="0" b="0"/>
              <a:pathLst>
                <a:path w="127767" h="137046">
                  <a:moveTo>
                    <a:pt x="0" y="0"/>
                  </a:moveTo>
                  <a:lnTo>
                    <a:pt x="127767" y="13704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22" name="pg32">
              <a:extLst>
                <a:ext uri="{FF2B5EF4-FFF2-40B4-BE49-F238E27FC236}">
                  <a16:creationId xmlns:a16="http://schemas.microsoft.com/office/drawing/2014/main" id="{A347A98C-191D-FA9D-85AE-DAB215DEBB83}"/>
                </a:ext>
              </a:extLst>
            </p:cNvPr>
            <p:cNvSpPr/>
            <p:nvPr/>
          </p:nvSpPr>
          <p:spPr>
            <a:xfrm>
              <a:off x="2366385" y="3536282"/>
              <a:ext cx="683239" cy="191932"/>
            </a:xfrm>
            <a:custGeom>
              <a:avLst/>
              <a:gdLst/>
              <a:ahLst/>
              <a:cxnLst/>
              <a:rect l="0" t="0" r="0" b="0"/>
              <a:pathLst>
                <a:path w="683239" h="191932">
                  <a:moveTo>
                    <a:pt x="27431" y="191932"/>
                  </a:moveTo>
                  <a:lnTo>
                    <a:pt x="655807" y="191932"/>
                  </a:lnTo>
                  <a:lnTo>
                    <a:pt x="654703" y="191910"/>
                  </a:lnTo>
                  <a:lnTo>
                    <a:pt x="659114" y="191732"/>
                  </a:lnTo>
                  <a:lnTo>
                    <a:pt x="663439" y="190849"/>
                  </a:lnTo>
                  <a:lnTo>
                    <a:pt x="667567" y="189284"/>
                  </a:lnTo>
                  <a:lnTo>
                    <a:pt x="671390" y="187076"/>
                  </a:lnTo>
                  <a:lnTo>
                    <a:pt x="674810" y="184284"/>
                  </a:lnTo>
                  <a:lnTo>
                    <a:pt x="677737" y="180980"/>
                  </a:lnTo>
                  <a:lnTo>
                    <a:pt x="680097" y="177248"/>
                  </a:lnTo>
                  <a:lnTo>
                    <a:pt x="681827" y="173187"/>
                  </a:lnTo>
                  <a:lnTo>
                    <a:pt x="682884" y="168900"/>
                  </a:lnTo>
                  <a:lnTo>
                    <a:pt x="683239" y="164500"/>
                  </a:lnTo>
                  <a:lnTo>
                    <a:pt x="683239" y="27432"/>
                  </a:lnTo>
                  <a:lnTo>
                    <a:pt x="682884" y="23031"/>
                  </a:lnTo>
                  <a:lnTo>
                    <a:pt x="681827" y="18745"/>
                  </a:lnTo>
                  <a:lnTo>
                    <a:pt x="680097" y="14683"/>
                  </a:lnTo>
                  <a:lnTo>
                    <a:pt x="677737" y="10952"/>
                  </a:lnTo>
                  <a:lnTo>
                    <a:pt x="674810" y="7647"/>
                  </a:lnTo>
                  <a:lnTo>
                    <a:pt x="671390" y="4855"/>
                  </a:lnTo>
                  <a:lnTo>
                    <a:pt x="667567" y="2648"/>
                  </a:lnTo>
                  <a:lnTo>
                    <a:pt x="663439" y="1083"/>
                  </a:lnTo>
                  <a:lnTo>
                    <a:pt x="659114" y="200"/>
                  </a:lnTo>
                  <a:lnTo>
                    <a:pt x="655807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6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23" name="tx33">
              <a:extLst>
                <a:ext uri="{FF2B5EF4-FFF2-40B4-BE49-F238E27FC236}">
                  <a16:creationId xmlns:a16="http://schemas.microsoft.com/office/drawing/2014/main" id="{FC6B3FC3-0D10-15B2-7F98-AD2D8A522E37}"/>
                </a:ext>
              </a:extLst>
            </p:cNvPr>
            <p:cNvSpPr/>
            <p:nvPr/>
          </p:nvSpPr>
          <p:spPr>
            <a:xfrm>
              <a:off x="2412105" y="3582002"/>
              <a:ext cx="591799" cy="1004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5"/>
                </a:lnSpc>
              </a:pPr>
              <a:r>
                <a:rPr sz="165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124" name="pg34">
              <a:extLst>
                <a:ext uri="{FF2B5EF4-FFF2-40B4-BE49-F238E27FC236}">
                  <a16:creationId xmlns:a16="http://schemas.microsoft.com/office/drawing/2014/main" id="{4BF2194E-EE79-EBE3-3370-15AC24B1D235}"/>
                </a:ext>
              </a:extLst>
            </p:cNvPr>
            <p:cNvSpPr/>
            <p:nvPr/>
          </p:nvSpPr>
          <p:spPr>
            <a:xfrm>
              <a:off x="2334886" y="4251517"/>
              <a:ext cx="745236" cy="191932"/>
            </a:xfrm>
            <a:custGeom>
              <a:avLst/>
              <a:gdLst/>
              <a:ahLst/>
              <a:cxnLst/>
              <a:rect l="0" t="0" r="0" b="0"/>
              <a:pathLst>
                <a:path w="745236" h="191932">
                  <a:moveTo>
                    <a:pt x="27431" y="191932"/>
                  </a:moveTo>
                  <a:lnTo>
                    <a:pt x="717804" y="191932"/>
                  </a:lnTo>
                  <a:lnTo>
                    <a:pt x="716699" y="191910"/>
                  </a:lnTo>
                  <a:lnTo>
                    <a:pt x="721110" y="191732"/>
                  </a:lnTo>
                  <a:lnTo>
                    <a:pt x="725436" y="190849"/>
                  </a:lnTo>
                  <a:lnTo>
                    <a:pt x="729563" y="189284"/>
                  </a:lnTo>
                  <a:lnTo>
                    <a:pt x="733387" y="187076"/>
                  </a:lnTo>
                  <a:lnTo>
                    <a:pt x="736806" y="184284"/>
                  </a:lnTo>
                  <a:lnTo>
                    <a:pt x="739734" y="180980"/>
                  </a:lnTo>
                  <a:lnTo>
                    <a:pt x="742093" y="177248"/>
                  </a:lnTo>
                  <a:lnTo>
                    <a:pt x="743824" y="173187"/>
                  </a:lnTo>
                  <a:lnTo>
                    <a:pt x="744880" y="168900"/>
                  </a:lnTo>
                  <a:lnTo>
                    <a:pt x="745236" y="164500"/>
                  </a:lnTo>
                  <a:lnTo>
                    <a:pt x="745236" y="27432"/>
                  </a:lnTo>
                  <a:lnTo>
                    <a:pt x="744880" y="23031"/>
                  </a:lnTo>
                  <a:lnTo>
                    <a:pt x="743824" y="18745"/>
                  </a:lnTo>
                  <a:lnTo>
                    <a:pt x="742093" y="14683"/>
                  </a:lnTo>
                  <a:lnTo>
                    <a:pt x="739734" y="10952"/>
                  </a:lnTo>
                  <a:lnTo>
                    <a:pt x="736806" y="7647"/>
                  </a:lnTo>
                  <a:lnTo>
                    <a:pt x="733387" y="4855"/>
                  </a:lnTo>
                  <a:lnTo>
                    <a:pt x="729563" y="2648"/>
                  </a:lnTo>
                  <a:lnTo>
                    <a:pt x="725436" y="1083"/>
                  </a:lnTo>
                  <a:lnTo>
                    <a:pt x="721110" y="200"/>
                  </a:lnTo>
                  <a:lnTo>
                    <a:pt x="71780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6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25" name="tx35">
              <a:extLst>
                <a:ext uri="{FF2B5EF4-FFF2-40B4-BE49-F238E27FC236}">
                  <a16:creationId xmlns:a16="http://schemas.microsoft.com/office/drawing/2014/main" id="{15C4B9C2-D553-194D-6348-C4BCD761A5E6}"/>
                </a:ext>
              </a:extLst>
            </p:cNvPr>
            <p:cNvSpPr/>
            <p:nvPr/>
          </p:nvSpPr>
          <p:spPr>
            <a:xfrm>
              <a:off x="2380606" y="4297237"/>
              <a:ext cx="653796" cy="1004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5"/>
                </a:lnSpc>
              </a:pPr>
              <a:r>
                <a:rPr sz="165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 River</a:t>
              </a:r>
            </a:p>
          </p:txBody>
        </p:sp>
        <p:sp>
          <p:nvSpPr>
            <p:cNvPr id="126" name="pl36">
              <a:extLst>
                <a:ext uri="{FF2B5EF4-FFF2-40B4-BE49-F238E27FC236}">
                  <a16:creationId xmlns:a16="http://schemas.microsoft.com/office/drawing/2014/main" id="{5F3F4A51-4E69-E48C-3165-544BE2AA2D45}"/>
                </a:ext>
              </a:extLst>
            </p:cNvPr>
            <p:cNvSpPr/>
            <p:nvPr/>
          </p:nvSpPr>
          <p:spPr>
            <a:xfrm>
              <a:off x="3114115" y="4572330"/>
              <a:ext cx="114587" cy="656102"/>
            </a:xfrm>
            <a:custGeom>
              <a:avLst/>
              <a:gdLst/>
              <a:ahLst/>
              <a:cxnLst/>
              <a:rect l="0" t="0" r="0" b="0"/>
              <a:pathLst>
                <a:path w="114587" h="656102">
                  <a:moveTo>
                    <a:pt x="114587" y="6561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27" name="pg37">
              <a:extLst>
                <a:ext uri="{FF2B5EF4-FFF2-40B4-BE49-F238E27FC236}">
                  <a16:creationId xmlns:a16="http://schemas.microsoft.com/office/drawing/2014/main" id="{5C404D95-3B08-A3D4-409C-2949D75390C7}"/>
                </a:ext>
              </a:extLst>
            </p:cNvPr>
            <p:cNvSpPr/>
            <p:nvPr/>
          </p:nvSpPr>
          <p:spPr>
            <a:xfrm>
              <a:off x="3228702" y="5145554"/>
              <a:ext cx="535106" cy="191932"/>
            </a:xfrm>
            <a:custGeom>
              <a:avLst/>
              <a:gdLst/>
              <a:ahLst/>
              <a:cxnLst/>
              <a:rect l="0" t="0" r="0" b="0"/>
              <a:pathLst>
                <a:path w="535106" h="191932">
                  <a:moveTo>
                    <a:pt x="27431" y="191932"/>
                  </a:moveTo>
                  <a:lnTo>
                    <a:pt x="507674" y="191932"/>
                  </a:lnTo>
                  <a:lnTo>
                    <a:pt x="506570" y="191910"/>
                  </a:lnTo>
                  <a:lnTo>
                    <a:pt x="510981" y="191732"/>
                  </a:lnTo>
                  <a:lnTo>
                    <a:pt x="515306" y="190849"/>
                  </a:lnTo>
                  <a:lnTo>
                    <a:pt x="519434" y="189284"/>
                  </a:lnTo>
                  <a:lnTo>
                    <a:pt x="523258" y="187076"/>
                  </a:lnTo>
                  <a:lnTo>
                    <a:pt x="526677" y="184284"/>
                  </a:lnTo>
                  <a:lnTo>
                    <a:pt x="529605" y="180980"/>
                  </a:lnTo>
                  <a:lnTo>
                    <a:pt x="531964" y="177248"/>
                  </a:lnTo>
                  <a:lnTo>
                    <a:pt x="533695" y="173187"/>
                  </a:lnTo>
                  <a:lnTo>
                    <a:pt x="534751" y="168900"/>
                  </a:lnTo>
                  <a:lnTo>
                    <a:pt x="535106" y="164500"/>
                  </a:lnTo>
                  <a:lnTo>
                    <a:pt x="535106" y="27431"/>
                  </a:lnTo>
                  <a:lnTo>
                    <a:pt x="534751" y="23031"/>
                  </a:lnTo>
                  <a:lnTo>
                    <a:pt x="533695" y="18745"/>
                  </a:lnTo>
                  <a:lnTo>
                    <a:pt x="531964" y="14683"/>
                  </a:lnTo>
                  <a:lnTo>
                    <a:pt x="529605" y="10952"/>
                  </a:lnTo>
                  <a:lnTo>
                    <a:pt x="526677" y="7647"/>
                  </a:lnTo>
                  <a:lnTo>
                    <a:pt x="523258" y="4855"/>
                  </a:lnTo>
                  <a:lnTo>
                    <a:pt x="519434" y="2648"/>
                  </a:lnTo>
                  <a:lnTo>
                    <a:pt x="515306" y="1083"/>
                  </a:lnTo>
                  <a:lnTo>
                    <a:pt x="510981" y="200"/>
                  </a:lnTo>
                  <a:lnTo>
                    <a:pt x="50767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6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28" name="tx38">
              <a:extLst>
                <a:ext uri="{FF2B5EF4-FFF2-40B4-BE49-F238E27FC236}">
                  <a16:creationId xmlns:a16="http://schemas.microsoft.com/office/drawing/2014/main" id="{81785713-82F7-F916-4F7C-BCE3F740EFE8}"/>
                </a:ext>
              </a:extLst>
            </p:cNvPr>
            <p:cNvSpPr/>
            <p:nvPr/>
          </p:nvSpPr>
          <p:spPr>
            <a:xfrm>
              <a:off x="3274422" y="5191274"/>
              <a:ext cx="443666" cy="1004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5"/>
                </a:lnSpc>
              </a:pPr>
              <a:r>
                <a:rPr sz="165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W4-VA</a:t>
              </a:r>
            </a:p>
          </p:txBody>
        </p:sp>
        <p:sp>
          <p:nvSpPr>
            <p:cNvPr id="129" name="pl39">
              <a:extLst>
                <a:ext uri="{FF2B5EF4-FFF2-40B4-BE49-F238E27FC236}">
                  <a16:creationId xmlns:a16="http://schemas.microsoft.com/office/drawing/2014/main" id="{5835496F-0C6C-72B5-18B1-EB8D6CF041EC}"/>
                </a:ext>
              </a:extLst>
            </p:cNvPr>
            <p:cNvSpPr/>
            <p:nvPr/>
          </p:nvSpPr>
          <p:spPr>
            <a:xfrm>
              <a:off x="2289166" y="1896563"/>
              <a:ext cx="0" cy="3824476"/>
            </a:xfrm>
            <a:custGeom>
              <a:avLst/>
              <a:gdLst/>
              <a:ahLst/>
              <a:cxnLst/>
              <a:rect l="0" t="0" r="0" b="0"/>
              <a:pathLst>
                <a:path h="3824476">
                  <a:moveTo>
                    <a:pt x="0" y="382447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30" name="tx40">
              <a:extLst>
                <a:ext uri="{FF2B5EF4-FFF2-40B4-BE49-F238E27FC236}">
                  <a16:creationId xmlns:a16="http://schemas.microsoft.com/office/drawing/2014/main" id="{FDDF0381-6E04-632A-23C1-12A18B5D15AD}"/>
                </a:ext>
              </a:extLst>
            </p:cNvPr>
            <p:cNvSpPr/>
            <p:nvPr/>
          </p:nvSpPr>
          <p:spPr>
            <a:xfrm>
              <a:off x="1883636" y="5211154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36.5</a:t>
              </a:r>
            </a:p>
          </p:txBody>
        </p:sp>
        <p:sp>
          <p:nvSpPr>
            <p:cNvPr id="131" name="tx41">
              <a:extLst>
                <a:ext uri="{FF2B5EF4-FFF2-40B4-BE49-F238E27FC236}">
                  <a16:creationId xmlns:a16="http://schemas.microsoft.com/office/drawing/2014/main" id="{D6BD0223-DAD6-6BC2-7F10-CE93563B8E99}"/>
                </a:ext>
              </a:extLst>
            </p:cNvPr>
            <p:cNvSpPr/>
            <p:nvPr/>
          </p:nvSpPr>
          <p:spPr>
            <a:xfrm>
              <a:off x="2101171" y="5192775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2" name="tx42">
              <a:extLst>
                <a:ext uri="{FF2B5EF4-FFF2-40B4-BE49-F238E27FC236}">
                  <a16:creationId xmlns:a16="http://schemas.microsoft.com/office/drawing/2014/main" id="{3F6A6200-C624-C28D-7768-92B67B97CF28}"/>
                </a:ext>
              </a:extLst>
            </p:cNvPr>
            <p:cNvSpPr/>
            <p:nvPr/>
          </p:nvSpPr>
          <p:spPr>
            <a:xfrm>
              <a:off x="2145886" y="5211154"/>
              <a:ext cx="8065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133" name="tx43">
              <a:extLst>
                <a:ext uri="{FF2B5EF4-FFF2-40B4-BE49-F238E27FC236}">
                  <a16:creationId xmlns:a16="http://schemas.microsoft.com/office/drawing/2014/main" id="{A6A079F6-E2E7-8996-D600-643480BD65F4}"/>
                </a:ext>
              </a:extLst>
            </p:cNvPr>
            <p:cNvSpPr/>
            <p:nvPr/>
          </p:nvSpPr>
          <p:spPr>
            <a:xfrm>
              <a:off x="1883636" y="4723289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37.0</a:t>
              </a:r>
            </a:p>
          </p:txBody>
        </p:sp>
        <p:sp>
          <p:nvSpPr>
            <p:cNvPr id="134" name="tx44">
              <a:extLst>
                <a:ext uri="{FF2B5EF4-FFF2-40B4-BE49-F238E27FC236}">
                  <a16:creationId xmlns:a16="http://schemas.microsoft.com/office/drawing/2014/main" id="{7021F260-6CBD-02CE-0C35-8B2CAA49CAAC}"/>
                </a:ext>
              </a:extLst>
            </p:cNvPr>
            <p:cNvSpPr/>
            <p:nvPr/>
          </p:nvSpPr>
          <p:spPr>
            <a:xfrm>
              <a:off x="2101171" y="470491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5" name="tx45">
              <a:extLst>
                <a:ext uri="{FF2B5EF4-FFF2-40B4-BE49-F238E27FC236}">
                  <a16:creationId xmlns:a16="http://schemas.microsoft.com/office/drawing/2014/main" id="{073E174C-C9E4-16E4-5C1B-A81EE4DF0B36}"/>
                </a:ext>
              </a:extLst>
            </p:cNvPr>
            <p:cNvSpPr/>
            <p:nvPr/>
          </p:nvSpPr>
          <p:spPr>
            <a:xfrm>
              <a:off x="2145886" y="4723289"/>
              <a:ext cx="8065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136" name="tx46">
              <a:extLst>
                <a:ext uri="{FF2B5EF4-FFF2-40B4-BE49-F238E27FC236}">
                  <a16:creationId xmlns:a16="http://schemas.microsoft.com/office/drawing/2014/main" id="{E42F8F25-55A7-8AAA-977A-4571D82F621A}"/>
                </a:ext>
              </a:extLst>
            </p:cNvPr>
            <p:cNvSpPr/>
            <p:nvPr/>
          </p:nvSpPr>
          <p:spPr>
            <a:xfrm>
              <a:off x="1883636" y="4235425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37.5</a:t>
              </a:r>
            </a:p>
          </p:txBody>
        </p:sp>
        <p:sp>
          <p:nvSpPr>
            <p:cNvPr id="137" name="tx47">
              <a:extLst>
                <a:ext uri="{FF2B5EF4-FFF2-40B4-BE49-F238E27FC236}">
                  <a16:creationId xmlns:a16="http://schemas.microsoft.com/office/drawing/2014/main" id="{81EC917D-52BB-36CA-BE74-479F0BA65F15}"/>
                </a:ext>
              </a:extLst>
            </p:cNvPr>
            <p:cNvSpPr/>
            <p:nvPr/>
          </p:nvSpPr>
          <p:spPr>
            <a:xfrm>
              <a:off x="2101171" y="4217045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8" name="tx48">
              <a:extLst>
                <a:ext uri="{FF2B5EF4-FFF2-40B4-BE49-F238E27FC236}">
                  <a16:creationId xmlns:a16="http://schemas.microsoft.com/office/drawing/2014/main" id="{2071CA9A-4B43-C2FA-DBB8-1DE5BAFD88FB}"/>
                </a:ext>
              </a:extLst>
            </p:cNvPr>
            <p:cNvSpPr/>
            <p:nvPr/>
          </p:nvSpPr>
          <p:spPr>
            <a:xfrm>
              <a:off x="2145886" y="4235425"/>
              <a:ext cx="8065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139" name="tx49">
              <a:extLst>
                <a:ext uri="{FF2B5EF4-FFF2-40B4-BE49-F238E27FC236}">
                  <a16:creationId xmlns:a16="http://schemas.microsoft.com/office/drawing/2014/main" id="{1FAABEFE-CBC5-5203-641C-A559D14AD288}"/>
                </a:ext>
              </a:extLst>
            </p:cNvPr>
            <p:cNvSpPr/>
            <p:nvPr/>
          </p:nvSpPr>
          <p:spPr>
            <a:xfrm>
              <a:off x="1883636" y="3747514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38.0</a:t>
              </a:r>
            </a:p>
          </p:txBody>
        </p:sp>
        <p:sp>
          <p:nvSpPr>
            <p:cNvPr id="140" name="tx50">
              <a:extLst>
                <a:ext uri="{FF2B5EF4-FFF2-40B4-BE49-F238E27FC236}">
                  <a16:creationId xmlns:a16="http://schemas.microsoft.com/office/drawing/2014/main" id="{B3F17FE0-A51F-FF87-7A31-B9DA2E178DB5}"/>
                </a:ext>
              </a:extLst>
            </p:cNvPr>
            <p:cNvSpPr/>
            <p:nvPr/>
          </p:nvSpPr>
          <p:spPr>
            <a:xfrm>
              <a:off x="2101171" y="372913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41" name="tx51">
              <a:extLst>
                <a:ext uri="{FF2B5EF4-FFF2-40B4-BE49-F238E27FC236}">
                  <a16:creationId xmlns:a16="http://schemas.microsoft.com/office/drawing/2014/main" id="{51EA29D1-535B-C1CC-E16B-90249811240D}"/>
                </a:ext>
              </a:extLst>
            </p:cNvPr>
            <p:cNvSpPr/>
            <p:nvPr/>
          </p:nvSpPr>
          <p:spPr>
            <a:xfrm>
              <a:off x="2145886" y="3747514"/>
              <a:ext cx="8065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142" name="tx52">
              <a:extLst>
                <a:ext uri="{FF2B5EF4-FFF2-40B4-BE49-F238E27FC236}">
                  <a16:creationId xmlns:a16="http://schemas.microsoft.com/office/drawing/2014/main" id="{2096A53C-8EC7-E51C-FADA-2064EB6C3EBD}"/>
                </a:ext>
              </a:extLst>
            </p:cNvPr>
            <p:cNvSpPr/>
            <p:nvPr/>
          </p:nvSpPr>
          <p:spPr>
            <a:xfrm>
              <a:off x="1883636" y="3259649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38.5</a:t>
              </a:r>
            </a:p>
          </p:txBody>
        </p:sp>
        <p:sp>
          <p:nvSpPr>
            <p:cNvPr id="143" name="tx53">
              <a:extLst>
                <a:ext uri="{FF2B5EF4-FFF2-40B4-BE49-F238E27FC236}">
                  <a16:creationId xmlns:a16="http://schemas.microsoft.com/office/drawing/2014/main" id="{E504827C-36B9-8AC6-67CE-602D7458E214}"/>
                </a:ext>
              </a:extLst>
            </p:cNvPr>
            <p:cNvSpPr/>
            <p:nvPr/>
          </p:nvSpPr>
          <p:spPr>
            <a:xfrm>
              <a:off x="2101171" y="324127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44" name="tx54">
              <a:extLst>
                <a:ext uri="{FF2B5EF4-FFF2-40B4-BE49-F238E27FC236}">
                  <a16:creationId xmlns:a16="http://schemas.microsoft.com/office/drawing/2014/main" id="{726132E6-6264-DE7D-E212-6A65AEB977B0}"/>
                </a:ext>
              </a:extLst>
            </p:cNvPr>
            <p:cNvSpPr/>
            <p:nvPr/>
          </p:nvSpPr>
          <p:spPr>
            <a:xfrm>
              <a:off x="2145886" y="3259649"/>
              <a:ext cx="8065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145" name="tx55">
              <a:extLst>
                <a:ext uri="{FF2B5EF4-FFF2-40B4-BE49-F238E27FC236}">
                  <a16:creationId xmlns:a16="http://schemas.microsoft.com/office/drawing/2014/main" id="{9971AABE-4E8F-4E16-67B8-19612DADA2D7}"/>
                </a:ext>
              </a:extLst>
            </p:cNvPr>
            <p:cNvSpPr/>
            <p:nvPr/>
          </p:nvSpPr>
          <p:spPr>
            <a:xfrm>
              <a:off x="1883636" y="2771830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39.0</a:t>
              </a:r>
            </a:p>
          </p:txBody>
        </p:sp>
        <p:sp>
          <p:nvSpPr>
            <p:cNvPr id="146" name="tx56">
              <a:extLst>
                <a:ext uri="{FF2B5EF4-FFF2-40B4-BE49-F238E27FC236}">
                  <a16:creationId xmlns:a16="http://schemas.microsoft.com/office/drawing/2014/main" id="{CC1D07D8-EBDF-AB0F-E4F3-2B5F3239B6CB}"/>
                </a:ext>
              </a:extLst>
            </p:cNvPr>
            <p:cNvSpPr/>
            <p:nvPr/>
          </p:nvSpPr>
          <p:spPr>
            <a:xfrm>
              <a:off x="2101171" y="275345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47" name="tx57">
              <a:extLst>
                <a:ext uri="{FF2B5EF4-FFF2-40B4-BE49-F238E27FC236}">
                  <a16:creationId xmlns:a16="http://schemas.microsoft.com/office/drawing/2014/main" id="{DDFF30E8-7CDC-B7FB-9763-30A7FF181B22}"/>
                </a:ext>
              </a:extLst>
            </p:cNvPr>
            <p:cNvSpPr/>
            <p:nvPr/>
          </p:nvSpPr>
          <p:spPr>
            <a:xfrm>
              <a:off x="2145886" y="2771830"/>
              <a:ext cx="8065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148" name="tx58">
              <a:extLst>
                <a:ext uri="{FF2B5EF4-FFF2-40B4-BE49-F238E27FC236}">
                  <a16:creationId xmlns:a16="http://schemas.microsoft.com/office/drawing/2014/main" id="{5054BD74-F0BE-752F-A105-A70F294CA465}"/>
                </a:ext>
              </a:extLst>
            </p:cNvPr>
            <p:cNvSpPr/>
            <p:nvPr/>
          </p:nvSpPr>
          <p:spPr>
            <a:xfrm>
              <a:off x="1883636" y="2283965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39.5</a:t>
              </a:r>
            </a:p>
          </p:txBody>
        </p:sp>
        <p:sp>
          <p:nvSpPr>
            <p:cNvPr id="149" name="tx59">
              <a:extLst>
                <a:ext uri="{FF2B5EF4-FFF2-40B4-BE49-F238E27FC236}">
                  <a16:creationId xmlns:a16="http://schemas.microsoft.com/office/drawing/2014/main" id="{C3FE82BE-355B-D68B-C371-081CEFADB3B3}"/>
                </a:ext>
              </a:extLst>
            </p:cNvPr>
            <p:cNvSpPr/>
            <p:nvPr/>
          </p:nvSpPr>
          <p:spPr>
            <a:xfrm>
              <a:off x="2101171" y="226558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50" name="tx60">
              <a:extLst>
                <a:ext uri="{FF2B5EF4-FFF2-40B4-BE49-F238E27FC236}">
                  <a16:creationId xmlns:a16="http://schemas.microsoft.com/office/drawing/2014/main" id="{57E5D799-5058-3229-BC8E-FA0835B551EF}"/>
                </a:ext>
              </a:extLst>
            </p:cNvPr>
            <p:cNvSpPr/>
            <p:nvPr/>
          </p:nvSpPr>
          <p:spPr>
            <a:xfrm>
              <a:off x="2145886" y="2283965"/>
              <a:ext cx="8065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151" name="pl61">
              <a:extLst>
                <a:ext uri="{FF2B5EF4-FFF2-40B4-BE49-F238E27FC236}">
                  <a16:creationId xmlns:a16="http://schemas.microsoft.com/office/drawing/2014/main" id="{661042B9-686C-69F6-8C0E-728D974E9795}"/>
                </a:ext>
              </a:extLst>
            </p:cNvPr>
            <p:cNvSpPr/>
            <p:nvPr/>
          </p:nvSpPr>
          <p:spPr>
            <a:xfrm>
              <a:off x="2254371" y="525225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52" name="pl62">
              <a:extLst>
                <a:ext uri="{FF2B5EF4-FFF2-40B4-BE49-F238E27FC236}">
                  <a16:creationId xmlns:a16="http://schemas.microsoft.com/office/drawing/2014/main" id="{223C51A4-952D-AAD1-D675-BD64F2EA977D}"/>
                </a:ext>
              </a:extLst>
            </p:cNvPr>
            <p:cNvSpPr/>
            <p:nvPr/>
          </p:nvSpPr>
          <p:spPr>
            <a:xfrm>
              <a:off x="2254371" y="476439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53" name="pl63">
              <a:extLst>
                <a:ext uri="{FF2B5EF4-FFF2-40B4-BE49-F238E27FC236}">
                  <a16:creationId xmlns:a16="http://schemas.microsoft.com/office/drawing/2014/main" id="{2060C9F1-AE0A-4DEB-5C11-F08F579A3D23}"/>
                </a:ext>
              </a:extLst>
            </p:cNvPr>
            <p:cNvSpPr/>
            <p:nvPr/>
          </p:nvSpPr>
          <p:spPr>
            <a:xfrm>
              <a:off x="2254371" y="427652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54" name="pl64">
              <a:extLst>
                <a:ext uri="{FF2B5EF4-FFF2-40B4-BE49-F238E27FC236}">
                  <a16:creationId xmlns:a16="http://schemas.microsoft.com/office/drawing/2014/main" id="{87F79584-A980-C80C-0BA9-C27C7D3F2EB6}"/>
                </a:ext>
              </a:extLst>
            </p:cNvPr>
            <p:cNvSpPr/>
            <p:nvPr/>
          </p:nvSpPr>
          <p:spPr>
            <a:xfrm>
              <a:off x="2254371" y="378866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55" name="pl65">
              <a:extLst>
                <a:ext uri="{FF2B5EF4-FFF2-40B4-BE49-F238E27FC236}">
                  <a16:creationId xmlns:a16="http://schemas.microsoft.com/office/drawing/2014/main" id="{0608D954-A3D3-0121-A75F-AED37A80D318}"/>
                </a:ext>
              </a:extLst>
            </p:cNvPr>
            <p:cNvSpPr/>
            <p:nvPr/>
          </p:nvSpPr>
          <p:spPr>
            <a:xfrm>
              <a:off x="2254371" y="330079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56" name="pl66">
              <a:extLst>
                <a:ext uri="{FF2B5EF4-FFF2-40B4-BE49-F238E27FC236}">
                  <a16:creationId xmlns:a16="http://schemas.microsoft.com/office/drawing/2014/main" id="{FC0966EE-8112-C055-ED59-832E71EE1788}"/>
                </a:ext>
              </a:extLst>
            </p:cNvPr>
            <p:cNvSpPr/>
            <p:nvPr/>
          </p:nvSpPr>
          <p:spPr>
            <a:xfrm>
              <a:off x="2254371" y="281293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57" name="pl67">
              <a:extLst>
                <a:ext uri="{FF2B5EF4-FFF2-40B4-BE49-F238E27FC236}">
                  <a16:creationId xmlns:a16="http://schemas.microsoft.com/office/drawing/2014/main" id="{20762114-259B-6610-E95D-1D0C7AABD067}"/>
                </a:ext>
              </a:extLst>
            </p:cNvPr>
            <p:cNvSpPr/>
            <p:nvPr/>
          </p:nvSpPr>
          <p:spPr>
            <a:xfrm>
              <a:off x="2254371" y="23250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58" name="pl68">
              <a:extLst>
                <a:ext uri="{FF2B5EF4-FFF2-40B4-BE49-F238E27FC236}">
                  <a16:creationId xmlns:a16="http://schemas.microsoft.com/office/drawing/2014/main" id="{B616A34C-377E-533C-F958-EFAB2D612C43}"/>
                </a:ext>
              </a:extLst>
            </p:cNvPr>
            <p:cNvSpPr/>
            <p:nvPr/>
          </p:nvSpPr>
          <p:spPr>
            <a:xfrm>
              <a:off x="2289166" y="5721039"/>
              <a:ext cx="3917565" cy="0"/>
            </a:xfrm>
            <a:custGeom>
              <a:avLst/>
              <a:gdLst/>
              <a:ahLst/>
              <a:cxnLst/>
              <a:rect l="0" t="0" r="0" b="0"/>
              <a:pathLst>
                <a:path w="3917565">
                  <a:moveTo>
                    <a:pt x="0" y="0"/>
                  </a:moveTo>
                  <a:lnTo>
                    <a:pt x="391756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59" name="pl69">
              <a:extLst>
                <a:ext uri="{FF2B5EF4-FFF2-40B4-BE49-F238E27FC236}">
                  <a16:creationId xmlns:a16="http://schemas.microsoft.com/office/drawing/2014/main" id="{60E93734-FA53-7D9A-EDE8-AA59D37FB758}"/>
                </a:ext>
              </a:extLst>
            </p:cNvPr>
            <p:cNvSpPr/>
            <p:nvPr/>
          </p:nvSpPr>
          <p:spPr>
            <a:xfrm>
              <a:off x="2947883" y="572103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0" name="pl70">
              <a:extLst>
                <a:ext uri="{FF2B5EF4-FFF2-40B4-BE49-F238E27FC236}">
                  <a16:creationId xmlns:a16="http://schemas.microsoft.com/office/drawing/2014/main" id="{B99EA2D0-8A03-8AA4-E111-220CB3996EB1}"/>
                </a:ext>
              </a:extLst>
            </p:cNvPr>
            <p:cNvSpPr/>
            <p:nvPr/>
          </p:nvSpPr>
          <p:spPr>
            <a:xfrm>
              <a:off x="3716985" y="572103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1" name="pl71">
              <a:extLst>
                <a:ext uri="{FF2B5EF4-FFF2-40B4-BE49-F238E27FC236}">
                  <a16:creationId xmlns:a16="http://schemas.microsoft.com/office/drawing/2014/main" id="{E02DA3F0-B7FE-C6A9-1CBA-8C6DFAF81992}"/>
                </a:ext>
              </a:extLst>
            </p:cNvPr>
            <p:cNvSpPr/>
            <p:nvPr/>
          </p:nvSpPr>
          <p:spPr>
            <a:xfrm>
              <a:off x="4486087" y="572103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2" name="pl72">
              <a:extLst>
                <a:ext uri="{FF2B5EF4-FFF2-40B4-BE49-F238E27FC236}">
                  <a16:creationId xmlns:a16="http://schemas.microsoft.com/office/drawing/2014/main" id="{32C552CF-0D53-E866-19E5-9ADBBB9C81FE}"/>
                </a:ext>
              </a:extLst>
            </p:cNvPr>
            <p:cNvSpPr/>
            <p:nvPr/>
          </p:nvSpPr>
          <p:spPr>
            <a:xfrm>
              <a:off x="5255189" y="572103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" name="pl73">
              <a:extLst>
                <a:ext uri="{FF2B5EF4-FFF2-40B4-BE49-F238E27FC236}">
                  <a16:creationId xmlns:a16="http://schemas.microsoft.com/office/drawing/2014/main" id="{DC119823-5042-FB36-346D-FE8D5F141ED5}"/>
                </a:ext>
              </a:extLst>
            </p:cNvPr>
            <p:cNvSpPr/>
            <p:nvPr/>
          </p:nvSpPr>
          <p:spPr>
            <a:xfrm>
              <a:off x="6024291" y="572103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" name="tx74">
              <a:extLst>
                <a:ext uri="{FF2B5EF4-FFF2-40B4-BE49-F238E27FC236}">
                  <a16:creationId xmlns:a16="http://schemas.microsoft.com/office/drawing/2014/main" id="{7E68E364-13F4-6B54-4267-90F82B85566D}"/>
                </a:ext>
              </a:extLst>
            </p:cNvPr>
            <p:cNvSpPr/>
            <p:nvPr/>
          </p:nvSpPr>
          <p:spPr>
            <a:xfrm>
              <a:off x="2810632" y="5783669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77</a:t>
              </a:r>
            </a:p>
          </p:txBody>
        </p:sp>
        <p:sp>
          <p:nvSpPr>
            <p:cNvPr id="165" name="tx75">
              <a:extLst>
                <a:ext uri="{FF2B5EF4-FFF2-40B4-BE49-F238E27FC236}">
                  <a16:creationId xmlns:a16="http://schemas.microsoft.com/office/drawing/2014/main" id="{3C639659-6CCB-19BA-1132-003396BFEBAB}"/>
                </a:ext>
              </a:extLst>
            </p:cNvPr>
            <p:cNvSpPr/>
            <p:nvPr/>
          </p:nvSpPr>
          <p:spPr>
            <a:xfrm>
              <a:off x="2934990" y="576529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66" name="tx76">
              <a:extLst>
                <a:ext uri="{FF2B5EF4-FFF2-40B4-BE49-F238E27FC236}">
                  <a16:creationId xmlns:a16="http://schemas.microsoft.com/office/drawing/2014/main" id="{8C2CE38F-2098-CF18-F41D-EF8FCC201C87}"/>
                </a:ext>
              </a:extLst>
            </p:cNvPr>
            <p:cNvSpPr/>
            <p:nvPr/>
          </p:nvSpPr>
          <p:spPr>
            <a:xfrm>
              <a:off x="2979704" y="5783669"/>
              <a:ext cx="10543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167" name="tx77">
              <a:extLst>
                <a:ext uri="{FF2B5EF4-FFF2-40B4-BE49-F238E27FC236}">
                  <a16:creationId xmlns:a16="http://schemas.microsoft.com/office/drawing/2014/main" id="{F377862C-0928-A79A-9FEA-DB19C0612924}"/>
                </a:ext>
              </a:extLst>
            </p:cNvPr>
            <p:cNvSpPr/>
            <p:nvPr/>
          </p:nvSpPr>
          <p:spPr>
            <a:xfrm>
              <a:off x="3579734" y="5783669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76</a:t>
              </a:r>
            </a:p>
          </p:txBody>
        </p:sp>
        <p:sp>
          <p:nvSpPr>
            <p:cNvPr id="168" name="tx78">
              <a:extLst>
                <a:ext uri="{FF2B5EF4-FFF2-40B4-BE49-F238E27FC236}">
                  <a16:creationId xmlns:a16="http://schemas.microsoft.com/office/drawing/2014/main" id="{A91EB676-D4B4-087B-55EA-8673D8FD847D}"/>
                </a:ext>
              </a:extLst>
            </p:cNvPr>
            <p:cNvSpPr/>
            <p:nvPr/>
          </p:nvSpPr>
          <p:spPr>
            <a:xfrm>
              <a:off x="3704092" y="576529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69" name="tx79">
              <a:extLst>
                <a:ext uri="{FF2B5EF4-FFF2-40B4-BE49-F238E27FC236}">
                  <a16:creationId xmlns:a16="http://schemas.microsoft.com/office/drawing/2014/main" id="{5022B491-C5BC-49FB-6D8B-FE12270F1901}"/>
                </a:ext>
              </a:extLst>
            </p:cNvPr>
            <p:cNvSpPr/>
            <p:nvPr/>
          </p:nvSpPr>
          <p:spPr>
            <a:xfrm>
              <a:off x="3748806" y="5783669"/>
              <a:ext cx="10543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170" name="tx80">
              <a:extLst>
                <a:ext uri="{FF2B5EF4-FFF2-40B4-BE49-F238E27FC236}">
                  <a16:creationId xmlns:a16="http://schemas.microsoft.com/office/drawing/2014/main" id="{B4E83F51-93A2-3469-297B-2605B974C9E6}"/>
                </a:ext>
              </a:extLst>
            </p:cNvPr>
            <p:cNvSpPr/>
            <p:nvPr/>
          </p:nvSpPr>
          <p:spPr>
            <a:xfrm>
              <a:off x="4348835" y="5783669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171" name="tx81">
              <a:extLst>
                <a:ext uri="{FF2B5EF4-FFF2-40B4-BE49-F238E27FC236}">
                  <a16:creationId xmlns:a16="http://schemas.microsoft.com/office/drawing/2014/main" id="{03274510-98BE-4E02-2141-269D03479E97}"/>
                </a:ext>
              </a:extLst>
            </p:cNvPr>
            <p:cNvSpPr/>
            <p:nvPr/>
          </p:nvSpPr>
          <p:spPr>
            <a:xfrm>
              <a:off x="4473194" y="576529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72" name="tx82">
              <a:extLst>
                <a:ext uri="{FF2B5EF4-FFF2-40B4-BE49-F238E27FC236}">
                  <a16:creationId xmlns:a16="http://schemas.microsoft.com/office/drawing/2014/main" id="{B3BA12C7-8DC5-1C7E-08A6-7BA82188C7B4}"/>
                </a:ext>
              </a:extLst>
            </p:cNvPr>
            <p:cNvSpPr/>
            <p:nvPr/>
          </p:nvSpPr>
          <p:spPr>
            <a:xfrm>
              <a:off x="4517908" y="5783669"/>
              <a:ext cx="10543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173" name="tx83">
              <a:extLst>
                <a:ext uri="{FF2B5EF4-FFF2-40B4-BE49-F238E27FC236}">
                  <a16:creationId xmlns:a16="http://schemas.microsoft.com/office/drawing/2014/main" id="{0FDEC323-71A0-3012-CCD8-0814A9F62BAB}"/>
                </a:ext>
              </a:extLst>
            </p:cNvPr>
            <p:cNvSpPr/>
            <p:nvPr/>
          </p:nvSpPr>
          <p:spPr>
            <a:xfrm>
              <a:off x="5117937" y="5783669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74</a:t>
              </a:r>
            </a:p>
          </p:txBody>
        </p:sp>
        <p:sp>
          <p:nvSpPr>
            <p:cNvPr id="174" name="tx84">
              <a:extLst>
                <a:ext uri="{FF2B5EF4-FFF2-40B4-BE49-F238E27FC236}">
                  <a16:creationId xmlns:a16="http://schemas.microsoft.com/office/drawing/2014/main" id="{F8F6188D-F00A-8E3C-43E4-74DF2B8B423D}"/>
                </a:ext>
              </a:extLst>
            </p:cNvPr>
            <p:cNvSpPr/>
            <p:nvPr/>
          </p:nvSpPr>
          <p:spPr>
            <a:xfrm>
              <a:off x="5242296" y="576529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75" name="tx85">
              <a:extLst>
                <a:ext uri="{FF2B5EF4-FFF2-40B4-BE49-F238E27FC236}">
                  <a16:creationId xmlns:a16="http://schemas.microsoft.com/office/drawing/2014/main" id="{7582744E-0E71-3335-01E8-A9E77B8AA0CB}"/>
                </a:ext>
              </a:extLst>
            </p:cNvPr>
            <p:cNvSpPr/>
            <p:nvPr/>
          </p:nvSpPr>
          <p:spPr>
            <a:xfrm>
              <a:off x="5287010" y="5783669"/>
              <a:ext cx="10543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176" name="tx86">
              <a:extLst>
                <a:ext uri="{FF2B5EF4-FFF2-40B4-BE49-F238E27FC236}">
                  <a16:creationId xmlns:a16="http://schemas.microsoft.com/office/drawing/2014/main" id="{AF0FBCE5-A932-4ECC-3399-B0D1E3893753}"/>
                </a:ext>
              </a:extLst>
            </p:cNvPr>
            <p:cNvSpPr/>
            <p:nvPr/>
          </p:nvSpPr>
          <p:spPr>
            <a:xfrm>
              <a:off x="5887039" y="5783669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73</a:t>
              </a:r>
            </a:p>
          </p:txBody>
        </p:sp>
        <p:sp>
          <p:nvSpPr>
            <p:cNvPr id="177" name="tx87">
              <a:extLst>
                <a:ext uri="{FF2B5EF4-FFF2-40B4-BE49-F238E27FC236}">
                  <a16:creationId xmlns:a16="http://schemas.microsoft.com/office/drawing/2014/main" id="{601CDD82-CB71-6CB8-11AB-C233292BD9D3}"/>
                </a:ext>
              </a:extLst>
            </p:cNvPr>
            <p:cNvSpPr/>
            <p:nvPr/>
          </p:nvSpPr>
          <p:spPr>
            <a:xfrm>
              <a:off x="6011398" y="576529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78" name="tx88">
              <a:extLst>
                <a:ext uri="{FF2B5EF4-FFF2-40B4-BE49-F238E27FC236}">
                  <a16:creationId xmlns:a16="http://schemas.microsoft.com/office/drawing/2014/main" id="{6DE9495F-13C8-E688-D4EF-E99C1B177EAE}"/>
                </a:ext>
              </a:extLst>
            </p:cNvPr>
            <p:cNvSpPr/>
            <p:nvPr/>
          </p:nvSpPr>
          <p:spPr>
            <a:xfrm>
              <a:off x="6056112" y="5783669"/>
              <a:ext cx="10543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179" name="tx89">
              <a:extLst>
                <a:ext uri="{FF2B5EF4-FFF2-40B4-BE49-F238E27FC236}">
                  <a16:creationId xmlns:a16="http://schemas.microsoft.com/office/drawing/2014/main" id="{3966F182-BA59-9664-10B7-44E81D996B97}"/>
                </a:ext>
              </a:extLst>
            </p:cNvPr>
            <p:cNvSpPr/>
            <p:nvPr/>
          </p:nvSpPr>
          <p:spPr>
            <a:xfrm>
              <a:off x="3941030" y="5925448"/>
              <a:ext cx="613836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0"/>
                </a:lnSpc>
              </a:pPr>
              <a:r>
                <a:rPr sz="16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Longitude</a:t>
              </a:r>
            </a:p>
          </p:txBody>
        </p:sp>
        <p:sp>
          <p:nvSpPr>
            <p:cNvPr id="180" name="tx90">
              <a:extLst>
                <a:ext uri="{FF2B5EF4-FFF2-40B4-BE49-F238E27FC236}">
                  <a16:creationId xmlns:a16="http://schemas.microsoft.com/office/drawing/2014/main" id="{0218BF20-87B1-CDB1-8B92-E4CCC5E24E2A}"/>
                </a:ext>
              </a:extLst>
            </p:cNvPr>
            <p:cNvSpPr/>
            <p:nvPr/>
          </p:nvSpPr>
          <p:spPr>
            <a:xfrm rot="-5400000">
              <a:off x="1519246" y="3758692"/>
              <a:ext cx="497159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0"/>
                </a:lnSpc>
              </a:pPr>
              <a:r>
                <a:rPr sz="16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Latitude</a:t>
              </a:r>
            </a:p>
          </p:txBody>
        </p:sp>
        <p:sp>
          <p:nvSpPr>
            <p:cNvPr id="181" name="rc91">
              <a:extLst>
                <a:ext uri="{FF2B5EF4-FFF2-40B4-BE49-F238E27FC236}">
                  <a16:creationId xmlns:a16="http://schemas.microsoft.com/office/drawing/2014/main" id="{FCA45925-64E2-D0DC-E5EB-8295EB84A773}"/>
                </a:ext>
              </a:extLst>
            </p:cNvPr>
            <p:cNvSpPr/>
            <p:nvPr/>
          </p:nvSpPr>
          <p:spPr>
            <a:xfrm>
              <a:off x="6345910" y="3199943"/>
              <a:ext cx="1080373" cy="12177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442"/>
            </a:p>
          </p:txBody>
        </p:sp>
        <p:sp>
          <p:nvSpPr>
            <p:cNvPr id="182" name="tx92">
              <a:extLst>
                <a:ext uri="{FF2B5EF4-FFF2-40B4-BE49-F238E27FC236}">
                  <a16:creationId xmlns:a16="http://schemas.microsoft.com/office/drawing/2014/main" id="{DE70ED0F-5926-EC62-F1D3-3DC2783D297B}"/>
                </a:ext>
              </a:extLst>
            </p:cNvPr>
            <p:cNvSpPr/>
            <p:nvPr/>
          </p:nvSpPr>
          <p:spPr>
            <a:xfrm>
              <a:off x="6415499" y="3284985"/>
              <a:ext cx="240670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0"/>
                </a:lnSpc>
              </a:pPr>
              <a:r>
                <a:rPr sz="16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Site</a:t>
              </a:r>
            </a:p>
          </p:txBody>
        </p:sp>
        <p:sp>
          <p:nvSpPr>
            <p:cNvPr id="183" name="rc93">
              <a:extLst>
                <a:ext uri="{FF2B5EF4-FFF2-40B4-BE49-F238E27FC236}">
                  <a16:creationId xmlns:a16="http://schemas.microsoft.com/office/drawing/2014/main" id="{201A34A2-7B53-8954-4E9B-E21E5CD86BCD}"/>
                </a:ext>
              </a:extLst>
            </p:cNvPr>
            <p:cNvSpPr/>
            <p:nvPr/>
          </p:nvSpPr>
          <p:spPr>
            <a:xfrm>
              <a:off x="6415499" y="3470246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442"/>
            </a:p>
          </p:txBody>
        </p:sp>
        <p:sp>
          <p:nvSpPr>
            <p:cNvPr id="184" name="pt94">
              <a:extLst>
                <a:ext uri="{FF2B5EF4-FFF2-40B4-BE49-F238E27FC236}">
                  <a16:creationId xmlns:a16="http://schemas.microsoft.com/office/drawing/2014/main" id="{2FCD0751-FC59-C18C-E5EA-0DCF272555D9}"/>
                </a:ext>
              </a:extLst>
            </p:cNvPr>
            <p:cNvSpPr/>
            <p:nvPr/>
          </p:nvSpPr>
          <p:spPr>
            <a:xfrm>
              <a:off x="6452974" y="3507721"/>
              <a:ext cx="144506" cy="144506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" name="rc95">
              <a:extLst>
                <a:ext uri="{FF2B5EF4-FFF2-40B4-BE49-F238E27FC236}">
                  <a16:creationId xmlns:a16="http://schemas.microsoft.com/office/drawing/2014/main" id="{7EE8883F-3CB9-28D1-5D02-71449969DFEC}"/>
                </a:ext>
              </a:extLst>
            </p:cNvPr>
            <p:cNvSpPr/>
            <p:nvPr/>
          </p:nvSpPr>
          <p:spPr>
            <a:xfrm>
              <a:off x="6415499" y="368970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442"/>
            </a:p>
          </p:txBody>
        </p:sp>
        <p:sp>
          <p:nvSpPr>
            <p:cNvPr id="186" name="rc96">
              <a:extLst>
                <a:ext uri="{FF2B5EF4-FFF2-40B4-BE49-F238E27FC236}">
                  <a16:creationId xmlns:a16="http://schemas.microsoft.com/office/drawing/2014/main" id="{D1DC8B82-75D5-8E1D-9F10-F4C550A048A4}"/>
                </a:ext>
              </a:extLst>
            </p:cNvPr>
            <p:cNvSpPr/>
            <p:nvPr/>
          </p:nvSpPr>
          <p:spPr>
            <a:xfrm>
              <a:off x="6461194" y="3735397"/>
              <a:ext cx="128065" cy="128065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" name="rc97">
              <a:extLst>
                <a:ext uri="{FF2B5EF4-FFF2-40B4-BE49-F238E27FC236}">
                  <a16:creationId xmlns:a16="http://schemas.microsoft.com/office/drawing/2014/main" id="{F96F33EF-A218-1076-2D2B-35C60F316BCC}"/>
                </a:ext>
              </a:extLst>
            </p:cNvPr>
            <p:cNvSpPr/>
            <p:nvPr/>
          </p:nvSpPr>
          <p:spPr>
            <a:xfrm>
              <a:off x="6415499" y="3909158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442"/>
            </a:p>
          </p:txBody>
        </p:sp>
        <p:sp>
          <p:nvSpPr>
            <p:cNvPr id="188" name="pg98">
              <a:extLst>
                <a:ext uri="{FF2B5EF4-FFF2-40B4-BE49-F238E27FC236}">
                  <a16:creationId xmlns:a16="http://schemas.microsoft.com/office/drawing/2014/main" id="{6A3EAFC9-5EC1-4BBF-D077-24AB94546D33}"/>
                </a:ext>
              </a:extLst>
            </p:cNvPr>
            <p:cNvSpPr/>
            <p:nvPr/>
          </p:nvSpPr>
          <p:spPr>
            <a:xfrm>
              <a:off x="6427918" y="3906524"/>
              <a:ext cx="194617" cy="168543"/>
            </a:xfrm>
            <a:custGeom>
              <a:avLst/>
              <a:gdLst/>
              <a:ahLst/>
              <a:cxnLst/>
              <a:rect l="0" t="0" r="0" b="0"/>
              <a:pathLst>
                <a:path w="194617" h="168543">
                  <a:moveTo>
                    <a:pt x="97308" y="0"/>
                  </a:moveTo>
                  <a:lnTo>
                    <a:pt x="194617" y="168543"/>
                  </a:lnTo>
                  <a:lnTo>
                    <a:pt x="0" y="168543"/>
                  </a:lnTo>
                  <a:close/>
                </a:path>
              </a:pathLst>
            </a:cu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" name="rc99">
              <a:extLst>
                <a:ext uri="{FF2B5EF4-FFF2-40B4-BE49-F238E27FC236}">
                  <a16:creationId xmlns:a16="http://schemas.microsoft.com/office/drawing/2014/main" id="{16BC548C-EB4F-ED57-2C3C-20A13787926D}"/>
                </a:ext>
              </a:extLst>
            </p:cNvPr>
            <p:cNvSpPr/>
            <p:nvPr/>
          </p:nvSpPr>
          <p:spPr>
            <a:xfrm>
              <a:off x="6415499" y="412861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442"/>
            </a:p>
          </p:txBody>
        </p:sp>
        <p:sp>
          <p:nvSpPr>
            <p:cNvPr id="190" name="pg100">
              <a:extLst>
                <a:ext uri="{FF2B5EF4-FFF2-40B4-BE49-F238E27FC236}">
                  <a16:creationId xmlns:a16="http://schemas.microsoft.com/office/drawing/2014/main" id="{1E76BD9A-8DF4-91FD-43D4-3F2C96701C7D}"/>
                </a:ext>
              </a:extLst>
            </p:cNvPr>
            <p:cNvSpPr/>
            <p:nvPr/>
          </p:nvSpPr>
          <p:spPr>
            <a:xfrm>
              <a:off x="6427918" y="4125980"/>
              <a:ext cx="194617" cy="168543"/>
            </a:xfrm>
            <a:custGeom>
              <a:avLst/>
              <a:gdLst/>
              <a:ahLst/>
              <a:cxnLst/>
              <a:rect l="0" t="0" r="0" b="0"/>
              <a:pathLst>
                <a:path w="194617" h="168543">
                  <a:moveTo>
                    <a:pt x="97308" y="0"/>
                  </a:moveTo>
                  <a:lnTo>
                    <a:pt x="194617" y="168543"/>
                  </a:lnTo>
                  <a:lnTo>
                    <a:pt x="0" y="168543"/>
                  </a:lnTo>
                  <a:close/>
                </a:path>
              </a:pathLst>
            </a:custGeom>
            <a:solidFill>
              <a:srgbClr val="1D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" name="tx101">
              <a:extLst>
                <a:ext uri="{FF2B5EF4-FFF2-40B4-BE49-F238E27FC236}">
                  <a16:creationId xmlns:a16="http://schemas.microsoft.com/office/drawing/2014/main" id="{393A5695-01A3-9D2B-C045-073B76246574}"/>
                </a:ext>
              </a:extLst>
            </p:cNvPr>
            <p:cNvSpPr/>
            <p:nvPr/>
          </p:nvSpPr>
          <p:spPr>
            <a:xfrm>
              <a:off x="6704544" y="3539923"/>
              <a:ext cx="49715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Seascape</a:t>
              </a:r>
            </a:p>
          </p:txBody>
        </p:sp>
        <p:sp>
          <p:nvSpPr>
            <p:cNvPr id="192" name="tx102">
              <a:extLst>
                <a:ext uri="{FF2B5EF4-FFF2-40B4-BE49-F238E27FC236}">
                  <a16:creationId xmlns:a16="http://schemas.microsoft.com/office/drawing/2014/main" id="{B6FA2DB1-4BB8-1285-13DF-BB6C1CE35B57}"/>
                </a:ext>
              </a:extLst>
            </p:cNvPr>
            <p:cNvSpPr/>
            <p:nvPr/>
          </p:nvSpPr>
          <p:spPr>
            <a:xfrm>
              <a:off x="6704544" y="3759379"/>
              <a:ext cx="65215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</a:t>
              </a:r>
            </a:p>
          </p:txBody>
        </p:sp>
        <p:sp>
          <p:nvSpPr>
            <p:cNvPr id="193" name="tx103">
              <a:extLst>
                <a:ext uri="{FF2B5EF4-FFF2-40B4-BE49-F238E27FC236}">
                  <a16:creationId xmlns:a16="http://schemas.microsoft.com/office/drawing/2014/main" id="{2CDD3D04-9DD5-5686-8728-092B7C8B38E9}"/>
                </a:ext>
              </a:extLst>
            </p:cNvPr>
            <p:cNvSpPr/>
            <p:nvPr/>
          </p:nvSpPr>
          <p:spPr>
            <a:xfrm>
              <a:off x="6704544" y="3978835"/>
              <a:ext cx="47201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194" name="tx104">
              <a:extLst>
                <a:ext uri="{FF2B5EF4-FFF2-40B4-BE49-F238E27FC236}">
                  <a16:creationId xmlns:a16="http://schemas.microsoft.com/office/drawing/2014/main" id="{94D19CB4-F038-FEC1-4CA2-792F44A0CD20}"/>
                </a:ext>
              </a:extLst>
            </p:cNvPr>
            <p:cNvSpPr/>
            <p:nvPr/>
          </p:nvSpPr>
          <p:spPr>
            <a:xfrm>
              <a:off x="6704544" y="4198291"/>
              <a:ext cx="52148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 River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2D94B-AB2A-2B86-D324-8CE40EA9E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2" name="Group 3291">
            <a:extLst>
              <a:ext uri="{FF2B5EF4-FFF2-40B4-BE49-F238E27FC236}">
                <a16:creationId xmlns:a16="http://schemas.microsoft.com/office/drawing/2014/main" id="{8CAEAE83-F84F-B1C6-DEF3-CCAE59566E2E}"/>
              </a:ext>
            </a:extLst>
          </p:cNvPr>
          <p:cNvGrpSpPr/>
          <p:nvPr/>
        </p:nvGrpSpPr>
        <p:grpSpPr>
          <a:xfrm>
            <a:off x="19360994" y="17402353"/>
            <a:ext cx="2422877" cy="2714594"/>
            <a:chOff x="13284038" y="7340367"/>
            <a:chExt cx="2422877" cy="2714594"/>
          </a:xfrm>
        </p:grpSpPr>
        <p:sp>
          <p:nvSpPr>
            <p:cNvPr id="1657" name="pl35">
              <a:extLst>
                <a:ext uri="{FF2B5EF4-FFF2-40B4-BE49-F238E27FC236}">
                  <a16:creationId xmlns:a16="http://schemas.microsoft.com/office/drawing/2014/main" id="{069603D8-1360-F4D9-3570-5DAF98756693}"/>
                </a:ext>
              </a:extLst>
            </p:cNvPr>
            <p:cNvSpPr/>
            <p:nvPr/>
          </p:nvSpPr>
          <p:spPr>
            <a:xfrm>
              <a:off x="13405053" y="7919573"/>
              <a:ext cx="64608" cy="48288"/>
            </a:xfrm>
            <a:custGeom>
              <a:avLst/>
              <a:gdLst/>
              <a:ahLst/>
              <a:cxnLst/>
              <a:rect l="0" t="0" r="0" b="0"/>
              <a:pathLst>
                <a:path w="21770" h="17837">
                  <a:moveTo>
                    <a:pt x="10256" y="11098"/>
                  </a:moveTo>
                  <a:lnTo>
                    <a:pt x="0" y="15839"/>
                  </a:lnTo>
                  <a:lnTo>
                    <a:pt x="1989" y="17461"/>
                  </a:lnTo>
                  <a:lnTo>
                    <a:pt x="4781" y="17837"/>
                  </a:lnTo>
                  <a:lnTo>
                    <a:pt x="14835" y="13095"/>
                  </a:lnTo>
                  <a:lnTo>
                    <a:pt x="21770" y="697"/>
                  </a:lnTo>
                  <a:lnTo>
                    <a:pt x="18824" y="0"/>
                  </a:lnTo>
                  <a:lnTo>
                    <a:pt x="10256" y="1109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10" name="tx92">
              <a:extLst>
                <a:ext uri="{FF2B5EF4-FFF2-40B4-BE49-F238E27FC236}">
                  <a16:creationId xmlns:a16="http://schemas.microsoft.com/office/drawing/2014/main" id="{00E1180A-6F87-D16F-ADD9-87EB721059F1}"/>
                </a:ext>
              </a:extLst>
            </p:cNvPr>
            <p:cNvSpPr/>
            <p:nvPr/>
          </p:nvSpPr>
          <p:spPr>
            <a:xfrm>
              <a:off x="13284038" y="7340367"/>
              <a:ext cx="673718" cy="2559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0"/>
                </a:lnSpc>
              </a:pPr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Site</a:t>
              </a:r>
            </a:p>
          </p:txBody>
        </p:sp>
        <p:sp>
          <p:nvSpPr>
            <p:cNvPr id="1611" name="rc93">
              <a:extLst>
                <a:ext uri="{FF2B5EF4-FFF2-40B4-BE49-F238E27FC236}">
                  <a16:creationId xmlns:a16="http://schemas.microsoft.com/office/drawing/2014/main" id="{B5849C18-420A-A768-B022-1B508B3DE223}"/>
                </a:ext>
              </a:extLst>
            </p:cNvPr>
            <p:cNvSpPr/>
            <p:nvPr/>
          </p:nvSpPr>
          <p:spPr>
            <a:xfrm>
              <a:off x="13284038" y="7813431"/>
              <a:ext cx="614331" cy="5603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442"/>
            </a:p>
          </p:txBody>
        </p:sp>
        <p:sp>
          <p:nvSpPr>
            <p:cNvPr id="1612" name="pt94">
              <a:extLst>
                <a:ext uri="{FF2B5EF4-FFF2-40B4-BE49-F238E27FC236}">
                  <a16:creationId xmlns:a16="http://schemas.microsoft.com/office/drawing/2014/main" id="{13C3D5AA-CF35-E748-7D09-58C83CB80DA7}"/>
                </a:ext>
              </a:extLst>
            </p:cNvPr>
            <p:cNvSpPr/>
            <p:nvPr/>
          </p:nvSpPr>
          <p:spPr>
            <a:xfrm>
              <a:off x="13388942" y="7909125"/>
              <a:ext cx="404522" cy="368997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13" name="rc95">
              <a:extLst>
                <a:ext uri="{FF2B5EF4-FFF2-40B4-BE49-F238E27FC236}">
                  <a16:creationId xmlns:a16="http://schemas.microsoft.com/office/drawing/2014/main" id="{593A5290-6C08-BAE2-5B62-D82F947CB4EB}"/>
                </a:ext>
              </a:extLst>
            </p:cNvPr>
            <p:cNvSpPr/>
            <p:nvPr/>
          </p:nvSpPr>
          <p:spPr>
            <a:xfrm>
              <a:off x="13284038" y="8373814"/>
              <a:ext cx="614331" cy="5603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442"/>
            </a:p>
          </p:txBody>
        </p:sp>
        <p:sp>
          <p:nvSpPr>
            <p:cNvPr id="1614" name="rc96">
              <a:extLst>
                <a:ext uri="{FF2B5EF4-FFF2-40B4-BE49-F238E27FC236}">
                  <a16:creationId xmlns:a16="http://schemas.microsoft.com/office/drawing/2014/main" id="{F2F5F6BD-1C07-93A6-8074-DD17983F9E2F}"/>
                </a:ext>
              </a:extLst>
            </p:cNvPr>
            <p:cNvSpPr/>
            <p:nvPr/>
          </p:nvSpPr>
          <p:spPr>
            <a:xfrm>
              <a:off x="13411953" y="8490498"/>
              <a:ext cx="358499" cy="327016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15" name="rc97">
              <a:extLst>
                <a:ext uri="{FF2B5EF4-FFF2-40B4-BE49-F238E27FC236}">
                  <a16:creationId xmlns:a16="http://schemas.microsoft.com/office/drawing/2014/main" id="{CD9B2207-E186-3962-0950-29DD2A0EF3C0}"/>
                </a:ext>
              </a:extLst>
            </p:cNvPr>
            <p:cNvSpPr/>
            <p:nvPr/>
          </p:nvSpPr>
          <p:spPr>
            <a:xfrm>
              <a:off x="13284038" y="8934197"/>
              <a:ext cx="614331" cy="5603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442"/>
            </a:p>
          </p:txBody>
        </p:sp>
        <p:sp>
          <p:nvSpPr>
            <p:cNvPr id="1616" name="pg98">
              <a:extLst>
                <a:ext uri="{FF2B5EF4-FFF2-40B4-BE49-F238E27FC236}">
                  <a16:creationId xmlns:a16="http://schemas.microsoft.com/office/drawing/2014/main" id="{53C7EC50-A46C-0951-3455-458D7C870458}"/>
                </a:ext>
              </a:extLst>
            </p:cNvPr>
            <p:cNvSpPr/>
            <p:nvPr/>
          </p:nvSpPr>
          <p:spPr>
            <a:xfrm>
              <a:off x="13318802" y="8927471"/>
              <a:ext cx="544801" cy="430377"/>
            </a:xfrm>
            <a:custGeom>
              <a:avLst/>
              <a:gdLst/>
              <a:ahLst/>
              <a:cxnLst/>
              <a:rect l="0" t="0" r="0" b="0"/>
              <a:pathLst>
                <a:path w="194617" h="168543">
                  <a:moveTo>
                    <a:pt x="97308" y="0"/>
                  </a:moveTo>
                  <a:lnTo>
                    <a:pt x="194617" y="168543"/>
                  </a:lnTo>
                  <a:lnTo>
                    <a:pt x="0" y="168543"/>
                  </a:lnTo>
                  <a:close/>
                </a:path>
              </a:pathLst>
            </a:cu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17" name="rc99">
              <a:extLst>
                <a:ext uri="{FF2B5EF4-FFF2-40B4-BE49-F238E27FC236}">
                  <a16:creationId xmlns:a16="http://schemas.microsoft.com/office/drawing/2014/main" id="{8FED1A50-D3D4-1426-492C-01B52DB80C79}"/>
                </a:ext>
              </a:extLst>
            </p:cNvPr>
            <p:cNvSpPr/>
            <p:nvPr/>
          </p:nvSpPr>
          <p:spPr>
            <a:xfrm>
              <a:off x="13284038" y="9494580"/>
              <a:ext cx="614331" cy="5603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442"/>
            </a:p>
          </p:txBody>
        </p:sp>
        <p:sp>
          <p:nvSpPr>
            <p:cNvPr id="1618" name="pg100">
              <a:extLst>
                <a:ext uri="{FF2B5EF4-FFF2-40B4-BE49-F238E27FC236}">
                  <a16:creationId xmlns:a16="http://schemas.microsoft.com/office/drawing/2014/main" id="{B9F83BD1-1083-ABF3-0FD0-BFC7F1F003E3}"/>
                </a:ext>
              </a:extLst>
            </p:cNvPr>
            <p:cNvSpPr/>
            <p:nvPr/>
          </p:nvSpPr>
          <p:spPr>
            <a:xfrm>
              <a:off x="13318802" y="9487854"/>
              <a:ext cx="544801" cy="430377"/>
            </a:xfrm>
            <a:custGeom>
              <a:avLst/>
              <a:gdLst/>
              <a:ahLst/>
              <a:cxnLst/>
              <a:rect l="0" t="0" r="0" b="0"/>
              <a:pathLst>
                <a:path w="194617" h="168543">
                  <a:moveTo>
                    <a:pt x="97308" y="0"/>
                  </a:moveTo>
                  <a:lnTo>
                    <a:pt x="194617" y="168543"/>
                  </a:lnTo>
                  <a:lnTo>
                    <a:pt x="0" y="168543"/>
                  </a:lnTo>
                  <a:close/>
                </a:path>
              </a:pathLst>
            </a:custGeom>
            <a:solidFill>
              <a:srgbClr val="1D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19" name="tx101">
              <a:extLst>
                <a:ext uri="{FF2B5EF4-FFF2-40B4-BE49-F238E27FC236}">
                  <a16:creationId xmlns:a16="http://schemas.microsoft.com/office/drawing/2014/main" id="{E1E932E1-3FAE-040A-3364-E00F88933BBF}"/>
                </a:ext>
              </a:extLst>
            </p:cNvPr>
            <p:cNvSpPr/>
            <p:nvPr/>
          </p:nvSpPr>
          <p:spPr>
            <a:xfrm>
              <a:off x="13949157" y="8033531"/>
              <a:ext cx="1391720" cy="2045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Seascape</a:t>
              </a:r>
            </a:p>
          </p:txBody>
        </p:sp>
        <p:sp>
          <p:nvSpPr>
            <p:cNvPr id="1620" name="tx102">
              <a:extLst>
                <a:ext uri="{FF2B5EF4-FFF2-40B4-BE49-F238E27FC236}">
                  <a16:creationId xmlns:a16="http://schemas.microsoft.com/office/drawing/2014/main" id="{60DB5E21-D9EC-8350-F2AC-43EBF34A22E4}"/>
                </a:ext>
              </a:extLst>
            </p:cNvPr>
            <p:cNvSpPr/>
            <p:nvPr/>
          </p:nvSpPr>
          <p:spPr>
            <a:xfrm>
              <a:off x="13881323" y="8624691"/>
              <a:ext cx="1825592" cy="2045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</a:t>
              </a:r>
            </a:p>
          </p:txBody>
        </p:sp>
        <p:sp>
          <p:nvSpPr>
            <p:cNvPr id="1621" name="tx103">
              <a:extLst>
                <a:ext uri="{FF2B5EF4-FFF2-40B4-BE49-F238E27FC236}">
                  <a16:creationId xmlns:a16="http://schemas.microsoft.com/office/drawing/2014/main" id="{F805E0EF-3A61-6FDB-B25A-CAD2161439DF}"/>
                </a:ext>
              </a:extLst>
            </p:cNvPr>
            <p:cNvSpPr/>
            <p:nvPr/>
          </p:nvSpPr>
          <p:spPr>
            <a:xfrm>
              <a:off x="13949157" y="9150166"/>
              <a:ext cx="1321327" cy="2045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1622" name="tx104">
              <a:extLst>
                <a:ext uri="{FF2B5EF4-FFF2-40B4-BE49-F238E27FC236}">
                  <a16:creationId xmlns:a16="http://schemas.microsoft.com/office/drawing/2014/main" id="{40A25CC9-CAC4-6036-1CE7-8175069ABB54}"/>
                </a:ext>
              </a:extLst>
            </p:cNvPr>
            <p:cNvSpPr/>
            <p:nvPr/>
          </p:nvSpPr>
          <p:spPr>
            <a:xfrm>
              <a:off x="13949157" y="9741325"/>
              <a:ext cx="1459807" cy="2045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 River</a:t>
              </a:r>
            </a:p>
          </p:txBody>
        </p:sp>
      </p:grpSp>
      <p:grpSp>
        <p:nvGrpSpPr>
          <p:cNvPr id="3293" name="Group 3292">
            <a:extLst>
              <a:ext uri="{FF2B5EF4-FFF2-40B4-BE49-F238E27FC236}">
                <a16:creationId xmlns:a16="http://schemas.microsoft.com/office/drawing/2014/main" id="{120CD208-75B4-F5B5-DE3D-71AFBD371AC4}"/>
              </a:ext>
            </a:extLst>
          </p:cNvPr>
          <p:cNvGrpSpPr/>
          <p:nvPr/>
        </p:nvGrpSpPr>
        <p:grpSpPr>
          <a:xfrm>
            <a:off x="6781532" y="11504444"/>
            <a:ext cx="15157851" cy="11329301"/>
            <a:chOff x="315616" y="596752"/>
            <a:chExt cx="15157851" cy="11329301"/>
          </a:xfrm>
        </p:grpSpPr>
        <p:sp>
          <p:nvSpPr>
            <p:cNvPr id="1628" name="pl6">
              <a:extLst>
                <a:ext uri="{FF2B5EF4-FFF2-40B4-BE49-F238E27FC236}">
                  <a16:creationId xmlns:a16="http://schemas.microsoft.com/office/drawing/2014/main" id="{1FE5F479-4455-75A4-8578-F577F3362C21}"/>
                </a:ext>
              </a:extLst>
            </p:cNvPr>
            <p:cNvSpPr/>
            <p:nvPr/>
          </p:nvSpPr>
          <p:spPr>
            <a:xfrm>
              <a:off x="7905401" y="10816623"/>
              <a:ext cx="33827" cy="45545"/>
            </a:xfrm>
            <a:custGeom>
              <a:avLst/>
              <a:gdLst/>
              <a:ahLst/>
              <a:cxnLst/>
              <a:rect l="0" t="0" r="0" b="0"/>
              <a:pathLst>
                <a:path w="11398" h="16824">
                  <a:moveTo>
                    <a:pt x="11120" y="9100"/>
                  </a:moveTo>
                  <a:lnTo>
                    <a:pt x="180" y="0"/>
                  </a:lnTo>
                  <a:lnTo>
                    <a:pt x="0" y="2435"/>
                  </a:lnTo>
                  <a:lnTo>
                    <a:pt x="4770" y="11734"/>
                  </a:lnTo>
                  <a:lnTo>
                    <a:pt x="4770" y="15935"/>
                  </a:lnTo>
                  <a:lnTo>
                    <a:pt x="6366" y="16824"/>
                  </a:lnTo>
                  <a:lnTo>
                    <a:pt x="9721" y="13944"/>
                  </a:lnTo>
                  <a:lnTo>
                    <a:pt x="11398" y="11542"/>
                  </a:lnTo>
                  <a:lnTo>
                    <a:pt x="11120" y="910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29" name="pl7">
              <a:extLst>
                <a:ext uri="{FF2B5EF4-FFF2-40B4-BE49-F238E27FC236}">
                  <a16:creationId xmlns:a16="http://schemas.microsoft.com/office/drawing/2014/main" id="{D52FC1FF-5856-3732-7BEE-3F27490D1A4B}"/>
                </a:ext>
              </a:extLst>
            </p:cNvPr>
            <p:cNvSpPr/>
            <p:nvPr/>
          </p:nvSpPr>
          <p:spPr>
            <a:xfrm>
              <a:off x="8095824" y="10780098"/>
              <a:ext cx="20968" cy="16171"/>
            </a:xfrm>
            <a:custGeom>
              <a:avLst/>
              <a:gdLst/>
              <a:ahLst/>
              <a:cxnLst/>
              <a:rect l="0" t="0" r="0" b="0"/>
              <a:pathLst>
                <a:path w="7065" h="5973">
                  <a:moveTo>
                    <a:pt x="5475" y="0"/>
                  </a:moveTo>
                  <a:lnTo>
                    <a:pt x="1060" y="3982"/>
                  </a:lnTo>
                  <a:lnTo>
                    <a:pt x="0" y="5973"/>
                  </a:lnTo>
                  <a:lnTo>
                    <a:pt x="2120" y="5973"/>
                  </a:lnTo>
                  <a:lnTo>
                    <a:pt x="6890" y="3537"/>
                  </a:lnTo>
                  <a:lnTo>
                    <a:pt x="7065" y="1546"/>
                  </a:lnTo>
                  <a:lnTo>
                    <a:pt x="5475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0" name="pl8">
              <a:extLst>
                <a:ext uri="{FF2B5EF4-FFF2-40B4-BE49-F238E27FC236}">
                  <a16:creationId xmlns:a16="http://schemas.microsoft.com/office/drawing/2014/main" id="{C204F4BC-F445-47FA-98A3-99236AADBE1B}"/>
                </a:ext>
              </a:extLst>
            </p:cNvPr>
            <p:cNvSpPr/>
            <p:nvPr/>
          </p:nvSpPr>
          <p:spPr>
            <a:xfrm>
              <a:off x="8156669" y="10744126"/>
              <a:ext cx="16784" cy="16188"/>
            </a:xfrm>
            <a:custGeom>
              <a:avLst/>
              <a:gdLst/>
              <a:ahLst/>
              <a:cxnLst/>
              <a:rect l="0" t="0" r="0" b="0"/>
              <a:pathLst>
                <a:path w="5655" h="5980">
                  <a:moveTo>
                    <a:pt x="4415" y="0"/>
                  </a:moveTo>
                  <a:lnTo>
                    <a:pt x="0" y="5980"/>
                  </a:lnTo>
                  <a:lnTo>
                    <a:pt x="3005" y="5316"/>
                  </a:lnTo>
                  <a:lnTo>
                    <a:pt x="5655" y="444"/>
                  </a:lnTo>
                  <a:lnTo>
                    <a:pt x="4415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1" name="pl9">
              <a:extLst>
                <a:ext uri="{FF2B5EF4-FFF2-40B4-BE49-F238E27FC236}">
                  <a16:creationId xmlns:a16="http://schemas.microsoft.com/office/drawing/2014/main" id="{2D9DA249-FCA9-24BA-585B-F3767A80E216}"/>
                </a:ext>
              </a:extLst>
            </p:cNvPr>
            <p:cNvSpPr/>
            <p:nvPr/>
          </p:nvSpPr>
          <p:spPr>
            <a:xfrm>
              <a:off x="13530475" y="1259179"/>
              <a:ext cx="926324" cy="328242"/>
            </a:xfrm>
            <a:custGeom>
              <a:avLst/>
              <a:gdLst/>
              <a:ahLst/>
              <a:cxnLst/>
              <a:rect l="0" t="0" r="0" b="0"/>
              <a:pathLst>
                <a:path w="312127" h="121250">
                  <a:moveTo>
                    <a:pt x="67179" y="40170"/>
                  </a:moveTo>
                  <a:lnTo>
                    <a:pt x="79299" y="47977"/>
                  </a:lnTo>
                  <a:lnTo>
                    <a:pt x="90534" y="57460"/>
                  </a:lnTo>
                  <a:lnTo>
                    <a:pt x="96168" y="67888"/>
                  </a:lnTo>
                  <a:lnTo>
                    <a:pt x="102884" y="76379"/>
                  </a:lnTo>
                  <a:lnTo>
                    <a:pt x="161566" y="100812"/>
                  </a:lnTo>
                  <a:lnTo>
                    <a:pt x="188637" y="108414"/>
                  </a:lnTo>
                  <a:lnTo>
                    <a:pt x="216276" y="112595"/>
                  </a:lnTo>
                  <a:lnTo>
                    <a:pt x="253554" y="121250"/>
                  </a:lnTo>
                  <a:lnTo>
                    <a:pt x="300379" y="119177"/>
                  </a:lnTo>
                  <a:lnTo>
                    <a:pt x="306603" y="117514"/>
                  </a:lnTo>
                  <a:lnTo>
                    <a:pt x="312127" y="112855"/>
                  </a:lnTo>
                  <a:lnTo>
                    <a:pt x="307685" y="103782"/>
                  </a:lnTo>
                  <a:lnTo>
                    <a:pt x="298586" y="92602"/>
                  </a:lnTo>
                  <a:lnTo>
                    <a:pt x="273303" y="77713"/>
                  </a:lnTo>
                  <a:lnTo>
                    <a:pt x="263237" y="75291"/>
                  </a:lnTo>
                  <a:lnTo>
                    <a:pt x="207232" y="44905"/>
                  </a:lnTo>
                  <a:lnTo>
                    <a:pt x="182041" y="33478"/>
                  </a:lnTo>
                  <a:lnTo>
                    <a:pt x="156271" y="24057"/>
                  </a:lnTo>
                  <a:lnTo>
                    <a:pt x="133534" y="17871"/>
                  </a:lnTo>
                  <a:lnTo>
                    <a:pt x="81141" y="9688"/>
                  </a:lnTo>
                  <a:lnTo>
                    <a:pt x="39589" y="383"/>
                  </a:lnTo>
                  <a:lnTo>
                    <a:pt x="27021" y="0"/>
                  </a:lnTo>
                  <a:lnTo>
                    <a:pt x="12562" y="2586"/>
                  </a:lnTo>
                  <a:lnTo>
                    <a:pt x="0" y="8046"/>
                  </a:lnTo>
                  <a:lnTo>
                    <a:pt x="5054" y="16346"/>
                  </a:lnTo>
                  <a:lnTo>
                    <a:pt x="67179" y="4017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2" name="pl10">
              <a:extLst>
                <a:ext uri="{FF2B5EF4-FFF2-40B4-BE49-F238E27FC236}">
                  <a16:creationId xmlns:a16="http://schemas.microsoft.com/office/drawing/2014/main" id="{6F29E871-A733-CC41-C8F8-DB3BF80062D2}"/>
                </a:ext>
              </a:extLst>
            </p:cNvPr>
            <p:cNvSpPr/>
            <p:nvPr/>
          </p:nvSpPr>
          <p:spPr>
            <a:xfrm>
              <a:off x="14523501" y="2372441"/>
              <a:ext cx="496634" cy="545202"/>
            </a:xfrm>
            <a:custGeom>
              <a:avLst/>
              <a:gdLst/>
              <a:ahLst/>
              <a:cxnLst/>
              <a:rect l="0" t="0" r="0" b="0"/>
              <a:pathLst>
                <a:path w="167342" h="201393">
                  <a:moveTo>
                    <a:pt x="167342" y="114109"/>
                  </a:moveTo>
                  <a:lnTo>
                    <a:pt x="156992" y="112622"/>
                  </a:lnTo>
                  <a:lnTo>
                    <a:pt x="141998" y="114086"/>
                  </a:lnTo>
                  <a:lnTo>
                    <a:pt x="140053" y="103638"/>
                  </a:lnTo>
                  <a:lnTo>
                    <a:pt x="133998" y="97877"/>
                  </a:lnTo>
                  <a:lnTo>
                    <a:pt x="125206" y="101613"/>
                  </a:lnTo>
                  <a:lnTo>
                    <a:pt x="119124" y="105670"/>
                  </a:lnTo>
                  <a:lnTo>
                    <a:pt x="110834" y="112923"/>
                  </a:lnTo>
                  <a:lnTo>
                    <a:pt x="101791" y="125143"/>
                  </a:lnTo>
                  <a:lnTo>
                    <a:pt x="103195" y="132882"/>
                  </a:lnTo>
                  <a:lnTo>
                    <a:pt x="85277" y="147572"/>
                  </a:lnTo>
                  <a:lnTo>
                    <a:pt x="88458" y="150890"/>
                  </a:lnTo>
                  <a:lnTo>
                    <a:pt x="115796" y="145875"/>
                  </a:lnTo>
                  <a:lnTo>
                    <a:pt x="114479" y="148982"/>
                  </a:lnTo>
                  <a:lnTo>
                    <a:pt x="89108" y="173251"/>
                  </a:lnTo>
                  <a:lnTo>
                    <a:pt x="84764" y="176323"/>
                  </a:lnTo>
                  <a:lnTo>
                    <a:pt x="77130" y="178191"/>
                  </a:lnTo>
                  <a:lnTo>
                    <a:pt x="69130" y="176788"/>
                  </a:lnTo>
                  <a:lnTo>
                    <a:pt x="63223" y="176843"/>
                  </a:lnTo>
                  <a:lnTo>
                    <a:pt x="48824" y="183056"/>
                  </a:lnTo>
                  <a:lnTo>
                    <a:pt x="45125" y="176747"/>
                  </a:lnTo>
                  <a:lnTo>
                    <a:pt x="49616" y="170213"/>
                  </a:lnTo>
                  <a:lnTo>
                    <a:pt x="58616" y="164192"/>
                  </a:lnTo>
                  <a:lnTo>
                    <a:pt x="58720" y="161694"/>
                  </a:lnTo>
                  <a:lnTo>
                    <a:pt x="51228" y="157993"/>
                  </a:lnTo>
                  <a:lnTo>
                    <a:pt x="57190" y="154004"/>
                  </a:lnTo>
                  <a:lnTo>
                    <a:pt x="70157" y="148687"/>
                  </a:lnTo>
                  <a:lnTo>
                    <a:pt x="70512" y="143802"/>
                  </a:lnTo>
                  <a:lnTo>
                    <a:pt x="62529" y="143515"/>
                  </a:lnTo>
                  <a:lnTo>
                    <a:pt x="47447" y="150302"/>
                  </a:lnTo>
                  <a:lnTo>
                    <a:pt x="43660" y="149235"/>
                  </a:lnTo>
                  <a:lnTo>
                    <a:pt x="65256" y="135242"/>
                  </a:lnTo>
                  <a:lnTo>
                    <a:pt x="74392" y="131103"/>
                  </a:lnTo>
                  <a:lnTo>
                    <a:pt x="83988" y="128503"/>
                  </a:lnTo>
                  <a:lnTo>
                    <a:pt x="102785" y="117364"/>
                  </a:lnTo>
                  <a:lnTo>
                    <a:pt x="107534" y="111425"/>
                  </a:lnTo>
                  <a:lnTo>
                    <a:pt x="111998" y="103618"/>
                  </a:lnTo>
                  <a:lnTo>
                    <a:pt x="110523" y="98979"/>
                  </a:lnTo>
                  <a:lnTo>
                    <a:pt x="113353" y="83543"/>
                  </a:lnTo>
                  <a:lnTo>
                    <a:pt x="124359" y="55544"/>
                  </a:lnTo>
                  <a:lnTo>
                    <a:pt x="130086" y="38213"/>
                  </a:lnTo>
                  <a:lnTo>
                    <a:pt x="130217" y="33896"/>
                  </a:lnTo>
                  <a:lnTo>
                    <a:pt x="119730" y="12124"/>
                  </a:lnTo>
                  <a:lnTo>
                    <a:pt x="119069" y="6554"/>
                  </a:lnTo>
                  <a:lnTo>
                    <a:pt x="121659" y="868"/>
                  </a:lnTo>
                  <a:lnTo>
                    <a:pt x="112610" y="0"/>
                  </a:lnTo>
                  <a:lnTo>
                    <a:pt x="103436" y="1525"/>
                  </a:lnTo>
                  <a:lnTo>
                    <a:pt x="98332" y="4755"/>
                  </a:lnTo>
                  <a:lnTo>
                    <a:pt x="82326" y="20506"/>
                  </a:lnTo>
                  <a:lnTo>
                    <a:pt x="69960" y="29838"/>
                  </a:lnTo>
                  <a:lnTo>
                    <a:pt x="63043" y="39274"/>
                  </a:lnTo>
                  <a:lnTo>
                    <a:pt x="57387" y="50338"/>
                  </a:lnTo>
                  <a:lnTo>
                    <a:pt x="28513" y="99095"/>
                  </a:lnTo>
                  <a:lnTo>
                    <a:pt x="21611" y="107319"/>
                  </a:lnTo>
                  <a:lnTo>
                    <a:pt x="9699" y="117617"/>
                  </a:lnTo>
                  <a:lnTo>
                    <a:pt x="1644" y="133114"/>
                  </a:lnTo>
                  <a:lnTo>
                    <a:pt x="0" y="149693"/>
                  </a:lnTo>
                  <a:lnTo>
                    <a:pt x="5092" y="181256"/>
                  </a:lnTo>
                  <a:lnTo>
                    <a:pt x="9732" y="187859"/>
                  </a:lnTo>
                  <a:lnTo>
                    <a:pt x="19234" y="197753"/>
                  </a:lnTo>
                  <a:lnTo>
                    <a:pt x="23682" y="201201"/>
                  </a:lnTo>
                  <a:lnTo>
                    <a:pt x="28983" y="201393"/>
                  </a:lnTo>
                  <a:lnTo>
                    <a:pt x="34567" y="199641"/>
                  </a:lnTo>
                  <a:lnTo>
                    <a:pt x="46065" y="200011"/>
                  </a:lnTo>
                  <a:lnTo>
                    <a:pt x="57824" y="196678"/>
                  </a:lnTo>
                  <a:lnTo>
                    <a:pt x="69802" y="196042"/>
                  </a:lnTo>
                  <a:lnTo>
                    <a:pt x="81873" y="198827"/>
                  </a:lnTo>
                  <a:lnTo>
                    <a:pt x="92031" y="198827"/>
                  </a:lnTo>
                  <a:lnTo>
                    <a:pt x="124135" y="189884"/>
                  </a:lnTo>
                  <a:lnTo>
                    <a:pt x="144391" y="177500"/>
                  </a:lnTo>
                  <a:lnTo>
                    <a:pt x="154533" y="166867"/>
                  </a:lnTo>
                  <a:lnTo>
                    <a:pt x="165571" y="158239"/>
                  </a:lnTo>
                  <a:lnTo>
                    <a:pt x="167342" y="15745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3" name="pl11">
              <a:extLst>
                <a:ext uri="{FF2B5EF4-FFF2-40B4-BE49-F238E27FC236}">
                  <a16:creationId xmlns:a16="http://schemas.microsoft.com/office/drawing/2014/main" id="{BA50228F-8F42-0C8C-4E2F-039BF97268F4}"/>
                </a:ext>
              </a:extLst>
            </p:cNvPr>
            <p:cNvSpPr/>
            <p:nvPr/>
          </p:nvSpPr>
          <p:spPr>
            <a:xfrm>
              <a:off x="13557737" y="2352770"/>
              <a:ext cx="790264" cy="415264"/>
            </a:xfrm>
            <a:custGeom>
              <a:avLst/>
              <a:gdLst/>
              <a:ahLst/>
              <a:cxnLst/>
              <a:rect l="0" t="0" r="0" b="0"/>
              <a:pathLst>
                <a:path w="266281" h="153395">
                  <a:moveTo>
                    <a:pt x="250631" y="80484"/>
                  </a:moveTo>
                  <a:lnTo>
                    <a:pt x="221587" y="81736"/>
                  </a:lnTo>
                  <a:lnTo>
                    <a:pt x="192620" y="84377"/>
                  </a:lnTo>
                  <a:lnTo>
                    <a:pt x="189254" y="85657"/>
                  </a:lnTo>
                  <a:lnTo>
                    <a:pt x="161052" y="88818"/>
                  </a:lnTo>
                  <a:lnTo>
                    <a:pt x="142544" y="89591"/>
                  </a:lnTo>
                  <a:lnTo>
                    <a:pt x="125009" y="84268"/>
                  </a:lnTo>
                  <a:lnTo>
                    <a:pt x="115769" y="77535"/>
                  </a:lnTo>
                  <a:lnTo>
                    <a:pt x="110791" y="77008"/>
                  </a:lnTo>
                  <a:lnTo>
                    <a:pt x="105938" y="78144"/>
                  </a:lnTo>
                  <a:lnTo>
                    <a:pt x="97222" y="72999"/>
                  </a:lnTo>
                  <a:lnTo>
                    <a:pt x="80764" y="70016"/>
                  </a:lnTo>
                  <a:lnTo>
                    <a:pt x="74545" y="81422"/>
                  </a:lnTo>
                  <a:lnTo>
                    <a:pt x="69261" y="85048"/>
                  </a:lnTo>
                  <a:lnTo>
                    <a:pt x="66234" y="83077"/>
                  </a:lnTo>
                  <a:lnTo>
                    <a:pt x="63737" y="79547"/>
                  </a:lnTo>
                  <a:lnTo>
                    <a:pt x="55682" y="77460"/>
                  </a:lnTo>
                  <a:lnTo>
                    <a:pt x="59032" y="73273"/>
                  </a:lnTo>
                  <a:lnTo>
                    <a:pt x="60365" y="68551"/>
                  </a:lnTo>
                  <a:lnTo>
                    <a:pt x="58622" y="63420"/>
                  </a:lnTo>
                  <a:lnTo>
                    <a:pt x="55966" y="59198"/>
                  </a:lnTo>
                  <a:lnTo>
                    <a:pt x="35278" y="40095"/>
                  </a:lnTo>
                  <a:lnTo>
                    <a:pt x="47185" y="20820"/>
                  </a:lnTo>
                  <a:lnTo>
                    <a:pt x="45420" y="11186"/>
                  </a:lnTo>
                  <a:lnTo>
                    <a:pt x="45835" y="0"/>
                  </a:lnTo>
                  <a:lnTo>
                    <a:pt x="27551" y="14950"/>
                  </a:lnTo>
                  <a:lnTo>
                    <a:pt x="20130" y="22462"/>
                  </a:lnTo>
                  <a:lnTo>
                    <a:pt x="13781" y="31645"/>
                  </a:lnTo>
                  <a:lnTo>
                    <a:pt x="5431" y="40964"/>
                  </a:lnTo>
                  <a:lnTo>
                    <a:pt x="0" y="51843"/>
                  </a:lnTo>
                  <a:lnTo>
                    <a:pt x="1688" y="58952"/>
                  </a:lnTo>
                  <a:lnTo>
                    <a:pt x="18742" y="60272"/>
                  </a:lnTo>
                  <a:lnTo>
                    <a:pt x="29890" y="64720"/>
                  </a:lnTo>
                  <a:lnTo>
                    <a:pt x="33190" y="69988"/>
                  </a:lnTo>
                  <a:lnTo>
                    <a:pt x="32710" y="89140"/>
                  </a:lnTo>
                  <a:lnTo>
                    <a:pt x="42906" y="92027"/>
                  </a:lnTo>
                  <a:lnTo>
                    <a:pt x="60720" y="91562"/>
                  </a:lnTo>
                  <a:lnTo>
                    <a:pt x="72124" y="93040"/>
                  </a:lnTo>
                  <a:lnTo>
                    <a:pt x="73032" y="94894"/>
                  </a:lnTo>
                  <a:lnTo>
                    <a:pt x="71611" y="96858"/>
                  </a:lnTo>
                  <a:lnTo>
                    <a:pt x="67436" y="97282"/>
                  </a:lnTo>
                  <a:lnTo>
                    <a:pt x="75130" y="108250"/>
                  </a:lnTo>
                  <a:lnTo>
                    <a:pt x="85288" y="116461"/>
                  </a:lnTo>
                  <a:lnTo>
                    <a:pt x="93359" y="119437"/>
                  </a:lnTo>
                  <a:lnTo>
                    <a:pt x="126069" y="127278"/>
                  </a:lnTo>
                  <a:lnTo>
                    <a:pt x="133135" y="126354"/>
                  </a:lnTo>
                  <a:lnTo>
                    <a:pt x="139927" y="122365"/>
                  </a:lnTo>
                  <a:lnTo>
                    <a:pt x="126719" y="120730"/>
                  </a:lnTo>
                  <a:lnTo>
                    <a:pt x="135233" y="115585"/>
                  </a:lnTo>
                  <a:lnTo>
                    <a:pt x="143932" y="113327"/>
                  </a:lnTo>
                  <a:lnTo>
                    <a:pt x="150659" y="107367"/>
                  </a:lnTo>
                  <a:lnTo>
                    <a:pt x="159435" y="104425"/>
                  </a:lnTo>
                  <a:lnTo>
                    <a:pt x="157572" y="107819"/>
                  </a:lnTo>
                  <a:lnTo>
                    <a:pt x="151102" y="110946"/>
                  </a:lnTo>
                  <a:lnTo>
                    <a:pt x="150719" y="117377"/>
                  </a:lnTo>
                  <a:lnTo>
                    <a:pt x="155342" y="122140"/>
                  </a:lnTo>
                  <a:lnTo>
                    <a:pt x="162326" y="121407"/>
                  </a:lnTo>
                  <a:lnTo>
                    <a:pt x="168828" y="131438"/>
                  </a:lnTo>
                  <a:lnTo>
                    <a:pt x="154555" y="139423"/>
                  </a:lnTo>
                  <a:lnTo>
                    <a:pt x="157626" y="140566"/>
                  </a:lnTo>
                  <a:lnTo>
                    <a:pt x="167823" y="139190"/>
                  </a:lnTo>
                  <a:lnTo>
                    <a:pt x="170637" y="148564"/>
                  </a:lnTo>
                  <a:lnTo>
                    <a:pt x="178861" y="152512"/>
                  </a:lnTo>
                  <a:lnTo>
                    <a:pt x="185768" y="153395"/>
                  </a:lnTo>
                  <a:lnTo>
                    <a:pt x="209473" y="151937"/>
                  </a:lnTo>
                  <a:lnTo>
                    <a:pt x="215434" y="148797"/>
                  </a:lnTo>
                  <a:lnTo>
                    <a:pt x="212691" y="145540"/>
                  </a:lnTo>
                  <a:lnTo>
                    <a:pt x="208139" y="144739"/>
                  </a:lnTo>
                  <a:lnTo>
                    <a:pt x="208593" y="135030"/>
                  </a:lnTo>
                  <a:lnTo>
                    <a:pt x="207161" y="125506"/>
                  </a:lnTo>
                  <a:lnTo>
                    <a:pt x="210063" y="120326"/>
                  </a:lnTo>
                  <a:lnTo>
                    <a:pt x="233128" y="109755"/>
                  </a:lnTo>
                  <a:lnTo>
                    <a:pt x="249713" y="98958"/>
                  </a:lnTo>
                  <a:lnTo>
                    <a:pt x="266281" y="89680"/>
                  </a:lnTo>
                  <a:lnTo>
                    <a:pt x="264363" y="86300"/>
                  </a:lnTo>
                  <a:lnTo>
                    <a:pt x="260625" y="83495"/>
                  </a:lnTo>
                  <a:lnTo>
                    <a:pt x="250631" y="8048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4" name="pl12">
              <a:extLst>
                <a:ext uri="{FF2B5EF4-FFF2-40B4-BE49-F238E27FC236}">
                  <a16:creationId xmlns:a16="http://schemas.microsoft.com/office/drawing/2014/main" id="{ED6C020B-9841-82C7-DA1F-A119C4609453}"/>
                </a:ext>
              </a:extLst>
            </p:cNvPr>
            <p:cNvSpPr/>
            <p:nvPr/>
          </p:nvSpPr>
          <p:spPr>
            <a:xfrm>
              <a:off x="10359709" y="4594167"/>
              <a:ext cx="707035" cy="220978"/>
            </a:xfrm>
            <a:custGeom>
              <a:avLst/>
              <a:gdLst/>
              <a:ahLst/>
              <a:cxnLst/>
              <a:rect l="0" t="0" r="0" b="0"/>
              <a:pathLst>
                <a:path w="238237" h="81627">
                  <a:moveTo>
                    <a:pt x="216003" y="19336"/>
                  </a:moveTo>
                  <a:lnTo>
                    <a:pt x="210478" y="14231"/>
                  </a:lnTo>
                  <a:lnTo>
                    <a:pt x="206828" y="14888"/>
                  </a:lnTo>
                  <a:lnTo>
                    <a:pt x="195238" y="18070"/>
                  </a:lnTo>
                  <a:lnTo>
                    <a:pt x="181637" y="25343"/>
                  </a:lnTo>
                  <a:lnTo>
                    <a:pt x="175779" y="30721"/>
                  </a:lnTo>
                  <a:lnTo>
                    <a:pt x="169593" y="33383"/>
                  </a:lnTo>
                  <a:lnTo>
                    <a:pt x="162402" y="32466"/>
                  </a:lnTo>
                  <a:lnTo>
                    <a:pt x="170358" y="23400"/>
                  </a:lnTo>
                  <a:lnTo>
                    <a:pt x="179577" y="16044"/>
                  </a:lnTo>
                  <a:lnTo>
                    <a:pt x="196730" y="0"/>
                  </a:lnTo>
                  <a:lnTo>
                    <a:pt x="185713" y="3852"/>
                  </a:lnTo>
                  <a:lnTo>
                    <a:pt x="166566" y="17659"/>
                  </a:lnTo>
                  <a:lnTo>
                    <a:pt x="157451" y="22586"/>
                  </a:lnTo>
                  <a:lnTo>
                    <a:pt x="134654" y="25357"/>
                  </a:lnTo>
                  <a:lnTo>
                    <a:pt x="111714" y="26212"/>
                  </a:lnTo>
                  <a:lnTo>
                    <a:pt x="103042" y="27485"/>
                  </a:lnTo>
                  <a:lnTo>
                    <a:pt x="94698" y="31275"/>
                  </a:lnTo>
                  <a:lnTo>
                    <a:pt x="84365" y="32062"/>
                  </a:lnTo>
                  <a:lnTo>
                    <a:pt x="73786" y="29318"/>
                  </a:lnTo>
                  <a:lnTo>
                    <a:pt x="69922" y="29695"/>
                  </a:lnTo>
                  <a:lnTo>
                    <a:pt x="66157" y="31706"/>
                  </a:lnTo>
                  <a:lnTo>
                    <a:pt x="60950" y="32657"/>
                  </a:lnTo>
                  <a:lnTo>
                    <a:pt x="51278" y="32705"/>
                  </a:lnTo>
                  <a:lnTo>
                    <a:pt x="47256" y="34587"/>
                  </a:lnTo>
                  <a:lnTo>
                    <a:pt x="43556" y="38083"/>
                  </a:lnTo>
                  <a:lnTo>
                    <a:pt x="42502" y="44139"/>
                  </a:lnTo>
                  <a:lnTo>
                    <a:pt x="37693" y="39657"/>
                  </a:lnTo>
                  <a:lnTo>
                    <a:pt x="30753" y="44747"/>
                  </a:lnTo>
                  <a:lnTo>
                    <a:pt x="17098" y="50639"/>
                  </a:lnTo>
                  <a:lnTo>
                    <a:pt x="7551" y="59930"/>
                  </a:lnTo>
                  <a:lnTo>
                    <a:pt x="3207" y="65842"/>
                  </a:lnTo>
                  <a:lnTo>
                    <a:pt x="0" y="72075"/>
                  </a:lnTo>
                  <a:lnTo>
                    <a:pt x="1918" y="80128"/>
                  </a:lnTo>
                  <a:lnTo>
                    <a:pt x="11529" y="77658"/>
                  </a:lnTo>
                  <a:lnTo>
                    <a:pt x="17551" y="70262"/>
                  </a:lnTo>
                  <a:lnTo>
                    <a:pt x="23431" y="69653"/>
                  </a:lnTo>
                  <a:lnTo>
                    <a:pt x="26059" y="71754"/>
                  </a:lnTo>
                  <a:lnTo>
                    <a:pt x="25819" y="74443"/>
                  </a:lnTo>
                  <a:lnTo>
                    <a:pt x="14824" y="81627"/>
                  </a:lnTo>
                  <a:lnTo>
                    <a:pt x="29688" y="78514"/>
                  </a:lnTo>
                  <a:lnTo>
                    <a:pt x="46010" y="77508"/>
                  </a:lnTo>
                  <a:lnTo>
                    <a:pt x="85780" y="68586"/>
                  </a:lnTo>
                  <a:lnTo>
                    <a:pt x="89922" y="70276"/>
                  </a:lnTo>
                  <a:lnTo>
                    <a:pt x="93753" y="69899"/>
                  </a:lnTo>
                  <a:lnTo>
                    <a:pt x="142036" y="52575"/>
                  </a:lnTo>
                  <a:lnTo>
                    <a:pt x="151747" y="50782"/>
                  </a:lnTo>
                  <a:lnTo>
                    <a:pt x="165233" y="45856"/>
                  </a:lnTo>
                  <a:lnTo>
                    <a:pt x="179500" y="38904"/>
                  </a:lnTo>
                  <a:lnTo>
                    <a:pt x="189473" y="36277"/>
                  </a:lnTo>
                  <a:lnTo>
                    <a:pt x="238237" y="12938"/>
                  </a:lnTo>
                  <a:lnTo>
                    <a:pt x="226964" y="15237"/>
                  </a:lnTo>
                  <a:lnTo>
                    <a:pt x="216003" y="1933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5" name="pl13">
              <a:extLst>
                <a:ext uri="{FF2B5EF4-FFF2-40B4-BE49-F238E27FC236}">
                  <a16:creationId xmlns:a16="http://schemas.microsoft.com/office/drawing/2014/main" id="{96BDB0EE-C589-FBBF-6F86-80F95E4460EC}"/>
                </a:ext>
              </a:extLst>
            </p:cNvPr>
            <p:cNvSpPr/>
            <p:nvPr/>
          </p:nvSpPr>
          <p:spPr>
            <a:xfrm>
              <a:off x="14981121" y="3531861"/>
              <a:ext cx="39018" cy="18066"/>
            </a:xfrm>
            <a:custGeom>
              <a:avLst/>
              <a:gdLst/>
              <a:ahLst/>
              <a:cxnLst/>
              <a:rect l="0" t="0" r="0" b="0"/>
              <a:pathLst>
                <a:path w="13147" h="6673">
                  <a:moveTo>
                    <a:pt x="13147" y="1249"/>
                  </a:moveTo>
                  <a:lnTo>
                    <a:pt x="0" y="0"/>
                  </a:lnTo>
                  <a:lnTo>
                    <a:pt x="360" y="1997"/>
                  </a:lnTo>
                  <a:lnTo>
                    <a:pt x="8923" y="6547"/>
                  </a:lnTo>
                  <a:lnTo>
                    <a:pt x="13147" y="667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6" name="pl14">
              <a:extLst>
                <a:ext uri="{FF2B5EF4-FFF2-40B4-BE49-F238E27FC236}">
                  <a16:creationId xmlns:a16="http://schemas.microsoft.com/office/drawing/2014/main" id="{26BCE5CA-66EE-AF9E-0CD5-A23CD4BDABCB}"/>
                </a:ext>
              </a:extLst>
            </p:cNvPr>
            <p:cNvSpPr/>
            <p:nvPr/>
          </p:nvSpPr>
          <p:spPr>
            <a:xfrm>
              <a:off x="2719437" y="9533322"/>
              <a:ext cx="65190" cy="88669"/>
            </a:xfrm>
            <a:custGeom>
              <a:avLst/>
              <a:gdLst/>
              <a:ahLst/>
              <a:cxnLst/>
              <a:rect l="0" t="0" r="0" b="0"/>
              <a:pathLst>
                <a:path w="21966" h="32753">
                  <a:moveTo>
                    <a:pt x="21966" y="6178"/>
                  </a:moveTo>
                  <a:lnTo>
                    <a:pt x="19988" y="0"/>
                  </a:lnTo>
                  <a:lnTo>
                    <a:pt x="15300" y="2162"/>
                  </a:lnTo>
                  <a:lnTo>
                    <a:pt x="6420" y="16681"/>
                  </a:lnTo>
                  <a:lnTo>
                    <a:pt x="5415" y="21279"/>
                  </a:lnTo>
                  <a:lnTo>
                    <a:pt x="0" y="32753"/>
                  </a:lnTo>
                  <a:lnTo>
                    <a:pt x="2426" y="32411"/>
                  </a:lnTo>
                  <a:lnTo>
                    <a:pt x="12835" y="16380"/>
                  </a:lnTo>
                  <a:lnTo>
                    <a:pt x="21966" y="617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7" name="pl15">
              <a:extLst>
                <a:ext uri="{FF2B5EF4-FFF2-40B4-BE49-F238E27FC236}">
                  <a16:creationId xmlns:a16="http://schemas.microsoft.com/office/drawing/2014/main" id="{90CF475F-AFC5-31AC-C367-B24788521BDC}"/>
                </a:ext>
              </a:extLst>
            </p:cNvPr>
            <p:cNvSpPr/>
            <p:nvPr/>
          </p:nvSpPr>
          <p:spPr>
            <a:xfrm>
              <a:off x="5407160" y="8918753"/>
              <a:ext cx="23562" cy="35175"/>
            </a:xfrm>
            <a:custGeom>
              <a:avLst/>
              <a:gdLst/>
              <a:ahLst/>
              <a:cxnLst/>
              <a:rect l="0" t="0" r="0" b="0"/>
              <a:pathLst>
                <a:path w="7939" h="12993">
                  <a:moveTo>
                    <a:pt x="278" y="10194"/>
                  </a:moveTo>
                  <a:lnTo>
                    <a:pt x="0" y="12993"/>
                  </a:lnTo>
                  <a:lnTo>
                    <a:pt x="6076" y="5658"/>
                  </a:lnTo>
                  <a:lnTo>
                    <a:pt x="7939" y="0"/>
                  </a:lnTo>
                  <a:lnTo>
                    <a:pt x="4748" y="2853"/>
                  </a:lnTo>
                  <a:lnTo>
                    <a:pt x="278" y="1019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8" name="pl16">
              <a:extLst>
                <a:ext uri="{FF2B5EF4-FFF2-40B4-BE49-F238E27FC236}">
                  <a16:creationId xmlns:a16="http://schemas.microsoft.com/office/drawing/2014/main" id="{8125A9BE-36D8-0C6E-3B5D-EC1EE801646A}"/>
                </a:ext>
              </a:extLst>
            </p:cNvPr>
            <p:cNvSpPr/>
            <p:nvPr/>
          </p:nvSpPr>
          <p:spPr>
            <a:xfrm>
              <a:off x="5480476" y="8724799"/>
              <a:ext cx="54714" cy="22559"/>
            </a:xfrm>
            <a:custGeom>
              <a:avLst/>
              <a:gdLst/>
              <a:ahLst/>
              <a:cxnLst/>
              <a:rect l="0" t="0" r="0" b="0"/>
              <a:pathLst>
                <a:path w="18436" h="8333">
                  <a:moveTo>
                    <a:pt x="0" y="0"/>
                  </a:moveTo>
                  <a:lnTo>
                    <a:pt x="1092" y="2709"/>
                  </a:lnTo>
                  <a:lnTo>
                    <a:pt x="7120" y="5419"/>
                  </a:lnTo>
                  <a:lnTo>
                    <a:pt x="17032" y="8333"/>
                  </a:lnTo>
                  <a:lnTo>
                    <a:pt x="18436" y="6773"/>
                  </a:lnTo>
                  <a:lnTo>
                    <a:pt x="16661" y="4919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9" name="pl17">
              <a:extLst>
                <a:ext uri="{FF2B5EF4-FFF2-40B4-BE49-F238E27FC236}">
                  <a16:creationId xmlns:a16="http://schemas.microsoft.com/office/drawing/2014/main" id="{284C40B1-49D9-2F9F-3F74-A561C5FBF17C}"/>
                </a:ext>
              </a:extLst>
            </p:cNvPr>
            <p:cNvSpPr/>
            <p:nvPr/>
          </p:nvSpPr>
          <p:spPr>
            <a:xfrm>
              <a:off x="5615518" y="8721207"/>
              <a:ext cx="81345" cy="16243"/>
            </a:xfrm>
            <a:custGeom>
              <a:avLst/>
              <a:gdLst/>
              <a:ahLst/>
              <a:cxnLst/>
              <a:rect l="0" t="0" r="0" b="0"/>
              <a:pathLst>
                <a:path w="27409" h="6000">
                  <a:moveTo>
                    <a:pt x="23152" y="0"/>
                  </a:moveTo>
                  <a:lnTo>
                    <a:pt x="5857" y="2661"/>
                  </a:lnTo>
                  <a:lnTo>
                    <a:pt x="0" y="4666"/>
                  </a:lnTo>
                  <a:lnTo>
                    <a:pt x="2967" y="5720"/>
                  </a:lnTo>
                  <a:lnTo>
                    <a:pt x="17562" y="6000"/>
                  </a:lnTo>
                  <a:lnTo>
                    <a:pt x="27409" y="2996"/>
                  </a:lnTo>
                  <a:lnTo>
                    <a:pt x="2315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0" name="pl18">
              <a:extLst>
                <a:ext uri="{FF2B5EF4-FFF2-40B4-BE49-F238E27FC236}">
                  <a16:creationId xmlns:a16="http://schemas.microsoft.com/office/drawing/2014/main" id="{D5F1C446-CA48-D83B-7A1F-3291646291E8}"/>
                </a:ext>
              </a:extLst>
            </p:cNvPr>
            <p:cNvSpPr/>
            <p:nvPr/>
          </p:nvSpPr>
          <p:spPr>
            <a:xfrm>
              <a:off x="9187336" y="10690298"/>
              <a:ext cx="97236" cy="34099"/>
            </a:xfrm>
            <a:custGeom>
              <a:avLst/>
              <a:gdLst/>
              <a:ahLst/>
              <a:cxnLst/>
              <a:rect l="0" t="0" r="0" b="0"/>
              <a:pathLst>
                <a:path w="32764" h="12596">
                  <a:moveTo>
                    <a:pt x="12382" y="321"/>
                  </a:moveTo>
                  <a:lnTo>
                    <a:pt x="3868" y="3551"/>
                  </a:lnTo>
                  <a:lnTo>
                    <a:pt x="0" y="7423"/>
                  </a:lnTo>
                  <a:lnTo>
                    <a:pt x="2316" y="9729"/>
                  </a:lnTo>
                  <a:lnTo>
                    <a:pt x="11349" y="12596"/>
                  </a:lnTo>
                  <a:lnTo>
                    <a:pt x="23988" y="9688"/>
                  </a:lnTo>
                  <a:lnTo>
                    <a:pt x="32764" y="5487"/>
                  </a:lnTo>
                  <a:lnTo>
                    <a:pt x="32043" y="3817"/>
                  </a:lnTo>
                  <a:lnTo>
                    <a:pt x="26054" y="0"/>
                  </a:lnTo>
                  <a:lnTo>
                    <a:pt x="12382" y="32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1" name="pl19">
              <a:extLst>
                <a:ext uri="{FF2B5EF4-FFF2-40B4-BE49-F238E27FC236}">
                  <a16:creationId xmlns:a16="http://schemas.microsoft.com/office/drawing/2014/main" id="{5F7470A7-808C-B286-7D71-66F18B47CF53}"/>
                </a:ext>
              </a:extLst>
            </p:cNvPr>
            <p:cNvSpPr/>
            <p:nvPr/>
          </p:nvSpPr>
          <p:spPr>
            <a:xfrm>
              <a:off x="7999834" y="10813029"/>
              <a:ext cx="68710" cy="25171"/>
            </a:xfrm>
            <a:custGeom>
              <a:avLst/>
              <a:gdLst/>
              <a:ahLst/>
              <a:cxnLst/>
              <a:rect l="0" t="0" r="0" b="0"/>
              <a:pathLst>
                <a:path w="23152" h="9298">
                  <a:moveTo>
                    <a:pt x="5830" y="3544"/>
                  </a:moveTo>
                  <a:lnTo>
                    <a:pt x="0" y="6862"/>
                  </a:lnTo>
                  <a:lnTo>
                    <a:pt x="5300" y="9298"/>
                  </a:lnTo>
                  <a:lnTo>
                    <a:pt x="10426" y="5980"/>
                  </a:lnTo>
                  <a:lnTo>
                    <a:pt x="16611" y="4426"/>
                  </a:lnTo>
                  <a:lnTo>
                    <a:pt x="23152" y="0"/>
                  </a:lnTo>
                  <a:lnTo>
                    <a:pt x="5830" y="354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2" name="pl20">
              <a:extLst>
                <a:ext uri="{FF2B5EF4-FFF2-40B4-BE49-F238E27FC236}">
                  <a16:creationId xmlns:a16="http://schemas.microsoft.com/office/drawing/2014/main" id="{78DD7018-2DDF-B258-77D0-CEC99AAE090C}"/>
                </a:ext>
              </a:extLst>
            </p:cNvPr>
            <p:cNvSpPr/>
            <p:nvPr/>
          </p:nvSpPr>
          <p:spPr>
            <a:xfrm>
              <a:off x="9482262" y="7042053"/>
              <a:ext cx="42408" cy="18060"/>
            </a:xfrm>
            <a:custGeom>
              <a:avLst/>
              <a:gdLst/>
              <a:ahLst/>
              <a:cxnLst/>
              <a:rect l="0" t="0" r="0" b="0"/>
              <a:pathLst>
                <a:path w="14289" h="6671">
                  <a:moveTo>
                    <a:pt x="5781" y="786"/>
                  </a:moveTo>
                  <a:lnTo>
                    <a:pt x="14289" y="6342"/>
                  </a:lnTo>
                  <a:lnTo>
                    <a:pt x="11797" y="6671"/>
                  </a:lnTo>
                  <a:lnTo>
                    <a:pt x="7398" y="5124"/>
                  </a:lnTo>
                  <a:lnTo>
                    <a:pt x="1338" y="2168"/>
                  </a:lnTo>
                  <a:lnTo>
                    <a:pt x="0" y="0"/>
                  </a:lnTo>
                  <a:lnTo>
                    <a:pt x="5781" y="78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3" name="pl21">
              <a:extLst>
                <a:ext uri="{FF2B5EF4-FFF2-40B4-BE49-F238E27FC236}">
                  <a16:creationId xmlns:a16="http://schemas.microsoft.com/office/drawing/2014/main" id="{FD886848-AC1C-43BC-DD7B-9B743331274F}"/>
                </a:ext>
              </a:extLst>
            </p:cNvPr>
            <p:cNvSpPr/>
            <p:nvPr/>
          </p:nvSpPr>
          <p:spPr>
            <a:xfrm>
              <a:off x="10383451" y="2867483"/>
              <a:ext cx="160905" cy="99892"/>
            </a:xfrm>
            <a:custGeom>
              <a:avLst/>
              <a:gdLst/>
              <a:ahLst/>
              <a:cxnLst/>
              <a:rect l="0" t="0" r="0" b="0"/>
              <a:pathLst>
                <a:path w="54217" h="36899">
                  <a:moveTo>
                    <a:pt x="30562" y="20081"/>
                  </a:moveTo>
                  <a:lnTo>
                    <a:pt x="12043" y="26486"/>
                  </a:lnTo>
                  <a:lnTo>
                    <a:pt x="0" y="36899"/>
                  </a:lnTo>
                  <a:lnTo>
                    <a:pt x="4513" y="36824"/>
                  </a:lnTo>
                  <a:lnTo>
                    <a:pt x="20726" y="33225"/>
                  </a:lnTo>
                  <a:lnTo>
                    <a:pt x="35475" y="35818"/>
                  </a:lnTo>
                  <a:lnTo>
                    <a:pt x="44097" y="33020"/>
                  </a:lnTo>
                  <a:lnTo>
                    <a:pt x="45759" y="30112"/>
                  </a:lnTo>
                  <a:lnTo>
                    <a:pt x="47190" y="22182"/>
                  </a:lnTo>
                  <a:lnTo>
                    <a:pt x="54217" y="0"/>
                  </a:lnTo>
                  <a:lnTo>
                    <a:pt x="49026" y="499"/>
                  </a:lnTo>
                  <a:lnTo>
                    <a:pt x="30562" y="2008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4" name="pl22">
              <a:extLst>
                <a:ext uri="{FF2B5EF4-FFF2-40B4-BE49-F238E27FC236}">
                  <a16:creationId xmlns:a16="http://schemas.microsoft.com/office/drawing/2014/main" id="{AED786E9-B82B-097F-BE62-40B01BC78637}"/>
                </a:ext>
              </a:extLst>
            </p:cNvPr>
            <p:cNvSpPr/>
            <p:nvPr/>
          </p:nvSpPr>
          <p:spPr>
            <a:xfrm>
              <a:off x="10417604" y="2871374"/>
              <a:ext cx="94773" cy="49160"/>
            </a:xfrm>
            <a:custGeom>
              <a:avLst/>
              <a:gdLst/>
              <a:ahLst/>
              <a:cxnLst/>
              <a:rect l="0" t="0" r="0" b="0"/>
              <a:pathLst>
                <a:path w="31934" h="18159">
                  <a:moveTo>
                    <a:pt x="18174" y="15271"/>
                  </a:moveTo>
                  <a:lnTo>
                    <a:pt x="31934" y="0"/>
                  </a:lnTo>
                  <a:lnTo>
                    <a:pt x="14890" y="3174"/>
                  </a:lnTo>
                  <a:lnTo>
                    <a:pt x="0" y="16941"/>
                  </a:lnTo>
                  <a:lnTo>
                    <a:pt x="4677" y="18159"/>
                  </a:lnTo>
                  <a:lnTo>
                    <a:pt x="18174" y="1527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5" name="pl23">
              <a:extLst>
                <a:ext uri="{FF2B5EF4-FFF2-40B4-BE49-F238E27FC236}">
                  <a16:creationId xmlns:a16="http://schemas.microsoft.com/office/drawing/2014/main" id="{4DAE8D26-96E8-A174-2BA1-86312F6E349F}"/>
                </a:ext>
              </a:extLst>
            </p:cNvPr>
            <p:cNvSpPr/>
            <p:nvPr/>
          </p:nvSpPr>
          <p:spPr>
            <a:xfrm>
              <a:off x="14660862" y="2915809"/>
              <a:ext cx="56226" cy="36268"/>
            </a:xfrm>
            <a:custGeom>
              <a:avLst/>
              <a:gdLst/>
              <a:ahLst/>
              <a:cxnLst/>
              <a:rect l="0" t="0" r="0" b="0"/>
              <a:pathLst>
                <a:path w="18945" h="13397">
                  <a:moveTo>
                    <a:pt x="6240" y="0"/>
                  </a:moveTo>
                  <a:lnTo>
                    <a:pt x="0" y="2736"/>
                  </a:lnTo>
                  <a:lnTo>
                    <a:pt x="622" y="5610"/>
                  </a:lnTo>
                  <a:lnTo>
                    <a:pt x="7748" y="11392"/>
                  </a:lnTo>
                  <a:lnTo>
                    <a:pt x="8825" y="13397"/>
                  </a:lnTo>
                  <a:lnTo>
                    <a:pt x="13447" y="12247"/>
                  </a:lnTo>
                  <a:lnTo>
                    <a:pt x="14404" y="8662"/>
                  </a:lnTo>
                  <a:lnTo>
                    <a:pt x="18945" y="1409"/>
                  </a:lnTo>
                  <a:lnTo>
                    <a:pt x="624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6" name="pl24">
              <a:extLst>
                <a:ext uri="{FF2B5EF4-FFF2-40B4-BE49-F238E27FC236}">
                  <a16:creationId xmlns:a16="http://schemas.microsoft.com/office/drawing/2014/main" id="{2A47CDA8-FEAD-17B2-1D2A-DC17791AA76C}"/>
                </a:ext>
              </a:extLst>
            </p:cNvPr>
            <p:cNvSpPr/>
            <p:nvPr/>
          </p:nvSpPr>
          <p:spPr>
            <a:xfrm>
              <a:off x="14353125" y="2130773"/>
              <a:ext cx="203524" cy="162277"/>
            </a:xfrm>
            <a:custGeom>
              <a:avLst/>
              <a:gdLst/>
              <a:ahLst/>
              <a:cxnLst/>
              <a:rect l="0" t="0" r="0" b="0"/>
              <a:pathLst>
                <a:path w="68578" h="59944">
                  <a:moveTo>
                    <a:pt x="59622" y="11604"/>
                  </a:moveTo>
                  <a:lnTo>
                    <a:pt x="68578" y="1279"/>
                  </a:lnTo>
                  <a:lnTo>
                    <a:pt x="59786" y="0"/>
                  </a:lnTo>
                  <a:lnTo>
                    <a:pt x="51507" y="2100"/>
                  </a:lnTo>
                  <a:lnTo>
                    <a:pt x="42578" y="7416"/>
                  </a:lnTo>
                  <a:lnTo>
                    <a:pt x="20256" y="24898"/>
                  </a:lnTo>
                  <a:lnTo>
                    <a:pt x="9355" y="31056"/>
                  </a:lnTo>
                  <a:lnTo>
                    <a:pt x="0" y="57802"/>
                  </a:lnTo>
                  <a:lnTo>
                    <a:pt x="6431" y="59944"/>
                  </a:lnTo>
                  <a:lnTo>
                    <a:pt x="19535" y="59438"/>
                  </a:lnTo>
                  <a:lnTo>
                    <a:pt x="26382" y="54224"/>
                  </a:lnTo>
                  <a:lnTo>
                    <a:pt x="21579" y="53136"/>
                  </a:lnTo>
                  <a:lnTo>
                    <a:pt x="14502" y="53423"/>
                  </a:lnTo>
                  <a:lnTo>
                    <a:pt x="10540" y="50762"/>
                  </a:lnTo>
                  <a:lnTo>
                    <a:pt x="13617" y="42339"/>
                  </a:lnTo>
                  <a:lnTo>
                    <a:pt x="19813" y="35695"/>
                  </a:lnTo>
                  <a:lnTo>
                    <a:pt x="28808" y="30263"/>
                  </a:lnTo>
                  <a:lnTo>
                    <a:pt x="36283" y="20745"/>
                  </a:lnTo>
                  <a:lnTo>
                    <a:pt x="47682" y="12158"/>
                  </a:lnTo>
                  <a:lnTo>
                    <a:pt x="59622" y="1160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7" name="pl25">
              <a:extLst>
                <a:ext uri="{FF2B5EF4-FFF2-40B4-BE49-F238E27FC236}">
                  <a16:creationId xmlns:a16="http://schemas.microsoft.com/office/drawing/2014/main" id="{7573620B-9D2C-12AB-D292-A4C035081AF4}"/>
                </a:ext>
              </a:extLst>
            </p:cNvPr>
            <p:cNvSpPr/>
            <p:nvPr/>
          </p:nvSpPr>
          <p:spPr>
            <a:xfrm>
              <a:off x="13464260" y="2039750"/>
              <a:ext cx="58445" cy="52772"/>
            </a:xfrm>
            <a:custGeom>
              <a:avLst/>
              <a:gdLst/>
              <a:ahLst/>
              <a:cxnLst/>
              <a:rect l="0" t="0" r="0" b="0"/>
              <a:pathLst>
                <a:path w="19693" h="19493">
                  <a:moveTo>
                    <a:pt x="13398" y="2866"/>
                  </a:moveTo>
                  <a:lnTo>
                    <a:pt x="10458" y="1997"/>
                  </a:lnTo>
                  <a:lnTo>
                    <a:pt x="2382" y="3318"/>
                  </a:lnTo>
                  <a:lnTo>
                    <a:pt x="2693" y="13054"/>
                  </a:lnTo>
                  <a:lnTo>
                    <a:pt x="0" y="18651"/>
                  </a:lnTo>
                  <a:lnTo>
                    <a:pt x="2229" y="19493"/>
                  </a:lnTo>
                  <a:lnTo>
                    <a:pt x="7081" y="18891"/>
                  </a:lnTo>
                  <a:lnTo>
                    <a:pt x="16863" y="10222"/>
                  </a:lnTo>
                  <a:lnTo>
                    <a:pt x="19693" y="0"/>
                  </a:lnTo>
                  <a:lnTo>
                    <a:pt x="13398" y="286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8" name="pl26">
              <a:extLst>
                <a:ext uri="{FF2B5EF4-FFF2-40B4-BE49-F238E27FC236}">
                  <a16:creationId xmlns:a16="http://schemas.microsoft.com/office/drawing/2014/main" id="{0891F758-52E4-14C4-49E0-D479D5087C24}"/>
                </a:ext>
              </a:extLst>
            </p:cNvPr>
            <p:cNvSpPr/>
            <p:nvPr/>
          </p:nvSpPr>
          <p:spPr>
            <a:xfrm>
              <a:off x="13495236" y="1991556"/>
              <a:ext cx="38272" cy="40416"/>
            </a:xfrm>
            <a:custGeom>
              <a:avLst/>
              <a:gdLst/>
              <a:ahLst/>
              <a:cxnLst/>
              <a:rect l="0" t="0" r="0" b="0"/>
              <a:pathLst>
                <a:path w="12896" h="14929">
                  <a:moveTo>
                    <a:pt x="0" y="14929"/>
                  </a:moveTo>
                  <a:lnTo>
                    <a:pt x="12896" y="7690"/>
                  </a:lnTo>
                  <a:lnTo>
                    <a:pt x="12316" y="957"/>
                  </a:lnTo>
                  <a:lnTo>
                    <a:pt x="10196" y="0"/>
                  </a:lnTo>
                  <a:lnTo>
                    <a:pt x="8027" y="1217"/>
                  </a:lnTo>
                  <a:lnTo>
                    <a:pt x="5661" y="4036"/>
                  </a:lnTo>
                  <a:lnTo>
                    <a:pt x="0" y="1492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9" name="pl27">
              <a:extLst>
                <a:ext uri="{FF2B5EF4-FFF2-40B4-BE49-F238E27FC236}">
                  <a16:creationId xmlns:a16="http://schemas.microsoft.com/office/drawing/2014/main" id="{D49BA7DB-32CC-D30D-CFF7-74DF27AF424F}"/>
                </a:ext>
              </a:extLst>
            </p:cNvPr>
            <p:cNvSpPr/>
            <p:nvPr/>
          </p:nvSpPr>
          <p:spPr>
            <a:xfrm>
              <a:off x="11327988" y="2377607"/>
              <a:ext cx="96605" cy="49788"/>
            </a:xfrm>
            <a:custGeom>
              <a:avLst/>
              <a:gdLst/>
              <a:ahLst/>
              <a:cxnLst/>
              <a:rect l="0" t="0" r="0" b="0"/>
              <a:pathLst>
                <a:path w="32551" h="18391">
                  <a:moveTo>
                    <a:pt x="2426" y="13527"/>
                  </a:moveTo>
                  <a:lnTo>
                    <a:pt x="0" y="18391"/>
                  </a:lnTo>
                  <a:lnTo>
                    <a:pt x="10174" y="17256"/>
                  </a:lnTo>
                  <a:lnTo>
                    <a:pt x="22737" y="10728"/>
                  </a:lnTo>
                  <a:lnTo>
                    <a:pt x="32551" y="102"/>
                  </a:lnTo>
                  <a:lnTo>
                    <a:pt x="26524" y="0"/>
                  </a:lnTo>
                  <a:lnTo>
                    <a:pt x="16316" y="4857"/>
                  </a:lnTo>
                  <a:lnTo>
                    <a:pt x="2426" y="1352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0" name="pl28">
              <a:extLst>
                <a:ext uri="{FF2B5EF4-FFF2-40B4-BE49-F238E27FC236}">
                  <a16:creationId xmlns:a16="http://schemas.microsoft.com/office/drawing/2014/main" id="{12B59F05-C45F-1453-94DB-038E0E5ED186}"/>
                </a:ext>
              </a:extLst>
            </p:cNvPr>
            <p:cNvSpPr/>
            <p:nvPr/>
          </p:nvSpPr>
          <p:spPr>
            <a:xfrm>
              <a:off x="12919721" y="3365451"/>
              <a:ext cx="37786" cy="51104"/>
            </a:xfrm>
            <a:custGeom>
              <a:avLst/>
              <a:gdLst/>
              <a:ahLst/>
              <a:cxnLst/>
              <a:rect l="0" t="0" r="0" b="0"/>
              <a:pathLst>
                <a:path w="12732" h="18877">
                  <a:moveTo>
                    <a:pt x="0" y="18877"/>
                  </a:moveTo>
                  <a:lnTo>
                    <a:pt x="5633" y="13978"/>
                  </a:lnTo>
                  <a:lnTo>
                    <a:pt x="12732" y="0"/>
                  </a:lnTo>
                  <a:lnTo>
                    <a:pt x="8240" y="1826"/>
                  </a:lnTo>
                  <a:lnTo>
                    <a:pt x="1366" y="14074"/>
                  </a:lnTo>
                  <a:lnTo>
                    <a:pt x="0" y="1887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1" name="pl29">
              <a:extLst>
                <a:ext uri="{FF2B5EF4-FFF2-40B4-BE49-F238E27FC236}">
                  <a16:creationId xmlns:a16="http://schemas.microsoft.com/office/drawing/2014/main" id="{6F91A01A-ABF1-F635-79BC-E6D1BFD38A8A}"/>
                </a:ext>
              </a:extLst>
            </p:cNvPr>
            <p:cNvSpPr/>
            <p:nvPr/>
          </p:nvSpPr>
          <p:spPr>
            <a:xfrm>
              <a:off x="12129620" y="3416981"/>
              <a:ext cx="26514" cy="30320"/>
            </a:xfrm>
            <a:custGeom>
              <a:avLst/>
              <a:gdLst/>
              <a:ahLst/>
              <a:cxnLst/>
              <a:rect l="0" t="0" r="0" b="0"/>
              <a:pathLst>
                <a:path w="8934" h="11200">
                  <a:moveTo>
                    <a:pt x="1371" y="1046"/>
                  </a:moveTo>
                  <a:lnTo>
                    <a:pt x="0" y="3393"/>
                  </a:lnTo>
                  <a:lnTo>
                    <a:pt x="147" y="10304"/>
                  </a:lnTo>
                  <a:lnTo>
                    <a:pt x="4683" y="11200"/>
                  </a:lnTo>
                  <a:lnTo>
                    <a:pt x="8934" y="8429"/>
                  </a:lnTo>
                  <a:lnTo>
                    <a:pt x="5267" y="1943"/>
                  </a:lnTo>
                  <a:lnTo>
                    <a:pt x="2939" y="0"/>
                  </a:lnTo>
                  <a:lnTo>
                    <a:pt x="1371" y="104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2" name="pl30">
              <a:extLst>
                <a:ext uri="{FF2B5EF4-FFF2-40B4-BE49-F238E27FC236}">
                  <a16:creationId xmlns:a16="http://schemas.microsoft.com/office/drawing/2014/main" id="{59ED0CEB-A28C-9C3D-9077-81D14ADADE46}"/>
                </a:ext>
              </a:extLst>
            </p:cNvPr>
            <p:cNvSpPr/>
            <p:nvPr/>
          </p:nvSpPr>
          <p:spPr>
            <a:xfrm>
              <a:off x="12729427" y="3208654"/>
              <a:ext cx="50369" cy="66940"/>
            </a:xfrm>
            <a:custGeom>
              <a:avLst/>
              <a:gdLst/>
              <a:ahLst/>
              <a:cxnLst/>
              <a:rect l="0" t="0" r="0" b="0"/>
              <a:pathLst>
                <a:path w="16972" h="24727">
                  <a:moveTo>
                    <a:pt x="0" y="24727"/>
                  </a:moveTo>
                  <a:lnTo>
                    <a:pt x="15059" y="17317"/>
                  </a:lnTo>
                  <a:lnTo>
                    <a:pt x="16081" y="13390"/>
                  </a:lnTo>
                  <a:lnTo>
                    <a:pt x="16972" y="1956"/>
                  </a:lnTo>
                  <a:lnTo>
                    <a:pt x="10622" y="0"/>
                  </a:lnTo>
                  <a:lnTo>
                    <a:pt x="5857" y="5809"/>
                  </a:lnTo>
                  <a:lnTo>
                    <a:pt x="0" y="2472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3" name="pl31">
              <a:extLst>
                <a:ext uri="{FF2B5EF4-FFF2-40B4-BE49-F238E27FC236}">
                  <a16:creationId xmlns:a16="http://schemas.microsoft.com/office/drawing/2014/main" id="{18FE2F38-AC86-E221-EA5F-0BE34FF407DE}"/>
                </a:ext>
              </a:extLst>
            </p:cNvPr>
            <p:cNvSpPr/>
            <p:nvPr/>
          </p:nvSpPr>
          <p:spPr>
            <a:xfrm>
              <a:off x="12226371" y="3341001"/>
              <a:ext cx="74549" cy="78442"/>
            </a:xfrm>
            <a:custGeom>
              <a:avLst/>
              <a:gdLst/>
              <a:ahLst/>
              <a:cxnLst/>
              <a:rect l="0" t="0" r="0" b="0"/>
              <a:pathLst>
                <a:path w="25119" h="28976">
                  <a:moveTo>
                    <a:pt x="12568" y="0"/>
                  </a:moveTo>
                  <a:lnTo>
                    <a:pt x="7240" y="3660"/>
                  </a:lnTo>
                  <a:lnTo>
                    <a:pt x="251" y="12924"/>
                  </a:lnTo>
                  <a:lnTo>
                    <a:pt x="0" y="22722"/>
                  </a:lnTo>
                  <a:lnTo>
                    <a:pt x="2901" y="25172"/>
                  </a:lnTo>
                  <a:lnTo>
                    <a:pt x="10814" y="28976"/>
                  </a:lnTo>
                  <a:lnTo>
                    <a:pt x="11611" y="26315"/>
                  </a:lnTo>
                  <a:lnTo>
                    <a:pt x="11464" y="18918"/>
                  </a:lnTo>
                  <a:lnTo>
                    <a:pt x="18606" y="20109"/>
                  </a:lnTo>
                  <a:lnTo>
                    <a:pt x="25119" y="17379"/>
                  </a:lnTo>
                  <a:lnTo>
                    <a:pt x="24710" y="12911"/>
                  </a:lnTo>
                  <a:lnTo>
                    <a:pt x="19436" y="2538"/>
                  </a:lnTo>
                  <a:lnTo>
                    <a:pt x="12568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4" name="pl32">
              <a:extLst>
                <a:ext uri="{FF2B5EF4-FFF2-40B4-BE49-F238E27FC236}">
                  <a16:creationId xmlns:a16="http://schemas.microsoft.com/office/drawing/2014/main" id="{44A58B0C-DD35-FEEE-49B5-00F7485C0DCD}"/>
                </a:ext>
              </a:extLst>
            </p:cNvPr>
            <p:cNvSpPr/>
            <p:nvPr/>
          </p:nvSpPr>
          <p:spPr>
            <a:xfrm>
              <a:off x="11232746" y="4435295"/>
              <a:ext cx="16250" cy="39861"/>
            </a:xfrm>
            <a:custGeom>
              <a:avLst/>
              <a:gdLst/>
              <a:ahLst/>
              <a:cxnLst/>
              <a:rect l="0" t="0" r="0" b="0"/>
              <a:pathLst>
                <a:path w="5475" h="14724">
                  <a:moveTo>
                    <a:pt x="1158" y="14724"/>
                  </a:moveTo>
                  <a:lnTo>
                    <a:pt x="4262" y="12131"/>
                  </a:lnTo>
                  <a:lnTo>
                    <a:pt x="5475" y="4139"/>
                  </a:lnTo>
                  <a:lnTo>
                    <a:pt x="4377" y="0"/>
                  </a:lnTo>
                  <a:lnTo>
                    <a:pt x="2174" y="177"/>
                  </a:lnTo>
                  <a:lnTo>
                    <a:pt x="0" y="7957"/>
                  </a:lnTo>
                  <a:lnTo>
                    <a:pt x="1158" y="1472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5" name="pl33">
              <a:extLst>
                <a:ext uri="{FF2B5EF4-FFF2-40B4-BE49-F238E27FC236}">
                  <a16:creationId xmlns:a16="http://schemas.microsoft.com/office/drawing/2014/main" id="{86289BBC-86C1-80D9-C878-51AE44DA8717}"/>
                </a:ext>
              </a:extLst>
            </p:cNvPr>
            <p:cNvSpPr/>
            <p:nvPr/>
          </p:nvSpPr>
          <p:spPr>
            <a:xfrm>
              <a:off x="10286262" y="5127753"/>
              <a:ext cx="48634" cy="82333"/>
            </a:xfrm>
            <a:custGeom>
              <a:avLst/>
              <a:gdLst/>
              <a:ahLst/>
              <a:cxnLst/>
              <a:rect l="0" t="0" r="0" b="0"/>
              <a:pathLst>
                <a:path w="16387" h="30413">
                  <a:moveTo>
                    <a:pt x="300" y="30413"/>
                  </a:moveTo>
                  <a:lnTo>
                    <a:pt x="13426" y="9202"/>
                  </a:lnTo>
                  <a:lnTo>
                    <a:pt x="16387" y="0"/>
                  </a:lnTo>
                  <a:lnTo>
                    <a:pt x="0" y="26335"/>
                  </a:lnTo>
                  <a:lnTo>
                    <a:pt x="300" y="3041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6" name="pl34">
              <a:extLst>
                <a:ext uri="{FF2B5EF4-FFF2-40B4-BE49-F238E27FC236}">
                  <a16:creationId xmlns:a16="http://schemas.microsoft.com/office/drawing/2014/main" id="{ECA42D86-E3B7-37ED-BB44-BEB43D94D4F4}"/>
                </a:ext>
              </a:extLst>
            </p:cNvPr>
            <p:cNvSpPr/>
            <p:nvPr/>
          </p:nvSpPr>
          <p:spPr>
            <a:xfrm>
              <a:off x="10292002" y="4781783"/>
              <a:ext cx="55964" cy="53011"/>
            </a:xfrm>
            <a:custGeom>
              <a:avLst/>
              <a:gdLst/>
              <a:ahLst/>
              <a:cxnLst/>
              <a:rect l="0" t="0" r="0" b="0"/>
              <a:pathLst>
                <a:path w="18857" h="19582">
                  <a:moveTo>
                    <a:pt x="5338" y="6144"/>
                  </a:moveTo>
                  <a:lnTo>
                    <a:pt x="0" y="19582"/>
                  </a:lnTo>
                  <a:lnTo>
                    <a:pt x="5344" y="19000"/>
                  </a:lnTo>
                  <a:lnTo>
                    <a:pt x="10896" y="16339"/>
                  </a:lnTo>
                  <a:lnTo>
                    <a:pt x="17480" y="10085"/>
                  </a:lnTo>
                  <a:lnTo>
                    <a:pt x="18857" y="6027"/>
                  </a:lnTo>
                  <a:lnTo>
                    <a:pt x="18704" y="1279"/>
                  </a:lnTo>
                  <a:lnTo>
                    <a:pt x="15152" y="0"/>
                  </a:lnTo>
                  <a:lnTo>
                    <a:pt x="5338" y="614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8" name="pl36">
              <a:extLst>
                <a:ext uri="{FF2B5EF4-FFF2-40B4-BE49-F238E27FC236}">
                  <a16:creationId xmlns:a16="http://schemas.microsoft.com/office/drawing/2014/main" id="{A74B13E4-E34C-7F9A-AC55-922A338CA7B9}"/>
                </a:ext>
              </a:extLst>
            </p:cNvPr>
            <p:cNvSpPr/>
            <p:nvPr/>
          </p:nvSpPr>
          <p:spPr>
            <a:xfrm>
              <a:off x="11423457" y="4478768"/>
              <a:ext cx="106043" cy="49232"/>
            </a:xfrm>
            <a:custGeom>
              <a:avLst/>
              <a:gdLst/>
              <a:ahLst/>
              <a:cxnLst/>
              <a:rect l="0" t="0" r="0" b="0"/>
              <a:pathLst>
                <a:path w="35731" h="18186">
                  <a:moveTo>
                    <a:pt x="17398" y="1217"/>
                  </a:moveTo>
                  <a:lnTo>
                    <a:pt x="7688" y="11720"/>
                  </a:lnTo>
                  <a:lnTo>
                    <a:pt x="0" y="13766"/>
                  </a:lnTo>
                  <a:lnTo>
                    <a:pt x="4912" y="18186"/>
                  </a:lnTo>
                  <a:lnTo>
                    <a:pt x="35731" y="11337"/>
                  </a:lnTo>
                  <a:lnTo>
                    <a:pt x="34005" y="5945"/>
                  </a:lnTo>
                  <a:lnTo>
                    <a:pt x="23857" y="0"/>
                  </a:lnTo>
                  <a:lnTo>
                    <a:pt x="17398" y="121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9" name="pl37">
              <a:extLst>
                <a:ext uri="{FF2B5EF4-FFF2-40B4-BE49-F238E27FC236}">
                  <a16:creationId xmlns:a16="http://schemas.microsoft.com/office/drawing/2014/main" id="{A9DCF8A5-1316-4B25-9148-8B84817A80B8}"/>
                </a:ext>
              </a:extLst>
            </p:cNvPr>
            <p:cNvSpPr/>
            <p:nvPr/>
          </p:nvSpPr>
          <p:spPr>
            <a:xfrm>
              <a:off x="11251735" y="4404011"/>
              <a:ext cx="37932" cy="71959"/>
            </a:xfrm>
            <a:custGeom>
              <a:avLst/>
              <a:gdLst/>
              <a:ahLst/>
              <a:cxnLst/>
              <a:rect l="0" t="0" r="0" b="0"/>
              <a:pathLst>
                <a:path w="12781" h="26581">
                  <a:moveTo>
                    <a:pt x="0" y="25911"/>
                  </a:moveTo>
                  <a:lnTo>
                    <a:pt x="6191" y="26581"/>
                  </a:lnTo>
                  <a:lnTo>
                    <a:pt x="11732" y="22750"/>
                  </a:lnTo>
                  <a:lnTo>
                    <a:pt x="12781" y="0"/>
                  </a:lnTo>
                  <a:lnTo>
                    <a:pt x="9152" y="2251"/>
                  </a:lnTo>
                  <a:lnTo>
                    <a:pt x="7393" y="4803"/>
                  </a:lnTo>
                  <a:lnTo>
                    <a:pt x="4338" y="13143"/>
                  </a:lnTo>
                  <a:lnTo>
                    <a:pt x="3142" y="20738"/>
                  </a:lnTo>
                  <a:lnTo>
                    <a:pt x="0" y="2591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0" name="pl38">
              <a:extLst>
                <a:ext uri="{FF2B5EF4-FFF2-40B4-BE49-F238E27FC236}">
                  <a16:creationId xmlns:a16="http://schemas.microsoft.com/office/drawing/2014/main" id="{B56588B7-3E45-CA22-4EC3-519E97CC384E}"/>
                </a:ext>
              </a:extLst>
            </p:cNvPr>
            <p:cNvSpPr/>
            <p:nvPr/>
          </p:nvSpPr>
          <p:spPr>
            <a:xfrm>
              <a:off x="11621455" y="4501441"/>
              <a:ext cx="84734" cy="56141"/>
            </a:xfrm>
            <a:custGeom>
              <a:avLst/>
              <a:gdLst/>
              <a:ahLst/>
              <a:cxnLst/>
              <a:rect l="0" t="0" r="0" b="0"/>
              <a:pathLst>
                <a:path w="28551" h="20738">
                  <a:moveTo>
                    <a:pt x="19065" y="9668"/>
                  </a:moveTo>
                  <a:lnTo>
                    <a:pt x="16387" y="11193"/>
                  </a:lnTo>
                  <a:lnTo>
                    <a:pt x="0" y="15572"/>
                  </a:lnTo>
                  <a:lnTo>
                    <a:pt x="19917" y="20738"/>
                  </a:lnTo>
                  <a:lnTo>
                    <a:pt x="28551" y="18480"/>
                  </a:lnTo>
                  <a:lnTo>
                    <a:pt x="27693" y="13848"/>
                  </a:lnTo>
                  <a:lnTo>
                    <a:pt x="21469" y="0"/>
                  </a:lnTo>
                  <a:lnTo>
                    <a:pt x="21201" y="3229"/>
                  </a:lnTo>
                  <a:lnTo>
                    <a:pt x="19065" y="966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1" name="pl39">
              <a:extLst>
                <a:ext uri="{FF2B5EF4-FFF2-40B4-BE49-F238E27FC236}">
                  <a16:creationId xmlns:a16="http://schemas.microsoft.com/office/drawing/2014/main" id="{F3C3CB83-D733-FA68-F096-26076FD5716D}"/>
                </a:ext>
              </a:extLst>
            </p:cNvPr>
            <p:cNvSpPr/>
            <p:nvPr/>
          </p:nvSpPr>
          <p:spPr>
            <a:xfrm>
              <a:off x="9711347" y="6856159"/>
              <a:ext cx="67171" cy="27061"/>
            </a:xfrm>
            <a:custGeom>
              <a:avLst/>
              <a:gdLst/>
              <a:ahLst/>
              <a:cxnLst/>
              <a:rect l="0" t="0" r="0" b="0"/>
              <a:pathLst>
                <a:path w="22633" h="9996">
                  <a:moveTo>
                    <a:pt x="22633" y="0"/>
                  </a:moveTo>
                  <a:lnTo>
                    <a:pt x="13344" y="2251"/>
                  </a:lnTo>
                  <a:lnTo>
                    <a:pt x="0" y="9401"/>
                  </a:lnTo>
                  <a:lnTo>
                    <a:pt x="2295" y="9996"/>
                  </a:lnTo>
                  <a:lnTo>
                    <a:pt x="2263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2" name="pl40">
              <a:extLst>
                <a:ext uri="{FF2B5EF4-FFF2-40B4-BE49-F238E27FC236}">
                  <a16:creationId xmlns:a16="http://schemas.microsoft.com/office/drawing/2014/main" id="{E1C0307E-2A32-792F-025C-1BB6FD6F6686}"/>
                </a:ext>
              </a:extLst>
            </p:cNvPr>
            <p:cNvSpPr/>
            <p:nvPr/>
          </p:nvSpPr>
          <p:spPr>
            <a:xfrm>
              <a:off x="9800022" y="6569387"/>
              <a:ext cx="27066" cy="41934"/>
            </a:xfrm>
            <a:custGeom>
              <a:avLst/>
              <a:gdLst/>
              <a:ahLst/>
              <a:cxnLst/>
              <a:rect l="0" t="0" r="0" b="0"/>
              <a:pathLst>
                <a:path w="9120" h="15490">
                  <a:moveTo>
                    <a:pt x="7431" y="15490"/>
                  </a:moveTo>
                  <a:lnTo>
                    <a:pt x="9120" y="12644"/>
                  </a:lnTo>
                  <a:lnTo>
                    <a:pt x="9010" y="9175"/>
                  </a:lnTo>
                  <a:lnTo>
                    <a:pt x="7644" y="5008"/>
                  </a:lnTo>
                  <a:lnTo>
                    <a:pt x="0" y="0"/>
                  </a:lnTo>
                  <a:lnTo>
                    <a:pt x="7431" y="1549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3" name="pl41">
              <a:extLst>
                <a:ext uri="{FF2B5EF4-FFF2-40B4-BE49-F238E27FC236}">
                  <a16:creationId xmlns:a16="http://schemas.microsoft.com/office/drawing/2014/main" id="{71361BC8-BDD9-DF1C-EEF8-E02CF2D85B1E}"/>
                </a:ext>
              </a:extLst>
            </p:cNvPr>
            <p:cNvSpPr/>
            <p:nvPr/>
          </p:nvSpPr>
          <p:spPr>
            <a:xfrm>
              <a:off x="9912503" y="5677179"/>
              <a:ext cx="93200" cy="161611"/>
            </a:xfrm>
            <a:custGeom>
              <a:avLst/>
              <a:gdLst/>
              <a:ahLst/>
              <a:cxnLst/>
              <a:rect l="0" t="0" r="0" b="0"/>
              <a:pathLst>
                <a:path w="31404" h="59698">
                  <a:moveTo>
                    <a:pt x="17070" y="31638"/>
                  </a:moveTo>
                  <a:lnTo>
                    <a:pt x="14103" y="36523"/>
                  </a:lnTo>
                  <a:lnTo>
                    <a:pt x="0" y="59698"/>
                  </a:lnTo>
                  <a:lnTo>
                    <a:pt x="5087" y="57426"/>
                  </a:lnTo>
                  <a:lnTo>
                    <a:pt x="17087" y="36126"/>
                  </a:lnTo>
                  <a:lnTo>
                    <a:pt x="19617" y="31624"/>
                  </a:lnTo>
                  <a:lnTo>
                    <a:pt x="27114" y="16476"/>
                  </a:lnTo>
                  <a:lnTo>
                    <a:pt x="31404" y="0"/>
                  </a:lnTo>
                  <a:lnTo>
                    <a:pt x="26983" y="8128"/>
                  </a:lnTo>
                  <a:lnTo>
                    <a:pt x="17070" y="3163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4" name="pl42">
              <a:extLst>
                <a:ext uri="{FF2B5EF4-FFF2-40B4-BE49-F238E27FC236}">
                  <a16:creationId xmlns:a16="http://schemas.microsoft.com/office/drawing/2014/main" id="{1985E537-E830-2C72-1DE5-8C1181EDA882}"/>
                </a:ext>
              </a:extLst>
            </p:cNvPr>
            <p:cNvSpPr/>
            <p:nvPr/>
          </p:nvSpPr>
          <p:spPr>
            <a:xfrm>
              <a:off x="9809022" y="6636533"/>
              <a:ext cx="77599" cy="211031"/>
            </a:xfrm>
            <a:custGeom>
              <a:avLst/>
              <a:gdLst/>
              <a:ahLst/>
              <a:cxnLst/>
              <a:rect l="0" t="0" r="0" b="0"/>
              <a:pathLst>
                <a:path w="26147" h="77953">
                  <a:moveTo>
                    <a:pt x="20879" y="0"/>
                  </a:moveTo>
                  <a:lnTo>
                    <a:pt x="20792" y="4727"/>
                  </a:lnTo>
                  <a:lnTo>
                    <a:pt x="23371" y="27608"/>
                  </a:lnTo>
                  <a:lnTo>
                    <a:pt x="22628" y="40587"/>
                  </a:lnTo>
                  <a:lnTo>
                    <a:pt x="17202" y="68736"/>
                  </a:lnTo>
                  <a:lnTo>
                    <a:pt x="0" y="76728"/>
                  </a:lnTo>
                  <a:lnTo>
                    <a:pt x="1322" y="77953"/>
                  </a:lnTo>
                  <a:lnTo>
                    <a:pt x="16333" y="74135"/>
                  </a:lnTo>
                  <a:lnTo>
                    <a:pt x="20229" y="68497"/>
                  </a:lnTo>
                  <a:lnTo>
                    <a:pt x="25218" y="44912"/>
                  </a:lnTo>
                  <a:lnTo>
                    <a:pt x="26147" y="28723"/>
                  </a:lnTo>
                  <a:lnTo>
                    <a:pt x="23677" y="7375"/>
                  </a:lnTo>
                  <a:lnTo>
                    <a:pt x="2087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5" name="pl43">
              <a:extLst>
                <a:ext uri="{FF2B5EF4-FFF2-40B4-BE49-F238E27FC236}">
                  <a16:creationId xmlns:a16="http://schemas.microsoft.com/office/drawing/2014/main" id="{BB00E4FF-295F-7A33-DF74-57A954BDA2B1}"/>
                </a:ext>
              </a:extLst>
            </p:cNvPr>
            <p:cNvSpPr/>
            <p:nvPr/>
          </p:nvSpPr>
          <p:spPr>
            <a:xfrm>
              <a:off x="9530542" y="6951478"/>
              <a:ext cx="106674" cy="116619"/>
            </a:xfrm>
            <a:custGeom>
              <a:avLst/>
              <a:gdLst/>
              <a:ahLst/>
              <a:cxnLst/>
              <a:rect l="0" t="0" r="0" b="0"/>
              <a:pathLst>
                <a:path w="35944" h="43078">
                  <a:moveTo>
                    <a:pt x="10245" y="25582"/>
                  </a:moveTo>
                  <a:lnTo>
                    <a:pt x="0" y="43078"/>
                  </a:lnTo>
                  <a:lnTo>
                    <a:pt x="2786" y="41470"/>
                  </a:lnTo>
                  <a:lnTo>
                    <a:pt x="19120" y="18952"/>
                  </a:lnTo>
                  <a:lnTo>
                    <a:pt x="35944" y="0"/>
                  </a:lnTo>
                  <a:lnTo>
                    <a:pt x="30480" y="3393"/>
                  </a:lnTo>
                  <a:lnTo>
                    <a:pt x="10245" y="2558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6" name="pl44">
              <a:extLst>
                <a:ext uri="{FF2B5EF4-FFF2-40B4-BE49-F238E27FC236}">
                  <a16:creationId xmlns:a16="http://schemas.microsoft.com/office/drawing/2014/main" id="{319EA573-1ACE-8B85-232A-75478755233E}"/>
                </a:ext>
              </a:extLst>
            </p:cNvPr>
            <p:cNvSpPr/>
            <p:nvPr/>
          </p:nvSpPr>
          <p:spPr>
            <a:xfrm>
              <a:off x="2797458" y="9438987"/>
              <a:ext cx="132040" cy="88446"/>
            </a:xfrm>
            <a:custGeom>
              <a:avLst/>
              <a:gdLst/>
              <a:ahLst/>
              <a:cxnLst/>
              <a:rect l="0" t="0" r="0" b="0"/>
              <a:pathLst>
                <a:path w="44491" h="32671">
                  <a:moveTo>
                    <a:pt x="31535" y="6746"/>
                  </a:moveTo>
                  <a:lnTo>
                    <a:pt x="13371" y="21286"/>
                  </a:lnTo>
                  <a:lnTo>
                    <a:pt x="5092" y="25104"/>
                  </a:lnTo>
                  <a:lnTo>
                    <a:pt x="0" y="32671"/>
                  </a:lnTo>
                  <a:lnTo>
                    <a:pt x="4109" y="32089"/>
                  </a:lnTo>
                  <a:lnTo>
                    <a:pt x="28786" y="14854"/>
                  </a:lnTo>
                  <a:lnTo>
                    <a:pt x="43398" y="6137"/>
                  </a:lnTo>
                  <a:lnTo>
                    <a:pt x="44491" y="0"/>
                  </a:lnTo>
                  <a:lnTo>
                    <a:pt x="42802" y="738"/>
                  </a:lnTo>
                  <a:lnTo>
                    <a:pt x="38944" y="5747"/>
                  </a:lnTo>
                  <a:lnTo>
                    <a:pt x="31535" y="674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7" name="pl45">
              <a:extLst>
                <a:ext uri="{FF2B5EF4-FFF2-40B4-BE49-F238E27FC236}">
                  <a16:creationId xmlns:a16="http://schemas.microsoft.com/office/drawing/2014/main" id="{F3FA8945-387A-092E-E807-0B933E666575}"/>
                </a:ext>
              </a:extLst>
            </p:cNvPr>
            <p:cNvSpPr/>
            <p:nvPr/>
          </p:nvSpPr>
          <p:spPr>
            <a:xfrm>
              <a:off x="2603597" y="9651260"/>
              <a:ext cx="107699" cy="219829"/>
            </a:xfrm>
            <a:custGeom>
              <a:avLst/>
              <a:gdLst/>
              <a:ahLst/>
              <a:cxnLst/>
              <a:rect l="0" t="0" r="0" b="0"/>
              <a:pathLst>
                <a:path w="36289" h="81203">
                  <a:moveTo>
                    <a:pt x="10049" y="41887"/>
                  </a:moveTo>
                  <a:lnTo>
                    <a:pt x="961" y="69188"/>
                  </a:lnTo>
                  <a:lnTo>
                    <a:pt x="0" y="81203"/>
                  </a:lnTo>
                  <a:lnTo>
                    <a:pt x="3491" y="73143"/>
                  </a:lnTo>
                  <a:lnTo>
                    <a:pt x="14988" y="39349"/>
                  </a:lnTo>
                  <a:lnTo>
                    <a:pt x="36289" y="0"/>
                  </a:lnTo>
                  <a:lnTo>
                    <a:pt x="28513" y="6007"/>
                  </a:lnTo>
                  <a:lnTo>
                    <a:pt x="10049" y="4188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8" name="pl46">
              <a:extLst>
                <a:ext uri="{FF2B5EF4-FFF2-40B4-BE49-F238E27FC236}">
                  <a16:creationId xmlns:a16="http://schemas.microsoft.com/office/drawing/2014/main" id="{EA031305-776B-C80B-5E6E-B5AEFC3C42E9}"/>
                </a:ext>
              </a:extLst>
            </p:cNvPr>
            <p:cNvSpPr/>
            <p:nvPr/>
          </p:nvSpPr>
          <p:spPr>
            <a:xfrm>
              <a:off x="3365884" y="9074920"/>
              <a:ext cx="106951" cy="77758"/>
            </a:xfrm>
            <a:custGeom>
              <a:avLst/>
              <a:gdLst/>
              <a:ahLst/>
              <a:cxnLst/>
              <a:rect l="0" t="0" r="0" b="0"/>
              <a:pathLst>
                <a:path w="36037" h="28723">
                  <a:moveTo>
                    <a:pt x="0" y="28723"/>
                  </a:moveTo>
                  <a:lnTo>
                    <a:pt x="5590" y="27382"/>
                  </a:lnTo>
                  <a:lnTo>
                    <a:pt x="25147" y="12391"/>
                  </a:lnTo>
                  <a:lnTo>
                    <a:pt x="36037" y="314"/>
                  </a:lnTo>
                  <a:lnTo>
                    <a:pt x="29507" y="0"/>
                  </a:lnTo>
                  <a:lnTo>
                    <a:pt x="24393" y="7170"/>
                  </a:lnTo>
                  <a:lnTo>
                    <a:pt x="0" y="2872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9" name="pl47">
              <a:extLst>
                <a:ext uri="{FF2B5EF4-FFF2-40B4-BE49-F238E27FC236}">
                  <a16:creationId xmlns:a16="http://schemas.microsoft.com/office/drawing/2014/main" id="{A1F834DB-5708-218B-6E00-F6B7B9B98462}"/>
                </a:ext>
              </a:extLst>
            </p:cNvPr>
            <p:cNvSpPr/>
            <p:nvPr/>
          </p:nvSpPr>
          <p:spPr>
            <a:xfrm>
              <a:off x="2596171" y="9888554"/>
              <a:ext cx="78539" cy="411041"/>
            </a:xfrm>
            <a:custGeom>
              <a:avLst/>
              <a:gdLst/>
              <a:ahLst/>
              <a:cxnLst/>
              <a:rect l="0" t="0" r="0" b="0"/>
              <a:pathLst>
                <a:path w="26464" h="151835">
                  <a:moveTo>
                    <a:pt x="2371" y="0"/>
                  </a:moveTo>
                  <a:lnTo>
                    <a:pt x="0" y="13492"/>
                  </a:lnTo>
                  <a:lnTo>
                    <a:pt x="568" y="52684"/>
                  </a:lnTo>
                  <a:lnTo>
                    <a:pt x="15650" y="121449"/>
                  </a:lnTo>
                  <a:lnTo>
                    <a:pt x="24917" y="151835"/>
                  </a:lnTo>
                  <a:lnTo>
                    <a:pt x="26464" y="145328"/>
                  </a:lnTo>
                  <a:lnTo>
                    <a:pt x="22934" y="125650"/>
                  </a:lnTo>
                  <a:lnTo>
                    <a:pt x="6262" y="55353"/>
                  </a:lnTo>
                  <a:lnTo>
                    <a:pt x="237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0" name="pl48">
              <a:extLst>
                <a:ext uri="{FF2B5EF4-FFF2-40B4-BE49-F238E27FC236}">
                  <a16:creationId xmlns:a16="http://schemas.microsoft.com/office/drawing/2014/main" id="{ADEDFEC3-3CE8-EA4F-D8C7-4585D227A816}"/>
                </a:ext>
              </a:extLst>
            </p:cNvPr>
            <p:cNvSpPr/>
            <p:nvPr/>
          </p:nvSpPr>
          <p:spPr>
            <a:xfrm>
              <a:off x="6678164" y="8926552"/>
              <a:ext cx="126071" cy="47714"/>
            </a:xfrm>
            <a:custGeom>
              <a:avLst/>
              <a:gdLst/>
              <a:ahLst/>
              <a:cxnLst/>
              <a:rect l="0" t="0" r="0" b="0"/>
              <a:pathLst>
                <a:path w="42480" h="17625">
                  <a:moveTo>
                    <a:pt x="7546" y="13260"/>
                  </a:moveTo>
                  <a:lnTo>
                    <a:pt x="0" y="13958"/>
                  </a:lnTo>
                  <a:lnTo>
                    <a:pt x="12141" y="17625"/>
                  </a:lnTo>
                  <a:lnTo>
                    <a:pt x="23371" y="12582"/>
                  </a:lnTo>
                  <a:lnTo>
                    <a:pt x="42480" y="0"/>
                  </a:lnTo>
                  <a:lnTo>
                    <a:pt x="34081" y="2073"/>
                  </a:lnTo>
                  <a:lnTo>
                    <a:pt x="26830" y="7533"/>
                  </a:lnTo>
                  <a:lnTo>
                    <a:pt x="13005" y="14744"/>
                  </a:lnTo>
                  <a:lnTo>
                    <a:pt x="7546" y="1326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1" name="pl49">
              <a:extLst>
                <a:ext uri="{FF2B5EF4-FFF2-40B4-BE49-F238E27FC236}">
                  <a16:creationId xmlns:a16="http://schemas.microsoft.com/office/drawing/2014/main" id="{AE6FE3C1-80E3-EFBA-603C-00B5A31A065D}"/>
                </a:ext>
              </a:extLst>
            </p:cNvPr>
            <p:cNvSpPr/>
            <p:nvPr/>
          </p:nvSpPr>
          <p:spPr>
            <a:xfrm>
              <a:off x="7884496" y="8456535"/>
              <a:ext cx="21795" cy="92428"/>
            </a:xfrm>
            <a:custGeom>
              <a:avLst/>
              <a:gdLst/>
              <a:ahLst/>
              <a:cxnLst/>
              <a:rect l="0" t="0" r="0" b="0"/>
              <a:pathLst>
                <a:path w="7344" h="34142">
                  <a:moveTo>
                    <a:pt x="2366" y="34142"/>
                  </a:moveTo>
                  <a:lnTo>
                    <a:pt x="7344" y="0"/>
                  </a:lnTo>
                  <a:lnTo>
                    <a:pt x="3770" y="3366"/>
                  </a:lnTo>
                  <a:lnTo>
                    <a:pt x="0" y="10311"/>
                  </a:lnTo>
                  <a:lnTo>
                    <a:pt x="213" y="22052"/>
                  </a:lnTo>
                  <a:lnTo>
                    <a:pt x="2366" y="3414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2" name="pl50">
              <a:extLst>
                <a:ext uri="{FF2B5EF4-FFF2-40B4-BE49-F238E27FC236}">
                  <a16:creationId xmlns:a16="http://schemas.microsoft.com/office/drawing/2014/main" id="{D5904CD6-F511-FFB3-7BAC-AB10260EFD18}"/>
                </a:ext>
              </a:extLst>
            </p:cNvPr>
            <p:cNvSpPr/>
            <p:nvPr/>
          </p:nvSpPr>
          <p:spPr>
            <a:xfrm>
              <a:off x="5274845" y="8761067"/>
              <a:ext cx="52251" cy="49714"/>
            </a:xfrm>
            <a:custGeom>
              <a:avLst/>
              <a:gdLst/>
              <a:ahLst/>
              <a:cxnLst/>
              <a:rect l="0" t="0" r="0" b="0"/>
              <a:pathLst>
                <a:path w="17606" h="18364">
                  <a:moveTo>
                    <a:pt x="17606" y="0"/>
                  </a:moveTo>
                  <a:lnTo>
                    <a:pt x="7333" y="8101"/>
                  </a:lnTo>
                  <a:lnTo>
                    <a:pt x="6081" y="10434"/>
                  </a:lnTo>
                  <a:lnTo>
                    <a:pt x="3573" y="12603"/>
                  </a:lnTo>
                  <a:lnTo>
                    <a:pt x="0" y="14827"/>
                  </a:lnTo>
                  <a:lnTo>
                    <a:pt x="8120" y="15121"/>
                  </a:lnTo>
                  <a:lnTo>
                    <a:pt x="13600" y="18364"/>
                  </a:lnTo>
                  <a:lnTo>
                    <a:pt x="13207" y="11850"/>
                  </a:lnTo>
                  <a:lnTo>
                    <a:pt x="14693" y="5945"/>
                  </a:lnTo>
                  <a:lnTo>
                    <a:pt x="1760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3" name="pl51">
              <a:extLst>
                <a:ext uri="{FF2B5EF4-FFF2-40B4-BE49-F238E27FC236}">
                  <a16:creationId xmlns:a16="http://schemas.microsoft.com/office/drawing/2014/main" id="{99F147B7-E641-DA72-DE44-2DF03AEBE2BC}"/>
                </a:ext>
              </a:extLst>
            </p:cNvPr>
            <p:cNvSpPr/>
            <p:nvPr/>
          </p:nvSpPr>
          <p:spPr>
            <a:xfrm>
              <a:off x="4389838" y="8960115"/>
              <a:ext cx="83810" cy="59736"/>
            </a:xfrm>
            <a:custGeom>
              <a:avLst/>
              <a:gdLst/>
              <a:ahLst/>
              <a:cxnLst/>
              <a:rect l="0" t="0" r="0" b="0"/>
              <a:pathLst>
                <a:path w="28240" h="22066">
                  <a:moveTo>
                    <a:pt x="23518" y="6582"/>
                  </a:moveTo>
                  <a:lnTo>
                    <a:pt x="14704" y="417"/>
                  </a:lnTo>
                  <a:lnTo>
                    <a:pt x="9131" y="0"/>
                  </a:lnTo>
                  <a:lnTo>
                    <a:pt x="0" y="4714"/>
                  </a:lnTo>
                  <a:lnTo>
                    <a:pt x="1163" y="9928"/>
                  </a:lnTo>
                  <a:lnTo>
                    <a:pt x="19671" y="22066"/>
                  </a:lnTo>
                  <a:lnTo>
                    <a:pt x="23830" y="20068"/>
                  </a:lnTo>
                  <a:lnTo>
                    <a:pt x="27387" y="14703"/>
                  </a:lnTo>
                  <a:lnTo>
                    <a:pt x="28240" y="10796"/>
                  </a:lnTo>
                  <a:lnTo>
                    <a:pt x="26742" y="8299"/>
                  </a:lnTo>
                  <a:lnTo>
                    <a:pt x="23518" y="658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4" name="pl52">
              <a:extLst>
                <a:ext uri="{FF2B5EF4-FFF2-40B4-BE49-F238E27FC236}">
                  <a16:creationId xmlns:a16="http://schemas.microsoft.com/office/drawing/2014/main" id="{BE8AF031-4629-D6F5-AD54-C81BE7157F80}"/>
                </a:ext>
              </a:extLst>
            </p:cNvPr>
            <p:cNvSpPr/>
            <p:nvPr/>
          </p:nvSpPr>
          <p:spPr>
            <a:xfrm>
              <a:off x="5432636" y="8803523"/>
              <a:ext cx="18032" cy="106543"/>
            </a:xfrm>
            <a:custGeom>
              <a:avLst/>
              <a:gdLst/>
              <a:ahLst/>
              <a:cxnLst/>
              <a:rect l="0" t="0" r="0" b="0"/>
              <a:pathLst>
                <a:path w="6076" h="39356">
                  <a:moveTo>
                    <a:pt x="4355" y="17988"/>
                  </a:moveTo>
                  <a:lnTo>
                    <a:pt x="1256" y="39356"/>
                  </a:lnTo>
                  <a:lnTo>
                    <a:pt x="4415" y="34895"/>
                  </a:lnTo>
                  <a:lnTo>
                    <a:pt x="6076" y="17290"/>
                  </a:lnTo>
                  <a:lnTo>
                    <a:pt x="4590" y="7895"/>
                  </a:lnTo>
                  <a:lnTo>
                    <a:pt x="0" y="0"/>
                  </a:lnTo>
                  <a:lnTo>
                    <a:pt x="4355" y="1798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5" name="pl53">
              <a:extLst>
                <a:ext uri="{FF2B5EF4-FFF2-40B4-BE49-F238E27FC236}">
                  <a16:creationId xmlns:a16="http://schemas.microsoft.com/office/drawing/2014/main" id="{31AFED7D-FAF2-0658-6BBC-993E816CFB3B}"/>
                </a:ext>
              </a:extLst>
            </p:cNvPr>
            <p:cNvSpPr/>
            <p:nvPr/>
          </p:nvSpPr>
          <p:spPr>
            <a:xfrm>
              <a:off x="9041868" y="10992053"/>
              <a:ext cx="154580" cy="109080"/>
            </a:xfrm>
            <a:custGeom>
              <a:avLst/>
              <a:gdLst/>
              <a:ahLst/>
              <a:cxnLst/>
              <a:rect l="0" t="0" r="0" b="0"/>
              <a:pathLst>
                <a:path w="52086" h="40293">
                  <a:moveTo>
                    <a:pt x="52086" y="40293"/>
                  </a:moveTo>
                  <a:lnTo>
                    <a:pt x="49059" y="21121"/>
                  </a:lnTo>
                  <a:lnTo>
                    <a:pt x="43032" y="9975"/>
                  </a:lnTo>
                  <a:lnTo>
                    <a:pt x="35436" y="23694"/>
                  </a:lnTo>
                  <a:lnTo>
                    <a:pt x="27376" y="17386"/>
                  </a:lnTo>
                  <a:lnTo>
                    <a:pt x="38469" y="8545"/>
                  </a:lnTo>
                  <a:lnTo>
                    <a:pt x="38294" y="5336"/>
                  </a:lnTo>
                  <a:lnTo>
                    <a:pt x="33398" y="0"/>
                  </a:lnTo>
                  <a:lnTo>
                    <a:pt x="27136" y="2470"/>
                  </a:lnTo>
                  <a:lnTo>
                    <a:pt x="16824" y="4207"/>
                  </a:lnTo>
                  <a:lnTo>
                    <a:pt x="13016" y="6383"/>
                  </a:lnTo>
                  <a:lnTo>
                    <a:pt x="5579" y="4830"/>
                  </a:lnTo>
                  <a:lnTo>
                    <a:pt x="0" y="9490"/>
                  </a:lnTo>
                  <a:lnTo>
                    <a:pt x="9606" y="27553"/>
                  </a:lnTo>
                  <a:lnTo>
                    <a:pt x="16524" y="34635"/>
                  </a:lnTo>
                  <a:lnTo>
                    <a:pt x="17848" y="4029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6" name="pl54">
              <a:extLst>
                <a:ext uri="{FF2B5EF4-FFF2-40B4-BE49-F238E27FC236}">
                  <a16:creationId xmlns:a16="http://schemas.microsoft.com/office/drawing/2014/main" id="{F5672B9C-1635-0D6A-8DD0-37FF429324AD}"/>
                </a:ext>
              </a:extLst>
            </p:cNvPr>
            <p:cNvSpPr/>
            <p:nvPr/>
          </p:nvSpPr>
          <p:spPr>
            <a:xfrm>
              <a:off x="9060517" y="9985817"/>
              <a:ext cx="300731" cy="396276"/>
            </a:xfrm>
            <a:custGeom>
              <a:avLst/>
              <a:gdLst/>
              <a:ahLst/>
              <a:cxnLst/>
              <a:rect l="0" t="0" r="0" b="0"/>
              <a:pathLst>
                <a:path w="101332" h="146381">
                  <a:moveTo>
                    <a:pt x="48474" y="13184"/>
                  </a:moveTo>
                  <a:lnTo>
                    <a:pt x="68693" y="45083"/>
                  </a:lnTo>
                  <a:lnTo>
                    <a:pt x="78911" y="53102"/>
                  </a:lnTo>
                  <a:lnTo>
                    <a:pt x="82556" y="63215"/>
                  </a:lnTo>
                  <a:lnTo>
                    <a:pt x="79862" y="72219"/>
                  </a:lnTo>
                  <a:lnTo>
                    <a:pt x="80873" y="81038"/>
                  </a:lnTo>
                  <a:lnTo>
                    <a:pt x="77889" y="91227"/>
                  </a:lnTo>
                  <a:lnTo>
                    <a:pt x="77999" y="109824"/>
                  </a:lnTo>
                  <a:lnTo>
                    <a:pt x="72720" y="118349"/>
                  </a:lnTo>
                  <a:lnTo>
                    <a:pt x="60496" y="128270"/>
                  </a:lnTo>
                  <a:lnTo>
                    <a:pt x="68321" y="132348"/>
                  </a:lnTo>
                  <a:lnTo>
                    <a:pt x="78037" y="146381"/>
                  </a:lnTo>
                  <a:lnTo>
                    <a:pt x="80365" y="145157"/>
                  </a:lnTo>
                  <a:lnTo>
                    <a:pt x="84239" y="137972"/>
                  </a:lnTo>
                  <a:lnTo>
                    <a:pt x="86895" y="98055"/>
                  </a:lnTo>
                  <a:lnTo>
                    <a:pt x="101332" y="85007"/>
                  </a:lnTo>
                  <a:lnTo>
                    <a:pt x="98190" y="57440"/>
                  </a:lnTo>
                  <a:lnTo>
                    <a:pt x="87474" y="48039"/>
                  </a:lnTo>
                  <a:lnTo>
                    <a:pt x="76835" y="42216"/>
                  </a:lnTo>
                  <a:lnTo>
                    <a:pt x="75480" y="38822"/>
                  </a:lnTo>
                  <a:lnTo>
                    <a:pt x="75857" y="35209"/>
                  </a:lnTo>
                  <a:lnTo>
                    <a:pt x="72501" y="32007"/>
                  </a:lnTo>
                  <a:lnTo>
                    <a:pt x="64349" y="26971"/>
                  </a:lnTo>
                  <a:lnTo>
                    <a:pt x="55321" y="14525"/>
                  </a:lnTo>
                  <a:lnTo>
                    <a:pt x="45868" y="5138"/>
                  </a:lnTo>
                  <a:lnTo>
                    <a:pt x="30398" y="3667"/>
                  </a:lnTo>
                  <a:lnTo>
                    <a:pt x="17480" y="622"/>
                  </a:lnTo>
                  <a:lnTo>
                    <a:pt x="9087" y="0"/>
                  </a:lnTo>
                  <a:lnTo>
                    <a:pt x="0" y="5117"/>
                  </a:lnTo>
                  <a:lnTo>
                    <a:pt x="16535" y="5439"/>
                  </a:lnTo>
                  <a:lnTo>
                    <a:pt x="48474" y="1318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7" name="pl55">
              <a:extLst>
                <a:ext uri="{FF2B5EF4-FFF2-40B4-BE49-F238E27FC236}">
                  <a16:creationId xmlns:a16="http://schemas.microsoft.com/office/drawing/2014/main" id="{12FD16D1-E1D4-DA1A-D690-8A4CEEC4ACEF}"/>
                </a:ext>
              </a:extLst>
            </p:cNvPr>
            <p:cNvSpPr/>
            <p:nvPr/>
          </p:nvSpPr>
          <p:spPr>
            <a:xfrm>
              <a:off x="10189188" y="11053087"/>
              <a:ext cx="38528" cy="48046"/>
            </a:xfrm>
            <a:custGeom>
              <a:avLst/>
              <a:gdLst/>
              <a:ahLst/>
              <a:cxnLst/>
              <a:rect l="0" t="0" r="0" b="0"/>
              <a:pathLst>
                <a:path w="12982" h="17748">
                  <a:moveTo>
                    <a:pt x="12982" y="8210"/>
                  </a:moveTo>
                  <a:lnTo>
                    <a:pt x="10627" y="164"/>
                  </a:lnTo>
                  <a:lnTo>
                    <a:pt x="8217" y="0"/>
                  </a:lnTo>
                  <a:lnTo>
                    <a:pt x="2075" y="3024"/>
                  </a:lnTo>
                  <a:lnTo>
                    <a:pt x="0" y="1774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8" name="pl56">
              <a:extLst>
                <a:ext uri="{FF2B5EF4-FFF2-40B4-BE49-F238E27FC236}">
                  <a16:creationId xmlns:a16="http://schemas.microsoft.com/office/drawing/2014/main" id="{00386299-8D07-2D16-5229-28809DDD60C2}"/>
                </a:ext>
              </a:extLst>
            </p:cNvPr>
            <p:cNvSpPr/>
            <p:nvPr/>
          </p:nvSpPr>
          <p:spPr>
            <a:xfrm>
              <a:off x="10211184" y="11075314"/>
              <a:ext cx="16534" cy="25821"/>
            </a:xfrm>
            <a:custGeom>
              <a:avLst/>
              <a:gdLst/>
              <a:ahLst/>
              <a:cxnLst/>
              <a:rect l="0" t="0" r="0" b="0"/>
              <a:pathLst>
                <a:path w="5571" h="9538">
                  <a:moveTo>
                    <a:pt x="0" y="9538"/>
                  </a:moveTo>
                  <a:lnTo>
                    <a:pt x="557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9" name="pl57">
              <a:extLst>
                <a:ext uri="{FF2B5EF4-FFF2-40B4-BE49-F238E27FC236}">
                  <a16:creationId xmlns:a16="http://schemas.microsoft.com/office/drawing/2014/main" id="{C1E96FE6-9F03-F565-301B-2BE3AA174F01}"/>
                </a:ext>
              </a:extLst>
            </p:cNvPr>
            <p:cNvSpPr/>
            <p:nvPr/>
          </p:nvSpPr>
          <p:spPr>
            <a:xfrm>
              <a:off x="9446811" y="10507495"/>
              <a:ext cx="221103" cy="347284"/>
            </a:xfrm>
            <a:custGeom>
              <a:avLst/>
              <a:gdLst/>
              <a:ahLst/>
              <a:cxnLst/>
              <a:rect l="0" t="0" r="0" b="0"/>
              <a:pathLst>
                <a:path w="74501" h="128284">
                  <a:moveTo>
                    <a:pt x="48890" y="32630"/>
                  </a:moveTo>
                  <a:lnTo>
                    <a:pt x="33174" y="26664"/>
                  </a:lnTo>
                  <a:lnTo>
                    <a:pt x="14753" y="10858"/>
                  </a:lnTo>
                  <a:lnTo>
                    <a:pt x="7814" y="0"/>
                  </a:lnTo>
                  <a:lnTo>
                    <a:pt x="6010" y="1861"/>
                  </a:lnTo>
                  <a:lnTo>
                    <a:pt x="3551" y="11816"/>
                  </a:lnTo>
                  <a:lnTo>
                    <a:pt x="0" y="19342"/>
                  </a:lnTo>
                  <a:lnTo>
                    <a:pt x="9835" y="17119"/>
                  </a:lnTo>
                  <a:lnTo>
                    <a:pt x="17901" y="18672"/>
                  </a:lnTo>
                  <a:lnTo>
                    <a:pt x="31420" y="31296"/>
                  </a:lnTo>
                  <a:lnTo>
                    <a:pt x="46037" y="35353"/>
                  </a:lnTo>
                  <a:lnTo>
                    <a:pt x="55545" y="48032"/>
                  </a:lnTo>
                  <a:lnTo>
                    <a:pt x="69414" y="62435"/>
                  </a:lnTo>
                  <a:lnTo>
                    <a:pt x="70294" y="75517"/>
                  </a:lnTo>
                  <a:lnTo>
                    <a:pt x="64496" y="88093"/>
                  </a:lnTo>
                  <a:lnTo>
                    <a:pt x="63441" y="104035"/>
                  </a:lnTo>
                  <a:lnTo>
                    <a:pt x="51556" y="104706"/>
                  </a:lnTo>
                  <a:lnTo>
                    <a:pt x="53758" y="107757"/>
                  </a:lnTo>
                  <a:lnTo>
                    <a:pt x="60370" y="113580"/>
                  </a:lnTo>
                  <a:lnTo>
                    <a:pt x="64403" y="123706"/>
                  </a:lnTo>
                  <a:lnTo>
                    <a:pt x="68392" y="128284"/>
                  </a:lnTo>
                  <a:lnTo>
                    <a:pt x="67818" y="112820"/>
                  </a:lnTo>
                  <a:lnTo>
                    <a:pt x="71638" y="95181"/>
                  </a:lnTo>
                  <a:lnTo>
                    <a:pt x="74501" y="65883"/>
                  </a:lnTo>
                  <a:lnTo>
                    <a:pt x="73195" y="59465"/>
                  </a:lnTo>
                  <a:lnTo>
                    <a:pt x="65879" y="52418"/>
                  </a:lnTo>
                  <a:lnTo>
                    <a:pt x="48890" y="3263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0" name="pl58">
              <a:extLst>
                <a:ext uri="{FF2B5EF4-FFF2-40B4-BE49-F238E27FC236}">
                  <a16:creationId xmlns:a16="http://schemas.microsoft.com/office/drawing/2014/main" id="{66935CF5-E501-EC39-8B94-168095A062C6}"/>
                </a:ext>
              </a:extLst>
            </p:cNvPr>
            <p:cNvSpPr/>
            <p:nvPr/>
          </p:nvSpPr>
          <p:spPr>
            <a:xfrm>
              <a:off x="9791118" y="10836537"/>
              <a:ext cx="146879" cy="211845"/>
            </a:xfrm>
            <a:custGeom>
              <a:avLst/>
              <a:gdLst/>
              <a:ahLst/>
              <a:cxnLst/>
              <a:rect l="0" t="0" r="0" b="0"/>
              <a:pathLst>
                <a:path w="49491" h="78254">
                  <a:moveTo>
                    <a:pt x="24344" y="34751"/>
                  </a:moveTo>
                  <a:lnTo>
                    <a:pt x="10125" y="2333"/>
                  </a:lnTo>
                  <a:lnTo>
                    <a:pt x="3846" y="0"/>
                  </a:lnTo>
                  <a:lnTo>
                    <a:pt x="1939" y="1142"/>
                  </a:lnTo>
                  <a:lnTo>
                    <a:pt x="0" y="6000"/>
                  </a:lnTo>
                  <a:lnTo>
                    <a:pt x="9284" y="15087"/>
                  </a:lnTo>
                  <a:lnTo>
                    <a:pt x="11743" y="23557"/>
                  </a:lnTo>
                  <a:lnTo>
                    <a:pt x="16923" y="28901"/>
                  </a:lnTo>
                  <a:lnTo>
                    <a:pt x="27988" y="51439"/>
                  </a:lnTo>
                  <a:lnTo>
                    <a:pt x="37496" y="60498"/>
                  </a:lnTo>
                  <a:lnTo>
                    <a:pt x="37108" y="66779"/>
                  </a:lnTo>
                  <a:lnTo>
                    <a:pt x="29425" y="73375"/>
                  </a:lnTo>
                  <a:lnTo>
                    <a:pt x="26945" y="78254"/>
                  </a:lnTo>
                  <a:lnTo>
                    <a:pt x="30928" y="78178"/>
                  </a:lnTo>
                  <a:lnTo>
                    <a:pt x="41994" y="75394"/>
                  </a:lnTo>
                  <a:lnTo>
                    <a:pt x="49491" y="76837"/>
                  </a:lnTo>
                  <a:lnTo>
                    <a:pt x="48748" y="69715"/>
                  </a:lnTo>
                  <a:lnTo>
                    <a:pt x="25272" y="37857"/>
                  </a:lnTo>
                  <a:lnTo>
                    <a:pt x="24344" y="3475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1" name="pl59">
              <a:extLst>
                <a:ext uri="{FF2B5EF4-FFF2-40B4-BE49-F238E27FC236}">
                  <a16:creationId xmlns:a16="http://schemas.microsoft.com/office/drawing/2014/main" id="{37B5DA52-2AB4-153D-5F02-DAA6D262B247}"/>
                </a:ext>
              </a:extLst>
            </p:cNvPr>
            <p:cNvSpPr/>
            <p:nvPr/>
          </p:nvSpPr>
          <p:spPr>
            <a:xfrm>
              <a:off x="7646445" y="10134536"/>
              <a:ext cx="54522" cy="45713"/>
            </a:xfrm>
            <a:custGeom>
              <a:avLst/>
              <a:gdLst/>
              <a:ahLst/>
              <a:cxnLst/>
              <a:rect l="0" t="0" r="0" b="0"/>
              <a:pathLst>
                <a:path w="18371" h="16886">
                  <a:moveTo>
                    <a:pt x="0" y="0"/>
                  </a:moveTo>
                  <a:lnTo>
                    <a:pt x="1901" y="9401"/>
                  </a:lnTo>
                  <a:lnTo>
                    <a:pt x="6311" y="14204"/>
                  </a:lnTo>
                  <a:lnTo>
                    <a:pt x="14382" y="16886"/>
                  </a:lnTo>
                  <a:lnTo>
                    <a:pt x="18371" y="13232"/>
                  </a:lnTo>
                  <a:lnTo>
                    <a:pt x="9546" y="12206"/>
                  </a:lnTo>
                  <a:lnTo>
                    <a:pt x="7027" y="9955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2" name="pl60">
              <a:extLst>
                <a:ext uri="{FF2B5EF4-FFF2-40B4-BE49-F238E27FC236}">
                  <a16:creationId xmlns:a16="http://schemas.microsoft.com/office/drawing/2014/main" id="{5294B3CC-5606-4857-50DF-32C47D7E6464}"/>
                </a:ext>
              </a:extLst>
            </p:cNvPr>
            <p:cNvSpPr/>
            <p:nvPr/>
          </p:nvSpPr>
          <p:spPr>
            <a:xfrm>
              <a:off x="8897260" y="10645027"/>
              <a:ext cx="232553" cy="347062"/>
            </a:xfrm>
            <a:custGeom>
              <a:avLst/>
              <a:gdLst/>
              <a:ahLst/>
              <a:cxnLst/>
              <a:rect l="0" t="0" r="0" b="0"/>
              <a:pathLst>
                <a:path w="78359" h="128202">
                  <a:moveTo>
                    <a:pt x="7699" y="92225"/>
                  </a:moveTo>
                  <a:lnTo>
                    <a:pt x="19885" y="100833"/>
                  </a:lnTo>
                  <a:lnTo>
                    <a:pt x="27272" y="103173"/>
                  </a:lnTo>
                  <a:lnTo>
                    <a:pt x="32398" y="99335"/>
                  </a:lnTo>
                  <a:lnTo>
                    <a:pt x="33524" y="110699"/>
                  </a:lnTo>
                  <a:lnTo>
                    <a:pt x="40229" y="117384"/>
                  </a:lnTo>
                  <a:lnTo>
                    <a:pt x="43688" y="128202"/>
                  </a:lnTo>
                  <a:lnTo>
                    <a:pt x="50595" y="121544"/>
                  </a:lnTo>
                  <a:lnTo>
                    <a:pt x="62010" y="116762"/>
                  </a:lnTo>
                  <a:lnTo>
                    <a:pt x="65119" y="112020"/>
                  </a:lnTo>
                  <a:lnTo>
                    <a:pt x="77228" y="103536"/>
                  </a:lnTo>
                  <a:lnTo>
                    <a:pt x="78359" y="99013"/>
                  </a:lnTo>
                  <a:lnTo>
                    <a:pt x="77135" y="86321"/>
                  </a:lnTo>
                  <a:lnTo>
                    <a:pt x="77381" y="69352"/>
                  </a:lnTo>
                  <a:lnTo>
                    <a:pt x="66605" y="57166"/>
                  </a:lnTo>
                  <a:lnTo>
                    <a:pt x="57786" y="36366"/>
                  </a:lnTo>
                  <a:lnTo>
                    <a:pt x="51693" y="27683"/>
                  </a:lnTo>
                  <a:lnTo>
                    <a:pt x="51480" y="16469"/>
                  </a:lnTo>
                  <a:lnTo>
                    <a:pt x="44988" y="8299"/>
                  </a:lnTo>
                  <a:lnTo>
                    <a:pt x="30496" y="0"/>
                  </a:lnTo>
                  <a:lnTo>
                    <a:pt x="25059" y="1553"/>
                  </a:lnTo>
                  <a:lnTo>
                    <a:pt x="30884" y="25220"/>
                  </a:lnTo>
                  <a:lnTo>
                    <a:pt x="28114" y="39972"/>
                  </a:lnTo>
                  <a:lnTo>
                    <a:pt x="15273" y="62838"/>
                  </a:lnTo>
                  <a:lnTo>
                    <a:pt x="18070" y="71569"/>
                  </a:lnTo>
                  <a:lnTo>
                    <a:pt x="19611" y="72171"/>
                  </a:lnTo>
                  <a:lnTo>
                    <a:pt x="21551" y="76865"/>
                  </a:lnTo>
                  <a:lnTo>
                    <a:pt x="13016" y="85773"/>
                  </a:lnTo>
                  <a:lnTo>
                    <a:pt x="10786" y="78514"/>
                  </a:lnTo>
                  <a:lnTo>
                    <a:pt x="0" y="80539"/>
                  </a:lnTo>
                  <a:lnTo>
                    <a:pt x="7699" y="9222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3" name="pl61">
              <a:extLst>
                <a:ext uri="{FF2B5EF4-FFF2-40B4-BE49-F238E27FC236}">
                  <a16:creationId xmlns:a16="http://schemas.microsoft.com/office/drawing/2014/main" id="{0722E541-C055-BC17-4205-6CB73F83D0A9}"/>
                </a:ext>
              </a:extLst>
            </p:cNvPr>
            <p:cNvSpPr/>
            <p:nvPr/>
          </p:nvSpPr>
          <p:spPr>
            <a:xfrm>
              <a:off x="7835716" y="10839704"/>
              <a:ext cx="33162" cy="37600"/>
            </a:xfrm>
            <a:custGeom>
              <a:avLst/>
              <a:gdLst/>
              <a:ahLst/>
              <a:cxnLst/>
              <a:rect l="0" t="0" r="0" b="0"/>
              <a:pathLst>
                <a:path w="11174" h="13889">
                  <a:moveTo>
                    <a:pt x="7743" y="0"/>
                  </a:moveTo>
                  <a:lnTo>
                    <a:pt x="5846" y="8374"/>
                  </a:lnTo>
                  <a:lnTo>
                    <a:pt x="0" y="13889"/>
                  </a:lnTo>
                  <a:lnTo>
                    <a:pt x="7251" y="12507"/>
                  </a:lnTo>
                  <a:lnTo>
                    <a:pt x="11109" y="10509"/>
                  </a:lnTo>
                  <a:lnTo>
                    <a:pt x="11174" y="6541"/>
                  </a:lnTo>
                  <a:lnTo>
                    <a:pt x="774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4" name="pl62">
              <a:extLst>
                <a:ext uri="{FF2B5EF4-FFF2-40B4-BE49-F238E27FC236}">
                  <a16:creationId xmlns:a16="http://schemas.microsoft.com/office/drawing/2014/main" id="{41FDE763-E021-9745-8308-4C68A442D69D}"/>
                </a:ext>
              </a:extLst>
            </p:cNvPr>
            <p:cNvSpPr/>
            <p:nvPr/>
          </p:nvSpPr>
          <p:spPr>
            <a:xfrm>
              <a:off x="8232468" y="9640442"/>
              <a:ext cx="88479" cy="244964"/>
            </a:xfrm>
            <a:custGeom>
              <a:avLst/>
              <a:gdLst/>
              <a:ahLst/>
              <a:cxnLst/>
              <a:rect l="0" t="0" r="0" b="0"/>
              <a:pathLst>
                <a:path w="29813" h="90488">
                  <a:moveTo>
                    <a:pt x="19524" y="66554"/>
                  </a:moveTo>
                  <a:lnTo>
                    <a:pt x="29813" y="90488"/>
                  </a:lnTo>
                  <a:lnTo>
                    <a:pt x="27994" y="80170"/>
                  </a:lnTo>
                  <a:lnTo>
                    <a:pt x="9109" y="24091"/>
                  </a:lnTo>
                  <a:lnTo>
                    <a:pt x="4606" y="7848"/>
                  </a:lnTo>
                  <a:lnTo>
                    <a:pt x="0" y="0"/>
                  </a:lnTo>
                  <a:lnTo>
                    <a:pt x="6808" y="29024"/>
                  </a:lnTo>
                  <a:lnTo>
                    <a:pt x="19524" y="6655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5" name="pl63">
              <a:extLst>
                <a:ext uri="{FF2B5EF4-FFF2-40B4-BE49-F238E27FC236}">
                  <a16:creationId xmlns:a16="http://schemas.microsoft.com/office/drawing/2014/main" id="{51D0A826-6D31-CD33-E2BE-5CB10AF2EBD5}"/>
                </a:ext>
              </a:extLst>
            </p:cNvPr>
            <p:cNvSpPr/>
            <p:nvPr/>
          </p:nvSpPr>
          <p:spPr>
            <a:xfrm>
              <a:off x="7657147" y="10076618"/>
              <a:ext cx="28346" cy="78573"/>
            </a:xfrm>
            <a:custGeom>
              <a:avLst/>
              <a:gdLst/>
              <a:ahLst/>
              <a:cxnLst/>
              <a:rect l="0" t="0" r="0" b="0"/>
              <a:pathLst>
                <a:path w="9551" h="29024">
                  <a:moveTo>
                    <a:pt x="9393" y="29024"/>
                  </a:moveTo>
                  <a:lnTo>
                    <a:pt x="9551" y="20793"/>
                  </a:lnTo>
                  <a:lnTo>
                    <a:pt x="5371" y="4933"/>
                  </a:lnTo>
                  <a:lnTo>
                    <a:pt x="0" y="0"/>
                  </a:lnTo>
                  <a:lnTo>
                    <a:pt x="3754" y="15237"/>
                  </a:lnTo>
                  <a:lnTo>
                    <a:pt x="9393" y="2902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6" name="pl64">
              <a:extLst>
                <a:ext uri="{FF2B5EF4-FFF2-40B4-BE49-F238E27FC236}">
                  <a16:creationId xmlns:a16="http://schemas.microsoft.com/office/drawing/2014/main" id="{81CD1AA4-7E75-D423-A0F6-3D53BD40F965}"/>
                </a:ext>
              </a:extLst>
            </p:cNvPr>
            <p:cNvSpPr/>
            <p:nvPr/>
          </p:nvSpPr>
          <p:spPr>
            <a:xfrm>
              <a:off x="8714476" y="10039738"/>
              <a:ext cx="353112" cy="112768"/>
            </a:xfrm>
            <a:custGeom>
              <a:avLst/>
              <a:gdLst/>
              <a:ahLst/>
              <a:cxnLst/>
              <a:rect l="0" t="0" r="0" b="0"/>
              <a:pathLst>
                <a:path w="118982" h="41655">
                  <a:moveTo>
                    <a:pt x="84130" y="22503"/>
                  </a:moveTo>
                  <a:lnTo>
                    <a:pt x="118572" y="18857"/>
                  </a:lnTo>
                  <a:lnTo>
                    <a:pt x="118982" y="14970"/>
                  </a:lnTo>
                  <a:lnTo>
                    <a:pt x="116577" y="7526"/>
                  </a:lnTo>
                  <a:lnTo>
                    <a:pt x="100381" y="11720"/>
                  </a:lnTo>
                  <a:lnTo>
                    <a:pt x="80321" y="10550"/>
                  </a:lnTo>
                  <a:lnTo>
                    <a:pt x="75966" y="13417"/>
                  </a:lnTo>
                  <a:lnTo>
                    <a:pt x="68704" y="14012"/>
                  </a:lnTo>
                  <a:lnTo>
                    <a:pt x="55146" y="9654"/>
                  </a:lnTo>
                  <a:lnTo>
                    <a:pt x="43480" y="0"/>
                  </a:lnTo>
                  <a:lnTo>
                    <a:pt x="39469" y="10058"/>
                  </a:lnTo>
                  <a:lnTo>
                    <a:pt x="40791" y="13075"/>
                  </a:lnTo>
                  <a:lnTo>
                    <a:pt x="39436" y="19445"/>
                  </a:lnTo>
                  <a:lnTo>
                    <a:pt x="30567" y="27875"/>
                  </a:lnTo>
                  <a:lnTo>
                    <a:pt x="20994" y="30201"/>
                  </a:lnTo>
                  <a:lnTo>
                    <a:pt x="5579" y="17447"/>
                  </a:lnTo>
                  <a:lnTo>
                    <a:pt x="0" y="15196"/>
                  </a:lnTo>
                  <a:lnTo>
                    <a:pt x="20863" y="37762"/>
                  </a:lnTo>
                  <a:lnTo>
                    <a:pt x="27081" y="41655"/>
                  </a:lnTo>
                  <a:lnTo>
                    <a:pt x="35218" y="40834"/>
                  </a:lnTo>
                  <a:lnTo>
                    <a:pt x="52534" y="33430"/>
                  </a:lnTo>
                  <a:lnTo>
                    <a:pt x="84130" y="2250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7" name="pl65">
              <a:extLst>
                <a:ext uri="{FF2B5EF4-FFF2-40B4-BE49-F238E27FC236}">
                  <a16:creationId xmlns:a16="http://schemas.microsoft.com/office/drawing/2014/main" id="{AE762F22-E9AD-3922-2D80-8A35F8CE0A71}"/>
                </a:ext>
              </a:extLst>
            </p:cNvPr>
            <p:cNvSpPr/>
            <p:nvPr/>
          </p:nvSpPr>
          <p:spPr>
            <a:xfrm>
              <a:off x="8184758" y="10589923"/>
              <a:ext cx="107437" cy="149218"/>
            </a:xfrm>
            <a:custGeom>
              <a:avLst/>
              <a:gdLst/>
              <a:ahLst/>
              <a:cxnLst/>
              <a:rect l="0" t="0" r="0" b="0"/>
              <a:pathLst>
                <a:path w="36201" h="55120">
                  <a:moveTo>
                    <a:pt x="36201" y="0"/>
                  </a:moveTo>
                  <a:lnTo>
                    <a:pt x="33584" y="889"/>
                  </a:lnTo>
                  <a:lnTo>
                    <a:pt x="25660" y="7095"/>
                  </a:lnTo>
                  <a:lnTo>
                    <a:pt x="25251" y="15969"/>
                  </a:lnTo>
                  <a:lnTo>
                    <a:pt x="19797" y="23578"/>
                  </a:lnTo>
                  <a:lnTo>
                    <a:pt x="13939" y="27786"/>
                  </a:lnTo>
                  <a:lnTo>
                    <a:pt x="11136" y="34423"/>
                  </a:lnTo>
                  <a:lnTo>
                    <a:pt x="2464" y="48524"/>
                  </a:lnTo>
                  <a:lnTo>
                    <a:pt x="0" y="55120"/>
                  </a:lnTo>
                  <a:lnTo>
                    <a:pt x="22240" y="28771"/>
                  </a:lnTo>
                  <a:lnTo>
                    <a:pt x="3620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8" name="pl66">
              <a:extLst>
                <a:ext uri="{FF2B5EF4-FFF2-40B4-BE49-F238E27FC236}">
                  <a16:creationId xmlns:a16="http://schemas.microsoft.com/office/drawing/2014/main" id="{B1CFFA89-1938-5241-8751-36F29C0898D8}"/>
                </a:ext>
              </a:extLst>
            </p:cNvPr>
            <p:cNvSpPr/>
            <p:nvPr/>
          </p:nvSpPr>
          <p:spPr>
            <a:xfrm>
              <a:off x="2476178" y="1238081"/>
              <a:ext cx="12201355" cy="9863052"/>
            </a:xfrm>
            <a:custGeom>
              <a:avLst/>
              <a:gdLst/>
              <a:ahLst/>
              <a:cxnLst/>
              <a:rect l="0" t="0" r="0" b="0"/>
              <a:pathLst>
                <a:path w="4111278" h="3643333">
                  <a:moveTo>
                    <a:pt x="6015" y="3643333"/>
                  </a:moveTo>
                  <a:lnTo>
                    <a:pt x="11278" y="3588684"/>
                  </a:lnTo>
                  <a:lnTo>
                    <a:pt x="29251" y="3501166"/>
                  </a:lnTo>
                  <a:lnTo>
                    <a:pt x="38540" y="3470540"/>
                  </a:lnTo>
                  <a:lnTo>
                    <a:pt x="60829" y="3421167"/>
                  </a:lnTo>
                  <a:lnTo>
                    <a:pt x="67594" y="3397418"/>
                  </a:lnTo>
                  <a:lnTo>
                    <a:pt x="69633" y="3368475"/>
                  </a:lnTo>
                  <a:lnTo>
                    <a:pt x="70310" y="3358910"/>
                  </a:lnTo>
                  <a:lnTo>
                    <a:pt x="69168" y="3353922"/>
                  </a:lnTo>
                  <a:lnTo>
                    <a:pt x="62059" y="3353566"/>
                  </a:lnTo>
                  <a:lnTo>
                    <a:pt x="40972" y="3307511"/>
                  </a:lnTo>
                  <a:lnTo>
                    <a:pt x="37311" y="3294997"/>
                  </a:lnTo>
                  <a:lnTo>
                    <a:pt x="33868" y="3266143"/>
                  </a:lnTo>
                  <a:lnTo>
                    <a:pt x="30737" y="3256632"/>
                  </a:lnTo>
                  <a:lnTo>
                    <a:pt x="27076" y="3235907"/>
                  </a:lnTo>
                  <a:lnTo>
                    <a:pt x="23923" y="3227526"/>
                  </a:lnTo>
                  <a:lnTo>
                    <a:pt x="28196" y="3215490"/>
                  </a:lnTo>
                  <a:lnTo>
                    <a:pt x="32764" y="3206431"/>
                  </a:lnTo>
                  <a:lnTo>
                    <a:pt x="32895" y="3198713"/>
                  </a:lnTo>
                  <a:lnTo>
                    <a:pt x="31710" y="3189682"/>
                  </a:lnTo>
                  <a:lnTo>
                    <a:pt x="8513" y="3182709"/>
                  </a:lnTo>
                  <a:lnTo>
                    <a:pt x="0" y="3158837"/>
                  </a:lnTo>
                  <a:lnTo>
                    <a:pt x="9661" y="3167609"/>
                  </a:lnTo>
                  <a:lnTo>
                    <a:pt x="27371" y="3178953"/>
                  </a:lnTo>
                  <a:lnTo>
                    <a:pt x="32305" y="3178584"/>
                  </a:lnTo>
                  <a:lnTo>
                    <a:pt x="36857" y="3176948"/>
                  </a:lnTo>
                  <a:lnTo>
                    <a:pt x="43420" y="3164188"/>
                  </a:lnTo>
                  <a:lnTo>
                    <a:pt x="53687" y="3128978"/>
                  </a:lnTo>
                  <a:lnTo>
                    <a:pt x="37709" y="3105632"/>
                  </a:lnTo>
                  <a:lnTo>
                    <a:pt x="40742" y="3102532"/>
                  </a:lnTo>
                  <a:lnTo>
                    <a:pt x="44130" y="3101034"/>
                  </a:lnTo>
                  <a:lnTo>
                    <a:pt x="57846" y="3103217"/>
                  </a:lnTo>
                  <a:lnTo>
                    <a:pt x="66813" y="3099693"/>
                  </a:lnTo>
                  <a:lnTo>
                    <a:pt x="77818" y="3084770"/>
                  </a:lnTo>
                  <a:lnTo>
                    <a:pt x="82157" y="3069669"/>
                  </a:lnTo>
                  <a:lnTo>
                    <a:pt x="70190" y="3074308"/>
                  </a:lnTo>
                  <a:lnTo>
                    <a:pt x="68644" y="3068438"/>
                  </a:lnTo>
                  <a:lnTo>
                    <a:pt x="68485" y="3062595"/>
                  </a:lnTo>
                  <a:lnTo>
                    <a:pt x="75250" y="3060645"/>
                  </a:lnTo>
                  <a:lnTo>
                    <a:pt x="84266" y="3059912"/>
                  </a:lnTo>
                  <a:lnTo>
                    <a:pt x="89731" y="3056259"/>
                  </a:lnTo>
                  <a:lnTo>
                    <a:pt x="93463" y="3051394"/>
                  </a:lnTo>
                  <a:lnTo>
                    <a:pt x="94966" y="3056847"/>
                  </a:lnTo>
                  <a:lnTo>
                    <a:pt x="98130" y="3060740"/>
                  </a:lnTo>
                  <a:lnTo>
                    <a:pt x="103960" y="3055581"/>
                  </a:lnTo>
                  <a:lnTo>
                    <a:pt x="107610" y="3051962"/>
                  </a:lnTo>
                  <a:lnTo>
                    <a:pt x="108987" y="3037860"/>
                  </a:lnTo>
                  <a:lnTo>
                    <a:pt x="111343" y="3023738"/>
                  </a:lnTo>
                  <a:lnTo>
                    <a:pt x="122217" y="3034993"/>
                  </a:lnTo>
                  <a:lnTo>
                    <a:pt x="135047" y="3031374"/>
                  </a:lnTo>
                  <a:lnTo>
                    <a:pt x="143206" y="3025920"/>
                  </a:lnTo>
                  <a:lnTo>
                    <a:pt x="150785" y="3018736"/>
                  </a:lnTo>
                  <a:lnTo>
                    <a:pt x="144697" y="3015671"/>
                  </a:lnTo>
                  <a:lnTo>
                    <a:pt x="139195" y="3014337"/>
                  </a:lnTo>
                  <a:lnTo>
                    <a:pt x="126282" y="2983499"/>
                  </a:lnTo>
                  <a:lnTo>
                    <a:pt x="129812" y="2981467"/>
                  </a:lnTo>
                  <a:lnTo>
                    <a:pt x="133484" y="2982527"/>
                  </a:lnTo>
                  <a:lnTo>
                    <a:pt x="135271" y="2986906"/>
                  </a:lnTo>
                  <a:lnTo>
                    <a:pt x="139042" y="2991976"/>
                  </a:lnTo>
                  <a:lnTo>
                    <a:pt x="147692" y="2999516"/>
                  </a:lnTo>
                  <a:lnTo>
                    <a:pt x="156042" y="2994385"/>
                  </a:lnTo>
                  <a:lnTo>
                    <a:pt x="156118" y="2990752"/>
                  </a:lnTo>
                  <a:lnTo>
                    <a:pt x="167096" y="2991018"/>
                  </a:lnTo>
                  <a:lnTo>
                    <a:pt x="185036" y="2995630"/>
                  </a:lnTo>
                  <a:lnTo>
                    <a:pt x="196675" y="2994268"/>
                  </a:lnTo>
                  <a:lnTo>
                    <a:pt x="183107" y="3004224"/>
                  </a:lnTo>
                  <a:lnTo>
                    <a:pt x="171664" y="3014302"/>
                  </a:lnTo>
                  <a:lnTo>
                    <a:pt x="177708" y="3012496"/>
                  </a:lnTo>
                  <a:lnTo>
                    <a:pt x="195626" y="3000591"/>
                  </a:lnTo>
                  <a:lnTo>
                    <a:pt x="214314" y="2993092"/>
                  </a:lnTo>
                  <a:lnTo>
                    <a:pt x="227860" y="2983088"/>
                  </a:lnTo>
                  <a:lnTo>
                    <a:pt x="236423" y="2978477"/>
                  </a:lnTo>
                  <a:lnTo>
                    <a:pt x="266439" y="2956924"/>
                  </a:lnTo>
                  <a:lnTo>
                    <a:pt x="279215" y="2947755"/>
                  </a:lnTo>
                  <a:lnTo>
                    <a:pt x="292794" y="2931587"/>
                  </a:lnTo>
                  <a:lnTo>
                    <a:pt x="294259" y="2919175"/>
                  </a:lnTo>
                  <a:lnTo>
                    <a:pt x="307772" y="2906332"/>
                  </a:lnTo>
                  <a:lnTo>
                    <a:pt x="322324" y="2890766"/>
                  </a:lnTo>
                  <a:lnTo>
                    <a:pt x="316996" y="2878170"/>
                  </a:lnTo>
                  <a:lnTo>
                    <a:pt x="310625" y="2868290"/>
                  </a:lnTo>
                  <a:lnTo>
                    <a:pt x="307264" y="2844274"/>
                  </a:lnTo>
                  <a:lnTo>
                    <a:pt x="311805" y="2842837"/>
                  </a:lnTo>
                  <a:lnTo>
                    <a:pt x="317668" y="2847380"/>
                  </a:lnTo>
                  <a:lnTo>
                    <a:pt x="322144" y="2847832"/>
                  </a:lnTo>
                  <a:lnTo>
                    <a:pt x="328586" y="2837233"/>
                  </a:lnTo>
                  <a:lnTo>
                    <a:pt x="338701" y="2837596"/>
                  </a:lnTo>
                  <a:lnTo>
                    <a:pt x="340668" y="2850870"/>
                  </a:lnTo>
                  <a:lnTo>
                    <a:pt x="334635" y="2865922"/>
                  </a:lnTo>
                  <a:lnTo>
                    <a:pt x="339744" y="2867674"/>
                  </a:lnTo>
                  <a:lnTo>
                    <a:pt x="353990" y="2863124"/>
                  </a:lnTo>
                  <a:lnTo>
                    <a:pt x="362837" y="2865909"/>
                  </a:lnTo>
                  <a:lnTo>
                    <a:pt x="337783" y="2884116"/>
                  </a:lnTo>
                  <a:lnTo>
                    <a:pt x="336723" y="2888844"/>
                  </a:lnTo>
                  <a:lnTo>
                    <a:pt x="357444" y="2874797"/>
                  </a:lnTo>
                  <a:lnTo>
                    <a:pt x="410580" y="2848749"/>
                  </a:lnTo>
                  <a:lnTo>
                    <a:pt x="433989" y="2846094"/>
                  </a:lnTo>
                  <a:lnTo>
                    <a:pt x="434448" y="2841427"/>
                  </a:lnTo>
                  <a:lnTo>
                    <a:pt x="427744" y="2828489"/>
                  </a:lnTo>
                  <a:lnTo>
                    <a:pt x="439476" y="2805403"/>
                  </a:lnTo>
                  <a:lnTo>
                    <a:pt x="444787" y="2805752"/>
                  </a:lnTo>
                  <a:lnTo>
                    <a:pt x="447579" y="2809249"/>
                  </a:lnTo>
                  <a:lnTo>
                    <a:pt x="447126" y="2814606"/>
                  </a:lnTo>
                  <a:lnTo>
                    <a:pt x="443131" y="2823467"/>
                  </a:lnTo>
                  <a:lnTo>
                    <a:pt x="438705" y="2827948"/>
                  </a:lnTo>
                  <a:lnTo>
                    <a:pt x="434727" y="2829187"/>
                  </a:lnTo>
                  <a:lnTo>
                    <a:pt x="436760" y="2836809"/>
                  </a:lnTo>
                  <a:lnTo>
                    <a:pt x="441153" y="2841078"/>
                  </a:lnTo>
                  <a:lnTo>
                    <a:pt x="447929" y="2837219"/>
                  </a:lnTo>
                  <a:lnTo>
                    <a:pt x="455885" y="2834804"/>
                  </a:lnTo>
                  <a:lnTo>
                    <a:pt x="490169" y="2833874"/>
                  </a:lnTo>
                  <a:lnTo>
                    <a:pt x="501950" y="2832074"/>
                  </a:lnTo>
                  <a:lnTo>
                    <a:pt x="513983" y="2833538"/>
                  </a:lnTo>
                  <a:lnTo>
                    <a:pt x="538972" y="2842618"/>
                  </a:lnTo>
                  <a:lnTo>
                    <a:pt x="556999" y="2853757"/>
                  </a:lnTo>
                  <a:lnTo>
                    <a:pt x="570431" y="2859026"/>
                  </a:lnTo>
                  <a:lnTo>
                    <a:pt x="616364" y="2864663"/>
                  </a:lnTo>
                  <a:lnTo>
                    <a:pt x="636151" y="2859621"/>
                  </a:lnTo>
                  <a:lnTo>
                    <a:pt x="638965" y="2856207"/>
                  </a:lnTo>
                  <a:lnTo>
                    <a:pt x="632801" y="2849132"/>
                  </a:lnTo>
                  <a:lnTo>
                    <a:pt x="630392" y="2844677"/>
                  </a:lnTo>
                  <a:lnTo>
                    <a:pt x="636577" y="2836090"/>
                  </a:lnTo>
                  <a:lnTo>
                    <a:pt x="643616" y="2830548"/>
                  </a:lnTo>
                  <a:lnTo>
                    <a:pt x="657512" y="2825540"/>
                  </a:lnTo>
                  <a:lnTo>
                    <a:pt x="665205" y="2837500"/>
                  </a:lnTo>
                  <a:lnTo>
                    <a:pt x="682211" y="2838143"/>
                  </a:lnTo>
                  <a:lnTo>
                    <a:pt x="694260" y="2857869"/>
                  </a:lnTo>
                  <a:lnTo>
                    <a:pt x="699921" y="2864869"/>
                  </a:lnTo>
                  <a:lnTo>
                    <a:pt x="720429" y="2870726"/>
                  </a:lnTo>
                  <a:lnTo>
                    <a:pt x="726385" y="2863815"/>
                  </a:lnTo>
                  <a:lnTo>
                    <a:pt x="729620" y="2863630"/>
                  </a:lnTo>
                  <a:lnTo>
                    <a:pt x="728341" y="2871861"/>
                  </a:lnTo>
                  <a:lnTo>
                    <a:pt x="730161" y="2878608"/>
                  </a:lnTo>
                  <a:lnTo>
                    <a:pt x="740079" y="2893551"/>
                  </a:lnTo>
                  <a:lnTo>
                    <a:pt x="740593" y="2898142"/>
                  </a:lnTo>
                  <a:lnTo>
                    <a:pt x="730888" y="2896315"/>
                  </a:lnTo>
                  <a:lnTo>
                    <a:pt x="725828" y="2897746"/>
                  </a:lnTo>
                  <a:lnTo>
                    <a:pt x="724997" y="2902200"/>
                  </a:lnTo>
                  <a:lnTo>
                    <a:pt x="757161" y="2915576"/>
                  </a:lnTo>
                  <a:lnTo>
                    <a:pt x="785330" y="2924355"/>
                  </a:lnTo>
                  <a:lnTo>
                    <a:pt x="793559" y="2921584"/>
                  </a:lnTo>
                  <a:lnTo>
                    <a:pt x="803772" y="2904642"/>
                  </a:lnTo>
                  <a:lnTo>
                    <a:pt x="813144" y="2900688"/>
                  </a:lnTo>
                  <a:lnTo>
                    <a:pt x="826941" y="2901338"/>
                  </a:lnTo>
                  <a:lnTo>
                    <a:pt x="835624" y="2906846"/>
                  </a:lnTo>
                  <a:lnTo>
                    <a:pt x="841766" y="2924334"/>
                  </a:lnTo>
                  <a:lnTo>
                    <a:pt x="845564" y="2927988"/>
                  </a:lnTo>
                  <a:lnTo>
                    <a:pt x="854176" y="2923623"/>
                  </a:lnTo>
                  <a:lnTo>
                    <a:pt x="858034" y="2917218"/>
                  </a:lnTo>
                  <a:lnTo>
                    <a:pt x="860121" y="2909097"/>
                  </a:lnTo>
                  <a:lnTo>
                    <a:pt x="861127" y="2901105"/>
                  </a:lnTo>
                  <a:lnTo>
                    <a:pt x="863471" y="2895494"/>
                  </a:lnTo>
                  <a:lnTo>
                    <a:pt x="863520" y="2882241"/>
                  </a:lnTo>
                  <a:lnTo>
                    <a:pt x="858100" y="2877766"/>
                  </a:lnTo>
                  <a:lnTo>
                    <a:pt x="853570" y="2875467"/>
                  </a:lnTo>
                  <a:lnTo>
                    <a:pt x="851384" y="2872012"/>
                  </a:lnTo>
                  <a:lnTo>
                    <a:pt x="851575" y="2867421"/>
                  </a:lnTo>
                  <a:lnTo>
                    <a:pt x="883116" y="2878512"/>
                  </a:lnTo>
                  <a:lnTo>
                    <a:pt x="889717" y="2884383"/>
                  </a:lnTo>
                  <a:lnTo>
                    <a:pt x="892055" y="2889357"/>
                  </a:lnTo>
                  <a:lnTo>
                    <a:pt x="892613" y="2896001"/>
                  </a:lnTo>
                  <a:lnTo>
                    <a:pt x="901050" y="2898847"/>
                  </a:lnTo>
                  <a:lnTo>
                    <a:pt x="906033" y="2898341"/>
                  </a:lnTo>
                  <a:lnTo>
                    <a:pt x="911875" y="2900318"/>
                  </a:lnTo>
                  <a:lnTo>
                    <a:pt x="916700" y="2905204"/>
                  </a:lnTo>
                  <a:lnTo>
                    <a:pt x="922897" y="2907762"/>
                  </a:lnTo>
                  <a:lnTo>
                    <a:pt x="931694" y="2915487"/>
                  </a:lnTo>
                  <a:lnTo>
                    <a:pt x="937733" y="2927974"/>
                  </a:lnTo>
                  <a:lnTo>
                    <a:pt x="941727" y="2932853"/>
                  </a:lnTo>
                  <a:lnTo>
                    <a:pt x="939197" y="2945306"/>
                  </a:lnTo>
                  <a:lnTo>
                    <a:pt x="944295" y="2942877"/>
                  </a:lnTo>
                  <a:lnTo>
                    <a:pt x="954869" y="2931327"/>
                  </a:lnTo>
                  <a:lnTo>
                    <a:pt x="959437" y="2935124"/>
                  </a:lnTo>
                  <a:lnTo>
                    <a:pt x="963885" y="2940366"/>
                  </a:lnTo>
                  <a:lnTo>
                    <a:pt x="966366" y="2936226"/>
                  </a:lnTo>
                  <a:lnTo>
                    <a:pt x="969033" y="2928864"/>
                  </a:lnTo>
                  <a:lnTo>
                    <a:pt x="978896" y="2922692"/>
                  </a:lnTo>
                  <a:lnTo>
                    <a:pt x="979530" y="2914263"/>
                  </a:lnTo>
                  <a:lnTo>
                    <a:pt x="973978" y="2912121"/>
                  </a:lnTo>
                  <a:lnTo>
                    <a:pt x="968213" y="2907906"/>
                  </a:lnTo>
                  <a:lnTo>
                    <a:pt x="961060" y="2895652"/>
                  </a:lnTo>
                  <a:lnTo>
                    <a:pt x="953793" y="2896001"/>
                  </a:lnTo>
                  <a:lnTo>
                    <a:pt x="923804" y="2883828"/>
                  </a:lnTo>
                  <a:lnTo>
                    <a:pt x="916345" y="2874585"/>
                  </a:lnTo>
                  <a:lnTo>
                    <a:pt x="905771" y="2867209"/>
                  </a:lnTo>
                  <a:lnTo>
                    <a:pt x="900613" y="2855912"/>
                  </a:lnTo>
                  <a:lnTo>
                    <a:pt x="904159" y="2852163"/>
                  </a:lnTo>
                  <a:lnTo>
                    <a:pt x="904859" y="2848126"/>
                  </a:lnTo>
                  <a:lnTo>
                    <a:pt x="907192" y="2846887"/>
                  </a:lnTo>
                  <a:lnTo>
                    <a:pt x="911831" y="2848229"/>
                  </a:lnTo>
                  <a:lnTo>
                    <a:pt x="918695" y="2844876"/>
                  </a:lnTo>
                  <a:lnTo>
                    <a:pt x="915165" y="2841058"/>
                  </a:lnTo>
                  <a:lnTo>
                    <a:pt x="921902" y="2834483"/>
                  </a:lnTo>
                  <a:lnTo>
                    <a:pt x="930323" y="2832779"/>
                  </a:lnTo>
                  <a:lnTo>
                    <a:pt x="941623" y="2827757"/>
                  </a:lnTo>
                  <a:lnTo>
                    <a:pt x="940689" y="2825013"/>
                  </a:lnTo>
                  <a:lnTo>
                    <a:pt x="941241" y="2813634"/>
                  </a:lnTo>
                  <a:lnTo>
                    <a:pt x="936421" y="2805691"/>
                  </a:lnTo>
                  <a:lnTo>
                    <a:pt x="934951" y="2801038"/>
                  </a:lnTo>
                  <a:lnTo>
                    <a:pt x="936443" y="2796112"/>
                  </a:lnTo>
                  <a:lnTo>
                    <a:pt x="925957" y="2794415"/>
                  </a:lnTo>
                  <a:lnTo>
                    <a:pt x="918241" y="2802269"/>
                  </a:lnTo>
                  <a:lnTo>
                    <a:pt x="915318" y="2814469"/>
                  </a:lnTo>
                  <a:lnTo>
                    <a:pt x="910596" y="2816043"/>
                  </a:lnTo>
                  <a:lnTo>
                    <a:pt x="898050" y="2812396"/>
                  </a:lnTo>
                  <a:lnTo>
                    <a:pt x="890061" y="2801544"/>
                  </a:lnTo>
                  <a:lnTo>
                    <a:pt x="894307" y="2796159"/>
                  </a:lnTo>
                  <a:lnTo>
                    <a:pt x="901307" y="2791589"/>
                  </a:lnTo>
                  <a:lnTo>
                    <a:pt x="906864" y="2786163"/>
                  </a:lnTo>
                  <a:lnTo>
                    <a:pt x="906585" y="2782311"/>
                  </a:lnTo>
                  <a:lnTo>
                    <a:pt x="898760" y="2778465"/>
                  </a:lnTo>
                  <a:lnTo>
                    <a:pt x="894766" y="2783337"/>
                  </a:lnTo>
                  <a:lnTo>
                    <a:pt x="890389" y="2785232"/>
                  </a:lnTo>
                  <a:lnTo>
                    <a:pt x="881236" y="2784925"/>
                  </a:lnTo>
                  <a:lnTo>
                    <a:pt x="870028" y="2794257"/>
                  </a:lnTo>
                  <a:lnTo>
                    <a:pt x="849755" y="2798486"/>
                  </a:lnTo>
                  <a:lnTo>
                    <a:pt x="837488" y="2793443"/>
                  </a:lnTo>
                  <a:lnTo>
                    <a:pt x="823155" y="2782899"/>
                  </a:lnTo>
                  <a:lnTo>
                    <a:pt x="832226" y="2763666"/>
                  </a:lnTo>
                  <a:lnTo>
                    <a:pt x="844165" y="2749414"/>
                  </a:lnTo>
                  <a:lnTo>
                    <a:pt x="855280" y="2750844"/>
                  </a:lnTo>
                  <a:lnTo>
                    <a:pt x="864318" y="2753320"/>
                  </a:lnTo>
                  <a:lnTo>
                    <a:pt x="874498" y="2764904"/>
                  </a:lnTo>
                  <a:lnTo>
                    <a:pt x="915432" y="2779307"/>
                  </a:lnTo>
                  <a:lnTo>
                    <a:pt x="923000" y="2775571"/>
                  </a:lnTo>
                  <a:lnTo>
                    <a:pt x="931656" y="2771295"/>
                  </a:lnTo>
                  <a:lnTo>
                    <a:pt x="945416" y="2754176"/>
                  </a:lnTo>
                  <a:lnTo>
                    <a:pt x="951793" y="2754408"/>
                  </a:lnTo>
                  <a:lnTo>
                    <a:pt x="956262" y="2755989"/>
                  </a:lnTo>
                  <a:lnTo>
                    <a:pt x="975240" y="2750960"/>
                  </a:lnTo>
                  <a:lnTo>
                    <a:pt x="991896" y="2744391"/>
                  </a:lnTo>
                  <a:lnTo>
                    <a:pt x="995508" y="2744227"/>
                  </a:lnTo>
                  <a:lnTo>
                    <a:pt x="1001442" y="2745602"/>
                  </a:lnTo>
                  <a:lnTo>
                    <a:pt x="1015748" y="2752766"/>
                  </a:lnTo>
                  <a:lnTo>
                    <a:pt x="1048480" y="2750604"/>
                  </a:lnTo>
                  <a:lnTo>
                    <a:pt x="1054043" y="2750228"/>
                  </a:lnTo>
                  <a:lnTo>
                    <a:pt x="1065310" y="2751671"/>
                  </a:lnTo>
                  <a:lnTo>
                    <a:pt x="1078043" y="2751192"/>
                  </a:lnTo>
                  <a:lnTo>
                    <a:pt x="1080157" y="2744364"/>
                  </a:lnTo>
                  <a:lnTo>
                    <a:pt x="1084430" y="2723222"/>
                  </a:lnTo>
                  <a:lnTo>
                    <a:pt x="1089572" y="2707101"/>
                  </a:lnTo>
                  <a:lnTo>
                    <a:pt x="1091933" y="2705288"/>
                  </a:lnTo>
                  <a:lnTo>
                    <a:pt x="1098922" y="2714717"/>
                  </a:lnTo>
                  <a:lnTo>
                    <a:pt x="1101818" y="2723878"/>
                  </a:lnTo>
                  <a:lnTo>
                    <a:pt x="1101671" y="2739554"/>
                  </a:lnTo>
                  <a:lnTo>
                    <a:pt x="1104660" y="2744528"/>
                  </a:lnTo>
                  <a:lnTo>
                    <a:pt x="1109190" y="2745472"/>
                  </a:lnTo>
                  <a:lnTo>
                    <a:pt x="1114097" y="2753957"/>
                  </a:lnTo>
                  <a:lnTo>
                    <a:pt x="1116671" y="2761675"/>
                  </a:lnTo>
                  <a:lnTo>
                    <a:pt x="1103944" y="2766259"/>
                  </a:lnTo>
                  <a:lnTo>
                    <a:pt x="1094878" y="2766916"/>
                  </a:lnTo>
                  <a:lnTo>
                    <a:pt x="1092534" y="2770207"/>
                  </a:lnTo>
                  <a:lnTo>
                    <a:pt x="1135474" y="2765465"/>
                  </a:lnTo>
                  <a:lnTo>
                    <a:pt x="1147670" y="2750980"/>
                  </a:lnTo>
                  <a:lnTo>
                    <a:pt x="1150331" y="2749639"/>
                  </a:lnTo>
                  <a:lnTo>
                    <a:pt x="1154943" y="2747333"/>
                  </a:lnTo>
                  <a:lnTo>
                    <a:pt x="1155452" y="2751582"/>
                  </a:lnTo>
                  <a:lnTo>
                    <a:pt x="1149075" y="2759225"/>
                  </a:lnTo>
                  <a:lnTo>
                    <a:pt x="1151867" y="2761326"/>
                  </a:lnTo>
                  <a:lnTo>
                    <a:pt x="1173659" y="2755024"/>
                  </a:lnTo>
                  <a:lnTo>
                    <a:pt x="1177014" y="2746978"/>
                  </a:lnTo>
                  <a:lnTo>
                    <a:pt x="1184446" y="2738986"/>
                  </a:lnTo>
                  <a:lnTo>
                    <a:pt x="1186020" y="2727067"/>
                  </a:lnTo>
                  <a:lnTo>
                    <a:pt x="1191817" y="2727040"/>
                  </a:lnTo>
                  <a:lnTo>
                    <a:pt x="1197052" y="2732438"/>
                  </a:lnTo>
                  <a:lnTo>
                    <a:pt x="1201320" y="2724946"/>
                  </a:lnTo>
                  <a:lnTo>
                    <a:pt x="1205385" y="2722647"/>
                  </a:lnTo>
                  <a:lnTo>
                    <a:pt x="1209014" y="2732233"/>
                  </a:lnTo>
                  <a:lnTo>
                    <a:pt x="1206702" y="2742188"/>
                  </a:lnTo>
                  <a:lnTo>
                    <a:pt x="1191260" y="2746978"/>
                  </a:lnTo>
                  <a:lnTo>
                    <a:pt x="1186790" y="2750125"/>
                  </a:lnTo>
                  <a:lnTo>
                    <a:pt x="1182599" y="2755024"/>
                  </a:lnTo>
                  <a:lnTo>
                    <a:pt x="1208735" y="2750385"/>
                  </a:lnTo>
                  <a:lnTo>
                    <a:pt x="1240964" y="2746109"/>
                  </a:lnTo>
                  <a:lnTo>
                    <a:pt x="1249199" y="2743050"/>
                  </a:lnTo>
                  <a:lnTo>
                    <a:pt x="1258450" y="2737111"/>
                  </a:lnTo>
                  <a:lnTo>
                    <a:pt x="1266893" y="2733115"/>
                  </a:lnTo>
                  <a:lnTo>
                    <a:pt x="1275150" y="2735011"/>
                  </a:lnTo>
                  <a:lnTo>
                    <a:pt x="1288221" y="2733478"/>
                  </a:lnTo>
                  <a:lnTo>
                    <a:pt x="1298483" y="2737508"/>
                  </a:lnTo>
                  <a:lnTo>
                    <a:pt x="1301614" y="2740690"/>
                  </a:lnTo>
                  <a:lnTo>
                    <a:pt x="1303166" y="2745698"/>
                  </a:lnTo>
                  <a:lnTo>
                    <a:pt x="1290155" y="2742434"/>
                  </a:lnTo>
                  <a:lnTo>
                    <a:pt x="1266166" y="2746636"/>
                  </a:lnTo>
                  <a:lnTo>
                    <a:pt x="1297423" y="2755968"/>
                  </a:lnTo>
                  <a:lnTo>
                    <a:pt x="1333176" y="2772520"/>
                  </a:lnTo>
                  <a:lnTo>
                    <a:pt x="1340439" y="2778465"/>
                  </a:lnTo>
                  <a:lnTo>
                    <a:pt x="1344351" y="2779163"/>
                  </a:lnTo>
                  <a:lnTo>
                    <a:pt x="1345788" y="2774360"/>
                  </a:lnTo>
                  <a:lnTo>
                    <a:pt x="1346029" y="2768318"/>
                  </a:lnTo>
                  <a:lnTo>
                    <a:pt x="1353296" y="2763426"/>
                  </a:lnTo>
                  <a:lnTo>
                    <a:pt x="1361395" y="2762379"/>
                  </a:lnTo>
                  <a:lnTo>
                    <a:pt x="1357203" y="2769365"/>
                  </a:lnTo>
                  <a:lnTo>
                    <a:pt x="1354690" y="2776016"/>
                  </a:lnTo>
                  <a:lnTo>
                    <a:pt x="1360641" y="2781770"/>
                  </a:lnTo>
                  <a:lnTo>
                    <a:pt x="1359160" y="2786156"/>
                  </a:lnTo>
                  <a:lnTo>
                    <a:pt x="1353307" y="2785479"/>
                  </a:lnTo>
                  <a:lnTo>
                    <a:pt x="1372498" y="2805957"/>
                  </a:lnTo>
                  <a:lnTo>
                    <a:pt x="1389362" y="2819977"/>
                  </a:lnTo>
                  <a:lnTo>
                    <a:pt x="1394597" y="2830890"/>
                  </a:lnTo>
                  <a:lnTo>
                    <a:pt x="1393695" y="2836460"/>
                  </a:lnTo>
                  <a:lnTo>
                    <a:pt x="1391285" y="2838978"/>
                  </a:lnTo>
                  <a:lnTo>
                    <a:pt x="1386023" y="2832683"/>
                  </a:lnTo>
                  <a:lnTo>
                    <a:pt x="1382624" y="2824637"/>
                  </a:lnTo>
                  <a:lnTo>
                    <a:pt x="1382624" y="2835133"/>
                  </a:lnTo>
                  <a:lnTo>
                    <a:pt x="1386815" y="2845273"/>
                  </a:lnTo>
                  <a:lnTo>
                    <a:pt x="1393241" y="2847373"/>
                  </a:lnTo>
                  <a:lnTo>
                    <a:pt x="1408115" y="2843494"/>
                  </a:lnTo>
                  <a:lnTo>
                    <a:pt x="1425656" y="2841646"/>
                  </a:lnTo>
                  <a:lnTo>
                    <a:pt x="1432383" y="2838253"/>
                  </a:lnTo>
                  <a:lnTo>
                    <a:pt x="1441367" y="2833723"/>
                  </a:lnTo>
                  <a:lnTo>
                    <a:pt x="1451257" y="2834366"/>
                  </a:lnTo>
                  <a:lnTo>
                    <a:pt x="1479295" y="2816878"/>
                  </a:lnTo>
                  <a:lnTo>
                    <a:pt x="1490033" y="2815153"/>
                  </a:lnTo>
                  <a:lnTo>
                    <a:pt x="1498005" y="2815543"/>
                  </a:lnTo>
                  <a:lnTo>
                    <a:pt x="1500705" y="2812458"/>
                  </a:lnTo>
                  <a:lnTo>
                    <a:pt x="1498841" y="2805047"/>
                  </a:lnTo>
                  <a:lnTo>
                    <a:pt x="1501049" y="2798499"/>
                  </a:lnTo>
                  <a:lnTo>
                    <a:pt x="1506191" y="2793491"/>
                  </a:lnTo>
                  <a:lnTo>
                    <a:pt x="1535896" y="2788017"/>
                  </a:lnTo>
                  <a:lnTo>
                    <a:pt x="1575048" y="2812936"/>
                  </a:lnTo>
                  <a:lnTo>
                    <a:pt x="1620250" y="2879367"/>
                  </a:lnTo>
                  <a:lnTo>
                    <a:pt x="1678572" y="2935467"/>
                  </a:lnTo>
                  <a:lnTo>
                    <a:pt x="1691763" y="2958456"/>
                  </a:lnTo>
                  <a:lnTo>
                    <a:pt x="1692593" y="2969034"/>
                  </a:lnTo>
                  <a:lnTo>
                    <a:pt x="1691861" y="2974932"/>
                  </a:lnTo>
                  <a:lnTo>
                    <a:pt x="1690735" y="3014740"/>
                  </a:lnTo>
                  <a:lnTo>
                    <a:pt x="1680899" y="3049635"/>
                  </a:lnTo>
                  <a:lnTo>
                    <a:pt x="1670271" y="3104400"/>
                  </a:lnTo>
                  <a:lnTo>
                    <a:pt x="1674293" y="3114130"/>
                  </a:lnTo>
                  <a:lnTo>
                    <a:pt x="1677905" y="3120042"/>
                  </a:lnTo>
                  <a:lnTo>
                    <a:pt x="1681533" y="3123545"/>
                  </a:lnTo>
                  <a:lnTo>
                    <a:pt x="1684615" y="3120220"/>
                  </a:lnTo>
                  <a:lnTo>
                    <a:pt x="1690708" y="3122279"/>
                  </a:lnTo>
                  <a:lnTo>
                    <a:pt x="1694610" y="3118413"/>
                  </a:lnTo>
                  <a:lnTo>
                    <a:pt x="1696293" y="3114034"/>
                  </a:lnTo>
                  <a:lnTo>
                    <a:pt x="1697905" y="3100582"/>
                  </a:lnTo>
                  <a:lnTo>
                    <a:pt x="1693741" y="3097148"/>
                  </a:lnTo>
                  <a:lnTo>
                    <a:pt x="1689107" y="3087897"/>
                  </a:lnTo>
                  <a:lnTo>
                    <a:pt x="1693500" y="3085454"/>
                  </a:lnTo>
                  <a:lnTo>
                    <a:pt x="1699806" y="3088643"/>
                  </a:lnTo>
                  <a:lnTo>
                    <a:pt x="1706407" y="3099932"/>
                  </a:lnTo>
                  <a:lnTo>
                    <a:pt x="1708921" y="3101328"/>
                  </a:lnTo>
                  <a:lnTo>
                    <a:pt x="1714790" y="3096436"/>
                  </a:lnTo>
                  <a:lnTo>
                    <a:pt x="1719260" y="3102033"/>
                  </a:lnTo>
                  <a:lnTo>
                    <a:pt x="1719844" y="3105885"/>
                  </a:lnTo>
                  <a:lnTo>
                    <a:pt x="1716489" y="3114890"/>
                  </a:lnTo>
                  <a:lnTo>
                    <a:pt x="1706380" y="3127903"/>
                  </a:lnTo>
                  <a:lnTo>
                    <a:pt x="1693511" y="3149443"/>
                  </a:lnTo>
                  <a:lnTo>
                    <a:pt x="1687817" y="3150743"/>
                  </a:lnTo>
                  <a:lnTo>
                    <a:pt x="1684697" y="3152939"/>
                  </a:lnTo>
                  <a:lnTo>
                    <a:pt x="1691326" y="3160000"/>
                  </a:lnTo>
                  <a:lnTo>
                    <a:pt x="1695233" y="3166747"/>
                  </a:lnTo>
                  <a:lnTo>
                    <a:pt x="1715276" y="3214587"/>
                  </a:lnTo>
                  <a:lnTo>
                    <a:pt x="1725047" y="3231953"/>
                  </a:lnTo>
                  <a:lnTo>
                    <a:pt x="1732210" y="3241053"/>
                  </a:lnTo>
                  <a:lnTo>
                    <a:pt x="1737489" y="3244125"/>
                  </a:lnTo>
                  <a:lnTo>
                    <a:pt x="1744451" y="3245357"/>
                  </a:lnTo>
                  <a:lnTo>
                    <a:pt x="1745800" y="3240553"/>
                  </a:lnTo>
                  <a:lnTo>
                    <a:pt x="1744401" y="3231809"/>
                  </a:lnTo>
                  <a:lnTo>
                    <a:pt x="1753959" y="3228073"/>
                  </a:lnTo>
                  <a:lnTo>
                    <a:pt x="1763183" y="3228333"/>
                  </a:lnTo>
                  <a:lnTo>
                    <a:pt x="1757177" y="3238145"/>
                  </a:lnTo>
                  <a:lnTo>
                    <a:pt x="1755953" y="3264378"/>
                  </a:lnTo>
                  <a:lnTo>
                    <a:pt x="1760237" y="3285719"/>
                  </a:lnTo>
                  <a:lnTo>
                    <a:pt x="1763953" y="3287429"/>
                  </a:lnTo>
                  <a:lnTo>
                    <a:pt x="1768008" y="3285719"/>
                  </a:lnTo>
                  <a:lnTo>
                    <a:pt x="1773560" y="3274593"/>
                  </a:lnTo>
                  <a:lnTo>
                    <a:pt x="1777926" y="3269934"/>
                  </a:lnTo>
                  <a:lnTo>
                    <a:pt x="1783844" y="3266800"/>
                  </a:lnTo>
                  <a:lnTo>
                    <a:pt x="1776363" y="3279396"/>
                  </a:lnTo>
                  <a:lnTo>
                    <a:pt x="1769265" y="3294422"/>
                  </a:lnTo>
                  <a:lnTo>
                    <a:pt x="1772336" y="3297569"/>
                  </a:lnTo>
                  <a:lnTo>
                    <a:pt x="1779603" y="3302119"/>
                  </a:lnTo>
                  <a:lnTo>
                    <a:pt x="1785767" y="3342605"/>
                  </a:lnTo>
                  <a:lnTo>
                    <a:pt x="1796510" y="3365437"/>
                  </a:lnTo>
                  <a:lnTo>
                    <a:pt x="1812985" y="3378273"/>
                  </a:lnTo>
                  <a:lnTo>
                    <a:pt x="1835739" y="3386751"/>
                  </a:lnTo>
                  <a:lnTo>
                    <a:pt x="1837963" y="3400654"/>
                  </a:lnTo>
                  <a:lnTo>
                    <a:pt x="1851160" y="3421454"/>
                  </a:lnTo>
                  <a:lnTo>
                    <a:pt x="1863897" y="3451745"/>
                  </a:lnTo>
                  <a:lnTo>
                    <a:pt x="1870220" y="3455823"/>
                  </a:lnTo>
                  <a:lnTo>
                    <a:pt x="1878777" y="3459531"/>
                  </a:lnTo>
                  <a:lnTo>
                    <a:pt x="1883247" y="3466182"/>
                  </a:lnTo>
                  <a:lnTo>
                    <a:pt x="1880455" y="3471772"/>
                  </a:lnTo>
                  <a:lnTo>
                    <a:pt x="1865652" y="3458484"/>
                  </a:lnTo>
                  <a:lnTo>
                    <a:pt x="1861357" y="3459812"/>
                  </a:lnTo>
                  <a:lnTo>
                    <a:pt x="1858821" y="3465511"/>
                  </a:lnTo>
                  <a:lnTo>
                    <a:pt x="1857848" y="3471183"/>
                  </a:lnTo>
                  <a:lnTo>
                    <a:pt x="1864214" y="3483862"/>
                  </a:lnTo>
                  <a:lnTo>
                    <a:pt x="1875242" y="3484532"/>
                  </a:lnTo>
                  <a:lnTo>
                    <a:pt x="1892001" y="3478518"/>
                  </a:lnTo>
                  <a:lnTo>
                    <a:pt x="1906066" y="3481296"/>
                  </a:lnTo>
                  <a:lnTo>
                    <a:pt x="1926088" y="3470636"/>
                  </a:lnTo>
                  <a:lnTo>
                    <a:pt x="1934252" y="3470999"/>
                  </a:lnTo>
                  <a:lnTo>
                    <a:pt x="1947427" y="3456787"/>
                  </a:lnTo>
                  <a:lnTo>
                    <a:pt x="1951815" y="3443356"/>
                  </a:lnTo>
                  <a:lnTo>
                    <a:pt x="1954825" y="3416528"/>
                  </a:lnTo>
                  <a:lnTo>
                    <a:pt x="1963973" y="3399265"/>
                  </a:lnTo>
                  <a:lnTo>
                    <a:pt x="1970705" y="3380127"/>
                  </a:lnTo>
                  <a:lnTo>
                    <a:pt x="1972497" y="3380729"/>
                  </a:lnTo>
                  <a:lnTo>
                    <a:pt x="1973241" y="3385129"/>
                  </a:lnTo>
                  <a:lnTo>
                    <a:pt x="1974350" y="3386408"/>
                  </a:lnTo>
                  <a:lnTo>
                    <a:pt x="1976115" y="3344637"/>
                  </a:lnTo>
                  <a:lnTo>
                    <a:pt x="1983869" y="3283399"/>
                  </a:lnTo>
                  <a:lnTo>
                    <a:pt x="1982891" y="3249893"/>
                  </a:lnTo>
                  <a:lnTo>
                    <a:pt x="1978568" y="3223797"/>
                  </a:lnTo>
                  <a:lnTo>
                    <a:pt x="1974415" y="3211317"/>
                  </a:lnTo>
                  <a:lnTo>
                    <a:pt x="1963186" y="3193937"/>
                  </a:lnTo>
                  <a:lnTo>
                    <a:pt x="1915738" y="3057470"/>
                  </a:lnTo>
                  <a:lnTo>
                    <a:pt x="1911678" y="3044682"/>
                  </a:lnTo>
                  <a:lnTo>
                    <a:pt x="1904711" y="3029430"/>
                  </a:lnTo>
                  <a:lnTo>
                    <a:pt x="1900394" y="3004258"/>
                  </a:lnTo>
                  <a:lnTo>
                    <a:pt x="1896903" y="2993755"/>
                  </a:lnTo>
                  <a:lnTo>
                    <a:pt x="1894690" y="2976650"/>
                  </a:lnTo>
                  <a:lnTo>
                    <a:pt x="1897990" y="2976472"/>
                  </a:lnTo>
                  <a:lnTo>
                    <a:pt x="1902209" y="2980180"/>
                  </a:lnTo>
                  <a:lnTo>
                    <a:pt x="1901214" y="2987118"/>
                  </a:lnTo>
                  <a:lnTo>
                    <a:pt x="1902777" y="2994145"/>
                  </a:lnTo>
                  <a:lnTo>
                    <a:pt x="1910126" y="2998613"/>
                  </a:lnTo>
                  <a:lnTo>
                    <a:pt x="1911443" y="3001754"/>
                  </a:lnTo>
                  <a:lnTo>
                    <a:pt x="1906902" y="3010484"/>
                  </a:lnTo>
                  <a:lnTo>
                    <a:pt x="1906602" y="3017956"/>
                  </a:lnTo>
                  <a:lnTo>
                    <a:pt x="1910881" y="3034480"/>
                  </a:lnTo>
                  <a:lnTo>
                    <a:pt x="1914017" y="3030286"/>
                  </a:lnTo>
                  <a:lnTo>
                    <a:pt x="1915312" y="3019455"/>
                  </a:lnTo>
                  <a:lnTo>
                    <a:pt x="1917667" y="3010231"/>
                  </a:lnTo>
                  <a:lnTo>
                    <a:pt x="1920569" y="3009547"/>
                  </a:lnTo>
                  <a:lnTo>
                    <a:pt x="1918788" y="3037928"/>
                  </a:lnTo>
                  <a:lnTo>
                    <a:pt x="1920225" y="3057935"/>
                  </a:lnTo>
                  <a:lnTo>
                    <a:pt x="1932585" y="3092002"/>
                  </a:lnTo>
                  <a:lnTo>
                    <a:pt x="1937361" y="3096737"/>
                  </a:lnTo>
                  <a:lnTo>
                    <a:pt x="1928826" y="3073002"/>
                  </a:lnTo>
                  <a:lnTo>
                    <a:pt x="1924383" y="3057477"/>
                  </a:lnTo>
                  <a:lnTo>
                    <a:pt x="1923028" y="3044764"/>
                  </a:lnTo>
                  <a:lnTo>
                    <a:pt x="1923454" y="3031716"/>
                  </a:lnTo>
                  <a:lnTo>
                    <a:pt x="1924946" y="3023060"/>
                  </a:lnTo>
                  <a:lnTo>
                    <a:pt x="1929837" y="3014706"/>
                  </a:lnTo>
                  <a:lnTo>
                    <a:pt x="1925339" y="3004853"/>
                  </a:lnTo>
                  <a:lnTo>
                    <a:pt x="1887772" y="2935706"/>
                  </a:lnTo>
                  <a:lnTo>
                    <a:pt x="1864881" y="2878656"/>
                  </a:lnTo>
                  <a:lnTo>
                    <a:pt x="1848657" y="2831458"/>
                  </a:lnTo>
                  <a:lnTo>
                    <a:pt x="1838854" y="2782776"/>
                  </a:lnTo>
                  <a:lnTo>
                    <a:pt x="1833411" y="2764733"/>
                  </a:lnTo>
                  <a:lnTo>
                    <a:pt x="1825417" y="2712774"/>
                  </a:lnTo>
                  <a:lnTo>
                    <a:pt x="1820182" y="2700068"/>
                  </a:lnTo>
                  <a:lnTo>
                    <a:pt x="1818811" y="2690208"/>
                  </a:lnTo>
                  <a:lnTo>
                    <a:pt x="1818341" y="2679999"/>
                  </a:lnTo>
                  <a:lnTo>
                    <a:pt x="1820559" y="2674519"/>
                  </a:lnTo>
                  <a:lnTo>
                    <a:pt x="1823827" y="2661170"/>
                  </a:lnTo>
                  <a:lnTo>
                    <a:pt x="1825860" y="2650065"/>
                  </a:lnTo>
                  <a:lnTo>
                    <a:pt x="1825062" y="2644632"/>
                  </a:lnTo>
                  <a:lnTo>
                    <a:pt x="1827144" y="2634451"/>
                  </a:lnTo>
                  <a:lnTo>
                    <a:pt x="1830406" y="2637290"/>
                  </a:lnTo>
                  <a:lnTo>
                    <a:pt x="1835745" y="2638351"/>
                  </a:lnTo>
                  <a:lnTo>
                    <a:pt x="1844297" y="2625453"/>
                  </a:lnTo>
                  <a:lnTo>
                    <a:pt x="1839745" y="2618468"/>
                  </a:lnTo>
                  <a:lnTo>
                    <a:pt x="1834308" y="2615867"/>
                  </a:lnTo>
                  <a:lnTo>
                    <a:pt x="1833947" y="2612932"/>
                  </a:lnTo>
                  <a:lnTo>
                    <a:pt x="1843570" y="2610421"/>
                  </a:lnTo>
                  <a:lnTo>
                    <a:pt x="1847717" y="2601335"/>
                  </a:lnTo>
                  <a:lnTo>
                    <a:pt x="1852083" y="2596278"/>
                  </a:lnTo>
                  <a:lnTo>
                    <a:pt x="1856947" y="2587986"/>
                  </a:lnTo>
                  <a:lnTo>
                    <a:pt x="1854679" y="2586918"/>
                  </a:lnTo>
                  <a:lnTo>
                    <a:pt x="1851581" y="2588382"/>
                  </a:lnTo>
                  <a:lnTo>
                    <a:pt x="1847553" y="2586918"/>
                  </a:lnTo>
                  <a:lnTo>
                    <a:pt x="1849455" y="2581958"/>
                  </a:lnTo>
                  <a:lnTo>
                    <a:pt x="1857564" y="2576915"/>
                  </a:lnTo>
                  <a:lnTo>
                    <a:pt x="1858056" y="2571893"/>
                  </a:lnTo>
                  <a:lnTo>
                    <a:pt x="1855701" y="2568978"/>
                  </a:lnTo>
                  <a:lnTo>
                    <a:pt x="1854433" y="2563757"/>
                  </a:lnTo>
                  <a:lnTo>
                    <a:pt x="1858439" y="2558222"/>
                  </a:lnTo>
                  <a:lnTo>
                    <a:pt x="1865570" y="2556867"/>
                  </a:lnTo>
                  <a:lnTo>
                    <a:pt x="1869182" y="2552016"/>
                  </a:lnTo>
                  <a:lnTo>
                    <a:pt x="1869302" y="2548444"/>
                  </a:lnTo>
                  <a:lnTo>
                    <a:pt x="1865892" y="2544599"/>
                  </a:lnTo>
                  <a:lnTo>
                    <a:pt x="1863903" y="2539317"/>
                  </a:lnTo>
                  <a:lnTo>
                    <a:pt x="1867307" y="2537148"/>
                  </a:lnTo>
                  <a:lnTo>
                    <a:pt x="1871482" y="2537435"/>
                  </a:lnTo>
                  <a:lnTo>
                    <a:pt x="1885149" y="2530025"/>
                  </a:lnTo>
                  <a:lnTo>
                    <a:pt x="1890864" y="2518161"/>
                  </a:lnTo>
                  <a:lnTo>
                    <a:pt x="1889777" y="2512694"/>
                  </a:lnTo>
                  <a:lnTo>
                    <a:pt x="1893455" y="2506344"/>
                  </a:lnTo>
                  <a:lnTo>
                    <a:pt x="1899990" y="2504675"/>
                  </a:lnTo>
                  <a:lnTo>
                    <a:pt x="1903662" y="2502383"/>
                  </a:lnTo>
                  <a:lnTo>
                    <a:pt x="1910799" y="2492078"/>
                  </a:lnTo>
                  <a:lnTo>
                    <a:pt x="1909924" y="2487850"/>
                  </a:lnTo>
                  <a:lnTo>
                    <a:pt x="1906367" y="2485127"/>
                  </a:lnTo>
                  <a:lnTo>
                    <a:pt x="1902842" y="2480501"/>
                  </a:lnTo>
                  <a:lnTo>
                    <a:pt x="1899198" y="2471388"/>
                  </a:lnTo>
                  <a:lnTo>
                    <a:pt x="1898679" y="2459523"/>
                  </a:lnTo>
                  <a:lnTo>
                    <a:pt x="1909110" y="2475076"/>
                  </a:lnTo>
                  <a:lnTo>
                    <a:pt x="1912050" y="2473454"/>
                  </a:lnTo>
                  <a:lnTo>
                    <a:pt x="1912640" y="2468904"/>
                  </a:lnTo>
                  <a:lnTo>
                    <a:pt x="1916061" y="2466824"/>
                  </a:lnTo>
                  <a:lnTo>
                    <a:pt x="1918454" y="2476588"/>
                  </a:lnTo>
                  <a:lnTo>
                    <a:pt x="1920427" y="2481275"/>
                  </a:lnTo>
                  <a:lnTo>
                    <a:pt x="1923656" y="2482048"/>
                  </a:lnTo>
                  <a:lnTo>
                    <a:pt x="1931012" y="2476848"/>
                  </a:lnTo>
                  <a:lnTo>
                    <a:pt x="1934132" y="2473009"/>
                  </a:lnTo>
                  <a:lnTo>
                    <a:pt x="1935416" y="2463068"/>
                  </a:lnTo>
                  <a:lnTo>
                    <a:pt x="1929175" y="2455692"/>
                  </a:lnTo>
                  <a:lnTo>
                    <a:pt x="1917520" y="2450601"/>
                  </a:lnTo>
                  <a:lnTo>
                    <a:pt x="1924454" y="2447522"/>
                  </a:lnTo>
                  <a:lnTo>
                    <a:pt x="1936902" y="2449253"/>
                  </a:lnTo>
                  <a:lnTo>
                    <a:pt x="1947886" y="2452141"/>
                  </a:lnTo>
                  <a:lnTo>
                    <a:pt x="1958459" y="2447009"/>
                  </a:lnTo>
                  <a:lnTo>
                    <a:pt x="1962787" y="2441521"/>
                  </a:lnTo>
                  <a:lnTo>
                    <a:pt x="1968312" y="2439229"/>
                  </a:lnTo>
                  <a:lnTo>
                    <a:pt x="1974776" y="2439756"/>
                  </a:lnTo>
                  <a:lnTo>
                    <a:pt x="1986055" y="2435439"/>
                  </a:lnTo>
                  <a:lnTo>
                    <a:pt x="1995126" y="2428822"/>
                  </a:lnTo>
                  <a:lnTo>
                    <a:pt x="2000393" y="2420194"/>
                  </a:lnTo>
                  <a:lnTo>
                    <a:pt x="1995978" y="2408795"/>
                  </a:lnTo>
                  <a:lnTo>
                    <a:pt x="2010317" y="2411970"/>
                  </a:lnTo>
                  <a:lnTo>
                    <a:pt x="2018147" y="2406729"/>
                  </a:lnTo>
                  <a:lnTo>
                    <a:pt x="2031584" y="2394892"/>
                  </a:lnTo>
                  <a:lnTo>
                    <a:pt x="2034699" y="2382056"/>
                  </a:lnTo>
                  <a:lnTo>
                    <a:pt x="2044595" y="2378354"/>
                  </a:lnTo>
                  <a:lnTo>
                    <a:pt x="2053409" y="2376220"/>
                  </a:lnTo>
                  <a:lnTo>
                    <a:pt x="2069513" y="2363206"/>
                  </a:lnTo>
                  <a:lnTo>
                    <a:pt x="2074748" y="2356233"/>
                  </a:lnTo>
                  <a:lnTo>
                    <a:pt x="2068917" y="2337978"/>
                  </a:lnTo>
                  <a:lnTo>
                    <a:pt x="2075059" y="2325444"/>
                  </a:lnTo>
                  <a:lnTo>
                    <a:pt x="2074961" y="2331287"/>
                  </a:lnTo>
                  <a:lnTo>
                    <a:pt x="2073726" y="2338437"/>
                  </a:lnTo>
                  <a:lnTo>
                    <a:pt x="2078715" y="2347968"/>
                  </a:lnTo>
                  <a:lnTo>
                    <a:pt x="2084939" y="2325300"/>
                  </a:lnTo>
                  <a:lnTo>
                    <a:pt x="2109321" y="2289878"/>
                  </a:lnTo>
                  <a:lnTo>
                    <a:pt x="2118146" y="2280716"/>
                  </a:lnTo>
                  <a:lnTo>
                    <a:pt x="2147665" y="2259813"/>
                  </a:lnTo>
                  <a:lnTo>
                    <a:pt x="2149168" y="2259334"/>
                  </a:lnTo>
                  <a:lnTo>
                    <a:pt x="2166894" y="2253600"/>
                  </a:lnTo>
                  <a:lnTo>
                    <a:pt x="2210823" y="2254408"/>
                  </a:lnTo>
                  <a:lnTo>
                    <a:pt x="2215610" y="2242975"/>
                  </a:lnTo>
                  <a:lnTo>
                    <a:pt x="2217544" y="2218370"/>
                  </a:lnTo>
                  <a:lnTo>
                    <a:pt x="2220593" y="2231801"/>
                  </a:lnTo>
                  <a:lnTo>
                    <a:pt x="2219828" y="2243529"/>
                  </a:lnTo>
                  <a:lnTo>
                    <a:pt x="2220391" y="2250494"/>
                  </a:lnTo>
                  <a:lnTo>
                    <a:pt x="2224844" y="2235024"/>
                  </a:lnTo>
                  <a:lnTo>
                    <a:pt x="2227888" y="2221148"/>
                  </a:lnTo>
                  <a:lnTo>
                    <a:pt x="2240210" y="2202120"/>
                  </a:lnTo>
                  <a:lnTo>
                    <a:pt x="2246227" y="2195531"/>
                  </a:lnTo>
                  <a:lnTo>
                    <a:pt x="2251522" y="2191952"/>
                  </a:lnTo>
                  <a:lnTo>
                    <a:pt x="2266292" y="2178802"/>
                  </a:lnTo>
                  <a:lnTo>
                    <a:pt x="2281724" y="2168258"/>
                  </a:lnTo>
                  <a:lnTo>
                    <a:pt x="2279232" y="2164310"/>
                  </a:lnTo>
                  <a:lnTo>
                    <a:pt x="2278013" y="2159076"/>
                  </a:lnTo>
                  <a:lnTo>
                    <a:pt x="2278090" y="2139644"/>
                  </a:lnTo>
                  <a:lnTo>
                    <a:pt x="2281199" y="2144748"/>
                  </a:lnTo>
                  <a:lnTo>
                    <a:pt x="2284117" y="2155134"/>
                  </a:lnTo>
                  <a:lnTo>
                    <a:pt x="2291073" y="2157563"/>
                  </a:lnTo>
                  <a:lnTo>
                    <a:pt x="2296051" y="2155784"/>
                  </a:lnTo>
                  <a:lnTo>
                    <a:pt x="2309242" y="2142853"/>
                  </a:lnTo>
                  <a:lnTo>
                    <a:pt x="2318685" y="2144331"/>
                  </a:lnTo>
                  <a:lnTo>
                    <a:pt x="2335876" y="2143756"/>
                  </a:lnTo>
                  <a:lnTo>
                    <a:pt x="2346980" y="2143380"/>
                  </a:lnTo>
                  <a:lnTo>
                    <a:pt x="2354083" y="2142983"/>
                  </a:lnTo>
                  <a:lnTo>
                    <a:pt x="2357007" y="2136654"/>
                  </a:lnTo>
                  <a:lnTo>
                    <a:pt x="2366974" y="2134163"/>
                  </a:lnTo>
                  <a:lnTo>
                    <a:pt x="2378291" y="2133137"/>
                  </a:lnTo>
                  <a:lnTo>
                    <a:pt x="2386919" y="2123934"/>
                  </a:lnTo>
                  <a:lnTo>
                    <a:pt x="2395602" y="2110818"/>
                  </a:lnTo>
                  <a:lnTo>
                    <a:pt x="2385023" y="2103414"/>
                  </a:lnTo>
                  <a:lnTo>
                    <a:pt x="2352767" y="2110195"/>
                  </a:lnTo>
                  <a:lnTo>
                    <a:pt x="2335570" y="2106090"/>
                  </a:lnTo>
                  <a:lnTo>
                    <a:pt x="2327029" y="2098392"/>
                  </a:lnTo>
                  <a:lnTo>
                    <a:pt x="2316363" y="2080253"/>
                  </a:lnTo>
                  <a:lnTo>
                    <a:pt x="2339778" y="2101225"/>
                  </a:lnTo>
                  <a:lnTo>
                    <a:pt x="2348941" y="2103277"/>
                  </a:lnTo>
                  <a:lnTo>
                    <a:pt x="2365854" y="2091646"/>
                  </a:lnTo>
                  <a:lnTo>
                    <a:pt x="2367493" y="2087328"/>
                  </a:lnTo>
                  <a:lnTo>
                    <a:pt x="2368149" y="2080486"/>
                  </a:lnTo>
                  <a:lnTo>
                    <a:pt x="2372799" y="2071769"/>
                  </a:lnTo>
                  <a:lnTo>
                    <a:pt x="2378733" y="2064031"/>
                  </a:lnTo>
                  <a:lnTo>
                    <a:pt x="2374275" y="2059097"/>
                  </a:lnTo>
                  <a:lnTo>
                    <a:pt x="2369499" y="2055724"/>
                  </a:lnTo>
                  <a:lnTo>
                    <a:pt x="2327084" y="2037688"/>
                  </a:lnTo>
                  <a:lnTo>
                    <a:pt x="2319751" y="2028020"/>
                  </a:lnTo>
                  <a:lnTo>
                    <a:pt x="2336843" y="2037031"/>
                  </a:lnTo>
                  <a:lnTo>
                    <a:pt x="2353165" y="2041458"/>
                  </a:lnTo>
                  <a:lnTo>
                    <a:pt x="2365171" y="2038413"/>
                  </a:lnTo>
                  <a:lnTo>
                    <a:pt x="2367755" y="2027698"/>
                  </a:lnTo>
                  <a:lnTo>
                    <a:pt x="2371542" y="2027329"/>
                  </a:lnTo>
                  <a:lnTo>
                    <a:pt x="2376548" y="2030675"/>
                  </a:lnTo>
                  <a:lnTo>
                    <a:pt x="2378433" y="2040760"/>
                  </a:lnTo>
                  <a:lnTo>
                    <a:pt x="2381356" y="2046289"/>
                  </a:lnTo>
                  <a:lnTo>
                    <a:pt x="2386154" y="2044783"/>
                  </a:lnTo>
                  <a:lnTo>
                    <a:pt x="2392466" y="2045693"/>
                  </a:lnTo>
                  <a:lnTo>
                    <a:pt x="2405334" y="2050209"/>
                  </a:lnTo>
                  <a:lnTo>
                    <a:pt x="2416684" y="2052296"/>
                  </a:lnTo>
                  <a:lnTo>
                    <a:pt x="2424553" y="2048636"/>
                  </a:lnTo>
                  <a:lnTo>
                    <a:pt x="2439946" y="2030682"/>
                  </a:lnTo>
                  <a:lnTo>
                    <a:pt x="2461438" y="2011264"/>
                  </a:lnTo>
                  <a:lnTo>
                    <a:pt x="2464705" y="1994658"/>
                  </a:lnTo>
                  <a:lnTo>
                    <a:pt x="2463126" y="1983758"/>
                  </a:lnTo>
                  <a:lnTo>
                    <a:pt x="2461629" y="1975821"/>
                  </a:lnTo>
                  <a:lnTo>
                    <a:pt x="2457175" y="1967993"/>
                  </a:lnTo>
                  <a:lnTo>
                    <a:pt x="2452487" y="1967378"/>
                  </a:lnTo>
                  <a:lnTo>
                    <a:pt x="2438498" y="1976375"/>
                  </a:lnTo>
                  <a:lnTo>
                    <a:pt x="2436006" y="2000727"/>
                  </a:lnTo>
                  <a:lnTo>
                    <a:pt x="2431023" y="2005071"/>
                  </a:lnTo>
                  <a:lnTo>
                    <a:pt x="2426782" y="2005160"/>
                  </a:lnTo>
                  <a:lnTo>
                    <a:pt x="2427667" y="1991565"/>
                  </a:lnTo>
                  <a:lnTo>
                    <a:pt x="2429416" y="1978797"/>
                  </a:lnTo>
                  <a:lnTo>
                    <a:pt x="2428329" y="1965954"/>
                  </a:lnTo>
                  <a:lnTo>
                    <a:pt x="2413023" y="1963026"/>
                  </a:lnTo>
                  <a:lnTo>
                    <a:pt x="2406640" y="1966406"/>
                  </a:lnTo>
                  <a:lnTo>
                    <a:pt x="2396039" y="1968397"/>
                  </a:lnTo>
                  <a:lnTo>
                    <a:pt x="2379788" y="1967952"/>
                  </a:lnTo>
                  <a:lnTo>
                    <a:pt x="2367745" y="1969690"/>
                  </a:lnTo>
                  <a:lnTo>
                    <a:pt x="2354865" y="1967733"/>
                  </a:lnTo>
                  <a:lnTo>
                    <a:pt x="2355701" y="1957101"/>
                  </a:lnTo>
                  <a:lnTo>
                    <a:pt x="2353318" y="1943115"/>
                  </a:lnTo>
                  <a:lnTo>
                    <a:pt x="2354034" y="1929684"/>
                  </a:lnTo>
                  <a:lnTo>
                    <a:pt x="2355827" y="1941042"/>
                  </a:lnTo>
                  <a:lnTo>
                    <a:pt x="2360160" y="1951244"/>
                  </a:lnTo>
                  <a:lnTo>
                    <a:pt x="2373537" y="1959646"/>
                  </a:lnTo>
                  <a:lnTo>
                    <a:pt x="2382553" y="1957846"/>
                  </a:lnTo>
                  <a:lnTo>
                    <a:pt x="2388651" y="1952270"/>
                  </a:lnTo>
                  <a:lnTo>
                    <a:pt x="2393198" y="1943081"/>
                  </a:lnTo>
                  <a:lnTo>
                    <a:pt x="2400192" y="1942431"/>
                  </a:lnTo>
                  <a:lnTo>
                    <a:pt x="2410689" y="1945537"/>
                  </a:lnTo>
                  <a:lnTo>
                    <a:pt x="2405853" y="1935185"/>
                  </a:lnTo>
                  <a:lnTo>
                    <a:pt x="2411318" y="1938408"/>
                  </a:lnTo>
                  <a:lnTo>
                    <a:pt x="2419351" y="1941370"/>
                  </a:lnTo>
                  <a:lnTo>
                    <a:pt x="2420351" y="1931655"/>
                  </a:lnTo>
                  <a:lnTo>
                    <a:pt x="2419591" y="1922657"/>
                  </a:lnTo>
                  <a:lnTo>
                    <a:pt x="2430012" y="1928931"/>
                  </a:lnTo>
                  <a:lnTo>
                    <a:pt x="2441711" y="1932510"/>
                  </a:lnTo>
                  <a:lnTo>
                    <a:pt x="2449230" y="1937176"/>
                  </a:lnTo>
                  <a:lnTo>
                    <a:pt x="2456274" y="1945982"/>
                  </a:lnTo>
                  <a:lnTo>
                    <a:pt x="2451066" y="1924258"/>
                  </a:lnTo>
                  <a:lnTo>
                    <a:pt x="2444547" y="1908124"/>
                  </a:lnTo>
                  <a:lnTo>
                    <a:pt x="2438547" y="1901658"/>
                  </a:lnTo>
                  <a:lnTo>
                    <a:pt x="2436946" y="1895405"/>
                  </a:lnTo>
                  <a:lnTo>
                    <a:pt x="2439891" y="1884532"/>
                  </a:lnTo>
                  <a:lnTo>
                    <a:pt x="2440640" y="1881775"/>
                  </a:lnTo>
                  <a:lnTo>
                    <a:pt x="2439110" y="1877724"/>
                  </a:lnTo>
                  <a:lnTo>
                    <a:pt x="2440017" y="1872449"/>
                  </a:lnTo>
                  <a:lnTo>
                    <a:pt x="2442126" y="1869438"/>
                  </a:lnTo>
                  <a:lnTo>
                    <a:pt x="2445328" y="1873140"/>
                  </a:lnTo>
                  <a:lnTo>
                    <a:pt x="2448050" y="1882411"/>
                  </a:lnTo>
                  <a:lnTo>
                    <a:pt x="2448552" y="1884656"/>
                  </a:lnTo>
                  <a:lnTo>
                    <a:pt x="2457427" y="1923813"/>
                  </a:lnTo>
                  <a:lnTo>
                    <a:pt x="2466552" y="1947262"/>
                  </a:lnTo>
                  <a:lnTo>
                    <a:pt x="2483088" y="1979735"/>
                  </a:lnTo>
                  <a:lnTo>
                    <a:pt x="2488268" y="1987145"/>
                  </a:lnTo>
                  <a:lnTo>
                    <a:pt x="2485525" y="1978702"/>
                  </a:lnTo>
                  <a:lnTo>
                    <a:pt x="2463235" y="1929670"/>
                  </a:lnTo>
                  <a:lnTo>
                    <a:pt x="2452093" y="1884642"/>
                  </a:lnTo>
                  <a:lnTo>
                    <a:pt x="2448399" y="1869726"/>
                  </a:lnTo>
                  <a:lnTo>
                    <a:pt x="2442678" y="1854522"/>
                  </a:lnTo>
                  <a:lnTo>
                    <a:pt x="2439902" y="1841009"/>
                  </a:lnTo>
                  <a:lnTo>
                    <a:pt x="2436203" y="1833907"/>
                  </a:lnTo>
                  <a:lnTo>
                    <a:pt x="2420023" y="1831389"/>
                  </a:lnTo>
                  <a:lnTo>
                    <a:pt x="2408804" y="1828303"/>
                  </a:lnTo>
                  <a:lnTo>
                    <a:pt x="2391422" y="1837102"/>
                  </a:lnTo>
                  <a:lnTo>
                    <a:pt x="2381542" y="1836096"/>
                  </a:lnTo>
                  <a:lnTo>
                    <a:pt x="2379662" y="1827126"/>
                  </a:lnTo>
                  <a:lnTo>
                    <a:pt x="2365193" y="1815022"/>
                  </a:lnTo>
                  <a:lnTo>
                    <a:pt x="2360947" y="1797431"/>
                  </a:lnTo>
                  <a:lnTo>
                    <a:pt x="2350477" y="1795864"/>
                  </a:lnTo>
                  <a:lnTo>
                    <a:pt x="2332597" y="1790137"/>
                  </a:lnTo>
                  <a:lnTo>
                    <a:pt x="2324007" y="1783685"/>
                  </a:lnTo>
                  <a:lnTo>
                    <a:pt x="2302270" y="1780230"/>
                  </a:lnTo>
                  <a:lnTo>
                    <a:pt x="2298816" y="1778355"/>
                  </a:lnTo>
                  <a:lnTo>
                    <a:pt x="2296150" y="1775536"/>
                  </a:lnTo>
                  <a:lnTo>
                    <a:pt x="2323444" y="1777151"/>
                  </a:lnTo>
                  <a:lnTo>
                    <a:pt x="2357406" y="1791164"/>
                  </a:lnTo>
                  <a:lnTo>
                    <a:pt x="2365531" y="1790596"/>
                  </a:lnTo>
                  <a:lnTo>
                    <a:pt x="2368734" y="1801646"/>
                  </a:lnTo>
                  <a:lnTo>
                    <a:pt x="2379417" y="1811533"/>
                  </a:lnTo>
                  <a:lnTo>
                    <a:pt x="2384433" y="1817356"/>
                  </a:lnTo>
                  <a:lnTo>
                    <a:pt x="2391274" y="1822884"/>
                  </a:lnTo>
                  <a:lnTo>
                    <a:pt x="2398280" y="1819826"/>
                  </a:lnTo>
                  <a:lnTo>
                    <a:pt x="2404433" y="1814283"/>
                  </a:lnTo>
                  <a:lnTo>
                    <a:pt x="2402476" y="1806128"/>
                  </a:lnTo>
                  <a:lnTo>
                    <a:pt x="2399547" y="1800750"/>
                  </a:lnTo>
                  <a:lnTo>
                    <a:pt x="2391247" y="1791862"/>
                  </a:lnTo>
                  <a:lnTo>
                    <a:pt x="2380477" y="1787072"/>
                  </a:lnTo>
                  <a:lnTo>
                    <a:pt x="2367772" y="1776467"/>
                  </a:lnTo>
                  <a:lnTo>
                    <a:pt x="2353537" y="1758780"/>
                  </a:lnTo>
                  <a:lnTo>
                    <a:pt x="2351548" y="1754517"/>
                  </a:lnTo>
                  <a:lnTo>
                    <a:pt x="2351340" y="1750843"/>
                  </a:lnTo>
                  <a:lnTo>
                    <a:pt x="2375887" y="1778314"/>
                  </a:lnTo>
                  <a:lnTo>
                    <a:pt x="2385340" y="1783336"/>
                  </a:lnTo>
                  <a:lnTo>
                    <a:pt x="2392138" y="1779635"/>
                  </a:lnTo>
                  <a:lnTo>
                    <a:pt x="2390761" y="1775153"/>
                  </a:lnTo>
                  <a:lnTo>
                    <a:pt x="2391263" y="1767558"/>
                  </a:lnTo>
                  <a:lnTo>
                    <a:pt x="2406651" y="1771636"/>
                  </a:lnTo>
                  <a:lnTo>
                    <a:pt x="2407668" y="1761325"/>
                  </a:lnTo>
                  <a:lnTo>
                    <a:pt x="2406083" y="1752280"/>
                  </a:lnTo>
                  <a:lnTo>
                    <a:pt x="2394996" y="1747360"/>
                  </a:lnTo>
                  <a:lnTo>
                    <a:pt x="2401941" y="1741585"/>
                  </a:lnTo>
                  <a:lnTo>
                    <a:pt x="2381963" y="1733546"/>
                  </a:lnTo>
                  <a:lnTo>
                    <a:pt x="2374646" y="1727901"/>
                  </a:lnTo>
                  <a:lnTo>
                    <a:pt x="2366772" y="1715858"/>
                  </a:lnTo>
                  <a:lnTo>
                    <a:pt x="2356073" y="1708140"/>
                  </a:lnTo>
                  <a:lnTo>
                    <a:pt x="2341105" y="1689913"/>
                  </a:lnTo>
                  <a:lnTo>
                    <a:pt x="2332608" y="1676913"/>
                  </a:lnTo>
                  <a:lnTo>
                    <a:pt x="2311794" y="1658322"/>
                  </a:lnTo>
                  <a:lnTo>
                    <a:pt x="2316319" y="1658110"/>
                  </a:lnTo>
                  <a:lnTo>
                    <a:pt x="2330942" y="1668162"/>
                  </a:lnTo>
                  <a:lnTo>
                    <a:pt x="2343406" y="1686930"/>
                  </a:lnTo>
                  <a:lnTo>
                    <a:pt x="2347417" y="1690228"/>
                  </a:lnTo>
                  <a:lnTo>
                    <a:pt x="2381023" y="1726067"/>
                  </a:lnTo>
                  <a:lnTo>
                    <a:pt x="2387274" y="1727723"/>
                  </a:lnTo>
                  <a:lnTo>
                    <a:pt x="2397624" y="1726984"/>
                  </a:lnTo>
                  <a:lnTo>
                    <a:pt x="2401935" y="1720552"/>
                  </a:lnTo>
                  <a:lnTo>
                    <a:pt x="2403323" y="1710357"/>
                  </a:lnTo>
                  <a:lnTo>
                    <a:pt x="2406837" y="1702824"/>
                  </a:lnTo>
                  <a:lnTo>
                    <a:pt x="2406564" y="1696454"/>
                  </a:lnTo>
                  <a:lnTo>
                    <a:pt x="2396416" y="1686690"/>
                  </a:lnTo>
                  <a:lnTo>
                    <a:pt x="2383340" y="1679971"/>
                  </a:lnTo>
                  <a:lnTo>
                    <a:pt x="2374641" y="1668298"/>
                  </a:lnTo>
                  <a:lnTo>
                    <a:pt x="2363969" y="1662770"/>
                  </a:lnTo>
                  <a:lnTo>
                    <a:pt x="2334707" y="1653923"/>
                  </a:lnTo>
                  <a:lnTo>
                    <a:pt x="2318991" y="1631556"/>
                  </a:lnTo>
                  <a:lnTo>
                    <a:pt x="2311925" y="1629674"/>
                  </a:lnTo>
                  <a:lnTo>
                    <a:pt x="2298270" y="1633889"/>
                  </a:lnTo>
                  <a:lnTo>
                    <a:pt x="2293647" y="1632247"/>
                  </a:lnTo>
                  <a:lnTo>
                    <a:pt x="2289122" y="1625959"/>
                  </a:lnTo>
                  <a:lnTo>
                    <a:pt x="2292467" y="1607382"/>
                  </a:lnTo>
                  <a:lnTo>
                    <a:pt x="2295084" y="1597461"/>
                  </a:lnTo>
                  <a:lnTo>
                    <a:pt x="2305800" y="1586733"/>
                  </a:lnTo>
                  <a:lnTo>
                    <a:pt x="2313942" y="1580711"/>
                  </a:lnTo>
                  <a:lnTo>
                    <a:pt x="2319122" y="1572829"/>
                  </a:lnTo>
                  <a:lnTo>
                    <a:pt x="2320827" y="1556928"/>
                  </a:lnTo>
                  <a:lnTo>
                    <a:pt x="2322193" y="1572555"/>
                  </a:lnTo>
                  <a:lnTo>
                    <a:pt x="2318193" y="1582634"/>
                  </a:lnTo>
                  <a:lnTo>
                    <a:pt x="2309128" y="1590441"/>
                  </a:lnTo>
                  <a:lnTo>
                    <a:pt x="2299505" y="1605733"/>
                  </a:lnTo>
                  <a:lnTo>
                    <a:pt x="2297188" y="1612199"/>
                  </a:lnTo>
                  <a:lnTo>
                    <a:pt x="2298204" y="1624406"/>
                  </a:lnTo>
                  <a:lnTo>
                    <a:pt x="2306778" y="1625890"/>
                  </a:lnTo>
                  <a:lnTo>
                    <a:pt x="2315641" y="1619637"/>
                  </a:lnTo>
                  <a:lnTo>
                    <a:pt x="2324095" y="1619144"/>
                  </a:lnTo>
                  <a:lnTo>
                    <a:pt x="2325526" y="1626342"/>
                  </a:lnTo>
                  <a:lnTo>
                    <a:pt x="2329794" y="1632911"/>
                  </a:lnTo>
                  <a:lnTo>
                    <a:pt x="2336565" y="1640608"/>
                  </a:lnTo>
                  <a:lnTo>
                    <a:pt x="2339024" y="1634293"/>
                  </a:lnTo>
                  <a:lnTo>
                    <a:pt x="2338985" y="1626848"/>
                  </a:lnTo>
                  <a:lnTo>
                    <a:pt x="2350062" y="1644693"/>
                  </a:lnTo>
                  <a:lnTo>
                    <a:pt x="2369706" y="1649544"/>
                  </a:lnTo>
                  <a:lnTo>
                    <a:pt x="2385285" y="1657221"/>
                  </a:lnTo>
                  <a:lnTo>
                    <a:pt x="2391154" y="1664015"/>
                  </a:lnTo>
                  <a:lnTo>
                    <a:pt x="2397957" y="1669345"/>
                  </a:lnTo>
                  <a:lnTo>
                    <a:pt x="2398881" y="1661812"/>
                  </a:lnTo>
                  <a:lnTo>
                    <a:pt x="2395209" y="1653950"/>
                  </a:lnTo>
                  <a:lnTo>
                    <a:pt x="2390389" y="1643947"/>
                  </a:lnTo>
                  <a:lnTo>
                    <a:pt x="2364291" y="1617871"/>
                  </a:lnTo>
                  <a:lnTo>
                    <a:pt x="2361318" y="1606219"/>
                  </a:lnTo>
                  <a:lnTo>
                    <a:pt x="2360335" y="1595785"/>
                  </a:lnTo>
                  <a:lnTo>
                    <a:pt x="2362368" y="1600328"/>
                  </a:lnTo>
                  <a:lnTo>
                    <a:pt x="2363745" y="1606075"/>
                  </a:lnTo>
                  <a:lnTo>
                    <a:pt x="2372078" y="1620471"/>
                  </a:lnTo>
                  <a:lnTo>
                    <a:pt x="2379072" y="1624974"/>
                  </a:lnTo>
                  <a:lnTo>
                    <a:pt x="2387034" y="1630878"/>
                  </a:lnTo>
                  <a:lnTo>
                    <a:pt x="2392034" y="1629832"/>
                  </a:lnTo>
                  <a:lnTo>
                    <a:pt x="2389537" y="1622654"/>
                  </a:lnTo>
                  <a:lnTo>
                    <a:pt x="2384826" y="1614984"/>
                  </a:lnTo>
                  <a:lnTo>
                    <a:pt x="2380034" y="1606965"/>
                  </a:lnTo>
                  <a:lnTo>
                    <a:pt x="2376056" y="1577475"/>
                  </a:lnTo>
                  <a:lnTo>
                    <a:pt x="2377821" y="1571078"/>
                  </a:lnTo>
                  <a:lnTo>
                    <a:pt x="2378444" y="1563743"/>
                  </a:lnTo>
                  <a:lnTo>
                    <a:pt x="2377996" y="1555655"/>
                  </a:lnTo>
                  <a:lnTo>
                    <a:pt x="2380881" y="1549087"/>
                  </a:lnTo>
                  <a:lnTo>
                    <a:pt x="2378078" y="1541246"/>
                  </a:lnTo>
                  <a:lnTo>
                    <a:pt x="2373630" y="1532269"/>
                  </a:lnTo>
                  <a:lnTo>
                    <a:pt x="2375007" y="1531885"/>
                  </a:lnTo>
                  <a:lnTo>
                    <a:pt x="2383192" y="1537120"/>
                  </a:lnTo>
                  <a:lnTo>
                    <a:pt x="2389127" y="1531058"/>
                  </a:lnTo>
                  <a:lnTo>
                    <a:pt x="2388285" y="1523750"/>
                  </a:lnTo>
                  <a:lnTo>
                    <a:pt x="2381373" y="1519173"/>
                  </a:lnTo>
                  <a:lnTo>
                    <a:pt x="2371908" y="1505776"/>
                  </a:lnTo>
                  <a:lnTo>
                    <a:pt x="2372302" y="1503668"/>
                  </a:lnTo>
                  <a:lnTo>
                    <a:pt x="2389034" y="1509881"/>
                  </a:lnTo>
                  <a:lnTo>
                    <a:pt x="2391061" y="1505981"/>
                  </a:lnTo>
                  <a:lnTo>
                    <a:pt x="2390739" y="1498824"/>
                  </a:lnTo>
                  <a:lnTo>
                    <a:pt x="2395963" y="1495916"/>
                  </a:lnTo>
                  <a:lnTo>
                    <a:pt x="2397520" y="1490333"/>
                  </a:lnTo>
                  <a:lnTo>
                    <a:pt x="2397285" y="1487103"/>
                  </a:lnTo>
                  <a:lnTo>
                    <a:pt x="2399116" y="1484811"/>
                  </a:lnTo>
                  <a:lnTo>
                    <a:pt x="2405209" y="1496183"/>
                  </a:lnTo>
                  <a:lnTo>
                    <a:pt x="2407394" y="1492064"/>
                  </a:lnTo>
                  <a:lnTo>
                    <a:pt x="2408422" y="1479946"/>
                  </a:lnTo>
                  <a:lnTo>
                    <a:pt x="2411176" y="1482512"/>
                  </a:lnTo>
                  <a:lnTo>
                    <a:pt x="2411984" y="1488171"/>
                  </a:lnTo>
                  <a:lnTo>
                    <a:pt x="2420318" y="1484907"/>
                  </a:lnTo>
                  <a:lnTo>
                    <a:pt x="2425252" y="1480720"/>
                  </a:lnTo>
                  <a:lnTo>
                    <a:pt x="2427105" y="1475506"/>
                  </a:lnTo>
                  <a:lnTo>
                    <a:pt x="2426618" y="1467562"/>
                  </a:lnTo>
                  <a:lnTo>
                    <a:pt x="2429088" y="1462779"/>
                  </a:lnTo>
                  <a:lnTo>
                    <a:pt x="2435432" y="1461719"/>
                  </a:lnTo>
                  <a:lnTo>
                    <a:pt x="2440733" y="1459427"/>
                  </a:lnTo>
                  <a:lnTo>
                    <a:pt x="2439449" y="1470703"/>
                  </a:lnTo>
                  <a:lnTo>
                    <a:pt x="2450356" y="1469820"/>
                  </a:lnTo>
                  <a:lnTo>
                    <a:pt x="2445820" y="1475779"/>
                  </a:lnTo>
                  <a:lnTo>
                    <a:pt x="2441203" y="1477004"/>
                  </a:lnTo>
                  <a:lnTo>
                    <a:pt x="2435788" y="1483840"/>
                  </a:lnTo>
                  <a:lnTo>
                    <a:pt x="2442995" y="1485557"/>
                  </a:lnTo>
                  <a:lnTo>
                    <a:pt x="2450017" y="1488725"/>
                  </a:lnTo>
                  <a:lnTo>
                    <a:pt x="2438826" y="1489943"/>
                  </a:lnTo>
                  <a:lnTo>
                    <a:pt x="2427815" y="1489724"/>
                  </a:lnTo>
                  <a:lnTo>
                    <a:pt x="2419001" y="1497264"/>
                  </a:lnTo>
                  <a:lnTo>
                    <a:pt x="2409760" y="1514561"/>
                  </a:lnTo>
                  <a:lnTo>
                    <a:pt x="2411870" y="1532494"/>
                  </a:lnTo>
                  <a:lnTo>
                    <a:pt x="2421258" y="1524181"/>
                  </a:lnTo>
                  <a:lnTo>
                    <a:pt x="2421006" y="1529901"/>
                  </a:lnTo>
                  <a:lnTo>
                    <a:pt x="2415356" y="1542710"/>
                  </a:lnTo>
                  <a:lnTo>
                    <a:pt x="2408717" y="1540123"/>
                  </a:lnTo>
                  <a:lnTo>
                    <a:pt x="2401138" y="1540096"/>
                  </a:lnTo>
                  <a:lnTo>
                    <a:pt x="2399252" y="1548026"/>
                  </a:lnTo>
                  <a:lnTo>
                    <a:pt x="2399132" y="1554218"/>
                  </a:lnTo>
                  <a:lnTo>
                    <a:pt x="2409187" y="1549388"/>
                  </a:lnTo>
                  <a:lnTo>
                    <a:pt x="2414755" y="1553240"/>
                  </a:lnTo>
                  <a:lnTo>
                    <a:pt x="2417318" y="1562046"/>
                  </a:lnTo>
                  <a:lnTo>
                    <a:pt x="2408498" y="1566261"/>
                  </a:lnTo>
                  <a:lnTo>
                    <a:pt x="2402526" y="1566883"/>
                  </a:lnTo>
                  <a:lnTo>
                    <a:pt x="2397957" y="1582094"/>
                  </a:lnTo>
                  <a:lnTo>
                    <a:pt x="2401657" y="1580246"/>
                  </a:lnTo>
                  <a:lnTo>
                    <a:pt x="2404990" y="1573294"/>
                  </a:lnTo>
                  <a:lnTo>
                    <a:pt x="2412301" y="1575279"/>
                  </a:lnTo>
                  <a:lnTo>
                    <a:pt x="2416553" y="1582511"/>
                  </a:lnTo>
                  <a:lnTo>
                    <a:pt x="2429766" y="1594485"/>
                  </a:lnTo>
                  <a:lnTo>
                    <a:pt x="2434241" y="1593944"/>
                  </a:lnTo>
                  <a:lnTo>
                    <a:pt x="2436033" y="1597222"/>
                  </a:lnTo>
                  <a:lnTo>
                    <a:pt x="2423498" y="1597242"/>
                  </a:lnTo>
                  <a:lnTo>
                    <a:pt x="2413935" y="1594847"/>
                  </a:lnTo>
                  <a:lnTo>
                    <a:pt x="2406575" y="1597468"/>
                  </a:lnTo>
                  <a:lnTo>
                    <a:pt x="2403138" y="1612227"/>
                  </a:lnTo>
                  <a:lnTo>
                    <a:pt x="2406520" y="1620382"/>
                  </a:lnTo>
                  <a:lnTo>
                    <a:pt x="2412449" y="1630906"/>
                  </a:lnTo>
                  <a:lnTo>
                    <a:pt x="2423099" y="1637023"/>
                  </a:lnTo>
                  <a:lnTo>
                    <a:pt x="2430405" y="1642366"/>
                  </a:lnTo>
                  <a:lnTo>
                    <a:pt x="2433864" y="1640218"/>
                  </a:lnTo>
                  <a:lnTo>
                    <a:pt x="2435389" y="1636311"/>
                  </a:lnTo>
                  <a:lnTo>
                    <a:pt x="2437733" y="1635025"/>
                  </a:lnTo>
                  <a:lnTo>
                    <a:pt x="2439787" y="1640711"/>
                  </a:lnTo>
                  <a:lnTo>
                    <a:pt x="2443159" y="1638145"/>
                  </a:lnTo>
                  <a:lnTo>
                    <a:pt x="2448580" y="1631720"/>
                  </a:lnTo>
                  <a:lnTo>
                    <a:pt x="2451951" y="1630803"/>
                  </a:lnTo>
                  <a:lnTo>
                    <a:pt x="2449929" y="1636872"/>
                  </a:lnTo>
                  <a:lnTo>
                    <a:pt x="2451367" y="1644932"/>
                  </a:lnTo>
                  <a:lnTo>
                    <a:pt x="2449011" y="1651556"/>
                  </a:lnTo>
                  <a:lnTo>
                    <a:pt x="2444186" y="1657823"/>
                  </a:lnTo>
                  <a:lnTo>
                    <a:pt x="2448301" y="1660909"/>
                  </a:lnTo>
                  <a:lnTo>
                    <a:pt x="2452296" y="1661867"/>
                  </a:lnTo>
                  <a:lnTo>
                    <a:pt x="2459044" y="1669393"/>
                  </a:lnTo>
                  <a:lnTo>
                    <a:pt x="2455268" y="1676947"/>
                  </a:lnTo>
                  <a:lnTo>
                    <a:pt x="2452831" y="1685520"/>
                  </a:lnTo>
                  <a:lnTo>
                    <a:pt x="2465776" y="1685219"/>
                  </a:lnTo>
                  <a:lnTo>
                    <a:pt x="2474268" y="1687990"/>
                  </a:lnTo>
                  <a:lnTo>
                    <a:pt x="2467547" y="1706567"/>
                  </a:lnTo>
                  <a:lnTo>
                    <a:pt x="2459372" y="1715681"/>
                  </a:lnTo>
                  <a:lnTo>
                    <a:pt x="2448656" y="1734907"/>
                  </a:lnTo>
                  <a:lnTo>
                    <a:pt x="2438930" y="1765834"/>
                  </a:lnTo>
                  <a:lnTo>
                    <a:pt x="2436432" y="1784698"/>
                  </a:lnTo>
                  <a:lnTo>
                    <a:pt x="2437869" y="1791930"/>
                  </a:lnTo>
                  <a:lnTo>
                    <a:pt x="2443481" y="1800380"/>
                  </a:lnTo>
                  <a:lnTo>
                    <a:pt x="2452476" y="1780100"/>
                  </a:lnTo>
                  <a:lnTo>
                    <a:pt x="2457170" y="1762084"/>
                  </a:lnTo>
                  <a:lnTo>
                    <a:pt x="2462224" y="1755386"/>
                  </a:lnTo>
                  <a:lnTo>
                    <a:pt x="2469842" y="1749310"/>
                  </a:lnTo>
                  <a:lnTo>
                    <a:pt x="2477372" y="1746648"/>
                  </a:lnTo>
                  <a:lnTo>
                    <a:pt x="2482344" y="1743378"/>
                  </a:lnTo>
                  <a:lnTo>
                    <a:pt x="2481306" y="1733217"/>
                  </a:lnTo>
                  <a:lnTo>
                    <a:pt x="2505973" y="1678035"/>
                  </a:lnTo>
                  <a:lnTo>
                    <a:pt x="2508486" y="1672424"/>
                  </a:lnTo>
                  <a:lnTo>
                    <a:pt x="2515393" y="1663434"/>
                  </a:lnTo>
                  <a:lnTo>
                    <a:pt x="2522819" y="1647587"/>
                  </a:lnTo>
                  <a:lnTo>
                    <a:pt x="2530142" y="1645794"/>
                  </a:lnTo>
                  <a:lnTo>
                    <a:pt x="2532213" y="1639760"/>
                  </a:lnTo>
                  <a:lnTo>
                    <a:pt x="2533027" y="1627683"/>
                  </a:lnTo>
                  <a:lnTo>
                    <a:pt x="2534983" y="1624618"/>
                  </a:lnTo>
                  <a:lnTo>
                    <a:pt x="2538005" y="1621929"/>
                  </a:lnTo>
                  <a:lnTo>
                    <a:pt x="2539836" y="1624084"/>
                  </a:lnTo>
                  <a:lnTo>
                    <a:pt x="2539726" y="1630290"/>
                  </a:lnTo>
                  <a:lnTo>
                    <a:pt x="2542311" y="1627868"/>
                  </a:lnTo>
                  <a:lnTo>
                    <a:pt x="2543710" y="1621792"/>
                  </a:lnTo>
                  <a:lnTo>
                    <a:pt x="2543836" y="1617700"/>
                  </a:lnTo>
                  <a:lnTo>
                    <a:pt x="2544032" y="1611009"/>
                  </a:lnTo>
                  <a:lnTo>
                    <a:pt x="2539896" y="1600444"/>
                  </a:lnTo>
                  <a:lnTo>
                    <a:pt x="2535644" y="1597550"/>
                  </a:lnTo>
                  <a:lnTo>
                    <a:pt x="2527109" y="1598706"/>
                  </a:lnTo>
                  <a:lnTo>
                    <a:pt x="2533672" y="1592918"/>
                  </a:lnTo>
                  <a:lnTo>
                    <a:pt x="2538650" y="1580253"/>
                  </a:lnTo>
                  <a:lnTo>
                    <a:pt x="2538125" y="1572583"/>
                  </a:lnTo>
                  <a:lnTo>
                    <a:pt x="2527338" y="1566719"/>
                  </a:lnTo>
                  <a:lnTo>
                    <a:pt x="2513311" y="1546097"/>
                  </a:lnTo>
                  <a:lnTo>
                    <a:pt x="2504158" y="1528410"/>
                  </a:lnTo>
                  <a:lnTo>
                    <a:pt x="2501869" y="1501978"/>
                  </a:lnTo>
                  <a:lnTo>
                    <a:pt x="2489874" y="1484962"/>
                  </a:lnTo>
                  <a:lnTo>
                    <a:pt x="2483825" y="1474575"/>
                  </a:lnTo>
                  <a:lnTo>
                    <a:pt x="2484563" y="1463922"/>
                  </a:lnTo>
                  <a:lnTo>
                    <a:pt x="2482962" y="1458811"/>
                  </a:lnTo>
                  <a:lnTo>
                    <a:pt x="2482290" y="1451620"/>
                  </a:lnTo>
                  <a:lnTo>
                    <a:pt x="2491852" y="1440884"/>
                  </a:lnTo>
                  <a:lnTo>
                    <a:pt x="2496076" y="1431976"/>
                  </a:lnTo>
                  <a:lnTo>
                    <a:pt x="2500934" y="1427145"/>
                  </a:lnTo>
                  <a:lnTo>
                    <a:pt x="2503213" y="1424880"/>
                  </a:lnTo>
                  <a:lnTo>
                    <a:pt x="2512136" y="1420241"/>
                  </a:lnTo>
                  <a:lnTo>
                    <a:pt x="2528694" y="1416027"/>
                  </a:lnTo>
                  <a:lnTo>
                    <a:pt x="2539748" y="1403594"/>
                  </a:lnTo>
                  <a:lnTo>
                    <a:pt x="2536431" y="1410833"/>
                  </a:lnTo>
                  <a:lnTo>
                    <a:pt x="2530836" y="1419427"/>
                  </a:lnTo>
                  <a:lnTo>
                    <a:pt x="2508524" y="1425140"/>
                  </a:lnTo>
                  <a:lnTo>
                    <a:pt x="2500836" y="1430751"/>
                  </a:lnTo>
                  <a:lnTo>
                    <a:pt x="2495268" y="1441582"/>
                  </a:lnTo>
                  <a:lnTo>
                    <a:pt x="2489459" y="1457073"/>
                  </a:lnTo>
                  <a:lnTo>
                    <a:pt x="2489940" y="1466878"/>
                  </a:lnTo>
                  <a:lnTo>
                    <a:pt x="2489383" y="1472721"/>
                  </a:lnTo>
                  <a:lnTo>
                    <a:pt x="2508497" y="1493788"/>
                  </a:lnTo>
                  <a:lnTo>
                    <a:pt x="2522191" y="1501575"/>
                  </a:lnTo>
                  <a:lnTo>
                    <a:pt x="2532814" y="1512283"/>
                  </a:lnTo>
                  <a:lnTo>
                    <a:pt x="2542431" y="1511865"/>
                  </a:lnTo>
                  <a:lnTo>
                    <a:pt x="2550814" y="1515033"/>
                  </a:lnTo>
                  <a:lnTo>
                    <a:pt x="2559573" y="1521027"/>
                  </a:lnTo>
                  <a:lnTo>
                    <a:pt x="2556967" y="1534800"/>
                  </a:lnTo>
                  <a:lnTo>
                    <a:pt x="2553163" y="1548423"/>
                  </a:lnTo>
                  <a:lnTo>
                    <a:pt x="2556617" y="1549662"/>
                  </a:lnTo>
                  <a:lnTo>
                    <a:pt x="2571048" y="1541143"/>
                  </a:lnTo>
                  <a:lnTo>
                    <a:pt x="2587671" y="1512283"/>
                  </a:lnTo>
                  <a:lnTo>
                    <a:pt x="2592278" y="1506727"/>
                  </a:lnTo>
                  <a:lnTo>
                    <a:pt x="2592480" y="1500411"/>
                  </a:lnTo>
                  <a:lnTo>
                    <a:pt x="2595196" y="1497113"/>
                  </a:lnTo>
                  <a:lnTo>
                    <a:pt x="2602081" y="1492803"/>
                  </a:lnTo>
                  <a:lnTo>
                    <a:pt x="2606873" y="1493405"/>
                  </a:lnTo>
                  <a:lnTo>
                    <a:pt x="2611971" y="1487151"/>
                  </a:lnTo>
                  <a:lnTo>
                    <a:pt x="2613982" y="1477716"/>
                  </a:lnTo>
                  <a:lnTo>
                    <a:pt x="2616332" y="1473193"/>
                  </a:lnTo>
                  <a:lnTo>
                    <a:pt x="2614409" y="1464510"/>
                  </a:lnTo>
                  <a:lnTo>
                    <a:pt x="2622960" y="1466317"/>
                  </a:lnTo>
                  <a:lnTo>
                    <a:pt x="2631250" y="1455390"/>
                  </a:lnTo>
                  <a:lnTo>
                    <a:pt x="2640250" y="1439591"/>
                  </a:lnTo>
                  <a:lnTo>
                    <a:pt x="2646796" y="1409951"/>
                  </a:lnTo>
                  <a:lnTo>
                    <a:pt x="2649217" y="1404648"/>
                  </a:lnTo>
                  <a:lnTo>
                    <a:pt x="2652731" y="1402246"/>
                  </a:lnTo>
                  <a:lnTo>
                    <a:pt x="2650561" y="1425229"/>
                  </a:lnTo>
                  <a:lnTo>
                    <a:pt x="2651015" y="1430970"/>
                  </a:lnTo>
                  <a:lnTo>
                    <a:pt x="2654485" y="1412065"/>
                  </a:lnTo>
                  <a:lnTo>
                    <a:pt x="2656791" y="1391053"/>
                  </a:lnTo>
                  <a:lnTo>
                    <a:pt x="2659512" y="1377272"/>
                  </a:lnTo>
                  <a:lnTo>
                    <a:pt x="2663097" y="1366174"/>
                  </a:lnTo>
                  <a:lnTo>
                    <a:pt x="2664703" y="1355268"/>
                  </a:lnTo>
                  <a:lnTo>
                    <a:pt x="2663064" y="1345182"/>
                  </a:lnTo>
                  <a:lnTo>
                    <a:pt x="2660135" y="1337923"/>
                  </a:lnTo>
                  <a:lnTo>
                    <a:pt x="2654381" y="1341050"/>
                  </a:lnTo>
                  <a:lnTo>
                    <a:pt x="2632933" y="1337348"/>
                  </a:lnTo>
                  <a:lnTo>
                    <a:pt x="2630392" y="1327208"/>
                  </a:lnTo>
                  <a:lnTo>
                    <a:pt x="2634589" y="1316083"/>
                  </a:lnTo>
                  <a:lnTo>
                    <a:pt x="2639015" y="1310479"/>
                  </a:lnTo>
                  <a:lnTo>
                    <a:pt x="2642824" y="1306941"/>
                  </a:lnTo>
                  <a:lnTo>
                    <a:pt x="2646949" y="1304971"/>
                  </a:lnTo>
                  <a:lnTo>
                    <a:pt x="2652425" y="1300441"/>
                  </a:lnTo>
                  <a:lnTo>
                    <a:pt x="2657108" y="1295289"/>
                  </a:lnTo>
                  <a:lnTo>
                    <a:pt x="2668107" y="1273168"/>
                  </a:lnTo>
                  <a:lnTo>
                    <a:pt x="2670025" y="1262241"/>
                  </a:lnTo>
                  <a:lnTo>
                    <a:pt x="2670118" y="1261701"/>
                  </a:lnTo>
                  <a:lnTo>
                    <a:pt x="2669173" y="1242125"/>
                  </a:lnTo>
                  <a:lnTo>
                    <a:pt x="2663326" y="1226162"/>
                  </a:lnTo>
                  <a:lnTo>
                    <a:pt x="2668315" y="1230596"/>
                  </a:lnTo>
                  <a:lnTo>
                    <a:pt x="2673140" y="1237247"/>
                  </a:lnTo>
                  <a:lnTo>
                    <a:pt x="2674288" y="1253422"/>
                  </a:lnTo>
                  <a:lnTo>
                    <a:pt x="2670397" y="1273421"/>
                  </a:lnTo>
                  <a:lnTo>
                    <a:pt x="2665714" y="1283746"/>
                  </a:lnTo>
                  <a:lnTo>
                    <a:pt x="2661403" y="1295994"/>
                  </a:lnTo>
                  <a:lnTo>
                    <a:pt x="2665867" y="1292409"/>
                  </a:lnTo>
                  <a:lnTo>
                    <a:pt x="2669954" y="1286921"/>
                  </a:lnTo>
                  <a:lnTo>
                    <a:pt x="2676605" y="1284779"/>
                  </a:lnTo>
                  <a:lnTo>
                    <a:pt x="2684692" y="1278190"/>
                  </a:lnTo>
                  <a:lnTo>
                    <a:pt x="2696736" y="1265936"/>
                  </a:lnTo>
                  <a:lnTo>
                    <a:pt x="2701315" y="1262296"/>
                  </a:lnTo>
                  <a:lnTo>
                    <a:pt x="2706626" y="1258088"/>
                  </a:lnTo>
                  <a:lnTo>
                    <a:pt x="2751473" y="1236515"/>
                  </a:lnTo>
                  <a:lnTo>
                    <a:pt x="2769216" y="1230822"/>
                  </a:lnTo>
                  <a:lnTo>
                    <a:pt x="2780297" y="1221195"/>
                  </a:lnTo>
                  <a:lnTo>
                    <a:pt x="2788975" y="1223898"/>
                  </a:lnTo>
                  <a:lnTo>
                    <a:pt x="2830133" y="1222509"/>
                  </a:lnTo>
                  <a:lnTo>
                    <a:pt x="2842259" y="1217411"/>
                  </a:lnTo>
                  <a:lnTo>
                    <a:pt x="2854094" y="1220285"/>
                  </a:lnTo>
                  <a:lnTo>
                    <a:pt x="2875515" y="1215454"/>
                  </a:lnTo>
                  <a:lnTo>
                    <a:pt x="2891624" y="1213361"/>
                  </a:lnTo>
                  <a:lnTo>
                    <a:pt x="2901422" y="1214141"/>
                  </a:lnTo>
                  <a:lnTo>
                    <a:pt x="2909602" y="1214784"/>
                  </a:lnTo>
                  <a:lnTo>
                    <a:pt x="2937181" y="1208051"/>
                  </a:lnTo>
                  <a:lnTo>
                    <a:pt x="2946028" y="1197576"/>
                  </a:lnTo>
                  <a:lnTo>
                    <a:pt x="2947957" y="1172410"/>
                  </a:lnTo>
                  <a:lnTo>
                    <a:pt x="2954995" y="1162680"/>
                  </a:lnTo>
                  <a:lnTo>
                    <a:pt x="2952033" y="1149708"/>
                  </a:lnTo>
                  <a:lnTo>
                    <a:pt x="2955498" y="1150980"/>
                  </a:lnTo>
                  <a:lnTo>
                    <a:pt x="2958694" y="1154340"/>
                  </a:lnTo>
                  <a:lnTo>
                    <a:pt x="2960918" y="1160279"/>
                  </a:lnTo>
                  <a:lnTo>
                    <a:pt x="2965356" y="1165691"/>
                  </a:lnTo>
                  <a:lnTo>
                    <a:pt x="2969530" y="1162147"/>
                  </a:lnTo>
                  <a:lnTo>
                    <a:pt x="2975738" y="1156892"/>
                  </a:lnTo>
                  <a:lnTo>
                    <a:pt x="2979049" y="1156659"/>
                  </a:lnTo>
                  <a:lnTo>
                    <a:pt x="2972831" y="1171315"/>
                  </a:lnTo>
                  <a:lnTo>
                    <a:pt x="2974607" y="1188790"/>
                  </a:lnTo>
                  <a:lnTo>
                    <a:pt x="2976831" y="1192574"/>
                  </a:lnTo>
                  <a:lnTo>
                    <a:pt x="2986765" y="1185752"/>
                  </a:lnTo>
                  <a:lnTo>
                    <a:pt x="2998579" y="1184288"/>
                  </a:lnTo>
                  <a:lnTo>
                    <a:pt x="3029142" y="1160984"/>
                  </a:lnTo>
                  <a:lnTo>
                    <a:pt x="3033022" y="1161647"/>
                  </a:lnTo>
                  <a:lnTo>
                    <a:pt x="3034262" y="1175941"/>
                  </a:lnTo>
                  <a:lnTo>
                    <a:pt x="3032841" y="1182920"/>
                  </a:lnTo>
                  <a:lnTo>
                    <a:pt x="3034065" y="1186293"/>
                  </a:lnTo>
                  <a:lnTo>
                    <a:pt x="3053737" y="1179533"/>
                  </a:lnTo>
                  <a:lnTo>
                    <a:pt x="3062316" y="1173306"/>
                  </a:lnTo>
                  <a:lnTo>
                    <a:pt x="3100944" y="1166238"/>
                  </a:lnTo>
                  <a:lnTo>
                    <a:pt x="3109086" y="1165308"/>
                  </a:lnTo>
                  <a:lnTo>
                    <a:pt x="3113354" y="1166266"/>
                  </a:lnTo>
                  <a:lnTo>
                    <a:pt x="3115010" y="1161599"/>
                  </a:lnTo>
                  <a:lnTo>
                    <a:pt x="3114141" y="1147949"/>
                  </a:lnTo>
                  <a:lnTo>
                    <a:pt x="3110081" y="1126451"/>
                  </a:lnTo>
                  <a:lnTo>
                    <a:pt x="3095414" y="1110050"/>
                  </a:lnTo>
                  <a:lnTo>
                    <a:pt x="3089715" y="1107416"/>
                  </a:lnTo>
                  <a:lnTo>
                    <a:pt x="3084830" y="1106869"/>
                  </a:lnTo>
                  <a:lnTo>
                    <a:pt x="3080628" y="1108244"/>
                  </a:lnTo>
                  <a:lnTo>
                    <a:pt x="3081136" y="1111070"/>
                  </a:lnTo>
                  <a:lnTo>
                    <a:pt x="3085644" y="1116106"/>
                  </a:lnTo>
                  <a:lnTo>
                    <a:pt x="3088294" y="1112226"/>
                  </a:lnTo>
                  <a:lnTo>
                    <a:pt x="3095267" y="1116804"/>
                  </a:lnTo>
                  <a:lnTo>
                    <a:pt x="3097529" y="1123872"/>
                  </a:lnTo>
                  <a:lnTo>
                    <a:pt x="3106922" y="1138918"/>
                  </a:lnTo>
                  <a:lnTo>
                    <a:pt x="3107447" y="1145383"/>
                  </a:lnTo>
                  <a:lnTo>
                    <a:pt x="3092496" y="1153272"/>
                  </a:lnTo>
                  <a:lnTo>
                    <a:pt x="3074540" y="1159006"/>
                  </a:lnTo>
                  <a:lnTo>
                    <a:pt x="3059857" y="1155038"/>
                  </a:lnTo>
                  <a:lnTo>
                    <a:pt x="3050005" y="1148586"/>
                  </a:lnTo>
                  <a:lnTo>
                    <a:pt x="3046174" y="1129626"/>
                  </a:lnTo>
                  <a:lnTo>
                    <a:pt x="3034175" y="1122838"/>
                  </a:lnTo>
                  <a:lnTo>
                    <a:pt x="3035399" y="1118001"/>
                  </a:lnTo>
                  <a:lnTo>
                    <a:pt x="3038480" y="1115360"/>
                  </a:lnTo>
                  <a:lnTo>
                    <a:pt x="3024983" y="1088956"/>
                  </a:lnTo>
                  <a:lnTo>
                    <a:pt x="3016065" y="1083899"/>
                  </a:lnTo>
                  <a:lnTo>
                    <a:pt x="2996060" y="1078987"/>
                  </a:lnTo>
                  <a:lnTo>
                    <a:pt x="2990525" y="1074628"/>
                  </a:lnTo>
                  <a:lnTo>
                    <a:pt x="3003475" y="1060492"/>
                  </a:lnTo>
                  <a:lnTo>
                    <a:pt x="3010142" y="1051433"/>
                  </a:lnTo>
                  <a:lnTo>
                    <a:pt x="3014590" y="1043592"/>
                  </a:lnTo>
                  <a:lnTo>
                    <a:pt x="3023464" y="1041101"/>
                  </a:lnTo>
                  <a:lnTo>
                    <a:pt x="3033584" y="1034615"/>
                  </a:lnTo>
                  <a:lnTo>
                    <a:pt x="3039011" y="1033691"/>
                  </a:lnTo>
                  <a:lnTo>
                    <a:pt x="3039994" y="1029983"/>
                  </a:lnTo>
                  <a:lnTo>
                    <a:pt x="3037776" y="1026890"/>
                  </a:lnTo>
                  <a:lnTo>
                    <a:pt x="3034322" y="1026582"/>
                  </a:lnTo>
                  <a:lnTo>
                    <a:pt x="3029617" y="1027896"/>
                  </a:lnTo>
                  <a:lnTo>
                    <a:pt x="3025273" y="1027239"/>
                  </a:lnTo>
                  <a:lnTo>
                    <a:pt x="3020164" y="1019959"/>
                  </a:lnTo>
                  <a:lnTo>
                    <a:pt x="3018044" y="1012563"/>
                  </a:lnTo>
                  <a:lnTo>
                    <a:pt x="3014825" y="1005372"/>
                  </a:lnTo>
                  <a:lnTo>
                    <a:pt x="3017393" y="998167"/>
                  </a:lnTo>
                  <a:lnTo>
                    <a:pt x="3020579" y="989224"/>
                  </a:lnTo>
                  <a:lnTo>
                    <a:pt x="3025563" y="971085"/>
                  </a:lnTo>
                  <a:lnTo>
                    <a:pt x="3030257" y="965577"/>
                  </a:lnTo>
                  <a:lnTo>
                    <a:pt x="3035721" y="962060"/>
                  </a:lnTo>
                  <a:lnTo>
                    <a:pt x="3049333" y="932016"/>
                  </a:lnTo>
                  <a:lnTo>
                    <a:pt x="3067354" y="913604"/>
                  </a:lnTo>
                  <a:lnTo>
                    <a:pt x="3084934" y="893159"/>
                  </a:lnTo>
                  <a:lnTo>
                    <a:pt x="3080983" y="888945"/>
                  </a:lnTo>
                  <a:lnTo>
                    <a:pt x="3077475" y="886741"/>
                  </a:lnTo>
                  <a:lnTo>
                    <a:pt x="3087595" y="873509"/>
                  </a:lnTo>
                  <a:lnTo>
                    <a:pt x="3100627" y="863943"/>
                  </a:lnTo>
                  <a:lnTo>
                    <a:pt x="3111496" y="861076"/>
                  </a:lnTo>
                  <a:lnTo>
                    <a:pt x="3110458" y="866263"/>
                  </a:lnTo>
                  <a:lnTo>
                    <a:pt x="3110480" y="870491"/>
                  </a:lnTo>
                  <a:lnTo>
                    <a:pt x="3115933" y="869212"/>
                  </a:lnTo>
                  <a:lnTo>
                    <a:pt x="3121873" y="866058"/>
                  </a:lnTo>
                  <a:lnTo>
                    <a:pt x="3125474" y="870211"/>
                  </a:lnTo>
                  <a:lnTo>
                    <a:pt x="3129053" y="872674"/>
                  </a:lnTo>
                  <a:lnTo>
                    <a:pt x="3130928" y="868062"/>
                  </a:lnTo>
                  <a:lnTo>
                    <a:pt x="3129627" y="859427"/>
                  </a:lnTo>
                  <a:lnTo>
                    <a:pt x="3130512" y="853290"/>
                  </a:lnTo>
                  <a:lnTo>
                    <a:pt x="3133091" y="854918"/>
                  </a:lnTo>
                  <a:lnTo>
                    <a:pt x="3134239" y="860290"/>
                  </a:lnTo>
                  <a:lnTo>
                    <a:pt x="3137840" y="861507"/>
                  </a:lnTo>
                  <a:lnTo>
                    <a:pt x="3141277" y="847070"/>
                  </a:lnTo>
                  <a:lnTo>
                    <a:pt x="3146452" y="841624"/>
                  </a:lnTo>
                  <a:lnTo>
                    <a:pt x="3148255" y="847939"/>
                  </a:lnTo>
                  <a:lnTo>
                    <a:pt x="3149692" y="857498"/>
                  </a:lnTo>
                  <a:lnTo>
                    <a:pt x="3153490" y="856663"/>
                  </a:lnTo>
                  <a:lnTo>
                    <a:pt x="3157217" y="843184"/>
                  </a:lnTo>
                  <a:lnTo>
                    <a:pt x="3158911" y="846010"/>
                  </a:lnTo>
                  <a:lnTo>
                    <a:pt x="3161239" y="855151"/>
                  </a:lnTo>
                  <a:lnTo>
                    <a:pt x="3165703" y="854070"/>
                  </a:lnTo>
                  <a:lnTo>
                    <a:pt x="3170840" y="846893"/>
                  </a:lnTo>
                  <a:lnTo>
                    <a:pt x="3180960" y="840639"/>
                  </a:lnTo>
                  <a:lnTo>
                    <a:pt x="3194217" y="842664"/>
                  </a:lnTo>
                  <a:lnTo>
                    <a:pt x="3204156" y="835466"/>
                  </a:lnTo>
                  <a:lnTo>
                    <a:pt x="3211867" y="827098"/>
                  </a:lnTo>
                  <a:lnTo>
                    <a:pt x="3212402" y="816616"/>
                  </a:lnTo>
                  <a:lnTo>
                    <a:pt x="3224424" y="791991"/>
                  </a:lnTo>
                  <a:lnTo>
                    <a:pt x="3223828" y="779976"/>
                  </a:lnTo>
                  <a:lnTo>
                    <a:pt x="3236599" y="772798"/>
                  </a:lnTo>
                  <a:lnTo>
                    <a:pt x="3241877" y="763780"/>
                  </a:lnTo>
                  <a:lnTo>
                    <a:pt x="3246074" y="760790"/>
                  </a:lnTo>
                  <a:lnTo>
                    <a:pt x="3245757" y="769336"/>
                  </a:lnTo>
                  <a:lnTo>
                    <a:pt x="3242467" y="777082"/>
                  </a:lnTo>
                  <a:lnTo>
                    <a:pt x="3244473" y="778265"/>
                  </a:lnTo>
                  <a:lnTo>
                    <a:pt x="3249074" y="777082"/>
                  </a:lnTo>
                  <a:lnTo>
                    <a:pt x="3251959" y="778751"/>
                  </a:lnTo>
                  <a:lnTo>
                    <a:pt x="3242582" y="787276"/>
                  </a:lnTo>
                  <a:lnTo>
                    <a:pt x="3240566" y="793215"/>
                  </a:lnTo>
                  <a:lnTo>
                    <a:pt x="3250484" y="792805"/>
                  </a:lnTo>
                  <a:lnTo>
                    <a:pt x="3262937" y="797252"/>
                  </a:lnTo>
                  <a:lnTo>
                    <a:pt x="3267374" y="802815"/>
                  </a:lnTo>
                  <a:lnTo>
                    <a:pt x="3271833" y="804526"/>
                  </a:lnTo>
                  <a:lnTo>
                    <a:pt x="3273855" y="798183"/>
                  </a:lnTo>
                  <a:lnTo>
                    <a:pt x="3273074" y="787489"/>
                  </a:lnTo>
                  <a:lnTo>
                    <a:pt x="3277773" y="778320"/>
                  </a:lnTo>
                  <a:lnTo>
                    <a:pt x="3281002" y="769637"/>
                  </a:lnTo>
                  <a:lnTo>
                    <a:pt x="3284778" y="775036"/>
                  </a:lnTo>
                  <a:lnTo>
                    <a:pt x="3289603" y="778395"/>
                  </a:lnTo>
                  <a:lnTo>
                    <a:pt x="3295980" y="774365"/>
                  </a:lnTo>
                  <a:lnTo>
                    <a:pt x="3300379" y="769671"/>
                  </a:lnTo>
                  <a:lnTo>
                    <a:pt x="3303926" y="768631"/>
                  </a:lnTo>
                  <a:lnTo>
                    <a:pt x="3309243" y="768570"/>
                  </a:lnTo>
                  <a:lnTo>
                    <a:pt x="3314412" y="770424"/>
                  </a:lnTo>
                  <a:lnTo>
                    <a:pt x="3318303" y="772018"/>
                  </a:lnTo>
                  <a:lnTo>
                    <a:pt x="3320942" y="779278"/>
                  </a:lnTo>
                  <a:lnTo>
                    <a:pt x="3325089" y="786914"/>
                  </a:lnTo>
                  <a:lnTo>
                    <a:pt x="3329865" y="784594"/>
                  </a:lnTo>
                  <a:lnTo>
                    <a:pt x="3333122" y="781892"/>
                  </a:lnTo>
                  <a:lnTo>
                    <a:pt x="3335603" y="775706"/>
                  </a:lnTo>
                  <a:lnTo>
                    <a:pt x="3341832" y="777205"/>
                  </a:lnTo>
                  <a:lnTo>
                    <a:pt x="3349439" y="760017"/>
                  </a:lnTo>
                  <a:lnTo>
                    <a:pt x="3354876" y="758697"/>
                  </a:lnTo>
                  <a:lnTo>
                    <a:pt x="3362002" y="761386"/>
                  </a:lnTo>
                  <a:lnTo>
                    <a:pt x="3370264" y="761960"/>
                  </a:lnTo>
                  <a:lnTo>
                    <a:pt x="3376297" y="759942"/>
                  </a:lnTo>
                  <a:lnTo>
                    <a:pt x="3381116" y="750418"/>
                  </a:lnTo>
                  <a:lnTo>
                    <a:pt x="3392105" y="748769"/>
                  </a:lnTo>
                  <a:lnTo>
                    <a:pt x="3402597" y="743117"/>
                  </a:lnTo>
                  <a:lnTo>
                    <a:pt x="3421935" y="746100"/>
                  </a:lnTo>
                  <a:lnTo>
                    <a:pt x="3444793" y="724787"/>
                  </a:lnTo>
                  <a:lnTo>
                    <a:pt x="3444296" y="721715"/>
                  </a:lnTo>
                  <a:lnTo>
                    <a:pt x="3441771" y="719169"/>
                  </a:lnTo>
                  <a:lnTo>
                    <a:pt x="3431394" y="716747"/>
                  </a:lnTo>
                  <a:lnTo>
                    <a:pt x="3430591" y="708434"/>
                  </a:lnTo>
                  <a:lnTo>
                    <a:pt x="3434334" y="702160"/>
                  </a:lnTo>
                  <a:lnTo>
                    <a:pt x="3431897" y="688345"/>
                  </a:lnTo>
                  <a:lnTo>
                    <a:pt x="3428750" y="681161"/>
                  </a:lnTo>
                  <a:lnTo>
                    <a:pt x="3429367" y="676898"/>
                  </a:lnTo>
                  <a:lnTo>
                    <a:pt x="3433930" y="680470"/>
                  </a:lnTo>
                  <a:lnTo>
                    <a:pt x="3445962" y="678616"/>
                  </a:lnTo>
                  <a:lnTo>
                    <a:pt x="3452438" y="680237"/>
                  </a:lnTo>
                  <a:lnTo>
                    <a:pt x="3453613" y="686956"/>
                  </a:lnTo>
                  <a:lnTo>
                    <a:pt x="3457613" y="691212"/>
                  </a:lnTo>
                  <a:lnTo>
                    <a:pt x="3476110" y="688954"/>
                  </a:lnTo>
                  <a:lnTo>
                    <a:pt x="3498071" y="680552"/>
                  </a:lnTo>
                  <a:lnTo>
                    <a:pt x="3506027" y="687202"/>
                  </a:lnTo>
                  <a:lnTo>
                    <a:pt x="3515863" y="681975"/>
                  </a:lnTo>
                  <a:lnTo>
                    <a:pt x="3527098" y="674154"/>
                  </a:lnTo>
                  <a:lnTo>
                    <a:pt x="3539164" y="668749"/>
                  </a:lnTo>
                  <a:lnTo>
                    <a:pt x="3543240" y="664637"/>
                  </a:lnTo>
                  <a:lnTo>
                    <a:pt x="3534803" y="653669"/>
                  </a:lnTo>
                  <a:lnTo>
                    <a:pt x="3545207" y="648004"/>
                  </a:lnTo>
                  <a:lnTo>
                    <a:pt x="3547989" y="644473"/>
                  </a:lnTo>
                  <a:lnTo>
                    <a:pt x="3552278" y="642126"/>
                  </a:lnTo>
                  <a:lnTo>
                    <a:pt x="3547792" y="650268"/>
                  </a:lnTo>
                  <a:lnTo>
                    <a:pt x="3542967" y="656276"/>
                  </a:lnTo>
                  <a:lnTo>
                    <a:pt x="3560218" y="669467"/>
                  </a:lnTo>
                  <a:lnTo>
                    <a:pt x="3568180" y="669406"/>
                  </a:lnTo>
                  <a:lnTo>
                    <a:pt x="3606168" y="653375"/>
                  </a:lnTo>
                  <a:lnTo>
                    <a:pt x="3635567" y="634346"/>
                  </a:lnTo>
                  <a:lnTo>
                    <a:pt x="3660752" y="624377"/>
                  </a:lnTo>
                  <a:lnTo>
                    <a:pt x="3678588" y="612924"/>
                  </a:lnTo>
                  <a:lnTo>
                    <a:pt x="3691949" y="611179"/>
                  </a:lnTo>
                  <a:lnTo>
                    <a:pt x="3712637" y="586622"/>
                  </a:lnTo>
                  <a:lnTo>
                    <a:pt x="3707222" y="572657"/>
                  </a:lnTo>
                  <a:lnTo>
                    <a:pt x="3708266" y="567991"/>
                  </a:lnTo>
                  <a:lnTo>
                    <a:pt x="3719052" y="579205"/>
                  </a:lnTo>
                  <a:lnTo>
                    <a:pt x="3725107" y="587648"/>
                  </a:lnTo>
                  <a:lnTo>
                    <a:pt x="3733856" y="584768"/>
                  </a:lnTo>
                  <a:lnTo>
                    <a:pt x="3743861" y="583536"/>
                  </a:lnTo>
                  <a:lnTo>
                    <a:pt x="3739779" y="590892"/>
                  </a:lnTo>
                  <a:lnTo>
                    <a:pt x="3734637" y="594723"/>
                  </a:lnTo>
                  <a:lnTo>
                    <a:pt x="3716397" y="612992"/>
                  </a:lnTo>
                  <a:lnTo>
                    <a:pt x="3686479" y="634004"/>
                  </a:lnTo>
                  <a:lnTo>
                    <a:pt x="3676911" y="648120"/>
                  </a:lnTo>
                  <a:lnTo>
                    <a:pt x="3681359" y="650953"/>
                  </a:lnTo>
                  <a:lnTo>
                    <a:pt x="3685971" y="651561"/>
                  </a:lnTo>
                  <a:lnTo>
                    <a:pt x="3695512" y="655188"/>
                  </a:lnTo>
                  <a:lnTo>
                    <a:pt x="3702850" y="646977"/>
                  </a:lnTo>
                  <a:lnTo>
                    <a:pt x="3711905" y="643180"/>
                  </a:lnTo>
                  <a:lnTo>
                    <a:pt x="3741424" y="646053"/>
                  </a:lnTo>
                  <a:lnTo>
                    <a:pt x="3769320" y="643063"/>
                  </a:lnTo>
                  <a:lnTo>
                    <a:pt x="3789543" y="647648"/>
                  </a:lnTo>
                  <a:lnTo>
                    <a:pt x="3822221" y="645410"/>
                  </a:lnTo>
                  <a:lnTo>
                    <a:pt x="3849800" y="649522"/>
                  </a:lnTo>
                  <a:lnTo>
                    <a:pt x="3839477" y="655646"/>
                  </a:lnTo>
                  <a:lnTo>
                    <a:pt x="3807237" y="657076"/>
                  </a:lnTo>
                  <a:lnTo>
                    <a:pt x="3768647" y="670220"/>
                  </a:lnTo>
                  <a:lnTo>
                    <a:pt x="3758626" y="680039"/>
                  </a:lnTo>
                  <a:lnTo>
                    <a:pt x="3763910" y="697411"/>
                  </a:lnTo>
                  <a:lnTo>
                    <a:pt x="3752773" y="684623"/>
                  </a:lnTo>
                  <a:lnTo>
                    <a:pt x="3739429" y="681270"/>
                  </a:lnTo>
                  <a:lnTo>
                    <a:pt x="3738145" y="674401"/>
                  </a:lnTo>
                  <a:lnTo>
                    <a:pt x="3738916" y="667257"/>
                  </a:lnTo>
                  <a:lnTo>
                    <a:pt x="3740976" y="663056"/>
                  </a:lnTo>
                  <a:lnTo>
                    <a:pt x="3742058" y="657295"/>
                  </a:lnTo>
                  <a:lnTo>
                    <a:pt x="3728921" y="653354"/>
                  </a:lnTo>
                  <a:lnTo>
                    <a:pt x="3733539" y="657802"/>
                  </a:lnTo>
                  <a:lnTo>
                    <a:pt x="3728845" y="664760"/>
                  </a:lnTo>
                  <a:lnTo>
                    <a:pt x="3694998" y="675386"/>
                  </a:lnTo>
                  <a:lnTo>
                    <a:pt x="3678026" y="683713"/>
                  </a:lnTo>
                  <a:lnTo>
                    <a:pt x="3593666" y="734229"/>
                  </a:lnTo>
                  <a:lnTo>
                    <a:pt x="3589715" y="737315"/>
                  </a:lnTo>
                  <a:lnTo>
                    <a:pt x="3585666" y="743083"/>
                  </a:lnTo>
                  <a:lnTo>
                    <a:pt x="3601453" y="738683"/>
                  </a:lnTo>
                  <a:lnTo>
                    <a:pt x="3610955" y="734215"/>
                  </a:lnTo>
                  <a:lnTo>
                    <a:pt x="3608966" y="738102"/>
                  </a:lnTo>
                  <a:lnTo>
                    <a:pt x="3598250" y="745423"/>
                  </a:lnTo>
                  <a:lnTo>
                    <a:pt x="3590857" y="749555"/>
                  </a:lnTo>
                  <a:lnTo>
                    <a:pt x="3580130" y="750219"/>
                  </a:lnTo>
                  <a:lnTo>
                    <a:pt x="3564535" y="754578"/>
                  </a:lnTo>
                  <a:lnTo>
                    <a:pt x="3552825" y="762056"/>
                  </a:lnTo>
                  <a:lnTo>
                    <a:pt x="3545109" y="770014"/>
                  </a:lnTo>
                  <a:lnTo>
                    <a:pt x="3541229" y="774947"/>
                  </a:lnTo>
                  <a:lnTo>
                    <a:pt x="3538869" y="779682"/>
                  </a:lnTo>
                  <a:lnTo>
                    <a:pt x="3561748" y="760120"/>
                  </a:lnTo>
                  <a:lnTo>
                    <a:pt x="3570021" y="761064"/>
                  </a:lnTo>
                  <a:lnTo>
                    <a:pt x="3544109" y="789274"/>
                  </a:lnTo>
                  <a:lnTo>
                    <a:pt x="3533645" y="820612"/>
                  </a:lnTo>
                  <a:lnTo>
                    <a:pt x="3533705" y="829602"/>
                  </a:lnTo>
                  <a:lnTo>
                    <a:pt x="3541180" y="866858"/>
                  </a:lnTo>
                  <a:lnTo>
                    <a:pt x="3551038" y="876896"/>
                  </a:lnTo>
                  <a:lnTo>
                    <a:pt x="3555010" y="871860"/>
                  </a:lnTo>
                  <a:lnTo>
                    <a:pt x="3557666" y="866714"/>
                  </a:lnTo>
                  <a:lnTo>
                    <a:pt x="3567906" y="869465"/>
                  </a:lnTo>
                  <a:lnTo>
                    <a:pt x="3573682" y="877990"/>
                  </a:lnTo>
                  <a:lnTo>
                    <a:pt x="3584557" y="902321"/>
                  </a:lnTo>
                  <a:lnTo>
                    <a:pt x="3593087" y="906064"/>
                  </a:lnTo>
                  <a:lnTo>
                    <a:pt x="3603994" y="903368"/>
                  </a:lnTo>
                  <a:lnTo>
                    <a:pt x="3613256" y="908301"/>
                  </a:lnTo>
                  <a:lnTo>
                    <a:pt x="3616753" y="907439"/>
                  </a:lnTo>
                  <a:lnTo>
                    <a:pt x="3619206" y="902225"/>
                  </a:lnTo>
                  <a:lnTo>
                    <a:pt x="3623955" y="901685"/>
                  </a:lnTo>
                  <a:lnTo>
                    <a:pt x="3628633" y="903881"/>
                  </a:lnTo>
                  <a:lnTo>
                    <a:pt x="3630277" y="887275"/>
                  </a:lnTo>
                  <a:lnTo>
                    <a:pt x="3640873" y="879058"/>
                  </a:lnTo>
                  <a:lnTo>
                    <a:pt x="3647906" y="878408"/>
                  </a:lnTo>
                  <a:lnTo>
                    <a:pt x="3657446" y="878996"/>
                  </a:lnTo>
                  <a:lnTo>
                    <a:pt x="3682566" y="859284"/>
                  </a:lnTo>
                  <a:lnTo>
                    <a:pt x="3686676" y="850669"/>
                  </a:lnTo>
                  <a:lnTo>
                    <a:pt x="3701676" y="837779"/>
                  </a:lnTo>
                  <a:lnTo>
                    <a:pt x="3714337" y="820865"/>
                  </a:lnTo>
                  <a:lnTo>
                    <a:pt x="3726610" y="814823"/>
                  </a:lnTo>
                  <a:lnTo>
                    <a:pt x="3736746" y="798231"/>
                  </a:lnTo>
                  <a:lnTo>
                    <a:pt x="3741631" y="799852"/>
                  </a:lnTo>
                  <a:lnTo>
                    <a:pt x="3748221" y="793954"/>
                  </a:lnTo>
                  <a:lnTo>
                    <a:pt x="3744129" y="782651"/>
                  </a:lnTo>
                  <a:lnTo>
                    <a:pt x="3741189" y="778429"/>
                  </a:lnTo>
                  <a:lnTo>
                    <a:pt x="3747058" y="763650"/>
                  </a:lnTo>
                  <a:lnTo>
                    <a:pt x="3760385" y="758560"/>
                  </a:lnTo>
                  <a:lnTo>
                    <a:pt x="3767784" y="772463"/>
                  </a:lnTo>
                  <a:lnTo>
                    <a:pt x="3774079" y="764341"/>
                  </a:lnTo>
                  <a:lnTo>
                    <a:pt x="3774046" y="758389"/>
                  </a:lnTo>
                  <a:lnTo>
                    <a:pt x="3779106" y="750397"/>
                  </a:lnTo>
                  <a:lnTo>
                    <a:pt x="3787614" y="756151"/>
                  </a:lnTo>
                  <a:lnTo>
                    <a:pt x="3791237" y="764211"/>
                  </a:lnTo>
                  <a:lnTo>
                    <a:pt x="3799144" y="769213"/>
                  </a:lnTo>
                  <a:lnTo>
                    <a:pt x="3805806" y="772607"/>
                  </a:lnTo>
                  <a:lnTo>
                    <a:pt x="3822745" y="773510"/>
                  </a:lnTo>
                  <a:lnTo>
                    <a:pt x="3827456" y="768679"/>
                  </a:lnTo>
                  <a:lnTo>
                    <a:pt x="3830013" y="764574"/>
                  </a:lnTo>
                  <a:lnTo>
                    <a:pt x="3828510" y="755207"/>
                  </a:lnTo>
                  <a:lnTo>
                    <a:pt x="3823390" y="745033"/>
                  </a:lnTo>
                  <a:lnTo>
                    <a:pt x="3830068" y="748974"/>
                  </a:lnTo>
                  <a:lnTo>
                    <a:pt x="3839860" y="751095"/>
                  </a:lnTo>
                  <a:lnTo>
                    <a:pt x="3848368" y="749419"/>
                  </a:lnTo>
                  <a:lnTo>
                    <a:pt x="3856707" y="750725"/>
                  </a:lnTo>
                  <a:lnTo>
                    <a:pt x="3873559" y="741092"/>
                  </a:lnTo>
                  <a:lnTo>
                    <a:pt x="3881001" y="741482"/>
                  </a:lnTo>
                  <a:lnTo>
                    <a:pt x="3887422" y="740606"/>
                  </a:lnTo>
                  <a:lnTo>
                    <a:pt x="3916941" y="730753"/>
                  </a:lnTo>
                  <a:lnTo>
                    <a:pt x="3945372" y="722549"/>
                  </a:lnTo>
                  <a:lnTo>
                    <a:pt x="3973241" y="709542"/>
                  </a:lnTo>
                  <a:lnTo>
                    <a:pt x="3999896" y="701414"/>
                  </a:lnTo>
                  <a:lnTo>
                    <a:pt x="4025962" y="688810"/>
                  </a:lnTo>
                  <a:lnTo>
                    <a:pt x="4034317" y="687401"/>
                  </a:lnTo>
                  <a:lnTo>
                    <a:pt x="4042355" y="682351"/>
                  </a:lnTo>
                  <a:lnTo>
                    <a:pt x="4051158" y="679088"/>
                  </a:lnTo>
                  <a:lnTo>
                    <a:pt x="4059087" y="678636"/>
                  </a:lnTo>
                  <a:lnTo>
                    <a:pt x="4071469" y="674709"/>
                  </a:lnTo>
                  <a:lnTo>
                    <a:pt x="4083048" y="667641"/>
                  </a:lnTo>
                  <a:lnTo>
                    <a:pt x="4096305" y="664753"/>
                  </a:lnTo>
                  <a:lnTo>
                    <a:pt x="4103496" y="667928"/>
                  </a:lnTo>
                  <a:lnTo>
                    <a:pt x="4107234" y="665212"/>
                  </a:lnTo>
                  <a:lnTo>
                    <a:pt x="4111278" y="659758"/>
                  </a:lnTo>
                  <a:lnTo>
                    <a:pt x="4106884" y="654374"/>
                  </a:lnTo>
                  <a:lnTo>
                    <a:pt x="4102862" y="651787"/>
                  </a:lnTo>
                  <a:lnTo>
                    <a:pt x="4063218" y="649256"/>
                  </a:lnTo>
                  <a:lnTo>
                    <a:pt x="4072715" y="643105"/>
                  </a:lnTo>
                  <a:lnTo>
                    <a:pt x="4083251" y="638835"/>
                  </a:lnTo>
                  <a:lnTo>
                    <a:pt x="4083803" y="633936"/>
                  </a:lnTo>
                  <a:lnTo>
                    <a:pt x="4075584" y="620252"/>
                  </a:lnTo>
                  <a:lnTo>
                    <a:pt x="4066950" y="609797"/>
                  </a:lnTo>
                  <a:lnTo>
                    <a:pt x="4059715" y="604371"/>
                  </a:lnTo>
                  <a:lnTo>
                    <a:pt x="4041295" y="610652"/>
                  </a:lnTo>
                  <a:lnTo>
                    <a:pt x="4027907" y="608770"/>
                  </a:lnTo>
                  <a:lnTo>
                    <a:pt x="4016634" y="600560"/>
                  </a:lnTo>
                  <a:lnTo>
                    <a:pt x="4012787" y="588661"/>
                  </a:lnTo>
                  <a:lnTo>
                    <a:pt x="4011448" y="581367"/>
                  </a:lnTo>
                  <a:lnTo>
                    <a:pt x="4007874" y="578986"/>
                  </a:lnTo>
                  <a:lnTo>
                    <a:pt x="3978530" y="598227"/>
                  </a:lnTo>
                  <a:lnTo>
                    <a:pt x="3955684" y="607505"/>
                  </a:lnTo>
                  <a:lnTo>
                    <a:pt x="3952842" y="610885"/>
                  </a:lnTo>
                  <a:lnTo>
                    <a:pt x="3948837" y="613505"/>
                  </a:lnTo>
                  <a:lnTo>
                    <a:pt x="3937356" y="608059"/>
                  </a:lnTo>
                  <a:lnTo>
                    <a:pt x="3918952" y="609804"/>
                  </a:lnTo>
                  <a:lnTo>
                    <a:pt x="3922504" y="604515"/>
                  </a:lnTo>
                  <a:lnTo>
                    <a:pt x="3924482" y="596865"/>
                  </a:lnTo>
                  <a:lnTo>
                    <a:pt x="3900968" y="591850"/>
                  </a:lnTo>
                  <a:lnTo>
                    <a:pt x="3878909" y="591001"/>
                  </a:lnTo>
                  <a:lnTo>
                    <a:pt x="3866712" y="594429"/>
                  </a:lnTo>
                  <a:lnTo>
                    <a:pt x="3858220" y="595271"/>
                  </a:lnTo>
                  <a:lnTo>
                    <a:pt x="3855630" y="591357"/>
                  </a:lnTo>
                  <a:lnTo>
                    <a:pt x="3850920" y="586957"/>
                  </a:lnTo>
                  <a:lnTo>
                    <a:pt x="3833997" y="578069"/>
                  </a:lnTo>
                  <a:lnTo>
                    <a:pt x="3827456" y="577618"/>
                  </a:lnTo>
                  <a:lnTo>
                    <a:pt x="3812325" y="580409"/>
                  </a:lnTo>
                  <a:lnTo>
                    <a:pt x="3793095" y="566226"/>
                  </a:lnTo>
                  <a:lnTo>
                    <a:pt x="3775609" y="558733"/>
                  </a:lnTo>
                  <a:lnTo>
                    <a:pt x="3772762" y="557522"/>
                  </a:lnTo>
                  <a:lnTo>
                    <a:pt x="3797882" y="545494"/>
                  </a:lnTo>
                  <a:lnTo>
                    <a:pt x="3793325" y="540027"/>
                  </a:lnTo>
                  <a:lnTo>
                    <a:pt x="3788483" y="537276"/>
                  </a:lnTo>
                  <a:lnTo>
                    <a:pt x="3762844" y="533486"/>
                  </a:lnTo>
                  <a:lnTo>
                    <a:pt x="3755369" y="529654"/>
                  </a:lnTo>
                  <a:lnTo>
                    <a:pt x="3718473" y="526835"/>
                  </a:lnTo>
                  <a:lnTo>
                    <a:pt x="3716757" y="516873"/>
                  </a:lnTo>
                  <a:lnTo>
                    <a:pt x="3706572" y="510633"/>
                  </a:lnTo>
                  <a:lnTo>
                    <a:pt x="3707298" y="500876"/>
                  </a:lnTo>
                  <a:lnTo>
                    <a:pt x="3701910" y="488724"/>
                  </a:lnTo>
                  <a:lnTo>
                    <a:pt x="3697840" y="466425"/>
                  </a:lnTo>
                  <a:lnTo>
                    <a:pt x="3687676" y="462607"/>
                  </a:lnTo>
                  <a:lnTo>
                    <a:pt x="3680310" y="445208"/>
                  </a:lnTo>
                  <a:lnTo>
                    <a:pt x="3677709" y="436087"/>
                  </a:lnTo>
                  <a:lnTo>
                    <a:pt x="3682173" y="426296"/>
                  </a:lnTo>
                  <a:lnTo>
                    <a:pt x="3686031" y="411866"/>
                  </a:lnTo>
                  <a:lnTo>
                    <a:pt x="3673605" y="408308"/>
                  </a:lnTo>
                  <a:lnTo>
                    <a:pt x="3662419" y="407938"/>
                  </a:lnTo>
                  <a:lnTo>
                    <a:pt x="3645665" y="413439"/>
                  </a:lnTo>
                  <a:lnTo>
                    <a:pt x="3638042" y="410682"/>
                  </a:lnTo>
                  <a:lnTo>
                    <a:pt x="3631474" y="406200"/>
                  </a:lnTo>
                  <a:lnTo>
                    <a:pt x="3657523" y="387624"/>
                  </a:lnTo>
                  <a:lnTo>
                    <a:pt x="3676987" y="368726"/>
                  </a:lnTo>
                  <a:lnTo>
                    <a:pt x="3683709" y="340529"/>
                  </a:lnTo>
                  <a:lnTo>
                    <a:pt x="3693315" y="326010"/>
                  </a:lnTo>
                  <a:lnTo>
                    <a:pt x="3700375" y="318812"/>
                  </a:lnTo>
                  <a:lnTo>
                    <a:pt x="3681266" y="308672"/>
                  </a:lnTo>
                  <a:lnTo>
                    <a:pt x="3661971" y="309260"/>
                  </a:lnTo>
                  <a:lnTo>
                    <a:pt x="3666976" y="301720"/>
                  </a:lnTo>
                  <a:lnTo>
                    <a:pt x="3641627" y="306701"/>
                  </a:lnTo>
                  <a:lnTo>
                    <a:pt x="3628671" y="312777"/>
                  </a:lnTo>
                  <a:lnTo>
                    <a:pt x="3613054" y="324114"/>
                  </a:lnTo>
                  <a:lnTo>
                    <a:pt x="3599207" y="326495"/>
                  </a:lnTo>
                  <a:lnTo>
                    <a:pt x="3592578" y="322835"/>
                  </a:lnTo>
                  <a:lnTo>
                    <a:pt x="3582589" y="299907"/>
                  </a:lnTo>
                  <a:lnTo>
                    <a:pt x="3572103" y="292722"/>
                  </a:lnTo>
                  <a:lnTo>
                    <a:pt x="3531727" y="281857"/>
                  </a:lnTo>
                  <a:lnTo>
                    <a:pt x="3515005" y="271758"/>
                  </a:lnTo>
                  <a:lnTo>
                    <a:pt x="3507262" y="270875"/>
                  </a:lnTo>
                  <a:lnTo>
                    <a:pt x="3484574" y="278703"/>
                  </a:lnTo>
                  <a:lnTo>
                    <a:pt x="3476421" y="277109"/>
                  </a:lnTo>
                  <a:lnTo>
                    <a:pt x="3505006" y="263493"/>
                  </a:lnTo>
                  <a:lnTo>
                    <a:pt x="3518962" y="266537"/>
                  </a:lnTo>
                  <a:lnTo>
                    <a:pt x="3527426" y="263814"/>
                  </a:lnTo>
                  <a:lnTo>
                    <a:pt x="3545950" y="265867"/>
                  </a:lnTo>
                  <a:lnTo>
                    <a:pt x="3553847" y="259702"/>
                  </a:lnTo>
                  <a:lnTo>
                    <a:pt x="3563453" y="253790"/>
                  </a:lnTo>
                  <a:lnTo>
                    <a:pt x="3582704" y="264608"/>
                  </a:lnTo>
                  <a:lnTo>
                    <a:pt x="3613906" y="275843"/>
                  </a:lnTo>
                  <a:lnTo>
                    <a:pt x="3626873" y="278696"/>
                  </a:lnTo>
                  <a:lnTo>
                    <a:pt x="3638130" y="277280"/>
                  </a:lnTo>
                  <a:lnTo>
                    <a:pt x="3663124" y="265367"/>
                  </a:lnTo>
                  <a:lnTo>
                    <a:pt x="3671649" y="257855"/>
                  </a:lnTo>
                  <a:lnTo>
                    <a:pt x="3687075" y="252723"/>
                  </a:lnTo>
                  <a:lnTo>
                    <a:pt x="3693517" y="248296"/>
                  </a:lnTo>
                  <a:lnTo>
                    <a:pt x="3700091" y="236733"/>
                  </a:lnTo>
                  <a:lnTo>
                    <a:pt x="3708216" y="229740"/>
                  </a:lnTo>
                  <a:lnTo>
                    <a:pt x="3740036" y="220955"/>
                  </a:lnTo>
                  <a:lnTo>
                    <a:pt x="3750675" y="203131"/>
                  </a:lnTo>
                  <a:lnTo>
                    <a:pt x="3751533" y="183411"/>
                  </a:lnTo>
                  <a:lnTo>
                    <a:pt x="3732681" y="167647"/>
                  </a:lnTo>
                  <a:lnTo>
                    <a:pt x="3721582" y="162392"/>
                  </a:lnTo>
                  <a:lnTo>
                    <a:pt x="3737582" y="162693"/>
                  </a:lnTo>
                  <a:lnTo>
                    <a:pt x="3755708" y="167284"/>
                  </a:lnTo>
                  <a:lnTo>
                    <a:pt x="3754877" y="157835"/>
                  </a:lnTo>
                  <a:lnTo>
                    <a:pt x="3749773" y="151075"/>
                  </a:lnTo>
                  <a:lnTo>
                    <a:pt x="3715539" y="125444"/>
                  </a:lnTo>
                  <a:lnTo>
                    <a:pt x="3685479" y="113258"/>
                  </a:lnTo>
                  <a:lnTo>
                    <a:pt x="3622829" y="103406"/>
                  </a:lnTo>
                  <a:lnTo>
                    <a:pt x="3608589" y="102831"/>
                  </a:lnTo>
                  <a:lnTo>
                    <a:pt x="3568365" y="108503"/>
                  </a:lnTo>
                  <a:lnTo>
                    <a:pt x="3535311" y="110262"/>
                  </a:lnTo>
                  <a:lnTo>
                    <a:pt x="3488317" y="122420"/>
                  </a:lnTo>
                  <a:lnTo>
                    <a:pt x="3430192" y="145150"/>
                  </a:lnTo>
                  <a:lnTo>
                    <a:pt x="3380570" y="160312"/>
                  </a:lnTo>
                  <a:lnTo>
                    <a:pt x="3343849" y="177835"/>
                  </a:lnTo>
                  <a:lnTo>
                    <a:pt x="3304773" y="192477"/>
                  </a:lnTo>
                  <a:lnTo>
                    <a:pt x="3283139" y="204349"/>
                  </a:lnTo>
                  <a:lnTo>
                    <a:pt x="3269653" y="216172"/>
                  </a:lnTo>
                  <a:lnTo>
                    <a:pt x="3247937" y="227509"/>
                  </a:lnTo>
                  <a:lnTo>
                    <a:pt x="3240145" y="228967"/>
                  </a:lnTo>
                  <a:lnTo>
                    <a:pt x="3220965" y="241721"/>
                  </a:lnTo>
                  <a:lnTo>
                    <a:pt x="3185233" y="273667"/>
                  </a:lnTo>
                  <a:lnTo>
                    <a:pt x="3166801" y="284840"/>
                  </a:lnTo>
                  <a:lnTo>
                    <a:pt x="3154490" y="304963"/>
                  </a:lnTo>
                  <a:lnTo>
                    <a:pt x="3129736" y="333023"/>
                  </a:lnTo>
                  <a:lnTo>
                    <a:pt x="3105687" y="354323"/>
                  </a:lnTo>
                  <a:lnTo>
                    <a:pt x="3099819" y="367446"/>
                  </a:lnTo>
                  <a:lnTo>
                    <a:pt x="3083234" y="379769"/>
                  </a:lnTo>
                  <a:lnTo>
                    <a:pt x="3064174" y="403997"/>
                  </a:lnTo>
                  <a:lnTo>
                    <a:pt x="3049469" y="415827"/>
                  </a:lnTo>
                  <a:lnTo>
                    <a:pt x="2996448" y="441095"/>
                  </a:lnTo>
                  <a:lnTo>
                    <a:pt x="2978683" y="445734"/>
                  </a:lnTo>
                  <a:lnTo>
                    <a:pt x="2966465" y="454540"/>
                  </a:lnTo>
                  <a:lnTo>
                    <a:pt x="2946542" y="459515"/>
                  </a:lnTo>
                  <a:lnTo>
                    <a:pt x="2920569" y="468902"/>
                  </a:lnTo>
                  <a:lnTo>
                    <a:pt x="2894870" y="471961"/>
                  </a:lnTo>
                  <a:lnTo>
                    <a:pt x="2871553" y="483271"/>
                  </a:lnTo>
                  <a:lnTo>
                    <a:pt x="2862832" y="488833"/>
                  </a:lnTo>
                  <a:lnTo>
                    <a:pt x="2856909" y="498563"/>
                  </a:lnTo>
                  <a:lnTo>
                    <a:pt x="2842805" y="503791"/>
                  </a:lnTo>
                  <a:lnTo>
                    <a:pt x="2828253" y="511091"/>
                  </a:lnTo>
                  <a:lnTo>
                    <a:pt x="2801702" y="535032"/>
                  </a:lnTo>
                  <a:lnTo>
                    <a:pt x="2772997" y="545993"/>
                  </a:lnTo>
                  <a:lnTo>
                    <a:pt x="2754014" y="559103"/>
                  </a:lnTo>
                  <a:lnTo>
                    <a:pt x="2743555" y="579616"/>
                  </a:lnTo>
                  <a:lnTo>
                    <a:pt x="2730593" y="594450"/>
                  </a:lnTo>
                  <a:lnTo>
                    <a:pt x="2719801" y="612034"/>
                  </a:lnTo>
                  <a:lnTo>
                    <a:pt x="2717686" y="618418"/>
                  </a:lnTo>
                  <a:lnTo>
                    <a:pt x="2713812" y="636324"/>
                  </a:lnTo>
                  <a:lnTo>
                    <a:pt x="2709413" y="641072"/>
                  </a:lnTo>
                  <a:lnTo>
                    <a:pt x="2686298" y="645226"/>
                  </a:lnTo>
                  <a:lnTo>
                    <a:pt x="2654386" y="666813"/>
                  </a:lnTo>
                  <a:lnTo>
                    <a:pt x="2629851" y="674257"/>
                  </a:lnTo>
                  <a:lnTo>
                    <a:pt x="2596584" y="694811"/>
                  </a:lnTo>
                  <a:lnTo>
                    <a:pt x="2580627" y="700100"/>
                  </a:lnTo>
                  <a:lnTo>
                    <a:pt x="2619862" y="671719"/>
                  </a:lnTo>
                  <a:lnTo>
                    <a:pt x="2621862" y="670590"/>
                  </a:lnTo>
                  <a:lnTo>
                    <a:pt x="2648982" y="655236"/>
                  </a:lnTo>
                  <a:lnTo>
                    <a:pt x="2662889" y="652280"/>
                  </a:lnTo>
                  <a:lnTo>
                    <a:pt x="2660004" y="639916"/>
                  </a:lnTo>
                  <a:lnTo>
                    <a:pt x="2632244" y="631575"/>
                  </a:lnTo>
                  <a:lnTo>
                    <a:pt x="2624698" y="626225"/>
                  </a:lnTo>
                  <a:lnTo>
                    <a:pt x="2655725" y="630316"/>
                  </a:lnTo>
                  <a:lnTo>
                    <a:pt x="2671441" y="621586"/>
                  </a:lnTo>
                  <a:lnTo>
                    <a:pt x="2682583" y="608866"/>
                  </a:lnTo>
                  <a:lnTo>
                    <a:pt x="2692206" y="600984"/>
                  </a:lnTo>
                  <a:lnTo>
                    <a:pt x="2718533" y="597193"/>
                  </a:lnTo>
                  <a:lnTo>
                    <a:pt x="2740139" y="574546"/>
                  </a:lnTo>
                  <a:lnTo>
                    <a:pt x="2751762" y="557009"/>
                  </a:lnTo>
                  <a:lnTo>
                    <a:pt x="2755598" y="551221"/>
                  </a:lnTo>
                  <a:lnTo>
                    <a:pt x="2769418" y="543660"/>
                  </a:lnTo>
                  <a:lnTo>
                    <a:pt x="2773997" y="531125"/>
                  </a:lnTo>
                  <a:lnTo>
                    <a:pt x="2789478" y="523742"/>
                  </a:lnTo>
                  <a:lnTo>
                    <a:pt x="2807669" y="520253"/>
                  </a:lnTo>
                  <a:lnTo>
                    <a:pt x="2855062" y="492542"/>
                  </a:lnTo>
                  <a:lnTo>
                    <a:pt x="2860881" y="482197"/>
                  </a:lnTo>
                  <a:lnTo>
                    <a:pt x="2880597" y="475395"/>
                  </a:lnTo>
                  <a:lnTo>
                    <a:pt x="2897258" y="464270"/>
                  </a:lnTo>
                  <a:lnTo>
                    <a:pt x="2910946" y="466124"/>
                  </a:lnTo>
                  <a:lnTo>
                    <a:pt x="2925777" y="462648"/>
                  </a:lnTo>
                  <a:lnTo>
                    <a:pt x="2965727" y="448978"/>
                  </a:lnTo>
                  <a:lnTo>
                    <a:pt x="2982754" y="430901"/>
                  </a:lnTo>
                  <a:lnTo>
                    <a:pt x="2998749" y="419447"/>
                  </a:lnTo>
                  <a:lnTo>
                    <a:pt x="3028612" y="400795"/>
                  </a:lnTo>
                  <a:lnTo>
                    <a:pt x="3057464" y="361049"/>
                  </a:lnTo>
                  <a:lnTo>
                    <a:pt x="3074021" y="349896"/>
                  </a:lnTo>
                  <a:lnTo>
                    <a:pt x="3108228" y="316704"/>
                  </a:lnTo>
                  <a:lnTo>
                    <a:pt x="3118174" y="303766"/>
                  </a:lnTo>
                  <a:lnTo>
                    <a:pt x="3125529" y="286900"/>
                  </a:lnTo>
                  <a:lnTo>
                    <a:pt x="3132785" y="266510"/>
                  </a:lnTo>
                  <a:lnTo>
                    <a:pt x="3122654" y="256117"/>
                  </a:lnTo>
                  <a:lnTo>
                    <a:pt x="3110829" y="251423"/>
                  </a:lnTo>
                  <a:lnTo>
                    <a:pt x="3091343" y="246127"/>
                  </a:lnTo>
                  <a:lnTo>
                    <a:pt x="3051579" y="230602"/>
                  </a:lnTo>
                  <a:lnTo>
                    <a:pt x="3032502" y="230759"/>
                  </a:lnTo>
                  <a:lnTo>
                    <a:pt x="3013738" y="228775"/>
                  </a:lnTo>
                  <a:lnTo>
                    <a:pt x="3004355" y="221078"/>
                  </a:lnTo>
                  <a:lnTo>
                    <a:pt x="2993650" y="216411"/>
                  </a:lnTo>
                  <a:lnTo>
                    <a:pt x="3064666" y="228898"/>
                  </a:lnTo>
                  <a:lnTo>
                    <a:pt x="3095223" y="241303"/>
                  </a:lnTo>
                  <a:lnTo>
                    <a:pt x="3107491" y="242289"/>
                  </a:lnTo>
                  <a:lnTo>
                    <a:pt x="3124201" y="251197"/>
                  </a:lnTo>
                  <a:lnTo>
                    <a:pt x="3134250" y="253469"/>
                  </a:lnTo>
                  <a:lnTo>
                    <a:pt x="3144102" y="252347"/>
                  </a:lnTo>
                  <a:lnTo>
                    <a:pt x="3157955" y="245114"/>
                  </a:lnTo>
                  <a:lnTo>
                    <a:pt x="3177555" y="226107"/>
                  </a:lnTo>
                  <a:lnTo>
                    <a:pt x="3193692" y="199874"/>
                  </a:lnTo>
                  <a:lnTo>
                    <a:pt x="3227457" y="164096"/>
                  </a:lnTo>
                  <a:lnTo>
                    <a:pt x="3256555" y="148605"/>
                  </a:lnTo>
                  <a:lnTo>
                    <a:pt x="3261161" y="139122"/>
                  </a:lnTo>
                  <a:lnTo>
                    <a:pt x="3270565" y="132259"/>
                  </a:lnTo>
                  <a:lnTo>
                    <a:pt x="3285052" y="126183"/>
                  </a:lnTo>
                  <a:lnTo>
                    <a:pt x="3298467" y="124103"/>
                  </a:lnTo>
                  <a:lnTo>
                    <a:pt x="3306740" y="119156"/>
                  </a:lnTo>
                  <a:lnTo>
                    <a:pt x="3299877" y="112499"/>
                  </a:lnTo>
                  <a:lnTo>
                    <a:pt x="3325133" y="104145"/>
                  </a:lnTo>
                  <a:lnTo>
                    <a:pt x="3381870" y="93567"/>
                  </a:lnTo>
                  <a:lnTo>
                    <a:pt x="3390826" y="93238"/>
                  </a:lnTo>
                  <a:lnTo>
                    <a:pt x="3401706" y="91302"/>
                  </a:lnTo>
                  <a:lnTo>
                    <a:pt x="3414028" y="76906"/>
                  </a:lnTo>
                  <a:lnTo>
                    <a:pt x="3417110" y="55804"/>
                  </a:lnTo>
                  <a:lnTo>
                    <a:pt x="3449924" y="882"/>
                  </a:lnTo>
                  <a:lnTo>
                    <a:pt x="345189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9" name="pl67">
              <a:extLst>
                <a:ext uri="{FF2B5EF4-FFF2-40B4-BE49-F238E27FC236}">
                  <a16:creationId xmlns:a16="http://schemas.microsoft.com/office/drawing/2014/main" id="{B6F8B086-D735-2E10-CE3C-E643A2DB52D4}"/>
                </a:ext>
              </a:extLst>
            </p:cNvPr>
            <p:cNvSpPr/>
            <p:nvPr/>
          </p:nvSpPr>
          <p:spPr>
            <a:xfrm>
              <a:off x="7775953" y="10882360"/>
              <a:ext cx="24162" cy="13038"/>
            </a:xfrm>
            <a:custGeom>
              <a:avLst/>
              <a:gdLst/>
              <a:ahLst/>
              <a:cxnLst/>
              <a:rect l="0" t="0" r="0" b="0"/>
              <a:pathLst>
                <a:path w="8141" h="4816">
                  <a:moveTo>
                    <a:pt x="3087" y="4502"/>
                  </a:moveTo>
                  <a:lnTo>
                    <a:pt x="8021" y="3113"/>
                  </a:lnTo>
                  <a:lnTo>
                    <a:pt x="8141" y="177"/>
                  </a:lnTo>
                  <a:lnTo>
                    <a:pt x="4896" y="0"/>
                  </a:lnTo>
                  <a:lnTo>
                    <a:pt x="0" y="2647"/>
                  </a:lnTo>
                  <a:lnTo>
                    <a:pt x="245" y="4816"/>
                  </a:lnTo>
                  <a:lnTo>
                    <a:pt x="3087" y="450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0" name="rc68">
              <a:extLst>
                <a:ext uri="{FF2B5EF4-FFF2-40B4-BE49-F238E27FC236}">
                  <a16:creationId xmlns:a16="http://schemas.microsoft.com/office/drawing/2014/main" id="{088EF14F-169D-7212-35C3-5BD7AC4D0F4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1" name="rc69">
              <a:extLst>
                <a:ext uri="{FF2B5EF4-FFF2-40B4-BE49-F238E27FC236}">
                  <a16:creationId xmlns:a16="http://schemas.microsoft.com/office/drawing/2014/main" id="{5AF097AE-1A58-DC80-1F26-C99F1552C40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2" name="rc70">
              <a:extLst>
                <a:ext uri="{FF2B5EF4-FFF2-40B4-BE49-F238E27FC236}">
                  <a16:creationId xmlns:a16="http://schemas.microsoft.com/office/drawing/2014/main" id="{C5FFB44B-14BE-5C89-B97C-705345474A6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3" name="rc71">
              <a:extLst>
                <a:ext uri="{FF2B5EF4-FFF2-40B4-BE49-F238E27FC236}">
                  <a16:creationId xmlns:a16="http://schemas.microsoft.com/office/drawing/2014/main" id="{40DB7D7F-83A3-5868-5E12-C6B1497A799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4" name="rc72">
              <a:extLst>
                <a:ext uri="{FF2B5EF4-FFF2-40B4-BE49-F238E27FC236}">
                  <a16:creationId xmlns:a16="http://schemas.microsoft.com/office/drawing/2014/main" id="{A22641FF-1057-8FF3-76D1-316E2513411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5" name="rc73">
              <a:extLst>
                <a:ext uri="{FF2B5EF4-FFF2-40B4-BE49-F238E27FC236}">
                  <a16:creationId xmlns:a16="http://schemas.microsoft.com/office/drawing/2014/main" id="{CD7FCDB5-F40D-0411-A6FB-161351127D3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6" name="rc74">
              <a:extLst>
                <a:ext uri="{FF2B5EF4-FFF2-40B4-BE49-F238E27FC236}">
                  <a16:creationId xmlns:a16="http://schemas.microsoft.com/office/drawing/2014/main" id="{2455AF0D-29BD-0369-595E-74D9C481356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7" name="rc75">
              <a:extLst>
                <a:ext uri="{FF2B5EF4-FFF2-40B4-BE49-F238E27FC236}">
                  <a16:creationId xmlns:a16="http://schemas.microsoft.com/office/drawing/2014/main" id="{95CB91DD-6D9D-35DB-5777-F3972B9A80C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8" name="rc76">
              <a:extLst>
                <a:ext uri="{FF2B5EF4-FFF2-40B4-BE49-F238E27FC236}">
                  <a16:creationId xmlns:a16="http://schemas.microsoft.com/office/drawing/2014/main" id="{162EFF96-2E43-66A4-96C5-BF5905378D3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9" name="rc77">
              <a:extLst>
                <a:ext uri="{FF2B5EF4-FFF2-40B4-BE49-F238E27FC236}">
                  <a16:creationId xmlns:a16="http://schemas.microsoft.com/office/drawing/2014/main" id="{863F88B8-BA58-0A72-35C5-81E2CD625AB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0" name="rc78">
              <a:extLst>
                <a:ext uri="{FF2B5EF4-FFF2-40B4-BE49-F238E27FC236}">
                  <a16:creationId xmlns:a16="http://schemas.microsoft.com/office/drawing/2014/main" id="{689C85F9-7594-463E-90CB-EF1BBFFFDF1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1" name="rc79">
              <a:extLst>
                <a:ext uri="{FF2B5EF4-FFF2-40B4-BE49-F238E27FC236}">
                  <a16:creationId xmlns:a16="http://schemas.microsoft.com/office/drawing/2014/main" id="{EDCB03AF-AB53-02B2-98F1-18B6BD65965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2" name="rc80">
              <a:extLst>
                <a:ext uri="{FF2B5EF4-FFF2-40B4-BE49-F238E27FC236}">
                  <a16:creationId xmlns:a16="http://schemas.microsoft.com/office/drawing/2014/main" id="{E56778EA-6476-19F3-B0C0-A7E661F16E4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3" name="rc81">
              <a:extLst>
                <a:ext uri="{FF2B5EF4-FFF2-40B4-BE49-F238E27FC236}">
                  <a16:creationId xmlns:a16="http://schemas.microsoft.com/office/drawing/2014/main" id="{A694489B-5872-D618-36E0-EA807010411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4" name="rc82">
              <a:extLst>
                <a:ext uri="{FF2B5EF4-FFF2-40B4-BE49-F238E27FC236}">
                  <a16:creationId xmlns:a16="http://schemas.microsoft.com/office/drawing/2014/main" id="{2C61F648-9C58-FAC4-C044-7742D1B890D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5" name="rc83">
              <a:extLst>
                <a:ext uri="{FF2B5EF4-FFF2-40B4-BE49-F238E27FC236}">
                  <a16:creationId xmlns:a16="http://schemas.microsoft.com/office/drawing/2014/main" id="{E30F7133-82A7-2F0F-06B9-F56FD0BA5E5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6" name="rc84">
              <a:extLst>
                <a:ext uri="{FF2B5EF4-FFF2-40B4-BE49-F238E27FC236}">
                  <a16:creationId xmlns:a16="http://schemas.microsoft.com/office/drawing/2014/main" id="{CD61D319-1544-06E4-6D2D-79D20C0ADF8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7" name="rc85">
              <a:extLst>
                <a:ext uri="{FF2B5EF4-FFF2-40B4-BE49-F238E27FC236}">
                  <a16:creationId xmlns:a16="http://schemas.microsoft.com/office/drawing/2014/main" id="{3331C39F-2157-6D1A-97E6-982EDF06161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8" name="rc86">
              <a:extLst>
                <a:ext uri="{FF2B5EF4-FFF2-40B4-BE49-F238E27FC236}">
                  <a16:creationId xmlns:a16="http://schemas.microsoft.com/office/drawing/2014/main" id="{04E78E29-A1A7-8DD7-D2AA-320BD4470AA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9" name="rc87">
              <a:extLst>
                <a:ext uri="{FF2B5EF4-FFF2-40B4-BE49-F238E27FC236}">
                  <a16:creationId xmlns:a16="http://schemas.microsoft.com/office/drawing/2014/main" id="{2C42A09E-67BA-4318-EE4B-18DAB09BA3D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0" name="rc88">
              <a:extLst>
                <a:ext uri="{FF2B5EF4-FFF2-40B4-BE49-F238E27FC236}">
                  <a16:creationId xmlns:a16="http://schemas.microsoft.com/office/drawing/2014/main" id="{B74EC264-6A06-A530-7ECF-9C1B003F700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1" name="rc89">
              <a:extLst>
                <a:ext uri="{FF2B5EF4-FFF2-40B4-BE49-F238E27FC236}">
                  <a16:creationId xmlns:a16="http://schemas.microsoft.com/office/drawing/2014/main" id="{FC964742-4B2B-2AB5-0D90-AA6C167EE9D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2" name="rc90">
              <a:extLst>
                <a:ext uri="{FF2B5EF4-FFF2-40B4-BE49-F238E27FC236}">
                  <a16:creationId xmlns:a16="http://schemas.microsoft.com/office/drawing/2014/main" id="{FB270111-9BF0-530D-F7B7-44976849FF9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3" name="rc91">
              <a:extLst>
                <a:ext uri="{FF2B5EF4-FFF2-40B4-BE49-F238E27FC236}">
                  <a16:creationId xmlns:a16="http://schemas.microsoft.com/office/drawing/2014/main" id="{39C79C32-C45B-5B40-A319-8849E1DEFF1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4" name="rc92">
              <a:extLst>
                <a:ext uri="{FF2B5EF4-FFF2-40B4-BE49-F238E27FC236}">
                  <a16:creationId xmlns:a16="http://schemas.microsoft.com/office/drawing/2014/main" id="{29B2EC4B-46E2-AEA0-7B2A-7EE566DB5DB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5" name="rc93">
              <a:extLst>
                <a:ext uri="{FF2B5EF4-FFF2-40B4-BE49-F238E27FC236}">
                  <a16:creationId xmlns:a16="http://schemas.microsoft.com/office/drawing/2014/main" id="{50B122F0-0821-7D68-D70A-E9B02486AAD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6" name="rc94">
              <a:extLst>
                <a:ext uri="{FF2B5EF4-FFF2-40B4-BE49-F238E27FC236}">
                  <a16:creationId xmlns:a16="http://schemas.microsoft.com/office/drawing/2014/main" id="{3E20AB5B-FD85-9758-835D-F7361896840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7" name="rc95">
              <a:extLst>
                <a:ext uri="{FF2B5EF4-FFF2-40B4-BE49-F238E27FC236}">
                  <a16:creationId xmlns:a16="http://schemas.microsoft.com/office/drawing/2014/main" id="{1AA922CA-165C-5FAA-DE52-9718043F96E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8" name="rc96">
              <a:extLst>
                <a:ext uri="{FF2B5EF4-FFF2-40B4-BE49-F238E27FC236}">
                  <a16:creationId xmlns:a16="http://schemas.microsoft.com/office/drawing/2014/main" id="{302654FF-9F4F-A96D-52E1-F0DB77FFE0B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9" name="rc97">
              <a:extLst>
                <a:ext uri="{FF2B5EF4-FFF2-40B4-BE49-F238E27FC236}">
                  <a16:creationId xmlns:a16="http://schemas.microsoft.com/office/drawing/2014/main" id="{EC7B26B4-A831-E584-6BF3-8CB62379A56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0" name="rc98">
              <a:extLst>
                <a:ext uri="{FF2B5EF4-FFF2-40B4-BE49-F238E27FC236}">
                  <a16:creationId xmlns:a16="http://schemas.microsoft.com/office/drawing/2014/main" id="{5FA23222-3FA5-7FA6-448F-21ADBE64CFF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1" name="rc99">
              <a:extLst>
                <a:ext uri="{FF2B5EF4-FFF2-40B4-BE49-F238E27FC236}">
                  <a16:creationId xmlns:a16="http://schemas.microsoft.com/office/drawing/2014/main" id="{910BF506-3080-6CF8-B384-6FDF8D288B9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2" name="rc100">
              <a:extLst>
                <a:ext uri="{FF2B5EF4-FFF2-40B4-BE49-F238E27FC236}">
                  <a16:creationId xmlns:a16="http://schemas.microsoft.com/office/drawing/2014/main" id="{5AE3B24A-E6EA-32D9-324C-2F213E242C3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3" name="rc101">
              <a:extLst>
                <a:ext uri="{FF2B5EF4-FFF2-40B4-BE49-F238E27FC236}">
                  <a16:creationId xmlns:a16="http://schemas.microsoft.com/office/drawing/2014/main" id="{54D83B65-2155-00FC-5591-370D2260F2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4" name="rc102">
              <a:extLst>
                <a:ext uri="{FF2B5EF4-FFF2-40B4-BE49-F238E27FC236}">
                  <a16:creationId xmlns:a16="http://schemas.microsoft.com/office/drawing/2014/main" id="{B1F04BB0-6A03-EBBA-574E-E6CC22671DE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5" name="rc103">
              <a:extLst>
                <a:ext uri="{FF2B5EF4-FFF2-40B4-BE49-F238E27FC236}">
                  <a16:creationId xmlns:a16="http://schemas.microsoft.com/office/drawing/2014/main" id="{59749A04-09DA-ADEC-05E5-5D0A2AB5128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6" name="rc104">
              <a:extLst>
                <a:ext uri="{FF2B5EF4-FFF2-40B4-BE49-F238E27FC236}">
                  <a16:creationId xmlns:a16="http://schemas.microsoft.com/office/drawing/2014/main" id="{80F2F837-649E-E920-63CA-62470B47463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7" name="rc105">
              <a:extLst>
                <a:ext uri="{FF2B5EF4-FFF2-40B4-BE49-F238E27FC236}">
                  <a16:creationId xmlns:a16="http://schemas.microsoft.com/office/drawing/2014/main" id="{65F3EB7C-96E7-1268-7A26-5A76EF87D6C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8" name="rc106">
              <a:extLst>
                <a:ext uri="{FF2B5EF4-FFF2-40B4-BE49-F238E27FC236}">
                  <a16:creationId xmlns:a16="http://schemas.microsoft.com/office/drawing/2014/main" id="{30E05A6E-4892-A865-C0A6-CDFF0A450DA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9" name="rc107">
              <a:extLst>
                <a:ext uri="{FF2B5EF4-FFF2-40B4-BE49-F238E27FC236}">
                  <a16:creationId xmlns:a16="http://schemas.microsoft.com/office/drawing/2014/main" id="{2FC66AA6-9572-9019-338F-AB834A7A483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0" name="rc108">
              <a:extLst>
                <a:ext uri="{FF2B5EF4-FFF2-40B4-BE49-F238E27FC236}">
                  <a16:creationId xmlns:a16="http://schemas.microsoft.com/office/drawing/2014/main" id="{E9BB01B7-5B03-A597-F4AE-B432636FCB4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1" name="rc109">
              <a:extLst>
                <a:ext uri="{FF2B5EF4-FFF2-40B4-BE49-F238E27FC236}">
                  <a16:creationId xmlns:a16="http://schemas.microsoft.com/office/drawing/2014/main" id="{B5A11E88-28EA-493F-0649-BC29A663F2B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2" name="rc110">
              <a:extLst>
                <a:ext uri="{FF2B5EF4-FFF2-40B4-BE49-F238E27FC236}">
                  <a16:creationId xmlns:a16="http://schemas.microsoft.com/office/drawing/2014/main" id="{095FC893-8353-9C12-C500-FC931BADBAE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3" name="rc111">
              <a:extLst>
                <a:ext uri="{FF2B5EF4-FFF2-40B4-BE49-F238E27FC236}">
                  <a16:creationId xmlns:a16="http://schemas.microsoft.com/office/drawing/2014/main" id="{F26F0437-6A3E-6CC8-F4ED-6F4E0542948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4" name="rc112">
              <a:extLst>
                <a:ext uri="{FF2B5EF4-FFF2-40B4-BE49-F238E27FC236}">
                  <a16:creationId xmlns:a16="http://schemas.microsoft.com/office/drawing/2014/main" id="{856EC9D5-CBAD-D1DC-9F6F-E2337990EDB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5" name="rc113">
              <a:extLst>
                <a:ext uri="{FF2B5EF4-FFF2-40B4-BE49-F238E27FC236}">
                  <a16:creationId xmlns:a16="http://schemas.microsoft.com/office/drawing/2014/main" id="{803C09AF-9EAD-5734-ED9D-935801DA313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6" name="rc114">
              <a:extLst>
                <a:ext uri="{FF2B5EF4-FFF2-40B4-BE49-F238E27FC236}">
                  <a16:creationId xmlns:a16="http://schemas.microsoft.com/office/drawing/2014/main" id="{96DB9837-7F14-ED18-09F1-25F16F5B6A2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7" name="rc115">
              <a:extLst>
                <a:ext uri="{FF2B5EF4-FFF2-40B4-BE49-F238E27FC236}">
                  <a16:creationId xmlns:a16="http://schemas.microsoft.com/office/drawing/2014/main" id="{45B7F90B-4570-74B0-7C6B-849281CEA47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8" name="rc116">
              <a:extLst>
                <a:ext uri="{FF2B5EF4-FFF2-40B4-BE49-F238E27FC236}">
                  <a16:creationId xmlns:a16="http://schemas.microsoft.com/office/drawing/2014/main" id="{E700B5FA-C742-5FF1-FB92-65E69F498AE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9" name="rc117">
              <a:extLst>
                <a:ext uri="{FF2B5EF4-FFF2-40B4-BE49-F238E27FC236}">
                  <a16:creationId xmlns:a16="http://schemas.microsoft.com/office/drawing/2014/main" id="{BBA28391-55D5-A841-2290-032FBC46D94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0" name="rc118">
              <a:extLst>
                <a:ext uri="{FF2B5EF4-FFF2-40B4-BE49-F238E27FC236}">
                  <a16:creationId xmlns:a16="http://schemas.microsoft.com/office/drawing/2014/main" id="{087EA389-14C9-1710-0D8B-DC34490056C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1" name="rc119">
              <a:extLst>
                <a:ext uri="{FF2B5EF4-FFF2-40B4-BE49-F238E27FC236}">
                  <a16:creationId xmlns:a16="http://schemas.microsoft.com/office/drawing/2014/main" id="{8C3941BA-34DC-C5D3-0ED8-5574A4C0BA7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2" name="rc120">
              <a:extLst>
                <a:ext uri="{FF2B5EF4-FFF2-40B4-BE49-F238E27FC236}">
                  <a16:creationId xmlns:a16="http://schemas.microsoft.com/office/drawing/2014/main" id="{CC2F2309-9456-D5B4-0ED3-540E8DAC098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3" name="rc121">
              <a:extLst>
                <a:ext uri="{FF2B5EF4-FFF2-40B4-BE49-F238E27FC236}">
                  <a16:creationId xmlns:a16="http://schemas.microsoft.com/office/drawing/2014/main" id="{DE643A4D-86B4-0FBA-EEBF-3801990C8A2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4" name="rc122">
              <a:extLst>
                <a:ext uri="{FF2B5EF4-FFF2-40B4-BE49-F238E27FC236}">
                  <a16:creationId xmlns:a16="http://schemas.microsoft.com/office/drawing/2014/main" id="{150F9CAB-C197-43BD-06FF-F63019AEADC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5" name="rc123">
              <a:extLst>
                <a:ext uri="{FF2B5EF4-FFF2-40B4-BE49-F238E27FC236}">
                  <a16:creationId xmlns:a16="http://schemas.microsoft.com/office/drawing/2014/main" id="{A42ECEA8-BCE3-9C05-BD45-E4C8B3BD107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6" name="rc124">
              <a:extLst>
                <a:ext uri="{FF2B5EF4-FFF2-40B4-BE49-F238E27FC236}">
                  <a16:creationId xmlns:a16="http://schemas.microsoft.com/office/drawing/2014/main" id="{795658FE-E29F-0D18-C690-39819CB741E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7" name="rc125">
              <a:extLst>
                <a:ext uri="{FF2B5EF4-FFF2-40B4-BE49-F238E27FC236}">
                  <a16:creationId xmlns:a16="http://schemas.microsoft.com/office/drawing/2014/main" id="{BDD7CC4D-58D3-0AEC-F523-339EE2A0409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8" name="rc126">
              <a:extLst>
                <a:ext uri="{FF2B5EF4-FFF2-40B4-BE49-F238E27FC236}">
                  <a16:creationId xmlns:a16="http://schemas.microsoft.com/office/drawing/2014/main" id="{6160C9DC-9DAC-D0A5-1B84-1A720D0F14F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9" name="rc127">
              <a:extLst>
                <a:ext uri="{FF2B5EF4-FFF2-40B4-BE49-F238E27FC236}">
                  <a16:creationId xmlns:a16="http://schemas.microsoft.com/office/drawing/2014/main" id="{57BD9AFD-2A5F-A7E5-7572-1CBE71D8670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0" name="rc128">
              <a:extLst>
                <a:ext uri="{FF2B5EF4-FFF2-40B4-BE49-F238E27FC236}">
                  <a16:creationId xmlns:a16="http://schemas.microsoft.com/office/drawing/2014/main" id="{CBD5FB6C-9869-219C-441F-65847DFC359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1" name="rc129">
              <a:extLst>
                <a:ext uri="{FF2B5EF4-FFF2-40B4-BE49-F238E27FC236}">
                  <a16:creationId xmlns:a16="http://schemas.microsoft.com/office/drawing/2014/main" id="{F5B7246A-646B-F42C-50FA-041A68B29FE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2" name="rc130">
              <a:extLst>
                <a:ext uri="{FF2B5EF4-FFF2-40B4-BE49-F238E27FC236}">
                  <a16:creationId xmlns:a16="http://schemas.microsoft.com/office/drawing/2014/main" id="{2FA017B0-4890-D661-5914-E5C14742B00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3" name="rc131">
              <a:extLst>
                <a:ext uri="{FF2B5EF4-FFF2-40B4-BE49-F238E27FC236}">
                  <a16:creationId xmlns:a16="http://schemas.microsoft.com/office/drawing/2014/main" id="{472E9D36-9965-4ECA-BE9E-C8E4519EA17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4" name="rc132">
              <a:extLst>
                <a:ext uri="{FF2B5EF4-FFF2-40B4-BE49-F238E27FC236}">
                  <a16:creationId xmlns:a16="http://schemas.microsoft.com/office/drawing/2014/main" id="{948A29AA-709C-03BF-1950-8631B227B2F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5" name="rc133">
              <a:extLst>
                <a:ext uri="{FF2B5EF4-FFF2-40B4-BE49-F238E27FC236}">
                  <a16:creationId xmlns:a16="http://schemas.microsoft.com/office/drawing/2014/main" id="{ADCD40B4-D1DD-5444-C541-4F826A72E34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6" name="rc134">
              <a:extLst>
                <a:ext uri="{FF2B5EF4-FFF2-40B4-BE49-F238E27FC236}">
                  <a16:creationId xmlns:a16="http://schemas.microsoft.com/office/drawing/2014/main" id="{FCE2CFA0-7C71-6773-B7DE-4F89D7BE01A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7" name="rc135">
              <a:extLst>
                <a:ext uri="{FF2B5EF4-FFF2-40B4-BE49-F238E27FC236}">
                  <a16:creationId xmlns:a16="http://schemas.microsoft.com/office/drawing/2014/main" id="{CBAA4DE0-7CC7-656B-C02E-4CD7D779F32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8" name="rc136">
              <a:extLst>
                <a:ext uri="{FF2B5EF4-FFF2-40B4-BE49-F238E27FC236}">
                  <a16:creationId xmlns:a16="http://schemas.microsoft.com/office/drawing/2014/main" id="{61ACD068-3FFF-4AF8-044D-0815EBE99E4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9" name="rc137">
              <a:extLst>
                <a:ext uri="{FF2B5EF4-FFF2-40B4-BE49-F238E27FC236}">
                  <a16:creationId xmlns:a16="http://schemas.microsoft.com/office/drawing/2014/main" id="{53DC5EAF-A7AB-C041-F8DC-5A95ED427E3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0" name="rc138">
              <a:extLst>
                <a:ext uri="{FF2B5EF4-FFF2-40B4-BE49-F238E27FC236}">
                  <a16:creationId xmlns:a16="http://schemas.microsoft.com/office/drawing/2014/main" id="{F0895AC0-5971-53D0-CF34-6FFEFD2972B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1" name="rc139">
              <a:extLst>
                <a:ext uri="{FF2B5EF4-FFF2-40B4-BE49-F238E27FC236}">
                  <a16:creationId xmlns:a16="http://schemas.microsoft.com/office/drawing/2014/main" id="{4B7CD6AF-E875-23D1-C2EA-25588BA2AD3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2" name="rc140">
              <a:extLst>
                <a:ext uri="{FF2B5EF4-FFF2-40B4-BE49-F238E27FC236}">
                  <a16:creationId xmlns:a16="http://schemas.microsoft.com/office/drawing/2014/main" id="{7177F75C-D1BA-EEB5-9D93-A7A9F369224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3" name="rc141">
              <a:extLst>
                <a:ext uri="{FF2B5EF4-FFF2-40B4-BE49-F238E27FC236}">
                  <a16:creationId xmlns:a16="http://schemas.microsoft.com/office/drawing/2014/main" id="{D859BDD5-7F19-6ED8-F2C8-2671D37047E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4" name="rc142">
              <a:extLst>
                <a:ext uri="{FF2B5EF4-FFF2-40B4-BE49-F238E27FC236}">
                  <a16:creationId xmlns:a16="http://schemas.microsoft.com/office/drawing/2014/main" id="{48892B88-7811-A730-7311-A71999A7085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5" name="rc143">
              <a:extLst>
                <a:ext uri="{FF2B5EF4-FFF2-40B4-BE49-F238E27FC236}">
                  <a16:creationId xmlns:a16="http://schemas.microsoft.com/office/drawing/2014/main" id="{9813F45D-9DB9-7247-4C41-5CDD64F3AF6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6" name="rc144">
              <a:extLst>
                <a:ext uri="{FF2B5EF4-FFF2-40B4-BE49-F238E27FC236}">
                  <a16:creationId xmlns:a16="http://schemas.microsoft.com/office/drawing/2014/main" id="{CD4C3C45-C018-6759-56A6-7630D0D1DC5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7" name="rc145">
              <a:extLst>
                <a:ext uri="{FF2B5EF4-FFF2-40B4-BE49-F238E27FC236}">
                  <a16:creationId xmlns:a16="http://schemas.microsoft.com/office/drawing/2014/main" id="{0853BD8A-0004-1502-AE15-540FE98B72C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8" name="rc146">
              <a:extLst>
                <a:ext uri="{FF2B5EF4-FFF2-40B4-BE49-F238E27FC236}">
                  <a16:creationId xmlns:a16="http://schemas.microsoft.com/office/drawing/2014/main" id="{7280BD6A-B1BA-ABD0-B41F-BF1144635B9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9" name="rc147">
              <a:extLst>
                <a:ext uri="{FF2B5EF4-FFF2-40B4-BE49-F238E27FC236}">
                  <a16:creationId xmlns:a16="http://schemas.microsoft.com/office/drawing/2014/main" id="{0F180414-6B3F-252C-40C2-B48D2401E2B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0" name="rc148">
              <a:extLst>
                <a:ext uri="{FF2B5EF4-FFF2-40B4-BE49-F238E27FC236}">
                  <a16:creationId xmlns:a16="http://schemas.microsoft.com/office/drawing/2014/main" id="{63F0BFE9-0A0C-7AE4-6CCB-2ABD536626F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1" name="rc149">
              <a:extLst>
                <a:ext uri="{FF2B5EF4-FFF2-40B4-BE49-F238E27FC236}">
                  <a16:creationId xmlns:a16="http://schemas.microsoft.com/office/drawing/2014/main" id="{1888EF26-AA6D-D5EC-106D-DFC99732006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2" name="rc150">
              <a:extLst>
                <a:ext uri="{FF2B5EF4-FFF2-40B4-BE49-F238E27FC236}">
                  <a16:creationId xmlns:a16="http://schemas.microsoft.com/office/drawing/2014/main" id="{B1B3FBFF-C063-F86B-8B91-1BA8015854F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3" name="rc151">
              <a:extLst>
                <a:ext uri="{FF2B5EF4-FFF2-40B4-BE49-F238E27FC236}">
                  <a16:creationId xmlns:a16="http://schemas.microsoft.com/office/drawing/2014/main" id="{CD1AE242-BB25-C2B8-0C5C-3EE2962B9C6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4" name="rc152">
              <a:extLst>
                <a:ext uri="{FF2B5EF4-FFF2-40B4-BE49-F238E27FC236}">
                  <a16:creationId xmlns:a16="http://schemas.microsoft.com/office/drawing/2014/main" id="{E1E32EBA-8626-B736-8AD0-C9D77BD0A43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5" name="rc153">
              <a:extLst>
                <a:ext uri="{FF2B5EF4-FFF2-40B4-BE49-F238E27FC236}">
                  <a16:creationId xmlns:a16="http://schemas.microsoft.com/office/drawing/2014/main" id="{DB535141-06D9-3068-10F5-91B36400747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6" name="rc154">
              <a:extLst>
                <a:ext uri="{FF2B5EF4-FFF2-40B4-BE49-F238E27FC236}">
                  <a16:creationId xmlns:a16="http://schemas.microsoft.com/office/drawing/2014/main" id="{5C7FE081-D374-8792-2F70-073B771F76C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7" name="rc155">
              <a:extLst>
                <a:ext uri="{FF2B5EF4-FFF2-40B4-BE49-F238E27FC236}">
                  <a16:creationId xmlns:a16="http://schemas.microsoft.com/office/drawing/2014/main" id="{268C34A5-E1FC-344D-FB3B-BA7E7503E02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8" name="rc156">
              <a:extLst>
                <a:ext uri="{FF2B5EF4-FFF2-40B4-BE49-F238E27FC236}">
                  <a16:creationId xmlns:a16="http://schemas.microsoft.com/office/drawing/2014/main" id="{C23B224D-B9A6-7981-BCDE-201DEDE5411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9" name="rc157">
              <a:extLst>
                <a:ext uri="{FF2B5EF4-FFF2-40B4-BE49-F238E27FC236}">
                  <a16:creationId xmlns:a16="http://schemas.microsoft.com/office/drawing/2014/main" id="{C9BAB843-248C-2611-C2DF-B9231FA4384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0" name="rc158">
              <a:extLst>
                <a:ext uri="{FF2B5EF4-FFF2-40B4-BE49-F238E27FC236}">
                  <a16:creationId xmlns:a16="http://schemas.microsoft.com/office/drawing/2014/main" id="{AD2E2A09-E3B9-9ED1-2005-B2C2975BCA9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1" name="rc159">
              <a:extLst>
                <a:ext uri="{FF2B5EF4-FFF2-40B4-BE49-F238E27FC236}">
                  <a16:creationId xmlns:a16="http://schemas.microsoft.com/office/drawing/2014/main" id="{AD08EE5A-A4CF-6B5C-651C-20BDAF91374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2" name="rc160">
              <a:extLst>
                <a:ext uri="{FF2B5EF4-FFF2-40B4-BE49-F238E27FC236}">
                  <a16:creationId xmlns:a16="http://schemas.microsoft.com/office/drawing/2014/main" id="{89943F3B-092A-DECF-8196-822079C49CB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3" name="rc161">
              <a:extLst>
                <a:ext uri="{FF2B5EF4-FFF2-40B4-BE49-F238E27FC236}">
                  <a16:creationId xmlns:a16="http://schemas.microsoft.com/office/drawing/2014/main" id="{BE25FDD3-94DD-3B26-5DB9-5794E99EAAC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4" name="rc162">
              <a:extLst>
                <a:ext uri="{FF2B5EF4-FFF2-40B4-BE49-F238E27FC236}">
                  <a16:creationId xmlns:a16="http://schemas.microsoft.com/office/drawing/2014/main" id="{604DB006-70F6-BCFE-08FC-BB8D98A5687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5" name="rc163">
              <a:extLst>
                <a:ext uri="{FF2B5EF4-FFF2-40B4-BE49-F238E27FC236}">
                  <a16:creationId xmlns:a16="http://schemas.microsoft.com/office/drawing/2014/main" id="{4E666261-C70C-8CF0-BE2A-FF4BF381A67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6" name="rc164">
              <a:extLst>
                <a:ext uri="{FF2B5EF4-FFF2-40B4-BE49-F238E27FC236}">
                  <a16:creationId xmlns:a16="http://schemas.microsoft.com/office/drawing/2014/main" id="{F0EB5F0A-9BF6-A3BB-08A1-87C519879D9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7" name="rc165">
              <a:extLst>
                <a:ext uri="{FF2B5EF4-FFF2-40B4-BE49-F238E27FC236}">
                  <a16:creationId xmlns:a16="http://schemas.microsoft.com/office/drawing/2014/main" id="{6628D521-67E1-3B3E-175A-9998AB0097C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8" name="rc166">
              <a:extLst>
                <a:ext uri="{FF2B5EF4-FFF2-40B4-BE49-F238E27FC236}">
                  <a16:creationId xmlns:a16="http://schemas.microsoft.com/office/drawing/2014/main" id="{0BCA9FB5-E9B9-D662-C8CC-B6993D24749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9" name="rc167">
              <a:extLst>
                <a:ext uri="{FF2B5EF4-FFF2-40B4-BE49-F238E27FC236}">
                  <a16:creationId xmlns:a16="http://schemas.microsoft.com/office/drawing/2014/main" id="{988FD54C-27EC-3504-892F-B60981A052B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0" name="rc168">
              <a:extLst>
                <a:ext uri="{FF2B5EF4-FFF2-40B4-BE49-F238E27FC236}">
                  <a16:creationId xmlns:a16="http://schemas.microsoft.com/office/drawing/2014/main" id="{2ACCA02D-A8C4-3018-4FFC-6E83717758B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1" name="rc169">
              <a:extLst>
                <a:ext uri="{FF2B5EF4-FFF2-40B4-BE49-F238E27FC236}">
                  <a16:creationId xmlns:a16="http://schemas.microsoft.com/office/drawing/2014/main" id="{162B2683-6522-BC1D-B7E3-7222D11D148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2" name="rc170">
              <a:extLst>
                <a:ext uri="{FF2B5EF4-FFF2-40B4-BE49-F238E27FC236}">
                  <a16:creationId xmlns:a16="http://schemas.microsoft.com/office/drawing/2014/main" id="{31443DB0-043B-5A11-0951-F1C347A04B9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3" name="rc171">
              <a:extLst>
                <a:ext uri="{FF2B5EF4-FFF2-40B4-BE49-F238E27FC236}">
                  <a16:creationId xmlns:a16="http://schemas.microsoft.com/office/drawing/2014/main" id="{91C5893C-9D77-A4AB-5259-5BEEA1AF356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4" name="rc172">
              <a:extLst>
                <a:ext uri="{FF2B5EF4-FFF2-40B4-BE49-F238E27FC236}">
                  <a16:creationId xmlns:a16="http://schemas.microsoft.com/office/drawing/2014/main" id="{D6F15C30-1F4E-2D3F-0F98-847BA7F1ABF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5" name="rc173">
              <a:extLst>
                <a:ext uri="{FF2B5EF4-FFF2-40B4-BE49-F238E27FC236}">
                  <a16:creationId xmlns:a16="http://schemas.microsoft.com/office/drawing/2014/main" id="{5B98768C-2E89-2847-21C8-752F3B4FE89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6" name="rc174">
              <a:extLst>
                <a:ext uri="{FF2B5EF4-FFF2-40B4-BE49-F238E27FC236}">
                  <a16:creationId xmlns:a16="http://schemas.microsoft.com/office/drawing/2014/main" id="{62ABA74E-8283-6BD2-3E3F-451179A150A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7" name="rc175">
              <a:extLst>
                <a:ext uri="{FF2B5EF4-FFF2-40B4-BE49-F238E27FC236}">
                  <a16:creationId xmlns:a16="http://schemas.microsoft.com/office/drawing/2014/main" id="{F478E997-7350-6FD4-B7B3-2455298DF4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8" name="rc176">
              <a:extLst>
                <a:ext uri="{FF2B5EF4-FFF2-40B4-BE49-F238E27FC236}">
                  <a16:creationId xmlns:a16="http://schemas.microsoft.com/office/drawing/2014/main" id="{BD645BAA-80EE-5478-F5F2-61BADA53A27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9" name="rc177">
              <a:extLst>
                <a:ext uri="{FF2B5EF4-FFF2-40B4-BE49-F238E27FC236}">
                  <a16:creationId xmlns:a16="http://schemas.microsoft.com/office/drawing/2014/main" id="{3187F42A-4796-20D1-5728-657C2743F4D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0" name="rc178">
              <a:extLst>
                <a:ext uri="{FF2B5EF4-FFF2-40B4-BE49-F238E27FC236}">
                  <a16:creationId xmlns:a16="http://schemas.microsoft.com/office/drawing/2014/main" id="{730C7E49-7FFA-8D7C-6DA2-AAF24515763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1" name="rc179">
              <a:extLst>
                <a:ext uri="{FF2B5EF4-FFF2-40B4-BE49-F238E27FC236}">
                  <a16:creationId xmlns:a16="http://schemas.microsoft.com/office/drawing/2014/main" id="{1179B154-303C-EA08-DA16-4646687CF06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2" name="rc180">
              <a:extLst>
                <a:ext uri="{FF2B5EF4-FFF2-40B4-BE49-F238E27FC236}">
                  <a16:creationId xmlns:a16="http://schemas.microsoft.com/office/drawing/2014/main" id="{B017B633-2BF3-828D-342B-71A6AEF4A70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3" name="rc181">
              <a:extLst>
                <a:ext uri="{FF2B5EF4-FFF2-40B4-BE49-F238E27FC236}">
                  <a16:creationId xmlns:a16="http://schemas.microsoft.com/office/drawing/2014/main" id="{9DA7DD83-F9F2-9FB7-97D1-7027A1FC4BC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4" name="rc182">
              <a:extLst>
                <a:ext uri="{FF2B5EF4-FFF2-40B4-BE49-F238E27FC236}">
                  <a16:creationId xmlns:a16="http://schemas.microsoft.com/office/drawing/2014/main" id="{4530327B-B284-769C-A3C8-BD6B37E9B07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5" name="rc183">
              <a:extLst>
                <a:ext uri="{FF2B5EF4-FFF2-40B4-BE49-F238E27FC236}">
                  <a16:creationId xmlns:a16="http://schemas.microsoft.com/office/drawing/2014/main" id="{8A1F1B34-21B1-369D-FD97-8D459365AAB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6" name="rc184">
              <a:extLst>
                <a:ext uri="{FF2B5EF4-FFF2-40B4-BE49-F238E27FC236}">
                  <a16:creationId xmlns:a16="http://schemas.microsoft.com/office/drawing/2014/main" id="{E8B24E4A-9E77-9A07-568F-A5589069941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7" name="rc185">
              <a:extLst>
                <a:ext uri="{FF2B5EF4-FFF2-40B4-BE49-F238E27FC236}">
                  <a16:creationId xmlns:a16="http://schemas.microsoft.com/office/drawing/2014/main" id="{9F566F97-B4DF-F6E3-D5E0-86CC9CC7F70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8" name="rc186">
              <a:extLst>
                <a:ext uri="{FF2B5EF4-FFF2-40B4-BE49-F238E27FC236}">
                  <a16:creationId xmlns:a16="http://schemas.microsoft.com/office/drawing/2014/main" id="{C37F5A5E-2E6B-411F-DD84-581DE9382BF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9" name="rc187">
              <a:extLst>
                <a:ext uri="{FF2B5EF4-FFF2-40B4-BE49-F238E27FC236}">
                  <a16:creationId xmlns:a16="http://schemas.microsoft.com/office/drawing/2014/main" id="{E5FED9F3-7839-223D-2899-59F563F8F01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0" name="rc188">
              <a:extLst>
                <a:ext uri="{FF2B5EF4-FFF2-40B4-BE49-F238E27FC236}">
                  <a16:creationId xmlns:a16="http://schemas.microsoft.com/office/drawing/2014/main" id="{134748CC-3BE4-0625-82AA-E74FCF65B59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1" name="rc189">
              <a:extLst>
                <a:ext uri="{FF2B5EF4-FFF2-40B4-BE49-F238E27FC236}">
                  <a16:creationId xmlns:a16="http://schemas.microsoft.com/office/drawing/2014/main" id="{39B37971-7C91-CCC5-45AD-CEDE87D7929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2" name="rc190">
              <a:extLst>
                <a:ext uri="{FF2B5EF4-FFF2-40B4-BE49-F238E27FC236}">
                  <a16:creationId xmlns:a16="http://schemas.microsoft.com/office/drawing/2014/main" id="{587DF7AA-355D-0AEF-A9D7-7BC51BD6A8C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3" name="rc191">
              <a:extLst>
                <a:ext uri="{FF2B5EF4-FFF2-40B4-BE49-F238E27FC236}">
                  <a16:creationId xmlns:a16="http://schemas.microsoft.com/office/drawing/2014/main" id="{E1E0AE84-8796-F79B-0EE0-A282BAA5829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4" name="rc192">
              <a:extLst>
                <a:ext uri="{FF2B5EF4-FFF2-40B4-BE49-F238E27FC236}">
                  <a16:creationId xmlns:a16="http://schemas.microsoft.com/office/drawing/2014/main" id="{0995A2C0-7575-DA26-1BE7-78985DF5683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5" name="rc193">
              <a:extLst>
                <a:ext uri="{FF2B5EF4-FFF2-40B4-BE49-F238E27FC236}">
                  <a16:creationId xmlns:a16="http://schemas.microsoft.com/office/drawing/2014/main" id="{34E07C77-05A6-5B86-00DE-364072BF1DB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6" name="rc194">
              <a:extLst>
                <a:ext uri="{FF2B5EF4-FFF2-40B4-BE49-F238E27FC236}">
                  <a16:creationId xmlns:a16="http://schemas.microsoft.com/office/drawing/2014/main" id="{AA45BCC5-3600-ACFE-E19F-ABF409349CD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7" name="rc195">
              <a:extLst>
                <a:ext uri="{FF2B5EF4-FFF2-40B4-BE49-F238E27FC236}">
                  <a16:creationId xmlns:a16="http://schemas.microsoft.com/office/drawing/2014/main" id="{D9A20555-AC32-794E-8E0C-A6B8B17B63F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8" name="rc196">
              <a:extLst>
                <a:ext uri="{FF2B5EF4-FFF2-40B4-BE49-F238E27FC236}">
                  <a16:creationId xmlns:a16="http://schemas.microsoft.com/office/drawing/2014/main" id="{7BEB8A6E-03CC-9F95-AE2D-113784A7838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9" name="rc197">
              <a:extLst>
                <a:ext uri="{FF2B5EF4-FFF2-40B4-BE49-F238E27FC236}">
                  <a16:creationId xmlns:a16="http://schemas.microsoft.com/office/drawing/2014/main" id="{34B569E7-DC9E-D974-F6A3-03A7A48D29E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0" name="rc198">
              <a:extLst>
                <a:ext uri="{FF2B5EF4-FFF2-40B4-BE49-F238E27FC236}">
                  <a16:creationId xmlns:a16="http://schemas.microsoft.com/office/drawing/2014/main" id="{F353850F-230E-80BD-7ED0-0B341D33165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1" name="rc199">
              <a:extLst>
                <a:ext uri="{FF2B5EF4-FFF2-40B4-BE49-F238E27FC236}">
                  <a16:creationId xmlns:a16="http://schemas.microsoft.com/office/drawing/2014/main" id="{02499F5E-0C42-1054-59FB-DA4D48F1DA4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2" name="rc200">
              <a:extLst>
                <a:ext uri="{FF2B5EF4-FFF2-40B4-BE49-F238E27FC236}">
                  <a16:creationId xmlns:a16="http://schemas.microsoft.com/office/drawing/2014/main" id="{91C4A3B8-4C7B-969A-FA3A-0EF58CA2704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3" name="rc201">
              <a:extLst>
                <a:ext uri="{FF2B5EF4-FFF2-40B4-BE49-F238E27FC236}">
                  <a16:creationId xmlns:a16="http://schemas.microsoft.com/office/drawing/2014/main" id="{C50FCCE8-4C67-30EE-E636-E12F5231E15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4" name="rc202">
              <a:extLst>
                <a:ext uri="{FF2B5EF4-FFF2-40B4-BE49-F238E27FC236}">
                  <a16:creationId xmlns:a16="http://schemas.microsoft.com/office/drawing/2014/main" id="{D0528F9D-A880-2CCE-F3BF-493F5AB39E8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5" name="rc203">
              <a:extLst>
                <a:ext uri="{FF2B5EF4-FFF2-40B4-BE49-F238E27FC236}">
                  <a16:creationId xmlns:a16="http://schemas.microsoft.com/office/drawing/2014/main" id="{87625C83-F817-DAD3-AA68-5A51D53386D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6" name="rc204">
              <a:extLst>
                <a:ext uri="{FF2B5EF4-FFF2-40B4-BE49-F238E27FC236}">
                  <a16:creationId xmlns:a16="http://schemas.microsoft.com/office/drawing/2014/main" id="{4F09C7F2-F78D-4EE9-BA5E-DD937246ACE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7" name="rc205">
              <a:extLst>
                <a:ext uri="{FF2B5EF4-FFF2-40B4-BE49-F238E27FC236}">
                  <a16:creationId xmlns:a16="http://schemas.microsoft.com/office/drawing/2014/main" id="{22492B44-0E22-E921-1BA4-7D4580FDE7E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8" name="rc206">
              <a:extLst>
                <a:ext uri="{FF2B5EF4-FFF2-40B4-BE49-F238E27FC236}">
                  <a16:creationId xmlns:a16="http://schemas.microsoft.com/office/drawing/2014/main" id="{5837F834-B5A2-3AC4-018B-DA5478D7746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9" name="rc207">
              <a:extLst>
                <a:ext uri="{FF2B5EF4-FFF2-40B4-BE49-F238E27FC236}">
                  <a16:creationId xmlns:a16="http://schemas.microsoft.com/office/drawing/2014/main" id="{2757C37D-204E-2234-98F2-33D63E9EBD6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0" name="rc208">
              <a:extLst>
                <a:ext uri="{FF2B5EF4-FFF2-40B4-BE49-F238E27FC236}">
                  <a16:creationId xmlns:a16="http://schemas.microsoft.com/office/drawing/2014/main" id="{9539F82A-E118-27CB-4CF8-9E1DC569A20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1" name="rc209">
              <a:extLst>
                <a:ext uri="{FF2B5EF4-FFF2-40B4-BE49-F238E27FC236}">
                  <a16:creationId xmlns:a16="http://schemas.microsoft.com/office/drawing/2014/main" id="{13E1F080-6CC9-2528-1805-2EC78F0B2E7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2" name="rc210">
              <a:extLst>
                <a:ext uri="{FF2B5EF4-FFF2-40B4-BE49-F238E27FC236}">
                  <a16:creationId xmlns:a16="http://schemas.microsoft.com/office/drawing/2014/main" id="{170A3F23-BDFA-7F76-ABD7-7982FFCEC4E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3" name="rc211">
              <a:extLst>
                <a:ext uri="{FF2B5EF4-FFF2-40B4-BE49-F238E27FC236}">
                  <a16:creationId xmlns:a16="http://schemas.microsoft.com/office/drawing/2014/main" id="{CE1CF268-B93A-D4A0-4025-EDD914B0CFE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4" name="rc212">
              <a:extLst>
                <a:ext uri="{FF2B5EF4-FFF2-40B4-BE49-F238E27FC236}">
                  <a16:creationId xmlns:a16="http://schemas.microsoft.com/office/drawing/2014/main" id="{1930BB9B-F824-8294-F7D1-9E58F961511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5" name="rc213">
              <a:extLst>
                <a:ext uri="{FF2B5EF4-FFF2-40B4-BE49-F238E27FC236}">
                  <a16:creationId xmlns:a16="http://schemas.microsoft.com/office/drawing/2014/main" id="{45BE34D0-3819-4CC6-6960-C01F9F2C0DF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6" name="rc214">
              <a:extLst>
                <a:ext uri="{FF2B5EF4-FFF2-40B4-BE49-F238E27FC236}">
                  <a16:creationId xmlns:a16="http://schemas.microsoft.com/office/drawing/2014/main" id="{64AA194A-0DC9-CEA0-CC5D-41E7249B660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7" name="rc215">
              <a:extLst>
                <a:ext uri="{FF2B5EF4-FFF2-40B4-BE49-F238E27FC236}">
                  <a16:creationId xmlns:a16="http://schemas.microsoft.com/office/drawing/2014/main" id="{22A56049-6451-5BA0-1585-F03AE672723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8" name="rc216">
              <a:extLst>
                <a:ext uri="{FF2B5EF4-FFF2-40B4-BE49-F238E27FC236}">
                  <a16:creationId xmlns:a16="http://schemas.microsoft.com/office/drawing/2014/main" id="{AE1D90E1-9763-3AC6-5F24-3787BA9B5B0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9" name="rc217">
              <a:extLst>
                <a:ext uri="{FF2B5EF4-FFF2-40B4-BE49-F238E27FC236}">
                  <a16:creationId xmlns:a16="http://schemas.microsoft.com/office/drawing/2014/main" id="{1D0D8510-F6EC-EF6F-1410-6C79738DADD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0" name="rc218">
              <a:extLst>
                <a:ext uri="{FF2B5EF4-FFF2-40B4-BE49-F238E27FC236}">
                  <a16:creationId xmlns:a16="http://schemas.microsoft.com/office/drawing/2014/main" id="{A69A3680-DCB1-410B-D00B-3E757271CBA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1" name="rc219">
              <a:extLst>
                <a:ext uri="{FF2B5EF4-FFF2-40B4-BE49-F238E27FC236}">
                  <a16:creationId xmlns:a16="http://schemas.microsoft.com/office/drawing/2014/main" id="{0C83512F-1958-2EE9-752F-BC71E879285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2" name="rc220">
              <a:extLst>
                <a:ext uri="{FF2B5EF4-FFF2-40B4-BE49-F238E27FC236}">
                  <a16:creationId xmlns:a16="http://schemas.microsoft.com/office/drawing/2014/main" id="{70E21BAB-0F29-FCCD-80E0-E62D7940071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3" name="rc221">
              <a:extLst>
                <a:ext uri="{FF2B5EF4-FFF2-40B4-BE49-F238E27FC236}">
                  <a16:creationId xmlns:a16="http://schemas.microsoft.com/office/drawing/2014/main" id="{D42F2609-8D6C-9DB2-61EB-3412F081AF8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4" name="rc222">
              <a:extLst>
                <a:ext uri="{FF2B5EF4-FFF2-40B4-BE49-F238E27FC236}">
                  <a16:creationId xmlns:a16="http://schemas.microsoft.com/office/drawing/2014/main" id="{0AC4BF79-1E90-167C-D1D9-7A1A0A657CD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5" name="rc223">
              <a:extLst>
                <a:ext uri="{FF2B5EF4-FFF2-40B4-BE49-F238E27FC236}">
                  <a16:creationId xmlns:a16="http://schemas.microsoft.com/office/drawing/2014/main" id="{0834F7D4-DFA4-612C-7AD7-20E7F82C02C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6" name="rc224">
              <a:extLst>
                <a:ext uri="{FF2B5EF4-FFF2-40B4-BE49-F238E27FC236}">
                  <a16:creationId xmlns:a16="http://schemas.microsoft.com/office/drawing/2014/main" id="{C6264FD7-0461-7EC5-1D69-9BC95810066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7" name="rc225">
              <a:extLst>
                <a:ext uri="{FF2B5EF4-FFF2-40B4-BE49-F238E27FC236}">
                  <a16:creationId xmlns:a16="http://schemas.microsoft.com/office/drawing/2014/main" id="{08DDBB38-F0EF-0C82-887F-4471BF8A500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8" name="rc226">
              <a:extLst>
                <a:ext uri="{FF2B5EF4-FFF2-40B4-BE49-F238E27FC236}">
                  <a16:creationId xmlns:a16="http://schemas.microsoft.com/office/drawing/2014/main" id="{0DFD26B0-97EF-A664-560E-4B34CD3A781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9" name="rc227">
              <a:extLst>
                <a:ext uri="{FF2B5EF4-FFF2-40B4-BE49-F238E27FC236}">
                  <a16:creationId xmlns:a16="http://schemas.microsoft.com/office/drawing/2014/main" id="{1D970F6C-C78C-A549-1D21-AC688B57B25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0" name="rc228">
              <a:extLst>
                <a:ext uri="{FF2B5EF4-FFF2-40B4-BE49-F238E27FC236}">
                  <a16:creationId xmlns:a16="http://schemas.microsoft.com/office/drawing/2014/main" id="{491212AA-BE7A-7E2F-96B8-F205C64960B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1" name="rc229">
              <a:extLst>
                <a:ext uri="{FF2B5EF4-FFF2-40B4-BE49-F238E27FC236}">
                  <a16:creationId xmlns:a16="http://schemas.microsoft.com/office/drawing/2014/main" id="{1DBE7BAA-6A26-A88F-5931-2F5398D4193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2" name="rc230">
              <a:extLst>
                <a:ext uri="{FF2B5EF4-FFF2-40B4-BE49-F238E27FC236}">
                  <a16:creationId xmlns:a16="http://schemas.microsoft.com/office/drawing/2014/main" id="{F98AEBF2-9D53-54E8-4265-49BACE2000D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3" name="rc231">
              <a:extLst>
                <a:ext uri="{FF2B5EF4-FFF2-40B4-BE49-F238E27FC236}">
                  <a16:creationId xmlns:a16="http://schemas.microsoft.com/office/drawing/2014/main" id="{2AC71E37-D8FA-A2B3-23E0-52B7906894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4" name="rc232">
              <a:extLst>
                <a:ext uri="{FF2B5EF4-FFF2-40B4-BE49-F238E27FC236}">
                  <a16:creationId xmlns:a16="http://schemas.microsoft.com/office/drawing/2014/main" id="{A01BB8F9-24EC-2476-0FA3-D42A80AAC4E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5" name="rc233">
              <a:extLst>
                <a:ext uri="{FF2B5EF4-FFF2-40B4-BE49-F238E27FC236}">
                  <a16:creationId xmlns:a16="http://schemas.microsoft.com/office/drawing/2014/main" id="{4944EC40-ABD3-2011-B641-76F24081415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6" name="rc234">
              <a:extLst>
                <a:ext uri="{FF2B5EF4-FFF2-40B4-BE49-F238E27FC236}">
                  <a16:creationId xmlns:a16="http://schemas.microsoft.com/office/drawing/2014/main" id="{A7B62726-D6BC-8093-9F6E-F47EFABD505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7" name="rc235">
              <a:extLst>
                <a:ext uri="{FF2B5EF4-FFF2-40B4-BE49-F238E27FC236}">
                  <a16:creationId xmlns:a16="http://schemas.microsoft.com/office/drawing/2014/main" id="{BAC67AE6-7FEB-C53A-2DB7-CE421ACD848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8" name="rc236">
              <a:extLst>
                <a:ext uri="{FF2B5EF4-FFF2-40B4-BE49-F238E27FC236}">
                  <a16:creationId xmlns:a16="http://schemas.microsoft.com/office/drawing/2014/main" id="{0C21B28B-F8CC-5952-BE22-60B0DE0420A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9" name="rc237">
              <a:extLst>
                <a:ext uri="{FF2B5EF4-FFF2-40B4-BE49-F238E27FC236}">
                  <a16:creationId xmlns:a16="http://schemas.microsoft.com/office/drawing/2014/main" id="{9DBEBE86-85AD-93FE-AFF4-CB546053A8C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0" name="rc238">
              <a:extLst>
                <a:ext uri="{FF2B5EF4-FFF2-40B4-BE49-F238E27FC236}">
                  <a16:creationId xmlns:a16="http://schemas.microsoft.com/office/drawing/2014/main" id="{0B06A93C-0D0B-AE20-4888-07CAE52F708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1" name="rc239">
              <a:extLst>
                <a:ext uri="{FF2B5EF4-FFF2-40B4-BE49-F238E27FC236}">
                  <a16:creationId xmlns:a16="http://schemas.microsoft.com/office/drawing/2014/main" id="{1188A5B6-31B3-9AF0-C0EF-AA6B5D1CD0C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2" name="rc240">
              <a:extLst>
                <a:ext uri="{FF2B5EF4-FFF2-40B4-BE49-F238E27FC236}">
                  <a16:creationId xmlns:a16="http://schemas.microsoft.com/office/drawing/2014/main" id="{62E91134-5E56-833E-9536-68DE718EF89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3" name="rc241">
              <a:extLst>
                <a:ext uri="{FF2B5EF4-FFF2-40B4-BE49-F238E27FC236}">
                  <a16:creationId xmlns:a16="http://schemas.microsoft.com/office/drawing/2014/main" id="{D61504F7-D91E-5DAF-FC98-141B10755C3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4" name="rc242">
              <a:extLst>
                <a:ext uri="{FF2B5EF4-FFF2-40B4-BE49-F238E27FC236}">
                  <a16:creationId xmlns:a16="http://schemas.microsoft.com/office/drawing/2014/main" id="{A7462DAA-BE3E-9DC2-8E0A-9FC3CE98869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5" name="rc243">
              <a:extLst>
                <a:ext uri="{FF2B5EF4-FFF2-40B4-BE49-F238E27FC236}">
                  <a16:creationId xmlns:a16="http://schemas.microsoft.com/office/drawing/2014/main" id="{4219966E-BF5B-52E4-D0F6-F60A1B940D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6" name="rc244">
              <a:extLst>
                <a:ext uri="{FF2B5EF4-FFF2-40B4-BE49-F238E27FC236}">
                  <a16:creationId xmlns:a16="http://schemas.microsoft.com/office/drawing/2014/main" id="{07B74EB0-6151-7663-9793-B9605F2F042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7" name="rc245">
              <a:extLst>
                <a:ext uri="{FF2B5EF4-FFF2-40B4-BE49-F238E27FC236}">
                  <a16:creationId xmlns:a16="http://schemas.microsoft.com/office/drawing/2014/main" id="{A31492B8-2096-A1CF-07E7-B7B0943F221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8" name="rc246">
              <a:extLst>
                <a:ext uri="{FF2B5EF4-FFF2-40B4-BE49-F238E27FC236}">
                  <a16:creationId xmlns:a16="http://schemas.microsoft.com/office/drawing/2014/main" id="{E93C0501-58E8-C08B-6300-CFED25F5D86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9" name="rc247">
              <a:extLst>
                <a:ext uri="{FF2B5EF4-FFF2-40B4-BE49-F238E27FC236}">
                  <a16:creationId xmlns:a16="http://schemas.microsoft.com/office/drawing/2014/main" id="{94F021D6-0F93-C420-6DB5-01F32391925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0" name="rc248">
              <a:extLst>
                <a:ext uri="{FF2B5EF4-FFF2-40B4-BE49-F238E27FC236}">
                  <a16:creationId xmlns:a16="http://schemas.microsoft.com/office/drawing/2014/main" id="{916B0E6A-29A3-E6FA-91C2-447F4A71671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1" name="rc249">
              <a:extLst>
                <a:ext uri="{FF2B5EF4-FFF2-40B4-BE49-F238E27FC236}">
                  <a16:creationId xmlns:a16="http://schemas.microsoft.com/office/drawing/2014/main" id="{FE7DC1D9-A327-2122-6041-21B0440FB1E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2" name="rc250">
              <a:extLst>
                <a:ext uri="{FF2B5EF4-FFF2-40B4-BE49-F238E27FC236}">
                  <a16:creationId xmlns:a16="http://schemas.microsoft.com/office/drawing/2014/main" id="{C25A78DF-41CC-549D-A6F8-73EDFDEC2E3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3" name="rc251">
              <a:extLst>
                <a:ext uri="{FF2B5EF4-FFF2-40B4-BE49-F238E27FC236}">
                  <a16:creationId xmlns:a16="http://schemas.microsoft.com/office/drawing/2014/main" id="{EF2E4007-37CF-51B0-EE33-EB8342400E1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4" name="rc252">
              <a:extLst>
                <a:ext uri="{FF2B5EF4-FFF2-40B4-BE49-F238E27FC236}">
                  <a16:creationId xmlns:a16="http://schemas.microsoft.com/office/drawing/2014/main" id="{216A511D-0E75-D403-824A-2A1D3814817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5" name="rc253">
              <a:extLst>
                <a:ext uri="{FF2B5EF4-FFF2-40B4-BE49-F238E27FC236}">
                  <a16:creationId xmlns:a16="http://schemas.microsoft.com/office/drawing/2014/main" id="{01E3765A-BEC8-F271-5AF1-45EE1C60491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6" name="rc254">
              <a:extLst>
                <a:ext uri="{FF2B5EF4-FFF2-40B4-BE49-F238E27FC236}">
                  <a16:creationId xmlns:a16="http://schemas.microsoft.com/office/drawing/2014/main" id="{9B923A5D-9532-31C6-DA1A-76718CAC849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7" name="rc255">
              <a:extLst>
                <a:ext uri="{FF2B5EF4-FFF2-40B4-BE49-F238E27FC236}">
                  <a16:creationId xmlns:a16="http://schemas.microsoft.com/office/drawing/2014/main" id="{6550B629-E696-D4F7-DC3B-0A608DEC300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8" name="rc256">
              <a:extLst>
                <a:ext uri="{FF2B5EF4-FFF2-40B4-BE49-F238E27FC236}">
                  <a16:creationId xmlns:a16="http://schemas.microsoft.com/office/drawing/2014/main" id="{45CCF760-BB35-5887-4809-4B42A8A08B0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9" name="rc257">
              <a:extLst>
                <a:ext uri="{FF2B5EF4-FFF2-40B4-BE49-F238E27FC236}">
                  <a16:creationId xmlns:a16="http://schemas.microsoft.com/office/drawing/2014/main" id="{F760F8A3-9489-4F49-40F9-1CA4A7B33F9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0" name="rc258">
              <a:extLst>
                <a:ext uri="{FF2B5EF4-FFF2-40B4-BE49-F238E27FC236}">
                  <a16:creationId xmlns:a16="http://schemas.microsoft.com/office/drawing/2014/main" id="{877A0A0D-CAC6-8538-5BB7-891C36AF13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1" name="rc259">
              <a:extLst>
                <a:ext uri="{FF2B5EF4-FFF2-40B4-BE49-F238E27FC236}">
                  <a16:creationId xmlns:a16="http://schemas.microsoft.com/office/drawing/2014/main" id="{66E35CDE-47D1-EFB8-C363-86D59C3E657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2" name="rc260">
              <a:extLst>
                <a:ext uri="{FF2B5EF4-FFF2-40B4-BE49-F238E27FC236}">
                  <a16:creationId xmlns:a16="http://schemas.microsoft.com/office/drawing/2014/main" id="{A344B8B6-DB00-0C97-6A25-88B526D1F47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3" name="rc261">
              <a:extLst>
                <a:ext uri="{FF2B5EF4-FFF2-40B4-BE49-F238E27FC236}">
                  <a16:creationId xmlns:a16="http://schemas.microsoft.com/office/drawing/2014/main" id="{6106DCB6-4E3A-9D06-66EA-96B8328BE0F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4" name="rc262">
              <a:extLst>
                <a:ext uri="{FF2B5EF4-FFF2-40B4-BE49-F238E27FC236}">
                  <a16:creationId xmlns:a16="http://schemas.microsoft.com/office/drawing/2014/main" id="{2576858B-3D90-4A79-42F6-12F61707186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5" name="rc263">
              <a:extLst>
                <a:ext uri="{FF2B5EF4-FFF2-40B4-BE49-F238E27FC236}">
                  <a16:creationId xmlns:a16="http://schemas.microsoft.com/office/drawing/2014/main" id="{AC45BB84-43D3-32A9-C781-82068AF5297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6" name="rc264">
              <a:extLst>
                <a:ext uri="{FF2B5EF4-FFF2-40B4-BE49-F238E27FC236}">
                  <a16:creationId xmlns:a16="http://schemas.microsoft.com/office/drawing/2014/main" id="{93F5058C-324F-26B1-F6CA-D758FDB35B3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7" name="rc265">
              <a:extLst>
                <a:ext uri="{FF2B5EF4-FFF2-40B4-BE49-F238E27FC236}">
                  <a16:creationId xmlns:a16="http://schemas.microsoft.com/office/drawing/2014/main" id="{C6729161-827C-DD92-EAA6-CDD0E0D6285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8" name="rc266">
              <a:extLst>
                <a:ext uri="{FF2B5EF4-FFF2-40B4-BE49-F238E27FC236}">
                  <a16:creationId xmlns:a16="http://schemas.microsoft.com/office/drawing/2014/main" id="{132EF0B5-10B4-15A3-D465-B6F3496D3DC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9" name="rc267">
              <a:extLst>
                <a:ext uri="{FF2B5EF4-FFF2-40B4-BE49-F238E27FC236}">
                  <a16:creationId xmlns:a16="http://schemas.microsoft.com/office/drawing/2014/main" id="{6B4B167C-A460-A340-A2B4-72C22008B8A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0" name="rc268">
              <a:extLst>
                <a:ext uri="{FF2B5EF4-FFF2-40B4-BE49-F238E27FC236}">
                  <a16:creationId xmlns:a16="http://schemas.microsoft.com/office/drawing/2014/main" id="{951AFAE6-44F3-52EA-75AB-7381FDFC67A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1" name="rc269">
              <a:extLst>
                <a:ext uri="{FF2B5EF4-FFF2-40B4-BE49-F238E27FC236}">
                  <a16:creationId xmlns:a16="http://schemas.microsoft.com/office/drawing/2014/main" id="{1D2355A6-8CAA-0D92-69EA-1DCCF27C0BC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2" name="rc270">
              <a:extLst>
                <a:ext uri="{FF2B5EF4-FFF2-40B4-BE49-F238E27FC236}">
                  <a16:creationId xmlns:a16="http://schemas.microsoft.com/office/drawing/2014/main" id="{096C0E7F-4909-20D0-CC21-AD80C3379ED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3" name="rc271">
              <a:extLst>
                <a:ext uri="{FF2B5EF4-FFF2-40B4-BE49-F238E27FC236}">
                  <a16:creationId xmlns:a16="http://schemas.microsoft.com/office/drawing/2014/main" id="{0EC44914-B75B-20FE-60DC-B1FA8860B99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4" name="rc272">
              <a:extLst>
                <a:ext uri="{FF2B5EF4-FFF2-40B4-BE49-F238E27FC236}">
                  <a16:creationId xmlns:a16="http://schemas.microsoft.com/office/drawing/2014/main" id="{627B37C4-07CF-E2EF-1C0D-A63B0EF1445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5" name="rc273">
              <a:extLst>
                <a:ext uri="{FF2B5EF4-FFF2-40B4-BE49-F238E27FC236}">
                  <a16:creationId xmlns:a16="http://schemas.microsoft.com/office/drawing/2014/main" id="{3D451CAC-6269-59BF-C495-E3FE3F11000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6" name="rc274">
              <a:extLst>
                <a:ext uri="{FF2B5EF4-FFF2-40B4-BE49-F238E27FC236}">
                  <a16:creationId xmlns:a16="http://schemas.microsoft.com/office/drawing/2014/main" id="{8446D003-128C-EC08-88F5-1336E0C8833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7" name="rc275">
              <a:extLst>
                <a:ext uri="{FF2B5EF4-FFF2-40B4-BE49-F238E27FC236}">
                  <a16:creationId xmlns:a16="http://schemas.microsoft.com/office/drawing/2014/main" id="{465A8CAB-F662-C1CB-77FB-CD5BE9B1790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8" name="rc276">
              <a:extLst>
                <a:ext uri="{FF2B5EF4-FFF2-40B4-BE49-F238E27FC236}">
                  <a16:creationId xmlns:a16="http://schemas.microsoft.com/office/drawing/2014/main" id="{99B1CFDA-0FB4-4109-D8DA-7410A2AA7DC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9" name="rc277">
              <a:extLst>
                <a:ext uri="{FF2B5EF4-FFF2-40B4-BE49-F238E27FC236}">
                  <a16:creationId xmlns:a16="http://schemas.microsoft.com/office/drawing/2014/main" id="{C8B984A8-5B83-9ECF-4743-65689143F75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0" name="rc278">
              <a:extLst>
                <a:ext uri="{FF2B5EF4-FFF2-40B4-BE49-F238E27FC236}">
                  <a16:creationId xmlns:a16="http://schemas.microsoft.com/office/drawing/2014/main" id="{56E6D8A2-4741-365B-9965-EF0F234C81B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1" name="rc279">
              <a:extLst>
                <a:ext uri="{FF2B5EF4-FFF2-40B4-BE49-F238E27FC236}">
                  <a16:creationId xmlns:a16="http://schemas.microsoft.com/office/drawing/2014/main" id="{BD3E75F0-3F02-46E6-8796-90A7FC3992F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2" name="rc280">
              <a:extLst>
                <a:ext uri="{FF2B5EF4-FFF2-40B4-BE49-F238E27FC236}">
                  <a16:creationId xmlns:a16="http://schemas.microsoft.com/office/drawing/2014/main" id="{D347F963-44A0-8E46-AFFD-0BB6272DE08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3" name="rc281">
              <a:extLst>
                <a:ext uri="{FF2B5EF4-FFF2-40B4-BE49-F238E27FC236}">
                  <a16:creationId xmlns:a16="http://schemas.microsoft.com/office/drawing/2014/main" id="{23AED285-E02E-8FF3-75C3-49EADA85468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4" name="rc282">
              <a:extLst>
                <a:ext uri="{FF2B5EF4-FFF2-40B4-BE49-F238E27FC236}">
                  <a16:creationId xmlns:a16="http://schemas.microsoft.com/office/drawing/2014/main" id="{15FEDC9D-9813-69FA-8E11-77D30390EEA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5" name="rc283">
              <a:extLst>
                <a:ext uri="{FF2B5EF4-FFF2-40B4-BE49-F238E27FC236}">
                  <a16:creationId xmlns:a16="http://schemas.microsoft.com/office/drawing/2014/main" id="{D29D87FF-B784-596B-786A-560D1AFF915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6" name="rc284">
              <a:extLst>
                <a:ext uri="{FF2B5EF4-FFF2-40B4-BE49-F238E27FC236}">
                  <a16:creationId xmlns:a16="http://schemas.microsoft.com/office/drawing/2014/main" id="{76CF7594-0407-43A4-CDF1-52FCF0D40F5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7" name="rc285">
              <a:extLst>
                <a:ext uri="{FF2B5EF4-FFF2-40B4-BE49-F238E27FC236}">
                  <a16:creationId xmlns:a16="http://schemas.microsoft.com/office/drawing/2014/main" id="{D12BF621-32BA-DC51-CEFD-5E96BDCC2AE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8" name="rc286">
              <a:extLst>
                <a:ext uri="{FF2B5EF4-FFF2-40B4-BE49-F238E27FC236}">
                  <a16:creationId xmlns:a16="http://schemas.microsoft.com/office/drawing/2014/main" id="{8AC1FF5B-6B9E-68D7-6D1F-C4AE7BE9143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9" name="rc287">
              <a:extLst>
                <a:ext uri="{FF2B5EF4-FFF2-40B4-BE49-F238E27FC236}">
                  <a16:creationId xmlns:a16="http://schemas.microsoft.com/office/drawing/2014/main" id="{49B59E0E-246B-78C0-2CEF-F10C11CCC35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0" name="rc288">
              <a:extLst>
                <a:ext uri="{FF2B5EF4-FFF2-40B4-BE49-F238E27FC236}">
                  <a16:creationId xmlns:a16="http://schemas.microsoft.com/office/drawing/2014/main" id="{4B8F46E7-39C7-0710-9EF2-442A809E446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1" name="rc289">
              <a:extLst>
                <a:ext uri="{FF2B5EF4-FFF2-40B4-BE49-F238E27FC236}">
                  <a16:creationId xmlns:a16="http://schemas.microsoft.com/office/drawing/2014/main" id="{052D7AE1-94D5-5DBA-F048-EDC608CE4FB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2" name="rc290">
              <a:extLst>
                <a:ext uri="{FF2B5EF4-FFF2-40B4-BE49-F238E27FC236}">
                  <a16:creationId xmlns:a16="http://schemas.microsoft.com/office/drawing/2014/main" id="{5A7D6888-081E-15CC-2893-59E58DD906D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3" name="rc291">
              <a:extLst>
                <a:ext uri="{FF2B5EF4-FFF2-40B4-BE49-F238E27FC236}">
                  <a16:creationId xmlns:a16="http://schemas.microsoft.com/office/drawing/2014/main" id="{ECDE4C3C-C21D-831C-C967-A72EAF832C1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4" name="rc292">
              <a:extLst>
                <a:ext uri="{FF2B5EF4-FFF2-40B4-BE49-F238E27FC236}">
                  <a16:creationId xmlns:a16="http://schemas.microsoft.com/office/drawing/2014/main" id="{C5DC4B10-FED2-E2E0-57BC-87B36E494D0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5" name="rc293">
              <a:extLst>
                <a:ext uri="{FF2B5EF4-FFF2-40B4-BE49-F238E27FC236}">
                  <a16:creationId xmlns:a16="http://schemas.microsoft.com/office/drawing/2014/main" id="{863AB67F-3DE9-5D7E-9720-07125234D3D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6" name="rc294">
              <a:extLst>
                <a:ext uri="{FF2B5EF4-FFF2-40B4-BE49-F238E27FC236}">
                  <a16:creationId xmlns:a16="http://schemas.microsoft.com/office/drawing/2014/main" id="{6A95AD58-C23C-901E-41C0-0B673A7513C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7" name="rc295">
              <a:extLst>
                <a:ext uri="{FF2B5EF4-FFF2-40B4-BE49-F238E27FC236}">
                  <a16:creationId xmlns:a16="http://schemas.microsoft.com/office/drawing/2014/main" id="{C2EBE876-4412-6A54-3BF1-BCBEA7683FD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8" name="rc296">
              <a:extLst>
                <a:ext uri="{FF2B5EF4-FFF2-40B4-BE49-F238E27FC236}">
                  <a16:creationId xmlns:a16="http://schemas.microsoft.com/office/drawing/2014/main" id="{76F0ECFD-F873-F47C-F31F-A2E6815D21A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9" name="rc297">
              <a:extLst>
                <a:ext uri="{FF2B5EF4-FFF2-40B4-BE49-F238E27FC236}">
                  <a16:creationId xmlns:a16="http://schemas.microsoft.com/office/drawing/2014/main" id="{582B4D2E-6D1D-4E83-B6B8-C620CB443F3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0" name="rc298">
              <a:extLst>
                <a:ext uri="{FF2B5EF4-FFF2-40B4-BE49-F238E27FC236}">
                  <a16:creationId xmlns:a16="http://schemas.microsoft.com/office/drawing/2014/main" id="{1FEF7E13-1A90-2721-23D8-7DA9637EA7E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1" name="rc299">
              <a:extLst>
                <a:ext uri="{FF2B5EF4-FFF2-40B4-BE49-F238E27FC236}">
                  <a16:creationId xmlns:a16="http://schemas.microsoft.com/office/drawing/2014/main" id="{944EA1C4-0F0C-32BB-DF08-4EB7C3B78B4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2" name="rc300">
              <a:extLst>
                <a:ext uri="{FF2B5EF4-FFF2-40B4-BE49-F238E27FC236}">
                  <a16:creationId xmlns:a16="http://schemas.microsoft.com/office/drawing/2014/main" id="{FD3755F8-EE55-F769-21DD-9F9A5DFA03E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3" name="rc301">
              <a:extLst>
                <a:ext uri="{FF2B5EF4-FFF2-40B4-BE49-F238E27FC236}">
                  <a16:creationId xmlns:a16="http://schemas.microsoft.com/office/drawing/2014/main" id="{D9609490-D15A-A74C-04B2-47E0401B156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4" name="rc302">
              <a:extLst>
                <a:ext uri="{FF2B5EF4-FFF2-40B4-BE49-F238E27FC236}">
                  <a16:creationId xmlns:a16="http://schemas.microsoft.com/office/drawing/2014/main" id="{FD8B3117-DD3E-9243-E50D-C5226DA1C93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5" name="rc303">
              <a:extLst>
                <a:ext uri="{FF2B5EF4-FFF2-40B4-BE49-F238E27FC236}">
                  <a16:creationId xmlns:a16="http://schemas.microsoft.com/office/drawing/2014/main" id="{E4790FB6-FA35-8FB6-79FD-E938CC1015A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6" name="rc304">
              <a:extLst>
                <a:ext uri="{FF2B5EF4-FFF2-40B4-BE49-F238E27FC236}">
                  <a16:creationId xmlns:a16="http://schemas.microsoft.com/office/drawing/2014/main" id="{836BED9C-6C0C-A7DE-0372-6D75031E307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7" name="rc305">
              <a:extLst>
                <a:ext uri="{FF2B5EF4-FFF2-40B4-BE49-F238E27FC236}">
                  <a16:creationId xmlns:a16="http://schemas.microsoft.com/office/drawing/2014/main" id="{0974E229-15DC-5D44-ADE4-BB73508F6EB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8" name="rc306">
              <a:extLst>
                <a:ext uri="{FF2B5EF4-FFF2-40B4-BE49-F238E27FC236}">
                  <a16:creationId xmlns:a16="http://schemas.microsoft.com/office/drawing/2014/main" id="{6CC70FC4-0E78-FDD2-1366-CD99213F8F7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9" name="rc307">
              <a:extLst>
                <a:ext uri="{FF2B5EF4-FFF2-40B4-BE49-F238E27FC236}">
                  <a16:creationId xmlns:a16="http://schemas.microsoft.com/office/drawing/2014/main" id="{FA27111E-C9D0-7644-4991-8FAC7AA1D03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0" name="rc308">
              <a:extLst>
                <a:ext uri="{FF2B5EF4-FFF2-40B4-BE49-F238E27FC236}">
                  <a16:creationId xmlns:a16="http://schemas.microsoft.com/office/drawing/2014/main" id="{E164D08C-8D78-DAA8-0220-1DE62C67391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1" name="rc309">
              <a:extLst>
                <a:ext uri="{FF2B5EF4-FFF2-40B4-BE49-F238E27FC236}">
                  <a16:creationId xmlns:a16="http://schemas.microsoft.com/office/drawing/2014/main" id="{81916EBF-5819-12EC-E418-5ED75131678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2" name="rc310">
              <a:extLst>
                <a:ext uri="{FF2B5EF4-FFF2-40B4-BE49-F238E27FC236}">
                  <a16:creationId xmlns:a16="http://schemas.microsoft.com/office/drawing/2014/main" id="{1E246F0C-E34D-AFCE-C7C3-D20EC0A9C2A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3" name="rc311">
              <a:extLst>
                <a:ext uri="{FF2B5EF4-FFF2-40B4-BE49-F238E27FC236}">
                  <a16:creationId xmlns:a16="http://schemas.microsoft.com/office/drawing/2014/main" id="{9E2DE15A-EF39-B72E-B6F4-1E893BB6850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4" name="rc312">
              <a:extLst>
                <a:ext uri="{FF2B5EF4-FFF2-40B4-BE49-F238E27FC236}">
                  <a16:creationId xmlns:a16="http://schemas.microsoft.com/office/drawing/2014/main" id="{0D4349C4-52FC-A458-9BD8-C77A5194B1C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5" name="rc313">
              <a:extLst>
                <a:ext uri="{FF2B5EF4-FFF2-40B4-BE49-F238E27FC236}">
                  <a16:creationId xmlns:a16="http://schemas.microsoft.com/office/drawing/2014/main" id="{6E25B418-05F8-C08E-214B-36E1EBA9EBD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6" name="rc314">
              <a:extLst>
                <a:ext uri="{FF2B5EF4-FFF2-40B4-BE49-F238E27FC236}">
                  <a16:creationId xmlns:a16="http://schemas.microsoft.com/office/drawing/2014/main" id="{065BD6C0-664A-B5AF-CCDE-984A8B9E11A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7" name="rc315">
              <a:extLst>
                <a:ext uri="{FF2B5EF4-FFF2-40B4-BE49-F238E27FC236}">
                  <a16:creationId xmlns:a16="http://schemas.microsoft.com/office/drawing/2014/main" id="{141320B3-A5E3-BDAF-D7C7-86E55450A1B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8" name="rc316">
              <a:extLst>
                <a:ext uri="{FF2B5EF4-FFF2-40B4-BE49-F238E27FC236}">
                  <a16:creationId xmlns:a16="http://schemas.microsoft.com/office/drawing/2014/main" id="{45E9FFD2-AF9F-AF96-50F3-BDA9E0A29C4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9" name="rc317">
              <a:extLst>
                <a:ext uri="{FF2B5EF4-FFF2-40B4-BE49-F238E27FC236}">
                  <a16:creationId xmlns:a16="http://schemas.microsoft.com/office/drawing/2014/main" id="{262CD8B9-DAD1-E706-72D4-1C8A0DA30B2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0" name="rc318">
              <a:extLst>
                <a:ext uri="{FF2B5EF4-FFF2-40B4-BE49-F238E27FC236}">
                  <a16:creationId xmlns:a16="http://schemas.microsoft.com/office/drawing/2014/main" id="{0DBC0987-93B0-E32A-276B-5BB5405FEAE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1" name="rc319">
              <a:extLst>
                <a:ext uri="{FF2B5EF4-FFF2-40B4-BE49-F238E27FC236}">
                  <a16:creationId xmlns:a16="http://schemas.microsoft.com/office/drawing/2014/main" id="{B5AAAFE8-FA69-0096-4A33-FCB856ADA60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2" name="rc320">
              <a:extLst>
                <a:ext uri="{FF2B5EF4-FFF2-40B4-BE49-F238E27FC236}">
                  <a16:creationId xmlns:a16="http://schemas.microsoft.com/office/drawing/2014/main" id="{7C5EBE75-9DC1-911A-0D91-4A4CBD6FB12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3" name="rc321">
              <a:extLst>
                <a:ext uri="{FF2B5EF4-FFF2-40B4-BE49-F238E27FC236}">
                  <a16:creationId xmlns:a16="http://schemas.microsoft.com/office/drawing/2014/main" id="{4269AA30-961A-681E-0B73-1472DAC9B62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4" name="rc322">
              <a:extLst>
                <a:ext uri="{FF2B5EF4-FFF2-40B4-BE49-F238E27FC236}">
                  <a16:creationId xmlns:a16="http://schemas.microsoft.com/office/drawing/2014/main" id="{C52D43E1-BFFA-9514-4D8D-3E73378432A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5" name="rc323">
              <a:extLst>
                <a:ext uri="{FF2B5EF4-FFF2-40B4-BE49-F238E27FC236}">
                  <a16:creationId xmlns:a16="http://schemas.microsoft.com/office/drawing/2014/main" id="{FB12755F-42D7-0840-5084-95AB00D3564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6" name="rc324">
              <a:extLst>
                <a:ext uri="{FF2B5EF4-FFF2-40B4-BE49-F238E27FC236}">
                  <a16:creationId xmlns:a16="http://schemas.microsoft.com/office/drawing/2014/main" id="{D478DF77-45C3-86C3-AADE-D8C2A7866FF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7" name="rc325">
              <a:extLst>
                <a:ext uri="{FF2B5EF4-FFF2-40B4-BE49-F238E27FC236}">
                  <a16:creationId xmlns:a16="http://schemas.microsoft.com/office/drawing/2014/main" id="{7720DFAC-373A-6869-A80D-9EFF1CE7CA2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8" name="rc326">
              <a:extLst>
                <a:ext uri="{FF2B5EF4-FFF2-40B4-BE49-F238E27FC236}">
                  <a16:creationId xmlns:a16="http://schemas.microsoft.com/office/drawing/2014/main" id="{BCAFAAE2-4040-6644-FC09-88E8F8DBC62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9" name="rc327">
              <a:extLst>
                <a:ext uri="{FF2B5EF4-FFF2-40B4-BE49-F238E27FC236}">
                  <a16:creationId xmlns:a16="http://schemas.microsoft.com/office/drawing/2014/main" id="{EBCD49F2-E9B5-77BA-B8F6-E2B7C630025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0" name="rc328">
              <a:extLst>
                <a:ext uri="{FF2B5EF4-FFF2-40B4-BE49-F238E27FC236}">
                  <a16:creationId xmlns:a16="http://schemas.microsoft.com/office/drawing/2014/main" id="{D51ACA84-8799-EE3E-EC71-A3FEAD058D4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1" name="rc329">
              <a:extLst>
                <a:ext uri="{FF2B5EF4-FFF2-40B4-BE49-F238E27FC236}">
                  <a16:creationId xmlns:a16="http://schemas.microsoft.com/office/drawing/2014/main" id="{7409EA6B-6D79-AF41-166F-62B1A0D64CF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2" name="rc330">
              <a:extLst>
                <a:ext uri="{FF2B5EF4-FFF2-40B4-BE49-F238E27FC236}">
                  <a16:creationId xmlns:a16="http://schemas.microsoft.com/office/drawing/2014/main" id="{A6FE2788-3473-B106-AE2B-73249F094EB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3" name="rc331">
              <a:extLst>
                <a:ext uri="{FF2B5EF4-FFF2-40B4-BE49-F238E27FC236}">
                  <a16:creationId xmlns:a16="http://schemas.microsoft.com/office/drawing/2014/main" id="{8D48EF67-564E-B10A-6F3A-62DA3783A19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4" name="rc332">
              <a:extLst>
                <a:ext uri="{FF2B5EF4-FFF2-40B4-BE49-F238E27FC236}">
                  <a16:creationId xmlns:a16="http://schemas.microsoft.com/office/drawing/2014/main" id="{1249A728-EC4A-8641-1D28-33A7BD6DFA0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5" name="rc333">
              <a:extLst>
                <a:ext uri="{FF2B5EF4-FFF2-40B4-BE49-F238E27FC236}">
                  <a16:creationId xmlns:a16="http://schemas.microsoft.com/office/drawing/2014/main" id="{B9717EF4-B5E8-416F-DB77-B9C79E52B14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6" name="rc334">
              <a:extLst>
                <a:ext uri="{FF2B5EF4-FFF2-40B4-BE49-F238E27FC236}">
                  <a16:creationId xmlns:a16="http://schemas.microsoft.com/office/drawing/2014/main" id="{229DBB54-5029-94B3-C00A-D29239A4659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7" name="rc335">
              <a:extLst>
                <a:ext uri="{FF2B5EF4-FFF2-40B4-BE49-F238E27FC236}">
                  <a16:creationId xmlns:a16="http://schemas.microsoft.com/office/drawing/2014/main" id="{97A84DCB-B9DD-3F40-AE3B-39248B60A8E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8" name="rc336">
              <a:extLst>
                <a:ext uri="{FF2B5EF4-FFF2-40B4-BE49-F238E27FC236}">
                  <a16:creationId xmlns:a16="http://schemas.microsoft.com/office/drawing/2014/main" id="{9A926E63-6C6F-7CB4-F7A3-24D223C7DC2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9" name="rc337">
              <a:extLst>
                <a:ext uri="{FF2B5EF4-FFF2-40B4-BE49-F238E27FC236}">
                  <a16:creationId xmlns:a16="http://schemas.microsoft.com/office/drawing/2014/main" id="{7D6A5796-5437-ABB2-C1B8-3EC2F6588E2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0" name="rc338">
              <a:extLst>
                <a:ext uri="{FF2B5EF4-FFF2-40B4-BE49-F238E27FC236}">
                  <a16:creationId xmlns:a16="http://schemas.microsoft.com/office/drawing/2014/main" id="{C7904F4F-4A82-AC38-D465-3150347AC9F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1" name="rc339">
              <a:extLst>
                <a:ext uri="{FF2B5EF4-FFF2-40B4-BE49-F238E27FC236}">
                  <a16:creationId xmlns:a16="http://schemas.microsoft.com/office/drawing/2014/main" id="{B4220421-5550-8F03-BDC9-EAB594EA80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2" name="rc340">
              <a:extLst>
                <a:ext uri="{FF2B5EF4-FFF2-40B4-BE49-F238E27FC236}">
                  <a16:creationId xmlns:a16="http://schemas.microsoft.com/office/drawing/2014/main" id="{8FE09FE3-4DAB-7C57-85F0-2B2CDFA5E45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3" name="rc341">
              <a:extLst>
                <a:ext uri="{FF2B5EF4-FFF2-40B4-BE49-F238E27FC236}">
                  <a16:creationId xmlns:a16="http://schemas.microsoft.com/office/drawing/2014/main" id="{B1D3539C-F889-8855-6C8F-5999E075828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4" name="rc342">
              <a:extLst>
                <a:ext uri="{FF2B5EF4-FFF2-40B4-BE49-F238E27FC236}">
                  <a16:creationId xmlns:a16="http://schemas.microsoft.com/office/drawing/2014/main" id="{BED24D3E-CB45-1577-381D-65A844A5A5E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5" name="rc343">
              <a:extLst>
                <a:ext uri="{FF2B5EF4-FFF2-40B4-BE49-F238E27FC236}">
                  <a16:creationId xmlns:a16="http://schemas.microsoft.com/office/drawing/2014/main" id="{5F136E3B-2907-4D76-E563-B882C9003BD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6" name="rc344">
              <a:extLst>
                <a:ext uri="{FF2B5EF4-FFF2-40B4-BE49-F238E27FC236}">
                  <a16:creationId xmlns:a16="http://schemas.microsoft.com/office/drawing/2014/main" id="{82676C60-0765-A5DD-4B88-FFFCBE553D8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7" name="rc345">
              <a:extLst>
                <a:ext uri="{FF2B5EF4-FFF2-40B4-BE49-F238E27FC236}">
                  <a16:creationId xmlns:a16="http://schemas.microsoft.com/office/drawing/2014/main" id="{E422FC5E-EAD8-D564-ECCA-9B89C81CB5C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8" name="rc346">
              <a:extLst>
                <a:ext uri="{FF2B5EF4-FFF2-40B4-BE49-F238E27FC236}">
                  <a16:creationId xmlns:a16="http://schemas.microsoft.com/office/drawing/2014/main" id="{5320E215-9934-0D67-3B4E-76D25CFEBB0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9" name="rc347">
              <a:extLst>
                <a:ext uri="{FF2B5EF4-FFF2-40B4-BE49-F238E27FC236}">
                  <a16:creationId xmlns:a16="http://schemas.microsoft.com/office/drawing/2014/main" id="{23F6DE25-6B9B-FFA7-37FA-1321EC3139D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0" name="rc348">
              <a:extLst>
                <a:ext uri="{FF2B5EF4-FFF2-40B4-BE49-F238E27FC236}">
                  <a16:creationId xmlns:a16="http://schemas.microsoft.com/office/drawing/2014/main" id="{01A8680D-F742-FA80-CED8-E27CDA24C57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1" name="rc349">
              <a:extLst>
                <a:ext uri="{FF2B5EF4-FFF2-40B4-BE49-F238E27FC236}">
                  <a16:creationId xmlns:a16="http://schemas.microsoft.com/office/drawing/2014/main" id="{986574DB-302C-F009-3F46-F556C9760B3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2" name="rc350">
              <a:extLst>
                <a:ext uri="{FF2B5EF4-FFF2-40B4-BE49-F238E27FC236}">
                  <a16:creationId xmlns:a16="http://schemas.microsoft.com/office/drawing/2014/main" id="{DCFB15EE-42DB-6A58-372B-EF9905B722C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3" name="rc351">
              <a:extLst>
                <a:ext uri="{FF2B5EF4-FFF2-40B4-BE49-F238E27FC236}">
                  <a16:creationId xmlns:a16="http://schemas.microsoft.com/office/drawing/2014/main" id="{EBF6C4F5-5544-B8AE-3DFD-F7E2E3CE466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4" name="rc352">
              <a:extLst>
                <a:ext uri="{FF2B5EF4-FFF2-40B4-BE49-F238E27FC236}">
                  <a16:creationId xmlns:a16="http://schemas.microsoft.com/office/drawing/2014/main" id="{74ECEA40-257B-1413-EA94-13952D4CBAC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5" name="rc353">
              <a:extLst>
                <a:ext uri="{FF2B5EF4-FFF2-40B4-BE49-F238E27FC236}">
                  <a16:creationId xmlns:a16="http://schemas.microsoft.com/office/drawing/2014/main" id="{881C478B-1018-AB95-37BD-00194A7A7CA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6" name="rc354">
              <a:extLst>
                <a:ext uri="{FF2B5EF4-FFF2-40B4-BE49-F238E27FC236}">
                  <a16:creationId xmlns:a16="http://schemas.microsoft.com/office/drawing/2014/main" id="{256273CD-4F1F-1A0A-27B2-1E7F2938D61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7" name="rc355">
              <a:extLst>
                <a:ext uri="{FF2B5EF4-FFF2-40B4-BE49-F238E27FC236}">
                  <a16:creationId xmlns:a16="http://schemas.microsoft.com/office/drawing/2014/main" id="{8A228B5D-9AA4-5413-EFC6-B9556B69912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8" name="rc356">
              <a:extLst>
                <a:ext uri="{FF2B5EF4-FFF2-40B4-BE49-F238E27FC236}">
                  <a16:creationId xmlns:a16="http://schemas.microsoft.com/office/drawing/2014/main" id="{6BE4E8F3-53AB-E659-9EE1-0362667590C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9" name="rc357">
              <a:extLst>
                <a:ext uri="{FF2B5EF4-FFF2-40B4-BE49-F238E27FC236}">
                  <a16:creationId xmlns:a16="http://schemas.microsoft.com/office/drawing/2014/main" id="{D7F407E2-1EA2-1E07-4B60-E5949B15D97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0" name="rc358">
              <a:extLst>
                <a:ext uri="{FF2B5EF4-FFF2-40B4-BE49-F238E27FC236}">
                  <a16:creationId xmlns:a16="http://schemas.microsoft.com/office/drawing/2014/main" id="{32E5701C-36AE-8F98-624A-D499851B2AD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1" name="rc359">
              <a:extLst>
                <a:ext uri="{FF2B5EF4-FFF2-40B4-BE49-F238E27FC236}">
                  <a16:creationId xmlns:a16="http://schemas.microsoft.com/office/drawing/2014/main" id="{6E7C19A7-3B3D-ACCB-0972-8EDF11CCBB8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2" name="rc360">
              <a:extLst>
                <a:ext uri="{FF2B5EF4-FFF2-40B4-BE49-F238E27FC236}">
                  <a16:creationId xmlns:a16="http://schemas.microsoft.com/office/drawing/2014/main" id="{8A4FD88F-DF0A-55EA-AD49-59CE7BD317C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3" name="rc361">
              <a:extLst>
                <a:ext uri="{FF2B5EF4-FFF2-40B4-BE49-F238E27FC236}">
                  <a16:creationId xmlns:a16="http://schemas.microsoft.com/office/drawing/2014/main" id="{821B4F06-C7FE-87DE-AC2E-5CAAA6E4CEC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4" name="rc362">
              <a:extLst>
                <a:ext uri="{FF2B5EF4-FFF2-40B4-BE49-F238E27FC236}">
                  <a16:creationId xmlns:a16="http://schemas.microsoft.com/office/drawing/2014/main" id="{32E9637D-2361-6499-4A56-53A4D969BFA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5" name="rc363">
              <a:extLst>
                <a:ext uri="{FF2B5EF4-FFF2-40B4-BE49-F238E27FC236}">
                  <a16:creationId xmlns:a16="http://schemas.microsoft.com/office/drawing/2014/main" id="{C74FE562-A809-1EE8-569D-3CE4A2FB73F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6" name="rc364">
              <a:extLst>
                <a:ext uri="{FF2B5EF4-FFF2-40B4-BE49-F238E27FC236}">
                  <a16:creationId xmlns:a16="http://schemas.microsoft.com/office/drawing/2014/main" id="{1077AE15-2554-2E85-4673-DB6E9903C64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7" name="rc365">
              <a:extLst>
                <a:ext uri="{FF2B5EF4-FFF2-40B4-BE49-F238E27FC236}">
                  <a16:creationId xmlns:a16="http://schemas.microsoft.com/office/drawing/2014/main" id="{973083A1-D73A-AAFB-7848-228A9BFB623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8" name="rc366">
              <a:extLst>
                <a:ext uri="{FF2B5EF4-FFF2-40B4-BE49-F238E27FC236}">
                  <a16:creationId xmlns:a16="http://schemas.microsoft.com/office/drawing/2014/main" id="{587961B1-102E-895C-C61F-DF6EBDA9D1A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9" name="rc367">
              <a:extLst>
                <a:ext uri="{FF2B5EF4-FFF2-40B4-BE49-F238E27FC236}">
                  <a16:creationId xmlns:a16="http://schemas.microsoft.com/office/drawing/2014/main" id="{FCBDD203-A40B-B9EC-5610-061F21496BA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0" name="rc368">
              <a:extLst>
                <a:ext uri="{FF2B5EF4-FFF2-40B4-BE49-F238E27FC236}">
                  <a16:creationId xmlns:a16="http://schemas.microsoft.com/office/drawing/2014/main" id="{74A654D9-5B63-EC97-610E-56CE7A1C778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1" name="rc369">
              <a:extLst>
                <a:ext uri="{FF2B5EF4-FFF2-40B4-BE49-F238E27FC236}">
                  <a16:creationId xmlns:a16="http://schemas.microsoft.com/office/drawing/2014/main" id="{4D042397-3B13-B367-5681-4B5444298D7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2" name="rc370">
              <a:extLst>
                <a:ext uri="{FF2B5EF4-FFF2-40B4-BE49-F238E27FC236}">
                  <a16:creationId xmlns:a16="http://schemas.microsoft.com/office/drawing/2014/main" id="{1778BF08-DC33-7126-DBCB-F645075240A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3" name="rc371">
              <a:extLst>
                <a:ext uri="{FF2B5EF4-FFF2-40B4-BE49-F238E27FC236}">
                  <a16:creationId xmlns:a16="http://schemas.microsoft.com/office/drawing/2014/main" id="{3C5C72F4-26EF-6C3F-5E12-66CDCF9AB97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4" name="rc372">
              <a:extLst>
                <a:ext uri="{FF2B5EF4-FFF2-40B4-BE49-F238E27FC236}">
                  <a16:creationId xmlns:a16="http://schemas.microsoft.com/office/drawing/2014/main" id="{ABDAC812-4C40-4B65-FEBA-2B3A56CD7E5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5" name="rc373">
              <a:extLst>
                <a:ext uri="{FF2B5EF4-FFF2-40B4-BE49-F238E27FC236}">
                  <a16:creationId xmlns:a16="http://schemas.microsoft.com/office/drawing/2014/main" id="{40B1A3E6-36F6-2116-91AB-6386C319025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6" name="rc374">
              <a:extLst>
                <a:ext uri="{FF2B5EF4-FFF2-40B4-BE49-F238E27FC236}">
                  <a16:creationId xmlns:a16="http://schemas.microsoft.com/office/drawing/2014/main" id="{FEE3C335-5053-D293-FC88-118535A58C8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7" name="rc375">
              <a:extLst>
                <a:ext uri="{FF2B5EF4-FFF2-40B4-BE49-F238E27FC236}">
                  <a16:creationId xmlns:a16="http://schemas.microsoft.com/office/drawing/2014/main" id="{CFA4BD8A-9740-525C-A672-EED29714A4F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8" name="rc376">
              <a:extLst>
                <a:ext uri="{FF2B5EF4-FFF2-40B4-BE49-F238E27FC236}">
                  <a16:creationId xmlns:a16="http://schemas.microsoft.com/office/drawing/2014/main" id="{8141E5AC-17B3-5D34-E865-B31B558400D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9" name="rc377">
              <a:extLst>
                <a:ext uri="{FF2B5EF4-FFF2-40B4-BE49-F238E27FC236}">
                  <a16:creationId xmlns:a16="http://schemas.microsoft.com/office/drawing/2014/main" id="{B9964295-CBD2-FB25-4814-4C6F4F09A01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0" name="rc378">
              <a:extLst>
                <a:ext uri="{FF2B5EF4-FFF2-40B4-BE49-F238E27FC236}">
                  <a16:creationId xmlns:a16="http://schemas.microsoft.com/office/drawing/2014/main" id="{19CC3F5D-2194-2830-C901-9CC61F36BC5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1" name="rc379">
              <a:extLst>
                <a:ext uri="{FF2B5EF4-FFF2-40B4-BE49-F238E27FC236}">
                  <a16:creationId xmlns:a16="http://schemas.microsoft.com/office/drawing/2014/main" id="{8AF39434-3E3E-832A-4FB4-1DCB1EB21CD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2" name="rc380">
              <a:extLst>
                <a:ext uri="{FF2B5EF4-FFF2-40B4-BE49-F238E27FC236}">
                  <a16:creationId xmlns:a16="http://schemas.microsoft.com/office/drawing/2014/main" id="{54416770-3A52-E440-1801-FA6B0F19704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3" name="rc381">
              <a:extLst>
                <a:ext uri="{FF2B5EF4-FFF2-40B4-BE49-F238E27FC236}">
                  <a16:creationId xmlns:a16="http://schemas.microsoft.com/office/drawing/2014/main" id="{AB623010-3621-9EB5-2387-DA885E5A28E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4" name="rc382">
              <a:extLst>
                <a:ext uri="{FF2B5EF4-FFF2-40B4-BE49-F238E27FC236}">
                  <a16:creationId xmlns:a16="http://schemas.microsoft.com/office/drawing/2014/main" id="{170565F0-1A60-70B0-4208-CE6CDCFA96A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5" name="rc383">
              <a:extLst>
                <a:ext uri="{FF2B5EF4-FFF2-40B4-BE49-F238E27FC236}">
                  <a16:creationId xmlns:a16="http://schemas.microsoft.com/office/drawing/2014/main" id="{FAE4B844-33AD-C0A8-EEF3-4DC7E80E0C6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6" name="rc384">
              <a:extLst>
                <a:ext uri="{FF2B5EF4-FFF2-40B4-BE49-F238E27FC236}">
                  <a16:creationId xmlns:a16="http://schemas.microsoft.com/office/drawing/2014/main" id="{C039A877-721D-39BE-A83D-1CD03DDCE6F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7" name="rc385">
              <a:extLst>
                <a:ext uri="{FF2B5EF4-FFF2-40B4-BE49-F238E27FC236}">
                  <a16:creationId xmlns:a16="http://schemas.microsoft.com/office/drawing/2014/main" id="{CC1F0EDD-6498-84A6-8A48-68EAD0A70E1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8" name="rc386">
              <a:extLst>
                <a:ext uri="{FF2B5EF4-FFF2-40B4-BE49-F238E27FC236}">
                  <a16:creationId xmlns:a16="http://schemas.microsoft.com/office/drawing/2014/main" id="{DB29E31A-9B9A-AA9F-FC37-BA2813A341E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9" name="rc387">
              <a:extLst>
                <a:ext uri="{FF2B5EF4-FFF2-40B4-BE49-F238E27FC236}">
                  <a16:creationId xmlns:a16="http://schemas.microsoft.com/office/drawing/2014/main" id="{FB563483-4C58-E513-BAE9-0109D31DE0B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0" name="rc388">
              <a:extLst>
                <a:ext uri="{FF2B5EF4-FFF2-40B4-BE49-F238E27FC236}">
                  <a16:creationId xmlns:a16="http://schemas.microsoft.com/office/drawing/2014/main" id="{8CCD6AFF-8DB4-0890-7DE3-D3799ADFC50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1" name="rc389">
              <a:extLst>
                <a:ext uri="{FF2B5EF4-FFF2-40B4-BE49-F238E27FC236}">
                  <a16:creationId xmlns:a16="http://schemas.microsoft.com/office/drawing/2014/main" id="{B675AEF8-6F33-F9B0-212F-D48FF56ECB3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2" name="rc390">
              <a:extLst>
                <a:ext uri="{FF2B5EF4-FFF2-40B4-BE49-F238E27FC236}">
                  <a16:creationId xmlns:a16="http://schemas.microsoft.com/office/drawing/2014/main" id="{E0505C33-8A01-B33B-6511-54DC1F26F9B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3" name="rc391">
              <a:extLst>
                <a:ext uri="{FF2B5EF4-FFF2-40B4-BE49-F238E27FC236}">
                  <a16:creationId xmlns:a16="http://schemas.microsoft.com/office/drawing/2014/main" id="{53FD913F-7B4E-E316-837B-75B3323D26B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4" name="rc392">
              <a:extLst>
                <a:ext uri="{FF2B5EF4-FFF2-40B4-BE49-F238E27FC236}">
                  <a16:creationId xmlns:a16="http://schemas.microsoft.com/office/drawing/2014/main" id="{E1DD3C21-1347-5EE7-4E61-2C12F8ECB34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5" name="rc393">
              <a:extLst>
                <a:ext uri="{FF2B5EF4-FFF2-40B4-BE49-F238E27FC236}">
                  <a16:creationId xmlns:a16="http://schemas.microsoft.com/office/drawing/2014/main" id="{2324B066-53A8-A3F5-B5B1-88F476ED3DF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6" name="rc394">
              <a:extLst>
                <a:ext uri="{FF2B5EF4-FFF2-40B4-BE49-F238E27FC236}">
                  <a16:creationId xmlns:a16="http://schemas.microsoft.com/office/drawing/2014/main" id="{3CB4421D-4579-6D55-D7C2-E1063A8B59D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7" name="rc395">
              <a:extLst>
                <a:ext uri="{FF2B5EF4-FFF2-40B4-BE49-F238E27FC236}">
                  <a16:creationId xmlns:a16="http://schemas.microsoft.com/office/drawing/2014/main" id="{795E11E0-E115-2B95-BE86-0355546B90F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8" name="rc396">
              <a:extLst>
                <a:ext uri="{FF2B5EF4-FFF2-40B4-BE49-F238E27FC236}">
                  <a16:creationId xmlns:a16="http://schemas.microsoft.com/office/drawing/2014/main" id="{A2B7B8CE-B072-2AD5-1726-541D16081D1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9" name="rc397">
              <a:extLst>
                <a:ext uri="{FF2B5EF4-FFF2-40B4-BE49-F238E27FC236}">
                  <a16:creationId xmlns:a16="http://schemas.microsoft.com/office/drawing/2014/main" id="{06ECB8A7-D806-04FE-B713-F9AA3A27D9C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0" name="rc398">
              <a:extLst>
                <a:ext uri="{FF2B5EF4-FFF2-40B4-BE49-F238E27FC236}">
                  <a16:creationId xmlns:a16="http://schemas.microsoft.com/office/drawing/2014/main" id="{30E6BEB0-8EA3-DE3B-A7C0-9E719440E21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1" name="rc399">
              <a:extLst>
                <a:ext uri="{FF2B5EF4-FFF2-40B4-BE49-F238E27FC236}">
                  <a16:creationId xmlns:a16="http://schemas.microsoft.com/office/drawing/2014/main" id="{73EF341E-C3F6-CA43-2730-F27ED772A12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2" name="rc400">
              <a:extLst>
                <a:ext uri="{FF2B5EF4-FFF2-40B4-BE49-F238E27FC236}">
                  <a16:creationId xmlns:a16="http://schemas.microsoft.com/office/drawing/2014/main" id="{111FE5D8-C3E7-98A1-235D-4ABACB52E2A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3" name="rc401">
              <a:extLst>
                <a:ext uri="{FF2B5EF4-FFF2-40B4-BE49-F238E27FC236}">
                  <a16:creationId xmlns:a16="http://schemas.microsoft.com/office/drawing/2014/main" id="{12D12FBE-845B-B4C7-C830-BC6F87630D7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4" name="rc402">
              <a:extLst>
                <a:ext uri="{FF2B5EF4-FFF2-40B4-BE49-F238E27FC236}">
                  <a16:creationId xmlns:a16="http://schemas.microsoft.com/office/drawing/2014/main" id="{D8EDC507-A898-1240-DC6F-E3456556DB5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5" name="rc403">
              <a:extLst>
                <a:ext uri="{FF2B5EF4-FFF2-40B4-BE49-F238E27FC236}">
                  <a16:creationId xmlns:a16="http://schemas.microsoft.com/office/drawing/2014/main" id="{EB051276-ED3E-7F20-188E-961A0A60FB4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6" name="rc404">
              <a:extLst>
                <a:ext uri="{FF2B5EF4-FFF2-40B4-BE49-F238E27FC236}">
                  <a16:creationId xmlns:a16="http://schemas.microsoft.com/office/drawing/2014/main" id="{601EC3A6-A5D2-025D-D5E5-81F9C4B9A17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7" name="rc405">
              <a:extLst>
                <a:ext uri="{FF2B5EF4-FFF2-40B4-BE49-F238E27FC236}">
                  <a16:creationId xmlns:a16="http://schemas.microsoft.com/office/drawing/2014/main" id="{A7274A39-4B39-F66B-8241-A7ACA4F723B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8" name="rc406">
              <a:extLst>
                <a:ext uri="{FF2B5EF4-FFF2-40B4-BE49-F238E27FC236}">
                  <a16:creationId xmlns:a16="http://schemas.microsoft.com/office/drawing/2014/main" id="{96C68908-B13D-1A48-888F-5180B41730F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9" name="rc407">
              <a:extLst>
                <a:ext uri="{FF2B5EF4-FFF2-40B4-BE49-F238E27FC236}">
                  <a16:creationId xmlns:a16="http://schemas.microsoft.com/office/drawing/2014/main" id="{985F5E7D-4038-8A12-A0EA-060CFD3F910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0" name="rc408">
              <a:extLst>
                <a:ext uri="{FF2B5EF4-FFF2-40B4-BE49-F238E27FC236}">
                  <a16:creationId xmlns:a16="http://schemas.microsoft.com/office/drawing/2014/main" id="{5A08222D-2DB6-4F57-8A98-9ECE00466BE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1" name="rc409">
              <a:extLst>
                <a:ext uri="{FF2B5EF4-FFF2-40B4-BE49-F238E27FC236}">
                  <a16:creationId xmlns:a16="http://schemas.microsoft.com/office/drawing/2014/main" id="{AE881BB6-5570-437F-D9ED-42F71269E4A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2" name="rc410">
              <a:extLst>
                <a:ext uri="{FF2B5EF4-FFF2-40B4-BE49-F238E27FC236}">
                  <a16:creationId xmlns:a16="http://schemas.microsoft.com/office/drawing/2014/main" id="{67F46283-B6E3-82DF-052D-C5B216149F0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3" name="rc411">
              <a:extLst>
                <a:ext uri="{FF2B5EF4-FFF2-40B4-BE49-F238E27FC236}">
                  <a16:creationId xmlns:a16="http://schemas.microsoft.com/office/drawing/2014/main" id="{68EB7F15-D085-4FF4-05C7-C7F552A18F0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4" name="rc412">
              <a:extLst>
                <a:ext uri="{FF2B5EF4-FFF2-40B4-BE49-F238E27FC236}">
                  <a16:creationId xmlns:a16="http://schemas.microsoft.com/office/drawing/2014/main" id="{59BBF308-9203-47E1-FC58-DD45C930871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5" name="rc413">
              <a:extLst>
                <a:ext uri="{FF2B5EF4-FFF2-40B4-BE49-F238E27FC236}">
                  <a16:creationId xmlns:a16="http://schemas.microsoft.com/office/drawing/2014/main" id="{DFD18D40-0566-61CF-ADAB-3678F3C818F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6" name="rc414">
              <a:extLst>
                <a:ext uri="{FF2B5EF4-FFF2-40B4-BE49-F238E27FC236}">
                  <a16:creationId xmlns:a16="http://schemas.microsoft.com/office/drawing/2014/main" id="{AF017B9A-8741-5F79-0EAF-4FB3360E804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7" name="rc415">
              <a:extLst>
                <a:ext uri="{FF2B5EF4-FFF2-40B4-BE49-F238E27FC236}">
                  <a16:creationId xmlns:a16="http://schemas.microsoft.com/office/drawing/2014/main" id="{B71072CD-C07C-CA0C-8391-CC715F5B721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8" name="rc416">
              <a:extLst>
                <a:ext uri="{FF2B5EF4-FFF2-40B4-BE49-F238E27FC236}">
                  <a16:creationId xmlns:a16="http://schemas.microsoft.com/office/drawing/2014/main" id="{E55FB8FC-2310-974A-2E77-78AA03422C5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9" name="rc417">
              <a:extLst>
                <a:ext uri="{FF2B5EF4-FFF2-40B4-BE49-F238E27FC236}">
                  <a16:creationId xmlns:a16="http://schemas.microsoft.com/office/drawing/2014/main" id="{FB832954-392A-230C-878A-20E63C44DCF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0" name="rc418">
              <a:extLst>
                <a:ext uri="{FF2B5EF4-FFF2-40B4-BE49-F238E27FC236}">
                  <a16:creationId xmlns:a16="http://schemas.microsoft.com/office/drawing/2014/main" id="{A1E35714-4F1A-C35D-67CF-EB8B63A4B49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1" name="rc419">
              <a:extLst>
                <a:ext uri="{FF2B5EF4-FFF2-40B4-BE49-F238E27FC236}">
                  <a16:creationId xmlns:a16="http://schemas.microsoft.com/office/drawing/2014/main" id="{693030B0-D9AF-C5B3-CEDA-71142D00299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2" name="rc420">
              <a:extLst>
                <a:ext uri="{FF2B5EF4-FFF2-40B4-BE49-F238E27FC236}">
                  <a16:creationId xmlns:a16="http://schemas.microsoft.com/office/drawing/2014/main" id="{4D9E586C-2B7E-439D-B5B7-D7401A09386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3" name="rc421">
              <a:extLst>
                <a:ext uri="{FF2B5EF4-FFF2-40B4-BE49-F238E27FC236}">
                  <a16:creationId xmlns:a16="http://schemas.microsoft.com/office/drawing/2014/main" id="{1C7AC5AF-4892-C08B-1463-AA73FA3E814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4" name="rc422">
              <a:extLst>
                <a:ext uri="{FF2B5EF4-FFF2-40B4-BE49-F238E27FC236}">
                  <a16:creationId xmlns:a16="http://schemas.microsoft.com/office/drawing/2014/main" id="{B032AF26-EB72-F2B5-8CD0-45987599FF5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5" name="rc423">
              <a:extLst>
                <a:ext uri="{FF2B5EF4-FFF2-40B4-BE49-F238E27FC236}">
                  <a16:creationId xmlns:a16="http://schemas.microsoft.com/office/drawing/2014/main" id="{974B075B-83ED-CC3A-440F-CA16EC77649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6" name="rc424">
              <a:extLst>
                <a:ext uri="{FF2B5EF4-FFF2-40B4-BE49-F238E27FC236}">
                  <a16:creationId xmlns:a16="http://schemas.microsoft.com/office/drawing/2014/main" id="{5A307957-D77A-C27A-A1D7-202EDF6C68F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7" name="rc425">
              <a:extLst>
                <a:ext uri="{FF2B5EF4-FFF2-40B4-BE49-F238E27FC236}">
                  <a16:creationId xmlns:a16="http://schemas.microsoft.com/office/drawing/2014/main" id="{8B8B8DF3-0901-A03F-5F0A-B45B88AE9E1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8" name="rc426">
              <a:extLst>
                <a:ext uri="{FF2B5EF4-FFF2-40B4-BE49-F238E27FC236}">
                  <a16:creationId xmlns:a16="http://schemas.microsoft.com/office/drawing/2014/main" id="{16EAC366-5751-61BF-8B42-0931DB9A9DE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9" name="rc427">
              <a:extLst>
                <a:ext uri="{FF2B5EF4-FFF2-40B4-BE49-F238E27FC236}">
                  <a16:creationId xmlns:a16="http://schemas.microsoft.com/office/drawing/2014/main" id="{B6EC99C7-72E1-C690-C4E8-7B05C4BE7F2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0" name="rc428">
              <a:extLst>
                <a:ext uri="{FF2B5EF4-FFF2-40B4-BE49-F238E27FC236}">
                  <a16:creationId xmlns:a16="http://schemas.microsoft.com/office/drawing/2014/main" id="{117EF3D0-A07C-0F67-B4D0-B3AAF430A41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1" name="rc429">
              <a:extLst>
                <a:ext uri="{FF2B5EF4-FFF2-40B4-BE49-F238E27FC236}">
                  <a16:creationId xmlns:a16="http://schemas.microsoft.com/office/drawing/2014/main" id="{07A7B91B-2182-E9D1-9D4B-B6412D2BC06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2" name="rc430">
              <a:extLst>
                <a:ext uri="{FF2B5EF4-FFF2-40B4-BE49-F238E27FC236}">
                  <a16:creationId xmlns:a16="http://schemas.microsoft.com/office/drawing/2014/main" id="{FFD36883-0524-3DC3-A14E-1FCEA46179B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3" name="rc431">
              <a:extLst>
                <a:ext uri="{FF2B5EF4-FFF2-40B4-BE49-F238E27FC236}">
                  <a16:creationId xmlns:a16="http://schemas.microsoft.com/office/drawing/2014/main" id="{4AF7252A-EA9E-8EBF-5BEE-92437453C88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4" name="rc432">
              <a:extLst>
                <a:ext uri="{FF2B5EF4-FFF2-40B4-BE49-F238E27FC236}">
                  <a16:creationId xmlns:a16="http://schemas.microsoft.com/office/drawing/2014/main" id="{5663CBAC-7E91-0FCB-8766-B66AE52378C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5" name="rc433">
              <a:extLst>
                <a:ext uri="{FF2B5EF4-FFF2-40B4-BE49-F238E27FC236}">
                  <a16:creationId xmlns:a16="http://schemas.microsoft.com/office/drawing/2014/main" id="{D90FEE94-A297-3E95-990C-4F8E4063EA4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6" name="rc434">
              <a:extLst>
                <a:ext uri="{FF2B5EF4-FFF2-40B4-BE49-F238E27FC236}">
                  <a16:creationId xmlns:a16="http://schemas.microsoft.com/office/drawing/2014/main" id="{10B7282C-225B-EE0B-BFF5-7D2D199F14C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7" name="rc435">
              <a:extLst>
                <a:ext uri="{FF2B5EF4-FFF2-40B4-BE49-F238E27FC236}">
                  <a16:creationId xmlns:a16="http://schemas.microsoft.com/office/drawing/2014/main" id="{5DDA7559-EC21-B014-379D-C1D670AFDBF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8" name="rc436">
              <a:extLst>
                <a:ext uri="{FF2B5EF4-FFF2-40B4-BE49-F238E27FC236}">
                  <a16:creationId xmlns:a16="http://schemas.microsoft.com/office/drawing/2014/main" id="{32F6A7BF-37D3-28DE-E158-9FEF65F6096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9" name="rc437">
              <a:extLst>
                <a:ext uri="{FF2B5EF4-FFF2-40B4-BE49-F238E27FC236}">
                  <a16:creationId xmlns:a16="http://schemas.microsoft.com/office/drawing/2014/main" id="{5F30A1DA-79B5-B79F-FC56-993B55A17D0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0" name="rc438">
              <a:extLst>
                <a:ext uri="{FF2B5EF4-FFF2-40B4-BE49-F238E27FC236}">
                  <a16:creationId xmlns:a16="http://schemas.microsoft.com/office/drawing/2014/main" id="{CF582B52-F72A-311F-CFB4-7422129DD0F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1" name="rc439">
              <a:extLst>
                <a:ext uri="{FF2B5EF4-FFF2-40B4-BE49-F238E27FC236}">
                  <a16:creationId xmlns:a16="http://schemas.microsoft.com/office/drawing/2014/main" id="{6F9022BB-708D-7FC3-4E06-63BBDF88831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2" name="rc440">
              <a:extLst>
                <a:ext uri="{FF2B5EF4-FFF2-40B4-BE49-F238E27FC236}">
                  <a16:creationId xmlns:a16="http://schemas.microsoft.com/office/drawing/2014/main" id="{1388CC70-0D19-DC09-B97D-DA2919B23C8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3" name="rc441">
              <a:extLst>
                <a:ext uri="{FF2B5EF4-FFF2-40B4-BE49-F238E27FC236}">
                  <a16:creationId xmlns:a16="http://schemas.microsoft.com/office/drawing/2014/main" id="{DD1B71FB-CA1A-484D-5190-376B9522216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4" name="rc442">
              <a:extLst>
                <a:ext uri="{FF2B5EF4-FFF2-40B4-BE49-F238E27FC236}">
                  <a16:creationId xmlns:a16="http://schemas.microsoft.com/office/drawing/2014/main" id="{814AFBE2-154E-C8BA-B7A9-02171935510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5" name="rc443">
              <a:extLst>
                <a:ext uri="{FF2B5EF4-FFF2-40B4-BE49-F238E27FC236}">
                  <a16:creationId xmlns:a16="http://schemas.microsoft.com/office/drawing/2014/main" id="{FADCCFC9-4386-1AAE-C8D9-9315F53B57D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6" name="rc444">
              <a:extLst>
                <a:ext uri="{FF2B5EF4-FFF2-40B4-BE49-F238E27FC236}">
                  <a16:creationId xmlns:a16="http://schemas.microsoft.com/office/drawing/2014/main" id="{51070293-7F14-D7C8-83C2-CECC8940D83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7" name="rc445">
              <a:extLst>
                <a:ext uri="{FF2B5EF4-FFF2-40B4-BE49-F238E27FC236}">
                  <a16:creationId xmlns:a16="http://schemas.microsoft.com/office/drawing/2014/main" id="{7875E151-2540-1E70-5973-619D44FFFEF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8" name="rc446">
              <a:extLst>
                <a:ext uri="{FF2B5EF4-FFF2-40B4-BE49-F238E27FC236}">
                  <a16:creationId xmlns:a16="http://schemas.microsoft.com/office/drawing/2014/main" id="{5E903A37-815D-CE83-2166-2311BE0779D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9" name="rc447">
              <a:extLst>
                <a:ext uri="{FF2B5EF4-FFF2-40B4-BE49-F238E27FC236}">
                  <a16:creationId xmlns:a16="http://schemas.microsoft.com/office/drawing/2014/main" id="{DF99C404-06EF-8DAA-2AA3-55D22847962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0" name="rc448">
              <a:extLst>
                <a:ext uri="{FF2B5EF4-FFF2-40B4-BE49-F238E27FC236}">
                  <a16:creationId xmlns:a16="http://schemas.microsoft.com/office/drawing/2014/main" id="{9C824848-5645-E01B-39F6-78190B98E8D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1" name="rc449">
              <a:extLst>
                <a:ext uri="{FF2B5EF4-FFF2-40B4-BE49-F238E27FC236}">
                  <a16:creationId xmlns:a16="http://schemas.microsoft.com/office/drawing/2014/main" id="{E56A609E-6050-0FDA-9935-E1820419281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2" name="rc450">
              <a:extLst>
                <a:ext uri="{FF2B5EF4-FFF2-40B4-BE49-F238E27FC236}">
                  <a16:creationId xmlns:a16="http://schemas.microsoft.com/office/drawing/2014/main" id="{FAC8F3CE-69BC-5AB2-281F-4CD6CEF87CE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3" name="rc451">
              <a:extLst>
                <a:ext uri="{FF2B5EF4-FFF2-40B4-BE49-F238E27FC236}">
                  <a16:creationId xmlns:a16="http://schemas.microsoft.com/office/drawing/2014/main" id="{55D45253-2B73-FD28-4E8C-54B171193B5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4" name="rc452">
              <a:extLst>
                <a:ext uri="{FF2B5EF4-FFF2-40B4-BE49-F238E27FC236}">
                  <a16:creationId xmlns:a16="http://schemas.microsoft.com/office/drawing/2014/main" id="{8BC3EF38-D0C6-11A3-EF45-6BCE7AFAB98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5" name="rc453">
              <a:extLst>
                <a:ext uri="{FF2B5EF4-FFF2-40B4-BE49-F238E27FC236}">
                  <a16:creationId xmlns:a16="http://schemas.microsoft.com/office/drawing/2014/main" id="{C50FCE71-6BCD-A7BB-075D-5CAA96003B1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6" name="rc454">
              <a:extLst>
                <a:ext uri="{FF2B5EF4-FFF2-40B4-BE49-F238E27FC236}">
                  <a16:creationId xmlns:a16="http://schemas.microsoft.com/office/drawing/2014/main" id="{BFCB920B-00E5-7782-35A6-E88ED190EE3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7" name="rc455">
              <a:extLst>
                <a:ext uri="{FF2B5EF4-FFF2-40B4-BE49-F238E27FC236}">
                  <a16:creationId xmlns:a16="http://schemas.microsoft.com/office/drawing/2014/main" id="{A46DB29E-0BD1-B2EE-5FFF-C05B173358E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8" name="rc456">
              <a:extLst>
                <a:ext uri="{FF2B5EF4-FFF2-40B4-BE49-F238E27FC236}">
                  <a16:creationId xmlns:a16="http://schemas.microsoft.com/office/drawing/2014/main" id="{D3FDD7CC-8221-E982-B6BE-4437E9D4384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9" name="rc457">
              <a:extLst>
                <a:ext uri="{FF2B5EF4-FFF2-40B4-BE49-F238E27FC236}">
                  <a16:creationId xmlns:a16="http://schemas.microsoft.com/office/drawing/2014/main" id="{02915088-C768-3520-71F2-0F2BEEC2174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0" name="rc458">
              <a:extLst>
                <a:ext uri="{FF2B5EF4-FFF2-40B4-BE49-F238E27FC236}">
                  <a16:creationId xmlns:a16="http://schemas.microsoft.com/office/drawing/2014/main" id="{C66CB3CA-B002-ECB6-8D50-C26F63736A0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1" name="rc459">
              <a:extLst>
                <a:ext uri="{FF2B5EF4-FFF2-40B4-BE49-F238E27FC236}">
                  <a16:creationId xmlns:a16="http://schemas.microsoft.com/office/drawing/2014/main" id="{D265BA09-48FF-8DFD-A923-5DE2ADCE29F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2" name="rc460">
              <a:extLst>
                <a:ext uri="{FF2B5EF4-FFF2-40B4-BE49-F238E27FC236}">
                  <a16:creationId xmlns:a16="http://schemas.microsoft.com/office/drawing/2014/main" id="{145D360A-7B43-353D-ECA9-64E6E0357AC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3" name="rc461">
              <a:extLst>
                <a:ext uri="{FF2B5EF4-FFF2-40B4-BE49-F238E27FC236}">
                  <a16:creationId xmlns:a16="http://schemas.microsoft.com/office/drawing/2014/main" id="{95C8DD1F-A197-4077-1E76-F7C8FEF0659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4" name="rc462">
              <a:extLst>
                <a:ext uri="{FF2B5EF4-FFF2-40B4-BE49-F238E27FC236}">
                  <a16:creationId xmlns:a16="http://schemas.microsoft.com/office/drawing/2014/main" id="{F219D4DF-9F9C-504F-D928-35E46928FDA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5" name="rc463">
              <a:extLst>
                <a:ext uri="{FF2B5EF4-FFF2-40B4-BE49-F238E27FC236}">
                  <a16:creationId xmlns:a16="http://schemas.microsoft.com/office/drawing/2014/main" id="{8194C356-9577-3F0D-B999-40B9A67423F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6" name="rc464">
              <a:extLst>
                <a:ext uri="{FF2B5EF4-FFF2-40B4-BE49-F238E27FC236}">
                  <a16:creationId xmlns:a16="http://schemas.microsoft.com/office/drawing/2014/main" id="{EAD55C42-1DF9-3A33-08AC-E5E27499A4F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7" name="rc465">
              <a:extLst>
                <a:ext uri="{FF2B5EF4-FFF2-40B4-BE49-F238E27FC236}">
                  <a16:creationId xmlns:a16="http://schemas.microsoft.com/office/drawing/2014/main" id="{4E7A4363-7B94-46DB-ACFC-4B5EBD2B7E7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8" name="rc466">
              <a:extLst>
                <a:ext uri="{FF2B5EF4-FFF2-40B4-BE49-F238E27FC236}">
                  <a16:creationId xmlns:a16="http://schemas.microsoft.com/office/drawing/2014/main" id="{B2257BFF-C818-FD1A-D503-8DC55975BDF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9" name="rc467">
              <a:extLst>
                <a:ext uri="{FF2B5EF4-FFF2-40B4-BE49-F238E27FC236}">
                  <a16:creationId xmlns:a16="http://schemas.microsoft.com/office/drawing/2014/main" id="{7D4BF643-10FC-EB8E-1DF5-995DE20263E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0" name="rc468">
              <a:extLst>
                <a:ext uri="{FF2B5EF4-FFF2-40B4-BE49-F238E27FC236}">
                  <a16:creationId xmlns:a16="http://schemas.microsoft.com/office/drawing/2014/main" id="{DA952692-7AD0-DBBD-98E7-19ED0C5B6FE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1" name="rc469">
              <a:extLst>
                <a:ext uri="{FF2B5EF4-FFF2-40B4-BE49-F238E27FC236}">
                  <a16:creationId xmlns:a16="http://schemas.microsoft.com/office/drawing/2014/main" id="{1452C1D5-140D-4FB3-5EF5-C80D5A8AEBE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2" name="rc470">
              <a:extLst>
                <a:ext uri="{FF2B5EF4-FFF2-40B4-BE49-F238E27FC236}">
                  <a16:creationId xmlns:a16="http://schemas.microsoft.com/office/drawing/2014/main" id="{EF30051E-4EC8-3ED2-78D1-CD4D31C6EE9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3" name="rc471">
              <a:extLst>
                <a:ext uri="{FF2B5EF4-FFF2-40B4-BE49-F238E27FC236}">
                  <a16:creationId xmlns:a16="http://schemas.microsoft.com/office/drawing/2014/main" id="{E834566C-D935-7447-440C-64BE9932400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4" name="rc472">
              <a:extLst>
                <a:ext uri="{FF2B5EF4-FFF2-40B4-BE49-F238E27FC236}">
                  <a16:creationId xmlns:a16="http://schemas.microsoft.com/office/drawing/2014/main" id="{6E279DBD-FD6C-204A-E2EF-4FE871807A2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5" name="rc473">
              <a:extLst>
                <a:ext uri="{FF2B5EF4-FFF2-40B4-BE49-F238E27FC236}">
                  <a16:creationId xmlns:a16="http://schemas.microsoft.com/office/drawing/2014/main" id="{3A65A9AE-8A69-449E-2A7B-509267942CC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6" name="rc474">
              <a:extLst>
                <a:ext uri="{FF2B5EF4-FFF2-40B4-BE49-F238E27FC236}">
                  <a16:creationId xmlns:a16="http://schemas.microsoft.com/office/drawing/2014/main" id="{950E028E-461D-2651-B001-E72121C94EE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7" name="rc475">
              <a:extLst>
                <a:ext uri="{FF2B5EF4-FFF2-40B4-BE49-F238E27FC236}">
                  <a16:creationId xmlns:a16="http://schemas.microsoft.com/office/drawing/2014/main" id="{C991456B-ED5C-EB6A-9049-CECA7281F29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8" name="rc476">
              <a:extLst>
                <a:ext uri="{FF2B5EF4-FFF2-40B4-BE49-F238E27FC236}">
                  <a16:creationId xmlns:a16="http://schemas.microsoft.com/office/drawing/2014/main" id="{901CD6E1-B950-B952-6A81-A14DC1DCF67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9" name="rc477">
              <a:extLst>
                <a:ext uri="{FF2B5EF4-FFF2-40B4-BE49-F238E27FC236}">
                  <a16:creationId xmlns:a16="http://schemas.microsoft.com/office/drawing/2014/main" id="{C269261B-124F-C5A7-BE28-3BB4E90C1D2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0" name="rc478">
              <a:extLst>
                <a:ext uri="{FF2B5EF4-FFF2-40B4-BE49-F238E27FC236}">
                  <a16:creationId xmlns:a16="http://schemas.microsoft.com/office/drawing/2014/main" id="{325C6EB8-8B64-1AA8-306F-7738F856A40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1" name="rc479">
              <a:extLst>
                <a:ext uri="{FF2B5EF4-FFF2-40B4-BE49-F238E27FC236}">
                  <a16:creationId xmlns:a16="http://schemas.microsoft.com/office/drawing/2014/main" id="{DEE1E462-D437-EBBF-CBD2-6549599D5C6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2" name="rc480">
              <a:extLst>
                <a:ext uri="{FF2B5EF4-FFF2-40B4-BE49-F238E27FC236}">
                  <a16:creationId xmlns:a16="http://schemas.microsoft.com/office/drawing/2014/main" id="{23377508-F04B-F086-1EF9-EAB81ABD14D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3" name="rc481">
              <a:extLst>
                <a:ext uri="{FF2B5EF4-FFF2-40B4-BE49-F238E27FC236}">
                  <a16:creationId xmlns:a16="http://schemas.microsoft.com/office/drawing/2014/main" id="{48CB1C7E-496E-D696-5084-315CF58B52B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4" name="rc482">
              <a:extLst>
                <a:ext uri="{FF2B5EF4-FFF2-40B4-BE49-F238E27FC236}">
                  <a16:creationId xmlns:a16="http://schemas.microsoft.com/office/drawing/2014/main" id="{1E67E0F8-BE35-1E2D-81A5-09F711B51DB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5" name="rc483">
              <a:extLst>
                <a:ext uri="{FF2B5EF4-FFF2-40B4-BE49-F238E27FC236}">
                  <a16:creationId xmlns:a16="http://schemas.microsoft.com/office/drawing/2014/main" id="{62F71618-6119-20AC-E880-3F087DCCF84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6" name="rc484">
              <a:extLst>
                <a:ext uri="{FF2B5EF4-FFF2-40B4-BE49-F238E27FC236}">
                  <a16:creationId xmlns:a16="http://schemas.microsoft.com/office/drawing/2014/main" id="{CAF8934F-3262-1B58-BA50-6F559CEC73A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7" name="rc485">
              <a:extLst>
                <a:ext uri="{FF2B5EF4-FFF2-40B4-BE49-F238E27FC236}">
                  <a16:creationId xmlns:a16="http://schemas.microsoft.com/office/drawing/2014/main" id="{8AFA50C7-D142-2189-E671-2F79FCC81B7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8" name="rc486">
              <a:extLst>
                <a:ext uri="{FF2B5EF4-FFF2-40B4-BE49-F238E27FC236}">
                  <a16:creationId xmlns:a16="http://schemas.microsoft.com/office/drawing/2014/main" id="{5770C17F-29A9-3D77-C1A5-96713DF044D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9" name="rc487">
              <a:extLst>
                <a:ext uri="{FF2B5EF4-FFF2-40B4-BE49-F238E27FC236}">
                  <a16:creationId xmlns:a16="http://schemas.microsoft.com/office/drawing/2014/main" id="{90CF5435-14EA-663D-9EA1-9BCB7524A5E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0" name="rc488">
              <a:extLst>
                <a:ext uri="{FF2B5EF4-FFF2-40B4-BE49-F238E27FC236}">
                  <a16:creationId xmlns:a16="http://schemas.microsoft.com/office/drawing/2014/main" id="{15DB082F-5FD8-5785-46D6-664CD926DC6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1" name="rc489">
              <a:extLst>
                <a:ext uri="{FF2B5EF4-FFF2-40B4-BE49-F238E27FC236}">
                  <a16:creationId xmlns:a16="http://schemas.microsoft.com/office/drawing/2014/main" id="{1413A69C-DB44-0E49-E1A8-452AC6012DF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2" name="rc490">
              <a:extLst>
                <a:ext uri="{FF2B5EF4-FFF2-40B4-BE49-F238E27FC236}">
                  <a16:creationId xmlns:a16="http://schemas.microsoft.com/office/drawing/2014/main" id="{9D7BDD26-107E-869F-39F2-F89906F9E88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3" name="rc491">
              <a:extLst>
                <a:ext uri="{FF2B5EF4-FFF2-40B4-BE49-F238E27FC236}">
                  <a16:creationId xmlns:a16="http://schemas.microsoft.com/office/drawing/2014/main" id="{EF2A5A05-9B0C-282F-9AA1-7899093E7B2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4" name="rc492">
              <a:extLst>
                <a:ext uri="{FF2B5EF4-FFF2-40B4-BE49-F238E27FC236}">
                  <a16:creationId xmlns:a16="http://schemas.microsoft.com/office/drawing/2014/main" id="{F7B9D518-908E-7CF7-F8A4-4D922FDA8D0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5" name="rc493">
              <a:extLst>
                <a:ext uri="{FF2B5EF4-FFF2-40B4-BE49-F238E27FC236}">
                  <a16:creationId xmlns:a16="http://schemas.microsoft.com/office/drawing/2014/main" id="{B4B56A0A-849E-2E04-02EF-359E4D1DA86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6" name="rc494">
              <a:extLst>
                <a:ext uri="{FF2B5EF4-FFF2-40B4-BE49-F238E27FC236}">
                  <a16:creationId xmlns:a16="http://schemas.microsoft.com/office/drawing/2014/main" id="{C5D2DAD9-B8CC-F728-6B06-3A3DB57AF47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7" name="rc495">
              <a:extLst>
                <a:ext uri="{FF2B5EF4-FFF2-40B4-BE49-F238E27FC236}">
                  <a16:creationId xmlns:a16="http://schemas.microsoft.com/office/drawing/2014/main" id="{FC515E02-71FA-31D0-9F93-F9BB8B1005F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8" name="rc496">
              <a:extLst>
                <a:ext uri="{FF2B5EF4-FFF2-40B4-BE49-F238E27FC236}">
                  <a16:creationId xmlns:a16="http://schemas.microsoft.com/office/drawing/2014/main" id="{69A82A74-EFF6-D319-6610-AA0420657DE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9" name="rc497">
              <a:extLst>
                <a:ext uri="{FF2B5EF4-FFF2-40B4-BE49-F238E27FC236}">
                  <a16:creationId xmlns:a16="http://schemas.microsoft.com/office/drawing/2014/main" id="{95311ECD-7D55-68CB-DC40-5C936779E00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0" name="rc498">
              <a:extLst>
                <a:ext uri="{FF2B5EF4-FFF2-40B4-BE49-F238E27FC236}">
                  <a16:creationId xmlns:a16="http://schemas.microsoft.com/office/drawing/2014/main" id="{ABBC238A-91EF-B848-D7B8-810358FBFBD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1" name="rc499">
              <a:extLst>
                <a:ext uri="{FF2B5EF4-FFF2-40B4-BE49-F238E27FC236}">
                  <a16:creationId xmlns:a16="http://schemas.microsoft.com/office/drawing/2014/main" id="{3AC7BA14-55FD-68E2-7962-AE7D9C234A6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2" name="rc500">
              <a:extLst>
                <a:ext uri="{FF2B5EF4-FFF2-40B4-BE49-F238E27FC236}">
                  <a16:creationId xmlns:a16="http://schemas.microsoft.com/office/drawing/2014/main" id="{96F61470-74E0-5B83-0B0D-5882005639F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3" name="rc501">
              <a:extLst>
                <a:ext uri="{FF2B5EF4-FFF2-40B4-BE49-F238E27FC236}">
                  <a16:creationId xmlns:a16="http://schemas.microsoft.com/office/drawing/2014/main" id="{B6A8AFC9-6082-9CD0-25BD-9AE7AEA5F9C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4" name="rc502">
              <a:extLst>
                <a:ext uri="{FF2B5EF4-FFF2-40B4-BE49-F238E27FC236}">
                  <a16:creationId xmlns:a16="http://schemas.microsoft.com/office/drawing/2014/main" id="{2F8A0700-0BD7-CFCD-BF99-E0CD7EA729A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5" name="rc503">
              <a:extLst>
                <a:ext uri="{FF2B5EF4-FFF2-40B4-BE49-F238E27FC236}">
                  <a16:creationId xmlns:a16="http://schemas.microsoft.com/office/drawing/2014/main" id="{56512705-DAED-9C1A-7359-C27D13A787F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6" name="rc504">
              <a:extLst>
                <a:ext uri="{FF2B5EF4-FFF2-40B4-BE49-F238E27FC236}">
                  <a16:creationId xmlns:a16="http://schemas.microsoft.com/office/drawing/2014/main" id="{88A3E966-5436-9469-3BCE-A05DAFAEEE4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7" name="rc505">
              <a:extLst>
                <a:ext uri="{FF2B5EF4-FFF2-40B4-BE49-F238E27FC236}">
                  <a16:creationId xmlns:a16="http://schemas.microsoft.com/office/drawing/2014/main" id="{0FAD5405-DE35-DE8F-695D-0B44589AA8C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8" name="rc506">
              <a:extLst>
                <a:ext uri="{FF2B5EF4-FFF2-40B4-BE49-F238E27FC236}">
                  <a16:creationId xmlns:a16="http://schemas.microsoft.com/office/drawing/2014/main" id="{EC2D84AB-F6BF-4EAB-2284-E4051D9B0D3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9" name="rc507">
              <a:extLst>
                <a:ext uri="{FF2B5EF4-FFF2-40B4-BE49-F238E27FC236}">
                  <a16:creationId xmlns:a16="http://schemas.microsoft.com/office/drawing/2014/main" id="{A315A2E4-BAF9-3923-22E8-80D8EE07577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0" name="rc508">
              <a:extLst>
                <a:ext uri="{FF2B5EF4-FFF2-40B4-BE49-F238E27FC236}">
                  <a16:creationId xmlns:a16="http://schemas.microsoft.com/office/drawing/2014/main" id="{3ED15172-A7E5-7837-EB36-B77FAC82FB4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1" name="rc509">
              <a:extLst>
                <a:ext uri="{FF2B5EF4-FFF2-40B4-BE49-F238E27FC236}">
                  <a16:creationId xmlns:a16="http://schemas.microsoft.com/office/drawing/2014/main" id="{A792B7EB-9F98-590D-A869-CD359534E11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2" name="rc510">
              <a:extLst>
                <a:ext uri="{FF2B5EF4-FFF2-40B4-BE49-F238E27FC236}">
                  <a16:creationId xmlns:a16="http://schemas.microsoft.com/office/drawing/2014/main" id="{9FA3A515-598C-DD16-4A7D-CA8BDAEB090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3" name="rc511">
              <a:extLst>
                <a:ext uri="{FF2B5EF4-FFF2-40B4-BE49-F238E27FC236}">
                  <a16:creationId xmlns:a16="http://schemas.microsoft.com/office/drawing/2014/main" id="{49C9DB8E-FBBE-B945-AFB3-77DE44167C1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4" name="rc512">
              <a:extLst>
                <a:ext uri="{FF2B5EF4-FFF2-40B4-BE49-F238E27FC236}">
                  <a16:creationId xmlns:a16="http://schemas.microsoft.com/office/drawing/2014/main" id="{382DC1F1-C8C5-5466-D585-17A855727E2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5" name="rc513">
              <a:extLst>
                <a:ext uri="{FF2B5EF4-FFF2-40B4-BE49-F238E27FC236}">
                  <a16:creationId xmlns:a16="http://schemas.microsoft.com/office/drawing/2014/main" id="{A53CE53E-8FE2-538A-7EED-B0EF6C98E7B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6" name="rc514">
              <a:extLst>
                <a:ext uri="{FF2B5EF4-FFF2-40B4-BE49-F238E27FC236}">
                  <a16:creationId xmlns:a16="http://schemas.microsoft.com/office/drawing/2014/main" id="{17F266B7-4D1F-33AC-80A7-983FF82042F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7" name="rc515">
              <a:extLst>
                <a:ext uri="{FF2B5EF4-FFF2-40B4-BE49-F238E27FC236}">
                  <a16:creationId xmlns:a16="http://schemas.microsoft.com/office/drawing/2014/main" id="{E4FC77B4-053A-B7FC-E3C5-60BC5542E76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8" name="rc516">
              <a:extLst>
                <a:ext uri="{FF2B5EF4-FFF2-40B4-BE49-F238E27FC236}">
                  <a16:creationId xmlns:a16="http://schemas.microsoft.com/office/drawing/2014/main" id="{58419E21-0555-8B16-5FDC-E6FBCCC7DB2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9" name="rc517">
              <a:extLst>
                <a:ext uri="{FF2B5EF4-FFF2-40B4-BE49-F238E27FC236}">
                  <a16:creationId xmlns:a16="http://schemas.microsoft.com/office/drawing/2014/main" id="{765ACD2E-CE88-3E5E-7419-BBD5F77736C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0" name="rc518">
              <a:extLst>
                <a:ext uri="{FF2B5EF4-FFF2-40B4-BE49-F238E27FC236}">
                  <a16:creationId xmlns:a16="http://schemas.microsoft.com/office/drawing/2014/main" id="{BE877383-E9AE-0E45-D16E-0FCEB197FE9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1" name="rc519">
              <a:extLst>
                <a:ext uri="{FF2B5EF4-FFF2-40B4-BE49-F238E27FC236}">
                  <a16:creationId xmlns:a16="http://schemas.microsoft.com/office/drawing/2014/main" id="{7865CA92-0864-F82C-D505-91E18619328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2" name="rc520">
              <a:extLst>
                <a:ext uri="{FF2B5EF4-FFF2-40B4-BE49-F238E27FC236}">
                  <a16:creationId xmlns:a16="http://schemas.microsoft.com/office/drawing/2014/main" id="{03A6282E-3004-4A0C-7D06-D3ABF602BBA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3" name="rc521">
              <a:extLst>
                <a:ext uri="{FF2B5EF4-FFF2-40B4-BE49-F238E27FC236}">
                  <a16:creationId xmlns:a16="http://schemas.microsoft.com/office/drawing/2014/main" id="{0ABD9CC8-6240-A487-3FF7-2F080D3FED6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4" name="rc522">
              <a:extLst>
                <a:ext uri="{FF2B5EF4-FFF2-40B4-BE49-F238E27FC236}">
                  <a16:creationId xmlns:a16="http://schemas.microsoft.com/office/drawing/2014/main" id="{58566CE4-B6FD-3CCF-1981-C142745FD2A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5" name="rc523">
              <a:extLst>
                <a:ext uri="{FF2B5EF4-FFF2-40B4-BE49-F238E27FC236}">
                  <a16:creationId xmlns:a16="http://schemas.microsoft.com/office/drawing/2014/main" id="{B8E75BFE-0F0F-DC2A-B8D1-0F78B55F9ED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6" name="rc524">
              <a:extLst>
                <a:ext uri="{FF2B5EF4-FFF2-40B4-BE49-F238E27FC236}">
                  <a16:creationId xmlns:a16="http://schemas.microsoft.com/office/drawing/2014/main" id="{BE9AA0E6-5295-84E9-1E5F-31420BCA87D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7" name="rc525">
              <a:extLst>
                <a:ext uri="{FF2B5EF4-FFF2-40B4-BE49-F238E27FC236}">
                  <a16:creationId xmlns:a16="http://schemas.microsoft.com/office/drawing/2014/main" id="{D42C6F04-E2FF-59C5-EE1D-5A29887748F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8" name="rc526">
              <a:extLst>
                <a:ext uri="{FF2B5EF4-FFF2-40B4-BE49-F238E27FC236}">
                  <a16:creationId xmlns:a16="http://schemas.microsoft.com/office/drawing/2014/main" id="{9B723F2D-AAFC-996E-08FA-577F65B7146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9" name="rc527">
              <a:extLst>
                <a:ext uri="{FF2B5EF4-FFF2-40B4-BE49-F238E27FC236}">
                  <a16:creationId xmlns:a16="http://schemas.microsoft.com/office/drawing/2014/main" id="{BA0CF61D-32B7-DF4A-3416-EF05B4D31E1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0" name="rc528">
              <a:extLst>
                <a:ext uri="{FF2B5EF4-FFF2-40B4-BE49-F238E27FC236}">
                  <a16:creationId xmlns:a16="http://schemas.microsoft.com/office/drawing/2014/main" id="{F6832858-8D52-4CE2-FBBE-48F1F48D0EF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1" name="rc529">
              <a:extLst>
                <a:ext uri="{FF2B5EF4-FFF2-40B4-BE49-F238E27FC236}">
                  <a16:creationId xmlns:a16="http://schemas.microsoft.com/office/drawing/2014/main" id="{17F3B263-BB76-110C-A5F5-BAE702F3668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2" name="rc530">
              <a:extLst>
                <a:ext uri="{FF2B5EF4-FFF2-40B4-BE49-F238E27FC236}">
                  <a16:creationId xmlns:a16="http://schemas.microsoft.com/office/drawing/2014/main" id="{B71BE065-017E-BBC4-7637-0929D3EBF6F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3" name="rc531">
              <a:extLst>
                <a:ext uri="{FF2B5EF4-FFF2-40B4-BE49-F238E27FC236}">
                  <a16:creationId xmlns:a16="http://schemas.microsoft.com/office/drawing/2014/main" id="{53C413AA-64EC-B1A4-CD88-85BEF985B4B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4" name="rc532">
              <a:extLst>
                <a:ext uri="{FF2B5EF4-FFF2-40B4-BE49-F238E27FC236}">
                  <a16:creationId xmlns:a16="http://schemas.microsoft.com/office/drawing/2014/main" id="{230623E4-4FA4-7EFF-7AFE-54A335232BD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5" name="rc533">
              <a:extLst>
                <a:ext uri="{FF2B5EF4-FFF2-40B4-BE49-F238E27FC236}">
                  <a16:creationId xmlns:a16="http://schemas.microsoft.com/office/drawing/2014/main" id="{7416B5E9-A525-0CA8-7B1C-F9FB7CAB755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6" name="rc534">
              <a:extLst>
                <a:ext uri="{FF2B5EF4-FFF2-40B4-BE49-F238E27FC236}">
                  <a16:creationId xmlns:a16="http://schemas.microsoft.com/office/drawing/2014/main" id="{BDFDD971-58BC-E9BE-1DC7-FC0D4FBB723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7" name="rc535">
              <a:extLst>
                <a:ext uri="{FF2B5EF4-FFF2-40B4-BE49-F238E27FC236}">
                  <a16:creationId xmlns:a16="http://schemas.microsoft.com/office/drawing/2014/main" id="{8F7FCF96-BF36-A7AA-9E2F-BAEEC40B8C3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8" name="rc536">
              <a:extLst>
                <a:ext uri="{FF2B5EF4-FFF2-40B4-BE49-F238E27FC236}">
                  <a16:creationId xmlns:a16="http://schemas.microsoft.com/office/drawing/2014/main" id="{108307B4-3CC9-9A2B-B291-7CBC420D426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9" name="rc537">
              <a:extLst>
                <a:ext uri="{FF2B5EF4-FFF2-40B4-BE49-F238E27FC236}">
                  <a16:creationId xmlns:a16="http://schemas.microsoft.com/office/drawing/2014/main" id="{EEAF9711-1422-7883-DD0F-E4F60D2C6D9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0" name="rc538">
              <a:extLst>
                <a:ext uri="{FF2B5EF4-FFF2-40B4-BE49-F238E27FC236}">
                  <a16:creationId xmlns:a16="http://schemas.microsoft.com/office/drawing/2014/main" id="{F8AE8AB2-13D3-5A20-2863-469C7C545FE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1" name="rc539">
              <a:extLst>
                <a:ext uri="{FF2B5EF4-FFF2-40B4-BE49-F238E27FC236}">
                  <a16:creationId xmlns:a16="http://schemas.microsoft.com/office/drawing/2014/main" id="{682F2B6C-8661-819A-39B8-05F6B2978BD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2" name="rc540">
              <a:extLst>
                <a:ext uri="{FF2B5EF4-FFF2-40B4-BE49-F238E27FC236}">
                  <a16:creationId xmlns:a16="http://schemas.microsoft.com/office/drawing/2014/main" id="{B09AC4EC-F201-2E35-7768-2CB4F1327B5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3" name="rc541">
              <a:extLst>
                <a:ext uri="{FF2B5EF4-FFF2-40B4-BE49-F238E27FC236}">
                  <a16:creationId xmlns:a16="http://schemas.microsoft.com/office/drawing/2014/main" id="{DFAE2C99-EB39-6959-594C-3D19A3BADB9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4" name="rc542">
              <a:extLst>
                <a:ext uri="{FF2B5EF4-FFF2-40B4-BE49-F238E27FC236}">
                  <a16:creationId xmlns:a16="http://schemas.microsoft.com/office/drawing/2014/main" id="{F60ABC9B-8425-EB99-8979-9AA3FCD6321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5" name="rc543">
              <a:extLst>
                <a:ext uri="{FF2B5EF4-FFF2-40B4-BE49-F238E27FC236}">
                  <a16:creationId xmlns:a16="http://schemas.microsoft.com/office/drawing/2014/main" id="{41C1119B-7887-C52D-3D2B-2DF8BCF30DF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6" name="rc544">
              <a:extLst>
                <a:ext uri="{FF2B5EF4-FFF2-40B4-BE49-F238E27FC236}">
                  <a16:creationId xmlns:a16="http://schemas.microsoft.com/office/drawing/2014/main" id="{771BC455-BC4F-069F-A7E8-A42C4A244E6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7" name="rc545">
              <a:extLst>
                <a:ext uri="{FF2B5EF4-FFF2-40B4-BE49-F238E27FC236}">
                  <a16:creationId xmlns:a16="http://schemas.microsoft.com/office/drawing/2014/main" id="{F2D6F5BA-D2A2-A995-AA11-0FE983F0569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8" name="rc546">
              <a:extLst>
                <a:ext uri="{FF2B5EF4-FFF2-40B4-BE49-F238E27FC236}">
                  <a16:creationId xmlns:a16="http://schemas.microsoft.com/office/drawing/2014/main" id="{CE56EF61-24C9-87FE-6B12-DFCBF9F1400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9" name="rc547">
              <a:extLst>
                <a:ext uri="{FF2B5EF4-FFF2-40B4-BE49-F238E27FC236}">
                  <a16:creationId xmlns:a16="http://schemas.microsoft.com/office/drawing/2014/main" id="{BE7E2448-62C2-04E0-8128-E4F2A64F090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0" name="rc548">
              <a:extLst>
                <a:ext uri="{FF2B5EF4-FFF2-40B4-BE49-F238E27FC236}">
                  <a16:creationId xmlns:a16="http://schemas.microsoft.com/office/drawing/2014/main" id="{50DA7F93-52FB-2E15-9D95-7E9810BC5E7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1" name="rc549">
              <a:extLst>
                <a:ext uri="{FF2B5EF4-FFF2-40B4-BE49-F238E27FC236}">
                  <a16:creationId xmlns:a16="http://schemas.microsoft.com/office/drawing/2014/main" id="{D43CEFE4-C086-A7C8-94D3-B2DE21FAE5C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2" name="rc550">
              <a:extLst>
                <a:ext uri="{FF2B5EF4-FFF2-40B4-BE49-F238E27FC236}">
                  <a16:creationId xmlns:a16="http://schemas.microsoft.com/office/drawing/2014/main" id="{E17C35E2-418A-E593-4791-43623FEE6A7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3" name="rc551">
              <a:extLst>
                <a:ext uri="{FF2B5EF4-FFF2-40B4-BE49-F238E27FC236}">
                  <a16:creationId xmlns:a16="http://schemas.microsoft.com/office/drawing/2014/main" id="{71174322-D3B7-D3BE-3F33-407089C837F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4" name="rc552">
              <a:extLst>
                <a:ext uri="{FF2B5EF4-FFF2-40B4-BE49-F238E27FC236}">
                  <a16:creationId xmlns:a16="http://schemas.microsoft.com/office/drawing/2014/main" id="{66E20E67-6362-BCBE-0D78-D9871D1639C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5" name="rc553">
              <a:extLst>
                <a:ext uri="{FF2B5EF4-FFF2-40B4-BE49-F238E27FC236}">
                  <a16:creationId xmlns:a16="http://schemas.microsoft.com/office/drawing/2014/main" id="{122106B7-6137-8A70-6215-4EBA508071F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6" name="rc554">
              <a:extLst>
                <a:ext uri="{FF2B5EF4-FFF2-40B4-BE49-F238E27FC236}">
                  <a16:creationId xmlns:a16="http://schemas.microsoft.com/office/drawing/2014/main" id="{B32CE752-2122-52EA-6AE8-16A4986C344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7" name="rc555">
              <a:extLst>
                <a:ext uri="{FF2B5EF4-FFF2-40B4-BE49-F238E27FC236}">
                  <a16:creationId xmlns:a16="http://schemas.microsoft.com/office/drawing/2014/main" id="{C140B49B-0365-2CC3-8A52-921C2447E95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8" name="rc556">
              <a:extLst>
                <a:ext uri="{FF2B5EF4-FFF2-40B4-BE49-F238E27FC236}">
                  <a16:creationId xmlns:a16="http://schemas.microsoft.com/office/drawing/2014/main" id="{EE9DEC2B-381E-12EC-EF3F-7813D1B93A2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9" name="rc557">
              <a:extLst>
                <a:ext uri="{FF2B5EF4-FFF2-40B4-BE49-F238E27FC236}">
                  <a16:creationId xmlns:a16="http://schemas.microsoft.com/office/drawing/2014/main" id="{8DB40127-50D3-041E-0475-9BB17F98BA8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0" name="rc558">
              <a:extLst>
                <a:ext uri="{FF2B5EF4-FFF2-40B4-BE49-F238E27FC236}">
                  <a16:creationId xmlns:a16="http://schemas.microsoft.com/office/drawing/2014/main" id="{DEEC1F28-404F-66C4-2B0F-F40BF38B188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1" name="rc559">
              <a:extLst>
                <a:ext uri="{FF2B5EF4-FFF2-40B4-BE49-F238E27FC236}">
                  <a16:creationId xmlns:a16="http://schemas.microsoft.com/office/drawing/2014/main" id="{F6F28F59-12C8-DF3D-8AE1-56369C42ED9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2" name="rc560">
              <a:extLst>
                <a:ext uri="{FF2B5EF4-FFF2-40B4-BE49-F238E27FC236}">
                  <a16:creationId xmlns:a16="http://schemas.microsoft.com/office/drawing/2014/main" id="{46B20C02-8E91-7B6B-5673-1D6AC219763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3" name="rc561">
              <a:extLst>
                <a:ext uri="{FF2B5EF4-FFF2-40B4-BE49-F238E27FC236}">
                  <a16:creationId xmlns:a16="http://schemas.microsoft.com/office/drawing/2014/main" id="{C4390AC8-3BA7-BB89-EA98-1823B0652BB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4" name="rc562">
              <a:extLst>
                <a:ext uri="{FF2B5EF4-FFF2-40B4-BE49-F238E27FC236}">
                  <a16:creationId xmlns:a16="http://schemas.microsoft.com/office/drawing/2014/main" id="{F17AA69E-0918-E00C-E330-833A67A8FB9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5" name="rc563">
              <a:extLst>
                <a:ext uri="{FF2B5EF4-FFF2-40B4-BE49-F238E27FC236}">
                  <a16:creationId xmlns:a16="http://schemas.microsoft.com/office/drawing/2014/main" id="{FA39898F-7E54-D0E7-44EA-80CDD41151B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6" name="rc564">
              <a:extLst>
                <a:ext uri="{FF2B5EF4-FFF2-40B4-BE49-F238E27FC236}">
                  <a16:creationId xmlns:a16="http://schemas.microsoft.com/office/drawing/2014/main" id="{36A15369-E3FC-ADD5-C33A-5C3D6002542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7" name="rc565">
              <a:extLst>
                <a:ext uri="{FF2B5EF4-FFF2-40B4-BE49-F238E27FC236}">
                  <a16:creationId xmlns:a16="http://schemas.microsoft.com/office/drawing/2014/main" id="{B8587A4D-04C8-AFE0-BA7B-A6F850F906E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8" name="rc566">
              <a:extLst>
                <a:ext uri="{FF2B5EF4-FFF2-40B4-BE49-F238E27FC236}">
                  <a16:creationId xmlns:a16="http://schemas.microsoft.com/office/drawing/2014/main" id="{62ED635C-14C9-61E6-D55F-8E0303BB1CF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9" name="rc567">
              <a:extLst>
                <a:ext uri="{FF2B5EF4-FFF2-40B4-BE49-F238E27FC236}">
                  <a16:creationId xmlns:a16="http://schemas.microsoft.com/office/drawing/2014/main" id="{35995DB1-65F5-9354-0C64-761B4FE3ADF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0" name="rc568">
              <a:extLst>
                <a:ext uri="{FF2B5EF4-FFF2-40B4-BE49-F238E27FC236}">
                  <a16:creationId xmlns:a16="http://schemas.microsoft.com/office/drawing/2014/main" id="{13B6E0A8-31EC-293B-71B7-B5BF8353258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1" name="rc569">
              <a:extLst>
                <a:ext uri="{FF2B5EF4-FFF2-40B4-BE49-F238E27FC236}">
                  <a16:creationId xmlns:a16="http://schemas.microsoft.com/office/drawing/2014/main" id="{3F6205D5-3A56-B6D2-4865-2160DB6D090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2" name="rc570">
              <a:extLst>
                <a:ext uri="{FF2B5EF4-FFF2-40B4-BE49-F238E27FC236}">
                  <a16:creationId xmlns:a16="http://schemas.microsoft.com/office/drawing/2014/main" id="{03E4A285-CC0C-4363-1A3B-5D83C46717B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3" name="rc571">
              <a:extLst>
                <a:ext uri="{FF2B5EF4-FFF2-40B4-BE49-F238E27FC236}">
                  <a16:creationId xmlns:a16="http://schemas.microsoft.com/office/drawing/2014/main" id="{1A4270A3-833E-A894-4602-82EE25DC225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4" name="rc572">
              <a:extLst>
                <a:ext uri="{FF2B5EF4-FFF2-40B4-BE49-F238E27FC236}">
                  <a16:creationId xmlns:a16="http://schemas.microsoft.com/office/drawing/2014/main" id="{D0A0FCDD-C083-C160-E6FE-BCF713CC54D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5" name="rc573">
              <a:extLst>
                <a:ext uri="{FF2B5EF4-FFF2-40B4-BE49-F238E27FC236}">
                  <a16:creationId xmlns:a16="http://schemas.microsoft.com/office/drawing/2014/main" id="{CEFC8710-2C97-303E-A447-A9BCE3BF188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6" name="rc574">
              <a:extLst>
                <a:ext uri="{FF2B5EF4-FFF2-40B4-BE49-F238E27FC236}">
                  <a16:creationId xmlns:a16="http://schemas.microsoft.com/office/drawing/2014/main" id="{CF958BFF-35A6-DD48-96F4-7B23BB9B553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7" name="rc575">
              <a:extLst>
                <a:ext uri="{FF2B5EF4-FFF2-40B4-BE49-F238E27FC236}">
                  <a16:creationId xmlns:a16="http://schemas.microsoft.com/office/drawing/2014/main" id="{B0BF3D8B-3F7B-3B3A-F499-D88FCECD868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8" name="rc576">
              <a:extLst>
                <a:ext uri="{FF2B5EF4-FFF2-40B4-BE49-F238E27FC236}">
                  <a16:creationId xmlns:a16="http://schemas.microsoft.com/office/drawing/2014/main" id="{AD490F5D-52D9-C4A7-EC78-04BD4449210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9" name="rc577">
              <a:extLst>
                <a:ext uri="{FF2B5EF4-FFF2-40B4-BE49-F238E27FC236}">
                  <a16:creationId xmlns:a16="http://schemas.microsoft.com/office/drawing/2014/main" id="{4813EBC0-4ACC-AA36-6306-01BF5D1733E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0" name="rc578">
              <a:extLst>
                <a:ext uri="{FF2B5EF4-FFF2-40B4-BE49-F238E27FC236}">
                  <a16:creationId xmlns:a16="http://schemas.microsoft.com/office/drawing/2014/main" id="{F9350017-FFE2-783C-922C-CEB8DD0BD02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1" name="rc579">
              <a:extLst>
                <a:ext uri="{FF2B5EF4-FFF2-40B4-BE49-F238E27FC236}">
                  <a16:creationId xmlns:a16="http://schemas.microsoft.com/office/drawing/2014/main" id="{9122CAB4-99E3-5539-23CA-CD597975DA5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2" name="rc580">
              <a:extLst>
                <a:ext uri="{FF2B5EF4-FFF2-40B4-BE49-F238E27FC236}">
                  <a16:creationId xmlns:a16="http://schemas.microsoft.com/office/drawing/2014/main" id="{2872451B-7C82-50EA-582B-F9B7606564E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3" name="rc581">
              <a:extLst>
                <a:ext uri="{FF2B5EF4-FFF2-40B4-BE49-F238E27FC236}">
                  <a16:creationId xmlns:a16="http://schemas.microsoft.com/office/drawing/2014/main" id="{10C4E6E0-BD6E-66A0-A173-518D5E06A6B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4" name="rc582">
              <a:extLst>
                <a:ext uri="{FF2B5EF4-FFF2-40B4-BE49-F238E27FC236}">
                  <a16:creationId xmlns:a16="http://schemas.microsoft.com/office/drawing/2014/main" id="{17668D73-AFF9-4855-F7D7-4CAAE960A50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5" name="rc583">
              <a:extLst>
                <a:ext uri="{FF2B5EF4-FFF2-40B4-BE49-F238E27FC236}">
                  <a16:creationId xmlns:a16="http://schemas.microsoft.com/office/drawing/2014/main" id="{32A35DA0-7BFB-70D0-13B3-E2F2C779585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6" name="rc584">
              <a:extLst>
                <a:ext uri="{FF2B5EF4-FFF2-40B4-BE49-F238E27FC236}">
                  <a16:creationId xmlns:a16="http://schemas.microsoft.com/office/drawing/2014/main" id="{1D36AEE0-4100-877E-5BD2-3EFBC908C11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7" name="rc585">
              <a:extLst>
                <a:ext uri="{FF2B5EF4-FFF2-40B4-BE49-F238E27FC236}">
                  <a16:creationId xmlns:a16="http://schemas.microsoft.com/office/drawing/2014/main" id="{37A73843-6509-3DFC-9EE3-D2B6108BB09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8" name="rc586">
              <a:extLst>
                <a:ext uri="{FF2B5EF4-FFF2-40B4-BE49-F238E27FC236}">
                  <a16:creationId xmlns:a16="http://schemas.microsoft.com/office/drawing/2014/main" id="{1F7B35EC-2970-71D9-B2B1-7ED2BA1A704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9" name="rc587">
              <a:extLst>
                <a:ext uri="{FF2B5EF4-FFF2-40B4-BE49-F238E27FC236}">
                  <a16:creationId xmlns:a16="http://schemas.microsoft.com/office/drawing/2014/main" id="{444D8887-9F5A-2D8C-02C7-117533ADEDA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0" name="rc588">
              <a:extLst>
                <a:ext uri="{FF2B5EF4-FFF2-40B4-BE49-F238E27FC236}">
                  <a16:creationId xmlns:a16="http://schemas.microsoft.com/office/drawing/2014/main" id="{6BFF8DEF-3188-AC9C-91AD-5D78D9B846E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1" name="rc589">
              <a:extLst>
                <a:ext uri="{FF2B5EF4-FFF2-40B4-BE49-F238E27FC236}">
                  <a16:creationId xmlns:a16="http://schemas.microsoft.com/office/drawing/2014/main" id="{9CE4A06F-68AC-5BD9-4209-ED8C6CB7EBB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2" name="rc590">
              <a:extLst>
                <a:ext uri="{FF2B5EF4-FFF2-40B4-BE49-F238E27FC236}">
                  <a16:creationId xmlns:a16="http://schemas.microsoft.com/office/drawing/2014/main" id="{C13A6037-730E-5A0A-61DD-44CD821D5EC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3" name="rc591">
              <a:extLst>
                <a:ext uri="{FF2B5EF4-FFF2-40B4-BE49-F238E27FC236}">
                  <a16:creationId xmlns:a16="http://schemas.microsoft.com/office/drawing/2014/main" id="{A1D96A9B-97BF-37C7-59D1-95278807CA6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4" name="rc592">
              <a:extLst>
                <a:ext uri="{FF2B5EF4-FFF2-40B4-BE49-F238E27FC236}">
                  <a16:creationId xmlns:a16="http://schemas.microsoft.com/office/drawing/2014/main" id="{D7650616-07E9-24BF-855E-460218DDE0F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5" name="rc593">
              <a:extLst>
                <a:ext uri="{FF2B5EF4-FFF2-40B4-BE49-F238E27FC236}">
                  <a16:creationId xmlns:a16="http://schemas.microsoft.com/office/drawing/2014/main" id="{AA9505F1-20ED-180D-E466-B693F61AD04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6" name="rc594">
              <a:extLst>
                <a:ext uri="{FF2B5EF4-FFF2-40B4-BE49-F238E27FC236}">
                  <a16:creationId xmlns:a16="http://schemas.microsoft.com/office/drawing/2014/main" id="{085387D3-BCA9-9CDB-262C-27D345A609C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7" name="rc595">
              <a:extLst>
                <a:ext uri="{FF2B5EF4-FFF2-40B4-BE49-F238E27FC236}">
                  <a16:creationId xmlns:a16="http://schemas.microsoft.com/office/drawing/2014/main" id="{E7B78987-20CF-4E23-C6EB-DF77D93B6B6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8" name="rc596">
              <a:extLst>
                <a:ext uri="{FF2B5EF4-FFF2-40B4-BE49-F238E27FC236}">
                  <a16:creationId xmlns:a16="http://schemas.microsoft.com/office/drawing/2014/main" id="{BF275BB2-C67C-79C9-5326-C21823024D6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9" name="rc597">
              <a:extLst>
                <a:ext uri="{FF2B5EF4-FFF2-40B4-BE49-F238E27FC236}">
                  <a16:creationId xmlns:a16="http://schemas.microsoft.com/office/drawing/2014/main" id="{E9F0C2A6-39A4-61A2-BD0E-08BACB2C453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0" name="rc598">
              <a:extLst>
                <a:ext uri="{FF2B5EF4-FFF2-40B4-BE49-F238E27FC236}">
                  <a16:creationId xmlns:a16="http://schemas.microsoft.com/office/drawing/2014/main" id="{3C0F7008-86F9-9260-DC0B-FDB345F171B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1" name="rc599">
              <a:extLst>
                <a:ext uri="{FF2B5EF4-FFF2-40B4-BE49-F238E27FC236}">
                  <a16:creationId xmlns:a16="http://schemas.microsoft.com/office/drawing/2014/main" id="{7CF9B277-EADD-C5F1-C0E3-EB15308B4CB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2" name="rc600">
              <a:extLst>
                <a:ext uri="{FF2B5EF4-FFF2-40B4-BE49-F238E27FC236}">
                  <a16:creationId xmlns:a16="http://schemas.microsoft.com/office/drawing/2014/main" id="{05E2C940-177C-76E8-455E-238E4E014FD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3" name="rc601">
              <a:extLst>
                <a:ext uri="{FF2B5EF4-FFF2-40B4-BE49-F238E27FC236}">
                  <a16:creationId xmlns:a16="http://schemas.microsoft.com/office/drawing/2014/main" id="{92AC0171-EAFD-7760-2507-CBBB84CD475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4" name="rc602">
              <a:extLst>
                <a:ext uri="{FF2B5EF4-FFF2-40B4-BE49-F238E27FC236}">
                  <a16:creationId xmlns:a16="http://schemas.microsoft.com/office/drawing/2014/main" id="{E35E283C-7925-17A8-550B-CA9FE9A0727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5" name="rc603">
              <a:extLst>
                <a:ext uri="{FF2B5EF4-FFF2-40B4-BE49-F238E27FC236}">
                  <a16:creationId xmlns:a16="http://schemas.microsoft.com/office/drawing/2014/main" id="{D63C4F71-0198-C055-1B02-F2836A29037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6" name="rc604">
              <a:extLst>
                <a:ext uri="{FF2B5EF4-FFF2-40B4-BE49-F238E27FC236}">
                  <a16:creationId xmlns:a16="http://schemas.microsoft.com/office/drawing/2014/main" id="{B460F9FE-34A3-6BB8-0350-A4FCEF626C9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7" name="rc605">
              <a:extLst>
                <a:ext uri="{FF2B5EF4-FFF2-40B4-BE49-F238E27FC236}">
                  <a16:creationId xmlns:a16="http://schemas.microsoft.com/office/drawing/2014/main" id="{F4AFACE6-E4A3-42FE-7313-3C8BD1E56DB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8" name="rc606">
              <a:extLst>
                <a:ext uri="{FF2B5EF4-FFF2-40B4-BE49-F238E27FC236}">
                  <a16:creationId xmlns:a16="http://schemas.microsoft.com/office/drawing/2014/main" id="{3BCC9373-1377-75F2-9FFD-4B2EBB86236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9" name="rc607">
              <a:extLst>
                <a:ext uri="{FF2B5EF4-FFF2-40B4-BE49-F238E27FC236}">
                  <a16:creationId xmlns:a16="http://schemas.microsoft.com/office/drawing/2014/main" id="{471CBAEC-E72F-E665-5B83-0A78FF2DAC9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0" name="rc608">
              <a:extLst>
                <a:ext uri="{FF2B5EF4-FFF2-40B4-BE49-F238E27FC236}">
                  <a16:creationId xmlns:a16="http://schemas.microsoft.com/office/drawing/2014/main" id="{424DB944-B6B2-AE11-CE49-D70C4A1CD85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1" name="rc609">
              <a:extLst>
                <a:ext uri="{FF2B5EF4-FFF2-40B4-BE49-F238E27FC236}">
                  <a16:creationId xmlns:a16="http://schemas.microsoft.com/office/drawing/2014/main" id="{3039085C-AFD1-8310-FA3B-26963BA31AD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2" name="rc610">
              <a:extLst>
                <a:ext uri="{FF2B5EF4-FFF2-40B4-BE49-F238E27FC236}">
                  <a16:creationId xmlns:a16="http://schemas.microsoft.com/office/drawing/2014/main" id="{2BA5E3B8-8036-00FB-E385-C7872B8ED74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3" name="rc611">
              <a:extLst>
                <a:ext uri="{FF2B5EF4-FFF2-40B4-BE49-F238E27FC236}">
                  <a16:creationId xmlns:a16="http://schemas.microsoft.com/office/drawing/2014/main" id="{2B0687A0-CDE0-FAEE-EFD2-4ADBF2FC669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4" name="rc612">
              <a:extLst>
                <a:ext uri="{FF2B5EF4-FFF2-40B4-BE49-F238E27FC236}">
                  <a16:creationId xmlns:a16="http://schemas.microsoft.com/office/drawing/2014/main" id="{99BBAF87-A9DA-9D69-BC3F-21E8DDFD806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5" name="rc613">
              <a:extLst>
                <a:ext uri="{FF2B5EF4-FFF2-40B4-BE49-F238E27FC236}">
                  <a16:creationId xmlns:a16="http://schemas.microsoft.com/office/drawing/2014/main" id="{0D804404-B880-8C5D-9340-5565C5E8A99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6" name="rc614">
              <a:extLst>
                <a:ext uri="{FF2B5EF4-FFF2-40B4-BE49-F238E27FC236}">
                  <a16:creationId xmlns:a16="http://schemas.microsoft.com/office/drawing/2014/main" id="{7F2487E4-0700-0ED1-B841-D3A346EDC04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7" name="rc615">
              <a:extLst>
                <a:ext uri="{FF2B5EF4-FFF2-40B4-BE49-F238E27FC236}">
                  <a16:creationId xmlns:a16="http://schemas.microsoft.com/office/drawing/2014/main" id="{43BC5C09-DB1D-1666-5960-F9222C434DC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8" name="rc616">
              <a:extLst>
                <a:ext uri="{FF2B5EF4-FFF2-40B4-BE49-F238E27FC236}">
                  <a16:creationId xmlns:a16="http://schemas.microsoft.com/office/drawing/2014/main" id="{2CACC1DB-20C6-DEB8-04C3-2DCBEBCCC73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9" name="rc617">
              <a:extLst>
                <a:ext uri="{FF2B5EF4-FFF2-40B4-BE49-F238E27FC236}">
                  <a16:creationId xmlns:a16="http://schemas.microsoft.com/office/drawing/2014/main" id="{AA34D645-65F8-0A57-816E-7AFA16D9CFF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0" name="rc618">
              <a:extLst>
                <a:ext uri="{FF2B5EF4-FFF2-40B4-BE49-F238E27FC236}">
                  <a16:creationId xmlns:a16="http://schemas.microsoft.com/office/drawing/2014/main" id="{88A514DE-CC25-0919-3A25-7F73D2C36F4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1" name="rc619">
              <a:extLst>
                <a:ext uri="{FF2B5EF4-FFF2-40B4-BE49-F238E27FC236}">
                  <a16:creationId xmlns:a16="http://schemas.microsoft.com/office/drawing/2014/main" id="{61047373-1EFD-CD88-208E-0D2DB3BAEA5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2" name="rc620">
              <a:extLst>
                <a:ext uri="{FF2B5EF4-FFF2-40B4-BE49-F238E27FC236}">
                  <a16:creationId xmlns:a16="http://schemas.microsoft.com/office/drawing/2014/main" id="{ADAB8C89-60F7-6218-EF33-54CE0DCEA4F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3" name="rc621">
              <a:extLst>
                <a:ext uri="{FF2B5EF4-FFF2-40B4-BE49-F238E27FC236}">
                  <a16:creationId xmlns:a16="http://schemas.microsoft.com/office/drawing/2014/main" id="{94D79E60-C9DD-930B-D910-50CBBF9EAA3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4" name="rc622">
              <a:extLst>
                <a:ext uri="{FF2B5EF4-FFF2-40B4-BE49-F238E27FC236}">
                  <a16:creationId xmlns:a16="http://schemas.microsoft.com/office/drawing/2014/main" id="{8D3099C4-488E-A15E-027A-BDFF373CA9C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5" name="rc623">
              <a:extLst>
                <a:ext uri="{FF2B5EF4-FFF2-40B4-BE49-F238E27FC236}">
                  <a16:creationId xmlns:a16="http://schemas.microsoft.com/office/drawing/2014/main" id="{A24C8D1D-9598-6A61-F009-5441E405758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6" name="rc624">
              <a:extLst>
                <a:ext uri="{FF2B5EF4-FFF2-40B4-BE49-F238E27FC236}">
                  <a16:creationId xmlns:a16="http://schemas.microsoft.com/office/drawing/2014/main" id="{1DA1B8FF-457B-AA20-E9F4-9E1D308783D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7" name="rc625">
              <a:extLst>
                <a:ext uri="{FF2B5EF4-FFF2-40B4-BE49-F238E27FC236}">
                  <a16:creationId xmlns:a16="http://schemas.microsoft.com/office/drawing/2014/main" id="{42417F70-86DC-C972-11F9-AD2DB7AF5D1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8" name="rc626">
              <a:extLst>
                <a:ext uri="{FF2B5EF4-FFF2-40B4-BE49-F238E27FC236}">
                  <a16:creationId xmlns:a16="http://schemas.microsoft.com/office/drawing/2014/main" id="{0B444B40-2A3B-1F6B-15A3-BA13E96D11A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9" name="rc627">
              <a:extLst>
                <a:ext uri="{FF2B5EF4-FFF2-40B4-BE49-F238E27FC236}">
                  <a16:creationId xmlns:a16="http://schemas.microsoft.com/office/drawing/2014/main" id="{3D56E2B6-33F0-A535-F623-74AD67EDDC9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0" name="rc628">
              <a:extLst>
                <a:ext uri="{FF2B5EF4-FFF2-40B4-BE49-F238E27FC236}">
                  <a16:creationId xmlns:a16="http://schemas.microsoft.com/office/drawing/2014/main" id="{0415E7CA-97D6-7783-B85D-748299BE4FA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1" name="rc629">
              <a:extLst>
                <a:ext uri="{FF2B5EF4-FFF2-40B4-BE49-F238E27FC236}">
                  <a16:creationId xmlns:a16="http://schemas.microsoft.com/office/drawing/2014/main" id="{968B7A29-2DDE-261D-4AD9-1DAE0CEC48D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2" name="rc630">
              <a:extLst>
                <a:ext uri="{FF2B5EF4-FFF2-40B4-BE49-F238E27FC236}">
                  <a16:creationId xmlns:a16="http://schemas.microsoft.com/office/drawing/2014/main" id="{E03D85EF-227F-EE1B-A467-56029BD73BE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3" name="rc631">
              <a:extLst>
                <a:ext uri="{FF2B5EF4-FFF2-40B4-BE49-F238E27FC236}">
                  <a16:creationId xmlns:a16="http://schemas.microsoft.com/office/drawing/2014/main" id="{1495CDDC-9872-B35B-2A58-50753310F79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4" name="rc632">
              <a:extLst>
                <a:ext uri="{FF2B5EF4-FFF2-40B4-BE49-F238E27FC236}">
                  <a16:creationId xmlns:a16="http://schemas.microsoft.com/office/drawing/2014/main" id="{5098D482-B2A1-EACD-03DA-B0E17299689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5" name="rc633">
              <a:extLst>
                <a:ext uri="{FF2B5EF4-FFF2-40B4-BE49-F238E27FC236}">
                  <a16:creationId xmlns:a16="http://schemas.microsoft.com/office/drawing/2014/main" id="{F598ACA0-4FEF-DBF5-AA85-1872EECDED2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6" name="rc634">
              <a:extLst>
                <a:ext uri="{FF2B5EF4-FFF2-40B4-BE49-F238E27FC236}">
                  <a16:creationId xmlns:a16="http://schemas.microsoft.com/office/drawing/2014/main" id="{EBEED1D2-8546-197B-8D5C-9B690DEB136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7" name="rc635">
              <a:extLst>
                <a:ext uri="{FF2B5EF4-FFF2-40B4-BE49-F238E27FC236}">
                  <a16:creationId xmlns:a16="http://schemas.microsoft.com/office/drawing/2014/main" id="{4A418677-5FE8-72F2-95C4-416691139C8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8" name="rc636">
              <a:extLst>
                <a:ext uri="{FF2B5EF4-FFF2-40B4-BE49-F238E27FC236}">
                  <a16:creationId xmlns:a16="http://schemas.microsoft.com/office/drawing/2014/main" id="{6A251A27-5E43-54E3-E80A-8B11F4D5F02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9" name="rc637">
              <a:extLst>
                <a:ext uri="{FF2B5EF4-FFF2-40B4-BE49-F238E27FC236}">
                  <a16:creationId xmlns:a16="http://schemas.microsoft.com/office/drawing/2014/main" id="{4B90037A-447C-5AC6-298D-FD806CA3FBD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0" name="rc638">
              <a:extLst>
                <a:ext uri="{FF2B5EF4-FFF2-40B4-BE49-F238E27FC236}">
                  <a16:creationId xmlns:a16="http://schemas.microsoft.com/office/drawing/2014/main" id="{5DE18C35-6581-7774-A4DB-58478CEEC30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1" name="rc639">
              <a:extLst>
                <a:ext uri="{FF2B5EF4-FFF2-40B4-BE49-F238E27FC236}">
                  <a16:creationId xmlns:a16="http://schemas.microsoft.com/office/drawing/2014/main" id="{2DBB5995-F709-2869-C301-D1568394150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2" name="rc640">
              <a:extLst>
                <a:ext uri="{FF2B5EF4-FFF2-40B4-BE49-F238E27FC236}">
                  <a16:creationId xmlns:a16="http://schemas.microsoft.com/office/drawing/2014/main" id="{9F5E4E04-E63A-4AF0-5716-F16CF4157A7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3" name="rc641">
              <a:extLst>
                <a:ext uri="{FF2B5EF4-FFF2-40B4-BE49-F238E27FC236}">
                  <a16:creationId xmlns:a16="http://schemas.microsoft.com/office/drawing/2014/main" id="{7CFB1C05-3D89-FA3C-EB00-AB4672B8528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4" name="rc642">
              <a:extLst>
                <a:ext uri="{FF2B5EF4-FFF2-40B4-BE49-F238E27FC236}">
                  <a16:creationId xmlns:a16="http://schemas.microsoft.com/office/drawing/2014/main" id="{5DC1A49B-6DA7-7F8F-6CCB-2CE57125024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5" name="rc643">
              <a:extLst>
                <a:ext uri="{FF2B5EF4-FFF2-40B4-BE49-F238E27FC236}">
                  <a16:creationId xmlns:a16="http://schemas.microsoft.com/office/drawing/2014/main" id="{73BF0267-9556-8241-D060-BEFAC4B57BA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6" name="rc644">
              <a:extLst>
                <a:ext uri="{FF2B5EF4-FFF2-40B4-BE49-F238E27FC236}">
                  <a16:creationId xmlns:a16="http://schemas.microsoft.com/office/drawing/2014/main" id="{73FBA425-8B3C-987A-2C44-A1FC043182B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7" name="rc645">
              <a:extLst>
                <a:ext uri="{FF2B5EF4-FFF2-40B4-BE49-F238E27FC236}">
                  <a16:creationId xmlns:a16="http://schemas.microsoft.com/office/drawing/2014/main" id="{BB6D26BD-BA04-5C37-4406-6DB6385498D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8" name="rc646">
              <a:extLst>
                <a:ext uri="{FF2B5EF4-FFF2-40B4-BE49-F238E27FC236}">
                  <a16:creationId xmlns:a16="http://schemas.microsoft.com/office/drawing/2014/main" id="{4C511B31-C7DC-8E76-C2AB-5664CB7B584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9" name="rc647">
              <a:extLst>
                <a:ext uri="{FF2B5EF4-FFF2-40B4-BE49-F238E27FC236}">
                  <a16:creationId xmlns:a16="http://schemas.microsoft.com/office/drawing/2014/main" id="{81AA1FA4-6C5E-41CE-F984-8F995068035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0" name="rc648">
              <a:extLst>
                <a:ext uri="{FF2B5EF4-FFF2-40B4-BE49-F238E27FC236}">
                  <a16:creationId xmlns:a16="http://schemas.microsoft.com/office/drawing/2014/main" id="{9E70DF82-5375-DC9E-71A0-AA9308064C3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1" name="rc649">
              <a:extLst>
                <a:ext uri="{FF2B5EF4-FFF2-40B4-BE49-F238E27FC236}">
                  <a16:creationId xmlns:a16="http://schemas.microsoft.com/office/drawing/2014/main" id="{5DC8465B-6E8F-4971-F4B2-471A4ED4109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2" name="rc650">
              <a:extLst>
                <a:ext uri="{FF2B5EF4-FFF2-40B4-BE49-F238E27FC236}">
                  <a16:creationId xmlns:a16="http://schemas.microsoft.com/office/drawing/2014/main" id="{EF7E8C03-106D-997B-ABC9-025C47AE190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3" name="rc651">
              <a:extLst>
                <a:ext uri="{FF2B5EF4-FFF2-40B4-BE49-F238E27FC236}">
                  <a16:creationId xmlns:a16="http://schemas.microsoft.com/office/drawing/2014/main" id="{3AB7ACFB-1995-7C1E-8308-B43C22ADEB4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4" name="rc652">
              <a:extLst>
                <a:ext uri="{FF2B5EF4-FFF2-40B4-BE49-F238E27FC236}">
                  <a16:creationId xmlns:a16="http://schemas.microsoft.com/office/drawing/2014/main" id="{6BB50A59-637C-97D5-0B8B-2BB5FB7B3F3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5" name="rc653">
              <a:extLst>
                <a:ext uri="{FF2B5EF4-FFF2-40B4-BE49-F238E27FC236}">
                  <a16:creationId xmlns:a16="http://schemas.microsoft.com/office/drawing/2014/main" id="{C8C8987E-3A64-11EC-E6C6-8B711141051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6" name="rc654">
              <a:extLst>
                <a:ext uri="{FF2B5EF4-FFF2-40B4-BE49-F238E27FC236}">
                  <a16:creationId xmlns:a16="http://schemas.microsoft.com/office/drawing/2014/main" id="{2D5E4356-E8FC-0A0B-955D-9A9FFE9D31A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7" name="rc655">
              <a:extLst>
                <a:ext uri="{FF2B5EF4-FFF2-40B4-BE49-F238E27FC236}">
                  <a16:creationId xmlns:a16="http://schemas.microsoft.com/office/drawing/2014/main" id="{07F67B39-F169-1371-347E-C4065E28B76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8" name="rc656">
              <a:extLst>
                <a:ext uri="{FF2B5EF4-FFF2-40B4-BE49-F238E27FC236}">
                  <a16:creationId xmlns:a16="http://schemas.microsoft.com/office/drawing/2014/main" id="{A08EA142-85D5-C154-A990-BD6E637C95B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9" name="rc657">
              <a:extLst>
                <a:ext uri="{FF2B5EF4-FFF2-40B4-BE49-F238E27FC236}">
                  <a16:creationId xmlns:a16="http://schemas.microsoft.com/office/drawing/2014/main" id="{6D91387E-D283-12EB-03C3-907AE30E880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0" name="rc658">
              <a:extLst>
                <a:ext uri="{FF2B5EF4-FFF2-40B4-BE49-F238E27FC236}">
                  <a16:creationId xmlns:a16="http://schemas.microsoft.com/office/drawing/2014/main" id="{DEB82E41-2346-A27A-9DAF-4EBE9D0C216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1" name="rc659">
              <a:extLst>
                <a:ext uri="{FF2B5EF4-FFF2-40B4-BE49-F238E27FC236}">
                  <a16:creationId xmlns:a16="http://schemas.microsoft.com/office/drawing/2014/main" id="{597B5DC3-FDAD-8992-41F7-21531C6173B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2" name="rc660">
              <a:extLst>
                <a:ext uri="{FF2B5EF4-FFF2-40B4-BE49-F238E27FC236}">
                  <a16:creationId xmlns:a16="http://schemas.microsoft.com/office/drawing/2014/main" id="{2318C0CE-A69D-4800-E7ED-0EB033F7E88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3" name="rc661">
              <a:extLst>
                <a:ext uri="{FF2B5EF4-FFF2-40B4-BE49-F238E27FC236}">
                  <a16:creationId xmlns:a16="http://schemas.microsoft.com/office/drawing/2014/main" id="{A2B08029-0BB7-C1E7-0DC5-8814E7F834D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4" name="rc662">
              <a:extLst>
                <a:ext uri="{FF2B5EF4-FFF2-40B4-BE49-F238E27FC236}">
                  <a16:creationId xmlns:a16="http://schemas.microsoft.com/office/drawing/2014/main" id="{AC9C3975-5ECC-28C7-4FE1-C234FC7380D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5" name="rc663">
              <a:extLst>
                <a:ext uri="{FF2B5EF4-FFF2-40B4-BE49-F238E27FC236}">
                  <a16:creationId xmlns:a16="http://schemas.microsoft.com/office/drawing/2014/main" id="{F444B3A7-693B-43D2-38A7-06293DA1492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6" name="rc664">
              <a:extLst>
                <a:ext uri="{FF2B5EF4-FFF2-40B4-BE49-F238E27FC236}">
                  <a16:creationId xmlns:a16="http://schemas.microsoft.com/office/drawing/2014/main" id="{EC1615B3-6C13-B920-0B2A-5B0A90992F5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7" name="rc665">
              <a:extLst>
                <a:ext uri="{FF2B5EF4-FFF2-40B4-BE49-F238E27FC236}">
                  <a16:creationId xmlns:a16="http://schemas.microsoft.com/office/drawing/2014/main" id="{24758C20-C0A2-0406-4CD9-4A2521538A0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8" name="rc666">
              <a:extLst>
                <a:ext uri="{FF2B5EF4-FFF2-40B4-BE49-F238E27FC236}">
                  <a16:creationId xmlns:a16="http://schemas.microsoft.com/office/drawing/2014/main" id="{7EC938D5-F235-008E-C63B-1587557A515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9" name="rc667">
              <a:extLst>
                <a:ext uri="{FF2B5EF4-FFF2-40B4-BE49-F238E27FC236}">
                  <a16:creationId xmlns:a16="http://schemas.microsoft.com/office/drawing/2014/main" id="{BCABCC1F-F74E-F24C-F58B-62B4B3D3BD6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0" name="rc668">
              <a:extLst>
                <a:ext uri="{FF2B5EF4-FFF2-40B4-BE49-F238E27FC236}">
                  <a16:creationId xmlns:a16="http://schemas.microsoft.com/office/drawing/2014/main" id="{D5AEF648-F4D3-F2F2-E06B-297BCA1B9DC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1" name="rc669">
              <a:extLst>
                <a:ext uri="{FF2B5EF4-FFF2-40B4-BE49-F238E27FC236}">
                  <a16:creationId xmlns:a16="http://schemas.microsoft.com/office/drawing/2014/main" id="{18BA0298-49FC-5A09-1893-DB011F04C09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2" name="rc670">
              <a:extLst>
                <a:ext uri="{FF2B5EF4-FFF2-40B4-BE49-F238E27FC236}">
                  <a16:creationId xmlns:a16="http://schemas.microsoft.com/office/drawing/2014/main" id="{885B7A41-D7E3-86C7-0B75-D71ED328BD3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3" name="rc671">
              <a:extLst>
                <a:ext uri="{FF2B5EF4-FFF2-40B4-BE49-F238E27FC236}">
                  <a16:creationId xmlns:a16="http://schemas.microsoft.com/office/drawing/2014/main" id="{56D8F887-BB4A-4754-D43B-DF80193E60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4" name="rc672">
              <a:extLst>
                <a:ext uri="{FF2B5EF4-FFF2-40B4-BE49-F238E27FC236}">
                  <a16:creationId xmlns:a16="http://schemas.microsoft.com/office/drawing/2014/main" id="{A25E9E81-2CB2-6874-D88F-B69E531ADC4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5" name="rc673">
              <a:extLst>
                <a:ext uri="{FF2B5EF4-FFF2-40B4-BE49-F238E27FC236}">
                  <a16:creationId xmlns:a16="http://schemas.microsoft.com/office/drawing/2014/main" id="{8AEA1563-A12A-D687-235D-BF33C3E1C8F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6" name="rc674">
              <a:extLst>
                <a:ext uri="{FF2B5EF4-FFF2-40B4-BE49-F238E27FC236}">
                  <a16:creationId xmlns:a16="http://schemas.microsoft.com/office/drawing/2014/main" id="{F8660AD4-CED1-7926-4AA3-E127FEBA660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7" name="rc675">
              <a:extLst>
                <a:ext uri="{FF2B5EF4-FFF2-40B4-BE49-F238E27FC236}">
                  <a16:creationId xmlns:a16="http://schemas.microsoft.com/office/drawing/2014/main" id="{F4801D07-5C77-466C-639F-54BDE3BA581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8" name="rc676">
              <a:extLst>
                <a:ext uri="{FF2B5EF4-FFF2-40B4-BE49-F238E27FC236}">
                  <a16:creationId xmlns:a16="http://schemas.microsoft.com/office/drawing/2014/main" id="{CDE76B7F-9FBA-1363-D466-FE8F946A19E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9" name="rc677">
              <a:extLst>
                <a:ext uri="{FF2B5EF4-FFF2-40B4-BE49-F238E27FC236}">
                  <a16:creationId xmlns:a16="http://schemas.microsoft.com/office/drawing/2014/main" id="{1FB2B55E-490E-B282-8A6C-83DFB43116D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0" name="rc678">
              <a:extLst>
                <a:ext uri="{FF2B5EF4-FFF2-40B4-BE49-F238E27FC236}">
                  <a16:creationId xmlns:a16="http://schemas.microsoft.com/office/drawing/2014/main" id="{AA0B5263-B1B8-347B-45C2-D632877F831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1" name="rc679">
              <a:extLst>
                <a:ext uri="{FF2B5EF4-FFF2-40B4-BE49-F238E27FC236}">
                  <a16:creationId xmlns:a16="http://schemas.microsoft.com/office/drawing/2014/main" id="{D7EFC8EA-E738-A72B-8323-29DFB5E455A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2" name="rc680">
              <a:extLst>
                <a:ext uri="{FF2B5EF4-FFF2-40B4-BE49-F238E27FC236}">
                  <a16:creationId xmlns:a16="http://schemas.microsoft.com/office/drawing/2014/main" id="{18973D9F-CD72-C842-D868-58DE3E3001A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3" name="rc681">
              <a:extLst>
                <a:ext uri="{FF2B5EF4-FFF2-40B4-BE49-F238E27FC236}">
                  <a16:creationId xmlns:a16="http://schemas.microsoft.com/office/drawing/2014/main" id="{0511240D-7DEA-A482-C34D-B78368891E4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4" name="rc682">
              <a:extLst>
                <a:ext uri="{FF2B5EF4-FFF2-40B4-BE49-F238E27FC236}">
                  <a16:creationId xmlns:a16="http://schemas.microsoft.com/office/drawing/2014/main" id="{00527790-C75B-8170-F139-1AF61969EF6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5" name="rc683">
              <a:extLst>
                <a:ext uri="{FF2B5EF4-FFF2-40B4-BE49-F238E27FC236}">
                  <a16:creationId xmlns:a16="http://schemas.microsoft.com/office/drawing/2014/main" id="{EB1E3CEE-E736-C95D-BA7F-23095FCC4E2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6" name="rc684">
              <a:extLst>
                <a:ext uri="{FF2B5EF4-FFF2-40B4-BE49-F238E27FC236}">
                  <a16:creationId xmlns:a16="http://schemas.microsoft.com/office/drawing/2014/main" id="{E48B5BC8-7168-4AB6-852C-C658D927F52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7" name="rc685">
              <a:extLst>
                <a:ext uri="{FF2B5EF4-FFF2-40B4-BE49-F238E27FC236}">
                  <a16:creationId xmlns:a16="http://schemas.microsoft.com/office/drawing/2014/main" id="{6CFA87FC-BC3D-F465-E7E1-44F1FF7A0A9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8" name="rc686">
              <a:extLst>
                <a:ext uri="{FF2B5EF4-FFF2-40B4-BE49-F238E27FC236}">
                  <a16:creationId xmlns:a16="http://schemas.microsoft.com/office/drawing/2014/main" id="{7A8A0A60-7D64-C4A2-A899-53F80A63B2C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9" name="rc687">
              <a:extLst>
                <a:ext uri="{FF2B5EF4-FFF2-40B4-BE49-F238E27FC236}">
                  <a16:creationId xmlns:a16="http://schemas.microsoft.com/office/drawing/2014/main" id="{C0EBAA0C-8742-C04A-B887-317359B3E91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0" name="rc688">
              <a:extLst>
                <a:ext uri="{FF2B5EF4-FFF2-40B4-BE49-F238E27FC236}">
                  <a16:creationId xmlns:a16="http://schemas.microsoft.com/office/drawing/2014/main" id="{FEAFCA70-4168-7CF1-DA85-543F012CFEC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1" name="rc689">
              <a:extLst>
                <a:ext uri="{FF2B5EF4-FFF2-40B4-BE49-F238E27FC236}">
                  <a16:creationId xmlns:a16="http://schemas.microsoft.com/office/drawing/2014/main" id="{8E971427-7A79-D794-CA8E-C14841702F1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2" name="rc690">
              <a:extLst>
                <a:ext uri="{FF2B5EF4-FFF2-40B4-BE49-F238E27FC236}">
                  <a16:creationId xmlns:a16="http://schemas.microsoft.com/office/drawing/2014/main" id="{351AFE76-B75F-C2EA-1B41-7968C79DC63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3" name="rc691">
              <a:extLst>
                <a:ext uri="{FF2B5EF4-FFF2-40B4-BE49-F238E27FC236}">
                  <a16:creationId xmlns:a16="http://schemas.microsoft.com/office/drawing/2014/main" id="{C0556DBB-30ED-FE99-E2AD-31FFF494D5C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4" name="rc692">
              <a:extLst>
                <a:ext uri="{FF2B5EF4-FFF2-40B4-BE49-F238E27FC236}">
                  <a16:creationId xmlns:a16="http://schemas.microsoft.com/office/drawing/2014/main" id="{CBA658C2-288E-F043-C412-871B0FCBD53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5" name="rc693">
              <a:extLst>
                <a:ext uri="{FF2B5EF4-FFF2-40B4-BE49-F238E27FC236}">
                  <a16:creationId xmlns:a16="http://schemas.microsoft.com/office/drawing/2014/main" id="{26870FEE-CD0A-B656-849F-CF6F43BF36A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6" name="rc694">
              <a:extLst>
                <a:ext uri="{FF2B5EF4-FFF2-40B4-BE49-F238E27FC236}">
                  <a16:creationId xmlns:a16="http://schemas.microsoft.com/office/drawing/2014/main" id="{2148B2AF-C3E1-79B6-A1F0-00C69DE90CA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7" name="rc695">
              <a:extLst>
                <a:ext uri="{FF2B5EF4-FFF2-40B4-BE49-F238E27FC236}">
                  <a16:creationId xmlns:a16="http://schemas.microsoft.com/office/drawing/2014/main" id="{F522D324-CD51-236D-964B-4E57D2D006E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8" name="rc696">
              <a:extLst>
                <a:ext uri="{FF2B5EF4-FFF2-40B4-BE49-F238E27FC236}">
                  <a16:creationId xmlns:a16="http://schemas.microsoft.com/office/drawing/2014/main" id="{EF3738D6-3A30-74D9-A417-25743AF8B4A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9" name="rc697">
              <a:extLst>
                <a:ext uri="{FF2B5EF4-FFF2-40B4-BE49-F238E27FC236}">
                  <a16:creationId xmlns:a16="http://schemas.microsoft.com/office/drawing/2014/main" id="{D60280E5-0055-BDEA-F30B-2B5E44DCA96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0" name="rc698">
              <a:extLst>
                <a:ext uri="{FF2B5EF4-FFF2-40B4-BE49-F238E27FC236}">
                  <a16:creationId xmlns:a16="http://schemas.microsoft.com/office/drawing/2014/main" id="{7B319488-D291-B940-86C9-B2AB3981738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1" name="rc699">
              <a:extLst>
                <a:ext uri="{FF2B5EF4-FFF2-40B4-BE49-F238E27FC236}">
                  <a16:creationId xmlns:a16="http://schemas.microsoft.com/office/drawing/2014/main" id="{CC678501-74DA-A393-33CD-6AA7C847AE5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2" name="rc700">
              <a:extLst>
                <a:ext uri="{FF2B5EF4-FFF2-40B4-BE49-F238E27FC236}">
                  <a16:creationId xmlns:a16="http://schemas.microsoft.com/office/drawing/2014/main" id="{FB19B9AC-DDE1-F76C-DD39-457AB0AB243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3" name="rc701">
              <a:extLst>
                <a:ext uri="{FF2B5EF4-FFF2-40B4-BE49-F238E27FC236}">
                  <a16:creationId xmlns:a16="http://schemas.microsoft.com/office/drawing/2014/main" id="{49E97083-9F36-E672-47FA-7C1C9475815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4" name="rc702">
              <a:extLst>
                <a:ext uri="{FF2B5EF4-FFF2-40B4-BE49-F238E27FC236}">
                  <a16:creationId xmlns:a16="http://schemas.microsoft.com/office/drawing/2014/main" id="{9CC26E05-2565-B4A0-D1E1-512066D1F24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5" name="rc703">
              <a:extLst>
                <a:ext uri="{FF2B5EF4-FFF2-40B4-BE49-F238E27FC236}">
                  <a16:creationId xmlns:a16="http://schemas.microsoft.com/office/drawing/2014/main" id="{3BC6A408-C81A-352A-5367-4478685D706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6" name="rc704">
              <a:extLst>
                <a:ext uri="{FF2B5EF4-FFF2-40B4-BE49-F238E27FC236}">
                  <a16:creationId xmlns:a16="http://schemas.microsoft.com/office/drawing/2014/main" id="{161F6F61-5B47-3E57-F70F-F200CA67F3A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7" name="rc705">
              <a:extLst>
                <a:ext uri="{FF2B5EF4-FFF2-40B4-BE49-F238E27FC236}">
                  <a16:creationId xmlns:a16="http://schemas.microsoft.com/office/drawing/2014/main" id="{AD70350B-E369-E6F6-F64E-D8E663A51FB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8" name="rc706">
              <a:extLst>
                <a:ext uri="{FF2B5EF4-FFF2-40B4-BE49-F238E27FC236}">
                  <a16:creationId xmlns:a16="http://schemas.microsoft.com/office/drawing/2014/main" id="{541B83AB-76D2-9076-ADD9-E5064D5B32B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9" name="rc707">
              <a:extLst>
                <a:ext uri="{FF2B5EF4-FFF2-40B4-BE49-F238E27FC236}">
                  <a16:creationId xmlns:a16="http://schemas.microsoft.com/office/drawing/2014/main" id="{9C026A01-6701-77AD-B06E-87171B17631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0" name="rc708">
              <a:extLst>
                <a:ext uri="{FF2B5EF4-FFF2-40B4-BE49-F238E27FC236}">
                  <a16:creationId xmlns:a16="http://schemas.microsoft.com/office/drawing/2014/main" id="{D7A648D9-A40D-CF59-6203-F97FAB51D3F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1" name="rc709">
              <a:extLst>
                <a:ext uri="{FF2B5EF4-FFF2-40B4-BE49-F238E27FC236}">
                  <a16:creationId xmlns:a16="http://schemas.microsoft.com/office/drawing/2014/main" id="{02B80C6F-6325-7178-76BA-2ED70DEE022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2" name="rc710">
              <a:extLst>
                <a:ext uri="{FF2B5EF4-FFF2-40B4-BE49-F238E27FC236}">
                  <a16:creationId xmlns:a16="http://schemas.microsoft.com/office/drawing/2014/main" id="{54479F13-2F64-3B2C-FC57-9F5180F7C22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3" name="rc711">
              <a:extLst>
                <a:ext uri="{FF2B5EF4-FFF2-40B4-BE49-F238E27FC236}">
                  <a16:creationId xmlns:a16="http://schemas.microsoft.com/office/drawing/2014/main" id="{75C1F321-FFD1-7340-B2D8-D9859F19E05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4" name="rc712">
              <a:extLst>
                <a:ext uri="{FF2B5EF4-FFF2-40B4-BE49-F238E27FC236}">
                  <a16:creationId xmlns:a16="http://schemas.microsoft.com/office/drawing/2014/main" id="{FF1F2852-5259-2F1F-C995-0ED7114F006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5" name="rc713">
              <a:extLst>
                <a:ext uri="{FF2B5EF4-FFF2-40B4-BE49-F238E27FC236}">
                  <a16:creationId xmlns:a16="http://schemas.microsoft.com/office/drawing/2014/main" id="{8E5A3321-58E5-4D9F-E570-5886234C231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6" name="rc714">
              <a:extLst>
                <a:ext uri="{FF2B5EF4-FFF2-40B4-BE49-F238E27FC236}">
                  <a16:creationId xmlns:a16="http://schemas.microsoft.com/office/drawing/2014/main" id="{22B1B55B-A530-872D-A2E4-AD6CD86BF79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7" name="rc715">
              <a:extLst>
                <a:ext uri="{FF2B5EF4-FFF2-40B4-BE49-F238E27FC236}">
                  <a16:creationId xmlns:a16="http://schemas.microsoft.com/office/drawing/2014/main" id="{181B2C4B-4724-624D-4EC4-8CB1894C4BF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8" name="rc716">
              <a:extLst>
                <a:ext uri="{FF2B5EF4-FFF2-40B4-BE49-F238E27FC236}">
                  <a16:creationId xmlns:a16="http://schemas.microsoft.com/office/drawing/2014/main" id="{59F34224-E712-874A-A6B4-98C75E0282F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9" name="rc717">
              <a:extLst>
                <a:ext uri="{FF2B5EF4-FFF2-40B4-BE49-F238E27FC236}">
                  <a16:creationId xmlns:a16="http://schemas.microsoft.com/office/drawing/2014/main" id="{51F6D27C-40EE-4788-CEEE-4C1AE88C0FC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0" name="rc718">
              <a:extLst>
                <a:ext uri="{FF2B5EF4-FFF2-40B4-BE49-F238E27FC236}">
                  <a16:creationId xmlns:a16="http://schemas.microsoft.com/office/drawing/2014/main" id="{8DAD6499-8559-FD1A-60CC-9CC005D71C1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1" name="rc719">
              <a:extLst>
                <a:ext uri="{FF2B5EF4-FFF2-40B4-BE49-F238E27FC236}">
                  <a16:creationId xmlns:a16="http://schemas.microsoft.com/office/drawing/2014/main" id="{D5E0D2F2-D734-74FB-8E61-3CD7990C5AC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2" name="rc720">
              <a:extLst>
                <a:ext uri="{FF2B5EF4-FFF2-40B4-BE49-F238E27FC236}">
                  <a16:creationId xmlns:a16="http://schemas.microsoft.com/office/drawing/2014/main" id="{9F774141-EE10-48E1-6B74-A6A1DD7FEB4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3" name="rc721">
              <a:extLst>
                <a:ext uri="{FF2B5EF4-FFF2-40B4-BE49-F238E27FC236}">
                  <a16:creationId xmlns:a16="http://schemas.microsoft.com/office/drawing/2014/main" id="{7F84FD01-6A3A-C0D8-BC1E-56982B291FF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4" name="rc722">
              <a:extLst>
                <a:ext uri="{FF2B5EF4-FFF2-40B4-BE49-F238E27FC236}">
                  <a16:creationId xmlns:a16="http://schemas.microsoft.com/office/drawing/2014/main" id="{BB346E19-B66F-FB83-BB8A-A015FBEFAA1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5" name="rc723">
              <a:extLst>
                <a:ext uri="{FF2B5EF4-FFF2-40B4-BE49-F238E27FC236}">
                  <a16:creationId xmlns:a16="http://schemas.microsoft.com/office/drawing/2014/main" id="{639B1570-21F3-1FC5-A2FC-CC7BAAF2829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6" name="rc724">
              <a:extLst>
                <a:ext uri="{FF2B5EF4-FFF2-40B4-BE49-F238E27FC236}">
                  <a16:creationId xmlns:a16="http://schemas.microsoft.com/office/drawing/2014/main" id="{5D17C128-C223-69B3-E565-DB7859C9B44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7" name="rc725">
              <a:extLst>
                <a:ext uri="{FF2B5EF4-FFF2-40B4-BE49-F238E27FC236}">
                  <a16:creationId xmlns:a16="http://schemas.microsoft.com/office/drawing/2014/main" id="{A5C0E368-E1F2-96B6-89E6-4B74727134F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8" name="rc726">
              <a:extLst>
                <a:ext uri="{FF2B5EF4-FFF2-40B4-BE49-F238E27FC236}">
                  <a16:creationId xmlns:a16="http://schemas.microsoft.com/office/drawing/2014/main" id="{995F324C-712F-3D4D-2B71-E5C8E96EA87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9" name="rc727">
              <a:extLst>
                <a:ext uri="{FF2B5EF4-FFF2-40B4-BE49-F238E27FC236}">
                  <a16:creationId xmlns:a16="http://schemas.microsoft.com/office/drawing/2014/main" id="{3DA62FB2-FE1B-08BE-1FED-87FBDFBD0A4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0" name="rc728">
              <a:extLst>
                <a:ext uri="{FF2B5EF4-FFF2-40B4-BE49-F238E27FC236}">
                  <a16:creationId xmlns:a16="http://schemas.microsoft.com/office/drawing/2014/main" id="{DE6FB195-FA6E-BEA3-8837-BC088A604A7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1" name="rc729">
              <a:extLst>
                <a:ext uri="{FF2B5EF4-FFF2-40B4-BE49-F238E27FC236}">
                  <a16:creationId xmlns:a16="http://schemas.microsoft.com/office/drawing/2014/main" id="{8CD403A9-6F82-CAD9-05C9-E5B17EBBE7A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2" name="rc730">
              <a:extLst>
                <a:ext uri="{FF2B5EF4-FFF2-40B4-BE49-F238E27FC236}">
                  <a16:creationId xmlns:a16="http://schemas.microsoft.com/office/drawing/2014/main" id="{F4BD0689-0BD8-C53A-5DBA-A4DBAC7BD7C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3" name="rc731">
              <a:extLst>
                <a:ext uri="{FF2B5EF4-FFF2-40B4-BE49-F238E27FC236}">
                  <a16:creationId xmlns:a16="http://schemas.microsoft.com/office/drawing/2014/main" id="{A69E359B-0CE7-94EF-5EAA-74B33FABDD0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4" name="rc732">
              <a:extLst>
                <a:ext uri="{FF2B5EF4-FFF2-40B4-BE49-F238E27FC236}">
                  <a16:creationId xmlns:a16="http://schemas.microsoft.com/office/drawing/2014/main" id="{270FEE4D-00D3-C9E5-7ECC-09C4C2B995B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5" name="rc733">
              <a:extLst>
                <a:ext uri="{FF2B5EF4-FFF2-40B4-BE49-F238E27FC236}">
                  <a16:creationId xmlns:a16="http://schemas.microsoft.com/office/drawing/2014/main" id="{5ACC0A53-E5B8-4E5F-821B-A36B3794C4D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6" name="rc734">
              <a:extLst>
                <a:ext uri="{FF2B5EF4-FFF2-40B4-BE49-F238E27FC236}">
                  <a16:creationId xmlns:a16="http://schemas.microsoft.com/office/drawing/2014/main" id="{4DCAA20F-0AE9-C651-9D03-B036B4D2618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7" name="rc735">
              <a:extLst>
                <a:ext uri="{FF2B5EF4-FFF2-40B4-BE49-F238E27FC236}">
                  <a16:creationId xmlns:a16="http://schemas.microsoft.com/office/drawing/2014/main" id="{67D75DCD-EFA1-D9D7-44A6-E41D830492C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8" name="rc736">
              <a:extLst>
                <a:ext uri="{FF2B5EF4-FFF2-40B4-BE49-F238E27FC236}">
                  <a16:creationId xmlns:a16="http://schemas.microsoft.com/office/drawing/2014/main" id="{2C5D58F4-A75B-F5DA-8DB4-B0FB016BBDB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9" name="rc737">
              <a:extLst>
                <a:ext uri="{FF2B5EF4-FFF2-40B4-BE49-F238E27FC236}">
                  <a16:creationId xmlns:a16="http://schemas.microsoft.com/office/drawing/2014/main" id="{E29EDD60-93D1-C52E-965D-DE2B7B2533A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0" name="rc738">
              <a:extLst>
                <a:ext uri="{FF2B5EF4-FFF2-40B4-BE49-F238E27FC236}">
                  <a16:creationId xmlns:a16="http://schemas.microsoft.com/office/drawing/2014/main" id="{F486481F-C90B-7EB4-E9B4-CD57A2B93B1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1" name="rc739">
              <a:extLst>
                <a:ext uri="{FF2B5EF4-FFF2-40B4-BE49-F238E27FC236}">
                  <a16:creationId xmlns:a16="http://schemas.microsoft.com/office/drawing/2014/main" id="{2AC3C601-EDBF-A878-F14C-400B196C169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2" name="rc740">
              <a:extLst>
                <a:ext uri="{FF2B5EF4-FFF2-40B4-BE49-F238E27FC236}">
                  <a16:creationId xmlns:a16="http://schemas.microsoft.com/office/drawing/2014/main" id="{0F856B4F-8DEC-8DC9-24BF-8F52A2C657B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3" name="rc741">
              <a:extLst>
                <a:ext uri="{FF2B5EF4-FFF2-40B4-BE49-F238E27FC236}">
                  <a16:creationId xmlns:a16="http://schemas.microsoft.com/office/drawing/2014/main" id="{A196B5A7-4CBC-27C0-0589-3B78AE0988A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4" name="rc742">
              <a:extLst>
                <a:ext uri="{FF2B5EF4-FFF2-40B4-BE49-F238E27FC236}">
                  <a16:creationId xmlns:a16="http://schemas.microsoft.com/office/drawing/2014/main" id="{2BEA9361-17C9-5668-C586-EAF236A8CA1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5" name="rc743">
              <a:extLst>
                <a:ext uri="{FF2B5EF4-FFF2-40B4-BE49-F238E27FC236}">
                  <a16:creationId xmlns:a16="http://schemas.microsoft.com/office/drawing/2014/main" id="{EB14CF00-225F-7331-2E56-4D3E49B7D87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6" name="rc744">
              <a:extLst>
                <a:ext uri="{FF2B5EF4-FFF2-40B4-BE49-F238E27FC236}">
                  <a16:creationId xmlns:a16="http://schemas.microsoft.com/office/drawing/2014/main" id="{29038C44-7163-590A-ABDA-8A6C19157B1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7" name="rc745">
              <a:extLst>
                <a:ext uri="{FF2B5EF4-FFF2-40B4-BE49-F238E27FC236}">
                  <a16:creationId xmlns:a16="http://schemas.microsoft.com/office/drawing/2014/main" id="{4665A4FA-2F2F-B470-C708-208526AEFD9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8" name="rc746">
              <a:extLst>
                <a:ext uri="{FF2B5EF4-FFF2-40B4-BE49-F238E27FC236}">
                  <a16:creationId xmlns:a16="http://schemas.microsoft.com/office/drawing/2014/main" id="{B634E77F-5AC8-0ABC-39F1-CB362A12212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9" name="rc747">
              <a:extLst>
                <a:ext uri="{FF2B5EF4-FFF2-40B4-BE49-F238E27FC236}">
                  <a16:creationId xmlns:a16="http://schemas.microsoft.com/office/drawing/2014/main" id="{561A2764-2E0D-182C-E3E3-6DDDD3CE27A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0" name="rc748">
              <a:extLst>
                <a:ext uri="{FF2B5EF4-FFF2-40B4-BE49-F238E27FC236}">
                  <a16:creationId xmlns:a16="http://schemas.microsoft.com/office/drawing/2014/main" id="{D34BD6EF-E77E-1DA2-D7DA-C6C33AB63B5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1" name="rc749">
              <a:extLst>
                <a:ext uri="{FF2B5EF4-FFF2-40B4-BE49-F238E27FC236}">
                  <a16:creationId xmlns:a16="http://schemas.microsoft.com/office/drawing/2014/main" id="{44EE0286-108A-6C54-53AD-AD589393E1F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2" name="rc750">
              <a:extLst>
                <a:ext uri="{FF2B5EF4-FFF2-40B4-BE49-F238E27FC236}">
                  <a16:creationId xmlns:a16="http://schemas.microsoft.com/office/drawing/2014/main" id="{CEBCC451-500C-1C57-83BA-F53F658EB81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3" name="rc751">
              <a:extLst>
                <a:ext uri="{FF2B5EF4-FFF2-40B4-BE49-F238E27FC236}">
                  <a16:creationId xmlns:a16="http://schemas.microsoft.com/office/drawing/2014/main" id="{34C442CE-CDE4-DCDD-7A3E-221D0595495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4" name="rc752">
              <a:extLst>
                <a:ext uri="{FF2B5EF4-FFF2-40B4-BE49-F238E27FC236}">
                  <a16:creationId xmlns:a16="http://schemas.microsoft.com/office/drawing/2014/main" id="{2D7F0241-5056-2F1B-9D57-4F4A1D3BC6E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5" name="rc753">
              <a:extLst>
                <a:ext uri="{FF2B5EF4-FFF2-40B4-BE49-F238E27FC236}">
                  <a16:creationId xmlns:a16="http://schemas.microsoft.com/office/drawing/2014/main" id="{3935FAA9-2A98-4E60-9401-E4BAA0DFE6D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6" name="rc754">
              <a:extLst>
                <a:ext uri="{FF2B5EF4-FFF2-40B4-BE49-F238E27FC236}">
                  <a16:creationId xmlns:a16="http://schemas.microsoft.com/office/drawing/2014/main" id="{D005D6D0-2045-1AB5-488E-763CBD62991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7" name="rc755">
              <a:extLst>
                <a:ext uri="{FF2B5EF4-FFF2-40B4-BE49-F238E27FC236}">
                  <a16:creationId xmlns:a16="http://schemas.microsoft.com/office/drawing/2014/main" id="{B78AE1B2-F8B9-B7CD-FDBE-19E78B29F1C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8" name="rc756">
              <a:extLst>
                <a:ext uri="{FF2B5EF4-FFF2-40B4-BE49-F238E27FC236}">
                  <a16:creationId xmlns:a16="http://schemas.microsoft.com/office/drawing/2014/main" id="{4AAB3478-3B0E-7BE4-7702-45DA1BDBF87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9" name="rc757">
              <a:extLst>
                <a:ext uri="{FF2B5EF4-FFF2-40B4-BE49-F238E27FC236}">
                  <a16:creationId xmlns:a16="http://schemas.microsoft.com/office/drawing/2014/main" id="{4480EDF6-2368-CDCB-789B-5347B380B9E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0" name="rc758">
              <a:extLst>
                <a:ext uri="{FF2B5EF4-FFF2-40B4-BE49-F238E27FC236}">
                  <a16:creationId xmlns:a16="http://schemas.microsoft.com/office/drawing/2014/main" id="{48266668-E1F9-A8B2-46B7-74E1A91F7C7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1" name="rc759">
              <a:extLst>
                <a:ext uri="{FF2B5EF4-FFF2-40B4-BE49-F238E27FC236}">
                  <a16:creationId xmlns:a16="http://schemas.microsoft.com/office/drawing/2014/main" id="{4EFA77DB-99F1-79CA-A8E5-9624D7B86E2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2" name="rc760">
              <a:extLst>
                <a:ext uri="{FF2B5EF4-FFF2-40B4-BE49-F238E27FC236}">
                  <a16:creationId xmlns:a16="http://schemas.microsoft.com/office/drawing/2014/main" id="{FA74B713-C72A-4F81-D990-6452F82563C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3" name="rc761">
              <a:extLst>
                <a:ext uri="{FF2B5EF4-FFF2-40B4-BE49-F238E27FC236}">
                  <a16:creationId xmlns:a16="http://schemas.microsoft.com/office/drawing/2014/main" id="{A6D36F02-B817-FD61-05D8-A6AECB1B5FA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4" name="rc762">
              <a:extLst>
                <a:ext uri="{FF2B5EF4-FFF2-40B4-BE49-F238E27FC236}">
                  <a16:creationId xmlns:a16="http://schemas.microsoft.com/office/drawing/2014/main" id="{E06C86AE-BA6F-6D92-CA8F-DF2C1729C60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5" name="rc763">
              <a:extLst>
                <a:ext uri="{FF2B5EF4-FFF2-40B4-BE49-F238E27FC236}">
                  <a16:creationId xmlns:a16="http://schemas.microsoft.com/office/drawing/2014/main" id="{4EDD02F3-6DC8-4BA2-8379-886CE92A841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6" name="rc764">
              <a:extLst>
                <a:ext uri="{FF2B5EF4-FFF2-40B4-BE49-F238E27FC236}">
                  <a16:creationId xmlns:a16="http://schemas.microsoft.com/office/drawing/2014/main" id="{BA5D9FD6-8BFE-49A2-C3F2-DE8729B9E83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7" name="rc765">
              <a:extLst>
                <a:ext uri="{FF2B5EF4-FFF2-40B4-BE49-F238E27FC236}">
                  <a16:creationId xmlns:a16="http://schemas.microsoft.com/office/drawing/2014/main" id="{4DD5AB06-07B4-3670-9D14-5AFD91E050A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8" name="rc766">
              <a:extLst>
                <a:ext uri="{FF2B5EF4-FFF2-40B4-BE49-F238E27FC236}">
                  <a16:creationId xmlns:a16="http://schemas.microsoft.com/office/drawing/2014/main" id="{2D95AA53-0D01-68EA-E8B5-71DE4E7CCE1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9" name="rc767">
              <a:extLst>
                <a:ext uri="{FF2B5EF4-FFF2-40B4-BE49-F238E27FC236}">
                  <a16:creationId xmlns:a16="http://schemas.microsoft.com/office/drawing/2014/main" id="{F41FE482-051D-05A0-4618-E1476D45BC4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0" name="rc768">
              <a:extLst>
                <a:ext uri="{FF2B5EF4-FFF2-40B4-BE49-F238E27FC236}">
                  <a16:creationId xmlns:a16="http://schemas.microsoft.com/office/drawing/2014/main" id="{8C449D63-517B-21A0-9967-7DCA5DEA80F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1" name="rc769">
              <a:extLst>
                <a:ext uri="{FF2B5EF4-FFF2-40B4-BE49-F238E27FC236}">
                  <a16:creationId xmlns:a16="http://schemas.microsoft.com/office/drawing/2014/main" id="{F6F2F6D5-F01E-1FD5-27E2-44679077C11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2" name="rc770">
              <a:extLst>
                <a:ext uri="{FF2B5EF4-FFF2-40B4-BE49-F238E27FC236}">
                  <a16:creationId xmlns:a16="http://schemas.microsoft.com/office/drawing/2014/main" id="{49D6AB2C-CAC9-2123-D72D-D1C7CBA6C50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3" name="rc771">
              <a:extLst>
                <a:ext uri="{FF2B5EF4-FFF2-40B4-BE49-F238E27FC236}">
                  <a16:creationId xmlns:a16="http://schemas.microsoft.com/office/drawing/2014/main" id="{AF089E94-48A0-AA50-184F-3F380F13456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4" name="rc772">
              <a:extLst>
                <a:ext uri="{FF2B5EF4-FFF2-40B4-BE49-F238E27FC236}">
                  <a16:creationId xmlns:a16="http://schemas.microsoft.com/office/drawing/2014/main" id="{B2589185-B5D5-581B-DD0B-91DE3FDB607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5" name="rc773">
              <a:extLst>
                <a:ext uri="{FF2B5EF4-FFF2-40B4-BE49-F238E27FC236}">
                  <a16:creationId xmlns:a16="http://schemas.microsoft.com/office/drawing/2014/main" id="{905D037D-4449-5B3D-D9C7-E72EE49BF6B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6" name="rc774">
              <a:extLst>
                <a:ext uri="{FF2B5EF4-FFF2-40B4-BE49-F238E27FC236}">
                  <a16:creationId xmlns:a16="http://schemas.microsoft.com/office/drawing/2014/main" id="{2DB36CEB-BC4D-EC67-BFAC-EA5E6581316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7" name="rc775">
              <a:extLst>
                <a:ext uri="{FF2B5EF4-FFF2-40B4-BE49-F238E27FC236}">
                  <a16:creationId xmlns:a16="http://schemas.microsoft.com/office/drawing/2014/main" id="{0D739F46-8479-FFFA-A345-A0CB201CCBE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8" name="rc776">
              <a:extLst>
                <a:ext uri="{FF2B5EF4-FFF2-40B4-BE49-F238E27FC236}">
                  <a16:creationId xmlns:a16="http://schemas.microsoft.com/office/drawing/2014/main" id="{E09910A9-5DC5-396E-5D0C-04ED0064C67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9" name="rc777">
              <a:extLst>
                <a:ext uri="{FF2B5EF4-FFF2-40B4-BE49-F238E27FC236}">
                  <a16:creationId xmlns:a16="http://schemas.microsoft.com/office/drawing/2014/main" id="{ED9C18E8-0CDC-FB3A-5746-7680A61C06E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0" name="rc778">
              <a:extLst>
                <a:ext uri="{FF2B5EF4-FFF2-40B4-BE49-F238E27FC236}">
                  <a16:creationId xmlns:a16="http://schemas.microsoft.com/office/drawing/2014/main" id="{7FB1FC4C-10F4-FF81-EB15-D638E257289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1" name="rc779">
              <a:extLst>
                <a:ext uri="{FF2B5EF4-FFF2-40B4-BE49-F238E27FC236}">
                  <a16:creationId xmlns:a16="http://schemas.microsoft.com/office/drawing/2014/main" id="{10965653-5D18-FAF2-7EC5-FE900E2C07B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2" name="rc780">
              <a:extLst>
                <a:ext uri="{FF2B5EF4-FFF2-40B4-BE49-F238E27FC236}">
                  <a16:creationId xmlns:a16="http://schemas.microsoft.com/office/drawing/2014/main" id="{06030064-D283-3DBE-9829-05E7CFF780F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3" name="rc781">
              <a:extLst>
                <a:ext uri="{FF2B5EF4-FFF2-40B4-BE49-F238E27FC236}">
                  <a16:creationId xmlns:a16="http://schemas.microsoft.com/office/drawing/2014/main" id="{4771739A-85A8-C747-1128-92F5213279B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4" name="rc782">
              <a:extLst>
                <a:ext uri="{FF2B5EF4-FFF2-40B4-BE49-F238E27FC236}">
                  <a16:creationId xmlns:a16="http://schemas.microsoft.com/office/drawing/2014/main" id="{648EB9CD-C5C4-5C50-262D-34B564CC506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5" name="rc783">
              <a:extLst>
                <a:ext uri="{FF2B5EF4-FFF2-40B4-BE49-F238E27FC236}">
                  <a16:creationId xmlns:a16="http://schemas.microsoft.com/office/drawing/2014/main" id="{22E44870-72D1-EB81-EECE-D9675BD0683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6" name="rc784">
              <a:extLst>
                <a:ext uri="{FF2B5EF4-FFF2-40B4-BE49-F238E27FC236}">
                  <a16:creationId xmlns:a16="http://schemas.microsoft.com/office/drawing/2014/main" id="{CC320E9E-1BCF-6E2B-75BE-0117AEF0E80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7" name="rc785">
              <a:extLst>
                <a:ext uri="{FF2B5EF4-FFF2-40B4-BE49-F238E27FC236}">
                  <a16:creationId xmlns:a16="http://schemas.microsoft.com/office/drawing/2014/main" id="{3047B44E-9DF9-272E-273D-1C9737B9A34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8" name="rc786">
              <a:extLst>
                <a:ext uri="{FF2B5EF4-FFF2-40B4-BE49-F238E27FC236}">
                  <a16:creationId xmlns:a16="http://schemas.microsoft.com/office/drawing/2014/main" id="{88E0E2B3-4221-2E69-B32C-5AC20E52F53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9" name="rc787">
              <a:extLst>
                <a:ext uri="{FF2B5EF4-FFF2-40B4-BE49-F238E27FC236}">
                  <a16:creationId xmlns:a16="http://schemas.microsoft.com/office/drawing/2014/main" id="{626CC247-787D-BB54-1481-9D2ABF8B922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0" name="rc788">
              <a:extLst>
                <a:ext uri="{FF2B5EF4-FFF2-40B4-BE49-F238E27FC236}">
                  <a16:creationId xmlns:a16="http://schemas.microsoft.com/office/drawing/2014/main" id="{F3EDD3C9-5829-CEA0-796F-AB173081A76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1" name="rc789">
              <a:extLst>
                <a:ext uri="{FF2B5EF4-FFF2-40B4-BE49-F238E27FC236}">
                  <a16:creationId xmlns:a16="http://schemas.microsoft.com/office/drawing/2014/main" id="{06216B89-F362-5CB1-9F16-5E6F25F1D8B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2" name="rc790">
              <a:extLst>
                <a:ext uri="{FF2B5EF4-FFF2-40B4-BE49-F238E27FC236}">
                  <a16:creationId xmlns:a16="http://schemas.microsoft.com/office/drawing/2014/main" id="{DC7622EE-9D2D-E2D0-29D2-FF705D9CA7F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3" name="rc791">
              <a:extLst>
                <a:ext uri="{FF2B5EF4-FFF2-40B4-BE49-F238E27FC236}">
                  <a16:creationId xmlns:a16="http://schemas.microsoft.com/office/drawing/2014/main" id="{D6F86D1D-07B2-CADF-6A96-3F573CB229F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4" name="rc792">
              <a:extLst>
                <a:ext uri="{FF2B5EF4-FFF2-40B4-BE49-F238E27FC236}">
                  <a16:creationId xmlns:a16="http://schemas.microsoft.com/office/drawing/2014/main" id="{A044B24F-2122-1A60-035B-920EBB686C5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5" name="rc793">
              <a:extLst>
                <a:ext uri="{FF2B5EF4-FFF2-40B4-BE49-F238E27FC236}">
                  <a16:creationId xmlns:a16="http://schemas.microsoft.com/office/drawing/2014/main" id="{C99F88E0-75A9-2F16-5B98-8A86D6315D2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6" name="rc794">
              <a:extLst>
                <a:ext uri="{FF2B5EF4-FFF2-40B4-BE49-F238E27FC236}">
                  <a16:creationId xmlns:a16="http://schemas.microsoft.com/office/drawing/2014/main" id="{0B9728A6-C07E-17AF-B6EF-3CEAFF1DEB3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7" name="rc795">
              <a:extLst>
                <a:ext uri="{FF2B5EF4-FFF2-40B4-BE49-F238E27FC236}">
                  <a16:creationId xmlns:a16="http://schemas.microsoft.com/office/drawing/2014/main" id="{AB65502E-57E6-5DE3-22A6-FEA77CA57CB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8" name="rc796">
              <a:extLst>
                <a:ext uri="{FF2B5EF4-FFF2-40B4-BE49-F238E27FC236}">
                  <a16:creationId xmlns:a16="http://schemas.microsoft.com/office/drawing/2014/main" id="{B1A579BC-E4EF-ECE2-1552-58442E27108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9" name="rc797">
              <a:extLst>
                <a:ext uri="{FF2B5EF4-FFF2-40B4-BE49-F238E27FC236}">
                  <a16:creationId xmlns:a16="http://schemas.microsoft.com/office/drawing/2014/main" id="{B1E6B820-B926-4441-6EDB-05836352891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0" name="rc798">
              <a:extLst>
                <a:ext uri="{FF2B5EF4-FFF2-40B4-BE49-F238E27FC236}">
                  <a16:creationId xmlns:a16="http://schemas.microsoft.com/office/drawing/2014/main" id="{B889E5B1-FF77-7092-EC7A-FCA6BFD5CC8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1" name="rc799">
              <a:extLst>
                <a:ext uri="{FF2B5EF4-FFF2-40B4-BE49-F238E27FC236}">
                  <a16:creationId xmlns:a16="http://schemas.microsoft.com/office/drawing/2014/main" id="{E854B493-BDA1-2FFC-578C-A6BD5FC55C0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2" name="rc800">
              <a:extLst>
                <a:ext uri="{FF2B5EF4-FFF2-40B4-BE49-F238E27FC236}">
                  <a16:creationId xmlns:a16="http://schemas.microsoft.com/office/drawing/2014/main" id="{43B394E9-E72F-EDD8-019A-F55C7B9BD4E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3" name="rc801">
              <a:extLst>
                <a:ext uri="{FF2B5EF4-FFF2-40B4-BE49-F238E27FC236}">
                  <a16:creationId xmlns:a16="http://schemas.microsoft.com/office/drawing/2014/main" id="{1344DFA9-3ED9-315E-B540-606BDC3D5A6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4" name="rc802">
              <a:extLst>
                <a:ext uri="{FF2B5EF4-FFF2-40B4-BE49-F238E27FC236}">
                  <a16:creationId xmlns:a16="http://schemas.microsoft.com/office/drawing/2014/main" id="{04F8FF5F-0224-5BA5-28FE-C7227BC8660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5" name="rc803">
              <a:extLst>
                <a:ext uri="{FF2B5EF4-FFF2-40B4-BE49-F238E27FC236}">
                  <a16:creationId xmlns:a16="http://schemas.microsoft.com/office/drawing/2014/main" id="{34801486-040C-2EB6-851B-2C32BCBEC8C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6" name="rc804">
              <a:extLst>
                <a:ext uri="{FF2B5EF4-FFF2-40B4-BE49-F238E27FC236}">
                  <a16:creationId xmlns:a16="http://schemas.microsoft.com/office/drawing/2014/main" id="{7E83983B-4FAA-1E9A-4062-A32370D89B2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7" name="rc805">
              <a:extLst>
                <a:ext uri="{FF2B5EF4-FFF2-40B4-BE49-F238E27FC236}">
                  <a16:creationId xmlns:a16="http://schemas.microsoft.com/office/drawing/2014/main" id="{C65349DB-5F7D-D827-1CD4-92A52ABD3C9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8" name="rc806">
              <a:extLst>
                <a:ext uri="{FF2B5EF4-FFF2-40B4-BE49-F238E27FC236}">
                  <a16:creationId xmlns:a16="http://schemas.microsoft.com/office/drawing/2014/main" id="{1DD47DA5-0B88-429A-5A43-13889614CF4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9" name="rc807">
              <a:extLst>
                <a:ext uri="{FF2B5EF4-FFF2-40B4-BE49-F238E27FC236}">
                  <a16:creationId xmlns:a16="http://schemas.microsoft.com/office/drawing/2014/main" id="{731DBBD2-6746-8E8D-7264-91330715AF8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0" name="rc808">
              <a:extLst>
                <a:ext uri="{FF2B5EF4-FFF2-40B4-BE49-F238E27FC236}">
                  <a16:creationId xmlns:a16="http://schemas.microsoft.com/office/drawing/2014/main" id="{DBB1A938-533B-0F81-8602-C4F52D951BF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1" name="rc809">
              <a:extLst>
                <a:ext uri="{FF2B5EF4-FFF2-40B4-BE49-F238E27FC236}">
                  <a16:creationId xmlns:a16="http://schemas.microsoft.com/office/drawing/2014/main" id="{989870CF-E2F0-3905-CE82-69691609AC7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2" name="rc810">
              <a:extLst>
                <a:ext uri="{FF2B5EF4-FFF2-40B4-BE49-F238E27FC236}">
                  <a16:creationId xmlns:a16="http://schemas.microsoft.com/office/drawing/2014/main" id="{ADB4D179-AFC9-FE59-0E8F-13FC03CFC69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3" name="rc811">
              <a:extLst>
                <a:ext uri="{FF2B5EF4-FFF2-40B4-BE49-F238E27FC236}">
                  <a16:creationId xmlns:a16="http://schemas.microsoft.com/office/drawing/2014/main" id="{E6A1E524-C1B6-7A74-289A-66278E20562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4" name="rc812">
              <a:extLst>
                <a:ext uri="{FF2B5EF4-FFF2-40B4-BE49-F238E27FC236}">
                  <a16:creationId xmlns:a16="http://schemas.microsoft.com/office/drawing/2014/main" id="{2ACB9B78-BB75-3265-8524-102132AE23E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5" name="rc813">
              <a:extLst>
                <a:ext uri="{FF2B5EF4-FFF2-40B4-BE49-F238E27FC236}">
                  <a16:creationId xmlns:a16="http://schemas.microsoft.com/office/drawing/2014/main" id="{5B5BA9BD-1848-4800-D71D-3490A380565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6" name="rc814">
              <a:extLst>
                <a:ext uri="{FF2B5EF4-FFF2-40B4-BE49-F238E27FC236}">
                  <a16:creationId xmlns:a16="http://schemas.microsoft.com/office/drawing/2014/main" id="{F6C79924-A28F-C13D-CAA5-3968A725810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7" name="rc815">
              <a:extLst>
                <a:ext uri="{FF2B5EF4-FFF2-40B4-BE49-F238E27FC236}">
                  <a16:creationId xmlns:a16="http://schemas.microsoft.com/office/drawing/2014/main" id="{6B1C7F66-BE63-A66B-07EC-8663E722588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8" name="rc816">
              <a:extLst>
                <a:ext uri="{FF2B5EF4-FFF2-40B4-BE49-F238E27FC236}">
                  <a16:creationId xmlns:a16="http://schemas.microsoft.com/office/drawing/2014/main" id="{6E3503D2-3908-30DB-62CF-26A555FC4EA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9" name="rc817">
              <a:extLst>
                <a:ext uri="{FF2B5EF4-FFF2-40B4-BE49-F238E27FC236}">
                  <a16:creationId xmlns:a16="http://schemas.microsoft.com/office/drawing/2014/main" id="{1AD09696-8414-D40D-8249-5AA27FC3F90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0" name="rc818">
              <a:extLst>
                <a:ext uri="{FF2B5EF4-FFF2-40B4-BE49-F238E27FC236}">
                  <a16:creationId xmlns:a16="http://schemas.microsoft.com/office/drawing/2014/main" id="{3715EA41-F46C-DC1E-E62F-8203DC5F3FC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1" name="rc819">
              <a:extLst>
                <a:ext uri="{FF2B5EF4-FFF2-40B4-BE49-F238E27FC236}">
                  <a16:creationId xmlns:a16="http://schemas.microsoft.com/office/drawing/2014/main" id="{74283FC6-BFC4-9E38-ADA4-820BFDAE106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2" name="rc820">
              <a:extLst>
                <a:ext uri="{FF2B5EF4-FFF2-40B4-BE49-F238E27FC236}">
                  <a16:creationId xmlns:a16="http://schemas.microsoft.com/office/drawing/2014/main" id="{D31F8BCE-613C-5279-FD00-EFDB312E2F0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3" name="rc821">
              <a:extLst>
                <a:ext uri="{FF2B5EF4-FFF2-40B4-BE49-F238E27FC236}">
                  <a16:creationId xmlns:a16="http://schemas.microsoft.com/office/drawing/2014/main" id="{CC7D1A7E-6D2F-833C-A11F-70D3C10980A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4" name="rc822">
              <a:extLst>
                <a:ext uri="{FF2B5EF4-FFF2-40B4-BE49-F238E27FC236}">
                  <a16:creationId xmlns:a16="http://schemas.microsoft.com/office/drawing/2014/main" id="{F4A0E67B-7A6E-514A-D871-97E37F10451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5" name="rc823">
              <a:extLst>
                <a:ext uri="{FF2B5EF4-FFF2-40B4-BE49-F238E27FC236}">
                  <a16:creationId xmlns:a16="http://schemas.microsoft.com/office/drawing/2014/main" id="{F53A71D4-991E-4347-53E3-2822727982B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6" name="rc824">
              <a:extLst>
                <a:ext uri="{FF2B5EF4-FFF2-40B4-BE49-F238E27FC236}">
                  <a16:creationId xmlns:a16="http://schemas.microsoft.com/office/drawing/2014/main" id="{BC60C3AE-2DF4-E2B0-B8D6-E0DE2380D3D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7" name="rc825">
              <a:extLst>
                <a:ext uri="{FF2B5EF4-FFF2-40B4-BE49-F238E27FC236}">
                  <a16:creationId xmlns:a16="http://schemas.microsoft.com/office/drawing/2014/main" id="{65A3370E-80C8-6230-061B-68249E497B0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8" name="rc826">
              <a:extLst>
                <a:ext uri="{FF2B5EF4-FFF2-40B4-BE49-F238E27FC236}">
                  <a16:creationId xmlns:a16="http://schemas.microsoft.com/office/drawing/2014/main" id="{4FEE8718-2FF3-CD56-42D6-FD5F135480B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9" name="rc827">
              <a:extLst>
                <a:ext uri="{FF2B5EF4-FFF2-40B4-BE49-F238E27FC236}">
                  <a16:creationId xmlns:a16="http://schemas.microsoft.com/office/drawing/2014/main" id="{C1E9D944-4F94-8C07-645D-174CD70FB75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0" name="rc828">
              <a:extLst>
                <a:ext uri="{FF2B5EF4-FFF2-40B4-BE49-F238E27FC236}">
                  <a16:creationId xmlns:a16="http://schemas.microsoft.com/office/drawing/2014/main" id="{BE6CFE45-5E89-B796-D152-7629486D12C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1" name="rc829">
              <a:extLst>
                <a:ext uri="{FF2B5EF4-FFF2-40B4-BE49-F238E27FC236}">
                  <a16:creationId xmlns:a16="http://schemas.microsoft.com/office/drawing/2014/main" id="{AB4A1A21-70E1-60F7-4D74-31802421E3E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2" name="rc830">
              <a:extLst>
                <a:ext uri="{FF2B5EF4-FFF2-40B4-BE49-F238E27FC236}">
                  <a16:creationId xmlns:a16="http://schemas.microsoft.com/office/drawing/2014/main" id="{526A52E4-17C0-ADD5-90C0-6E6B7CEAC9C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3" name="rc831">
              <a:extLst>
                <a:ext uri="{FF2B5EF4-FFF2-40B4-BE49-F238E27FC236}">
                  <a16:creationId xmlns:a16="http://schemas.microsoft.com/office/drawing/2014/main" id="{2F5965F5-F695-82DF-D8E8-A477D15BD8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4" name="rc832">
              <a:extLst>
                <a:ext uri="{FF2B5EF4-FFF2-40B4-BE49-F238E27FC236}">
                  <a16:creationId xmlns:a16="http://schemas.microsoft.com/office/drawing/2014/main" id="{E75E30A0-2FC5-FF42-9C1D-353BC708739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5" name="rc833">
              <a:extLst>
                <a:ext uri="{FF2B5EF4-FFF2-40B4-BE49-F238E27FC236}">
                  <a16:creationId xmlns:a16="http://schemas.microsoft.com/office/drawing/2014/main" id="{3EC8BDBB-CD2B-23D9-7AEB-F040CF3558B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6" name="rc834">
              <a:extLst>
                <a:ext uri="{FF2B5EF4-FFF2-40B4-BE49-F238E27FC236}">
                  <a16:creationId xmlns:a16="http://schemas.microsoft.com/office/drawing/2014/main" id="{29D3A226-DBB7-C32A-C650-6D8E484F6B4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7" name="rc835">
              <a:extLst>
                <a:ext uri="{FF2B5EF4-FFF2-40B4-BE49-F238E27FC236}">
                  <a16:creationId xmlns:a16="http://schemas.microsoft.com/office/drawing/2014/main" id="{2EC2B698-4B00-86C7-DD80-EF7EA67E655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8" name="rc836">
              <a:extLst>
                <a:ext uri="{FF2B5EF4-FFF2-40B4-BE49-F238E27FC236}">
                  <a16:creationId xmlns:a16="http://schemas.microsoft.com/office/drawing/2014/main" id="{C0D8DCB0-06D1-DF44-B253-0B5F2E6E345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9" name="rc837">
              <a:extLst>
                <a:ext uri="{FF2B5EF4-FFF2-40B4-BE49-F238E27FC236}">
                  <a16:creationId xmlns:a16="http://schemas.microsoft.com/office/drawing/2014/main" id="{73FCD1F4-F25C-3655-1B87-0580E34AA7C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0" name="rc838">
              <a:extLst>
                <a:ext uri="{FF2B5EF4-FFF2-40B4-BE49-F238E27FC236}">
                  <a16:creationId xmlns:a16="http://schemas.microsoft.com/office/drawing/2014/main" id="{6F837937-8A1E-4406-D685-A36F223C73E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1" name="rc839">
              <a:extLst>
                <a:ext uri="{FF2B5EF4-FFF2-40B4-BE49-F238E27FC236}">
                  <a16:creationId xmlns:a16="http://schemas.microsoft.com/office/drawing/2014/main" id="{A03636BF-F68F-96F2-33FE-62A934EF65C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2" name="rc840">
              <a:extLst>
                <a:ext uri="{FF2B5EF4-FFF2-40B4-BE49-F238E27FC236}">
                  <a16:creationId xmlns:a16="http://schemas.microsoft.com/office/drawing/2014/main" id="{AB1080EB-729C-28C6-2C62-8CA96FD7D1D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3" name="rc841">
              <a:extLst>
                <a:ext uri="{FF2B5EF4-FFF2-40B4-BE49-F238E27FC236}">
                  <a16:creationId xmlns:a16="http://schemas.microsoft.com/office/drawing/2014/main" id="{FAC9FF7C-6D7C-BEE3-600D-4C113FBB2B2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4" name="rc842">
              <a:extLst>
                <a:ext uri="{FF2B5EF4-FFF2-40B4-BE49-F238E27FC236}">
                  <a16:creationId xmlns:a16="http://schemas.microsoft.com/office/drawing/2014/main" id="{9F0B75EA-EE60-86A6-3885-419649EC9F0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5" name="rc843">
              <a:extLst>
                <a:ext uri="{FF2B5EF4-FFF2-40B4-BE49-F238E27FC236}">
                  <a16:creationId xmlns:a16="http://schemas.microsoft.com/office/drawing/2014/main" id="{CB5ACBD4-DCAB-B7AB-EE7A-DD6485BA6F9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6" name="rc844">
              <a:extLst>
                <a:ext uri="{FF2B5EF4-FFF2-40B4-BE49-F238E27FC236}">
                  <a16:creationId xmlns:a16="http://schemas.microsoft.com/office/drawing/2014/main" id="{3281081E-B1DA-09DF-B64C-22B89598236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7" name="rc845">
              <a:extLst>
                <a:ext uri="{FF2B5EF4-FFF2-40B4-BE49-F238E27FC236}">
                  <a16:creationId xmlns:a16="http://schemas.microsoft.com/office/drawing/2014/main" id="{60C3D1DE-D833-E2B4-FB4D-8CCE2E88133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8" name="rc846">
              <a:extLst>
                <a:ext uri="{FF2B5EF4-FFF2-40B4-BE49-F238E27FC236}">
                  <a16:creationId xmlns:a16="http://schemas.microsoft.com/office/drawing/2014/main" id="{FFF7215B-625F-5D36-96F0-7BB641892F7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9" name="rc847">
              <a:extLst>
                <a:ext uri="{FF2B5EF4-FFF2-40B4-BE49-F238E27FC236}">
                  <a16:creationId xmlns:a16="http://schemas.microsoft.com/office/drawing/2014/main" id="{2FB87A8D-024F-9BBC-26A2-E9C64261CE2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0" name="rc848">
              <a:extLst>
                <a:ext uri="{FF2B5EF4-FFF2-40B4-BE49-F238E27FC236}">
                  <a16:creationId xmlns:a16="http://schemas.microsoft.com/office/drawing/2014/main" id="{9374EACB-8622-DB07-A895-81D924D7A22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1" name="rc849">
              <a:extLst>
                <a:ext uri="{FF2B5EF4-FFF2-40B4-BE49-F238E27FC236}">
                  <a16:creationId xmlns:a16="http://schemas.microsoft.com/office/drawing/2014/main" id="{AEAD3030-FCEA-D48B-43BD-8BDDA1380EC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2" name="rc850">
              <a:extLst>
                <a:ext uri="{FF2B5EF4-FFF2-40B4-BE49-F238E27FC236}">
                  <a16:creationId xmlns:a16="http://schemas.microsoft.com/office/drawing/2014/main" id="{6696AFF2-B5A9-C0F4-51A7-31BC71DC836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3" name="rc851">
              <a:extLst>
                <a:ext uri="{FF2B5EF4-FFF2-40B4-BE49-F238E27FC236}">
                  <a16:creationId xmlns:a16="http://schemas.microsoft.com/office/drawing/2014/main" id="{1CFA85E1-C64E-4CD6-663C-2EE2BFA7521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4" name="rc852">
              <a:extLst>
                <a:ext uri="{FF2B5EF4-FFF2-40B4-BE49-F238E27FC236}">
                  <a16:creationId xmlns:a16="http://schemas.microsoft.com/office/drawing/2014/main" id="{CC06A252-2ADA-B8A2-BAEF-72A33FF07E2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5" name="rc853">
              <a:extLst>
                <a:ext uri="{FF2B5EF4-FFF2-40B4-BE49-F238E27FC236}">
                  <a16:creationId xmlns:a16="http://schemas.microsoft.com/office/drawing/2014/main" id="{5C94EF62-A937-56E6-515D-421218F9963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6" name="rc854">
              <a:extLst>
                <a:ext uri="{FF2B5EF4-FFF2-40B4-BE49-F238E27FC236}">
                  <a16:creationId xmlns:a16="http://schemas.microsoft.com/office/drawing/2014/main" id="{634B0084-2F32-BFFC-00E2-D17E397D81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7" name="rc855">
              <a:extLst>
                <a:ext uri="{FF2B5EF4-FFF2-40B4-BE49-F238E27FC236}">
                  <a16:creationId xmlns:a16="http://schemas.microsoft.com/office/drawing/2014/main" id="{C29AFA17-4217-E9E2-4A5C-CF4ECB364A4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8" name="rc856">
              <a:extLst>
                <a:ext uri="{FF2B5EF4-FFF2-40B4-BE49-F238E27FC236}">
                  <a16:creationId xmlns:a16="http://schemas.microsoft.com/office/drawing/2014/main" id="{490086E7-975C-3566-5921-55342FA9B1B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9" name="rc857">
              <a:extLst>
                <a:ext uri="{FF2B5EF4-FFF2-40B4-BE49-F238E27FC236}">
                  <a16:creationId xmlns:a16="http://schemas.microsoft.com/office/drawing/2014/main" id="{9EBBB94E-8379-BCF3-5131-AF76C522E78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0" name="rc858">
              <a:extLst>
                <a:ext uri="{FF2B5EF4-FFF2-40B4-BE49-F238E27FC236}">
                  <a16:creationId xmlns:a16="http://schemas.microsoft.com/office/drawing/2014/main" id="{75F3A282-B866-D519-D4F5-FBE22F91148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1" name="rc859">
              <a:extLst>
                <a:ext uri="{FF2B5EF4-FFF2-40B4-BE49-F238E27FC236}">
                  <a16:creationId xmlns:a16="http://schemas.microsoft.com/office/drawing/2014/main" id="{434BB614-9D18-CBCC-B3C1-B397B6BDEB5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2" name="rc860">
              <a:extLst>
                <a:ext uri="{FF2B5EF4-FFF2-40B4-BE49-F238E27FC236}">
                  <a16:creationId xmlns:a16="http://schemas.microsoft.com/office/drawing/2014/main" id="{90FE82EB-7E49-3139-1A4F-5C6394A5E70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3" name="rc861">
              <a:extLst>
                <a:ext uri="{FF2B5EF4-FFF2-40B4-BE49-F238E27FC236}">
                  <a16:creationId xmlns:a16="http://schemas.microsoft.com/office/drawing/2014/main" id="{449DCAF2-A754-D5B8-5218-82901F19B22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4" name="rc862">
              <a:extLst>
                <a:ext uri="{FF2B5EF4-FFF2-40B4-BE49-F238E27FC236}">
                  <a16:creationId xmlns:a16="http://schemas.microsoft.com/office/drawing/2014/main" id="{BFC6AAEE-86EE-5137-48B6-C361805460E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5" name="rc863">
              <a:extLst>
                <a:ext uri="{FF2B5EF4-FFF2-40B4-BE49-F238E27FC236}">
                  <a16:creationId xmlns:a16="http://schemas.microsoft.com/office/drawing/2014/main" id="{E6179AC4-C469-E944-7852-D06F4DDF5EB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6" name="rc864">
              <a:extLst>
                <a:ext uri="{FF2B5EF4-FFF2-40B4-BE49-F238E27FC236}">
                  <a16:creationId xmlns:a16="http://schemas.microsoft.com/office/drawing/2014/main" id="{98D75A08-1936-FF53-882D-88936F2B775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7" name="rc865">
              <a:extLst>
                <a:ext uri="{FF2B5EF4-FFF2-40B4-BE49-F238E27FC236}">
                  <a16:creationId xmlns:a16="http://schemas.microsoft.com/office/drawing/2014/main" id="{65C35954-C8F2-7FB0-7467-B69D159DC64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8" name="rc866">
              <a:extLst>
                <a:ext uri="{FF2B5EF4-FFF2-40B4-BE49-F238E27FC236}">
                  <a16:creationId xmlns:a16="http://schemas.microsoft.com/office/drawing/2014/main" id="{DA2DAC0A-D610-1909-1F04-D5D838167FF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9" name="rc867">
              <a:extLst>
                <a:ext uri="{FF2B5EF4-FFF2-40B4-BE49-F238E27FC236}">
                  <a16:creationId xmlns:a16="http://schemas.microsoft.com/office/drawing/2014/main" id="{1C5BBC9C-730E-BC1B-2D2C-8F1C70671E3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0" name="rc868">
              <a:extLst>
                <a:ext uri="{FF2B5EF4-FFF2-40B4-BE49-F238E27FC236}">
                  <a16:creationId xmlns:a16="http://schemas.microsoft.com/office/drawing/2014/main" id="{162A2E36-66B8-EF62-314E-E12A5780A5E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1" name="rc869">
              <a:extLst>
                <a:ext uri="{FF2B5EF4-FFF2-40B4-BE49-F238E27FC236}">
                  <a16:creationId xmlns:a16="http://schemas.microsoft.com/office/drawing/2014/main" id="{2C2DA718-80B6-53C0-FEDF-E1686841E83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2" name="rc870">
              <a:extLst>
                <a:ext uri="{FF2B5EF4-FFF2-40B4-BE49-F238E27FC236}">
                  <a16:creationId xmlns:a16="http://schemas.microsoft.com/office/drawing/2014/main" id="{0E23A643-D766-E53B-968C-882A5A4E6B5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3" name="rc871">
              <a:extLst>
                <a:ext uri="{FF2B5EF4-FFF2-40B4-BE49-F238E27FC236}">
                  <a16:creationId xmlns:a16="http://schemas.microsoft.com/office/drawing/2014/main" id="{F9707AD8-EE73-32C1-52B7-C3D95F902BE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4" name="rc872">
              <a:extLst>
                <a:ext uri="{FF2B5EF4-FFF2-40B4-BE49-F238E27FC236}">
                  <a16:creationId xmlns:a16="http://schemas.microsoft.com/office/drawing/2014/main" id="{F1E17A0B-3B58-8CBB-1649-CECBA7E40D0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5" name="rc873">
              <a:extLst>
                <a:ext uri="{FF2B5EF4-FFF2-40B4-BE49-F238E27FC236}">
                  <a16:creationId xmlns:a16="http://schemas.microsoft.com/office/drawing/2014/main" id="{78B3B8EB-AA11-E0D1-FEBF-4DCE1267A76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6" name="rc874">
              <a:extLst>
                <a:ext uri="{FF2B5EF4-FFF2-40B4-BE49-F238E27FC236}">
                  <a16:creationId xmlns:a16="http://schemas.microsoft.com/office/drawing/2014/main" id="{988C04F4-6B54-3D71-277C-D08DE8F0BC5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7" name="rc875">
              <a:extLst>
                <a:ext uri="{FF2B5EF4-FFF2-40B4-BE49-F238E27FC236}">
                  <a16:creationId xmlns:a16="http://schemas.microsoft.com/office/drawing/2014/main" id="{63065DE0-3A70-3694-46C8-66935A52300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8" name="rc876">
              <a:extLst>
                <a:ext uri="{FF2B5EF4-FFF2-40B4-BE49-F238E27FC236}">
                  <a16:creationId xmlns:a16="http://schemas.microsoft.com/office/drawing/2014/main" id="{A0CADC73-9EE7-C886-BA24-2185DC681D6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9" name="rc877">
              <a:extLst>
                <a:ext uri="{FF2B5EF4-FFF2-40B4-BE49-F238E27FC236}">
                  <a16:creationId xmlns:a16="http://schemas.microsoft.com/office/drawing/2014/main" id="{EC4D9270-2DC2-1FA9-55E1-284556ECF72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0" name="rc878">
              <a:extLst>
                <a:ext uri="{FF2B5EF4-FFF2-40B4-BE49-F238E27FC236}">
                  <a16:creationId xmlns:a16="http://schemas.microsoft.com/office/drawing/2014/main" id="{958316C5-8053-9812-2D14-817F4BF8D52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1" name="rc879">
              <a:extLst>
                <a:ext uri="{FF2B5EF4-FFF2-40B4-BE49-F238E27FC236}">
                  <a16:creationId xmlns:a16="http://schemas.microsoft.com/office/drawing/2014/main" id="{CF6D92D7-9D3B-788A-6C03-79211CF311C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2" name="rc880">
              <a:extLst>
                <a:ext uri="{FF2B5EF4-FFF2-40B4-BE49-F238E27FC236}">
                  <a16:creationId xmlns:a16="http://schemas.microsoft.com/office/drawing/2014/main" id="{89125D26-D773-EA02-0B01-9D48EA7EB92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3" name="rc881">
              <a:extLst>
                <a:ext uri="{FF2B5EF4-FFF2-40B4-BE49-F238E27FC236}">
                  <a16:creationId xmlns:a16="http://schemas.microsoft.com/office/drawing/2014/main" id="{13A14CEB-AB47-18B9-EE28-1A61CEED96F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4" name="rc882">
              <a:extLst>
                <a:ext uri="{FF2B5EF4-FFF2-40B4-BE49-F238E27FC236}">
                  <a16:creationId xmlns:a16="http://schemas.microsoft.com/office/drawing/2014/main" id="{29BCAE95-9CC1-B2CC-3982-5031EC43FBB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5" name="rc883">
              <a:extLst>
                <a:ext uri="{FF2B5EF4-FFF2-40B4-BE49-F238E27FC236}">
                  <a16:creationId xmlns:a16="http://schemas.microsoft.com/office/drawing/2014/main" id="{9934BCE8-E20F-6248-0147-4C28EBD905A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6" name="rc884">
              <a:extLst>
                <a:ext uri="{FF2B5EF4-FFF2-40B4-BE49-F238E27FC236}">
                  <a16:creationId xmlns:a16="http://schemas.microsoft.com/office/drawing/2014/main" id="{37EB09F5-3009-B324-C563-9F76FFEF045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7" name="rc885">
              <a:extLst>
                <a:ext uri="{FF2B5EF4-FFF2-40B4-BE49-F238E27FC236}">
                  <a16:creationId xmlns:a16="http://schemas.microsoft.com/office/drawing/2014/main" id="{07F55932-715C-6569-A6BC-F8B134B207E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8" name="rc886">
              <a:extLst>
                <a:ext uri="{FF2B5EF4-FFF2-40B4-BE49-F238E27FC236}">
                  <a16:creationId xmlns:a16="http://schemas.microsoft.com/office/drawing/2014/main" id="{B183297E-D82F-B01A-07F4-D33E6BAFB32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9" name="rc887">
              <a:extLst>
                <a:ext uri="{FF2B5EF4-FFF2-40B4-BE49-F238E27FC236}">
                  <a16:creationId xmlns:a16="http://schemas.microsoft.com/office/drawing/2014/main" id="{2A9ECE80-EEBB-2357-A1EF-FD2CD1275C2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0" name="rc888">
              <a:extLst>
                <a:ext uri="{FF2B5EF4-FFF2-40B4-BE49-F238E27FC236}">
                  <a16:creationId xmlns:a16="http://schemas.microsoft.com/office/drawing/2014/main" id="{E05A94DF-E672-9F72-F2EF-E81DA1D26AC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1" name="rc889">
              <a:extLst>
                <a:ext uri="{FF2B5EF4-FFF2-40B4-BE49-F238E27FC236}">
                  <a16:creationId xmlns:a16="http://schemas.microsoft.com/office/drawing/2014/main" id="{451836BA-6631-55FE-8EA9-A6DBB1D2C42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2" name="rc890">
              <a:extLst>
                <a:ext uri="{FF2B5EF4-FFF2-40B4-BE49-F238E27FC236}">
                  <a16:creationId xmlns:a16="http://schemas.microsoft.com/office/drawing/2014/main" id="{CD167AD5-B8FD-7E2B-92CE-BE5FE729340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3" name="rc891">
              <a:extLst>
                <a:ext uri="{FF2B5EF4-FFF2-40B4-BE49-F238E27FC236}">
                  <a16:creationId xmlns:a16="http://schemas.microsoft.com/office/drawing/2014/main" id="{4B9B5034-842C-C549-8C0C-15C8D5A3AAD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4" name="rc892">
              <a:extLst>
                <a:ext uri="{FF2B5EF4-FFF2-40B4-BE49-F238E27FC236}">
                  <a16:creationId xmlns:a16="http://schemas.microsoft.com/office/drawing/2014/main" id="{6182BB38-B613-0836-25BD-E4A8410DD64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5" name="rc893">
              <a:extLst>
                <a:ext uri="{FF2B5EF4-FFF2-40B4-BE49-F238E27FC236}">
                  <a16:creationId xmlns:a16="http://schemas.microsoft.com/office/drawing/2014/main" id="{ED972FF6-D64D-1771-5398-BE8185203C5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6" name="rc894">
              <a:extLst>
                <a:ext uri="{FF2B5EF4-FFF2-40B4-BE49-F238E27FC236}">
                  <a16:creationId xmlns:a16="http://schemas.microsoft.com/office/drawing/2014/main" id="{CA36A27B-C969-3C81-D9D8-470C4A885BA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7" name="rc895">
              <a:extLst>
                <a:ext uri="{FF2B5EF4-FFF2-40B4-BE49-F238E27FC236}">
                  <a16:creationId xmlns:a16="http://schemas.microsoft.com/office/drawing/2014/main" id="{215B67E0-D0C0-324A-D662-89024206A15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8" name="rc896">
              <a:extLst>
                <a:ext uri="{FF2B5EF4-FFF2-40B4-BE49-F238E27FC236}">
                  <a16:creationId xmlns:a16="http://schemas.microsoft.com/office/drawing/2014/main" id="{7CE284E2-9729-438A-F106-FF2E470E33C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9" name="rc897">
              <a:extLst>
                <a:ext uri="{FF2B5EF4-FFF2-40B4-BE49-F238E27FC236}">
                  <a16:creationId xmlns:a16="http://schemas.microsoft.com/office/drawing/2014/main" id="{965AC237-5218-4EA0-3149-1E2C6D8D8FC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0" name="rc898">
              <a:extLst>
                <a:ext uri="{FF2B5EF4-FFF2-40B4-BE49-F238E27FC236}">
                  <a16:creationId xmlns:a16="http://schemas.microsoft.com/office/drawing/2014/main" id="{977B3D34-8866-F429-A495-70E7C705316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1" name="rc899">
              <a:extLst>
                <a:ext uri="{FF2B5EF4-FFF2-40B4-BE49-F238E27FC236}">
                  <a16:creationId xmlns:a16="http://schemas.microsoft.com/office/drawing/2014/main" id="{765922A7-1B8F-89FF-765A-D757921258A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2" name="rc900">
              <a:extLst>
                <a:ext uri="{FF2B5EF4-FFF2-40B4-BE49-F238E27FC236}">
                  <a16:creationId xmlns:a16="http://schemas.microsoft.com/office/drawing/2014/main" id="{C9651499-A6AD-9431-2862-40BB37B695C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3" name="rc901">
              <a:extLst>
                <a:ext uri="{FF2B5EF4-FFF2-40B4-BE49-F238E27FC236}">
                  <a16:creationId xmlns:a16="http://schemas.microsoft.com/office/drawing/2014/main" id="{3B9FB560-26A2-08B2-3C48-80422101812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4" name="rc902">
              <a:extLst>
                <a:ext uri="{FF2B5EF4-FFF2-40B4-BE49-F238E27FC236}">
                  <a16:creationId xmlns:a16="http://schemas.microsoft.com/office/drawing/2014/main" id="{04E8F388-DE26-672E-9799-5165E5F1E54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5" name="rc903">
              <a:extLst>
                <a:ext uri="{FF2B5EF4-FFF2-40B4-BE49-F238E27FC236}">
                  <a16:creationId xmlns:a16="http://schemas.microsoft.com/office/drawing/2014/main" id="{4C62D6BE-414B-AA95-34A9-131CD9222DF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6" name="rc904">
              <a:extLst>
                <a:ext uri="{FF2B5EF4-FFF2-40B4-BE49-F238E27FC236}">
                  <a16:creationId xmlns:a16="http://schemas.microsoft.com/office/drawing/2014/main" id="{C61BD1A6-6F2C-C5E2-B8D8-20A7FA972B6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7" name="rc905">
              <a:extLst>
                <a:ext uri="{FF2B5EF4-FFF2-40B4-BE49-F238E27FC236}">
                  <a16:creationId xmlns:a16="http://schemas.microsoft.com/office/drawing/2014/main" id="{D30E7B75-A43C-1C3E-B433-F8CF74E4F3A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8" name="rc906">
              <a:extLst>
                <a:ext uri="{FF2B5EF4-FFF2-40B4-BE49-F238E27FC236}">
                  <a16:creationId xmlns:a16="http://schemas.microsoft.com/office/drawing/2014/main" id="{43BEA741-190E-1B4E-B98C-283EEFE623B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9" name="rc907">
              <a:extLst>
                <a:ext uri="{FF2B5EF4-FFF2-40B4-BE49-F238E27FC236}">
                  <a16:creationId xmlns:a16="http://schemas.microsoft.com/office/drawing/2014/main" id="{403187DB-C445-7CDD-A300-E8036EBC0C9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0" name="rc908">
              <a:extLst>
                <a:ext uri="{FF2B5EF4-FFF2-40B4-BE49-F238E27FC236}">
                  <a16:creationId xmlns:a16="http://schemas.microsoft.com/office/drawing/2014/main" id="{75AF9C33-7EDE-C792-D9B1-63F69848A5D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1" name="rc909">
              <a:extLst>
                <a:ext uri="{FF2B5EF4-FFF2-40B4-BE49-F238E27FC236}">
                  <a16:creationId xmlns:a16="http://schemas.microsoft.com/office/drawing/2014/main" id="{D76F51C6-5B93-5695-BACE-945A5D89C83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2" name="rc910">
              <a:extLst>
                <a:ext uri="{FF2B5EF4-FFF2-40B4-BE49-F238E27FC236}">
                  <a16:creationId xmlns:a16="http://schemas.microsoft.com/office/drawing/2014/main" id="{8C533B41-55B0-AB75-BC41-DB715F11A9E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3" name="rc911">
              <a:extLst>
                <a:ext uri="{FF2B5EF4-FFF2-40B4-BE49-F238E27FC236}">
                  <a16:creationId xmlns:a16="http://schemas.microsoft.com/office/drawing/2014/main" id="{008AE22D-18C6-8D39-FACF-CF179A08104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4" name="rc912">
              <a:extLst>
                <a:ext uri="{FF2B5EF4-FFF2-40B4-BE49-F238E27FC236}">
                  <a16:creationId xmlns:a16="http://schemas.microsoft.com/office/drawing/2014/main" id="{C6CF519A-0AD2-54AC-0462-89955A81816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5" name="rc913">
              <a:extLst>
                <a:ext uri="{FF2B5EF4-FFF2-40B4-BE49-F238E27FC236}">
                  <a16:creationId xmlns:a16="http://schemas.microsoft.com/office/drawing/2014/main" id="{CD466F47-5B40-84C5-3775-A4E840F6CFA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6" name="rc914">
              <a:extLst>
                <a:ext uri="{FF2B5EF4-FFF2-40B4-BE49-F238E27FC236}">
                  <a16:creationId xmlns:a16="http://schemas.microsoft.com/office/drawing/2014/main" id="{420D39E2-3E21-6F67-6492-48D35FE1931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7" name="rc915">
              <a:extLst>
                <a:ext uri="{FF2B5EF4-FFF2-40B4-BE49-F238E27FC236}">
                  <a16:creationId xmlns:a16="http://schemas.microsoft.com/office/drawing/2014/main" id="{80B1736B-F240-337B-7DA6-299E241A779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8" name="rc916">
              <a:extLst>
                <a:ext uri="{FF2B5EF4-FFF2-40B4-BE49-F238E27FC236}">
                  <a16:creationId xmlns:a16="http://schemas.microsoft.com/office/drawing/2014/main" id="{32F28CE3-C5BD-7D10-51B3-B5F61AE75A0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9" name="rc917">
              <a:extLst>
                <a:ext uri="{FF2B5EF4-FFF2-40B4-BE49-F238E27FC236}">
                  <a16:creationId xmlns:a16="http://schemas.microsoft.com/office/drawing/2014/main" id="{2FF7A89E-EF77-098E-5F4C-355E658F44F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0" name="rc918">
              <a:extLst>
                <a:ext uri="{FF2B5EF4-FFF2-40B4-BE49-F238E27FC236}">
                  <a16:creationId xmlns:a16="http://schemas.microsoft.com/office/drawing/2014/main" id="{4BCEB832-38BE-A8D0-59C5-E809882E798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1" name="rc919">
              <a:extLst>
                <a:ext uri="{FF2B5EF4-FFF2-40B4-BE49-F238E27FC236}">
                  <a16:creationId xmlns:a16="http://schemas.microsoft.com/office/drawing/2014/main" id="{A7AEF2A9-B75C-949A-240B-29049291BD9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2" name="rc920">
              <a:extLst>
                <a:ext uri="{FF2B5EF4-FFF2-40B4-BE49-F238E27FC236}">
                  <a16:creationId xmlns:a16="http://schemas.microsoft.com/office/drawing/2014/main" id="{9CD24052-69B1-D5A2-51B0-690947DCEDF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3" name="rc921">
              <a:extLst>
                <a:ext uri="{FF2B5EF4-FFF2-40B4-BE49-F238E27FC236}">
                  <a16:creationId xmlns:a16="http://schemas.microsoft.com/office/drawing/2014/main" id="{8BABAEAA-3AE2-ADD5-5A1F-021BBE7129F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4" name="rc922">
              <a:extLst>
                <a:ext uri="{FF2B5EF4-FFF2-40B4-BE49-F238E27FC236}">
                  <a16:creationId xmlns:a16="http://schemas.microsoft.com/office/drawing/2014/main" id="{F7547384-8ADD-34D3-DFD8-93DA4E9999C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5" name="rc923">
              <a:extLst>
                <a:ext uri="{FF2B5EF4-FFF2-40B4-BE49-F238E27FC236}">
                  <a16:creationId xmlns:a16="http://schemas.microsoft.com/office/drawing/2014/main" id="{009C5DE3-3A16-8387-95EE-E407FDC760B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6" name="rc924">
              <a:extLst>
                <a:ext uri="{FF2B5EF4-FFF2-40B4-BE49-F238E27FC236}">
                  <a16:creationId xmlns:a16="http://schemas.microsoft.com/office/drawing/2014/main" id="{AC84BD66-03E6-97F3-5C6C-13A26DBBCA8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7" name="rc925">
              <a:extLst>
                <a:ext uri="{FF2B5EF4-FFF2-40B4-BE49-F238E27FC236}">
                  <a16:creationId xmlns:a16="http://schemas.microsoft.com/office/drawing/2014/main" id="{2B5142D5-5431-DA83-C830-A8BB1A238FC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8" name="rc926">
              <a:extLst>
                <a:ext uri="{FF2B5EF4-FFF2-40B4-BE49-F238E27FC236}">
                  <a16:creationId xmlns:a16="http://schemas.microsoft.com/office/drawing/2014/main" id="{FA476733-2DE1-83FF-CE17-55FF33864D4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9" name="rc927">
              <a:extLst>
                <a:ext uri="{FF2B5EF4-FFF2-40B4-BE49-F238E27FC236}">
                  <a16:creationId xmlns:a16="http://schemas.microsoft.com/office/drawing/2014/main" id="{FAD75236-DFC3-4492-D1B7-1E799DCF5C7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0" name="rc928">
              <a:extLst>
                <a:ext uri="{FF2B5EF4-FFF2-40B4-BE49-F238E27FC236}">
                  <a16:creationId xmlns:a16="http://schemas.microsoft.com/office/drawing/2014/main" id="{A1BBA654-DBD2-72EF-8E7C-568F7FF72CF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1" name="rc929">
              <a:extLst>
                <a:ext uri="{FF2B5EF4-FFF2-40B4-BE49-F238E27FC236}">
                  <a16:creationId xmlns:a16="http://schemas.microsoft.com/office/drawing/2014/main" id="{CDCB5342-03D0-7A02-6012-55A74F50D9D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2" name="rc930">
              <a:extLst>
                <a:ext uri="{FF2B5EF4-FFF2-40B4-BE49-F238E27FC236}">
                  <a16:creationId xmlns:a16="http://schemas.microsoft.com/office/drawing/2014/main" id="{2659E57C-0B47-1E78-4E5E-29F9999C7C9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3" name="rc931">
              <a:extLst>
                <a:ext uri="{FF2B5EF4-FFF2-40B4-BE49-F238E27FC236}">
                  <a16:creationId xmlns:a16="http://schemas.microsoft.com/office/drawing/2014/main" id="{C5484C51-8DB7-E658-822C-9DA54E74D6A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4" name="rc932">
              <a:extLst>
                <a:ext uri="{FF2B5EF4-FFF2-40B4-BE49-F238E27FC236}">
                  <a16:creationId xmlns:a16="http://schemas.microsoft.com/office/drawing/2014/main" id="{B1AB57D2-F79C-036A-0986-57D6AFFB3F1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5" name="rc933">
              <a:extLst>
                <a:ext uri="{FF2B5EF4-FFF2-40B4-BE49-F238E27FC236}">
                  <a16:creationId xmlns:a16="http://schemas.microsoft.com/office/drawing/2014/main" id="{BD8CDCB9-2CA4-77CA-1663-91E9719B5B2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6" name="rc934">
              <a:extLst>
                <a:ext uri="{FF2B5EF4-FFF2-40B4-BE49-F238E27FC236}">
                  <a16:creationId xmlns:a16="http://schemas.microsoft.com/office/drawing/2014/main" id="{FB707C55-897A-FE9A-EF4A-38CB21038E2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7" name="rc935">
              <a:extLst>
                <a:ext uri="{FF2B5EF4-FFF2-40B4-BE49-F238E27FC236}">
                  <a16:creationId xmlns:a16="http://schemas.microsoft.com/office/drawing/2014/main" id="{706DD3C5-7F2E-B873-4408-DB69C349B1C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8" name="rc936">
              <a:extLst>
                <a:ext uri="{FF2B5EF4-FFF2-40B4-BE49-F238E27FC236}">
                  <a16:creationId xmlns:a16="http://schemas.microsoft.com/office/drawing/2014/main" id="{0A5CAAEB-757F-B8CE-6CD5-D866DEDB43F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9" name="rc937">
              <a:extLst>
                <a:ext uri="{FF2B5EF4-FFF2-40B4-BE49-F238E27FC236}">
                  <a16:creationId xmlns:a16="http://schemas.microsoft.com/office/drawing/2014/main" id="{08CB3853-D753-0811-309D-487B80A5A0E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0" name="rc938">
              <a:extLst>
                <a:ext uri="{FF2B5EF4-FFF2-40B4-BE49-F238E27FC236}">
                  <a16:creationId xmlns:a16="http://schemas.microsoft.com/office/drawing/2014/main" id="{A18AD490-5500-20B8-9556-F1EE67027EF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1" name="rc939">
              <a:extLst>
                <a:ext uri="{FF2B5EF4-FFF2-40B4-BE49-F238E27FC236}">
                  <a16:creationId xmlns:a16="http://schemas.microsoft.com/office/drawing/2014/main" id="{9677812F-CB3A-8CFD-9BF6-39AD898D2FF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2" name="rc940">
              <a:extLst>
                <a:ext uri="{FF2B5EF4-FFF2-40B4-BE49-F238E27FC236}">
                  <a16:creationId xmlns:a16="http://schemas.microsoft.com/office/drawing/2014/main" id="{0F795BCC-69B6-DF29-BB94-084D5281ACA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3" name="rc941">
              <a:extLst>
                <a:ext uri="{FF2B5EF4-FFF2-40B4-BE49-F238E27FC236}">
                  <a16:creationId xmlns:a16="http://schemas.microsoft.com/office/drawing/2014/main" id="{DC418257-336D-4499-74BB-12311013C4B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4" name="rc942">
              <a:extLst>
                <a:ext uri="{FF2B5EF4-FFF2-40B4-BE49-F238E27FC236}">
                  <a16:creationId xmlns:a16="http://schemas.microsoft.com/office/drawing/2014/main" id="{FC6EB3DB-8614-4D35-E9D4-DE4CE830AFA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5" name="rc943">
              <a:extLst>
                <a:ext uri="{FF2B5EF4-FFF2-40B4-BE49-F238E27FC236}">
                  <a16:creationId xmlns:a16="http://schemas.microsoft.com/office/drawing/2014/main" id="{F01B3972-8285-7E96-16C1-6D6FA113175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6" name="rc944">
              <a:extLst>
                <a:ext uri="{FF2B5EF4-FFF2-40B4-BE49-F238E27FC236}">
                  <a16:creationId xmlns:a16="http://schemas.microsoft.com/office/drawing/2014/main" id="{5508840E-B66F-5006-4AE0-8BFBDDADD22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7" name="rc945">
              <a:extLst>
                <a:ext uri="{FF2B5EF4-FFF2-40B4-BE49-F238E27FC236}">
                  <a16:creationId xmlns:a16="http://schemas.microsoft.com/office/drawing/2014/main" id="{EDF93BD1-238F-B455-800F-0AD005D0832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8" name="rc946">
              <a:extLst>
                <a:ext uri="{FF2B5EF4-FFF2-40B4-BE49-F238E27FC236}">
                  <a16:creationId xmlns:a16="http://schemas.microsoft.com/office/drawing/2014/main" id="{77E2D38F-BCB0-2D18-5BDA-171BCFD00D7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9" name="rc947">
              <a:extLst>
                <a:ext uri="{FF2B5EF4-FFF2-40B4-BE49-F238E27FC236}">
                  <a16:creationId xmlns:a16="http://schemas.microsoft.com/office/drawing/2014/main" id="{8D14E449-BAC1-D020-E375-35F51BA9FBD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0" name="rc948">
              <a:extLst>
                <a:ext uri="{FF2B5EF4-FFF2-40B4-BE49-F238E27FC236}">
                  <a16:creationId xmlns:a16="http://schemas.microsoft.com/office/drawing/2014/main" id="{E4153637-16EF-92BD-CD83-9473BDD0B54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1" name="rc949">
              <a:extLst>
                <a:ext uri="{FF2B5EF4-FFF2-40B4-BE49-F238E27FC236}">
                  <a16:creationId xmlns:a16="http://schemas.microsoft.com/office/drawing/2014/main" id="{A7290B19-E7D7-C4B9-CE2D-AB4A428EDF6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2" name="rc950">
              <a:extLst>
                <a:ext uri="{FF2B5EF4-FFF2-40B4-BE49-F238E27FC236}">
                  <a16:creationId xmlns:a16="http://schemas.microsoft.com/office/drawing/2014/main" id="{F44E086A-298C-F9B0-657D-DBF38A01C88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3" name="rc951">
              <a:extLst>
                <a:ext uri="{FF2B5EF4-FFF2-40B4-BE49-F238E27FC236}">
                  <a16:creationId xmlns:a16="http://schemas.microsoft.com/office/drawing/2014/main" id="{9AAA49D9-4A51-033F-833E-DB1976918D9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4" name="rc952">
              <a:extLst>
                <a:ext uri="{FF2B5EF4-FFF2-40B4-BE49-F238E27FC236}">
                  <a16:creationId xmlns:a16="http://schemas.microsoft.com/office/drawing/2014/main" id="{C77B37E3-1C86-C344-AA70-39E01F1882D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5" name="rc953">
              <a:extLst>
                <a:ext uri="{FF2B5EF4-FFF2-40B4-BE49-F238E27FC236}">
                  <a16:creationId xmlns:a16="http://schemas.microsoft.com/office/drawing/2014/main" id="{296C65E2-3382-F47B-D754-6C48AA38D6B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6" name="rc954">
              <a:extLst>
                <a:ext uri="{FF2B5EF4-FFF2-40B4-BE49-F238E27FC236}">
                  <a16:creationId xmlns:a16="http://schemas.microsoft.com/office/drawing/2014/main" id="{738C68A5-E118-C493-5AAF-45034D7CDFB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7" name="rc955">
              <a:extLst>
                <a:ext uri="{FF2B5EF4-FFF2-40B4-BE49-F238E27FC236}">
                  <a16:creationId xmlns:a16="http://schemas.microsoft.com/office/drawing/2014/main" id="{E5277905-A85B-CFB7-DC8C-7F8DA8B58BD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8" name="rc956">
              <a:extLst>
                <a:ext uri="{FF2B5EF4-FFF2-40B4-BE49-F238E27FC236}">
                  <a16:creationId xmlns:a16="http://schemas.microsoft.com/office/drawing/2014/main" id="{93C1610B-6592-93D1-BB83-D9D2B55F391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9" name="rc957">
              <a:extLst>
                <a:ext uri="{FF2B5EF4-FFF2-40B4-BE49-F238E27FC236}">
                  <a16:creationId xmlns:a16="http://schemas.microsoft.com/office/drawing/2014/main" id="{F59B9655-5079-C8ED-9FA0-C0251FD36F1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0" name="rc958">
              <a:extLst>
                <a:ext uri="{FF2B5EF4-FFF2-40B4-BE49-F238E27FC236}">
                  <a16:creationId xmlns:a16="http://schemas.microsoft.com/office/drawing/2014/main" id="{59785E8E-F692-70A5-4B27-0A69526A66A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1" name="rc959">
              <a:extLst>
                <a:ext uri="{FF2B5EF4-FFF2-40B4-BE49-F238E27FC236}">
                  <a16:creationId xmlns:a16="http://schemas.microsoft.com/office/drawing/2014/main" id="{8455E48D-7D3C-2EC0-F22D-1ACA57CD09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2" name="rc960">
              <a:extLst>
                <a:ext uri="{FF2B5EF4-FFF2-40B4-BE49-F238E27FC236}">
                  <a16:creationId xmlns:a16="http://schemas.microsoft.com/office/drawing/2014/main" id="{6ED0C4ED-3CD6-784A-40CB-2F9B80FA2B0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3" name="rc961">
              <a:extLst>
                <a:ext uri="{FF2B5EF4-FFF2-40B4-BE49-F238E27FC236}">
                  <a16:creationId xmlns:a16="http://schemas.microsoft.com/office/drawing/2014/main" id="{0CDCBBA0-909A-5FD7-C205-7366013511F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4" name="rc962">
              <a:extLst>
                <a:ext uri="{FF2B5EF4-FFF2-40B4-BE49-F238E27FC236}">
                  <a16:creationId xmlns:a16="http://schemas.microsoft.com/office/drawing/2014/main" id="{5F9F9F67-ADC6-5C07-2947-B6F45207D02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5" name="rc963">
              <a:extLst>
                <a:ext uri="{FF2B5EF4-FFF2-40B4-BE49-F238E27FC236}">
                  <a16:creationId xmlns:a16="http://schemas.microsoft.com/office/drawing/2014/main" id="{543833C4-CE7B-BBE7-537A-9620D790560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6" name="rc964">
              <a:extLst>
                <a:ext uri="{FF2B5EF4-FFF2-40B4-BE49-F238E27FC236}">
                  <a16:creationId xmlns:a16="http://schemas.microsoft.com/office/drawing/2014/main" id="{B4813B1D-9D3B-ADFF-7AAB-3FE671F7A9A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7" name="rc965">
              <a:extLst>
                <a:ext uri="{FF2B5EF4-FFF2-40B4-BE49-F238E27FC236}">
                  <a16:creationId xmlns:a16="http://schemas.microsoft.com/office/drawing/2014/main" id="{6F73BF45-3A2C-5B98-7832-D7B9E9BB9FE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8" name="rc966">
              <a:extLst>
                <a:ext uri="{FF2B5EF4-FFF2-40B4-BE49-F238E27FC236}">
                  <a16:creationId xmlns:a16="http://schemas.microsoft.com/office/drawing/2014/main" id="{ACD50604-DBBE-9890-0E82-6B78E0B7627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9" name="rc967">
              <a:extLst>
                <a:ext uri="{FF2B5EF4-FFF2-40B4-BE49-F238E27FC236}">
                  <a16:creationId xmlns:a16="http://schemas.microsoft.com/office/drawing/2014/main" id="{A0D1D143-4328-C5FB-7C46-7BDB66E4682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0" name="rc968">
              <a:extLst>
                <a:ext uri="{FF2B5EF4-FFF2-40B4-BE49-F238E27FC236}">
                  <a16:creationId xmlns:a16="http://schemas.microsoft.com/office/drawing/2014/main" id="{AA83A17D-03C3-BC08-1756-31441D95174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1" name="rc969">
              <a:extLst>
                <a:ext uri="{FF2B5EF4-FFF2-40B4-BE49-F238E27FC236}">
                  <a16:creationId xmlns:a16="http://schemas.microsoft.com/office/drawing/2014/main" id="{89E26FC3-76A2-0F2C-826C-C2096A71BAA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2" name="rc970">
              <a:extLst>
                <a:ext uri="{FF2B5EF4-FFF2-40B4-BE49-F238E27FC236}">
                  <a16:creationId xmlns:a16="http://schemas.microsoft.com/office/drawing/2014/main" id="{D13FA159-9BD9-E73C-F574-2ABC699BC24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3" name="rc971">
              <a:extLst>
                <a:ext uri="{FF2B5EF4-FFF2-40B4-BE49-F238E27FC236}">
                  <a16:creationId xmlns:a16="http://schemas.microsoft.com/office/drawing/2014/main" id="{30093F8B-A89E-72B4-B5E2-5234FDD99AD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4" name="rc972">
              <a:extLst>
                <a:ext uri="{FF2B5EF4-FFF2-40B4-BE49-F238E27FC236}">
                  <a16:creationId xmlns:a16="http://schemas.microsoft.com/office/drawing/2014/main" id="{B611A1AB-A689-52B7-8B76-6A86AF9CA9C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5" name="rc973">
              <a:extLst>
                <a:ext uri="{FF2B5EF4-FFF2-40B4-BE49-F238E27FC236}">
                  <a16:creationId xmlns:a16="http://schemas.microsoft.com/office/drawing/2014/main" id="{4E9B4295-B646-CFB2-C443-3289F2D5E69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6" name="rc974">
              <a:extLst>
                <a:ext uri="{FF2B5EF4-FFF2-40B4-BE49-F238E27FC236}">
                  <a16:creationId xmlns:a16="http://schemas.microsoft.com/office/drawing/2014/main" id="{E453ACBF-0A45-92E8-047B-AB243351F56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7" name="rc975">
              <a:extLst>
                <a:ext uri="{FF2B5EF4-FFF2-40B4-BE49-F238E27FC236}">
                  <a16:creationId xmlns:a16="http://schemas.microsoft.com/office/drawing/2014/main" id="{9DA9E6D7-EC2D-E0AF-0500-B3F41097419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8" name="rc976">
              <a:extLst>
                <a:ext uri="{FF2B5EF4-FFF2-40B4-BE49-F238E27FC236}">
                  <a16:creationId xmlns:a16="http://schemas.microsoft.com/office/drawing/2014/main" id="{C174BF1F-73AA-C84E-18E0-DD11449BDB9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9" name="rc977">
              <a:extLst>
                <a:ext uri="{FF2B5EF4-FFF2-40B4-BE49-F238E27FC236}">
                  <a16:creationId xmlns:a16="http://schemas.microsoft.com/office/drawing/2014/main" id="{2A7F7EF2-2E26-AEDF-5CED-7C23C45B758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0" name="rc978">
              <a:extLst>
                <a:ext uri="{FF2B5EF4-FFF2-40B4-BE49-F238E27FC236}">
                  <a16:creationId xmlns:a16="http://schemas.microsoft.com/office/drawing/2014/main" id="{5745EB0D-7C00-A8AB-ADD0-043EB8B9242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1" name="rc979">
              <a:extLst>
                <a:ext uri="{FF2B5EF4-FFF2-40B4-BE49-F238E27FC236}">
                  <a16:creationId xmlns:a16="http://schemas.microsoft.com/office/drawing/2014/main" id="{621CDDF8-53E9-871C-B439-8FE9ED0807A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2" name="rc980">
              <a:extLst>
                <a:ext uri="{FF2B5EF4-FFF2-40B4-BE49-F238E27FC236}">
                  <a16:creationId xmlns:a16="http://schemas.microsoft.com/office/drawing/2014/main" id="{793018EE-E297-BA3F-AE75-A1FC95E8352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3" name="rc981">
              <a:extLst>
                <a:ext uri="{FF2B5EF4-FFF2-40B4-BE49-F238E27FC236}">
                  <a16:creationId xmlns:a16="http://schemas.microsoft.com/office/drawing/2014/main" id="{902A7962-A7D8-94D2-BB25-E17FAF31956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4" name="rc982">
              <a:extLst>
                <a:ext uri="{FF2B5EF4-FFF2-40B4-BE49-F238E27FC236}">
                  <a16:creationId xmlns:a16="http://schemas.microsoft.com/office/drawing/2014/main" id="{DB33E2AC-A0C2-7595-C60A-F070534C257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5" name="rc983">
              <a:extLst>
                <a:ext uri="{FF2B5EF4-FFF2-40B4-BE49-F238E27FC236}">
                  <a16:creationId xmlns:a16="http://schemas.microsoft.com/office/drawing/2014/main" id="{15E284A1-D4DD-D337-E7E8-E58B5717DF7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6" name="rc984">
              <a:extLst>
                <a:ext uri="{FF2B5EF4-FFF2-40B4-BE49-F238E27FC236}">
                  <a16:creationId xmlns:a16="http://schemas.microsoft.com/office/drawing/2014/main" id="{6228B2AD-1E1A-55EB-131D-6ED8C575376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7" name="rc985">
              <a:extLst>
                <a:ext uri="{FF2B5EF4-FFF2-40B4-BE49-F238E27FC236}">
                  <a16:creationId xmlns:a16="http://schemas.microsoft.com/office/drawing/2014/main" id="{20BBAF2F-A6C3-51AE-64A8-3BB19CDEF2D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8" name="rc986">
              <a:extLst>
                <a:ext uri="{FF2B5EF4-FFF2-40B4-BE49-F238E27FC236}">
                  <a16:creationId xmlns:a16="http://schemas.microsoft.com/office/drawing/2014/main" id="{66F1BE7D-32FF-0E4C-4CF2-8A5C8052497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9" name="rc987">
              <a:extLst>
                <a:ext uri="{FF2B5EF4-FFF2-40B4-BE49-F238E27FC236}">
                  <a16:creationId xmlns:a16="http://schemas.microsoft.com/office/drawing/2014/main" id="{FC77D5F2-F08E-3B1F-4405-301F332931C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0" name="rc988">
              <a:extLst>
                <a:ext uri="{FF2B5EF4-FFF2-40B4-BE49-F238E27FC236}">
                  <a16:creationId xmlns:a16="http://schemas.microsoft.com/office/drawing/2014/main" id="{404D8483-97E4-CC6C-A8E8-6938D055AC0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1" name="rc989">
              <a:extLst>
                <a:ext uri="{FF2B5EF4-FFF2-40B4-BE49-F238E27FC236}">
                  <a16:creationId xmlns:a16="http://schemas.microsoft.com/office/drawing/2014/main" id="{99D51C82-B563-3484-D71A-6B1CDAAC3E9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2" name="rc990">
              <a:extLst>
                <a:ext uri="{FF2B5EF4-FFF2-40B4-BE49-F238E27FC236}">
                  <a16:creationId xmlns:a16="http://schemas.microsoft.com/office/drawing/2014/main" id="{2CE9F965-E1B2-AD07-4D27-EB9983E5561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3" name="rc991">
              <a:extLst>
                <a:ext uri="{FF2B5EF4-FFF2-40B4-BE49-F238E27FC236}">
                  <a16:creationId xmlns:a16="http://schemas.microsoft.com/office/drawing/2014/main" id="{4FE9F61E-3F33-6F45-0CC3-E2BE70B5B77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4" name="rc992">
              <a:extLst>
                <a:ext uri="{FF2B5EF4-FFF2-40B4-BE49-F238E27FC236}">
                  <a16:creationId xmlns:a16="http://schemas.microsoft.com/office/drawing/2014/main" id="{3E968F3C-5D95-F5DE-724F-5F797D8612D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5" name="rc993">
              <a:extLst>
                <a:ext uri="{FF2B5EF4-FFF2-40B4-BE49-F238E27FC236}">
                  <a16:creationId xmlns:a16="http://schemas.microsoft.com/office/drawing/2014/main" id="{02D63A7F-B6B6-F45C-3578-3E725194A67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6" name="rc994">
              <a:extLst>
                <a:ext uri="{FF2B5EF4-FFF2-40B4-BE49-F238E27FC236}">
                  <a16:creationId xmlns:a16="http://schemas.microsoft.com/office/drawing/2014/main" id="{396B811F-48F9-76ED-6FBF-99BC1D25660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7" name="rc995">
              <a:extLst>
                <a:ext uri="{FF2B5EF4-FFF2-40B4-BE49-F238E27FC236}">
                  <a16:creationId xmlns:a16="http://schemas.microsoft.com/office/drawing/2014/main" id="{3D3E1DD2-9DC3-2E84-232A-27B2093B79F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8" name="rc996">
              <a:extLst>
                <a:ext uri="{FF2B5EF4-FFF2-40B4-BE49-F238E27FC236}">
                  <a16:creationId xmlns:a16="http://schemas.microsoft.com/office/drawing/2014/main" id="{9E58A65B-DDC3-AC3E-4C20-CD2C2E9DA2C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9" name="rc997">
              <a:extLst>
                <a:ext uri="{FF2B5EF4-FFF2-40B4-BE49-F238E27FC236}">
                  <a16:creationId xmlns:a16="http://schemas.microsoft.com/office/drawing/2014/main" id="{FDDA5E29-FCE3-92E1-802D-6430F124A43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0" name="rc998">
              <a:extLst>
                <a:ext uri="{FF2B5EF4-FFF2-40B4-BE49-F238E27FC236}">
                  <a16:creationId xmlns:a16="http://schemas.microsoft.com/office/drawing/2014/main" id="{CE901F2D-EB28-D1C2-B594-EED20472887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1" name="rc999">
              <a:extLst>
                <a:ext uri="{FF2B5EF4-FFF2-40B4-BE49-F238E27FC236}">
                  <a16:creationId xmlns:a16="http://schemas.microsoft.com/office/drawing/2014/main" id="{C0269BAA-AC96-C294-B9A7-BF27A72A564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2" name="rc1000">
              <a:extLst>
                <a:ext uri="{FF2B5EF4-FFF2-40B4-BE49-F238E27FC236}">
                  <a16:creationId xmlns:a16="http://schemas.microsoft.com/office/drawing/2014/main" id="{B750CE40-A98D-125E-A6DF-78954B9314F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3" name="rc1001">
              <a:extLst>
                <a:ext uri="{FF2B5EF4-FFF2-40B4-BE49-F238E27FC236}">
                  <a16:creationId xmlns:a16="http://schemas.microsoft.com/office/drawing/2014/main" id="{29C95DAF-53D1-39EF-BD7A-BE1ED937DB3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4" name="rc1002">
              <a:extLst>
                <a:ext uri="{FF2B5EF4-FFF2-40B4-BE49-F238E27FC236}">
                  <a16:creationId xmlns:a16="http://schemas.microsoft.com/office/drawing/2014/main" id="{CABEFAE7-CB28-8218-1419-3B17CE5CAD4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5" name="rc1003">
              <a:extLst>
                <a:ext uri="{FF2B5EF4-FFF2-40B4-BE49-F238E27FC236}">
                  <a16:creationId xmlns:a16="http://schemas.microsoft.com/office/drawing/2014/main" id="{9B1EB3AC-04C4-002C-229A-72205E478CC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6" name="rc1004">
              <a:extLst>
                <a:ext uri="{FF2B5EF4-FFF2-40B4-BE49-F238E27FC236}">
                  <a16:creationId xmlns:a16="http://schemas.microsoft.com/office/drawing/2014/main" id="{740EF23A-2FEF-690D-1B53-1200C694084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7" name="rc1005">
              <a:extLst>
                <a:ext uri="{FF2B5EF4-FFF2-40B4-BE49-F238E27FC236}">
                  <a16:creationId xmlns:a16="http://schemas.microsoft.com/office/drawing/2014/main" id="{8819650A-2BC4-9BA5-DC50-4B43637211A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8" name="rc1006">
              <a:extLst>
                <a:ext uri="{FF2B5EF4-FFF2-40B4-BE49-F238E27FC236}">
                  <a16:creationId xmlns:a16="http://schemas.microsoft.com/office/drawing/2014/main" id="{8B4C9BF7-9821-6AAA-FBED-DA1406342B0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9" name="rc1007">
              <a:extLst>
                <a:ext uri="{FF2B5EF4-FFF2-40B4-BE49-F238E27FC236}">
                  <a16:creationId xmlns:a16="http://schemas.microsoft.com/office/drawing/2014/main" id="{CC4D767B-D41A-1FE1-D193-8A7E78CAA25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0" name="rc1008">
              <a:extLst>
                <a:ext uri="{FF2B5EF4-FFF2-40B4-BE49-F238E27FC236}">
                  <a16:creationId xmlns:a16="http://schemas.microsoft.com/office/drawing/2014/main" id="{AE9095A4-BF6E-A969-E1C3-210165BF461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1" name="rc1009">
              <a:extLst>
                <a:ext uri="{FF2B5EF4-FFF2-40B4-BE49-F238E27FC236}">
                  <a16:creationId xmlns:a16="http://schemas.microsoft.com/office/drawing/2014/main" id="{04786221-A536-BE60-113C-25ED01C07B8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2" name="rc1010">
              <a:extLst>
                <a:ext uri="{FF2B5EF4-FFF2-40B4-BE49-F238E27FC236}">
                  <a16:creationId xmlns:a16="http://schemas.microsoft.com/office/drawing/2014/main" id="{7445C220-63AB-2093-254D-21C9F61C22E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3" name="rc1011">
              <a:extLst>
                <a:ext uri="{FF2B5EF4-FFF2-40B4-BE49-F238E27FC236}">
                  <a16:creationId xmlns:a16="http://schemas.microsoft.com/office/drawing/2014/main" id="{69FEBA4B-D2A6-F066-9C0D-8BB6076D291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4" name="rc1012">
              <a:extLst>
                <a:ext uri="{FF2B5EF4-FFF2-40B4-BE49-F238E27FC236}">
                  <a16:creationId xmlns:a16="http://schemas.microsoft.com/office/drawing/2014/main" id="{DA26699C-4520-A3E1-007F-9B914F683EF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5" name="rc1013">
              <a:extLst>
                <a:ext uri="{FF2B5EF4-FFF2-40B4-BE49-F238E27FC236}">
                  <a16:creationId xmlns:a16="http://schemas.microsoft.com/office/drawing/2014/main" id="{4610C477-E246-480B-9A79-798808CBED9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6" name="rc1014">
              <a:extLst>
                <a:ext uri="{FF2B5EF4-FFF2-40B4-BE49-F238E27FC236}">
                  <a16:creationId xmlns:a16="http://schemas.microsoft.com/office/drawing/2014/main" id="{C7C38971-3FD9-0DB5-3C1F-6DD0D6C3091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7" name="rc1015">
              <a:extLst>
                <a:ext uri="{FF2B5EF4-FFF2-40B4-BE49-F238E27FC236}">
                  <a16:creationId xmlns:a16="http://schemas.microsoft.com/office/drawing/2014/main" id="{37BC590A-D90A-05A4-A57E-5577E313E3A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8" name="rc1016">
              <a:extLst>
                <a:ext uri="{FF2B5EF4-FFF2-40B4-BE49-F238E27FC236}">
                  <a16:creationId xmlns:a16="http://schemas.microsoft.com/office/drawing/2014/main" id="{ACAD7E43-B9B4-7B3B-8C1F-55E7B9B2CF2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9" name="rc1017">
              <a:extLst>
                <a:ext uri="{FF2B5EF4-FFF2-40B4-BE49-F238E27FC236}">
                  <a16:creationId xmlns:a16="http://schemas.microsoft.com/office/drawing/2014/main" id="{8E160504-A60E-DDBC-D760-4BBD345D336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0" name="rc1018">
              <a:extLst>
                <a:ext uri="{FF2B5EF4-FFF2-40B4-BE49-F238E27FC236}">
                  <a16:creationId xmlns:a16="http://schemas.microsoft.com/office/drawing/2014/main" id="{A99BB462-8662-027C-D309-5D0998A299D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1" name="rc1019">
              <a:extLst>
                <a:ext uri="{FF2B5EF4-FFF2-40B4-BE49-F238E27FC236}">
                  <a16:creationId xmlns:a16="http://schemas.microsoft.com/office/drawing/2014/main" id="{41A3C228-5CFC-FDDC-A3D0-8E87A5F53CF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2" name="rc1020">
              <a:extLst>
                <a:ext uri="{FF2B5EF4-FFF2-40B4-BE49-F238E27FC236}">
                  <a16:creationId xmlns:a16="http://schemas.microsoft.com/office/drawing/2014/main" id="{DF1058E5-5E0C-0BA9-1369-81F94AEBBC0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3" name="rc1021">
              <a:extLst>
                <a:ext uri="{FF2B5EF4-FFF2-40B4-BE49-F238E27FC236}">
                  <a16:creationId xmlns:a16="http://schemas.microsoft.com/office/drawing/2014/main" id="{F7C4F7CC-459B-CD19-F3F3-948F201C603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4" name="rc1022">
              <a:extLst>
                <a:ext uri="{FF2B5EF4-FFF2-40B4-BE49-F238E27FC236}">
                  <a16:creationId xmlns:a16="http://schemas.microsoft.com/office/drawing/2014/main" id="{780F273A-33FB-A8AF-BD85-49652316093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5" name="rc1023">
              <a:extLst>
                <a:ext uri="{FF2B5EF4-FFF2-40B4-BE49-F238E27FC236}">
                  <a16:creationId xmlns:a16="http://schemas.microsoft.com/office/drawing/2014/main" id="{74E6E90F-D972-501B-71C9-BD9C3AA3167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6" name="rc1024">
              <a:extLst>
                <a:ext uri="{FF2B5EF4-FFF2-40B4-BE49-F238E27FC236}">
                  <a16:creationId xmlns:a16="http://schemas.microsoft.com/office/drawing/2014/main" id="{BCE9150E-A066-85F4-C9F0-69BAD87A05A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7" name="rc1025">
              <a:extLst>
                <a:ext uri="{FF2B5EF4-FFF2-40B4-BE49-F238E27FC236}">
                  <a16:creationId xmlns:a16="http://schemas.microsoft.com/office/drawing/2014/main" id="{E4F94CAA-1B7D-DD6E-07BA-8298C2FE85E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8" name="rc1026">
              <a:extLst>
                <a:ext uri="{FF2B5EF4-FFF2-40B4-BE49-F238E27FC236}">
                  <a16:creationId xmlns:a16="http://schemas.microsoft.com/office/drawing/2014/main" id="{7B3DA810-67E4-8732-DF72-D76B8ED2427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9" name="rc1027">
              <a:extLst>
                <a:ext uri="{FF2B5EF4-FFF2-40B4-BE49-F238E27FC236}">
                  <a16:creationId xmlns:a16="http://schemas.microsoft.com/office/drawing/2014/main" id="{C4F5ACE3-1BBE-17AB-FD46-96D3773D885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0" name="rc1028">
              <a:extLst>
                <a:ext uri="{FF2B5EF4-FFF2-40B4-BE49-F238E27FC236}">
                  <a16:creationId xmlns:a16="http://schemas.microsoft.com/office/drawing/2014/main" id="{85CB0349-A263-B694-1D48-CA64F5A3188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1" name="rc1029">
              <a:extLst>
                <a:ext uri="{FF2B5EF4-FFF2-40B4-BE49-F238E27FC236}">
                  <a16:creationId xmlns:a16="http://schemas.microsoft.com/office/drawing/2014/main" id="{86D0029B-81DA-B007-0E59-17971D650D1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2" name="rc1030">
              <a:extLst>
                <a:ext uri="{FF2B5EF4-FFF2-40B4-BE49-F238E27FC236}">
                  <a16:creationId xmlns:a16="http://schemas.microsoft.com/office/drawing/2014/main" id="{FBCA37C7-B143-96C8-7073-FA5354F6700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3" name="rc1031">
              <a:extLst>
                <a:ext uri="{FF2B5EF4-FFF2-40B4-BE49-F238E27FC236}">
                  <a16:creationId xmlns:a16="http://schemas.microsoft.com/office/drawing/2014/main" id="{7F7D22C7-2F22-AAB4-79B7-FD4D3BA2686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4" name="rc1032">
              <a:extLst>
                <a:ext uri="{FF2B5EF4-FFF2-40B4-BE49-F238E27FC236}">
                  <a16:creationId xmlns:a16="http://schemas.microsoft.com/office/drawing/2014/main" id="{0D895AD6-600D-1910-0D87-83D286B7508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5" name="rc1033">
              <a:extLst>
                <a:ext uri="{FF2B5EF4-FFF2-40B4-BE49-F238E27FC236}">
                  <a16:creationId xmlns:a16="http://schemas.microsoft.com/office/drawing/2014/main" id="{5667BE6B-6258-4C6D-DD4C-EBC354748AC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6" name="rc1034">
              <a:extLst>
                <a:ext uri="{FF2B5EF4-FFF2-40B4-BE49-F238E27FC236}">
                  <a16:creationId xmlns:a16="http://schemas.microsoft.com/office/drawing/2014/main" id="{1287EC86-4F0B-938D-24F3-4642426F2AD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7" name="rc1035">
              <a:extLst>
                <a:ext uri="{FF2B5EF4-FFF2-40B4-BE49-F238E27FC236}">
                  <a16:creationId xmlns:a16="http://schemas.microsoft.com/office/drawing/2014/main" id="{3590A7DF-8E03-508B-6884-4E07EB66A3E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8" name="rc1036">
              <a:extLst>
                <a:ext uri="{FF2B5EF4-FFF2-40B4-BE49-F238E27FC236}">
                  <a16:creationId xmlns:a16="http://schemas.microsoft.com/office/drawing/2014/main" id="{35C27CA1-8CCB-DF4F-4EE2-C508B765F0A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9" name="rc1037">
              <a:extLst>
                <a:ext uri="{FF2B5EF4-FFF2-40B4-BE49-F238E27FC236}">
                  <a16:creationId xmlns:a16="http://schemas.microsoft.com/office/drawing/2014/main" id="{C1165356-4389-1020-9D63-5A94A1707F1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0" name="rc1038">
              <a:extLst>
                <a:ext uri="{FF2B5EF4-FFF2-40B4-BE49-F238E27FC236}">
                  <a16:creationId xmlns:a16="http://schemas.microsoft.com/office/drawing/2014/main" id="{BDE52442-9EF9-23C6-E22A-04EF19FAE6A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1" name="rc1039">
              <a:extLst>
                <a:ext uri="{FF2B5EF4-FFF2-40B4-BE49-F238E27FC236}">
                  <a16:creationId xmlns:a16="http://schemas.microsoft.com/office/drawing/2014/main" id="{D18ABBF8-D071-B4B8-689E-BA8E59E04FE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2" name="rc1040">
              <a:extLst>
                <a:ext uri="{FF2B5EF4-FFF2-40B4-BE49-F238E27FC236}">
                  <a16:creationId xmlns:a16="http://schemas.microsoft.com/office/drawing/2014/main" id="{62375859-1164-CE6C-DA0F-A7A28D9471B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3" name="rc1041">
              <a:extLst>
                <a:ext uri="{FF2B5EF4-FFF2-40B4-BE49-F238E27FC236}">
                  <a16:creationId xmlns:a16="http://schemas.microsoft.com/office/drawing/2014/main" id="{95CCED80-A9FF-3019-C460-9B74D97A3A6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4" name="rc1042">
              <a:extLst>
                <a:ext uri="{FF2B5EF4-FFF2-40B4-BE49-F238E27FC236}">
                  <a16:creationId xmlns:a16="http://schemas.microsoft.com/office/drawing/2014/main" id="{BC3E9F84-6217-6151-ED83-B081DC30B1B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5" name="rc1043">
              <a:extLst>
                <a:ext uri="{FF2B5EF4-FFF2-40B4-BE49-F238E27FC236}">
                  <a16:creationId xmlns:a16="http://schemas.microsoft.com/office/drawing/2014/main" id="{0E22AF2C-710F-D442-89B3-5412CD7DE3B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6" name="rc1044">
              <a:extLst>
                <a:ext uri="{FF2B5EF4-FFF2-40B4-BE49-F238E27FC236}">
                  <a16:creationId xmlns:a16="http://schemas.microsoft.com/office/drawing/2014/main" id="{F1F384AE-8855-FF2E-8F74-7E8A7B571BC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7" name="rc1045">
              <a:extLst>
                <a:ext uri="{FF2B5EF4-FFF2-40B4-BE49-F238E27FC236}">
                  <a16:creationId xmlns:a16="http://schemas.microsoft.com/office/drawing/2014/main" id="{A092C81C-E684-3093-E9F8-16008ADA5F5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8" name="rc1046">
              <a:extLst>
                <a:ext uri="{FF2B5EF4-FFF2-40B4-BE49-F238E27FC236}">
                  <a16:creationId xmlns:a16="http://schemas.microsoft.com/office/drawing/2014/main" id="{E6174E41-B4AA-2F31-E36D-D2CE96776B8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9" name="rc1047">
              <a:extLst>
                <a:ext uri="{FF2B5EF4-FFF2-40B4-BE49-F238E27FC236}">
                  <a16:creationId xmlns:a16="http://schemas.microsoft.com/office/drawing/2014/main" id="{B501869D-FB99-F3DB-1CDB-9981483FDA5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0" name="rc1048">
              <a:extLst>
                <a:ext uri="{FF2B5EF4-FFF2-40B4-BE49-F238E27FC236}">
                  <a16:creationId xmlns:a16="http://schemas.microsoft.com/office/drawing/2014/main" id="{7EF7231E-6BBD-A74C-BF63-E7D34CE3FBD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1" name="rc1049">
              <a:extLst>
                <a:ext uri="{FF2B5EF4-FFF2-40B4-BE49-F238E27FC236}">
                  <a16:creationId xmlns:a16="http://schemas.microsoft.com/office/drawing/2014/main" id="{18C1D147-C7D2-1E0A-94A3-A3BE9108C12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2" name="rc1050">
              <a:extLst>
                <a:ext uri="{FF2B5EF4-FFF2-40B4-BE49-F238E27FC236}">
                  <a16:creationId xmlns:a16="http://schemas.microsoft.com/office/drawing/2014/main" id="{6B0DACBA-1E8E-6149-85C8-7467D8743AE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3" name="rc1051">
              <a:extLst>
                <a:ext uri="{FF2B5EF4-FFF2-40B4-BE49-F238E27FC236}">
                  <a16:creationId xmlns:a16="http://schemas.microsoft.com/office/drawing/2014/main" id="{F4E9BDFE-A933-4DCD-7287-B3B4446BD30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4" name="rc1052">
              <a:extLst>
                <a:ext uri="{FF2B5EF4-FFF2-40B4-BE49-F238E27FC236}">
                  <a16:creationId xmlns:a16="http://schemas.microsoft.com/office/drawing/2014/main" id="{7EDBA405-EBA3-A704-BCDB-A913A782D4F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5" name="rc1053">
              <a:extLst>
                <a:ext uri="{FF2B5EF4-FFF2-40B4-BE49-F238E27FC236}">
                  <a16:creationId xmlns:a16="http://schemas.microsoft.com/office/drawing/2014/main" id="{2D67C221-748A-A6E5-A875-DE98E1AE391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6" name="rc1054">
              <a:extLst>
                <a:ext uri="{FF2B5EF4-FFF2-40B4-BE49-F238E27FC236}">
                  <a16:creationId xmlns:a16="http://schemas.microsoft.com/office/drawing/2014/main" id="{23D67A9F-7DA2-B354-8057-7574FCD3366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7" name="rc1055">
              <a:extLst>
                <a:ext uri="{FF2B5EF4-FFF2-40B4-BE49-F238E27FC236}">
                  <a16:creationId xmlns:a16="http://schemas.microsoft.com/office/drawing/2014/main" id="{B2BB1510-483B-54C5-B910-966EF59333A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8" name="rc1056">
              <a:extLst>
                <a:ext uri="{FF2B5EF4-FFF2-40B4-BE49-F238E27FC236}">
                  <a16:creationId xmlns:a16="http://schemas.microsoft.com/office/drawing/2014/main" id="{2478E9A7-3076-A5B7-0F51-07C834A9A26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9" name="rc1057">
              <a:extLst>
                <a:ext uri="{FF2B5EF4-FFF2-40B4-BE49-F238E27FC236}">
                  <a16:creationId xmlns:a16="http://schemas.microsoft.com/office/drawing/2014/main" id="{4FC36C5A-88F7-9957-D55D-C85CE88D863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0" name="rc1058">
              <a:extLst>
                <a:ext uri="{FF2B5EF4-FFF2-40B4-BE49-F238E27FC236}">
                  <a16:creationId xmlns:a16="http://schemas.microsoft.com/office/drawing/2014/main" id="{6E89E98D-1ECD-924E-1F15-E6E93F14DBD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1" name="rc1059">
              <a:extLst>
                <a:ext uri="{FF2B5EF4-FFF2-40B4-BE49-F238E27FC236}">
                  <a16:creationId xmlns:a16="http://schemas.microsoft.com/office/drawing/2014/main" id="{D524D26D-6A3E-501C-EB7E-6DB46D8F575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2" name="rc1060">
              <a:extLst>
                <a:ext uri="{FF2B5EF4-FFF2-40B4-BE49-F238E27FC236}">
                  <a16:creationId xmlns:a16="http://schemas.microsoft.com/office/drawing/2014/main" id="{4EA0585A-5051-52DA-FCCB-E54BE9C42AC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3" name="rc1061">
              <a:extLst>
                <a:ext uri="{FF2B5EF4-FFF2-40B4-BE49-F238E27FC236}">
                  <a16:creationId xmlns:a16="http://schemas.microsoft.com/office/drawing/2014/main" id="{97C791E4-C0EE-9268-1A29-503853D1A3F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4" name="rc1062">
              <a:extLst>
                <a:ext uri="{FF2B5EF4-FFF2-40B4-BE49-F238E27FC236}">
                  <a16:creationId xmlns:a16="http://schemas.microsoft.com/office/drawing/2014/main" id="{FD370D92-BB50-9916-FCB2-6BA69030694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5" name="rc1063">
              <a:extLst>
                <a:ext uri="{FF2B5EF4-FFF2-40B4-BE49-F238E27FC236}">
                  <a16:creationId xmlns:a16="http://schemas.microsoft.com/office/drawing/2014/main" id="{06CFDEA3-D22A-D9E5-70A7-B01F3D68EC3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6" name="rc1064">
              <a:extLst>
                <a:ext uri="{FF2B5EF4-FFF2-40B4-BE49-F238E27FC236}">
                  <a16:creationId xmlns:a16="http://schemas.microsoft.com/office/drawing/2014/main" id="{7908F328-E34D-1617-F7EF-1B489507C3B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7" name="rc1065">
              <a:extLst>
                <a:ext uri="{FF2B5EF4-FFF2-40B4-BE49-F238E27FC236}">
                  <a16:creationId xmlns:a16="http://schemas.microsoft.com/office/drawing/2014/main" id="{FB69409E-7B61-A2E0-61B4-22AFE3AF49B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8" name="rc1066">
              <a:extLst>
                <a:ext uri="{FF2B5EF4-FFF2-40B4-BE49-F238E27FC236}">
                  <a16:creationId xmlns:a16="http://schemas.microsoft.com/office/drawing/2014/main" id="{AC8CBA1E-AC65-7CDB-B403-773183D39A3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9" name="rc1067">
              <a:extLst>
                <a:ext uri="{FF2B5EF4-FFF2-40B4-BE49-F238E27FC236}">
                  <a16:creationId xmlns:a16="http://schemas.microsoft.com/office/drawing/2014/main" id="{3B0FFECE-ADA9-80C4-DF2C-5A525A99790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0" name="rc1068">
              <a:extLst>
                <a:ext uri="{FF2B5EF4-FFF2-40B4-BE49-F238E27FC236}">
                  <a16:creationId xmlns:a16="http://schemas.microsoft.com/office/drawing/2014/main" id="{154B3B61-3888-3D80-32DC-6E94BB30D66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1" name="rc1069">
              <a:extLst>
                <a:ext uri="{FF2B5EF4-FFF2-40B4-BE49-F238E27FC236}">
                  <a16:creationId xmlns:a16="http://schemas.microsoft.com/office/drawing/2014/main" id="{45EB0128-AF84-88C8-301E-4F395AC4A84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2" name="rc1070">
              <a:extLst>
                <a:ext uri="{FF2B5EF4-FFF2-40B4-BE49-F238E27FC236}">
                  <a16:creationId xmlns:a16="http://schemas.microsoft.com/office/drawing/2014/main" id="{D98E8A7C-2F72-9616-B63A-83487EA29F5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3" name="rc1071">
              <a:extLst>
                <a:ext uri="{FF2B5EF4-FFF2-40B4-BE49-F238E27FC236}">
                  <a16:creationId xmlns:a16="http://schemas.microsoft.com/office/drawing/2014/main" id="{D4B653AF-39F8-3A45-EEF6-A01C65C025A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4" name="rc1072">
              <a:extLst>
                <a:ext uri="{FF2B5EF4-FFF2-40B4-BE49-F238E27FC236}">
                  <a16:creationId xmlns:a16="http://schemas.microsoft.com/office/drawing/2014/main" id="{6EF6E063-E434-31E1-6B24-8A96F369392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5" name="rc1073">
              <a:extLst>
                <a:ext uri="{FF2B5EF4-FFF2-40B4-BE49-F238E27FC236}">
                  <a16:creationId xmlns:a16="http://schemas.microsoft.com/office/drawing/2014/main" id="{A4817000-D4F5-50D0-93E9-6BE5ADA2FC0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6" name="rc1074">
              <a:extLst>
                <a:ext uri="{FF2B5EF4-FFF2-40B4-BE49-F238E27FC236}">
                  <a16:creationId xmlns:a16="http://schemas.microsoft.com/office/drawing/2014/main" id="{68A1B4D7-2374-9E9C-4AD9-17EA999DA13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7" name="rc1075">
              <a:extLst>
                <a:ext uri="{FF2B5EF4-FFF2-40B4-BE49-F238E27FC236}">
                  <a16:creationId xmlns:a16="http://schemas.microsoft.com/office/drawing/2014/main" id="{356D9BD6-9EAB-4F57-EE51-F0DF3FDC1E0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8" name="rc1076">
              <a:extLst>
                <a:ext uri="{FF2B5EF4-FFF2-40B4-BE49-F238E27FC236}">
                  <a16:creationId xmlns:a16="http://schemas.microsoft.com/office/drawing/2014/main" id="{716D3E98-8E0E-758F-9F62-4E558E176A2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9" name="rc1077">
              <a:extLst>
                <a:ext uri="{FF2B5EF4-FFF2-40B4-BE49-F238E27FC236}">
                  <a16:creationId xmlns:a16="http://schemas.microsoft.com/office/drawing/2014/main" id="{F3711EE2-3DA8-F992-7C86-F42D17BA0FC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0" name="rc1078">
              <a:extLst>
                <a:ext uri="{FF2B5EF4-FFF2-40B4-BE49-F238E27FC236}">
                  <a16:creationId xmlns:a16="http://schemas.microsoft.com/office/drawing/2014/main" id="{46FB77A9-07EF-7B88-184F-4403E55EB0C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1" name="rc1079">
              <a:extLst>
                <a:ext uri="{FF2B5EF4-FFF2-40B4-BE49-F238E27FC236}">
                  <a16:creationId xmlns:a16="http://schemas.microsoft.com/office/drawing/2014/main" id="{6634AB02-29D2-E2EA-8830-F9E2ACB4782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2" name="rc1080">
              <a:extLst>
                <a:ext uri="{FF2B5EF4-FFF2-40B4-BE49-F238E27FC236}">
                  <a16:creationId xmlns:a16="http://schemas.microsoft.com/office/drawing/2014/main" id="{CDE50C8E-917E-33D8-80CB-BEA099CB8DD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3" name="rc1081">
              <a:extLst>
                <a:ext uri="{FF2B5EF4-FFF2-40B4-BE49-F238E27FC236}">
                  <a16:creationId xmlns:a16="http://schemas.microsoft.com/office/drawing/2014/main" id="{D08D7A69-7ABE-0C78-327E-9C7D5A2E042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4" name="rc1082">
              <a:extLst>
                <a:ext uri="{FF2B5EF4-FFF2-40B4-BE49-F238E27FC236}">
                  <a16:creationId xmlns:a16="http://schemas.microsoft.com/office/drawing/2014/main" id="{2AF00CEF-CE8D-10B0-0F8E-A59E82D8D57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5" name="rc1083">
              <a:extLst>
                <a:ext uri="{FF2B5EF4-FFF2-40B4-BE49-F238E27FC236}">
                  <a16:creationId xmlns:a16="http://schemas.microsoft.com/office/drawing/2014/main" id="{FE70B155-996D-CB21-DD9A-CE26401ABC3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6" name="rc1084">
              <a:extLst>
                <a:ext uri="{FF2B5EF4-FFF2-40B4-BE49-F238E27FC236}">
                  <a16:creationId xmlns:a16="http://schemas.microsoft.com/office/drawing/2014/main" id="{6C6C163D-6CBC-1C83-04F8-29A5D062DF1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7" name="rc1085">
              <a:extLst>
                <a:ext uri="{FF2B5EF4-FFF2-40B4-BE49-F238E27FC236}">
                  <a16:creationId xmlns:a16="http://schemas.microsoft.com/office/drawing/2014/main" id="{C032BAB3-32E9-8C2A-10DB-8433DD2C4B0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8" name="rc1086">
              <a:extLst>
                <a:ext uri="{FF2B5EF4-FFF2-40B4-BE49-F238E27FC236}">
                  <a16:creationId xmlns:a16="http://schemas.microsoft.com/office/drawing/2014/main" id="{AA23D363-83DC-B2A2-DD5F-424C68E72CD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9" name="rc1087">
              <a:extLst>
                <a:ext uri="{FF2B5EF4-FFF2-40B4-BE49-F238E27FC236}">
                  <a16:creationId xmlns:a16="http://schemas.microsoft.com/office/drawing/2014/main" id="{8493A084-10DA-CCDA-0211-8F509C1219E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0" name="rc1088">
              <a:extLst>
                <a:ext uri="{FF2B5EF4-FFF2-40B4-BE49-F238E27FC236}">
                  <a16:creationId xmlns:a16="http://schemas.microsoft.com/office/drawing/2014/main" id="{08E2D3BF-46B4-218F-1B6F-E03CD88F589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1" name="rc1089">
              <a:extLst>
                <a:ext uri="{FF2B5EF4-FFF2-40B4-BE49-F238E27FC236}">
                  <a16:creationId xmlns:a16="http://schemas.microsoft.com/office/drawing/2014/main" id="{02859A37-3266-6DEA-4CE2-579001A97E2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2" name="rc1090">
              <a:extLst>
                <a:ext uri="{FF2B5EF4-FFF2-40B4-BE49-F238E27FC236}">
                  <a16:creationId xmlns:a16="http://schemas.microsoft.com/office/drawing/2014/main" id="{081F59C6-37E6-B68A-C44D-D7322A5FE43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3" name="rc1091">
              <a:extLst>
                <a:ext uri="{FF2B5EF4-FFF2-40B4-BE49-F238E27FC236}">
                  <a16:creationId xmlns:a16="http://schemas.microsoft.com/office/drawing/2014/main" id="{2E27CAB6-960E-D5DE-E85C-CE1E1207EDE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4" name="rc1092">
              <a:extLst>
                <a:ext uri="{FF2B5EF4-FFF2-40B4-BE49-F238E27FC236}">
                  <a16:creationId xmlns:a16="http://schemas.microsoft.com/office/drawing/2014/main" id="{AEEE8C2E-B7A9-FB56-80DF-878161687CE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5" name="rc1093">
              <a:extLst>
                <a:ext uri="{FF2B5EF4-FFF2-40B4-BE49-F238E27FC236}">
                  <a16:creationId xmlns:a16="http://schemas.microsoft.com/office/drawing/2014/main" id="{E02EF5F7-91DF-7FE3-7BBC-0EBBAB6402B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6" name="rc1094">
              <a:extLst>
                <a:ext uri="{FF2B5EF4-FFF2-40B4-BE49-F238E27FC236}">
                  <a16:creationId xmlns:a16="http://schemas.microsoft.com/office/drawing/2014/main" id="{BCE2894B-19AE-2DDF-B8A1-95A82EF1064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7" name="rc1095">
              <a:extLst>
                <a:ext uri="{FF2B5EF4-FFF2-40B4-BE49-F238E27FC236}">
                  <a16:creationId xmlns:a16="http://schemas.microsoft.com/office/drawing/2014/main" id="{182A5145-2C50-59B6-0671-876B4D9B788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8" name="rc1096">
              <a:extLst>
                <a:ext uri="{FF2B5EF4-FFF2-40B4-BE49-F238E27FC236}">
                  <a16:creationId xmlns:a16="http://schemas.microsoft.com/office/drawing/2014/main" id="{AA5D9E5A-85A6-1E01-A893-51CBF3B4FD2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9" name="rc1097">
              <a:extLst>
                <a:ext uri="{FF2B5EF4-FFF2-40B4-BE49-F238E27FC236}">
                  <a16:creationId xmlns:a16="http://schemas.microsoft.com/office/drawing/2014/main" id="{50A6F200-6EF4-E251-5C8B-AADE4E9C2B4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0" name="rc1098">
              <a:extLst>
                <a:ext uri="{FF2B5EF4-FFF2-40B4-BE49-F238E27FC236}">
                  <a16:creationId xmlns:a16="http://schemas.microsoft.com/office/drawing/2014/main" id="{5F277D02-4055-1307-62DC-24761C2E1EC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1" name="rc1099">
              <a:extLst>
                <a:ext uri="{FF2B5EF4-FFF2-40B4-BE49-F238E27FC236}">
                  <a16:creationId xmlns:a16="http://schemas.microsoft.com/office/drawing/2014/main" id="{61907ABC-443F-5421-6A0A-071A27AB664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2" name="rc1100">
              <a:extLst>
                <a:ext uri="{FF2B5EF4-FFF2-40B4-BE49-F238E27FC236}">
                  <a16:creationId xmlns:a16="http://schemas.microsoft.com/office/drawing/2014/main" id="{64355358-D178-8394-4D6E-8B58AE5DF5E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3" name="rc1101">
              <a:extLst>
                <a:ext uri="{FF2B5EF4-FFF2-40B4-BE49-F238E27FC236}">
                  <a16:creationId xmlns:a16="http://schemas.microsoft.com/office/drawing/2014/main" id="{8E7201E9-EB4C-C5AC-68C2-2124175FD22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4" name="rc1102">
              <a:extLst>
                <a:ext uri="{FF2B5EF4-FFF2-40B4-BE49-F238E27FC236}">
                  <a16:creationId xmlns:a16="http://schemas.microsoft.com/office/drawing/2014/main" id="{A4D0B8F1-9E41-9552-61FC-93F755CBDA9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5" name="rc1103">
              <a:extLst>
                <a:ext uri="{FF2B5EF4-FFF2-40B4-BE49-F238E27FC236}">
                  <a16:creationId xmlns:a16="http://schemas.microsoft.com/office/drawing/2014/main" id="{11B433A2-603E-B219-239E-1E2522B1819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6" name="rc1104">
              <a:extLst>
                <a:ext uri="{FF2B5EF4-FFF2-40B4-BE49-F238E27FC236}">
                  <a16:creationId xmlns:a16="http://schemas.microsoft.com/office/drawing/2014/main" id="{5C0CC144-5665-223E-10F5-CA41B97A292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7" name="rc1105">
              <a:extLst>
                <a:ext uri="{FF2B5EF4-FFF2-40B4-BE49-F238E27FC236}">
                  <a16:creationId xmlns:a16="http://schemas.microsoft.com/office/drawing/2014/main" id="{A7CE16A7-EEE1-EF59-4306-8E7C29B5485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8" name="rc1106">
              <a:extLst>
                <a:ext uri="{FF2B5EF4-FFF2-40B4-BE49-F238E27FC236}">
                  <a16:creationId xmlns:a16="http://schemas.microsoft.com/office/drawing/2014/main" id="{B90F1822-CE18-4629-BF2B-1D911F7FBDC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9" name="rc1107">
              <a:extLst>
                <a:ext uri="{FF2B5EF4-FFF2-40B4-BE49-F238E27FC236}">
                  <a16:creationId xmlns:a16="http://schemas.microsoft.com/office/drawing/2014/main" id="{EB0B08D9-FA75-68D5-2BCB-A83CEAD43FC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0" name="rc1108">
              <a:extLst>
                <a:ext uri="{FF2B5EF4-FFF2-40B4-BE49-F238E27FC236}">
                  <a16:creationId xmlns:a16="http://schemas.microsoft.com/office/drawing/2014/main" id="{06B836D3-1C13-00DE-57B9-10D2C157E37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1" name="rc1109">
              <a:extLst>
                <a:ext uri="{FF2B5EF4-FFF2-40B4-BE49-F238E27FC236}">
                  <a16:creationId xmlns:a16="http://schemas.microsoft.com/office/drawing/2014/main" id="{BA613D22-642C-159E-A54F-78423DD5388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2" name="rc1110">
              <a:extLst>
                <a:ext uri="{FF2B5EF4-FFF2-40B4-BE49-F238E27FC236}">
                  <a16:creationId xmlns:a16="http://schemas.microsoft.com/office/drawing/2014/main" id="{B4341AC9-574F-1976-C07D-435598DCBAE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3" name="rc1111">
              <a:extLst>
                <a:ext uri="{FF2B5EF4-FFF2-40B4-BE49-F238E27FC236}">
                  <a16:creationId xmlns:a16="http://schemas.microsoft.com/office/drawing/2014/main" id="{FDBA9B47-A462-6A0F-30A1-D9EE083A2CF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4" name="rc1112">
              <a:extLst>
                <a:ext uri="{FF2B5EF4-FFF2-40B4-BE49-F238E27FC236}">
                  <a16:creationId xmlns:a16="http://schemas.microsoft.com/office/drawing/2014/main" id="{25EDEFFC-B9B9-0552-792F-377FF3A4904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5" name="rc1113">
              <a:extLst>
                <a:ext uri="{FF2B5EF4-FFF2-40B4-BE49-F238E27FC236}">
                  <a16:creationId xmlns:a16="http://schemas.microsoft.com/office/drawing/2014/main" id="{5930E649-D567-99C7-DAD5-00EC3842596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6" name="rc1114">
              <a:extLst>
                <a:ext uri="{FF2B5EF4-FFF2-40B4-BE49-F238E27FC236}">
                  <a16:creationId xmlns:a16="http://schemas.microsoft.com/office/drawing/2014/main" id="{F951C501-A8DE-55B8-0435-785DC85C66D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7" name="rc1115">
              <a:extLst>
                <a:ext uri="{FF2B5EF4-FFF2-40B4-BE49-F238E27FC236}">
                  <a16:creationId xmlns:a16="http://schemas.microsoft.com/office/drawing/2014/main" id="{C9691BF9-D183-5616-DC04-E8CD6D08419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8" name="rc1116">
              <a:extLst>
                <a:ext uri="{FF2B5EF4-FFF2-40B4-BE49-F238E27FC236}">
                  <a16:creationId xmlns:a16="http://schemas.microsoft.com/office/drawing/2014/main" id="{7C8D9B85-E75E-8818-D4D8-C08D570A908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9" name="rc1117">
              <a:extLst>
                <a:ext uri="{FF2B5EF4-FFF2-40B4-BE49-F238E27FC236}">
                  <a16:creationId xmlns:a16="http://schemas.microsoft.com/office/drawing/2014/main" id="{10A5A811-F148-91FC-8F9F-081D73FEA83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0" name="rc1118">
              <a:extLst>
                <a:ext uri="{FF2B5EF4-FFF2-40B4-BE49-F238E27FC236}">
                  <a16:creationId xmlns:a16="http://schemas.microsoft.com/office/drawing/2014/main" id="{F8436BE9-6EBB-3372-F413-7700F46BAA6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1" name="rc1119">
              <a:extLst>
                <a:ext uri="{FF2B5EF4-FFF2-40B4-BE49-F238E27FC236}">
                  <a16:creationId xmlns:a16="http://schemas.microsoft.com/office/drawing/2014/main" id="{5D6E6545-27A1-E17C-0F58-E31B33C9876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2" name="rc1120">
              <a:extLst>
                <a:ext uri="{FF2B5EF4-FFF2-40B4-BE49-F238E27FC236}">
                  <a16:creationId xmlns:a16="http://schemas.microsoft.com/office/drawing/2014/main" id="{9E0F5FBA-5C22-2533-508D-721B2318278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3" name="rc1121">
              <a:extLst>
                <a:ext uri="{FF2B5EF4-FFF2-40B4-BE49-F238E27FC236}">
                  <a16:creationId xmlns:a16="http://schemas.microsoft.com/office/drawing/2014/main" id="{672F9482-0318-C339-57FB-11A91C39366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4" name="rc1122">
              <a:extLst>
                <a:ext uri="{FF2B5EF4-FFF2-40B4-BE49-F238E27FC236}">
                  <a16:creationId xmlns:a16="http://schemas.microsoft.com/office/drawing/2014/main" id="{A69BF2B6-F40D-1BBD-9035-2BB98508ECF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5" name="rc1123">
              <a:extLst>
                <a:ext uri="{FF2B5EF4-FFF2-40B4-BE49-F238E27FC236}">
                  <a16:creationId xmlns:a16="http://schemas.microsoft.com/office/drawing/2014/main" id="{2E85BECF-EA07-7F1A-7315-48FBAD80AF2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6" name="rc1124">
              <a:extLst>
                <a:ext uri="{FF2B5EF4-FFF2-40B4-BE49-F238E27FC236}">
                  <a16:creationId xmlns:a16="http://schemas.microsoft.com/office/drawing/2014/main" id="{7CE70274-4F8D-FC5E-2259-506B2812AC2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7" name="rc1125">
              <a:extLst>
                <a:ext uri="{FF2B5EF4-FFF2-40B4-BE49-F238E27FC236}">
                  <a16:creationId xmlns:a16="http://schemas.microsoft.com/office/drawing/2014/main" id="{75F6B67A-F764-DFEF-CF1F-5800AE9016E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8" name="rc1126">
              <a:extLst>
                <a:ext uri="{FF2B5EF4-FFF2-40B4-BE49-F238E27FC236}">
                  <a16:creationId xmlns:a16="http://schemas.microsoft.com/office/drawing/2014/main" id="{ED422709-2362-6321-C9AE-A2C30E9EB16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9" name="rc1127">
              <a:extLst>
                <a:ext uri="{FF2B5EF4-FFF2-40B4-BE49-F238E27FC236}">
                  <a16:creationId xmlns:a16="http://schemas.microsoft.com/office/drawing/2014/main" id="{3051AD6D-AD7A-C5B1-A251-E5D56945D77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0" name="rc1128">
              <a:extLst>
                <a:ext uri="{FF2B5EF4-FFF2-40B4-BE49-F238E27FC236}">
                  <a16:creationId xmlns:a16="http://schemas.microsoft.com/office/drawing/2014/main" id="{0B319167-A352-92D3-7F7C-98861FDF45B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1" name="rc1129">
              <a:extLst>
                <a:ext uri="{FF2B5EF4-FFF2-40B4-BE49-F238E27FC236}">
                  <a16:creationId xmlns:a16="http://schemas.microsoft.com/office/drawing/2014/main" id="{F66689CE-E551-7A39-47E8-8B8DFC90566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2" name="rc1130">
              <a:extLst>
                <a:ext uri="{FF2B5EF4-FFF2-40B4-BE49-F238E27FC236}">
                  <a16:creationId xmlns:a16="http://schemas.microsoft.com/office/drawing/2014/main" id="{4017FB0B-AF1D-B22E-BAA3-C96A7E029D3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3" name="rc1131">
              <a:extLst>
                <a:ext uri="{FF2B5EF4-FFF2-40B4-BE49-F238E27FC236}">
                  <a16:creationId xmlns:a16="http://schemas.microsoft.com/office/drawing/2014/main" id="{42067C34-B3DA-B96C-78D4-78453ECDCD9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4" name="rc1132">
              <a:extLst>
                <a:ext uri="{FF2B5EF4-FFF2-40B4-BE49-F238E27FC236}">
                  <a16:creationId xmlns:a16="http://schemas.microsoft.com/office/drawing/2014/main" id="{402BAD68-A84F-099B-9B0C-EAF5FE03829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5" name="rc1133">
              <a:extLst>
                <a:ext uri="{FF2B5EF4-FFF2-40B4-BE49-F238E27FC236}">
                  <a16:creationId xmlns:a16="http://schemas.microsoft.com/office/drawing/2014/main" id="{F42F306C-D0E8-6065-322E-9A75E241D20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6" name="rc1134">
              <a:extLst>
                <a:ext uri="{FF2B5EF4-FFF2-40B4-BE49-F238E27FC236}">
                  <a16:creationId xmlns:a16="http://schemas.microsoft.com/office/drawing/2014/main" id="{9917A783-EAB8-2897-F648-D0C390DA50E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7" name="rc1135">
              <a:extLst>
                <a:ext uri="{FF2B5EF4-FFF2-40B4-BE49-F238E27FC236}">
                  <a16:creationId xmlns:a16="http://schemas.microsoft.com/office/drawing/2014/main" id="{3BD2AC26-C6EF-E085-A476-97EDEA40BB7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8" name="rc1136">
              <a:extLst>
                <a:ext uri="{FF2B5EF4-FFF2-40B4-BE49-F238E27FC236}">
                  <a16:creationId xmlns:a16="http://schemas.microsoft.com/office/drawing/2014/main" id="{6CEEA85D-2EAE-1B6B-B477-CC6CC4D4138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9" name="rc1137">
              <a:extLst>
                <a:ext uri="{FF2B5EF4-FFF2-40B4-BE49-F238E27FC236}">
                  <a16:creationId xmlns:a16="http://schemas.microsoft.com/office/drawing/2014/main" id="{D53B8737-F143-B9D5-5A63-8CA6BA9BC41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0" name="rc1138">
              <a:extLst>
                <a:ext uri="{FF2B5EF4-FFF2-40B4-BE49-F238E27FC236}">
                  <a16:creationId xmlns:a16="http://schemas.microsoft.com/office/drawing/2014/main" id="{2B87E47F-9E7E-9CB2-8663-122ED8E78AA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1" name="rc1139">
              <a:extLst>
                <a:ext uri="{FF2B5EF4-FFF2-40B4-BE49-F238E27FC236}">
                  <a16:creationId xmlns:a16="http://schemas.microsoft.com/office/drawing/2014/main" id="{CD5F0EB4-791E-6DB6-1C6D-85581A58EB0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2" name="rc1140">
              <a:extLst>
                <a:ext uri="{FF2B5EF4-FFF2-40B4-BE49-F238E27FC236}">
                  <a16:creationId xmlns:a16="http://schemas.microsoft.com/office/drawing/2014/main" id="{475439A2-A4FD-662C-E96B-496F9A95173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3" name="rc1141">
              <a:extLst>
                <a:ext uri="{FF2B5EF4-FFF2-40B4-BE49-F238E27FC236}">
                  <a16:creationId xmlns:a16="http://schemas.microsoft.com/office/drawing/2014/main" id="{A5ECBBEF-8DD0-C15F-F0DD-0FBD67B4017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4" name="rc1142">
              <a:extLst>
                <a:ext uri="{FF2B5EF4-FFF2-40B4-BE49-F238E27FC236}">
                  <a16:creationId xmlns:a16="http://schemas.microsoft.com/office/drawing/2014/main" id="{FE8AC729-80E2-9E02-4D3D-47EA7433B95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5" name="rc1143">
              <a:extLst>
                <a:ext uri="{FF2B5EF4-FFF2-40B4-BE49-F238E27FC236}">
                  <a16:creationId xmlns:a16="http://schemas.microsoft.com/office/drawing/2014/main" id="{6A4F705A-137A-0125-037D-EE57F4E4E27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6" name="rc1144">
              <a:extLst>
                <a:ext uri="{FF2B5EF4-FFF2-40B4-BE49-F238E27FC236}">
                  <a16:creationId xmlns:a16="http://schemas.microsoft.com/office/drawing/2014/main" id="{52EEA81D-514C-E7AB-8613-F826C69593D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7" name="rc1145">
              <a:extLst>
                <a:ext uri="{FF2B5EF4-FFF2-40B4-BE49-F238E27FC236}">
                  <a16:creationId xmlns:a16="http://schemas.microsoft.com/office/drawing/2014/main" id="{0C8A4F46-39D0-0FC2-0DAF-EA7D084CFAD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8" name="rc1146">
              <a:extLst>
                <a:ext uri="{FF2B5EF4-FFF2-40B4-BE49-F238E27FC236}">
                  <a16:creationId xmlns:a16="http://schemas.microsoft.com/office/drawing/2014/main" id="{73924A1E-4FDD-64B6-D5FD-D5872D2F9A7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9" name="rc1147">
              <a:extLst>
                <a:ext uri="{FF2B5EF4-FFF2-40B4-BE49-F238E27FC236}">
                  <a16:creationId xmlns:a16="http://schemas.microsoft.com/office/drawing/2014/main" id="{E8B52184-DE12-3D28-4CCF-A3640150993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0" name="rc1148">
              <a:extLst>
                <a:ext uri="{FF2B5EF4-FFF2-40B4-BE49-F238E27FC236}">
                  <a16:creationId xmlns:a16="http://schemas.microsoft.com/office/drawing/2014/main" id="{CF8D3EFA-E6BA-71C3-4AC1-E89928D24A7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1" name="rc1149">
              <a:extLst>
                <a:ext uri="{FF2B5EF4-FFF2-40B4-BE49-F238E27FC236}">
                  <a16:creationId xmlns:a16="http://schemas.microsoft.com/office/drawing/2014/main" id="{76C96030-94F7-C325-1266-31E8285C27F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2" name="rc1150">
              <a:extLst>
                <a:ext uri="{FF2B5EF4-FFF2-40B4-BE49-F238E27FC236}">
                  <a16:creationId xmlns:a16="http://schemas.microsoft.com/office/drawing/2014/main" id="{EFB16F8C-904E-164B-EEF2-823565641DA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3" name="rc1151">
              <a:extLst>
                <a:ext uri="{FF2B5EF4-FFF2-40B4-BE49-F238E27FC236}">
                  <a16:creationId xmlns:a16="http://schemas.microsoft.com/office/drawing/2014/main" id="{2178C238-7216-873E-BE8A-303C7BF8FC1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4" name="rc1152">
              <a:extLst>
                <a:ext uri="{FF2B5EF4-FFF2-40B4-BE49-F238E27FC236}">
                  <a16:creationId xmlns:a16="http://schemas.microsoft.com/office/drawing/2014/main" id="{2A4A7A10-E74E-8BE7-7B2B-0BD8F8184DB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5" name="rc1153">
              <a:extLst>
                <a:ext uri="{FF2B5EF4-FFF2-40B4-BE49-F238E27FC236}">
                  <a16:creationId xmlns:a16="http://schemas.microsoft.com/office/drawing/2014/main" id="{8248A1FD-76EE-BC8B-2520-5B4061A8AAC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6" name="rc1154">
              <a:extLst>
                <a:ext uri="{FF2B5EF4-FFF2-40B4-BE49-F238E27FC236}">
                  <a16:creationId xmlns:a16="http://schemas.microsoft.com/office/drawing/2014/main" id="{9B3A86BC-E156-70FA-A06E-C8B047BECEC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7" name="rc1155">
              <a:extLst>
                <a:ext uri="{FF2B5EF4-FFF2-40B4-BE49-F238E27FC236}">
                  <a16:creationId xmlns:a16="http://schemas.microsoft.com/office/drawing/2014/main" id="{3A862936-B624-F9D4-F429-D3D4EDCFC75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8" name="rc1156">
              <a:extLst>
                <a:ext uri="{FF2B5EF4-FFF2-40B4-BE49-F238E27FC236}">
                  <a16:creationId xmlns:a16="http://schemas.microsoft.com/office/drawing/2014/main" id="{FBC0BE7B-4E6A-A6E5-E98E-C6E6ED40B30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9" name="rc1157">
              <a:extLst>
                <a:ext uri="{FF2B5EF4-FFF2-40B4-BE49-F238E27FC236}">
                  <a16:creationId xmlns:a16="http://schemas.microsoft.com/office/drawing/2014/main" id="{21FE18FB-E736-78C9-C3A3-D37587927AA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0" name="rc1158">
              <a:extLst>
                <a:ext uri="{FF2B5EF4-FFF2-40B4-BE49-F238E27FC236}">
                  <a16:creationId xmlns:a16="http://schemas.microsoft.com/office/drawing/2014/main" id="{9FF789D1-A17E-AB93-A27C-DE92453E5D5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1" name="rc1159">
              <a:extLst>
                <a:ext uri="{FF2B5EF4-FFF2-40B4-BE49-F238E27FC236}">
                  <a16:creationId xmlns:a16="http://schemas.microsoft.com/office/drawing/2014/main" id="{17DD9A60-E37E-AFB9-4A40-993662F165C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2" name="rc1160">
              <a:extLst>
                <a:ext uri="{FF2B5EF4-FFF2-40B4-BE49-F238E27FC236}">
                  <a16:creationId xmlns:a16="http://schemas.microsoft.com/office/drawing/2014/main" id="{005DF650-CECB-85BA-EB38-F2B83A2BCD2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3" name="rc1161">
              <a:extLst>
                <a:ext uri="{FF2B5EF4-FFF2-40B4-BE49-F238E27FC236}">
                  <a16:creationId xmlns:a16="http://schemas.microsoft.com/office/drawing/2014/main" id="{BDA55DA3-0B32-8365-C6B8-0D183E5DCE0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4" name="rc1162">
              <a:extLst>
                <a:ext uri="{FF2B5EF4-FFF2-40B4-BE49-F238E27FC236}">
                  <a16:creationId xmlns:a16="http://schemas.microsoft.com/office/drawing/2014/main" id="{BF1BA311-2EA9-8535-5CED-14FA59237D6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5" name="rc1163">
              <a:extLst>
                <a:ext uri="{FF2B5EF4-FFF2-40B4-BE49-F238E27FC236}">
                  <a16:creationId xmlns:a16="http://schemas.microsoft.com/office/drawing/2014/main" id="{3BC9875F-C427-3967-28D7-7AFC8077C8C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6" name="rc1164">
              <a:extLst>
                <a:ext uri="{FF2B5EF4-FFF2-40B4-BE49-F238E27FC236}">
                  <a16:creationId xmlns:a16="http://schemas.microsoft.com/office/drawing/2014/main" id="{A65F15AD-FA23-5C3B-6B0D-5F096B72204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7" name="rc1165">
              <a:extLst>
                <a:ext uri="{FF2B5EF4-FFF2-40B4-BE49-F238E27FC236}">
                  <a16:creationId xmlns:a16="http://schemas.microsoft.com/office/drawing/2014/main" id="{CAF7DD9C-9046-EC68-6087-AD89E2101E9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8" name="rc1166">
              <a:extLst>
                <a:ext uri="{FF2B5EF4-FFF2-40B4-BE49-F238E27FC236}">
                  <a16:creationId xmlns:a16="http://schemas.microsoft.com/office/drawing/2014/main" id="{5FAEFDA5-81E5-3B55-3888-13AC6DD26E5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9" name="rc1167">
              <a:extLst>
                <a:ext uri="{FF2B5EF4-FFF2-40B4-BE49-F238E27FC236}">
                  <a16:creationId xmlns:a16="http://schemas.microsoft.com/office/drawing/2014/main" id="{35C03508-71E1-D6AD-E40D-C568546492F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0" name="rc1168">
              <a:extLst>
                <a:ext uri="{FF2B5EF4-FFF2-40B4-BE49-F238E27FC236}">
                  <a16:creationId xmlns:a16="http://schemas.microsoft.com/office/drawing/2014/main" id="{39BC6131-42F9-C31D-C6D5-BC52A2A0324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1" name="rc1169">
              <a:extLst>
                <a:ext uri="{FF2B5EF4-FFF2-40B4-BE49-F238E27FC236}">
                  <a16:creationId xmlns:a16="http://schemas.microsoft.com/office/drawing/2014/main" id="{A129F874-0B89-D16E-55F1-78A5EED7C10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2" name="rc1170">
              <a:extLst>
                <a:ext uri="{FF2B5EF4-FFF2-40B4-BE49-F238E27FC236}">
                  <a16:creationId xmlns:a16="http://schemas.microsoft.com/office/drawing/2014/main" id="{11775CF0-7FCF-E49C-342B-2ABAD2E71DF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3" name="rc1171">
              <a:extLst>
                <a:ext uri="{FF2B5EF4-FFF2-40B4-BE49-F238E27FC236}">
                  <a16:creationId xmlns:a16="http://schemas.microsoft.com/office/drawing/2014/main" id="{BA380ED8-A5FA-1891-3699-D7A45C3AA5D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4" name="rc1172">
              <a:extLst>
                <a:ext uri="{FF2B5EF4-FFF2-40B4-BE49-F238E27FC236}">
                  <a16:creationId xmlns:a16="http://schemas.microsoft.com/office/drawing/2014/main" id="{1B7CB750-D268-A57C-BC3F-9131C44F895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5" name="rc1173">
              <a:extLst>
                <a:ext uri="{FF2B5EF4-FFF2-40B4-BE49-F238E27FC236}">
                  <a16:creationId xmlns:a16="http://schemas.microsoft.com/office/drawing/2014/main" id="{ED19B3F0-3568-6BFA-9086-352A1D459E4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6" name="rc1174">
              <a:extLst>
                <a:ext uri="{FF2B5EF4-FFF2-40B4-BE49-F238E27FC236}">
                  <a16:creationId xmlns:a16="http://schemas.microsoft.com/office/drawing/2014/main" id="{2C4F0020-C085-1B8F-330C-4A5407F7D1F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7" name="rc1175">
              <a:extLst>
                <a:ext uri="{FF2B5EF4-FFF2-40B4-BE49-F238E27FC236}">
                  <a16:creationId xmlns:a16="http://schemas.microsoft.com/office/drawing/2014/main" id="{24E0BF37-AE57-8211-AE54-21ABE66B3BA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8" name="rc1176">
              <a:extLst>
                <a:ext uri="{FF2B5EF4-FFF2-40B4-BE49-F238E27FC236}">
                  <a16:creationId xmlns:a16="http://schemas.microsoft.com/office/drawing/2014/main" id="{1A8E4F8B-F12E-73A6-3461-F204A11DCF7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9" name="rc1177">
              <a:extLst>
                <a:ext uri="{FF2B5EF4-FFF2-40B4-BE49-F238E27FC236}">
                  <a16:creationId xmlns:a16="http://schemas.microsoft.com/office/drawing/2014/main" id="{DB6985AC-388B-C20D-85A5-8C615735926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0" name="rc1178">
              <a:extLst>
                <a:ext uri="{FF2B5EF4-FFF2-40B4-BE49-F238E27FC236}">
                  <a16:creationId xmlns:a16="http://schemas.microsoft.com/office/drawing/2014/main" id="{A90A98CE-3D18-C017-741E-27949838380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1" name="rc1179">
              <a:extLst>
                <a:ext uri="{FF2B5EF4-FFF2-40B4-BE49-F238E27FC236}">
                  <a16:creationId xmlns:a16="http://schemas.microsoft.com/office/drawing/2014/main" id="{E65E1AC2-E64A-C9D7-57A6-D51BF01B526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2" name="rc1180">
              <a:extLst>
                <a:ext uri="{FF2B5EF4-FFF2-40B4-BE49-F238E27FC236}">
                  <a16:creationId xmlns:a16="http://schemas.microsoft.com/office/drawing/2014/main" id="{FEBA1E20-6EFE-60B0-EAC7-472B58D797D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3" name="rc1181">
              <a:extLst>
                <a:ext uri="{FF2B5EF4-FFF2-40B4-BE49-F238E27FC236}">
                  <a16:creationId xmlns:a16="http://schemas.microsoft.com/office/drawing/2014/main" id="{028E6C98-19C1-6438-210D-CD93AD7EBC2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4" name="rc1182">
              <a:extLst>
                <a:ext uri="{FF2B5EF4-FFF2-40B4-BE49-F238E27FC236}">
                  <a16:creationId xmlns:a16="http://schemas.microsoft.com/office/drawing/2014/main" id="{3ACC73CD-1A27-7BBF-FB85-57ED4F95ED9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5" name="rc1183">
              <a:extLst>
                <a:ext uri="{FF2B5EF4-FFF2-40B4-BE49-F238E27FC236}">
                  <a16:creationId xmlns:a16="http://schemas.microsoft.com/office/drawing/2014/main" id="{1F0A8377-C138-B0E2-EB9C-B36AFE415BF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6" name="rc1184">
              <a:extLst>
                <a:ext uri="{FF2B5EF4-FFF2-40B4-BE49-F238E27FC236}">
                  <a16:creationId xmlns:a16="http://schemas.microsoft.com/office/drawing/2014/main" id="{C09803A4-AA31-4A80-F443-F129E197CAF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7" name="rc1185">
              <a:extLst>
                <a:ext uri="{FF2B5EF4-FFF2-40B4-BE49-F238E27FC236}">
                  <a16:creationId xmlns:a16="http://schemas.microsoft.com/office/drawing/2014/main" id="{CF0F6CFC-270E-6009-6E87-7B3D6A96703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8" name="rc1186">
              <a:extLst>
                <a:ext uri="{FF2B5EF4-FFF2-40B4-BE49-F238E27FC236}">
                  <a16:creationId xmlns:a16="http://schemas.microsoft.com/office/drawing/2014/main" id="{E234E9E6-2CEF-3197-6925-086914CA2E3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9" name="rc1187">
              <a:extLst>
                <a:ext uri="{FF2B5EF4-FFF2-40B4-BE49-F238E27FC236}">
                  <a16:creationId xmlns:a16="http://schemas.microsoft.com/office/drawing/2014/main" id="{084742BE-36B0-547C-3AE4-202E4719898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0" name="rc1188">
              <a:extLst>
                <a:ext uri="{FF2B5EF4-FFF2-40B4-BE49-F238E27FC236}">
                  <a16:creationId xmlns:a16="http://schemas.microsoft.com/office/drawing/2014/main" id="{2EDBC27F-5356-70EE-F024-0FD61141230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1" name="rc1189">
              <a:extLst>
                <a:ext uri="{FF2B5EF4-FFF2-40B4-BE49-F238E27FC236}">
                  <a16:creationId xmlns:a16="http://schemas.microsoft.com/office/drawing/2014/main" id="{6A2512F5-2DB3-7D8A-4DBA-2BCF67138FC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2" name="rc1190">
              <a:extLst>
                <a:ext uri="{FF2B5EF4-FFF2-40B4-BE49-F238E27FC236}">
                  <a16:creationId xmlns:a16="http://schemas.microsoft.com/office/drawing/2014/main" id="{5EFFDE32-04C3-EF08-B6BE-B502324581A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3" name="rc1191">
              <a:extLst>
                <a:ext uri="{FF2B5EF4-FFF2-40B4-BE49-F238E27FC236}">
                  <a16:creationId xmlns:a16="http://schemas.microsoft.com/office/drawing/2014/main" id="{685FF528-859A-8013-6A91-576F5EFDB02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4" name="rc1192">
              <a:extLst>
                <a:ext uri="{FF2B5EF4-FFF2-40B4-BE49-F238E27FC236}">
                  <a16:creationId xmlns:a16="http://schemas.microsoft.com/office/drawing/2014/main" id="{7E56D381-5D32-1AF3-E6C6-C994D0BD3FB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5" name="rc1193">
              <a:extLst>
                <a:ext uri="{FF2B5EF4-FFF2-40B4-BE49-F238E27FC236}">
                  <a16:creationId xmlns:a16="http://schemas.microsoft.com/office/drawing/2014/main" id="{7B2E7AA9-2C07-4068-514B-E21C94B02E8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6" name="rc1194">
              <a:extLst>
                <a:ext uri="{FF2B5EF4-FFF2-40B4-BE49-F238E27FC236}">
                  <a16:creationId xmlns:a16="http://schemas.microsoft.com/office/drawing/2014/main" id="{B0D35017-9C9E-52A5-8F0F-825A837158A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7" name="rc1195">
              <a:extLst>
                <a:ext uri="{FF2B5EF4-FFF2-40B4-BE49-F238E27FC236}">
                  <a16:creationId xmlns:a16="http://schemas.microsoft.com/office/drawing/2014/main" id="{D484ACED-94C1-D972-D999-D640E6E7F1E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8" name="rc1196">
              <a:extLst>
                <a:ext uri="{FF2B5EF4-FFF2-40B4-BE49-F238E27FC236}">
                  <a16:creationId xmlns:a16="http://schemas.microsoft.com/office/drawing/2014/main" id="{49D24A68-8E42-907E-E024-A2703EE8967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9" name="rc1197">
              <a:extLst>
                <a:ext uri="{FF2B5EF4-FFF2-40B4-BE49-F238E27FC236}">
                  <a16:creationId xmlns:a16="http://schemas.microsoft.com/office/drawing/2014/main" id="{F9C2D3C8-A59E-BCC4-E519-493455A41D9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0" name="rc1198">
              <a:extLst>
                <a:ext uri="{FF2B5EF4-FFF2-40B4-BE49-F238E27FC236}">
                  <a16:creationId xmlns:a16="http://schemas.microsoft.com/office/drawing/2014/main" id="{F37E9589-73D2-7C1D-A1A4-2A160B6F15C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1" name="rc1199">
              <a:extLst>
                <a:ext uri="{FF2B5EF4-FFF2-40B4-BE49-F238E27FC236}">
                  <a16:creationId xmlns:a16="http://schemas.microsoft.com/office/drawing/2014/main" id="{AAE0C942-2F85-97A9-09DF-679DD2F03FF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2" name="rc1200">
              <a:extLst>
                <a:ext uri="{FF2B5EF4-FFF2-40B4-BE49-F238E27FC236}">
                  <a16:creationId xmlns:a16="http://schemas.microsoft.com/office/drawing/2014/main" id="{29337D6D-1B5F-BAB1-7D86-0C13F58DAA3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3" name="rc1201">
              <a:extLst>
                <a:ext uri="{FF2B5EF4-FFF2-40B4-BE49-F238E27FC236}">
                  <a16:creationId xmlns:a16="http://schemas.microsoft.com/office/drawing/2014/main" id="{3BC6FDC7-C77A-EAB4-141F-0A3BE6708EE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4" name="rc1202">
              <a:extLst>
                <a:ext uri="{FF2B5EF4-FFF2-40B4-BE49-F238E27FC236}">
                  <a16:creationId xmlns:a16="http://schemas.microsoft.com/office/drawing/2014/main" id="{C1B0D81B-5CED-D1DF-17A0-DD952F1110C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5" name="rc1203">
              <a:extLst>
                <a:ext uri="{FF2B5EF4-FFF2-40B4-BE49-F238E27FC236}">
                  <a16:creationId xmlns:a16="http://schemas.microsoft.com/office/drawing/2014/main" id="{BC643FF8-FEB7-113F-1A1A-33F3487E5D7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6" name="rc1204">
              <a:extLst>
                <a:ext uri="{FF2B5EF4-FFF2-40B4-BE49-F238E27FC236}">
                  <a16:creationId xmlns:a16="http://schemas.microsoft.com/office/drawing/2014/main" id="{F433D1B3-780E-BDB3-FEA0-31D217B0F2F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7" name="rc1205">
              <a:extLst>
                <a:ext uri="{FF2B5EF4-FFF2-40B4-BE49-F238E27FC236}">
                  <a16:creationId xmlns:a16="http://schemas.microsoft.com/office/drawing/2014/main" id="{B5DD4388-4180-6333-927A-FF5386EF3FA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8" name="rc1206">
              <a:extLst>
                <a:ext uri="{FF2B5EF4-FFF2-40B4-BE49-F238E27FC236}">
                  <a16:creationId xmlns:a16="http://schemas.microsoft.com/office/drawing/2014/main" id="{F8339B2E-0CF9-29EB-B50E-9241289909F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9" name="rc1207">
              <a:extLst>
                <a:ext uri="{FF2B5EF4-FFF2-40B4-BE49-F238E27FC236}">
                  <a16:creationId xmlns:a16="http://schemas.microsoft.com/office/drawing/2014/main" id="{1E186E41-856C-9BDB-0756-911C625A071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0" name="rc1208">
              <a:extLst>
                <a:ext uri="{FF2B5EF4-FFF2-40B4-BE49-F238E27FC236}">
                  <a16:creationId xmlns:a16="http://schemas.microsoft.com/office/drawing/2014/main" id="{0B469594-1696-7310-57B2-0519AAE01BF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1" name="rc1209">
              <a:extLst>
                <a:ext uri="{FF2B5EF4-FFF2-40B4-BE49-F238E27FC236}">
                  <a16:creationId xmlns:a16="http://schemas.microsoft.com/office/drawing/2014/main" id="{CE67509F-572D-43D8-D74F-E04F8F4D173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2" name="rc1210">
              <a:extLst>
                <a:ext uri="{FF2B5EF4-FFF2-40B4-BE49-F238E27FC236}">
                  <a16:creationId xmlns:a16="http://schemas.microsoft.com/office/drawing/2014/main" id="{A590A1CA-188A-8A6E-D026-52117B3CB01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3" name="rc1211">
              <a:extLst>
                <a:ext uri="{FF2B5EF4-FFF2-40B4-BE49-F238E27FC236}">
                  <a16:creationId xmlns:a16="http://schemas.microsoft.com/office/drawing/2014/main" id="{14F50FB1-3AFF-3813-5C33-32C662F6519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4" name="rc1212">
              <a:extLst>
                <a:ext uri="{FF2B5EF4-FFF2-40B4-BE49-F238E27FC236}">
                  <a16:creationId xmlns:a16="http://schemas.microsoft.com/office/drawing/2014/main" id="{39B59019-7F8A-9AF5-3BF5-934B475FB5D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5" name="rc1213">
              <a:extLst>
                <a:ext uri="{FF2B5EF4-FFF2-40B4-BE49-F238E27FC236}">
                  <a16:creationId xmlns:a16="http://schemas.microsoft.com/office/drawing/2014/main" id="{2738B276-64F4-200A-385D-9AEE52058C0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6" name="rc1214">
              <a:extLst>
                <a:ext uri="{FF2B5EF4-FFF2-40B4-BE49-F238E27FC236}">
                  <a16:creationId xmlns:a16="http://schemas.microsoft.com/office/drawing/2014/main" id="{EB1B21E1-91BB-0BC8-6131-9003AE5434E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7" name="rc1215">
              <a:extLst>
                <a:ext uri="{FF2B5EF4-FFF2-40B4-BE49-F238E27FC236}">
                  <a16:creationId xmlns:a16="http://schemas.microsoft.com/office/drawing/2014/main" id="{F3FAA144-C221-E41F-4085-D9A37946BA7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8" name="rc1216">
              <a:extLst>
                <a:ext uri="{FF2B5EF4-FFF2-40B4-BE49-F238E27FC236}">
                  <a16:creationId xmlns:a16="http://schemas.microsoft.com/office/drawing/2014/main" id="{6EF2CB5D-4058-D0DF-A205-8939E302268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9" name="rc1217">
              <a:extLst>
                <a:ext uri="{FF2B5EF4-FFF2-40B4-BE49-F238E27FC236}">
                  <a16:creationId xmlns:a16="http://schemas.microsoft.com/office/drawing/2014/main" id="{A3EDAF85-2AE6-EAFC-495B-D153FAA13D2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0" name="rc1218">
              <a:extLst>
                <a:ext uri="{FF2B5EF4-FFF2-40B4-BE49-F238E27FC236}">
                  <a16:creationId xmlns:a16="http://schemas.microsoft.com/office/drawing/2014/main" id="{31A67CE8-7DD8-6BE0-DF67-8B9310367FF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1" name="rc1219">
              <a:extLst>
                <a:ext uri="{FF2B5EF4-FFF2-40B4-BE49-F238E27FC236}">
                  <a16:creationId xmlns:a16="http://schemas.microsoft.com/office/drawing/2014/main" id="{F0FB4CE8-2728-4F6D-FAC8-8DA11D3D45B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2" name="rc1220">
              <a:extLst>
                <a:ext uri="{FF2B5EF4-FFF2-40B4-BE49-F238E27FC236}">
                  <a16:creationId xmlns:a16="http://schemas.microsoft.com/office/drawing/2014/main" id="{E1CFE621-99F0-4B8C-D01E-4698EC2B756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3" name="rc1221">
              <a:extLst>
                <a:ext uri="{FF2B5EF4-FFF2-40B4-BE49-F238E27FC236}">
                  <a16:creationId xmlns:a16="http://schemas.microsoft.com/office/drawing/2014/main" id="{F264CC5A-1E3F-11ED-8DE5-9646815613A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4" name="rc1222">
              <a:extLst>
                <a:ext uri="{FF2B5EF4-FFF2-40B4-BE49-F238E27FC236}">
                  <a16:creationId xmlns:a16="http://schemas.microsoft.com/office/drawing/2014/main" id="{61C37F83-A824-6AD0-CBAA-DC4CC0312DF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5" name="rc1223">
              <a:extLst>
                <a:ext uri="{FF2B5EF4-FFF2-40B4-BE49-F238E27FC236}">
                  <a16:creationId xmlns:a16="http://schemas.microsoft.com/office/drawing/2014/main" id="{D44B74E3-6912-9A87-9257-557213D92D4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6" name="rc1224">
              <a:extLst>
                <a:ext uri="{FF2B5EF4-FFF2-40B4-BE49-F238E27FC236}">
                  <a16:creationId xmlns:a16="http://schemas.microsoft.com/office/drawing/2014/main" id="{FB8698E4-CC95-CC69-8B02-47228A8A417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7" name="rc1225">
              <a:extLst>
                <a:ext uri="{FF2B5EF4-FFF2-40B4-BE49-F238E27FC236}">
                  <a16:creationId xmlns:a16="http://schemas.microsoft.com/office/drawing/2014/main" id="{337A5F15-14E1-CAAD-1EF8-ED9584D022F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8" name="rc1226">
              <a:extLst>
                <a:ext uri="{FF2B5EF4-FFF2-40B4-BE49-F238E27FC236}">
                  <a16:creationId xmlns:a16="http://schemas.microsoft.com/office/drawing/2014/main" id="{BED09742-0FA7-E3AD-361E-22F810F11B4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9" name="rc1227">
              <a:extLst>
                <a:ext uri="{FF2B5EF4-FFF2-40B4-BE49-F238E27FC236}">
                  <a16:creationId xmlns:a16="http://schemas.microsoft.com/office/drawing/2014/main" id="{1093855D-663C-EF4C-C37F-52EA0E90A39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0" name="rc1228">
              <a:extLst>
                <a:ext uri="{FF2B5EF4-FFF2-40B4-BE49-F238E27FC236}">
                  <a16:creationId xmlns:a16="http://schemas.microsoft.com/office/drawing/2014/main" id="{D2191F82-E76C-C20C-8EEB-DF627F59170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1" name="rc1229">
              <a:extLst>
                <a:ext uri="{FF2B5EF4-FFF2-40B4-BE49-F238E27FC236}">
                  <a16:creationId xmlns:a16="http://schemas.microsoft.com/office/drawing/2014/main" id="{2AFBA89B-77E5-5EEA-4A7D-206FC648CA7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2" name="rc1230">
              <a:extLst>
                <a:ext uri="{FF2B5EF4-FFF2-40B4-BE49-F238E27FC236}">
                  <a16:creationId xmlns:a16="http://schemas.microsoft.com/office/drawing/2014/main" id="{273AE39E-4AB5-D156-7D13-4449A41BFDF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3" name="rc1231">
              <a:extLst>
                <a:ext uri="{FF2B5EF4-FFF2-40B4-BE49-F238E27FC236}">
                  <a16:creationId xmlns:a16="http://schemas.microsoft.com/office/drawing/2014/main" id="{DA209195-4666-4D10-060D-E770EE8E1BD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4" name="rc1232">
              <a:extLst>
                <a:ext uri="{FF2B5EF4-FFF2-40B4-BE49-F238E27FC236}">
                  <a16:creationId xmlns:a16="http://schemas.microsoft.com/office/drawing/2014/main" id="{64419382-27AE-0B0C-D59D-701C9AB195D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5" name="rc1233">
              <a:extLst>
                <a:ext uri="{FF2B5EF4-FFF2-40B4-BE49-F238E27FC236}">
                  <a16:creationId xmlns:a16="http://schemas.microsoft.com/office/drawing/2014/main" id="{43EEA274-91D7-4CD9-8BA7-50E6B9DD650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6" name="rc1234">
              <a:extLst>
                <a:ext uri="{FF2B5EF4-FFF2-40B4-BE49-F238E27FC236}">
                  <a16:creationId xmlns:a16="http://schemas.microsoft.com/office/drawing/2014/main" id="{7A390611-8E2C-89C3-ED79-13089714375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7" name="rc1235">
              <a:extLst>
                <a:ext uri="{FF2B5EF4-FFF2-40B4-BE49-F238E27FC236}">
                  <a16:creationId xmlns:a16="http://schemas.microsoft.com/office/drawing/2014/main" id="{43328132-F146-F197-D6EE-D0D5FF6FD66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8" name="rc1236">
              <a:extLst>
                <a:ext uri="{FF2B5EF4-FFF2-40B4-BE49-F238E27FC236}">
                  <a16:creationId xmlns:a16="http://schemas.microsoft.com/office/drawing/2014/main" id="{6031407B-1C3B-62B9-B2F4-DD61ABD965F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9" name="rc1237">
              <a:extLst>
                <a:ext uri="{FF2B5EF4-FFF2-40B4-BE49-F238E27FC236}">
                  <a16:creationId xmlns:a16="http://schemas.microsoft.com/office/drawing/2014/main" id="{41A4BB89-C01F-4FB9-03FC-DAAA9429A44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0" name="rc1238">
              <a:extLst>
                <a:ext uri="{FF2B5EF4-FFF2-40B4-BE49-F238E27FC236}">
                  <a16:creationId xmlns:a16="http://schemas.microsoft.com/office/drawing/2014/main" id="{EB03D4A6-14AD-E5DF-7EF7-1FAF8A5300B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1" name="rc1239">
              <a:extLst>
                <a:ext uri="{FF2B5EF4-FFF2-40B4-BE49-F238E27FC236}">
                  <a16:creationId xmlns:a16="http://schemas.microsoft.com/office/drawing/2014/main" id="{23F2E1F4-AEC6-D7F7-7BDB-53EA9F68CE9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2" name="rc1240">
              <a:extLst>
                <a:ext uri="{FF2B5EF4-FFF2-40B4-BE49-F238E27FC236}">
                  <a16:creationId xmlns:a16="http://schemas.microsoft.com/office/drawing/2014/main" id="{BBCBA69C-1413-9ECB-D918-6EBEE86ED41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3" name="rc1241">
              <a:extLst>
                <a:ext uri="{FF2B5EF4-FFF2-40B4-BE49-F238E27FC236}">
                  <a16:creationId xmlns:a16="http://schemas.microsoft.com/office/drawing/2014/main" id="{0014CDDE-1E91-E746-5BE9-E7247B47C3B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4" name="rc1242">
              <a:extLst>
                <a:ext uri="{FF2B5EF4-FFF2-40B4-BE49-F238E27FC236}">
                  <a16:creationId xmlns:a16="http://schemas.microsoft.com/office/drawing/2014/main" id="{7625D38E-8BC5-D5DE-51CA-F33461167BE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5" name="rc1243">
              <a:extLst>
                <a:ext uri="{FF2B5EF4-FFF2-40B4-BE49-F238E27FC236}">
                  <a16:creationId xmlns:a16="http://schemas.microsoft.com/office/drawing/2014/main" id="{8772EFAA-AA33-028D-F126-C330DC5E54C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6" name="rc1244">
              <a:extLst>
                <a:ext uri="{FF2B5EF4-FFF2-40B4-BE49-F238E27FC236}">
                  <a16:creationId xmlns:a16="http://schemas.microsoft.com/office/drawing/2014/main" id="{88863135-6301-94B2-FBB1-95A303E62D5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7" name="rc1245">
              <a:extLst>
                <a:ext uri="{FF2B5EF4-FFF2-40B4-BE49-F238E27FC236}">
                  <a16:creationId xmlns:a16="http://schemas.microsoft.com/office/drawing/2014/main" id="{09C8712B-693B-FF3D-F91F-CC09A0636A2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8" name="rc1246">
              <a:extLst>
                <a:ext uri="{FF2B5EF4-FFF2-40B4-BE49-F238E27FC236}">
                  <a16:creationId xmlns:a16="http://schemas.microsoft.com/office/drawing/2014/main" id="{E960C382-4231-7115-5D82-CBB686B9F41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9" name="rc1247">
              <a:extLst>
                <a:ext uri="{FF2B5EF4-FFF2-40B4-BE49-F238E27FC236}">
                  <a16:creationId xmlns:a16="http://schemas.microsoft.com/office/drawing/2014/main" id="{69C8C04C-416D-9109-2DF0-EE275C042A9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0" name="rc1248">
              <a:extLst>
                <a:ext uri="{FF2B5EF4-FFF2-40B4-BE49-F238E27FC236}">
                  <a16:creationId xmlns:a16="http://schemas.microsoft.com/office/drawing/2014/main" id="{C9C0A8DA-E187-CEB5-05DF-9A445ECC30B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1" name="rc1249">
              <a:extLst>
                <a:ext uri="{FF2B5EF4-FFF2-40B4-BE49-F238E27FC236}">
                  <a16:creationId xmlns:a16="http://schemas.microsoft.com/office/drawing/2014/main" id="{204D988A-8A62-4775-7A66-1523CF3D983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2" name="rc1250">
              <a:extLst>
                <a:ext uri="{FF2B5EF4-FFF2-40B4-BE49-F238E27FC236}">
                  <a16:creationId xmlns:a16="http://schemas.microsoft.com/office/drawing/2014/main" id="{54233094-66B2-DF28-D332-45CB5796DDA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3" name="rc1251">
              <a:extLst>
                <a:ext uri="{FF2B5EF4-FFF2-40B4-BE49-F238E27FC236}">
                  <a16:creationId xmlns:a16="http://schemas.microsoft.com/office/drawing/2014/main" id="{7861575E-C1DF-5844-2EA5-31CFDE287EC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4" name="rc1252">
              <a:extLst>
                <a:ext uri="{FF2B5EF4-FFF2-40B4-BE49-F238E27FC236}">
                  <a16:creationId xmlns:a16="http://schemas.microsoft.com/office/drawing/2014/main" id="{781B6E7E-F039-6CAE-4A4F-8E17B12A680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5" name="rc1253">
              <a:extLst>
                <a:ext uri="{FF2B5EF4-FFF2-40B4-BE49-F238E27FC236}">
                  <a16:creationId xmlns:a16="http://schemas.microsoft.com/office/drawing/2014/main" id="{8F112553-8D97-9AC8-3959-D3E25082BE0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6" name="rc1254">
              <a:extLst>
                <a:ext uri="{FF2B5EF4-FFF2-40B4-BE49-F238E27FC236}">
                  <a16:creationId xmlns:a16="http://schemas.microsoft.com/office/drawing/2014/main" id="{79D3D4F7-4E80-4632-D2C9-479C24F28E3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7" name="rc1255">
              <a:extLst>
                <a:ext uri="{FF2B5EF4-FFF2-40B4-BE49-F238E27FC236}">
                  <a16:creationId xmlns:a16="http://schemas.microsoft.com/office/drawing/2014/main" id="{62AA0332-1383-55AE-2420-586A12272FC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8" name="rc1256">
              <a:extLst>
                <a:ext uri="{FF2B5EF4-FFF2-40B4-BE49-F238E27FC236}">
                  <a16:creationId xmlns:a16="http://schemas.microsoft.com/office/drawing/2014/main" id="{346B2F40-2CAD-A982-82EC-53F0444696A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9" name="rc1257">
              <a:extLst>
                <a:ext uri="{FF2B5EF4-FFF2-40B4-BE49-F238E27FC236}">
                  <a16:creationId xmlns:a16="http://schemas.microsoft.com/office/drawing/2014/main" id="{32A4F44F-98D8-D407-7A40-4B1964CA2FB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0" name="rc1258">
              <a:extLst>
                <a:ext uri="{FF2B5EF4-FFF2-40B4-BE49-F238E27FC236}">
                  <a16:creationId xmlns:a16="http://schemas.microsoft.com/office/drawing/2014/main" id="{FBEE5A20-12BA-B944-06AD-389DA5D7B9C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1" name="rc1259">
              <a:extLst>
                <a:ext uri="{FF2B5EF4-FFF2-40B4-BE49-F238E27FC236}">
                  <a16:creationId xmlns:a16="http://schemas.microsoft.com/office/drawing/2014/main" id="{2C44C663-6B29-B626-4C16-EBA6E64A0DA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2" name="rc1260">
              <a:extLst>
                <a:ext uri="{FF2B5EF4-FFF2-40B4-BE49-F238E27FC236}">
                  <a16:creationId xmlns:a16="http://schemas.microsoft.com/office/drawing/2014/main" id="{2E002BB8-E8F3-8A96-115D-BEF1949C36E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3" name="rc1261">
              <a:extLst>
                <a:ext uri="{FF2B5EF4-FFF2-40B4-BE49-F238E27FC236}">
                  <a16:creationId xmlns:a16="http://schemas.microsoft.com/office/drawing/2014/main" id="{BB632385-EAE2-FE02-9D66-8AE654F8C6A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4" name="rc1262">
              <a:extLst>
                <a:ext uri="{FF2B5EF4-FFF2-40B4-BE49-F238E27FC236}">
                  <a16:creationId xmlns:a16="http://schemas.microsoft.com/office/drawing/2014/main" id="{52EFC2C9-B0B7-6D03-1907-9DCEF8403A8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5" name="rc1263">
              <a:extLst>
                <a:ext uri="{FF2B5EF4-FFF2-40B4-BE49-F238E27FC236}">
                  <a16:creationId xmlns:a16="http://schemas.microsoft.com/office/drawing/2014/main" id="{BA1C2158-F020-685F-0A6B-53EA23C493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6" name="rc1264">
              <a:extLst>
                <a:ext uri="{FF2B5EF4-FFF2-40B4-BE49-F238E27FC236}">
                  <a16:creationId xmlns:a16="http://schemas.microsoft.com/office/drawing/2014/main" id="{C696FC7E-6E6B-CF6A-B10C-053B9243081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7" name="rc1265">
              <a:extLst>
                <a:ext uri="{FF2B5EF4-FFF2-40B4-BE49-F238E27FC236}">
                  <a16:creationId xmlns:a16="http://schemas.microsoft.com/office/drawing/2014/main" id="{564E2891-29F7-8EB0-ABDB-27B2B86A238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8" name="rc1266">
              <a:extLst>
                <a:ext uri="{FF2B5EF4-FFF2-40B4-BE49-F238E27FC236}">
                  <a16:creationId xmlns:a16="http://schemas.microsoft.com/office/drawing/2014/main" id="{8B081B1D-4CDB-EFF0-5491-351C24CBD66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9" name="rc1267">
              <a:extLst>
                <a:ext uri="{FF2B5EF4-FFF2-40B4-BE49-F238E27FC236}">
                  <a16:creationId xmlns:a16="http://schemas.microsoft.com/office/drawing/2014/main" id="{A5FCC65C-DAA1-05A4-F865-C0D48613A42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0" name="rc1268">
              <a:extLst>
                <a:ext uri="{FF2B5EF4-FFF2-40B4-BE49-F238E27FC236}">
                  <a16:creationId xmlns:a16="http://schemas.microsoft.com/office/drawing/2014/main" id="{44F92B90-4FB3-53D6-BAC2-71C74D1FA61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1" name="rc1269">
              <a:extLst>
                <a:ext uri="{FF2B5EF4-FFF2-40B4-BE49-F238E27FC236}">
                  <a16:creationId xmlns:a16="http://schemas.microsoft.com/office/drawing/2014/main" id="{244DB646-9691-0AAE-9048-1568A52D741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2" name="rc1270">
              <a:extLst>
                <a:ext uri="{FF2B5EF4-FFF2-40B4-BE49-F238E27FC236}">
                  <a16:creationId xmlns:a16="http://schemas.microsoft.com/office/drawing/2014/main" id="{06043E29-8DA2-A570-16FC-D6D99FD2FFA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3" name="rc1271">
              <a:extLst>
                <a:ext uri="{FF2B5EF4-FFF2-40B4-BE49-F238E27FC236}">
                  <a16:creationId xmlns:a16="http://schemas.microsoft.com/office/drawing/2014/main" id="{8F0EB644-213B-A8EA-9736-5A57A4D678D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4" name="rc1272">
              <a:extLst>
                <a:ext uri="{FF2B5EF4-FFF2-40B4-BE49-F238E27FC236}">
                  <a16:creationId xmlns:a16="http://schemas.microsoft.com/office/drawing/2014/main" id="{59983AC8-726A-D246-9622-3C92128C18D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5" name="rc1273">
              <a:extLst>
                <a:ext uri="{FF2B5EF4-FFF2-40B4-BE49-F238E27FC236}">
                  <a16:creationId xmlns:a16="http://schemas.microsoft.com/office/drawing/2014/main" id="{0C51672F-FB67-D060-1CB3-0AB08AD6EE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6" name="rc1274">
              <a:extLst>
                <a:ext uri="{FF2B5EF4-FFF2-40B4-BE49-F238E27FC236}">
                  <a16:creationId xmlns:a16="http://schemas.microsoft.com/office/drawing/2014/main" id="{9815C64D-2155-6CCC-3322-0F222DF2DE0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7" name="rc1275">
              <a:extLst>
                <a:ext uri="{FF2B5EF4-FFF2-40B4-BE49-F238E27FC236}">
                  <a16:creationId xmlns:a16="http://schemas.microsoft.com/office/drawing/2014/main" id="{C9FCDB59-B1F3-4E1D-73B9-D6063AB7A8B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8" name="rc1276">
              <a:extLst>
                <a:ext uri="{FF2B5EF4-FFF2-40B4-BE49-F238E27FC236}">
                  <a16:creationId xmlns:a16="http://schemas.microsoft.com/office/drawing/2014/main" id="{657BF94B-B781-4449-D701-EE7E08B3FBD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9" name="rc1277">
              <a:extLst>
                <a:ext uri="{FF2B5EF4-FFF2-40B4-BE49-F238E27FC236}">
                  <a16:creationId xmlns:a16="http://schemas.microsoft.com/office/drawing/2014/main" id="{EA68F108-A7A5-29DF-59D7-D7E23CBBC1C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0" name="rc1278">
              <a:extLst>
                <a:ext uri="{FF2B5EF4-FFF2-40B4-BE49-F238E27FC236}">
                  <a16:creationId xmlns:a16="http://schemas.microsoft.com/office/drawing/2014/main" id="{AA26E902-B9FF-7805-C76B-24E0F0D39DE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1" name="rc1279">
              <a:extLst>
                <a:ext uri="{FF2B5EF4-FFF2-40B4-BE49-F238E27FC236}">
                  <a16:creationId xmlns:a16="http://schemas.microsoft.com/office/drawing/2014/main" id="{568B520D-766A-41BC-D8F5-B492AAB5826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2" name="rc1280">
              <a:extLst>
                <a:ext uri="{FF2B5EF4-FFF2-40B4-BE49-F238E27FC236}">
                  <a16:creationId xmlns:a16="http://schemas.microsoft.com/office/drawing/2014/main" id="{7DD185ED-CAB0-CD5F-F249-5C815F68A29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3" name="rc1281">
              <a:extLst>
                <a:ext uri="{FF2B5EF4-FFF2-40B4-BE49-F238E27FC236}">
                  <a16:creationId xmlns:a16="http://schemas.microsoft.com/office/drawing/2014/main" id="{3F1C2395-D6E5-F54B-82AD-A5F790D1A66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4" name="rc1282">
              <a:extLst>
                <a:ext uri="{FF2B5EF4-FFF2-40B4-BE49-F238E27FC236}">
                  <a16:creationId xmlns:a16="http://schemas.microsoft.com/office/drawing/2014/main" id="{4DCE3F53-10F7-2415-47C3-EDE3FB44A1D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5" name="rc1283">
              <a:extLst>
                <a:ext uri="{FF2B5EF4-FFF2-40B4-BE49-F238E27FC236}">
                  <a16:creationId xmlns:a16="http://schemas.microsoft.com/office/drawing/2014/main" id="{6D4883F7-BE9E-DCA7-5E71-FC79E2183F5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6" name="rc1284">
              <a:extLst>
                <a:ext uri="{FF2B5EF4-FFF2-40B4-BE49-F238E27FC236}">
                  <a16:creationId xmlns:a16="http://schemas.microsoft.com/office/drawing/2014/main" id="{FF946875-1576-5FED-5CC5-666EA17B2EC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7" name="rc1285">
              <a:extLst>
                <a:ext uri="{FF2B5EF4-FFF2-40B4-BE49-F238E27FC236}">
                  <a16:creationId xmlns:a16="http://schemas.microsoft.com/office/drawing/2014/main" id="{FDF3124C-16CD-C475-27F1-4528EF7C480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8" name="rc1286">
              <a:extLst>
                <a:ext uri="{FF2B5EF4-FFF2-40B4-BE49-F238E27FC236}">
                  <a16:creationId xmlns:a16="http://schemas.microsoft.com/office/drawing/2014/main" id="{C911ADFA-F877-AE56-7B40-0A8279F6A69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9" name="rc1287">
              <a:extLst>
                <a:ext uri="{FF2B5EF4-FFF2-40B4-BE49-F238E27FC236}">
                  <a16:creationId xmlns:a16="http://schemas.microsoft.com/office/drawing/2014/main" id="{68C0AE91-68F0-1F54-ADF7-330809E6479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0" name="rc1288">
              <a:extLst>
                <a:ext uri="{FF2B5EF4-FFF2-40B4-BE49-F238E27FC236}">
                  <a16:creationId xmlns:a16="http://schemas.microsoft.com/office/drawing/2014/main" id="{F34DEAB1-3F65-CB74-583E-BBD020717F0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1" name="rc1289">
              <a:extLst>
                <a:ext uri="{FF2B5EF4-FFF2-40B4-BE49-F238E27FC236}">
                  <a16:creationId xmlns:a16="http://schemas.microsoft.com/office/drawing/2014/main" id="{A21B65A8-2C60-4A32-9022-DE7EFFF4794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2" name="rc1290">
              <a:extLst>
                <a:ext uri="{FF2B5EF4-FFF2-40B4-BE49-F238E27FC236}">
                  <a16:creationId xmlns:a16="http://schemas.microsoft.com/office/drawing/2014/main" id="{63452440-0A5A-1704-6F0B-689E722C2E8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3" name="rc1291">
              <a:extLst>
                <a:ext uri="{FF2B5EF4-FFF2-40B4-BE49-F238E27FC236}">
                  <a16:creationId xmlns:a16="http://schemas.microsoft.com/office/drawing/2014/main" id="{161050E8-AEBC-8B1E-F618-6E3436924E2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4" name="rc1292">
              <a:extLst>
                <a:ext uri="{FF2B5EF4-FFF2-40B4-BE49-F238E27FC236}">
                  <a16:creationId xmlns:a16="http://schemas.microsoft.com/office/drawing/2014/main" id="{8A91EA4F-3B60-CD35-C6EE-36974F516EA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5" name="rc1293">
              <a:extLst>
                <a:ext uri="{FF2B5EF4-FFF2-40B4-BE49-F238E27FC236}">
                  <a16:creationId xmlns:a16="http://schemas.microsoft.com/office/drawing/2014/main" id="{71D9FA7F-56D6-1874-FC60-C4169B8EF3C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6" name="rc1294">
              <a:extLst>
                <a:ext uri="{FF2B5EF4-FFF2-40B4-BE49-F238E27FC236}">
                  <a16:creationId xmlns:a16="http://schemas.microsoft.com/office/drawing/2014/main" id="{5262455E-C453-5D26-9308-59571AEDD2A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7" name="rc1295">
              <a:extLst>
                <a:ext uri="{FF2B5EF4-FFF2-40B4-BE49-F238E27FC236}">
                  <a16:creationId xmlns:a16="http://schemas.microsoft.com/office/drawing/2014/main" id="{11F04C0E-1B98-7309-A202-93995B3F78C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8" name="rc1296">
              <a:extLst>
                <a:ext uri="{FF2B5EF4-FFF2-40B4-BE49-F238E27FC236}">
                  <a16:creationId xmlns:a16="http://schemas.microsoft.com/office/drawing/2014/main" id="{05B0082C-DBCC-6DC6-5B7C-038BFD80059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9" name="rc1297">
              <a:extLst>
                <a:ext uri="{FF2B5EF4-FFF2-40B4-BE49-F238E27FC236}">
                  <a16:creationId xmlns:a16="http://schemas.microsoft.com/office/drawing/2014/main" id="{125BC7ED-DE5F-F77C-57A6-A8D35CD5203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0" name="rc1298">
              <a:extLst>
                <a:ext uri="{FF2B5EF4-FFF2-40B4-BE49-F238E27FC236}">
                  <a16:creationId xmlns:a16="http://schemas.microsoft.com/office/drawing/2014/main" id="{05F5EFBA-C714-A0D4-2DC0-4552882FF07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1" name="rc1299">
              <a:extLst>
                <a:ext uri="{FF2B5EF4-FFF2-40B4-BE49-F238E27FC236}">
                  <a16:creationId xmlns:a16="http://schemas.microsoft.com/office/drawing/2014/main" id="{B8C840EB-4972-2C35-76C8-156BC1C4C0F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2" name="rc1300">
              <a:extLst>
                <a:ext uri="{FF2B5EF4-FFF2-40B4-BE49-F238E27FC236}">
                  <a16:creationId xmlns:a16="http://schemas.microsoft.com/office/drawing/2014/main" id="{E9D73A65-7D75-CC72-4737-78DE9FA4802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3" name="rc1301">
              <a:extLst>
                <a:ext uri="{FF2B5EF4-FFF2-40B4-BE49-F238E27FC236}">
                  <a16:creationId xmlns:a16="http://schemas.microsoft.com/office/drawing/2014/main" id="{5D7D3117-1E2C-9EF4-A122-0D3D8596019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4" name="rc1302">
              <a:extLst>
                <a:ext uri="{FF2B5EF4-FFF2-40B4-BE49-F238E27FC236}">
                  <a16:creationId xmlns:a16="http://schemas.microsoft.com/office/drawing/2014/main" id="{3AF830F1-B278-7B40-4816-226DEC4FB50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5" name="rc1303">
              <a:extLst>
                <a:ext uri="{FF2B5EF4-FFF2-40B4-BE49-F238E27FC236}">
                  <a16:creationId xmlns:a16="http://schemas.microsoft.com/office/drawing/2014/main" id="{54F04D88-9E57-5774-99E7-C6F465C3FAC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6" name="rc1304">
              <a:extLst>
                <a:ext uri="{FF2B5EF4-FFF2-40B4-BE49-F238E27FC236}">
                  <a16:creationId xmlns:a16="http://schemas.microsoft.com/office/drawing/2014/main" id="{73F1A825-6D13-5252-1ED1-F77267789D3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7" name="rc1305">
              <a:extLst>
                <a:ext uri="{FF2B5EF4-FFF2-40B4-BE49-F238E27FC236}">
                  <a16:creationId xmlns:a16="http://schemas.microsoft.com/office/drawing/2014/main" id="{E9A03FB3-8E82-ED47-DAA4-AC65896EEED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8" name="rc1306">
              <a:extLst>
                <a:ext uri="{FF2B5EF4-FFF2-40B4-BE49-F238E27FC236}">
                  <a16:creationId xmlns:a16="http://schemas.microsoft.com/office/drawing/2014/main" id="{A7B7482A-4AB4-C5B8-E013-DC1507D5B12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9" name="rc1307">
              <a:extLst>
                <a:ext uri="{FF2B5EF4-FFF2-40B4-BE49-F238E27FC236}">
                  <a16:creationId xmlns:a16="http://schemas.microsoft.com/office/drawing/2014/main" id="{1C3BB18D-08B6-738A-A1D9-D06F1CEF0AD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0" name="rc1308">
              <a:extLst>
                <a:ext uri="{FF2B5EF4-FFF2-40B4-BE49-F238E27FC236}">
                  <a16:creationId xmlns:a16="http://schemas.microsoft.com/office/drawing/2014/main" id="{3C38BD5E-0C1A-D326-03EE-8C7F3EDF82A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1" name="rc1309">
              <a:extLst>
                <a:ext uri="{FF2B5EF4-FFF2-40B4-BE49-F238E27FC236}">
                  <a16:creationId xmlns:a16="http://schemas.microsoft.com/office/drawing/2014/main" id="{F567C04B-D8B9-6090-1725-A72C71CDA5E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2" name="rc1310">
              <a:extLst>
                <a:ext uri="{FF2B5EF4-FFF2-40B4-BE49-F238E27FC236}">
                  <a16:creationId xmlns:a16="http://schemas.microsoft.com/office/drawing/2014/main" id="{2C64A8AD-56A1-EFFE-9AC0-554EEBE7BC2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3" name="rc1311">
              <a:extLst>
                <a:ext uri="{FF2B5EF4-FFF2-40B4-BE49-F238E27FC236}">
                  <a16:creationId xmlns:a16="http://schemas.microsoft.com/office/drawing/2014/main" id="{6C599565-172F-A588-F49B-4838E1261A3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4" name="rc1312">
              <a:extLst>
                <a:ext uri="{FF2B5EF4-FFF2-40B4-BE49-F238E27FC236}">
                  <a16:creationId xmlns:a16="http://schemas.microsoft.com/office/drawing/2014/main" id="{F61DACE6-282E-9D4F-D3FB-5ADA60C60C8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5" name="rc1313">
              <a:extLst>
                <a:ext uri="{FF2B5EF4-FFF2-40B4-BE49-F238E27FC236}">
                  <a16:creationId xmlns:a16="http://schemas.microsoft.com/office/drawing/2014/main" id="{5B2A131C-44D5-9F61-7A17-9F1908EED67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6" name="rc1314">
              <a:extLst>
                <a:ext uri="{FF2B5EF4-FFF2-40B4-BE49-F238E27FC236}">
                  <a16:creationId xmlns:a16="http://schemas.microsoft.com/office/drawing/2014/main" id="{8E73E91B-24D0-D1A6-9C36-442364B5869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7" name="rc1315">
              <a:extLst>
                <a:ext uri="{FF2B5EF4-FFF2-40B4-BE49-F238E27FC236}">
                  <a16:creationId xmlns:a16="http://schemas.microsoft.com/office/drawing/2014/main" id="{2C5B9E7A-0CB5-9C8B-0C52-9FEA4377FAD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8" name="rc1316">
              <a:extLst>
                <a:ext uri="{FF2B5EF4-FFF2-40B4-BE49-F238E27FC236}">
                  <a16:creationId xmlns:a16="http://schemas.microsoft.com/office/drawing/2014/main" id="{9B5A4917-013B-C487-0DBB-3E3ED263B31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9" name="rc1317">
              <a:extLst>
                <a:ext uri="{FF2B5EF4-FFF2-40B4-BE49-F238E27FC236}">
                  <a16:creationId xmlns:a16="http://schemas.microsoft.com/office/drawing/2014/main" id="{418C3C21-6CBD-13E8-4B9D-69F5E1D183B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0" name="rc1318">
              <a:extLst>
                <a:ext uri="{FF2B5EF4-FFF2-40B4-BE49-F238E27FC236}">
                  <a16:creationId xmlns:a16="http://schemas.microsoft.com/office/drawing/2014/main" id="{34A1A581-8538-DC27-CDFB-9F97D3E615F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1" name="rc1319">
              <a:extLst>
                <a:ext uri="{FF2B5EF4-FFF2-40B4-BE49-F238E27FC236}">
                  <a16:creationId xmlns:a16="http://schemas.microsoft.com/office/drawing/2014/main" id="{CF609209-4919-C90C-F9F8-1DA9F622F3F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2" name="rc1320">
              <a:extLst>
                <a:ext uri="{FF2B5EF4-FFF2-40B4-BE49-F238E27FC236}">
                  <a16:creationId xmlns:a16="http://schemas.microsoft.com/office/drawing/2014/main" id="{560632A6-7D36-35F9-27B4-BCFB950484D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3" name="rc1321">
              <a:extLst>
                <a:ext uri="{FF2B5EF4-FFF2-40B4-BE49-F238E27FC236}">
                  <a16:creationId xmlns:a16="http://schemas.microsoft.com/office/drawing/2014/main" id="{CC8088C8-5AEC-872F-2EF5-57AA0F31CBF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4" name="rc1322">
              <a:extLst>
                <a:ext uri="{FF2B5EF4-FFF2-40B4-BE49-F238E27FC236}">
                  <a16:creationId xmlns:a16="http://schemas.microsoft.com/office/drawing/2014/main" id="{24A761E9-A9A3-2468-8D8C-258E6C5577E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5" name="rc1323">
              <a:extLst>
                <a:ext uri="{FF2B5EF4-FFF2-40B4-BE49-F238E27FC236}">
                  <a16:creationId xmlns:a16="http://schemas.microsoft.com/office/drawing/2014/main" id="{4EA1BAC6-0033-0FEE-547F-38CD450EC7E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6" name="rc1324">
              <a:extLst>
                <a:ext uri="{FF2B5EF4-FFF2-40B4-BE49-F238E27FC236}">
                  <a16:creationId xmlns:a16="http://schemas.microsoft.com/office/drawing/2014/main" id="{FBE0A744-8162-0F81-0008-4C5003D0CFA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7" name="rc1325">
              <a:extLst>
                <a:ext uri="{FF2B5EF4-FFF2-40B4-BE49-F238E27FC236}">
                  <a16:creationId xmlns:a16="http://schemas.microsoft.com/office/drawing/2014/main" id="{16B8CBB2-9EDA-E363-FA95-C0A9E0207D8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8" name="rc1326">
              <a:extLst>
                <a:ext uri="{FF2B5EF4-FFF2-40B4-BE49-F238E27FC236}">
                  <a16:creationId xmlns:a16="http://schemas.microsoft.com/office/drawing/2014/main" id="{D23361C8-5F82-9F10-4A5E-C1082ECE6CE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9" name="rc1327">
              <a:extLst>
                <a:ext uri="{FF2B5EF4-FFF2-40B4-BE49-F238E27FC236}">
                  <a16:creationId xmlns:a16="http://schemas.microsoft.com/office/drawing/2014/main" id="{D1980A25-A092-7FC7-26EA-1C3ED95D1D5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0" name="rc1328">
              <a:extLst>
                <a:ext uri="{FF2B5EF4-FFF2-40B4-BE49-F238E27FC236}">
                  <a16:creationId xmlns:a16="http://schemas.microsoft.com/office/drawing/2014/main" id="{D9695866-6700-F923-74E0-E394DDB8992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1" name="rc1329">
              <a:extLst>
                <a:ext uri="{FF2B5EF4-FFF2-40B4-BE49-F238E27FC236}">
                  <a16:creationId xmlns:a16="http://schemas.microsoft.com/office/drawing/2014/main" id="{F8BB5604-83B6-F499-6BF3-5CA690644F4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2" name="rc1330">
              <a:extLst>
                <a:ext uri="{FF2B5EF4-FFF2-40B4-BE49-F238E27FC236}">
                  <a16:creationId xmlns:a16="http://schemas.microsoft.com/office/drawing/2014/main" id="{99C0A86C-2283-42E9-7310-6981E6B54BB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3" name="rc1331">
              <a:extLst>
                <a:ext uri="{FF2B5EF4-FFF2-40B4-BE49-F238E27FC236}">
                  <a16:creationId xmlns:a16="http://schemas.microsoft.com/office/drawing/2014/main" id="{AED02A2C-CD65-6DEA-1F32-B79777286B6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4" name="rc1332">
              <a:extLst>
                <a:ext uri="{FF2B5EF4-FFF2-40B4-BE49-F238E27FC236}">
                  <a16:creationId xmlns:a16="http://schemas.microsoft.com/office/drawing/2014/main" id="{DFE4F9B3-DA2F-F576-0DBE-0F7A9C5024D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5" name="rc1333">
              <a:extLst>
                <a:ext uri="{FF2B5EF4-FFF2-40B4-BE49-F238E27FC236}">
                  <a16:creationId xmlns:a16="http://schemas.microsoft.com/office/drawing/2014/main" id="{4BBA47CF-9F6B-A321-2BE7-657F873E8C3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6" name="rc1334">
              <a:extLst>
                <a:ext uri="{FF2B5EF4-FFF2-40B4-BE49-F238E27FC236}">
                  <a16:creationId xmlns:a16="http://schemas.microsoft.com/office/drawing/2014/main" id="{29F93B58-5989-27BB-145C-59137968289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7" name="rc1335">
              <a:extLst>
                <a:ext uri="{FF2B5EF4-FFF2-40B4-BE49-F238E27FC236}">
                  <a16:creationId xmlns:a16="http://schemas.microsoft.com/office/drawing/2014/main" id="{A00AC483-DCE8-9AB0-84C4-D184A94B4C3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8" name="rc1336">
              <a:extLst>
                <a:ext uri="{FF2B5EF4-FFF2-40B4-BE49-F238E27FC236}">
                  <a16:creationId xmlns:a16="http://schemas.microsoft.com/office/drawing/2014/main" id="{D8C16883-B687-292A-9C93-B79465CA38E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9" name="rc1337">
              <a:extLst>
                <a:ext uri="{FF2B5EF4-FFF2-40B4-BE49-F238E27FC236}">
                  <a16:creationId xmlns:a16="http://schemas.microsoft.com/office/drawing/2014/main" id="{432536C8-1796-9AC0-D314-F2655306DD9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0" name="rc1338">
              <a:extLst>
                <a:ext uri="{FF2B5EF4-FFF2-40B4-BE49-F238E27FC236}">
                  <a16:creationId xmlns:a16="http://schemas.microsoft.com/office/drawing/2014/main" id="{F1D38087-5EA0-05DE-6A78-A910F951903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1" name="rc1339">
              <a:extLst>
                <a:ext uri="{FF2B5EF4-FFF2-40B4-BE49-F238E27FC236}">
                  <a16:creationId xmlns:a16="http://schemas.microsoft.com/office/drawing/2014/main" id="{5D7BD7AA-9586-7F87-D420-904ECFF30F6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2" name="rc1340">
              <a:extLst>
                <a:ext uri="{FF2B5EF4-FFF2-40B4-BE49-F238E27FC236}">
                  <a16:creationId xmlns:a16="http://schemas.microsoft.com/office/drawing/2014/main" id="{0C563CB4-1654-E424-9757-D321F4B471B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3" name="rc1341">
              <a:extLst>
                <a:ext uri="{FF2B5EF4-FFF2-40B4-BE49-F238E27FC236}">
                  <a16:creationId xmlns:a16="http://schemas.microsoft.com/office/drawing/2014/main" id="{5A2CBD8A-0231-47EB-CE79-7B001FB26E0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4" name="rc1342">
              <a:extLst>
                <a:ext uri="{FF2B5EF4-FFF2-40B4-BE49-F238E27FC236}">
                  <a16:creationId xmlns:a16="http://schemas.microsoft.com/office/drawing/2014/main" id="{846E0892-1E3D-8809-8EB5-2DF61009C46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5" name="rc1343">
              <a:extLst>
                <a:ext uri="{FF2B5EF4-FFF2-40B4-BE49-F238E27FC236}">
                  <a16:creationId xmlns:a16="http://schemas.microsoft.com/office/drawing/2014/main" id="{0CC3E5F4-BE78-EC61-47EC-8E767010F49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6" name="rc1344">
              <a:extLst>
                <a:ext uri="{FF2B5EF4-FFF2-40B4-BE49-F238E27FC236}">
                  <a16:creationId xmlns:a16="http://schemas.microsoft.com/office/drawing/2014/main" id="{C7CA0A6C-B17C-F969-6F3F-8C1DD310233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7" name="rc1345">
              <a:extLst>
                <a:ext uri="{FF2B5EF4-FFF2-40B4-BE49-F238E27FC236}">
                  <a16:creationId xmlns:a16="http://schemas.microsoft.com/office/drawing/2014/main" id="{2166726C-C396-8ECF-EF4D-6575C46E2DE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8" name="rc1346">
              <a:extLst>
                <a:ext uri="{FF2B5EF4-FFF2-40B4-BE49-F238E27FC236}">
                  <a16:creationId xmlns:a16="http://schemas.microsoft.com/office/drawing/2014/main" id="{C99CF9CB-66BB-E4FD-2422-8FDBF2503E5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9" name="rc1347">
              <a:extLst>
                <a:ext uri="{FF2B5EF4-FFF2-40B4-BE49-F238E27FC236}">
                  <a16:creationId xmlns:a16="http://schemas.microsoft.com/office/drawing/2014/main" id="{367D7C5F-E8EF-2F6C-DB10-C20F3D0D39D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0" name="rc1348">
              <a:extLst>
                <a:ext uri="{FF2B5EF4-FFF2-40B4-BE49-F238E27FC236}">
                  <a16:creationId xmlns:a16="http://schemas.microsoft.com/office/drawing/2014/main" id="{D4DE9D7F-C099-6907-0318-8D8C91666CF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1" name="rc1349">
              <a:extLst>
                <a:ext uri="{FF2B5EF4-FFF2-40B4-BE49-F238E27FC236}">
                  <a16:creationId xmlns:a16="http://schemas.microsoft.com/office/drawing/2014/main" id="{F9044B44-3D50-FA54-9522-C2D61233A7C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2" name="rc1350">
              <a:extLst>
                <a:ext uri="{FF2B5EF4-FFF2-40B4-BE49-F238E27FC236}">
                  <a16:creationId xmlns:a16="http://schemas.microsoft.com/office/drawing/2014/main" id="{4FF1C2F6-A0AF-E601-6A8B-4CA9C827554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3" name="rc1351">
              <a:extLst>
                <a:ext uri="{FF2B5EF4-FFF2-40B4-BE49-F238E27FC236}">
                  <a16:creationId xmlns:a16="http://schemas.microsoft.com/office/drawing/2014/main" id="{DD1F6F5E-D2B8-C1D8-56BA-35491E28C89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4" name="rc1352">
              <a:extLst>
                <a:ext uri="{FF2B5EF4-FFF2-40B4-BE49-F238E27FC236}">
                  <a16:creationId xmlns:a16="http://schemas.microsoft.com/office/drawing/2014/main" id="{D88B5B68-5697-C920-D37D-4DC60A4150C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5" name="rc1353">
              <a:extLst>
                <a:ext uri="{FF2B5EF4-FFF2-40B4-BE49-F238E27FC236}">
                  <a16:creationId xmlns:a16="http://schemas.microsoft.com/office/drawing/2014/main" id="{8215E642-DD05-418C-B977-F3A97DCDCCF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6" name="rc1354">
              <a:extLst>
                <a:ext uri="{FF2B5EF4-FFF2-40B4-BE49-F238E27FC236}">
                  <a16:creationId xmlns:a16="http://schemas.microsoft.com/office/drawing/2014/main" id="{E6EC7F4A-70A2-7620-065C-24EF9E86E7C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7" name="rc1355">
              <a:extLst>
                <a:ext uri="{FF2B5EF4-FFF2-40B4-BE49-F238E27FC236}">
                  <a16:creationId xmlns:a16="http://schemas.microsoft.com/office/drawing/2014/main" id="{267EFADF-A65F-F94A-CE7C-B60DBB72B90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8" name="rc1356">
              <a:extLst>
                <a:ext uri="{FF2B5EF4-FFF2-40B4-BE49-F238E27FC236}">
                  <a16:creationId xmlns:a16="http://schemas.microsoft.com/office/drawing/2014/main" id="{E8E83AAF-E7D4-56DF-F837-A40816FEC07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9" name="rc1357">
              <a:extLst>
                <a:ext uri="{FF2B5EF4-FFF2-40B4-BE49-F238E27FC236}">
                  <a16:creationId xmlns:a16="http://schemas.microsoft.com/office/drawing/2014/main" id="{EC6E3155-E136-E4FD-32D7-9B0E223312D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0" name="rc1358">
              <a:extLst>
                <a:ext uri="{FF2B5EF4-FFF2-40B4-BE49-F238E27FC236}">
                  <a16:creationId xmlns:a16="http://schemas.microsoft.com/office/drawing/2014/main" id="{5619EC36-65F0-941E-5023-338D43CB23C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1" name="rc1359">
              <a:extLst>
                <a:ext uri="{FF2B5EF4-FFF2-40B4-BE49-F238E27FC236}">
                  <a16:creationId xmlns:a16="http://schemas.microsoft.com/office/drawing/2014/main" id="{3873B289-8AD7-460D-1E58-2497BBE412D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2" name="rc1360">
              <a:extLst>
                <a:ext uri="{FF2B5EF4-FFF2-40B4-BE49-F238E27FC236}">
                  <a16:creationId xmlns:a16="http://schemas.microsoft.com/office/drawing/2014/main" id="{0E8A9A85-E407-755D-4881-154204EA16F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3" name="rc1361">
              <a:extLst>
                <a:ext uri="{FF2B5EF4-FFF2-40B4-BE49-F238E27FC236}">
                  <a16:creationId xmlns:a16="http://schemas.microsoft.com/office/drawing/2014/main" id="{4A752527-7AC2-6FDA-057A-E378E4F70AD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4" name="rc1362">
              <a:extLst>
                <a:ext uri="{FF2B5EF4-FFF2-40B4-BE49-F238E27FC236}">
                  <a16:creationId xmlns:a16="http://schemas.microsoft.com/office/drawing/2014/main" id="{54787E5C-A2F3-45E7-04BA-1ECDA0EF890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5" name="rc1363">
              <a:extLst>
                <a:ext uri="{FF2B5EF4-FFF2-40B4-BE49-F238E27FC236}">
                  <a16:creationId xmlns:a16="http://schemas.microsoft.com/office/drawing/2014/main" id="{0BDBB7B1-FCE9-182B-BD87-864A1B4A813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6" name="rc1364">
              <a:extLst>
                <a:ext uri="{FF2B5EF4-FFF2-40B4-BE49-F238E27FC236}">
                  <a16:creationId xmlns:a16="http://schemas.microsoft.com/office/drawing/2014/main" id="{59A15FCE-B92C-7217-6242-485FA3B2BA7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7" name="rc1365">
              <a:extLst>
                <a:ext uri="{FF2B5EF4-FFF2-40B4-BE49-F238E27FC236}">
                  <a16:creationId xmlns:a16="http://schemas.microsoft.com/office/drawing/2014/main" id="{DFB5A1AF-52FD-B8AE-FAD8-A574C450EE8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8" name="rc1366">
              <a:extLst>
                <a:ext uri="{FF2B5EF4-FFF2-40B4-BE49-F238E27FC236}">
                  <a16:creationId xmlns:a16="http://schemas.microsoft.com/office/drawing/2014/main" id="{64A6EF00-6F73-0830-DCC4-9B5CC2D4271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9" name="rc1367">
              <a:extLst>
                <a:ext uri="{FF2B5EF4-FFF2-40B4-BE49-F238E27FC236}">
                  <a16:creationId xmlns:a16="http://schemas.microsoft.com/office/drawing/2014/main" id="{153A07DF-B6F1-DB0E-9F3C-85B71AEC894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0" name="rc1368">
              <a:extLst>
                <a:ext uri="{FF2B5EF4-FFF2-40B4-BE49-F238E27FC236}">
                  <a16:creationId xmlns:a16="http://schemas.microsoft.com/office/drawing/2014/main" id="{A67456A6-2D9F-D782-C17C-E90235C08DA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1" name="rc1369">
              <a:extLst>
                <a:ext uri="{FF2B5EF4-FFF2-40B4-BE49-F238E27FC236}">
                  <a16:creationId xmlns:a16="http://schemas.microsoft.com/office/drawing/2014/main" id="{3440FE29-CD99-89E6-EB7D-070B09919A3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2" name="rc1370">
              <a:extLst>
                <a:ext uri="{FF2B5EF4-FFF2-40B4-BE49-F238E27FC236}">
                  <a16:creationId xmlns:a16="http://schemas.microsoft.com/office/drawing/2014/main" id="{7891FFEB-B6C3-5742-94AE-64A07431509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3" name="rc1371">
              <a:extLst>
                <a:ext uri="{FF2B5EF4-FFF2-40B4-BE49-F238E27FC236}">
                  <a16:creationId xmlns:a16="http://schemas.microsoft.com/office/drawing/2014/main" id="{2D197AAD-1A8B-B24E-7D0A-22446E0EC86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4" name="rc1372">
              <a:extLst>
                <a:ext uri="{FF2B5EF4-FFF2-40B4-BE49-F238E27FC236}">
                  <a16:creationId xmlns:a16="http://schemas.microsoft.com/office/drawing/2014/main" id="{E917C0C2-9619-853F-4E7B-998B331FF26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5" name="rc1373">
              <a:extLst>
                <a:ext uri="{FF2B5EF4-FFF2-40B4-BE49-F238E27FC236}">
                  <a16:creationId xmlns:a16="http://schemas.microsoft.com/office/drawing/2014/main" id="{AFB8D338-BBC2-E61E-69EC-4AB05FCAF1A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6" name="rc1374">
              <a:extLst>
                <a:ext uri="{FF2B5EF4-FFF2-40B4-BE49-F238E27FC236}">
                  <a16:creationId xmlns:a16="http://schemas.microsoft.com/office/drawing/2014/main" id="{58B37AF2-9CBB-E9C2-FAFE-4B12770FCA6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7" name="rc1375">
              <a:extLst>
                <a:ext uri="{FF2B5EF4-FFF2-40B4-BE49-F238E27FC236}">
                  <a16:creationId xmlns:a16="http://schemas.microsoft.com/office/drawing/2014/main" id="{E4A17BBA-DD25-5F7B-98CE-6E6A15FF73C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8" name="rc1376">
              <a:extLst>
                <a:ext uri="{FF2B5EF4-FFF2-40B4-BE49-F238E27FC236}">
                  <a16:creationId xmlns:a16="http://schemas.microsoft.com/office/drawing/2014/main" id="{5BE83A4A-1122-A429-E5A5-C4E1BD2C1FD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9" name="rc1377">
              <a:extLst>
                <a:ext uri="{FF2B5EF4-FFF2-40B4-BE49-F238E27FC236}">
                  <a16:creationId xmlns:a16="http://schemas.microsoft.com/office/drawing/2014/main" id="{35336422-B0F9-5AA0-5042-4A94BBCB78B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0" name="rc1378">
              <a:extLst>
                <a:ext uri="{FF2B5EF4-FFF2-40B4-BE49-F238E27FC236}">
                  <a16:creationId xmlns:a16="http://schemas.microsoft.com/office/drawing/2014/main" id="{436E2F5C-E95D-A8E0-0A8E-C021521443D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1" name="rc1379">
              <a:extLst>
                <a:ext uri="{FF2B5EF4-FFF2-40B4-BE49-F238E27FC236}">
                  <a16:creationId xmlns:a16="http://schemas.microsoft.com/office/drawing/2014/main" id="{3698878E-FD6F-660C-3408-48BBCA451BF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2" name="rc1380">
              <a:extLst>
                <a:ext uri="{FF2B5EF4-FFF2-40B4-BE49-F238E27FC236}">
                  <a16:creationId xmlns:a16="http://schemas.microsoft.com/office/drawing/2014/main" id="{773D17DA-C7AB-D444-1942-712AD6F5EF1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3" name="rc1381">
              <a:extLst>
                <a:ext uri="{FF2B5EF4-FFF2-40B4-BE49-F238E27FC236}">
                  <a16:creationId xmlns:a16="http://schemas.microsoft.com/office/drawing/2014/main" id="{689A1B4A-7B04-43EC-885C-4D9B107B673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4" name="rc1382">
              <a:extLst>
                <a:ext uri="{FF2B5EF4-FFF2-40B4-BE49-F238E27FC236}">
                  <a16:creationId xmlns:a16="http://schemas.microsoft.com/office/drawing/2014/main" id="{A2A6D193-62BD-00D0-D4B7-C885C58281E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5" name="rc1383">
              <a:extLst>
                <a:ext uri="{FF2B5EF4-FFF2-40B4-BE49-F238E27FC236}">
                  <a16:creationId xmlns:a16="http://schemas.microsoft.com/office/drawing/2014/main" id="{7D02CE82-1044-5672-3EF7-7F29AD40A73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6" name="rc1384">
              <a:extLst>
                <a:ext uri="{FF2B5EF4-FFF2-40B4-BE49-F238E27FC236}">
                  <a16:creationId xmlns:a16="http://schemas.microsoft.com/office/drawing/2014/main" id="{C2F96402-E0B8-7C66-D546-F343662A8ED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7" name="rc1385">
              <a:extLst>
                <a:ext uri="{FF2B5EF4-FFF2-40B4-BE49-F238E27FC236}">
                  <a16:creationId xmlns:a16="http://schemas.microsoft.com/office/drawing/2014/main" id="{9C7ADCD2-BD1F-3D53-E975-263D17FAA8C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8" name="rc1386">
              <a:extLst>
                <a:ext uri="{FF2B5EF4-FFF2-40B4-BE49-F238E27FC236}">
                  <a16:creationId xmlns:a16="http://schemas.microsoft.com/office/drawing/2014/main" id="{C979ECF0-33DF-0286-76E8-080C9FD3D07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9" name="rc1387">
              <a:extLst>
                <a:ext uri="{FF2B5EF4-FFF2-40B4-BE49-F238E27FC236}">
                  <a16:creationId xmlns:a16="http://schemas.microsoft.com/office/drawing/2014/main" id="{9247C63D-B7E6-4D62-4859-6E9A2733D75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0" name="rc1388">
              <a:extLst>
                <a:ext uri="{FF2B5EF4-FFF2-40B4-BE49-F238E27FC236}">
                  <a16:creationId xmlns:a16="http://schemas.microsoft.com/office/drawing/2014/main" id="{03FC978A-E852-50B4-C02B-B6414DB9B98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1" name="rc1389">
              <a:extLst>
                <a:ext uri="{FF2B5EF4-FFF2-40B4-BE49-F238E27FC236}">
                  <a16:creationId xmlns:a16="http://schemas.microsoft.com/office/drawing/2014/main" id="{6C244B9F-ABAD-813C-CC89-7A69068313F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2" name="rc1390">
              <a:extLst>
                <a:ext uri="{FF2B5EF4-FFF2-40B4-BE49-F238E27FC236}">
                  <a16:creationId xmlns:a16="http://schemas.microsoft.com/office/drawing/2014/main" id="{7111B04E-B943-D6CC-98FB-DA3DF76A7FA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3" name="rc1391">
              <a:extLst>
                <a:ext uri="{FF2B5EF4-FFF2-40B4-BE49-F238E27FC236}">
                  <a16:creationId xmlns:a16="http://schemas.microsoft.com/office/drawing/2014/main" id="{43C4C753-F9A5-81DB-F3FB-8DD8FC74940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4" name="rc1392">
              <a:extLst>
                <a:ext uri="{FF2B5EF4-FFF2-40B4-BE49-F238E27FC236}">
                  <a16:creationId xmlns:a16="http://schemas.microsoft.com/office/drawing/2014/main" id="{6AE4CE08-D34F-8859-F365-BFCD1C83EA0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5" name="rc1393">
              <a:extLst>
                <a:ext uri="{FF2B5EF4-FFF2-40B4-BE49-F238E27FC236}">
                  <a16:creationId xmlns:a16="http://schemas.microsoft.com/office/drawing/2014/main" id="{256EB530-1962-40E0-CDB1-231FAC76EE6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6" name="rc1394">
              <a:extLst>
                <a:ext uri="{FF2B5EF4-FFF2-40B4-BE49-F238E27FC236}">
                  <a16:creationId xmlns:a16="http://schemas.microsoft.com/office/drawing/2014/main" id="{C89E7091-DF2B-25F8-77BD-E8D064E505B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7" name="rc1395">
              <a:extLst>
                <a:ext uri="{FF2B5EF4-FFF2-40B4-BE49-F238E27FC236}">
                  <a16:creationId xmlns:a16="http://schemas.microsoft.com/office/drawing/2014/main" id="{9F4F0888-46B7-3612-7A30-F3317BE146D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8" name="rc1396">
              <a:extLst>
                <a:ext uri="{FF2B5EF4-FFF2-40B4-BE49-F238E27FC236}">
                  <a16:creationId xmlns:a16="http://schemas.microsoft.com/office/drawing/2014/main" id="{5F92ABD7-F59D-64FA-ECA1-90A428C5C0A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9" name="rc1397">
              <a:extLst>
                <a:ext uri="{FF2B5EF4-FFF2-40B4-BE49-F238E27FC236}">
                  <a16:creationId xmlns:a16="http://schemas.microsoft.com/office/drawing/2014/main" id="{CBD69C51-6008-C2C1-231F-DE14F1BE29A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0" name="rc1398">
              <a:extLst>
                <a:ext uri="{FF2B5EF4-FFF2-40B4-BE49-F238E27FC236}">
                  <a16:creationId xmlns:a16="http://schemas.microsoft.com/office/drawing/2014/main" id="{FDD33F70-ED29-64B5-0010-4AAE5C45414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1" name="rc1399">
              <a:extLst>
                <a:ext uri="{FF2B5EF4-FFF2-40B4-BE49-F238E27FC236}">
                  <a16:creationId xmlns:a16="http://schemas.microsoft.com/office/drawing/2014/main" id="{67F86BED-EC12-CDCD-1939-BEE20B0C462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2" name="rc1400">
              <a:extLst>
                <a:ext uri="{FF2B5EF4-FFF2-40B4-BE49-F238E27FC236}">
                  <a16:creationId xmlns:a16="http://schemas.microsoft.com/office/drawing/2014/main" id="{E5C3227D-7D74-D5B9-9410-C75197F8F6F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3" name="rc1401">
              <a:extLst>
                <a:ext uri="{FF2B5EF4-FFF2-40B4-BE49-F238E27FC236}">
                  <a16:creationId xmlns:a16="http://schemas.microsoft.com/office/drawing/2014/main" id="{9128EABE-79E1-3322-85B9-327BC2F7693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4" name="rc1402">
              <a:extLst>
                <a:ext uri="{FF2B5EF4-FFF2-40B4-BE49-F238E27FC236}">
                  <a16:creationId xmlns:a16="http://schemas.microsoft.com/office/drawing/2014/main" id="{0F153FB8-2ADE-6D9D-16C9-B0009448DEB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5" name="rc1403">
              <a:extLst>
                <a:ext uri="{FF2B5EF4-FFF2-40B4-BE49-F238E27FC236}">
                  <a16:creationId xmlns:a16="http://schemas.microsoft.com/office/drawing/2014/main" id="{8CAFFC6D-710B-2C63-B5C2-00DC857DE58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6" name="rc1404">
              <a:extLst>
                <a:ext uri="{FF2B5EF4-FFF2-40B4-BE49-F238E27FC236}">
                  <a16:creationId xmlns:a16="http://schemas.microsoft.com/office/drawing/2014/main" id="{F9536EA9-ABB9-E1DC-684F-BBE3A30814A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7" name="rc1405">
              <a:extLst>
                <a:ext uri="{FF2B5EF4-FFF2-40B4-BE49-F238E27FC236}">
                  <a16:creationId xmlns:a16="http://schemas.microsoft.com/office/drawing/2014/main" id="{3EA8E062-3E83-600B-0544-337B01F4C98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8" name="rc1406">
              <a:extLst>
                <a:ext uri="{FF2B5EF4-FFF2-40B4-BE49-F238E27FC236}">
                  <a16:creationId xmlns:a16="http://schemas.microsoft.com/office/drawing/2014/main" id="{6FEF0375-5305-025A-2DE0-C3CF8F421F0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9" name="rc1407">
              <a:extLst>
                <a:ext uri="{FF2B5EF4-FFF2-40B4-BE49-F238E27FC236}">
                  <a16:creationId xmlns:a16="http://schemas.microsoft.com/office/drawing/2014/main" id="{8954CC31-8BBF-7B41-DC3C-A08A704B04C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0" name="rc1408">
              <a:extLst>
                <a:ext uri="{FF2B5EF4-FFF2-40B4-BE49-F238E27FC236}">
                  <a16:creationId xmlns:a16="http://schemas.microsoft.com/office/drawing/2014/main" id="{869C0FA2-E853-D072-7B10-C1485C250A7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1" name="rc1409">
              <a:extLst>
                <a:ext uri="{FF2B5EF4-FFF2-40B4-BE49-F238E27FC236}">
                  <a16:creationId xmlns:a16="http://schemas.microsoft.com/office/drawing/2014/main" id="{086284F9-0F3F-E2A8-E5C9-23A73321640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2" name="rc1410">
              <a:extLst>
                <a:ext uri="{FF2B5EF4-FFF2-40B4-BE49-F238E27FC236}">
                  <a16:creationId xmlns:a16="http://schemas.microsoft.com/office/drawing/2014/main" id="{14E05829-87A5-4FE1-5414-7747D98437C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3" name="rc1411">
              <a:extLst>
                <a:ext uri="{FF2B5EF4-FFF2-40B4-BE49-F238E27FC236}">
                  <a16:creationId xmlns:a16="http://schemas.microsoft.com/office/drawing/2014/main" id="{5B3C83B4-2EF9-38E4-9D11-D2B586674FD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4" name="rc1412">
              <a:extLst>
                <a:ext uri="{FF2B5EF4-FFF2-40B4-BE49-F238E27FC236}">
                  <a16:creationId xmlns:a16="http://schemas.microsoft.com/office/drawing/2014/main" id="{11DB6F55-B4C7-8C1C-244B-E3DDA24D57E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5" name="rc1413">
              <a:extLst>
                <a:ext uri="{FF2B5EF4-FFF2-40B4-BE49-F238E27FC236}">
                  <a16:creationId xmlns:a16="http://schemas.microsoft.com/office/drawing/2014/main" id="{64A0A11D-3955-DB8A-EEDC-70840835FE2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6" name="rc1414">
              <a:extLst>
                <a:ext uri="{FF2B5EF4-FFF2-40B4-BE49-F238E27FC236}">
                  <a16:creationId xmlns:a16="http://schemas.microsoft.com/office/drawing/2014/main" id="{F642AFD2-7677-A07B-7D8C-D5B12750C51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7" name="rc1415">
              <a:extLst>
                <a:ext uri="{FF2B5EF4-FFF2-40B4-BE49-F238E27FC236}">
                  <a16:creationId xmlns:a16="http://schemas.microsoft.com/office/drawing/2014/main" id="{82EDC4D3-DBD3-7DA1-12F1-A714C803F19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8" name="rc1416">
              <a:extLst>
                <a:ext uri="{FF2B5EF4-FFF2-40B4-BE49-F238E27FC236}">
                  <a16:creationId xmlns:a16="http://schemas.microsoft.com/office/drawing/2014/main" id="{1D6BB387-935C-0B1B-4518-345C496CF47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9" name="rc1417">
              <a:extLst>
                <a:ext uri="{FF2B5EF4-FFF2-40B4-BE49-F238E27FC236}">
                  <a16:creationId xmlns:a16="http://schemas.microsoft.com/office/drawing/2014/main" id="{BBEA0852-72D2-DF5F-341D-0B14D1B89EF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0" name="rc1418">
              <a:extLst>
                <a:ext uri="{FF2B5EF4-FFF2-40B4-BE49-F238E27FC236}">
                  <a16:creationId xmlns:a16="http://schemas.microsoft.com/office/drawing/2014/main" id="{1FCF996C-4991-9A26-6474-76A8F31B67A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1" name="rc1419">
              <a:extLst>
                <a:ext uri="{FF2B5EF4-FFF2-40B4-BE49-F238E27FC236}">
                  <a16:creationId xmlns:a16="http://schemas.microsoft.com/office/drawing/2014/main" id="{A740918A-C544-E3FC-DD64-BBC879E64A1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2" name="rc1420">
              <a:extLst>
                <a:ext uri="{FF2B5EF4-FFF2-40B4-BE49-F238E27FC236}">
                  <a16:creationId xmlns:a16="http://schemas.microsoft.com/office/drawing/2014/main" id="{5644B881-B7D8-2922-10F3-CF53D76C927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3" name="rc1421">
              <a:extLst>
                <a:ext uri="{FF2B5EF4-FFF2-40B4-BE49-F238E27FC236}">
                  <a16:creationId xmlns:a16="http://schemas.microsoft.com/office/drawing/2014/main" id="{7EA19F3F-DB2E-8975-9A5A-EAFF2CD55A0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4" name="rc1422">
              <a:extLst>
                <a:ext uri="{FF2B5EF4-FFF2-40B4-BE49-F238E27FC236}">
                  <a16:creationId xmlns:a16="http://schemas.microsoft.com/office/drawing/2014/main" id="{E9C30506-E61E-0822-9920-4616B01A94C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5" name="rc1423">
              <a:extLst>
                <a:ext uri="{FF2B5EF4-FFF2-40B4-BE49-F238E27FC236}">
                  <a16:creationId xmlns:a16="http://schemas.microsoft.com/office/drawing/2014/main" id="{A0EE52EB-F188-B526-B55A-82CD519E208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6" name="rc1424">
              <a:extLst>
                <a:ext uri="{FF2B5EF4-FFF2-40B4-BE49-F238E27FC236}">
                  <a16:creationId xmlns:a16="http://schemas.microsoft.com/office/drawing/2014/main" id="{7D134BE2-0094-C91E-22E7-B0089D739B6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7" name="rc1425">
              <a:extLst>
                <a:ext uri="{FF2B5EF4-FFF2-40B4-BE49-F238E27FC236}">
                  <a16:creationId xmlns:a16="http://schemas.microsoft.com/office/drawing/2014/main" id="{F3050241-241F-DFFF-C617-66B0510D2D0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8" name="rc1426">
              <a:extLst>
                <a:ext uri="{FF2B5EF4-FFF2-40B4-BE49-F238E27FC236}">
                  <a16:creationId xmlns:a16="http://schemas.microsoft.com/office/drawing/2014/main" id="{2630B1C5-8F2A-24F2-E4E4-1A1E954E2EF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9" name="rc1427">
              <a:extLst>
                <a:ext uri="{FF2B5EF4-FFF2-40B4-BE49-F238E27FC236}">
                  <a16:creationId xmlns:a16="http://schemas.microsoft.com/office/drawing/2014/main" id="{79D12240-9043-615E-6D39-C88F64653DA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0" name="rc1428">
              <a:extLst>
                <a:ext uri="{FF2B5EF4-FFF2-40B4-BE49-F238E27FC236}">
                  <a16:creationId xmlns:a16="http://schemas.microsoft.com/office/drawing/2014/main" id="{A2FE94B8-A8E3-9BB9-4DB7-93F26CCCAB5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1" name="rc1429">
              <a:extLst>
                <a:ext uri="{FF2B5EF4-FFF2-40B4-BE49-F238E27FC236}">
                  <a16:creationId xmlns:a16="http://schemas.microsoft.com/office/drawing/2014/main" id="{872EAB64-A6C8-DA49-2E70-78669E01852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2" name="rc1430">
              <a:extLst>
                <a:ext uri="{FF2B5EF4-FFF2-40B4-BE49-F238E27FC236}">
                  <a16:creationId xmlns:a16="http://schemas.microsoft.com/office/drawing/2014/main" id="{1C0688C8-1388-3843-5C46-FA0DC0326F1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3" name="rc1431">
              <a:extLst>
                <a:ext uri="{FF2B5EF4-FFF2-40B4-BE49-F238E27FC236}">
                  <a16:creationId xmlns:a16="http://schemas.microsoft.com/office/drawing/2014/main" id="{1FE76DFB-2B99-8E46-2045-B2F2850EE97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4" name="rc1432">
              <a:extLst>
                <a:ext uri="{FF2B5EF4-FFF2-40B4-BE49-F238E27FC236}">
                  <a16:creationId xmlns:a16="http://schemas.microsoft.com/office/drawing/2014/main" id="{C23433EB-45A0-213E-0E90-1FCAF75FCDE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5" name="rc1433">
              <a:extLst>
                <a:ext uri="{FF2B5EF4-FFF2-40B4-BE49-F238E27FC236}">
                  <a16:creationId xmlns:a16="http://schemas.microsoft.com/office/drawing/2014/main" id="{E1E26444-54D1-C5AB-FEA0-7FE70438CE8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6" name="rc1434">
              <a:extLst>
                <a:ext uri="{FF2B5EF4-FFF2-40B4-BE49-F238E27FC236}">
                  <a16:creationId xmlns:a16="http://schemas.microsoft.com/office/drawing/2014/main" id="{28C0B976-6477-B7F2-0F1F-848341BB924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7" name="rc1435">
              <a:extLst>
                <a:ext uri="{FF2B5EF4-FFF2-40B4-BE49-F238E27FC236}">
                  <a16:creationId xmlns:a16="http://schemas.microsoft.com/office/drawing/2014/main" id="{D8E91DC5-257E-5CFB-4F4E-7223B21504F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8" name="rc1436">
              <a:extLst>
                <a:ext uri="{FF2B5EF4-FFF2-40B4-BE49-F238E27FC236}">
                  <a16:creationId xmlns:a16="http://schemas.microsoft.com/office/drawing/2014/main" id="{2ACA3EA4-DB5A-EDD2-9288-FB08597FD92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9" name="rc1437">
              <a:extLst>
                <a:ext uri="{FF2B5EF4-FFF2-40B4-BE49-F238E27FC236}">
                  <a16:creationId xmlns:a16="http://schemas.microsoft.com/office/drawing/2014/main" id="{B17EE128-6593-9F68-BFD0-E581EF57A79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0" name="rc1438">
              <a:extLst>
                <a:ext uri="{FF2B5EF4-FFF2-40B4-BE49-F238E27FC236}">
                  <a16:creationId xmlns:a16="http://schemas.microsoft.com/office/drawing/2014/main" id="{63147535-943F-8EDF-5F99-C2D1B1CE265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1" name="rc1439">
              <a:extLst>
                <a:ext uri="{FF2B5EF4-FFF2-40B4-BE49-F238E27FC236}">
                  <a16:creationId xmlns:a16="http://schemas.microsoft.com/office/drawing/2014/main" id="{0C314C8C-93A9-BDA6-7754-DB9E97DA4B5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2" name="rc1440">
              <a:extLst>
                <a:ext uri="{FF2B5EF4-FFF2-40B4-BE49-F238E27FC236}">
                  <a16:creationId xmlns:a16="http://schemas.microsoft.com/office/drawing/2014/main" id="{C8469201-F1A0-BAE0-8DF0-BBB2BBCDDA2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3" name="rc1441">
              <a:extLst>
                <a:ext uri="{FF2B5EF4-FFF2-40B4-BE49-F238E27FC236}">
                  <a16:creationId xmlns:a16="http://schemas.microsoft.com/office/drawing/2014/main" id="{10BC4B0E-C15D-B392-8D5E-7B43E7DF756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4" name="rc1442">
              <a:extLst>
                <a:ext uri="{FF2B5EF4-FFF2-40B4-BE49-F238E27FC236}">
                  <a16:creationId xmlns:a16="http://schemas.microsoft.com/office/drawing/2014/main" id="{EEDA5E98-B9CC-FE19-7797-026C22DE878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5" name="rc1443">
              <a:extLst>
                <a:ext uri="{FF2B5EF4-FFF2-40B4-BE49-F238E27FC236}">
                  <a16:creationId xmlns:a16="http://schemas.microsoft.com/office/drawing/2014/main" id="{A9B445E5-2971-B2AB-9FFD-8186C49D59C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6" name="rc1444">
              <a:extLst>
                <a:ext uri="{FF2B5EF4-FFF2-40B4-BE49-F238E27FC236}">
                  <a16:creationId xmlns:a16="http://schemas.microsoft.com/office/drawing/2014/main" id="{A154CA48-DF58-3709-997A-98E6944AFD4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7" name="rc1445">
              <a:extLst>
                <a:ext uri="{FF2B5EF4-FFF2-40B4-BE49-F238E27FC236}">
                  <a16:creationId xmlns:a16="http://schemas.microsoft.com/office/drawing/2014/main" id="{C4C8E50A-7492-F10B-9DFC-9C557BB7223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8" name="rc1446">
              <a:extLst>
                <a:ext uri="{FF2B5EF4-FFF2-40B4-BE49-F238E27FC236}">
                  <a16:creationId xmlns:a16="http://schemas.microsoft.com/office/drawing/2014/main" id="{32AABB41-0733-AF7D-CD74-F5BA97BD7C6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9" name="rc1447">
              <a:extLst>
                <a:ext uri="{FF2B5EF4-FFF2-40B4-BE49-F238E27FC236}">
                  <a16:creationId xmlns:a16="http://schemas.microsoft.com/office/drawing/2014/main" id="{5C31C597-6782-6B57-B539-06E4C66DC05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0" name="rc1448">
              <a:extLst>
                <a:ext uri="{FF2B5EF4-FFF2-40B4-BE49-F238E27FC236}">
                  <a16:creationId xmlns:a16="http://schemas.microsoft.com/office/drawing/2014/main" id="{FC99D1B8-6BFE-D894-99A4-86CCA797E76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1" name="rc1449">
              <a:extLst>
                <a:ext uri="{FF2B5EF4-FFF2-40B4-BE49-F238E27FC236}">
                  <a16:creationId xmlns:a16="http://schemas.microsoft.com/office/drawing/2014/main" id="{A18E64B3-118E-F942-8DED-4D48F98BA4B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2" name="rc1450">
              <a:extLst>
                <a:ext uri="{FF2B5EF4-FFF2-40B4-BE49-F238E27FC236}">
                  <a16:creationId xmlns:a16="http://schemas.microsoft.com/office/drawing/2014/main" id="{8E15BE0A-B5EE-C23F-8681-DD01E693732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3" name="rc1451">
              <a:extLst>
                <a:ext uri="{FF2B5EF4-FFF2-40B4-BE49-F238E27FC236}">
                  <a16:creationId xmlns:a16="http://schemas.microsoft.com/office/drawing/2014/main" id="{4850ECA3-9F12-0AAD-E3BF-1296FF44487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4" name="rc1452">
              <a:extLst>
                <a:ext uri="{FF2B5EF4-FFF2-40B4-BE49-F238E27FC236}">
                  <a16:creationId xmlns:a16="http://schemas.microsoft.com/office/drawing/2014/main" id="{FAC00168-441F-2880-5A73-C56110AFFBC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5" name="rc1453">
              <a:extLst>
                <a:ext uri="{FF2B5EF4-FFF2-40B4-BE49-F238E27FC236}">
                  <a16:creationId xmlns:a16="http://schemas.microsoft.com/office/drawing/2014/main" id="{D1B79744-F525-DE22-6D66-60D9159F8CA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6" name="rc1454">
              <a:extLst>
                <a:ext uri="{FF2B5EF4-FFF2-40B4-BE49-F238E27FC236}">
                  <a16:creationId xmlns:a16="http://schemas.microsoft.com/office/drawing/2014/main" id="{673F3217-B2AC-AFF5-020D-21D05979D11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7" name="rc1455">
              <a:extLst>
                <a:ext uri="{FF2B5EF4-FFF2-40B4-BE49-F238E27FC236}">
                  <a16:creationId xmlns:a16="http://schemas.microsoft.com/office/drawing/2014/main" id="{452922D8-57FC-CF88-414F-5A4AB23F38F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8" name="rc1456">
              <a:extLst>
                <a:ext uri="{FF2B5EF4-FFF2-40B4-BE49-F238E27FC236}">
                  <a16:creationId xmlns:a16="http://schemas.microsoft.com/office/drawing/2014/main" id="{1E59193D-94B0-7DEE-B393-A416DCF51DF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9" name="rc1457">
              <a:extLst>
                <a:ext uri="{FF2B5EF4-FFF2-40B4-BE49-F238E27FC236}">
                  <a16:creationId xmlns:a16="http://schemas.microsoft.com/office/drawing/2014/main" id="{9343C09C-36C3-8A5A-94CA-C9BE8587817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0" name="rc1458">
              <a:extLst>
                <a:ext uri="{FF2B5EF4-FFF2-40B4-BE49-F238E27FC236}">
                  <a16:creationId xmlns:a16="http://schemas.microsoft.com/office/drawing/2014/main" id="{F515E1F7-BD5C-F000-510A-A39FE80258E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1" name="rc1459">
              <a:extLst>
                <a:ext uri="{FF2B5EF4-FFF2-40B4-BE49-F238E27FC236}">
                  <a16:creationId xmlns:a16="http://schemas.microsoft.com/office/drawing/2014/main" id="{43C5AE3D-FC35-EBAE-D5BF-5F9BA3F1C84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2" name="rc1460">
              <a:extLst>
                <a:ext uri="{FF2B5EF4-FFF2-40B4-BE49-F238E27FC236}">
                  <a16:creationId xmlns:a16="http://schemas.microsoft.com/office/drawing/2014/main" id="{91427B84-DA65-A4B1-D739-676098AA647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3" name="rc1461">
              <a:extLst>
                <a:ext uri="{FF2B5EF4-FFF2-40B4-BE49-F238E27FC236}">
                  <a16:creationId xmlns:a16="http://schemas.microsoft.com/office/drawing/2014/main" id="{735B643C-0904-4E88-DF37-A3B4EEF1219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4" name="rc1462">
              <a:extLst>
                <a:ext uri="{FF2B5EF4-FFF2-40B4-BE49-F238E27FC236}">
                  <a16:creationId xmlns:a16="http://schemas.microsoft.com/office/drawing/2014/main" id="{42CF9C72-8F17-DF6F-A081-FF15B2CCE4E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5" name="rc1463">
              <a:extLst>
                <a:ext uri="{FF2B5EF4-FFF2-40B4-BE49-F238E27FC236}">
                  <a16:creationId xmlns:a16="http://schemas.microsoft.com/office/drawing/2014/main" id="{41037405-C37F-01CA-1E33-83A6BFA594E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6" name="rc1464">
              <a:extLst>
                <a:ext uri="{FF2B5EF4-FFF2-40B4-BE49-F238E27FC236}">
                  <a16:creationId xmlns:a16="http://schemas.microsoft.com/office/drawing/2014/main" id="{5988FEFF-DDDE-AE52-E018-C461FB9548A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7" name="rc1465">
              <a:extLst>
                <a:ext uri="{FF2B5EF4-FFF2-40B4-BE49-F238E27FC236}">
                  <a16:creationId xmlns:a16="http://schemas.microsoft.com/office/drawing/2014/main" id="{3C3F7754-C181-C578-9AD0-B05C88928E3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8" name="rc1466">
              <a:extLst>
                <a:ext uri="{FF2B5EF4-FFF2-40B4-BE49-F238E27FC236}">
                  <a16:creationId xmlns:a16="http://schemas.microsoft.com/office/drawing/2014/main" id="{898B268B-4EDD-F7B0-6527-FECB3138069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9" name="rc1467">
              <a:extLst>
                <a:ext uri="{FF2B5EF4-FFF2-40B4-BE49-F238E27FC236}">
                  <a16:creationId xmlns:a16="http://schemas.microsoft.com/office/drawing/2014/main" id="{B72000C7-7FBB-0663-5681-E91832B1A17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0" name="rc1468">
              <a:extLst>
                <a:ext uri="{FF2B5EF4-FFF2-40B4-BE49-F238E27FC236}">
                  <a16:creationId xmlns:a16="http://schemas.microsoft.com/office/drawing/2014/main" id="{2B9E3743-03CE-0E4F-2CCC-57A8D18FF88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1" name="rc1469">
              <a:extLst>
                <a:ext uri="{FF2B5EF4-FFF2-40B4-BE49-F238E27FC236}">
                  <a16:creationId xmlns:a16="http://schemas.microsoft.com/office/drawing/2014/main" id="{00E38CD1-173B-0DD7-1632-018C09412E7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2" name="rc1470">
              <a:extLst>
                <a:ext uri="{FF2B5EF4-FFF2-40B4-BE49-F238E27FC236}">
                  <a16:creationId xmlns:a16="http://schemas.microsoft.com/office/drawing/2014/main" id="{7C6D29D6-394E-2D80-0B74-A267F480007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3" name="rc1471">
              <a:extLst>
                <a:ext uri="{FF2B5EF4-FFF2-40B4-BE49-F238E27FC236}">
                  <a16:creationId xmlns:a16="http://schemas.microsoft.com/office/drawing/2014/main" id="{6B0D04E6-62FF-8A2D-7C46-A2A11FD7669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4" name="rc1472">
              <a:extLst>
                <a:ext uri="{FF2B5EF4-FFF2-40B4-BE49-F238E27FC236}">
                  <a16:creationId xmlns:a16="http://schemas.microsoft.com/office/drawing/2014/main" id="{394BFA87-AEF3-22BD-0D2A-EAE24B42287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5" name="rc1473">
              <a:extLst>
                <a:ext uri="{FF2B5EF4-FFF2-40B4-BE49-F238E27FC236}">
                  <a16:creationId xmlns:a16="http://schemas.microsoft.com/office/drawing/2014/main" id="{1D8BBF59-C764-C49F-A304-EE0838F8491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6" name="rc1474">
              <a:extLst>
                <a:ext uri="{FF2B5EF4-FFF2-40B4-BE49-F238E27FC236}">
                  <a16:creationId xmlns:a16="http://schemas.microsoft.com/office/drawing/2014/main" id="{03D49809-F4EC-4BD8-4E92-7D49783A5A6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7" name="rc1475">
              <a:extLst>
                <a:ext uri="{FF2B5EF4-FFF2-40B4-BE49-F238E27FC236}">
                  <a16:creationId xmlns:a16="http://schemas.microsoft.com/office/drawing/2014/main" id="{124194B5-C5A4-243A-11D0-EB93DDB0E0A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8" name="rc1476">
              <a:extLst>
                <a:ext uri="{FF2B5EF4-FFF2-40B4-BE49-F238E27FC236}">
                  <a16:creationId xmlns:a16="http://schemas.microsoft.com/office/drawing/2014/main" id="{2ED48502-E3C7-66D4-EF6B-B014CA2E8FA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9" name="rc1477">
              <a:extLst>
                <a:ext uri="{FF2B5EF4-FFF2-40B4-BE49-F238E27FC236}">
                  <a16:creationId xmlns:a16="http://schemas.microsoft.com/office/drawing/2014/main" id="{C92EFD1C-7BC4-E982-6DE8-AD7A291D733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0" name="rc1478">
              <a:extLst>
                <a:ext uri="{FF2B5EF4-FFF2-40B4-BE49-F238E27FC236}">
                  <a16:creationId xmlns:a16="http://schemas.microsoft.com/office/drawing/2014/main" id="{0D21CB63-4850-31F5-0591-A355990D438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1" name="rc1479">
              <a:extLst>
                <a:ext uri="{FF2B5EF4-FFF2-40B4-BE49-F238E27FC236}">
                  <a16:creationId xmlns:a16="http://schemas.microsoft.com/office/drawing/2014/main" id="{0038BF7C-21C1-2B33-E524-5AFEF2A8C99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2" name="rc1480">
              <a:extLst>
                <a:ext uri="{FF2B5EF4-FFF2-40B4-BE49-F238E27FC236}">
                  <a16:creationId xmlns:a16="http://schemas.microsoft.com/office/drawing/2014/main" id="{7BDB605E-7248-354F-D3BC-6F5E0292E9F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3" name="rc1481">
              <a:extLst>
                <a:ext uri="{FF2B5EF4-FFF2-40B4-BE49-F238E27FC236}">
                  <a16:creationId xmlns:a16="http://schemas.microsoft.com/office/drawing/2014/main" id="{E3B23270-00DF-9E73-5BF8-AEF39CAE424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4" name="rc1482">
              <a:extLst>
                <a:ext uri="{FF2B5EF4-FFF2-40B4-BE49-F238E27FC236}">
                  <a16:creationId xmlns:a16="http://schemas.microsoft.com/office/drawing/2014/main" id="{AF58F081-96E0-0EFC-9337-EC8356B2485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5" name="rc1483">
              <a:extLst>
                <a:ext uri="{FF2B5EF4-FFF2-40B4-BE49-F238E27FC236}">
                  <a16:creationId xmlns:a16="http://schemas.microsoft.com/office/drawing/2014/main" id="{3CBD15DF-38FF-2572-E26A-7192DBFA3E7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6" name="rc1484">
              <a:extLst>
                <a:ext uri="{FF2B5EF4-FFF2-40B4-BE49-F238E27FC236}">
                  <a16:creationId xmlns:a16="http://schemas.microsoft.com/office/drawing/2014/main" id="{F5315F7E-D6F4-9D4F-45A6-DE45E25FA51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7" name="rc1485">
              <a:extLst>
                <a:ext uri="{FF2B5EF4-FFF2-40B4-BE49-F238E27FC236}">
                  <a16:creationId xmlns:a16="http://schemas.microsoft.com/office/drawing/2014/main" id="{C96F7AEB-4D59-4CE6-A3CB-E65D0B2EC0F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8" name="rc1486">
              <a:extLst>
                <a:ext uri="{FF2B5EF4-FFF2-40B4-BE49-F238E27FC236}">
                  <a16:creationId xmlns:a16="http://schemas.microsoft.com/office/drawing/2014/main" id="{1AA291E1-3035-24A7-1002-E8F4295834B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9" name="rc1487">
              <a:extLst>
                <a:ext uri="{FF2B5EF4-FFF2-40B4-BE49-F238E27FC236}">
                  <a16:creationId xmlns:a16="http://schemas.microsoft.com/office/drawing/2014/main" id="{5F04D11D-8F55-775F-9A02-605161E27CD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0" name="rc1488">
              <a:extLst>
                <a:ext uri="{FF2B5EF4-FFF2-40B4-BE49-F238E27FC236}">
                  <a16:creationId xmlns:a16="http://schemas.microsoft.com/office/drawing/2014/main" id="{D7025FF3-198A-A461-A75A-FA53C4DFEF8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1" name="rc1489">
              <a:extLst>
                <a:ext uri="{FF2B5EF4-FFF2-40B4-BE49-F238E27FC236}">
                  <a16:creationId xmlns:a16="http://schemas.microsoft.com/office/drawing/2014/main" id="{42586B6A-0305-3BA2-AA96-0A0CF830CDA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2" name="rc1490">
              <a:extLst>
                <a:ext uri="{FF2B5EF4-FFF2-40B4-BE49-F238E27FC236}">
                  <a16:creationId xmlns:a16="http://schemas.microsoft.com/office/drawing/2014/main" id="{5E8B180A-0494-0538-C84B-7AA8EEC7496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3" name="rc1491">
              <a:extLst>
                <a:ext uri="{FF2B5EF4-FFF2-40B4-BE49-F238E27FC236}">
                  <a16:creationId xmlns:a16="http://schemas.microsoft.com/office/drawing/2014/main" id="{1851B659-A12F-8687-5548-4A474D92093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4" name="rc1492">
              <a:extLst>
                <a:ext uri="{FF2B5EF4-FFF2-40B4-BE49-F238E27FC236}">
                  <a16:creationId xmlns:a16="http://schemas.microsoft.com/office/drawing/2014/main" id="{8A65F791-FC84-2956-0C38-2CDD0898DDE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5" name="rc1493">
              <a:extLst>
                <a:ext uri="{FF2B5EF4-FFF2-40B4-BE49-F238E27FC236}">
                  <a16:creationId xmlns:a16="http://schemas.microsoft.com/office/drawing/2014/main" id="{12D88CED-8672-F3F4-EAF1-9745C922572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6" name="rc1494">
              <a:extLst>
                <a:ext uri="{FF2B5EF4-FFF2-40B4-BE49-F238E27FC236}">
                  <a16:creationId xmlns:a16="http://schemas.microsoft.com/office/drawing/2014/main" id="{22D8041C-1630-6CEE-CA63-E5418418FE9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7" name="rc1495">
              <a:extLst>
                <a:ext uri="{FF2B5EF4-FFF2-40B4-BE49-F238E27FC236}">
                  <a16:creationId xmlns:a16="http://schemas.microsoft.com/office/drawing/2014/main" id="{ED427008-8211-5497-BBDB-D8B3DD58E16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8" name="pt1496">
              <a:extLst>
                <a:ext uri="{FF2B5EF4-FFF2-40B4-BE49-F238E27FC236}">
                  <a16:creationId xmlns:a16="http://schemas.microsoft.com/office/drawing/2014/main" id="{546BE1D1-8554-248A-7C42-50504EFF29A7}"/>
                </a:ext>
              </a:extLst>
            </p:cNvPr>
            <p:cNvSpPr/>
            <p:nvPr/>
          </p:nvSpPr>
          <p:spPr>
            <a:xfrm>
              <a:off x="5008726" y="8764572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9" name="pt1497">
              <a:extLst>
                <a:ext uri="{FF2B5EF4-FFF2-40B4-BE49-F238E27FC236}">
                  <a16:creationId xmlns:a16="http://schemas.microsoft.com/office/drawing/2014/main" id="{6768F6E4-EF21-79CD-3540-D277D26ACBCE}"/>
                </a:ext>
              </a:extLst>
            </p:cNvPr>
            <p:cNvSpPr/>
            <p:nvPr/>
          </p:nvSpPr>
          <p:spPr>
            <a:xfrm>
              <a:off x="8474737" y="7292801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0" name="pt1498">
              <a:extLst>
                <a:ext uri="{FF2B5EF4-FFF2-40B4-BE49-F238E27FC236}">
                  <a16:creationId xmlns:a16="http://schemas.microsoft.com/office/drawing/2014/main" id="{3493A875-9C93-7032-DEDF-ABD033FF32F1}"/>
                </a:ext>
              </a:extLst>
            </p:cNvPr>
            <p:cNvSpPr/>
            <p:nvPr/>
          </p:nvSpPr>
          <p:spPr>
            <a:xfrm>
              <a:off x="3194976" y="8776760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1" name="pt1499">
              <a:extLst>
                <a:ext uri="{FF2B5EF4-FFF2-40B4-BE49-F238E27FC236}">
                  <a16:creationId xmlns:a16="http://schemas.microsoft.com/office/drawing/2014/main" id="{F6BC8301-8F0D-BED3-2358-046A46382A6F}"/>
                </a:ext>
              </a:extLst>
            </p:cNvPr>
            <p:cNvSpPr/>
            <p:nvPr/>
          </p:nvSpPr>
          <p:spPr>
            <a:xfrm>
              <a:off x="2459185" y="9351724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2" name="pt1500">
              <a:extLst>
                <a:ext uri="{FF2B5EF4-FFF2-40B4-BE49-F238E27FC236}">
                  <a16:creationId xmlns:a16="http://schemas.microsoft.com/office/drawing/2014/main" id="{A852DBD3-9039-11EA-8C43-5E7F619F146F}"/>
                </a:ext>
              </a:extLst>
            </p:cNvPr>
            <p:cNvSpPr/>
            <p:nvPr/>
          </p:nvSpPr>
          <p:spPr>
            <a:xfrm>
              <a:off x="7856918" y="7864221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3" name="pt1501">
              <a:extLst>
                <a:ext uri="{FF2B5EF4-FFF2-40B4-BE49-F238E27FC236}">
                  <a16:creationId xmlns:a16="http://schemas.microsoft.com/office/drawing/2014/main" id="{8E18BA74-87B5-2DFF-C4B4-26B39EFFE80C}"/>
                </a:ext>
              </a:extLst>
            </p:cNvPr>
            <p:cNvSpPr/>
            <p:nvPr/>
          </p:nvSpPr>
          <p:spPr>
            <a:xfrm>
              <a:off x="7823803" y="7874562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4" name="pt1502">
              <a:extLst>
                <a:ext uri="{FF2B5EF4-FFF2-40B4-BE49-F238E27FC236}">
                  <a16:creationId xmlns:a16="http://schemas.microsoft.com/office/drawing/2014/main" id="{B909BA13-A55B-8007-8D45-E518E54BAC97}"/>
                </a:ext>
              </a:extLst>
            </p:cNvPr>
            <p:cNvSpPr/>
            <p:nvPr/>
          </p:nvSpPr>
          <p:spPr>
            <a:xfrm>
              <a:off x="4835513" y="8848093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5" name="pt1503">
              <a:extLst>
                <a:ext uri="{FF2B5EF4-FFF2-40B4-BE49-F238E27FC236}">
                  <a16:creationId xmlns:a16="http://schemas.microsoft.com/office/drawing/2014/main" id="{4D146700-A877-B9B7-82B4-75DFC8682E51}"/>
                </a:ext>
              </a:extLst>
            </p:cNvPr>
            <p:cNvSpPr/>
            <p:nvPr/>
          </p:nvSpPr>
          <p:spPr>
            <a:xfrm>
              <a:off x="2774938" y="9125028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6" name="pt1504">
              <a:extLst>
                <a:ext uri="{FF2B5EF4-FFF2-40B4-BE49-F238E27FC236}">
                  <a16:creationId xmlns:a16="http://schemas.microsoft.com/office/drawing/2014/main" id="{9AC1C2ED-83F6-F9A6-C737-1C8A81F9340E}"/>
                </a:ext>
              </a:extLst>
            </p:cNvPr>
            <p:cNvSpPr/>
            <p:nvPr/>
          </p:nvSpPr>
          <p:spPr>
            <a:xfrm>
              <a:off x="9603278" y="5740095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7" name="pt1505">
              <a:extLst>
                <a:ext uri="{FF2B5EF4-FFF2-40B4-BE49-F238E27FC236}">
                  <a16:creationId xmlns:a16="http://schemas.microsoft.com/office/drawing/2014/main" id="{E98C0E80-A5D1-36FB-086A-47EC6E192261}"/>
                </a:ext>
              </a:extLst>
            </p:cNvPr>
            <p:cNvSpPr/>
            <p:nvPr/>
          </p:nvSpPr>
          <p:spPr>
            <a:xfrm>
              <a:off x="7732787" y="8091616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8" name="pt1506">
              <a:extLst>
                <a:ext uri="{FF2B5EF4-FFF2-40B4-BE49-F238E27FC236}">
                  <a16:creationId xmlns:a16="http://schemas.microsoft.com/office/drawing/2014/main" id="{5F8CA023-A7D3-1C4B-9D05-0D77D93CE671}"/>
                </a:ext>
              </a:extLst>
            </p:cNvPr>
            <p:cNvSpPr/>
            <p:nvPr/>
          </p:nvSpPr>
          <p:spPr>
            <a:xfrm>
              <a:off x="7710400" y="8078059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9" name="pt1507">
              <a:extLst>
                <a:ext uri="{FF2B5EF4-FFF2-40B4-BE49-F238E27FC236}">
                  <a16:creationId xmlns:a16="http://schemas.microsoft.com/office/drawing/2014/main" id="{0DA0158A-B2DC-18DB-26FD-362FAD37E32A}"/>
                </a:ext>
              </a:extLst>
            </p:cNvPr>
            <p:cNvSpPr/>
            <p:nvPr/>
          </p:nvSpPr>
          <p:spPr>
            <a:xfrm>
              <a:off x="4274872" y="8849620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0" name="pt1508">
              <a:extLst>
                <a:ext uri="{FF2B5EF4-FFF2-40B4-BE49-F238E27FC236}">
                  <a16:creationId xmlns:a16="http://schemas.microsoft.com/office/drawing/2014/main" id="{F7D1D48C-E521-865F-2EC1-FB743D542B7B}"/>
                </a:ext>
              </a:extLst>
            </p:cNvPr>
            <p:cNvSpPr/>
            <p:nvPr/>
          </p:nvSpPr>
          <p:spPr>
            <a:xfrm>
              <a:off x="4539181" y="8917779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1" name="pt1509">
              <a:extLst>
                <a:ext uri="{FF2B5EF4-FFF2-40B4-BE49-F238E27FC236}">
                  <a16:creationId xmlns:a16="http://schemas.microsoft.com/office/drawing/2014/main" id="{8A1FCCC0-F817-9C6D-84E1-1D4FBA7B5768}"/>
                </a:ext>
              </a:extLst>
            </p:cNvPr>
            <p:cNvSpPr/>
            <p:nvPr/>
          </p:nvSpPr>
          <p:spPr>
            <a:xfrm>
              <a:off x="8197134" y="7585362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2" name="pt1510">
              <a:extLst>
                <a:ext uri="{FF2B5EF4-FFF2-40B4-BE49-F238E27FC236}">
                  <a16:creationId xmlns:a16="http://schemas.microsoft.com/office/drawing/2014/main" id="{71E79653-E331-F3CF-16E2-5072A64D02D2}"/>
                </a:ext>
              </a:extLst>
            </p:cNvPr>
            <p:cNvSpPr/>
            <p:nvPr/>
          </p:nvSpPr>
          <p:spPr>
            <a:xfrm>
              <a:off x="3739901" y="8688247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3" name="pt1511">
              <a:extLst>
                <a:ext uri="{FF2B5EF4-FFF2-40B4-BE49-F238E27FC236}">
                  <a16:creationId xmlns:a16="http://schemas.microsoft.com/office/drawing/2014/main" id="{45796690-4939-C8CB-7F29-4D90D956247C}"/>
                </a:ext>
              </a:extLst>
            </p:cNvPr>
            <p:cNvSpPr/>
            <p:nvPr/>
          </p:nvSpPr>
          <p:spPr>
            <a:xfrm>
              <a:off x="11181678" y="3677531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4" name="pt1512">
              <a:extLst>
                <a:ext uri="{FF2B5EF4-FFF2-40B4-BE49-F238E27FC236}">
                  <a16:creationId xmlns:a16="http://schemas.microsoft.com/office/drawing/2014/main" id="{605FD39E-9FD8-1CDB-EE8B-19A832F99C5E}"/>
                </a:ext>
              </a:extLst>
            </p:cNvPr>
            <p:cNvSpPr/>
            <p:nvPr/>
          </p:nvSpPr>
          <p:spPr>
            <a:xfrm>
              <a:off x="11001847" y="4265044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5" name="pt1513">
              <a:extLst>
                <a:ext uri="{FF2B5EF4-FFF2-40B4-BE49-F238E27FC236}">
                  <a16:creationId xmlns:a16="http://schemas.microsoft.com/office/drawing/2014/main" id="{A7CDDE6B-B91C-2B1A-29F5-A58310F64BA0}"/>
                </a:ext>
              </a:extLst>
            </p:cNvPr>
            <p:cNvSpPr/>
            <p:nvPr/>
          </p:nvSpPr>
          <p:spPr>
            <a:xfrm>
              <a:off x="11006868" y="4244571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6" name="pt1514">
              <a:extLst>
                <a:ext uri="{FF2B5EF4-FFF2-40B4-BE49-F238E27FC236}">
                  <a16:creationId xmlns:a16="http://schemas.microsoft.com/office/drawing/2014/main" id="{A3B763C8-B583-28B5-CE4E-1E9072105EE3}"/>
                </a:ext>
              </a:extLst>
            </p:cNvPr>
            <p:cNvSpPr/>
            <p:nvPr/>
          </p:nvSpPr>
          <p:spPr>
            <a:xfrm>
              <a:off x="7686086" y="8462523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7" name="pt1515">
              <a:extLst>
                <a:ext uri="{FF2B5EF4-FFF2-40B4-BE49-F238E27FC236}">
                  <a16:creationId xmlns:a16="http://schemas.microsoft.com/office/drawing/2014/main" id="{5FDCE7CB-EF0C-F8A3-51E1-4CADD5AD0877}"/>
                </a:ext>
              </a:extLst>
            </p:cNvPr>
            <p:cNvSpPr/>
            <p:nvPr/>
          </p:nvSpPr>
          <p:spPr>
            <a:xfrm>
              <a:off x="5400400" y="8488031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8" name="pt1516">
              <a:extLst>
                <a:ext uri="{FF2B5EF4-FFF2-40B4-BE49-F238E27FC236}">
                  <a16:creationId xmlns:a16="http://schemas.microsoft.com/office/drawing/2014/main" id="{EBD40B35-C69A-4E41-087B-824F90B0F299}"/>
                </a:ext>
              </a:extLst>
            </p:cNvPr>
            <p:cNvSpPr/>
            <p:nvPr/>
          </p:nvSpPr>
          <p:spPr>
            <a:xfrm>
              <a:off x="11206578" y="3792100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9" name="pt1517">
              <a:extLst>
                <a:ext uri="{FF2B5EF4-FFF2-40B4-BE49-F238E27FC236}">
                  <a16:creationId xmlns:a16="http://schemas.microsoft.com/office/drawing/2014/main" id="{D5EF8143-FDA7-803A-2E19-7046416A90F7}"/>
                </a:ext>
              </a:extLst>
            </p:cNvPr>
            <p:cNvSpPr/>
            <p:nvPr/>
          </p:nvSpPr>
          <p:spPr>
            <a:xfrm>
              <a:off x="9852678" y="5187395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0" name="pt1518">
              <a:extLst>
                <a:ext uri="{FF2B5EF4-FFF2-40B4-BE49-F238E27FC236}">
                  <a16:creationId xmlns:a16="http://schemas.microsoft.com/office/drawing/2014/main" id="{C060FF08-0C79-7B9F-EE9E-EA60C6DB34C9}"/>
                </a:ext>
              </a:extLst>
            </p:cNvPr>
            <p:cNvSpPr/>
            <p:nvPr/>
          </p:nvSpPr>
          <p:spPr>
            <a:xfrm>
              <a:off x="9652096" y="5050403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1" name="pt1519">
              <a:extLst>
                <a:ext uri="{FF2B5EF4-FFF2-40B4-BE49-F238E27FC236}">
                  <a16:creationId xmlns:a16="http://schemas.microsoft.com/office/drawing/2014/main" id="{913772F2-4A9A-7924-AB5A-830A2D90CAB5}"/>
                </a:ext>
              </a:extLst>
            </p:cNvPr>
            <p:cNvSpPr/>
            <p:nvPr/>
          </p:nvSpPr>
          <p:spPr>
            <a:xfrm>
              <a:off x="12842648" y="3389703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2" name="pt1520">
              <a:extLst>
                <a:ext uri="{FF2B5EF4-FFF2-40B4-BE49-F238E27FC236}">
                  <a16:creationId xmlns:a16="http://schemas.microsoft.com/office/drawing/2014/main" id="{B5485B0B-F68F-C05F-C6F4-793BE59B6872}"/>
                </a:ext>
              </a:extLst>
            </p:cNvPr>
            <p:cNvSpPr/>
            <p:nvPr/>
          </p:nvSpPr>
          <p:spPr>
            <a:xfrm>
              <a:off x="12845900" y="3384023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3" name="pt1521">
              <a:extLst>
                <a:ext uri="{FF2B5EF4-FFF2-40B4-BE49-F238E27FC236}">
                  <a16:creationId xmlns:a16="http://schemas.microsoft.com/office/drawing/2014/main" id="{FC36A7F0-88FB-E086-B6AC-E1B3F26600C0}"/>
                </a:ext>
              </a:extLst>
            </p:cNvPr>
            <p:cNvSpPr/>
            <p:nvPr/>
          </p:nvSpPr>
          <p:spPr>
            <a:xfrm>
              <a:off x="3540571" y="8711007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4" name="pt1522">
              <a:extLst>
                <a:ext uri="{FF2B5EF4-FFF2-40B4-BE49-F238E27FC236}">
                  <a16:creationId xmlns:a16="http://schemas.microsoft.com/office/drawing/2014/main" id="{36E6FAA3-56EF-C9EC-C79F-CE7CE60FA09A}"/>
                </a:ext>
              </a:extLst>
            </p:cNvPr>
            <p:cNvSpPr/>
            <p:nvPr/>
          </p:nvSpPr>
          <p:spPr>
            <a:xfrm>
              <a:off x="9304743" y="5949800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5" name="pt1523">
              <a:extLst>
                <a:ext uri="{FF2B5EF4-FFF2-40B4-BE49-F238E27FC236}">
                  <a16:creationId xmlns:a16="http://schemas.microsoft.com/office/drawing/2014/main" id="{4AB13B6A-3C84-B3F6-6DB8-DBCB0C120E4F}"/>
                </a:ext>
              </a:extLst>
            </p:cNvPr>
            <p:cNvSpPr/>
            <p:nvPr/>
          </p:nvSpPr>
          <p:spPr>
            <a:xfrm>
              <a:off x="9280580" y="5917531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6" name="pt1524">
              <a:extLst>
                <a:ext uri="{FF2B5EF4-FFF2-40B4-BE49-F238E27FC236}">
                  <a16:creationId xmlns:a16="http://schemas.microsoft.com/office/drawing/2014/main" id="{7CBD72F5-F910-93A8-8F88-07687F5880E5}"/>
                </a:ext>
              </a:extLst>
            </p:cNvPr>
            <p:cNvSpPr/>
            <p:nvPr/>
          </p:nvSpPr>
          <p:spPr>
            <a:xfrm>
              <a:off x="9641192" y="6431544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7" name="pt1525">
              <a:extLst>
                <a:ext uri="{FF2B5EF4-FFF2-40B4-BE49-F238E27FC236}">
                  <a16:creationId xmlns:a16="http://schemas.microsoft.com/office/drawing/2014/main" id="{4B6BB0CD-FB6E-45C5-9159-4D22C2B1B893}"/>
                </a:ext>
              </a:extLst>
            </p:cNvPr>
            <p:cNvSpPr/>
            <p:nvPr/>
          </p:nvSpPr>
          <p:spPr>
            <a:xfrm>
              <a:off x="13846704" y="2504519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8" name="pt1526">
              <a:extLst>
                <a:ext uri="{FF2B5EF4-FFF2-40B4-BE49-F238E27FC236}">
                  <a16:creationId xmlns:a16="http://schemas.microsoft.com/office/drawing/2014/main" id="{F71D2992-E007-75D4-81FA-483FC07B3130}"/>
                </a:ext>
              </a:extLst>
            </p:cNvPr>
            <p:cNvSpPr/>
            <p:nvPr/>
          </p:nvSpPr>
          <p:spPr>
            <a:xfrm>
              <a:off x="9167274" y="5466835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9" name="pt1527">
              <a:extLst>
                <a:ext uri="{FF2B5EF4-FFF2-40B4-BE49-F238E27FC236}">
                  <a16:creationId xmlns:a16="http://schemas.microsoft.com/office/drawing/2014/main" id="{0E718EF4-7E58-39A9-47ED-FCF1219B5046}"/>
                </a:ext>
              </a:extLst>
            </p:cNvPr>
            <p:cNvSpPr/>
            <p:nvPr/>
          </p:nvSpPr>
          <p:spPr>
            <a:xfrm>
              <a:off x="11639853" y="3309268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0" name="pt1528">
              <a:extLst>
                <a:ext uri="{FF2B5EF4-FFF2-40B4-BE49-F238E27FC236}">
                  <a16:creationId xmlns:a16="http://schemas.microsoft.com/office/drawing/2014/main" id="{FEF67933-9083-3BC8-A7E0-8504944A656E}"/>
                </a:ext>
              </a:extLst>
            </p:cNvPr>
            <p:cNvSpPr/>
            <p:nvPr/>
          </p:nvSpPr>
          <p:spPr>
            <a:xfrm>
              <a:off x="11512554" y="3382544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1" name="pt1529">
              <a:extLst>
                <a:ext uri="{FF2B5EF4-FFF2-40B4-BE49-F238E27FC236}">
                  <a16:creationId xmlns:a16="http://schemas.microsoft.com/office/drawing/2014/main" id="{6060710B-B745-82A3-87AD-5394702C33C3}"/>
                </a:ext>
              </a:extLst>
            </p:cNvPr>
            <p:cNvSpPr/>
            <p:nvPr/>
          </p:nvSpPr>
          <p:spPr>
            <a:xfrm>
              <a:off x="8872698" y="7058856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2" name="pt1530">
              <a:extLst>
                <a:ext uri="{FF2B5EF4-FFF2-40B4-BE49-F238E27FC236}">
                  <a16:creationId xmlns:a16="http://schemas.microsoft.com/office/drawing/2014/main" id="{E9C24488-E186-F599-6863-9A3C31C9866E}"/>
                </a:ext>
              </a:extLst>
            </p:cNvPr>
            <p:cNvSpPr/>
            <p:nvPr/>
          </p:nvSpPr>
          <p:spPr>
            <a:xfrm>
              <a:off x="8846724" y="7127724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3" name="pt1531">
              <a:extLst>
                <a:ext uri="{FF2B5EF4-FFF2-40B4-BE49-F238E27FC236}">
                  <a16:creationId xmlns:a16="http://schemas.microsoft.com/office/drawing/2014/main" id="{02A2A583-32EC-FC5E-60D5-BC89E8A2A199}"/>
                </a:ext>
              </a:extLst>
            </p:cNvPr>
            <p:cNvSpPr/>
            <p:nvPr/>
          </p:nvSpPr>
          <p:spPr>
            <a:xfrm>
              <a:off x="10409742" y="4401067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4" name="pt1532">
              <a:extLst>
                <a:ext uri="{FF2B5EF4-FFF2-40B4-BE49-F238E27FC236}">
                  <a16:creationId xmlns:a16="http://schemas.microsoft.com/office/drawing/2014/main" id="{68C6DE1C-40B0-A383-B7CC-840426C3E6A1}"/>
                </a:ext>
              </a:extLst>
            </p:cNvPr>
            <p:cNvSpPr/>
            <p:nvPr/>
          </p:nvSpPr>
          <p:spPr>
            <a:xfrm>
              <a:off x="6429193" y="8747382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5" name="pt1533">
              <a:extLst>
                <a:ext uri="{FF2B5EF4-FFF2-40B4-BE49-F238E27FC236}">
                  <a16:creationId xmlns:a16="http://schemas.microsoft.com/office/drawing/2014/main" id="{FDA40152-3FDA-DE06-68AB-7DAFCAFC7428}"/>
                </a:ext>
              </a:extLst>
            </p:cNvPr>
            <p:cNvSpPr/>
            <p:nvPr/>
          </p:nvSpPr>
          <p:spPr>
            <a:xfrm>
              <a:off x="6572484" y="8744889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6" name="pt1534">
              <a:extLst>
                <a:ext uri="{FF2B5EF4-FFF2-40B4-BE49-F238E27FC236}">
                  <a16:creationId xmlns:a16="http://schemas.microsoft.com/office/drawing/2014/main" id="{E78D6490-5893-DE9C-1FBE-E6CE9D638068}"/>
                </a:ext>
              </a:extLst>
            </p:cNvPr>
            <p:cNvSpPr/>
            <p:nvPr/>
          </p:nvSpPr>
          <p:spPr>
            <a:xfrm>
              <a:off x="10625503" y="4353438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7" name="rc1535">
              <a:extLst>
                <a:ext uri="{FF2B5EF4-FFF2-40B4-BE49-F238E27FC236}">
                  <a16:creationId xmlns:a16="http://schemas.microsoft.com/office/drawing/2014/main" id="{09728A25-C438-2120-E659-095AC58124A7}"/>
                </a:ext>
              </a:extLst>
            </p:cNvPr>
            <p:cNvSpPr/>
            <p:nvPr/>
          </p:nvSpPr>
          <p:spPr>
            <a:xfrm>
              <a:off x="2072011" y="9378493"/>
              <a:ext cx="380069" cy="346692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8" name="rc1536">
              <a:extLst>
                <a:ext uri="{FF2B5EF4-FFF2-40B4-BE49-F238E27FC236}">
                  <a16:creationId xmlns:a16="http://schemas.microsoft.com/office/drawing/2014/main" id="{A1AB3250-CBE2-9E18-256D-6B5AEB0A5FB3}"/>
                </a:ext>
              </a:extLst>
            </p:cNvPr>
            <p:cNvSpPr/>
            <p:nvPr/>
          </p:nvSpPr>
          <p:spPr>
            <a:xfrm>
              <a:off x="4560341" y="8566494"/>
              <a:ext cx="380069" cy="346692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9" name="rc1537">
              <a:extLst>
                <a:ext uri="{FF2B5EF4-FFF2-40B4-BE49-F238E27FC236}">
                  <a16:creationId xmlns:a16="http://schemas.microsoft.com/office/drawing/2014/main" id="{D6FA1F47-37EC-A61F-E12B-C5BF6BF75AEF}"/>
                </a:ext>
              </a:extLst>
            </p:cNvPr>
            <p:cNvSpPr/>
            <p:nvPr/>
          </p:nvSpPr>
          <p:spPr>
            <a:xfrm>
              <a:off x="7308565" y="8484348"/>
              <a:ext cx="380069" cy="346692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0" name="rc1538">
              <a:extLst>
                <a:ext uri="{FF2B5EF4-FFF2-40B4-BE49-F238E27FC236}">
                  <a16:creationId xmlns:a16="http://schemas.microsoft.com/office/drawing/2014/main" id="{C6677BD2-0B41-105B-49A3-3E69823C340B}"/>
                </a:ext>
              </a:extLst>
            </p:cNvPr>
            <p:cNvSpPr/>
            <p:nvPr/>
          </p:nvSpPr>
          <p:spPr>
            <a:xfrm>
              <a:off x="9254671" y="5916220"/>
              <a:ext cx="380069" cy="346692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1" name="rc1539">
              <a:extLst>
                <a:ext uri="{FF2B5EF4-FFF2-40B4-BE49-F238E27FC236}">
                  <a16:creationId xmlns:a16="http://schemas.microsoft.com/office/drawing/2014/main" id="{74206AB3-2F98-9737-046A-B72746398BB5}"/>
                </a:ext>
              </a:extLst>
            </p:cNvPr>
            <p:cNvSpPr/>
            <p:nvPr/>
          </p:nvSpPr>
          <p:spPr>
            <a:xfrm>
              <a:off x="9362649" y="5624389"/>
              <a:ext cx="380069" cy="346692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2" name="rc1540">
              <a:extLst>
                <a:ext uri="{FF2B5EF4-FFF2-40B4-BE49-F238E27FC236}">
                  <a16:creationId xmlns:a16="http://schemas.microsoft.com/office/drawing/2014/main" id="{C9A26ED0-82B3-4EB9-48E5-CCD3A7993B2F}"/>
                </a:ext>
              </a:extLst>
            </p:cNvPr>
            <p:cNvSpPr/>
            <p:nvPr/>
          </p:nvSpPr>
          <p:spPr>
            <a:xfrm>
              <a:off x="9350202" y="5902457"/>
              <a:ext cx="380069" cy="346692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3" name="rc1541">
              <a:extLst>
                <a:ext uri="{FF2B5EF4-FFF2-40B4-BE49-F238E27FC236}">
                  <a16:creationId xmlns:a16="http://schemas.microsoft.com/office/drawing/2014/main" id="{36338410-9625-EF9E-2E08-6AADBD93F142}"/>
                </a:ext>
              </a:extLst>
            </p:cNvPr>
            <p:cNvSpPr/>
            <p:nvPr/>
          </p:nvSpPr>
          <p:spPr>
            <a:xfrm>
              <a:off x="10836957" y="3700294"/>
              <a:ext cx="380069" cy="346692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4" name="rc1542">
              <a:extLst>
                <a:ext uri="{FF2B5EF4-FFF2-40B4-BE49-F238E27FC236}">
                  <a16:creationId xmlns:a16="http://schemas.microsoft.com/office/drawing/2014/main" id="{04BC1D4E-3BB5-4F42-F2A2-62FF77294AEF}"/>
                </a:ext>
              </a:extLst>
            </p:cNvPr>
            <p:cNvSpPr/>
            <p:nvPr/>
          </p:nvSpPr>
          <p:spPr>
            <a:xfrm>
              <a:off x="11145018" y="3346138"/>
              <a:ext cx="380069" cy="346692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5" name="pl1543">
              <a:extLst>
                <a:ext uri="{FF2B5EF4-FFF2-40B4-BE49-F238E27FC236}">
                  <a16:creationId xmlns:a16="http://schemas.microsoft.com/office/drawing/2014/main" id="{D3EE1CF4-59C7-9247-41AA-84C7B41570FC}"/>
                </a:ext>
              </a:extLst>
            </p:cNvPr>
            <p:cNvSpPr/>
            <p:nvPr/>
          </p:nvSpPr>
          <p:spPr>
            <a:xfrm flipH="1">
              <a:off x="2288035" y="8954109"/>
              <a:ext cx="365042" cy="561856"/>
            </a:xfrm>
            <a:custGeom>
              <a:avLst/>
              <a:gdLst/>
              <a:ahLst/>
              <a:cxnLst/>
              <a:rect l="0" t="0" r="0" b="0"/>
              <a:pathLst>
                <a:path w="3674" h="207552">
                  <a:moveTo>
                    <a:pt x="0" y="0"/>
                  </a:moveTo>
                  <a:lnTo>
                    <a:pt x="3674" y="20755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6" name="pl1544">
              <a:extLst>
                <a:ext uri="{FF2B5EF4-FFF2-40B4-BE49-F238E27FC236}">
                  <a16:creationId xmlns:a16="http://schemas.microsoft.com/office/drawing/2014/main" id="{1A67DC37-9D00-402B-E65C-59C04579CCF6}"/>
                </a:ext>
              </a:extLst>
            </p:cNvPr>
            <p:cNvSpPr/>
            <p:nvPr/>
          </p:nvSpPr>
          <p:spPr>
            <a:xfrm>
              <a:off x="4365037" y="8186953"/>
              <a:ext cx="348381" cy="486224"/>
            </a:xfrm>
            <a:custGeom>
              <a:avLst/>
              <a:gdLst/>
              <a:ahLst/>
              <a:cxnLst/>
              <a:rect l="0" t="0" r="0" b="0"/>
              <a:pathLst>
                <a:path w="125021" h="328267">
                  <a:moveTo>
                    <a:pt x="0" y="0"/>
                  </a:moveTo>
                  <a:lnTo>
                    <a:pt x="125021" y="32826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7" name="pl1545">
              <a:extLst>
                <a:ext uri="{FF2B5EF4-FFF2-40B4-BE49-F238E27FC236}">
                  <a16:creationId xmlns:a16="http://schemas.microsoft.com/office/drawing/2014/main" id="{E1881B32-E709-77C9-4ADC-215CFABE1686}"/>
                </a:ext>
              </a:extLst>
            </p:cNvPr>
            <p:cNvSpPr/>
            <p:nvPr/>
          </p:nvSpPr>
          <p:spPr>
            <a:xfrm>
              <a:off x="7359579" y="7969124"/>
              <a:ext cx="185041" cy="657582"/>
            </a:xfrm>
            <a:custGeom>
              <a:avLst/>
              <a:gdLst/>
              <a:ahLst/>
              <a:cxnLst/>
              <a:rect l="0" t="0" r="0" b="0"/>
              <a:pathLst>
                <a:path w="173779" h="242905">
                  <a:moveTo>
                    <a:pt x="0" y="0"/>
                  </a:moveTo>
                  <a:lnTo>
                    <a:pt x="173779" y="24290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8" name="pl1546">
              <a:extLst>
                <a:ext uri="{FF2B5EF4-FFF2-40B4-BE49-F238E27FC236}">
                  <a16:creationId xmlns:a16="http://schemas.microsoft.com/office/drawing/2014/main" id="{F60BEB96-3454-06D8-8C4C-9516DAB9BF60}"/>
                </a:ext>
              </a:extLst>
            </p:cNvPr>
            <p:cNvSpPr/>
            <p:nvPr/>
          </p:nvSpPr>
          <p:spPr>
            <a:xfrm>
              <a:off x="10587939" y="3559918"/>
              <a:ext cx="388866" cy="278342"/>
            </a:xfrm>
            <a:custGeom>
              <a:avLst/>
              <a:gdLst/>
              <a:ahLst/>
              <a:cxnLst/>
              <a:rect l="0" t="0" r="0" b="0"/>
              <a:pathLst>
                <a:path w="40372" h="199621">
                  <a:moveTo>
                    <a:pt x="0" y="0"/>
                  </a:moveTo>
                  <a:lnTo>
                    <a:pt x="40372" y="199621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9" name="pl1547">
              <a:extLst>
                <a:ext uri="{FF2B5EF4-FFF2-40B4-BE49-F238E27FC236}">
                  <a16:creationId xmlns:a16="http://schemas.microsoft.com/office/drawing/2014/main" id="{32F6D131-CF3C-3126-EFB3-B996C8D147B0}"/>
                </a:ext>
              </a:extLst>
            </p:cNvPr>
            <p:cNvSpPr/>
            <p:nvPr/>
          </p:nvSpPr>
          <p:spPr>
            <a:xfrm flipH="1">
              <a:off x="11375450" y="2692924"/>
              <a:ext cx="127161" cy="866994"/>
            </a:xfrm>
            <a:custGeom>
              <a:avLst/>
              <a:gdLst/>
              <a:ahLst/>
              <a:cxnLst/>
              <a:rect l="0" t="0" r="0" b="0"/>
              <a:pathLst>
                <a:path w="111659" h="292673">
                  <a:moveTo>
                    <a:pt x="0" y="0"/>
                  </a:moveTo>
                  <a:lnTo>
                    <a:pt x="111659" y="29267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70" name="pg1548">
              <a:extLst>
                <a:ext uri="{FF2B5EF4-FFF2-40B4-BE49-F238E27FC236}">
                  <a16:creationId xmlns:a16="http://schemas.microsoft.com/office/drawing/2014/main" id="{CE2B6E13-87DA-3E04-685F-34F38C328F54}"/>
                </a:ext>
              </a:extLst>
            </p:cNvPr>
            <p:cNvSpPr/>
            <p:nvPr/>
          </p:nvSpPr>
          <p:spPr>
            <a:xfrm>
              <a:off x="1870706" y="8434520"/>
              <a:ext cx="1564740" cy="519589"/>
            </a:xfrm>
            <a:custGeom>
              <a:avLst/>
              <a:gdLst/>
              <a:ahLst/>
              <a:cxnLst/>
              <a:rect l="0" t="0" r="0" b="0"/>
              <a:pathLst>
                <a:path w="527243" h="191932">
                  <a:moveTo>
                    <a:pt x="27432" y="191932"/>
                  </a:moveTo>
                  <a:lnTo>
                    <a:pt x="499811" y="191932"/>
                  </a:lnTo>
                  <a:lnTo>
                    <a:pt x="498706" y="191910"/>
                  </a:lnTo>
                  <a:lnTo>
                    <a:pt x="503117" y="191732"/>
                  </a:lnTo>
                  <a:lnTo>
                    <a:pt x="507443" y="190849"/>
                  </a:lnTo>
                  <a:lnTo>
                    <a:pt x="511570" y="189284"/>
                  </a:lnTo>
                  <a:lnTo>
                    <a:pt x="515394" y="187076"/>
                  </a:lnTo>
                  <a:lnTo>
                    <a:pt x="518813" y="184284"/>
                  </a:lnTo>
                  <a:lnTo>
                    <a:pt x="521741" y="180980"/>
                  </a:lnTo>
                  <a:lnTo>
                    <a:pt x="524100" y="177248"/>
                  </a:lnTo>
                  <a:lnTo>
                    <a:pt x="525831" y="173187"/>
                  </a:lnTo>
                  <a:lnTo>
                    <a:pt x="526887" y="168900"/>
                  </a:lnTo>
                  <a:lnTo>
                    <a:pt x="527243" y="164500"/>
                  </a:lnTo>
                  <a:lnTo>
                    <a:pt x="527243" y="27432"/>
                  </a:lnTo>
                  <a:lnTo>
                    <a:pt x="526887" y="23031"/>
                  </a:lnTo>
                  <a:lnTo>
                    <a:pt x="525831" y="18745"/>
                  </a:lnTo>
                  <a:lnTo>
                    <a:pt x="524100" y="14683"/>
                  </a:lnTo>
                  <a:lnTo>
                    <a:pt x="521741" y="10952"/>
                  </a:lnTo>
                  <a:lnTo>
                    <a:pt x="518813" y="7647"/>
                  </a:lnTo>
                  <a:lnTo>
                    <a:pt x="515394" y="4855"/>
                  </a:lnTo>
                  <a:lnTo>
                    <a:pt x="511570" y="2648"/>
                  </a:lnTo>
                  <a:lnTo>
                    <a:pt x="507443" y="1083"/>
                  </a:lnTo>
                  <a:lnTo>
                    <a:pt x="503117" y="200"/>
                  </a:lnTo>
                  <a:lnTo>
                    <a:pt x="499811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6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71" name="tx1549">
              <a:extLst>
                <a:ext uri="{FF2B5EF4-FFF2-40B4-BE49-F238E27FC236}">
                  <a16:creationId xmlns:a16="http://schemas.microsoft.com/office/drawing/2014/main" id="{076DD8DF-FC58-1CDF-8CB3-17ECBF7D56DC}"/>
                </a:ext>
              </a:extLst>
            </p:cNvPr>
            <p:cNvSpPr/>
            <p:nvPr/>
          </p:nvSpPr>
          <p:spPr>
            <a:xfrm>
              <a:off x="2006393" y="8622869"/>
              <a:ext cx="1293367" cy="2720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5"/>
                </a:lnSpc>
              </a:pPr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W1-TX</a:t>
              </a:r>
            </a:p>
          </p:txBody>
        </p:sp>
        <p:sp>
          <p:nvSpPr>
            <p:cNvPr id="3172" name="pg1550">
              <a:extLst>
                <a:ext uri="{FF2B5EF4-FFF2-40B4-BE49-F238E27FC236}">
                  <a16:creationId xmlns:a16="http://schemas.microsoft.com/office/drawing/2014/main" id="{1111501A-0669-F3D4-6F5F-E3751DA4480E}"/>
                </a:ext>
              </a:extLst>
            </p:cNvPr>
            <p:cNvSpPr/>
            <p:nvPr/>
          </p:nvSpPr>
          <p:spPr>
            <a:xfrm>
              <a:off x="3574103" y="7667362"/>
              <a:ext cx="1541944" cy="519589"/>
            </a:xfrm>
            <a:custGeom>
              <a:avLst/>
              <a:gdLst/>
              <a:ahLst/>
              <a:cxnLst/>
              <a:rect l="0" t="0" r="0" b="0"/>
              <a:pathLst>
                <a:path w="519562" h="191932">
                  <a:moveTo>
                    <a:pt x="27431" y="191932"/>
                  </a:moveTo>
                  <a:lnTo>
                    <a:pt x="492130" y="191932"/>
                  </a:lnTo>
                  <a:lnTo>
                    <a:pt x="491025" y="191910"/>
                  </a:lnTo>
                  <a:lnTo>
                    <a:pt x="495436" y="191732"/>
                  </a:lnTo>
                  <a:lnTo>
                    <a:pt x="499762" y="190849"/>
                  </a:lnTo>
                  <a:lnTo>
                    <a:pt x="503889" y="189284"/>
                  </a:lnTo>
                  <a:lnTo>
                    <a:pt x="507713" y="187076"/>
                  </a:lnTo>
                  <a:lnTo>
                    <a:pt x="511132" y="184284"/>
                  </a:lnTo>
                  <a:lnTo>
                    <a:pt x="514060" y="180980"/>
                  </a:lnTo>
                  <a:lnTo>
                    <a:pt x="516419" y="177248"/>
                  </a:lnTo>
                  <a:lnTo>
                    <a:pt x="518150" y="173187"/>
                  </a:lnTo>
                  <a:lnTo>
                    <a:pt x="519206" y="168900"/>
                  </a:lnTo>
                  <a:lnTo>
                    <a:pt x="519562" y="164500"/>
                  </a:lnTo>
                  <a:lnTo>
                    <a:pt x="519562" y="27431"/>
                  </a:lnTo>
                  <a:lnTo>
                    <a:pt x="519206" y="23031"/>
                  </a:lnTo>
                  <a:lnTo>
                    <a:pt x="518150" y="18745"/>
                  </a:lnTo>
                  <a:lnTo>
                    <a:pt x="516419" y="14683"/>
                  </a:lnTo>
                  <a:lnTo>
                    <a:pt x="514060" y="10952"/>
                  </a:lnTo>
                  <a:lnTo>
                    <a:pt x="511132" y="7647"/>
                  </a:lnTo>
                  <a:lnTo>
                    <a:pt x="507713" y="4855"/>
                  </a:lnTo>
                  <a:lnTo>
                    <a:pt x="503889" y="2648"/>
                  </a:lnTo>
                  <a:lnTo>
                    <a:pt x="499762" y="1083"/>
                  </a:lnTo>
                  <a:lnTo>
                    <a:pt x="495436" y="200"/>
                  </a:lnTo>
                  <a:lnTo>
                    <a:pt x="49213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6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73" name="tx1551">
              <a:extLst>
                <a:ext uri="{FF2B5EF4-FFF2-40B4-BE49-F238E27FC236}">
                  <a16:creationId xmlns:a16="http://schemas.microsoft.com/office/drawing/2014/main" id="{115833B9-D252-32A9-67DE-0A8B440BFED2}"/>
                </a:ext>
              </a:extLst>
            </p:cNvPr>
            <p:cNvSpPr/>
            <p:nvPr/>
          </p:nvSpPr>
          <p:spPr>
            <a:xfrm>
              <a:off x="3709790" y="7834655"/>
              <a:ext cx="1270570" cy="2720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5"/>
                </a:lnSpc>
              </a:pPr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W2-LA</a:t>
              </a:r>
            </a:p>
          </p:txBody>
        </p:sp>
        <p:sp>
          <p:nvSpPr>
            <p:cNvPr id="3174" name="pg1552">
              <a:extLst>
                <a:ext uri="{FF2B5EF4-FFF2-40B4-BE49-F238E27FC236}">
                  <a16:creationId xmlns:a16="http://schemas.microsoft.com/office/drawing/2014/main" id="{0318ACCA-FC93-DC9D-1ED6-95D6E091F08D}"/>
                </a:ext>
              </a:extLst>
            </p:cNvPr>
            <p:cNvSpPr/>
            <p:nvPr/>
          </p:nvSpPr>
          <p:spPr>
            <a:xfrm>
              <a:off x="6476055" y="7449534"/>
              <a:ext cx="1518605" cy="519589"/>
            </a:xfrm>
            <a:custGeom>
              <a:avLst/>
              <a:gdLst/>
              <a:ahLst/>
              <a:cxnLst/>
              <a:rect l="0" t="0" r="0" b="0"/>
              <a:pathLst>
                <a:path w="511698" h="191932">
                  <a:moveTo>
                    <a:pt x="27432" y="191932"/>
                  </a:moveTo>
                  <a:lnTo>
                    <a:pt x="484266" y="191932"/>
                  </a:lnTo>
                  <a:lnTo>
                    <a:pt x="483161" y="191910"/>
                  </a:lnTo>
                  <a:lnTo>
                    <a:pt x="487572" y="191732"/>
                  </a:lnTo>
                  <a:lnTo>
                    <a:pt x="491898" y="190849"/>
                  </a:lnTo>
                  <a:lnTo>
                    <a:pt x="496026" y="189284"/>
                  </a:lnTo>
                  <a:lnTo>
                    <a:pt x="499849" y="187076"/>
                  </a:lnTo>
                  <a:lnTo>
                    <a:pt x="503269" y="184284"/>
                  </a:lnTo>
                  <a:lnTo>
                    <a:pt x="506196" y="180980"/>
                  </a:lnTo>
                  <a:lnTo>
                    <a:pt x="508556" y="177248"/>
                  </a:lnTo>
                  <a:lnTo>
                    <a:pt x="510286" y="173187"/>
                  </a:lnTo>
                  <a:lnTo>
                    <a:pt x="511343" y="168900"/>
                  </a:lnTo>
                  <a:lnTo>
                    <a:pt x="511698" y="164500"/>
                  </a:lnTo>
                  <a:lnTo>
                    <a:pt x="511698" y="27432"/>
                  </a:lnTo>
                  <a:lnTo>
                    <a:pt x="511343" y="23031"/>
                  </a:lnTo>
                  <a:lnTo>
                    <a:pt x="510286" y="18745"/>
                  </a:lnTo>
                  <a:lnTo>
                    <a:pt x="508556" y="14683"/>
                  </a:lnTo>
                  <a:lnTo>
                    <a:pt x="506196" y="10952"/>
                  </a:lnTo>
                  <a:lnTo>
                    <a:pt x="503269" y="7647"/>
                  </a:lnTo>
                  <a:lnTo>
                    <a:pt x="499849" y="4855"/>
                  </a:lnTo>
                  <a:lnTo>
                    <a:pt x="496026" y="2648"/>
                  </a:lnTo>
                  <a:lnTo>
                    <a:pt x="491898" y="1083"/>
                  </a:lnTo>
                  <a:lnTo>
                    <a:pt x="487572" y="200"/>
                  </a:lnTo>
                  <a:lnTo>
                    <a:pt x="484266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5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75" name="tx1553">
              <a:extLst>
                <a:ext uri="{FF2B5EF4-FFF2-40B4-BE49-F238E27FC236}">
                  <a16:creationId xmlns:a16="http://schemas.microsoft.com/office/drawing/2014/main" id="{50B8F275-9868-473A-669B-564210052353}"/>
                </a:ext>
              </a:extLst>
            </p:cNvPr>
            <p:cNvSpPr/>
            <p:nvPr/>
          </p:nvSpPr>
          <p:spPr>
            <a:xfrm>
              <a:off x="6611741" y="7637604"/>
              <a:ext cx="1247232" cy="2720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5"/>
                </a:lnSpc>
              </a:pPr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W3-FL</a:t>
              </a:r>
            </a:p>
          </p:txBody>
        </p:sp>
        <p:sp>
          <p:nvSpPr>
            <p:cNvPr id="3178" name="pg1556">
              <a:extLst>
                <a:ext uri="{FF2B5EF4-FFF2-40B4-BE49-F238E27FC236}">
                  <a16:creationId xmlns:a16="http://schemas.microsoft.com/office/drawing/2014/main" id="{FF45FAB7-8920-0F53-CED3-2B8ADB087E66}"/>
                </a:ext>
              </a:extLst>
            </p:cNvPr>
            <p:cNvSpPr/>
            <p:nvPr/>
          </p:nvSpPr>
          <p:spPr>
            <a:xfrm>
              <a:off x="10656130" y="2173335"/>
              <a:ext cx="1657005" cy="519589"/>
            </a:xfrm>
            <a:custGeom>
              <a:avLst/>
              <a:gdLst/>
              <a:ahLst/>
              <a:cxnLst/>
              <a:rect l="0" t="0" r="0" b="0"/>
              <a:pathLst>
                <a:path w="558332" h="191932">
                  <a:moveTo>
                    <a:pt x="27432" y="191932"/>
                  </a:moveTo>
                  <a:lnTo>
                    <a:pt x="530900" y="191932"/>
                  </a:lnTo>
                  <a:lnTo>
                    <a:pt x="529796" y="191910"/>
                  </a:lnTo>
                  <a:lnTo>
                    <a:pt x="534207" y="191732"/>
                  </a:lnTo>
                  <a:lnTo>
                    <a:pt x="538532" y="190849"/>
                  </a:lnTo>
                  <a:lnTo>
                    <a:pt x="542660" y="189284"/>
                  </a:lnTo>
                  <a:lnTo>
                    <a:pt x="546483" y="187076"/>
                  </a:lnTo>
                  <a:lnTo>
                    <a:pt x="549903" y="184284"/>
                  </a:lnTo>
                  <a:lnTo>
                    <a:pt x="552830" y="180980"/>
                  </a:lnTo>
                  <a:lnTo>
                    <a:pt x="555190" y="177248"/>
                  </a:lnTo>
                  <a:lnTo>
                    <a:pt x="556920" y="173187"/>
                  </a:lnTo>
                  <a:lnTo>
                    <a:pt x="557977" y="168900"/>
                  </a:lnTo>
                  <a:lnTo>
                    <a:pt x="558332" y="164500"/>
                  </a:lnTo>
                  <a:lnTo>
                    <a:pt x="558332" y="27431"/>
                  </a:lnTo>
                  <a:lnTo>
                    <a:pt x="557977" y="23031"/>
                  </a:lnTo>
                  <a:lnTo>
                    <a:pt x="556920" y="18745"/>
                  </a:lnTo>
                  <a:lnTo>
                    <a:pt x="555190" y="14683"/>
                  </a:lnTo>
                  <a:lnTo>
                    <a:pt x="552830" y="10952"/>
                  </a:lnTo>
                  <a:lnTo>
                    <a:pt x="549903" y="7647"/>
                  </a:lnTo>
                  <a:lnTo>
                    <a:pt x="546483" y="4855"/>
                  </a:lnTo>
                  <a:lnTo>
                    <a:pt x="542660" y="2648"/>
                  </a:lnTo>
                  <a:lnTo>
                    <a:pt x="538532" y="1083"/>
                  </a:lnTo>
                  <a:lnTo>
                    <a:pt x="534207" y="200"/>
                  </a:lnTo>
                  <a:lnTo>
                    <a:pt x="530900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6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79" name="tx1557">
              <a:extLst>
                <a:ext uri="{FF2B5EF4-FFF2-40B4-BE49-F238E27FC236}">
                  <a16:creationId xmlns:a16="http://schemas.microsoft.com/office/drawing/2014/main" id="{94B753E1-4DDD-187A-5F2C-4D88E06CD8EF}"/>
                </a:ext>
              </a:extLst>
            </p:cNvPr>
            <p:cNvSpPr/>
            <p:nvPr/>
          </p:nvSpPr>
          <p:spPr>
            <a:xfrm>
              <a:off x="10791817" y="2382854"/>
              <a:ext cx="1385631" cy="2720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5"/>
                </a:lnSpc>
              </a:pPr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W6-ME</a:t>
              </a:r>
            </a:p>
          </p:txBody>
        </p:sp>
        <p:sp>
          <p:nvSpPr>
            <p:cNvPr id="3180" name="pl1558">
              <a:extLst>
                <a:ext uri="{FF2B5EF4-FFF2-40B4-BE49-F238E27FC236}">
                  <a16:creationId xmlns:a16="http://schemas.microsoft.com/office/drawing/2014/main" id="{9D90F9D0-652A-B347-91C5-43BBE4EF296D}"/>
                </a:ext>
              </a:extLst>
            </p:cNvPr>
            <p:cNvSpPr/>
            <p:nvPr/>
          </p:nvSpPr>
          <p:spPr>
            <a:xfrm>
              <a:off x="1735019" y="1238081"/>
              <a:ext cx="0" cy="9863052"/>
            </a:xfrm>
            <a:custGeom>
              <a:avLst/>
              <a:gdLst/>
              <a:ahLst/>
              <a:cxnLst/>
              <a:rect l="0" t="0" r="0" b="0"/>
              <a:pathLst>
                <a:path h="3643333">
                  <a:moveTo>
                    <a:pt x="0" y="3643333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81" name="tx1559">
              <a:extLst>
                <a:ext uri="{FF2B5EF4-FFF2-40B4-BE49-F238E27FC236}">
                  <a16:creationId xmlns:a16="http://schemas.microsoft.com/office/drawing/2014/main" id="{B9B9ED36-0E57-0338-1655-5A339AED7F6B}"/>
                </a:ext>
              </a:extLst>
            </p:cNvPr>
            <p:cNvSpPr/>
            <p:nvPr/>
          </p:nvSpPr>
          <p:spPr>
            <a:xfrm>
              <a:off x="808029" y="10610766"/>
              <a:ext cx="369067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182" name="tx1560">
              <a:extLst>
                <a:ext uri="{FF2B5EF4-FFF2-40B4-BE49-F238E27FC236}">
                  <a16:creationId xmlns:a16="http://schemas.microsoft.com/office/drawing/2014/main" id="{105C026A-A017-D82A-9EFD-C93D19B49EC0}"/>
                </a:ext>
              </a:extLst>
            </p:cNvPr>
            <p:cNvSpPr/>
            <p:nvPr/>
          </p:nvSpPr>
          <p:spPr>
            <a:xfrm>
              <a:off x="1177095" y="10561008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183" name="tx1561">
              <a:extLst>
                <a:ext uri="{FF2B5EF4-FFF2-40B4-BE49-F238E27FC236}">
                  <a16:creationId xmlns:a16="http://schemas.microsoft.com/office/drawing/2014/main" id="{81D0B008-41C4-EC47-E383-3138BFD7177D}"/>
                </a:ext>
              </a:extLst>
            </p:cNvPr>
            <p:cNvSpPr/>
            <p:nvPr/>
          </p:nvSpPr>
          <p:spPr>
            <a:xfrm>
              <a:off x="1309796" y="10610766"/>
              <a:ext cx="239351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3184" name="tx1562">
              <a:extLst>
                <a:ext uri="{FF2B5EF4-FFF2-40B4-BE49-F238E27FC236}">
                  <a16:creationId xmlns:a16="http://schemas.microsoft.com/office/drawing/2014/main" id="{2247D51E-43FD-E5A1-71D1-59C053BDBF05}"/>
                </a:ext>
              </a:extLst>
            </p:cNvPr>
            <p:cNvSpPr/>
            <p:nvPr/>
          </p:nvSpPr>
          <p:spPr>
            <a:xfrm>
              <a:off x="808029" y="8713775"/>
              <a:ext cx="369067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3185" name="tx1563">
              <a:extLst>
                <a:ext uri="{FF2B5EF4-FFF2-40B4-BE49-F238E27FC236}">
                  <a16:creationId xmlns:a16="http://schemas.microsoft.com/office/drawing/2014/main" id="{0B72E513-D672-2960-08AD-67008E604A17}"/>
                </a:ext>
              </a:extLst>
            </p:cNvPr>
            <p:cNvSpPr/>
            <p:nvPr/>
          </p:nvSpPr>
          <p:spPr>
            <a:xfrm>
              <a:off x="1177095" y="8664021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186" name="tx1564">
              <a:extLst>
                <a:ext uri="{FF2B5EF4-FFF2-40B4-BE49-F238E27FC236}">
                  <a16:creationId xmlns:a16="http://schemas.microsoft.com/office/drawing/2014/main" id="{A4CA83BD-411F-D403-DD5C-2F0D84E53AAA}"/>
                </a:ext>
              </a:extLst>
            </p:cNvPr>
            <p:cNvSpPr/>
            <p:nvPr/>
          </p:nvSpPr>
          <p:spPr>
            <a:xfrm>
              <a:off x="1309796" y="8713775"/>
              <a:ext cx="239351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3187" name="tx1565">
              <a:extLst>
                <a:ext uri="{FF2B5EF4-FFF2-40B4-BE49-F238E27FC236}">
                  <a16:creationId xmlns:a16="http://schemas.microsoft.com/office/drawing/2014/main" id="{CD508D1D-A531-F6DF-3EF2-70ECE88A4CDF}"/>
                </a:ext>
              </a:extLst>
            </p:cNvPr>
            <p:cNvSpPr/>
            <p:nvPr/>
          </p:nvSpPr>
          <p:spPr>
            <a:xfrm>
              <a:off x="808029" y="6817035"/>
              <a:ext cx="369067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35</a:t>
              </a:r>
            </a:p>
          </p:txBody>
        </p:sp>
        <p:sp>
          <p:nvSpPr>
            <p:cNvPr id="3188" name="tx1566">
              <a:extLst>
                <a:ext uri="{FF2B5EF4-FFF2-40B4-BE49-F238E27FC236}">
                  <a16:creationId xmlns:a16="http://schemas.microsoft.com/office/drawing/2014/main" id="{AA6D4261-E90F-7C51-936E-BF877D449FDB}"/>
                </a:ext>
              </a:extLst>
            </p:cNvPr>
            <p:cNvSpPr/>
            <p:nvPr/>
          </p:nvSpPr>
          <p:spPr>
            <a:xfrm>
              <a:off x="1177095" y="6767280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189" name="tx1567">
              <a:extLst>
                <a:ext uri="{FF2B5EF4-FFF2-40B4-BE49-F238E27FC236}">
                  <a16:creationId xmlns:a16="http://schemas.microsoft.com/office/drawing/2014/main" id="{63ABAA7A-E5C9-31D5-61DC-D6156ED9707A}"/>
                </a:ext>
              </a:extLst>
            </p:cNvPr>
            <p:cNvSpPr/>
            <p:nvPr/>
          </p:nvSpPr>
          <p:spPr>
            <a:xfrm>
              <a:off x="1309796" y="6817035"/>
              <a:ext cx="239351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3190" name="tx1568">
              <a:extLst>
                <a:ext uri="{FF2B5EF4-FFF2-40B4-BE49-F238E27FC236}">
                  <a16:creationId xmlns:a16="http://schemas.microsoft.com/office/drawing/2014/main" id="{558BD2F4-05AE-8257-9780-D982D75B0871}"/>
                </a:ext>
              </a:extLst>
            </p:cNvPr>
            <p:cNvSpPr/>
            <p:nvPr/>
          </p:nvSpPr>
          <p:spPr>
            <a:xfrm>
              <a:off x="808029" y="4920294"/>
              <a:ext cx="369067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191" name="tx1569">
              <a:extLst>
                <a:ext uri="{FF2B5EF4-FFF2-40B4-BE49-F238E27FC236}">
                  <a16:creationId xmlns:a16="http://schemas.microsoft.com/office/drawing/2014/main" id="{A8282297-0C8E-0B3D-58EC-E5BB1CA94875}"/>
                </a:ext>
              </a:extLst>
            </p:cNvPr>
            <p:cNvSpPr/>
            <p:nvPr/>
          </p:nvSpPr>
          <p:spPr>
            <a:xfrm>
              <a:off x="1177095" y="4870540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192" name="tx1570">
              <a:extLst>
                <a:ext uri="{FF2B5EF4-FFF2-40B4-BE49-F238E27FC236}">
                  <a16:creationId xmlns:a16="http://schemas.microsoft.com/office/drawing/2014/main" id="{68E3952D-D1F4-28FF-6FE2-3A9726FB01BC}"/>
                </a:ext>
              </a:extLst>
            </p:cNvPr>
            <p:cNvSpPr/>
            <p:nvPr/>
          </p:nvSpPr>
          <p:spPr>
            <a:xfrm>
              <a:off x="1309796" y="4920294"/>
              <a:ext cx="239351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3193" name="tx1571">
              <a:extLst>
                <a:ext uri="{FF2B5EF4-FFF2-40B4-BE49-F238E27FC236}">
                  <a16:creationId xmlns:a16="http://schemas.microsoft.com/office/drawing/2014/main" id="{E8A22E4E-4806-E1E6-C905-E6CFF4B6A048}"/>
                </a:ext>
              </a:extLst>
            </p:cNvPr>
            <p:cNvSpPr/>
            <p:nvPr/>
          </p:nvSpPr>
          <p:spPr>
            <a:xfrm>
              <a:off x="808029" y="3023799"/>
              <a:ext cx="369067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45</a:t>
              </a:r>
            </a:p>
          </p:txBody>
        </p:sp>
        <p:sp>
          <p:nvSpPr>
            <p:cNvPr id="3194" name="tx1572">
              <a:extLst>
                <a:ext uri="{FF2B5EF4-FFF2-40B4-BE49-F238E27FC236}">
                  <a16:creationId xmlns:a16="http://schemas.microsoft.com/office/drawing/2014/main" id="{8D3642E5-3D3A-2BB0-8045-011239434F46}"/>
                </a:ext>
              </a:extLst>
            </p:cNvPr>
            <p:cNvSpPr/>
            <p:nvPr/>
          </p:nvSpPr>
          <p:spPr>
            <a:xfrm>
              <a:off x="1177095" y="2974045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195" name="tx1573">
              <a:extLst>
                <a:ext uri="{FF2B5EF4-FFF2-40B4-BE49-F238E27FC236}">
                  <a16:creationId xmlns:a16="http://schemas.microsoft.com/office/drawing/2014/main" id="{F2D8EE7A-02DA-45E1-33BD-B08B490AAC2B}"/>
                </a:ext>
              </a:extLst>
            </p:cNvPr>
            <p:cNvSpPr/>
            <p:nvPr/>
          </p:nvSpPr>
          <p:spPr>
            <a:xfrm>
              <a:off x="1309796" y="3023799"/>
              <a:ext cx="239351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3196" name="tx1574">
              <a:extLst>
                <a:ext uri="{FF2B5EF4-FFF2-40B4-BE49-F238E27FC236}">
                  <a16:creationId xmlns:a16="http://schemas.microsoft.com/office/drawing/2014/main" id="{B834C91C-F213-E406-E425-660890D365C2}"/>
                </a:ext>
              </a:extLst>
            </p:cNvPr>
            <p:cNvSpPr/>
            <p:nvPr/>
          </p:nvSpPr>
          <p:spPr>
            <a:xfrm>
              <a:off x="808029" y="1126812"/>
              <a:ext cx="369067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197" name="tx1575">
              <a:extLst>
                <a:ext uri="{FF2B5EF4-FFF2-40B4-BE49-F238E27FC236}">
                  <a16:creationId xmlns:a16="http://schemas.microsoft.com/office/drawing/2014/main" id="{8D733F72-8F2D-BA8E-E356-145F011BEEE8}"/>
                </a:ext>
              </a:extLst>
            </p:cNvPr>
            <p:cNvSpPr/>
            <p:nvPr/>
          </p:nvSpPr>
          <p:spPr>
            <a:xfrm>
              <a:off x="1177095" y="1077055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198" name="tx1576">
              <a:extLst>
                <a:ext uri="{FF2B5EF4-FFF2-40B4-BE49-F238E27FC236}">
                  <a16:creationId xmlns:a16="http://schemas.microsoft.com/office/drawing/2014/main" id="{6D0E1000-A4F5-8D39-19B7-596712960215}"/>
                </a:ext>
              </a:extLst>
            </p:cNvPr>
            <p:cNvSpPr/>
            <p:nvPr/>
          </p:nvSpPr>
          <p:spPr>
            <a:xfrm>
              <a:off x="1309796" y="1126812"/>
              <a:ext cx="239351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3199" name="pl1577">
              <a:extLst>
                <a:ext uri="{FF2B5EF4-FFF2-40B4-BE49-F238E27FC236}">
                  <a16:creationId xmlns:a16="http://schemas.microsoft.com/office/drawing/2014/main" id="{078B3C56-B5DF-5300-BF84-13E167FD4859}"/>
                </a:ext>
              </a:extLst>
            </p:cNvPr>
            <p:cNvSpPr/>
            <p:nvPr/>
          </p:nvSpPr>
          <p:spPr>
            <a:xfrm>
              <a:off x="1631759" y="10721786"/>
              <a:ext cx="103261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0" name="pl1578">
              <a:extLst>
                <a:ext uri="{FF2B5EF4-FFF2-40B4-BE49-F238E27FC236}">
                  <a16:creationId xmlns:a16="http://schemas.microsoft.com/office/drawing/2014/main" id="{2835CBE3-1FEC-4500-4D3D-99DA88FB2815}"/>
                </a:ext>
              </a:extLst>
            </p:cNvPr>
            <p:cNvSpPr/>
            <p:nvPr/>
          </p:nvSpPr>
          <p:spPr>
            <a:xfrm>
              <a:off x="1631759" y="8825044"/>
              <a:ext cx="103261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1" name="pl1579">
              <a:extLst>
                <a:ext uri="{FF2B5EF4-FFF2-40B4-BE49-F238E27FC236}">
                  <a16:creationId xmlns:a16="http://schemas.microsoft.com/office/drawing/2014/main" id="{D983175F-85DF-805D-EF11-2F4CE3EC8601}"/>
                </a:ext>
              </a:extLst>
            </p:cNvPr>
            <p:cNvSpPr/>
            <p:nvPr/>
          </p:nvSpPr>
          <p:spPr>
            <a:xfrm>
              <a:off x="1631759" y="6928304"/>
              <a:ext cx="103261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2" name="pl1580">
              <a:extLst>
                <a:ext uri="{FF2B5EF4-FFF2-40B4-BE49-F238E27FC236}">
                  <a16:creationId xmlns:a16="http://schemas.microsoft.com/office/drawing/2014/main" id="{5B7C12F9-E665-3863-1A93-A152148B06C5}"/>
                </a:ext>
              </a:extLst>
            </p:cNvPr>
            <p:cNvSpPr/>
            <p:nvPr/>
          </p:nvSpPr>
          <p:spPr>
            <a:xfrm>
              <a:off x="1631759" y="5031563"/>
              <a:ext cx="103261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3" name="pl1581">
              <a:extLst>
                <a:ext uri="{FF2B5EF4-FFF2-40B4-BE49-F238E27FC236}">
                  <a16:creationId xmlns:a16="http://schemas.microsoft.com/office/drawing/2014/main" id="{8F98F048-8D3B-65CD-A958-E5115A928A79}"/>
                </a:ext>
              </a:extLst>
            </p:cNvPr>
            <p:cNvSpPr/>
            <p:nvPr/>
          </p:nvSpPr>
          <p:spPr>
            <a:xfrm>
              <a:off x="1631759" y="3134823"/>
              <a:ext cx="103261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4" name="pl1582">
              <a:extLst>
                <a:ext uri="{FF2B5EF4-FFF2-40B4-BE49-F238E27FC236}">
                  <a16:creationId xmlns:a16="http://schemas.microsoft.com/office/drawing/2014/main" id="{E4072F83-CF86-9DE6-003A-5F171C076772}"/>
                </a:ext>
              </a:extLst>
            </p:cNvPr>
            <p:cNvSpPr/>
            <p:nvPr/>
          </p:nvSpPr>
          <p:spPr>
            <a:xfrm>
              <a:off x="1631759" y="1238081"/>
              <a:ext cx="103261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5" name="pl1583">
              <a:extLst>
                <a:ext uri="{FF2B5EF4-FFF2-40B4-BE49-F238E27FC236}">
                  <a16:creationId xmlns:a16="http://schemas.microsoft.com/office/drawing/2014/main" id="{43FA3390-C217-3DB0-1033-7000B22F730D}"/>
                </a:ext>
              </a:extLst>
            </p:cNvPr>
            <p:cNvSpPr/>
            <p:nvPr/>
          </p:nvSpPr>
          <p:spPr>
            <a:xfrm>
              <a:off x="1735019" y="11101135"/>
              <a:ext cx="13285116" cy="0"/>
            </a:xfrm>
            <a:custGeom>
              <a:avLst/>
              <a:gdLst/>
              <a:ahLst/>
              <a:cxnLst/>
              <a:rect l="0" t="0" r="0" b="0"/>
              <a:pathLst>
                <a:path w="4476454">
                  <a:moveTo>
                    <a:pt x="0" y="0"/>
                  </a:moveTo>
                  <a:lnTo>
                    <a:pt x="4476454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6" name="pl1584">
              <a:extLst>
                <a:ext uri="{FF2B5EF4-FFF2-40B4-BE49-F238E27FC236}">
                  <a16:creationId xmlns:a16="http://schemas.microsoft.com/office/drawing/2014/main" id="{E73778E4-15DF-8A45-1FA7-68CA904413AE}"/>
                </a:ext>
              </a:extLst>
            </p:cNvPr>
            <p:cNvSpPr/>
            <p:nvPr/>
          </p:nvSpPr>
          <p:spPr>
            <a:xfrm>
              <a:off x="1735019" y="11101135"/>
              <a:ext cx="0" cy="94193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7" name="pl1585">
              <a:extLst>
                <a:ext uri="{FF2B5EF4-FFF2-40B4-BE49-F238E27FC236}">
                  <a16:creationId xmlns:a16="http://schemas.microsoft.com/office/drawing/2014/main" id="{96480225-A4A6-40E5-4094-972CD8206AB3}"/>
                </a:ext>
              </a:extLst>
            </p:cNvPr>
            <p:cNvSpPr/>
            <p:nvPr/>
          </p:nvSpPr>
          <p:spPr>
            <a:xfrm>
              <a:off x="3395661" y="11101135"/>
              <a:ext cx="0" cy="94193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8" name="pl1586">
              <a:extLst>
                <a:ext uri="{FF2B5EF4-FFF2-40B4-BE49-F238E27FC236}">
                  <a16:creationId xmlns:a16="http://schemas.microsoft.com/office/drawing/2014/main" id="{FA0F22FF-9A69-1A05-8751-E1DD8F0A7A89}"/>
                </a:ext>
              </a:extLst>
            </p:cNvPr>
            <p:cNvSpPr/>
            <p:nvPr/>
          </p:nvSpPr>
          <p:spPr>
            <a:xfrm>
              <a:off x="5056300" y="11101135"/>
              <a:ext cx="0" cy="94193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9" name="pl1587">
              <a:extLst>
                <a:ext uri="{FF2B5EF4-FFF2-40B4-BE49-F238E27FC236}">
                  <a16:creationId xmlns:a16="http://schemas.microsoft.com/office/drawing/2014/main" id="{47D131DA-D2CC-2EC3-FAA2-D4E1C67A48D4}"/>
                </a:ext>
              </a:extLst>
            </p:cNvPr>
            <p:cNvSpPr/>
            <p:nvPr/>
          </p:nvSpPr>
          <p:spPr>
            <a:xfrm>
              <a:off x="6716941" y="11101135"/>
              <a:ext cx="0" cy="94193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10" name="pl1588">
              <a:extLst>
                <a:ext uri="{FF2B5EF4-FFF2-40B4-BE49-F238E27FC236}">
                  <a16:creationId xmlns:a16="http://schemas.microsoft.com/office/drawing/2014/main" id="{425F5034-FA38-4E2D-3734-E18177345608}"/>
                </a:ext>
              </a:extLst>
            </p:cNvPr>
            <p:cNvSpPr/>
            <p:nvPr/>
          </p:nvSpPr>
          <p:spPr>
            <a:xfrm>
              <a:off x="8377580" y="11101135"/>
              <a:ext cx="0" cy="94193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11" name="pl1589">
              <a:extLst>
                <a:ext uri="{FF2B5EF4-FFF2-40B4-BE49-F238E27FC236}">
                  <a16:creationId xmlns:a16="http://schemas.microsoft.com/office/drawing/2014/main" id="{BD28E28E-EAF3-4CC0-B046-6528D215B670}"/>
                </a:ext>
              </a:extLst>
            </p:cNvPr>
            <p:cNvSpPr/>
            <p:nvPr/>
          </p:nvSpPr>
          <p:spPr>
            <a:xfrm>
              <a:off x="10038218" y="11101135"/>
              <a:ext cx="0" cy="94193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12" name="pl1590">
              <a:extLst>
                <a:ext uri="{FF2B5EF4-FFF2-40B4-BE49-F238E27FC236}">
                  <a16:creationId xmlns:a16="http://schemas.microsoft.com/office/drawing/2014/main" id="{82A9FA06-A4DA-B574-44D6-F91B0E6EFD9A}"/>
                </a:ext>
              </a:extLst>
            </p:cNvPr>
            <p:cNvSpPr/>
            <p:nvPr/>
          </p:nvSpPr>
          <p:spPr>
            <a:xfrm>
              <a:off x="11698859" y="11101135"/>
              <a:ext cx="0" cy="94193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13" name="pl1591">
              <a:extLst>
                <a:ext uri="{FF2B5EF4-FFF2-40B4-BE49-F238E27FC236}">
                  <a16:creationId xmlns:a16="http://schemas.microsoft.com/office/drawing/2014/main" id="{0B23F6FC-6A5D-A835-52EC-B974901E0BFF}"/>
                </a:ext>
              </a:extLst>
            </p:cNvPr>
            <p:cNvSpPr/>
            <p:nvPr/>
          </p:nvSpPr>
          <p:spPr>
            <a:xfrm>
              <a:off x="13359498" y="11101135"/>
              <a:ext cx="0" cy="94193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14" name="pl1592">
              <a:extLst>
                <a:ext uri="{FF2B5EF4-FFF2-40B4-BE49-F238E27FC236}">
                  <a16:creationId xmlns:a16="http://schemas.microsoft.com/office/drawing/2014/main" id="{546A2637-0054-5E87-039A-71A1231E4F21}"/>
                </a:ext>
              </a:extLst>
            </p:cNvPr>
            <p:cNvSpPr/>
            <p:nvPr/>
          </p:nvSpPr>
          <p:spPr>
            <a:xfrm>
              <a:off x="15020139" y="11101135"/>
              <a:ext cx="0" cy="94193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15" name="tx1593">
              <a:extLst>
                <a:ext uri="{FF2B5EF4-FFF2-40B4-BE49-F238E27FC236}">
                  <a16:creationId xmlns:a16="http://schemas.microsoft.com/office/drawing/2014/main" id="{BC21AAE1-CFF9-408A-BC78-CC9A0B7D8304}"/>
                </a:ext>
              </a:extLst>
            </p:cNvPr>
            <p:cNvSpPr/>
            <p:nvPr/>
          </p:nvSpPr>
          <p:spPr>
            <a:xfrm>
              <a:off x="1235422" y="11270684"/>
              <a:ext cx="553601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216" name="tx1594">
              <a:extLst>
                <a:ext uri="{FF2B5EF4-FFF2-40B4-BE49-F238E27FC236}">
                  <a16:creationId xmlns:a16="http://schemas.microsoft.com/office/drawing/2014/main" id="{A5CB663F-ED9C-4DBD-3B4B-6AAAC7263E23}"/>
                </a:ext>
              </a:extLst>
            </p:cNvPr>
            <p:cNvSpPr/>
            <p:nvPr/>
          </p:nvSpPr>
          <p:spPr>
            <a:xfrm>
              <a:off x="1789025" y="11220927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17" name="tx1595">
              <a:extLst>
                <a:ext uri="{FF2B5EF4-FFF2-40B4-BE49-F238E27FC236}">
                  <a16:creationId xmlns:a16="http://schemas.microsoft.com/office/drawing/2014/main" id="{EEFD561A-C940-294B-8A39-83CD06428D8E}"/>
                </a:ext>
              </a:extLst>
            </p:cNvPr>
            <p:cNvSpPr/>
            <p:nvPr/>
          </p:nvSpPr>
          <p:spPr>
            <a:xfrm>
              <a:off x="1921726" y="11270684"/>
              <a:ext cx="312893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18" name="tx1596">
              <a:extLst>
                <a:ext uri="{FF2B5EF4-FFF2-40B4-BE49-F238E27FC236}">
                  <a16:creationId xmlns:a16="http://schemas.microsoft.com/office/drawing/2014/main" id="{B1C7FF3B-429E-474A-FA46-58258427438B}"/>
                </a:ext>
              </a:extLst>
            </p:cNvPr>
            <p:cNvSpPr/>
            <p:nvPr/>
          </p:nvSpPr>
          <p:spPr>
            <a:xfrm>
              <a:off x="2942333" y="11270684"/>
              <a:ext cx="461062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95</a:t>
              </a:r>
            </a:p>
          </p:txBody>
        </p:sp>
        <p:sp>
          <p:nvSpPr>
            <p:cNvPr id="3219" name="tx1597">
              <a:extLst>
                <a:ext uri="{FF2B5EF4-FFF2-40B4-BE49-F238E27FC236}">
                  <a16:creationId xmlns:a16="http://schemas.microsoft.com/office/drawing/2014/main" id="{776CDD42-6C36-BC2A-0EB6-9CD005127BC0}"/>
                </a:ext>
              </a:extLst>
            </p:cNvPr>
            <p:cNvSpPr/>
            <p:nvPr/>
          </p:nvSpPr>
          <p:spPr>
            <a:xfrm>
              <a:off x="3403395" y="11220927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20" name="tx1598">
              <a:extLst>
                <a:ext uri="{FF2B5EF4-FFF2-40B4-BE49-F238E27FC236}">
                  <a16:creationId xmlns:a16="http://schemas.microsoft.com/office/drawing/2014/main" id="{B92BF205-6AC4-38D9-DD45-7EB710B74C67}"/>
                </a:ext>
              </a:extLst>
            </p:cNvPr>
            <p:cNvSpPr/>
            <p:nvPr/>
          </p:nvSpPr>
          <p:spPr>
            <a:xfrm>
              <a:off x="3536096" y="11270684"/>
              <a:ext cx="312893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21" name="tx1599">
              <a:extLst>
                <a:ext uri="{FF2B5EF4-FFF2-40B4-BE49-F238E27FC236}">
                  <a16:creationId xmlns:a16="http://schemas.microsoft.com/office/drawing/2014/main" id="{083176C0-7D1C-59F0-95CB-2B8D03561FF9}"/>
                </a:ext>
              </a:extLst>
            </p:cNvPr>
            <p:cNvSpPr/>
            <p:nvPr/>
          </p:nvSpPr>
          <p:spPr>
            <a:xfrm>
              <a:off x="4602970" y="11270684"/>
              <a:ext cx="461062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90</a:t>
              </a:r>
            </a:p>
          </p:txBody>
        </p:sp>
        <p:sp>
          <p:nvSpPr>
            <p:cNvPr id="3222" name="tx1600">
              <a:extLst>
                <a:ext uri="{FF2B5EF4-FFF2-40B4-BE49-F238E27FC236}">
                  <a16:creationId xmlns:a16="http://schemas.microsoft.com/office/drawing/2014/main" id="{4C1F5293-CACD-FC39-41DE-D8D45CAC4518}"/>
                </a:ext>
              </a:extLst>
            </p:cNvPr>
            <p:cNvSpPr/>
            <p:nvPr/>
          </p:nvSpPr>
          <p:spPr>
            <a:xfrm>
              <a:off x="5064034" y="11220927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23" name="tx1601">
              <a:extLst>
                <a:ext uri="{FF2B5EF4-FFF2-40B4-BE49-F238E27FC236}">
                  <a16:creationId xmlns:a16="http://schemas.microsoft.com/office/drawing/2014/main" id="{F617104D-CF13-796C-D4FE-C814E85B2DC8}"/>
                </a:ext>
              </a:extLst>
            </p:cNvPr>
            <p:cNvSpPr/>
            <p:nvPr/>
          </p:nvSpPr>
          <p:spPr>
            <a:xfrm>
              <a:off x="5196735" y="11270684"/>
              <a:ext cx="312893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24" name="tx1602">
              <a:extLst>
                <a:ext uri="{FF2B5EF4-FFF2-40B4-BE49-F238E27FC236}">
                  <a16:creationId xmlns:a16="http://schemas.microsoft.com/office/drawing/2014/main" id="{2873A55D-5F85-07DB-FEA4-B3913EBE0F1D}"/>
                </a:ext>
              </a:extLst>
            </p:cNvPr>
            <p:cNvSpPr/>
            <p:nvPr/>
          </p:nvSpPr>
          <p:spPr>
            <a:xfrm>
              <a:off x="6263609" y="11270684"/>
              <a:ext cx="461062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85</a:t>
              </a:r>
            </a:p>
          </p:txBody>
        </p:sp>
        <p:sp>
          <p:nvSpPr>
            <p:cNvPr id="3225" name="tx1603">
              <a:extLst>
                <a:ext uri="{FF2B5EF4-FFF2-40B4-BE49-F238E27FC236}">
                  <a16:creationId xmlns:a16="http://schemas.microsoft.com/office/drawing/2014/main" id="{2593D665-5D8F-5280-1E13-9F3357D9DD25}"/>
                </a:ext>
              </a:extLst>
            </p:cNvPr>
            <p:cNvSpPr/>
            <p:nvPr/>
          </p:nvSpPr>
          <p:spPr>
            <a:xfrm>
              <a:off x="6724675" y="11220927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26" name="tx1604">
              <a:extLst>
                <a:ext uri="{FF2B5EF4-FFF2-40B4-BE49-F238E27FC236}">
                  <a16:creationId xmlns:a16="http://schemas.microsoft.com/office/drawing/2014/main" id="{880EDD55-6F0A-F925-1BFE-46E4046DC8A0}"/>
                </a:ext>
              </a:extLst>
            </p:cNvPr>
            <p:cNvSpPr/>
            <p:nvPr/>
          </p:nvSpPr>
          <p:spPr>
            <a:xfrm>
              <a:off x="6857376" y="11270684"/>
              <a:ext cx="312893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27" name="tx1605">
              <a:extLst>
                <a:ext uri="{FF2B5EF4-FFF2-40B4-BE49-F238E27FC236}">
                  <a16:creationId xmlns:a16="http://schemas.microsoft.com/office/drawing/2014/main" id="{830E5AE7-B647-3E63-1BCD-69E8BDF64F42}"/>
                </a:ext>
              </a:extLst>
            </p:cNvPr>
            <p:cNvSpPr/>
            <p:nvPr/>
          </p:nvSpPr>
          <p:spPr>
            <a:xfrm>
              <a:off x="7924250" y="11270684"/>
              <a:ext cx="461062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80</a:t>
              </a:r>
            </a:p>
          </p:txBody>
        </p:sp>
        <p:sp>
          <p:nvSpPr>
            <p:cNvPr id="3228" name="tx1606">
              <a:extLst>
                <a:ext uri="{FF2B5EF4-FFF2-40B4-BE49-F238E27FC236}">
                  <a16:creationId xmlns:a16="http://schemas.microsoft.com/office/drawing/2014/main" id="{1DDEE838-1B58-1530-52CE-828680E0A5C9}"/>
                </a:ext>
              </a:extLst>
            </p:cNvPr>
            <p:cNvSpPr/>
            <p:nvPr/>
          </p:nvSpPr>
          <p:spPr>
            <a:xfrm>
              <a:off x="8385314" y="11220927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29" name="tx1607">
              <a:extLst>
                <a:ext uri="{FF2B5EF4-FFF2-40B4-BE49-F238E27FC236}">
                  <a16:creationId xmlns:a16="http://schemas.microsoft.com/office/drawing/2014/main" id="{F1C7579C-1654-090C-BEAB-2C1B18F1A7CE}"/>
                </a:ext>
              </a:extLst>
            </p:cNvPr>
            <p:cNvSpPr/>
            <p:nvPr/>
          </p:nvSpPr>
          <p:spPr>
            <a:xfrm>
              <a:off x="8518015" y="11270684"/>
              <a:ext cx="312893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30" name="tx1608">
              <a:extLst>
                <a:ext uri="{FF2B5EF4-FFF2-40B4-BE49-F238E27FC236}">
                  <a16:creationId xmlns:a16="http://schemas.microsoft.com/office/drawing/2014/main" id="{1A2952E7-1D6E-A3F2-E1BC-BC5A97520318}"/>
                </a:ext>
              </a:extLst>
            </p:cNvPr>
            <p:cNvSpPr/>
            <p:nvPr/>
          </p:nvSpPr>
          <p:spPr>
            <a:xfrm>
              <a:off x="9584890" y="11270684"/>
              <a:ext cx="461062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75</a:t>
              </a:r>
            </a:p>
          </p:txBody>
        </p:sp>
        <p:sp>
          <p:nvSpPr>
            <p:cNvPr id="3231" name="tx1609">
              <a:extLst>
                <a:ext uri="{FF2B5EF4-FFF2-40B4-BE49-F238E27FC236}">
                  <a16:creationId xmlns:a16="http://schemas.microsoft.com/office/drawing/2014/main" id="{DC9D3C1E-1E0F-2460-C0FD-4FEE8555C2A5}"/>
                </a:ext>
              </a:extLst>
            </p:cNvPr>
            <p:cNvSpPr/>
            <p:nvPr/>
          </p:nvSpPr>
          <p:spPr>
            <a:xfrm>
              <a:off x="10045952" y="11220927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32" name="tx1610">
              <a:extLst>
                <a:ext uri="{FF2B5EF4-FFF2-40B4-BE49-F238E27FC236}">
                  <a16:creationId xmlns:a16="http://schemas.microsoft.com/office/drawing/2014/main" id="{1F024525-CCC1-C661-EC90-72D844DC58F7}"/>
                </a:ext>
              </a:extLst>
            </p:cNvPr>
            <p:cNvSpPr/>
            <p:nvPr/>
          </p:nvSpPr>
          <p:spPr>
            <a:xfrm>
              <a:off x="10178657" y="11270684"/>
              <a:ext cx="312893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33" name="tx1611">
              <a:extLst>
                <a:ext uri="{FF2B5EF4-FFF2-40B4-BE49-F238E27FC236}">
                  <a16:creationId xmlns:a16="http://schemas.microsoft.com/office/drawing/2014/main" id="{8D40B183-E287-B4D1-DAA2-BD73C91CDE00}"/>
                </a:ext>
              </a:extLst>
            </p:cNvPr>
            <p:cNvSpPr/>
            <p:nvPr/>
          </p:nvSpPr>
          <p:spPr>
            <a:xfrm>
              <a:off x="11245531" y="11270684"/>
              <a:ext cx="461062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70</a:t>
              </a:r>
            </a:p>
          </p:txBody>
        </p:sp>
        <p:sp>
          <p:nvSpPr>
            <p:cNvPr id="3234" name="tx1612">
              <a:extLst>
                <a:ext uri="{FF2B5EF4-FFF2-40B4-BE49-F238E27FC236}">
                  <a16:creationId xmlns:a16="http://schemas.microsoft.com/office/drawing/2014/main" id="{393C8DDF-4496-0EA0-2D52-23645DDA69C5}"/>
                </a:ext>
              </a:extLst>
            </p:cNvPr>
            <p:cNvSpPr/>
            <p:nvPr/>
          </p:nvSpPr>
          <p:spPr>
            <a:xfrm>
              <a:off x="11706593" y="11220927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35" name="tx1613">
              <a:extLst>
                <a:ext uri="{FF2B5EF4-FFF2-40B4-BE49-F238E27FC236}">
                  <a16:creationId xmlns:a16="http://schemas.microsoft.com/office/drawing/2014/main" id="{20C68A43-95A8-F419-771F-C2D7A866E25A}"/>
                </a:ext>
              </a:extLst>
            </p:cNvPr>
            <p:cNvSpPr/>
            <p:nvPr/>
          </p:nvSpPr>
          <p:spPr>
            <a:xfrm>
              <a:off x="11839294" y="11270684"/>
              <a:ext cx="312893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36" name="tx1614">
              <a:extLst>
                <a:ext uri="{FF2B5EF4-FFF2-40B4-BE49-F238E27FC236}">
                  <a16:creationId xmlns:a16="http://schemas.microsoft.com/office/drawing/2014/main" id="{731E5BC0-4A39-E6AF-0355-B0A0AFB9A882}"/>
                </a:ext>
              </a:extLst>
            </p:cNvPr>
            <p:cNvSpPr/>
            <p:nvPr/>
          </p:nvSpPr>
          <p:spPr>
            <a:xfrm>
              <a:off x="12906170" y="11270684"/>
              <a:ext cx="461062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65</a:t>
              </a:r>
            </a:p>
          </p:txBody>
        </p:sp>
        <p:sp>
          <p:nvSpPr>
            <p:cNvPr id="3237" name="tx1615">
              <a:extLst>
                <a:ext uri="{FF2B5EF4-FFF2-40B4-BE49-F238E27FC236}">
                  <a16:creationId xmlns:a16="http://schemas.microsoft.com/office/drawing/2014/main" id="{A235DFB5-F954-9F92-4E0C-769EBEC612EE}"/>
                </a:ext>
              </a:extLst>
            </p:cNvPr>
            <p:cNvSpPr/>
            <p:nvPr/>
          </p:nvSpPr>
          <p:spPr>
            <a:xfrm>
              <a:off x="13367232" y="11220927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38" name="tx1616">
              <a:extLst>
                <a:ext uri="{FF2B5EF4-FFF2-40B4-BE49-F238E27FC236}">
                  <a16:creationId xmlns:a16="http://schemas.microsoft.com/office/drawing/2014/main" id="{E0534655-A699-B5DC-519B-3CF7245686CA}"/>
                </a:ext>
              </a:extLst>
            </p:cNvPr>
            <p:cNvSpPr/>
            <p:nvPr/>
          </p:nvSpPr>
          <p:spPr>
            <a:xfrm>
              <a:off x="13499933" y="11270684"/>
              <a:ext cx="312893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39" name="tx1617">
              <a:extLst>
                <a:ext uri="{FF2B5EF4-FFF2-40B4-BE49-F238E27FC236}">
                  <a16:creationId xmlns:a16="http://schemas.microsoft.com/office/drawing/2014/main" id="{D5099667-172C-C066-6A31-E9A392A0959E}"/>
                </a:ext>
              </a:extLst>
            </p:cNvPr>
            <p:cNvSpPr/>
            <p:nvPr/>
          </p:nvSpPr>
          <p:spPr>
            <a:xfrm>
              <a:off x="14566807" y="11270684"/>
              <a:ext cx="461062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60</a:t>
              </a:r>
            </a:p>
          </p:txBody>
        </p:sp>
        <p:sp>
          <p:nvSpPr>
            <p:cNvPr id="3240" name="tx1618">
              <a:extLst>
                <a:ext uri="{FF2B5EF4-FFF2-40B4-BE49-F238E27FC236}">
                  <a16:creationId xmlns:a16="http://schemas.microsoft.com/office/drawing/2014/main" id="{E53CA0F9-5BCE-CEB8-40E1-D23F946CF056}"/>
                </a:ext>
              </a:extLst>
            </p:cNvPr>
            <p:cNvSpPr/>
            <p:nvPr/>
          </p:nvSpPr>
          <p:spPr>
            <a:xfrm>
              <a:off x="15027873" y="11220927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41" name="tx1619">
              <a:extLst>
                <a:ext uri="{FF2B5EF4-FFF2-40B4-BE49-F238E27FC236}">
                  <a16:creationId xmlns:a16="http://schemas.microsoft.com/office/drawing/2014/main" id="{517D26E6-BF44-8128-4051-0D874BD76E9B}"/>
                </a:ext>
              </a:extLst>
            </p:cNvPr>
            <p:cNvSpPr/>
            <p:nvPr/>
          </p:nvSpPr>
          <p:spPr>
            <a:xfrm>
              <a:off x="15160574" y="11270684"/>
              <a:ext cx="312893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42" name="tx1620">
              <a:extLst>
                <a:ext uri="{FF2B5EF4-FFF2-40B4-BE49-F238E27FC236}">
                  <a16:creationId xmlns:a16="http://schemas.microsoft.com/office/drawing/2014/main" id="{CC5B247D-B0E0-49B3-215B-C4DF6475C463}"/>
                </a:ext>
              </a:extLst>
            </p:cNvPr>
            <p:cNvSpPr/>
            <p:nvPr/>
          </p:nvSpPr>
          <p:spPr>
            <a:xfrm>
              <a:off x="7466714" y="11654747"/>
              <a:ext cx="1821728" cy="2713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0"/>
                </a:lnSpc>
              </a:pPr>
              <a:r>
                <a:rPr sz="2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Longitude</a:t>
              </a:r>
            </a:p>
          </p:txBody>
        </p:sp>
        <p:sp>
          <p:nvSpPr>
            <p:cNvPr id="3243" name="tx1621">
              <a:extLst>
                <a:ext uri="{FF2B5EF4-FFF2-40B4-BE49-F238E27FC236}">
                  <a16:creationId xmlns:a16="http://schemas.microsoft.com/office/drawing/2014/main" id="{C8965230-A94F-8381-A8BC-559F1A77FFEE}"/>
                </a:ext>
              </a:extLst>
            </p:cNvPr>
            <p:cNvSpPr/>
            <p:nvPr/>
          </p:nvSpPr>
          <p:spPr>
            <a:xfrm rot="16200000">
              <a:off x="-208614" y="6020896"/>
              <a:ext cx="1345885" cy="29742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0"/>
                </a:lnSpc>
              </a:pPr>
              <a:r>
                <a:rPr sz="2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Latitude</a:t>
              </a:r>
            </a:p>
          </p:txBody>
        </p:sp>
        <p:sp>
          <p:nvSpPr>
            <p:cNvPr id="3244" name="tx1622">
              <a:extLst>
                <a:ext uri="{FF2B5EF4-FFF2-40B4-BE49-F238E27FC236}">
                  <a16:creationId xmlns:a16="http://schemas.microsoft.com/office/drawing/2014/main" id="{71D57707-07B6-0C3F-7CB4-11470C80E312}"/>
                </a:ext>
              </a:extLst>
            </p:cNvPr>
            <p:cNvSpPr/>
            <p:nvPr/>
          </p:nvSpPr>
          <p:spPr>
            <a:xfrm>
              <a:off x="1567955" y="596752"/>
              <a:ext cx="11054398" cy="3252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980"/>
                </a:lnSpc>
              </a:pPr>
              <a:r>
                <a:rPr sz="3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(A) Map of Seascape Populations &amp; Experimental</a:t>
              </a:r>
              <a:r>
                <a:rPr lang="en-US" sz="3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Source Sites</a:t>
              </a:r>
              <a:r>
                <a:rPr sz="3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</a:t>
              </a:r>
            </a:p>
          </p:txBody>
        </p:sp>
        <p:sp>
          <p:nvSpPr>
            <p:cNvPr id="3176" name="pg1554">
              <a:extLst>
                <a:ext uri="{FF2B5EF4-FFF2-40B4-BE49-F238E27FC236}">
                  <a16:creationId xmlns:a16="http://schemas.microsoft.com/office/drawing/2014/main" id="{C3E0E317-8E7E-0958-AC1B-7D216C1EA6EB}"/>
                </a:ext>
              </a:extLst>
            </p:cNvPr>
            <p:cNvSpPr/>
            <p:nvPr/>
          </p:nvSpPr>
          <p:spPr>
            <a:xfrm>
              <a:off x="8973215" y="3303545"/>
              <a:ext cx="1633666" cy="519589"/>
            </a:xfrm>
            <a:custGeom>
              <a:avLst/>
              <a:gdLst/>
              <a:ahLst/>
              <a:cxnLst/>
              <a:rect l="0" t="0" r="0" b="0"/>
              <a:pathLst>
                <a:path w="550468" h="191932">
                  <a:moveTo>
                    <a:pt x="27431" y="191932"/>
                  </a:moveTo>
                  <a:lnTo>
                    <a:pt x="523036" y="191932"/>
                  </a:lnTo>
                  <a:lnTo>
                    <a:pt x="521932" y="191910"/>
                  </a:lnTo>
                  <a:lnTo>
                    <a:pt x="526343" y="191732"/>
                  </a:lnTo>
                  <a:lnTo>
                    <a:pt x="530668" y="190849"/>
                  </a:lnTo>
                  <a:lnTo>
                    <a:pt x="534796" y="189284"/>
                  </a:lnTo>
                  <a:lnTo>
                    <a:pt x="538619" y="187076"/>
                  </a:lnTo>
                  <a:lnTo>
                    <a:pt x="542039" y="184284"/>
                  </a:lnTo>
                  <a:lnTo>
                    <a:pt x="544967" y="180980"/>
                  </a:lnTo>
                  <a:lnTo>
                    <a:pt x="547326" y="177248"/>
                  </a:lnTo>
                  <a:lnTo>
                    <a:pt x="549057" y="173187"/>
                  </a:lnTo>
                  <a:lnTo>
                    <a:pt x="550113" y="168900"/>
                  </a:lnTo>
                  <a:lnTo>
                    <a:pt x="550468" y="164500"/>
                  </a:lnTo>
                  <a:lnTo>
                    <a:pt x="550468" y="27432"/>
                  </a:lnTo>
                  <a:lnTo>
                    <a:pt x="550113" y="23031"/>
                  </a:lnTo>
                  <a:lnTo>
                    <a:pt x="549057" y="18745"/>
                  </a:lnTo>
                  <a:lnTo>
                    <a:pt x="547326" y="14683"/>
                  </a:lnTo>
                  <a:lnTo>
                    <a:pt x="544967" y="10952"/>
                  </a:lnTo>
                  <a:lnTo>
                    <a:pt x="542039" y="7647"/>
                  </a:lnTo>
                  <a:lnTo>
                    <a:pt x="538619" y="4855"/>
                  </a:lnTo>
                  <a:lnTo>
                    <a:pt x="534796" y="2648"/>
                  </a:lnTo>
                  <a:lnTo>
                    <a:pt x="530668" y="1083"/>
                  </a:lnTo>
                  <a:lnTo>
                    <a:pt x="526343" y="200"/>
                  </a:lnTo>
                  <a:lnTo>
                    <a:pt x="523036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5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chemeClr val="bg1"/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77" name="tx1555">
              <a:extLst>
                <a:ext uri="{FF2B5EF4-FFF2-40B4-BE49-F238E27FC236}">
                  <a16:creationId xmlns:a16="http://schemas.microsoft.com/office/drawing/2014/main" id="{14E30296-D8FC-5459-D25A-D5A90ED6AE89}"/>
                </a:ext>
              </a:extLst>
            </p:cNvPr>
            <p:cNvSpPr/>
            <p:nvPr/>
          </p:nvSpPr>
          <p:spPr>
            <a:xfrm>
              <a:off x="9103227" y="3499489"/>
              <a:ext cx="1362293" cy="2720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5"/>
                </a:lnSpc>
              </a:pPr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W5-NH</a:t>
              </a:r>
            </a:p>
          </p:txBody>
        </p:sp>
        <p:sp>
          <p:nvSpPr>
            <p:cNvPr id="6" name="pl6">
              <a:extLst>
                <a:ext uri="{FF2B5EF4-FFF2-40B4-BE49-F238E27FC236}">
                  <a16:creationId xmlns:a16="http://schemas.microsoft.com/office/drawing/2014/main" id="{07A28310-3B04-D182-B092-6255F96F93C0}"/>
                </a:ext>
              </a:extLst>
            </p:cNvPr>
            <p:cNvSpPr/>
            <p:nvPr/>
          </p:nvSpPr>
          <p:spPr>
            <a:xfrm>
              <a:off x="6065652" y="1545893"/>
              <a:ext cx="175959" cy="301812"/>
            </a:xfrm>
            <a:custGeom>
              <a:avLst/>
              <a:gdLst/>
              <a:ahLst/>
              <a:cxnLst/>
              <a:rect l="0" t="0" r="0" b="0"/>
              <a:pathLst>
                <a:path w="112623" h="211773">
                  <a:moveTo>
                    <a:pt x="2065" y="211773"/>
                  </a:moveTo>
                  <a:lnTo>
                    <a:pt x="92269" y="64079"/>
                  </a:lnTo>
                  <a:lnTo>
                    <a:pt x="112623" y="0"/>
                  </a:lnTo>
                  <a:lnTo>
                    <a:pt x="0" y="183378"/>
                  </a:lnTo>
                  <a:lnTo>
                    <a:pt x="2065" y="21177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7" name="pl7">
              <a:extLst>
                <a:ext uri="{FF2B5EF4-FFF2-40B4-BE49-F238E27FC236}">
                  <a16:creationId xmlns:a16="http://schemas.microsoft.com/office/drawing/2014/main" id="{5523679B-8580-93CF-90F6-046E21672E36}"/>
                </a:ext>
              </a:extLst>
            </p:cNvPr>
            <p:cNvSpPr/>
            <p:nvPr/>
          </p:nvSpPr>
          <p:spPr>
            <a:xfrm>
              <a:off x="4713419" y="3559917"/>
              <a:ext cx="337192" cy="592420"/>
            </a:xfrm>
            <a:custGeom>
              <a:avLst/>
              <a:gdLst/>
              <a:ahLst/>
              <a:cxnLst/>
              <a:rect l="0" t="0" r="0" b="0"/>
              <a:pathLst>
                <a:path w="215821" h="415685">
                  <a:moveTo>
                    <a:pt x="117318" y="220301"/>
                  </a:moveTo>
                  <a:lnTo>
                    <a:pt x="96926" y="254318"/>
                  </a:lnTo>
                  <a:lnTo>
                    <a:pt x="0" y="415685"/>
                  </a:lnTo>
                  <a:lnTo>
                    <a:pt x="34962" y="399868"/>
                  </a:lnTo>
                  <a:lnTo>
                    <a:pt x="117430" y="251555"/>
                  </a:lnTo>
                  <a:lnTo>
                    <a:pt x="134818" y="220206"/>
                  </a:lnTo>
                  <a:lnTo>
                    <a:pt x="186341" y="114724"/>
                  </a:lnTo>
                  <a:lnTo>
                    <a:pt x="215821" y="0"/>
                  </a:lnTo>
                  <a:lnTo>
                    <a:pt x="185440" y="56599"/>
                  </a:lnTo>
                  <a:lnTo>
                    <a:pt x="117318" y="22030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8" name="pl8">
              <a:extLst>
                <a:ext uri="{FF2B5EF4-FFF2-40B4-BE49-F238E27FC236}">
                  <a16:creationId xmlns:a16="http://schemas.microsoft.com/office/drawing/2014/main" id="{0799C287-2572-44A0-0E79-D4E1B24D044D}"/>
                </a:ext>
              </a:extLst>
            </p:cNvPr>
            <p:cNvSpPr/>
            <p:nvPr/>
          </p:nvSpPr>
          <p:spPr>
            <a:xfrm>
              <a:off x="3077385" y="6436939"/>
              <a:ext cx="159261" cy="265479"/>
            </a:xfrm>
            <a:custGeom>
              <a:avLst/>
              <a:gdLst/>
              <a:ahLst/>
              <a:cxnLst/>
              <a:rect l="0" t="0" r="0" b="0"/>
              <a:pathLst>
                <a:path w="101935" h="186280">
                  <a:moveTo>
                    <a:pt x="15596" y="186280"/>
                  </a:moveTo>
                  <a:lnTo>
                    <a:pt x="0" y="93523"/>
                  </a:lnTo>
                  <a:lnTo>
                    <a:pt x="4919" y="0"/>
                  </a:lnTo>
                  <a:lnTo>
                    <a:pt x="17237" y="79087"/>
                  </a:lnTo>
                  <a:lnTo>
                    <a:pt x="47017" y="150123"/>
                  </a:lnTo>
                  <a:lnTo>
                    <a:pt x="101935" y="18504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9" name="pl9">
              <a:extLst>
                <a:ext uri="{FF2B5EF4-FFF2-40B4-BE49-F238E27FC236}">
                  <a16:creationId xmlns:a16="http://schemas.microsoft.com/office/drawing/2014/main" id="{3F508230-49F6-3456-9998-E90906CDF13F}"/>
                </a:ext>
              </a:extLst>
            </p:cNvPr>
            <p:cNvSpPr/>
            <p:nvPr/>
          </p:nvSpPr>
          <p:spPr>
            <a:xfrm>
              <a:off x="3412353" y="5839086"/>
              <a:ext cx="925260" cy="859507"/>
            </a:xfrm>
            <a:custGeom>
              <a:avLst/>
              <a:gdLst/>
              <a:ahLst/>
              <a:cxnLst/>
              <a:rect l="0" t="0" r="0" b="0"/>
              <a:pathLst>
                <a:path w="592216" h="603094">
                  <a:moveTo>
                    <a:pt x="0" y="603094"/>
                  </a:moveTo>
                  <a:lnTo>
                    <a:pt x="28424" y="576766"/>
                  </a:lnTo>
                  <a:lnTo>
                    <a:pt x="59668" y="512782"/>
                  </a:lnTo>
                  <a:lnTo>
                    <a:pt x="107737" y="508256"/>
                  </a:lnTo>
                  <a:lnTo>
                    <a:pt x="179878" y="529886"/>
                  </a:lnTo>
                  <a:lnTo>
                    <a:pt x="146643" y="457802"/>
                  </a:lnTo>
                  <a:lnTo>
                    <a:pt x="184197" y="480241"/>
                  </a:lnTo>
                  <a:lnTo>
                    <a:pt x="239401" y="500871"/>
                  </a:lnTo>
                  <a:lnTo>
                    <a:pt x="246273" y="433218"/>
                  </a:lnTo>
                  <a:lnTo>
                    <a:pt x="241053" y="370567"/>
                  </a:lnTo>
                  <a:lnTo>
                    <a:pt x="312668" y="414256"/>
                  </a:lnTo>
                  <a:lnTo>
                    <a:pt x="393071" y="439173"/>
                  </a:lnTo>
                  <a:lnTo>
                    <a:pt x="444745" y="471666"/>
                  </a:lnTo>
                  <a:lnTo>
                    <a:pt x="493152" y="532982"/>
                  </a:lnTo>
                  <a:lnTo>
                    <a:pt x="457363" y="381716"/>
                  </a:lnTo>
                  <a:lnTo>
                    <a:pt x="412561" y="269373"/>
                  </a:lnTo>
                  <a:lnTo>
                    <a:pt x="371327" y="224351"/>
                  </a:lnTo>
                  <a:lnTo>
                    <a:pt x="360324" y="180805"/>
                  </a:lnTo>
                  <a:lnTo>
                    <a:pt x="380566" y="105100"/>
                  </a:lnTo>
                  <a:lnTo>
                    <a:pt x="385711" y="85900"/>
                  </a:lnTo>
                  <a:lnTo>
                    <a:pt x="375195" y="57695"/>
                  </a:lnTo>
                  <a:lnTo>
                    <a:pt x="381429" y="20962"/>
                  </a:lnTo>
                  <a:lnTo>
                    <a:pt x="395925" y="0"/>
                  </a:lnTo>
                  <a:lnTo>
                    <a:pt x="417932" y="25774"/>
                  </a:lnTo>
                  <a:lnTo>
                    <a:pt x="436633" y="90331"/>
                  </a:lnTo>
                  <a:lnTo>
                    <a:pt x="440088" y="105958"/>
                  </a:lnTo>
                  <a:lnTo>
                    <a:pt x="501076" y="378619"/>
                  </a:lnTo>
                  <a:lnTo>
                    <a:pt x="563791" y="541892"/>
                  </a:lnTo>
                  <a:lnTo>
                    <a:pt x="592216" y="59831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0" name="pl10">
              <a:extLst>
                <a:ext uri="{FF2B5EF4-FFF2-40B4-BE49-F238E27FC236}">
                  <a16:creationId xmlns:a16="http://schemas.microsoft.com/office/drawing/2014/main" id="{4F80986C-88B8-5AA3-BEE5-6A19ED076B98}"/>
                </a:ext>
              </a:extLst>
            </p:cNvPr>
            <p:cNvSpPr/>
            <p:nvPr/>
          </p:nvSpPr>
          <p:spPr>
            <a:xfrm>
              <a:off x="2388095" y="1277891"/>
              <a:ext cx="2737031" cy="5413727"/>
            </a:xfrm>
            <a:custGeom>
              <a:avLst/>
              <a:gdLst/>
              <a:ahLst/>
              <a:cxnLst/>
              <a:rect l="0" t="0" r="0" b="0"/>
              <a:pathLst>
                <a:path w="1751847" h="3798672">
                  <a:moveTo>
                    <a:pt x="1276986" y="3798672"/>
                  </a:moveTo>
                  <a:lnTo>
                    <a:pt x="1196576" y="3619874"/>
                  </a:lnTo>
                  <a:lnTo>
                    <a:pt x="1120004" y="3306335"/>
                  </a:lnTo>
                  <a:lnTo>
                    <a:pt x="1094618" y="3202473"/>
                  </a:lnTo>
                  <a:lnTo>
                    <a:pt x="1055299" y="3096610"/>
                  </a:lnTo>
                  <a:lnTo>
                    <a:pt x="1036222" y="3002515"/>
                  </a:lnTo>
                  <a:lnTo>
                    <a:pt x="1010798" y="2953062"/>
                  </a:lnTo>
                  <a:lnTo>
                    <a:pt x="899601" y="2935529"/>
                  </a:lnTo>
                  <a:lnTo>
                    <a:pt x="822503" y="2914042"/>
                  </a:lnTo>
                  <a:lnTo>
                    <a:pt x="703044" y="2975311"/>
                  </a:lnTo>
                  <a:lnTo>
                    <a:pt x="635147" y="2968307"/>
                  </a:lnTo>
                  <a:lnTo>
                    <a:pt x="622228" y="2905847"/>
                  </a:lnTo>
                  <a:lnTo>
                    <a:pt x="522786" y="2821567"/>
                  </a:lnTo>
                  <a:lnTo>
                    <a:pt x="493607" y="2699077"/>
                  </a:lnTo>
                  <a:lnTo>
                    <a:pt x="421654" y="2688166"/>
                  </a:lnTo>
                  <a:lnTo>
                    <a:pt x="298778" y="2648289"/>
                  </a:lnTo>
                  <a:lnTo>
                    <a:pt x="239743" y="2603362"/>
                  </a:lnTo>
                  <a:lnTo>
                    <a:pt x="90354" y="2579302"/>
                  </a:lnTo>
                  <a:lnTo>
                    <a:pt x="66620" y="2566248"/>
                  </a:lnTo>
                  <a:lnTo>
                    <a:pt x="48294" y="2546619"/>
                  </a:lnTo>
                  <a:lnTo>
                    <a:pt x="235875" y="2557863"/>
                  </a:lnTo>
                  <a:lnTo>
                    <a:pt x="469272" y="2655435"/>
                  </a:lnTo>
                  <a:lnTo>
                    <a:pt x="525114" y="2651481"/>
                  </a:lnTo>
                  <a:lnTo>
                    <a:pt x="547121" y="2728425"/>
                  </a:lnTo>
                  <a:lnTo>
                    <a:pt x="620539" y="2797269"/>
                  </a:lnTo>
                  <a:lnTo>
                    <a:pt x="655013" y="2837813"/>
                  </a:lnTo>
                  <a:lnTo>
                    <a:pt x="702030" y="2876309"/>
                  </a:lnTo>
                  <a:lnTo>
                    <a:pt x="750174" y="2855012"/>
                  </a:lnTo>
                  <a:lnTo>
                    <a:pt x="792460" y="2816421"/>
                  </a:lnTo>
                  <a:lnTo>
                    <a:pt x="779016" y="2759631"/>
                  </a:lnTo>
                  <a:lnTo>
                    <a:pt x="758887" y="2722183"/>
                  </a:lnTo>
                  <a:lnTo>
                    <a:pt x="701843" y="2660295"/>
                  </a:lnTo>
                  <a:lnTo>
                    <a:pt x="627824" y="2626945"/>
                  </a:lnTo>
                  <a:lnTo>
                    <a:pt x="540511" y="2553098"/>
                  </a:lnTo>
                  <a:lnTo>
                    <a:pt x="442684" y="2429941"/>
                  </a:lnTo>
                  <a:lnTo>
                    <a:pt x="429014" y="2400259"/>
                  </a:lnTo>
                  <a:lnTo>
                    <a:pt x="427587" y="2374675"/>
                  </a:lnTo>
                  <a:lnTo>
                    <a:pt x="596279" y="2565962"/>
                  </a:lnTo>
                  <a:lnTo>
                    <a:pt x="661247" y="2600932"/>
                  </a:lnTo>
                  <a:lnTo>
                    <a:pt x="707964" y="2575157"/>
                  </a:lnTo>
                  <a:lnTo>
                    <a:pt x="698500" y="2543951"/>
                  </a:lnTo>
                  <a:lnTo>
                    <a:pt x="701955" y="2491067"/>
                  </a:lnTo>
                  <a:lnTo>
                    <a:pt x="807707" y="2519462"/>
                  </a:lnTo>
                  <a:lnTo>
                    <a:pt x="814692" y="2447664"/>
                  </a:lnTo>
                  <a:lnTo>
                    <a:pt x="803801" y="2384680"/>
                  </a:lnTo>
                  <a:lnTo>
                    <a:pt x="727604" y="2350425"/>
                  </a:lnTo>
                  <a:lnTo>
                    <a:pt x="775335" y="2310214"/>
                  </a:lnTo>
                  <a:lnTo>
                    <a:pt x="638039" y="2254233"/>
                  </a:lnTo>
                  <a:lnTo>
                    <a:pt x="587754" y="2214928"/>
                  </a:lnTo>
                  <a:lnTo>
                    <a:pt x="533639" y="2131076"/>
                  </a:lnTo>
                  <a:lnTo>
                    <a:pt x="460109" y="2077335"/>
                  </a:lnTo>
                  <a:lnTo>
                    <a:pt x="357249" y="1950414"/>
                  </a:lnTo>
                  <a:lnTo>
                    <a:pt x="298853" y="1859892"/>
                  </a:lnTo>
                  <a:lnTo>
                    <a:pt x="155810" y="1730446"/>
                  </a:lnTo>
                  <a:lnTo>
                    <a:pt x="186905" y="1728969"/>
                  </a:lnTo>
                  <a:lnTo>
                    <a:pt x="287399" y="1798956"/>
                  </a:lnTo>
                  <a:lnTo>
                    <a:pt x="373059" y="1929641"/>
                  </a:lnTo>
                  <a:lnTo>
                    <a:pt x="400623" y="1952605"/>
                  </a:lnTo>
                  <a:lnTo>
                    <a:pt x="631579" y="2202159"/>
                  </a:lnTo>
                  <a:lnTo>
                    <a:pt x="674541" y="2213689"/>
                  </a:lnTo>
                  <a:lnTo>
                    <a:pt x="745668" y="2208544"/>
                  </a:lnTo>
                  <a:lnTo>
                    <a:pt x="775298" y="2163759"/>
                  </a:lnTo>
                  <a:lnTo>
                    <a:pt x="784836" y="2092771"/>
                  </a:lnTo>
                  <a:lnTo>
                    <a:pt x="808984" y="2040316"/>
                  </a:lnTo>
                  <a:lnTo>
                    <a:pt x="807106" y="1995960"/>
                  </a:lnTo>
                  <a:lnTo>
                    <a:pt x="737368" y="1927974"/>
                  </a:lnTo>
                  <a:lnTo>
                    <a:pt x="647502" y="1881188"/>
                  </a:lnTo>
                  <a:lnTo>
                    <a:pt x="587717" y="1799909"/>
                  </a:lnTo>
                  <a:lnTo>
                    <a:pt x="514374" y="1761414"/>
                  </a:lnTo>
                  <a:lnTo>
                    <a:pt x="313273" y="1699811"/>
                  </a:lnTo>
                  <a:lnTo>
                    <a:pt x="205269" y="1544066"/>
                  </a:lnTo>
                  <a:lnTo>
                    <a:pt x="156712" y="1530964"/>
                  </a:lnTo>
                  <a:lnTo>
                    <a:pt x="62865" y="1560312"/>
                  </a:lnTo>
                  <a:lnTo>
                    <a:pt x="31094" y="1548878"/>
                  </a:lnTo>
                  <a:lnTo>
                    <a:pt x="0" y="1505094"/>
                  </a:lnTo>
                  <a:lnTo>
                    <a:pt x="22982" y="1375743"/>
                  </a:lnTo>
                  <a:lnTo>
                    <a:pt x="40971" y="1306661"/>
                  </a:lnTo>
                  <a:lnTo>
                    <a:pt x="114614" y="1231956"/>
                  </a:lnTo>
                  <a:lnTo>
                    <a:pt x="170569" y="1190030"/>
                  </a:lnTo>
                  <a:lnTo>
                    <a:pt x="206170" y="1135146"/>
                  </a:lnTo>
                  <a:lnTo>
                    <a:pt x="217887" y="1024423"/>
                  </a:lnTo>
                  <a:lnTo>
                    <a:pt x="227275" y="1133240"/>
                  </a:lnTo>
                  <a:lnTo>
                    <a:pt x="199786" y="1203418"/>
                  </a:lnTo>
                  <a:lnTo>
                    <a:pt x="137484" y="1257779"/>
                  </a:lnTo>
                  <a:lnTo>
                    <a:pt x="71352" y="1364261"/>
                  </a:lnTo>
                  <a:lnTo>
                    <a:pt x="55429" y="1409284"/>
                  </a:lnTo>
                  <a:lnTo>
                    <a:pt x="62414" y="1494279"/>
                  </a:lnTo>
                  <a:lnTo>
                    <a:pt x="121336" y="1504618"/>
                  </a:lnTo>
                  <a:lnTo>
                    <a:pt x="182248" y="1461072"/>
                  </a:lnTo>
                  <a:lnTo>
                    <a:pt x="240344" y="1457641"/>
                  </a:lnTo>
                  <a:lnTo>
                    <a:pt x="250183" y="1507762"/>
                  </a:lnTo>
                  <a:lnTo>
                    <a:pt x="279512" y="1553499"/>
                  </a:lnTo>
                  <a:lnTo>
                    <a:pt x="326042" y="1607098"/>
                  </a:lnTo>
                  <a:lnTo>
                    <a:pt x="342941" y="1563123"/>
                  </a:lnTo>
                  <a:lnTo>
                    <a:pt x="342678" y="1511288"/>
                  </a:lnTo>
                  <a:lnTo>
                    <a:pt x="418800" y="1635541"/>
                  </a:lnTo>
                  <a:lnTo>
                    <a:pt x="553805" y="1669320"/>
                  </a:lnTo>
                  <a:lnTo>
                    <a:pt x="660871" y="1722775"/>
                  </a:lnTo>
                  <a:lnTo>
                    <a:pt x="701204" y="1770085"/>
                  </a:lnTo>
                  <a:lnTo>
                    <a:pt x="747959" y="1807199"/>
                  </a:lnTo>
                  <a:lnTo>
                    <a:pt x="754305" y="1754744"/>
                  </a:lnTo>
                  <a:lnTo>
                    <a:pt x="729069" y="1700002"/>
                  </a:lnTo>
                  <a:lnTo>
                    <a:pt x="695947" y="1630348"/>
                  </a:lnTo>
                  <a:lnTo>
                    <a:pt x="516590" y="1448780"/>
                  </a:lnTo>
                  <a:lnTo>
                    <a:pt x="496160" y="1367644"/>
                  </a:lnTo>
                  <a:lnTo>
                    <a:pt x="489401" y="1294988"/>
                  </a:lnTo>
                  <a:lnTo>
                    <a:pt x="503371" y="1326623"/>
                  </a:lnTo>
                  <a:lnTo>
                    <a:pt x="512834" y="1366643"/>
                  </a:lnTo>
                  <a:lnTo>
                    <a:pt x="570104" y="1466884"/>
                  </a:lnTo>
                  <a:lnTo>
                    <a:pt x="618173" y="1498233"/>
                  </a:lnTo>
                  <a:lnTo>
                    <a:pt x="672889" y="1539349"/>
                  </a:lnTo>
                  <a:lnTo>
                    <a:pt x="707250" y="1532060"/>
                  </a:lnTo>
                  <a:lnTo>
                    <a:pt x="690088" y="1482082"/>
                  </a:lnTo>
                  <a:lnTo>
                    <a:pt x="657717" y="1428675"/>
                  </a:lnTo>
                  <a:lnTo>
                    <a:pt x="624782" y="1372837"/>
                  </a:lnTo>
                  <a:lnTo>
                    <a:pt x="597443" y="1167495"/>
                  </a:lnTo>
                  <a:lnTo>
                    <a:pt x="609573" y="1122949"/>
                  </a:lnTo>
                  <a:lnTo>
                    <a:pt x="613854" y="1071876"/>
                  </a:lnTo>
                  <a:lnTo>
                    <a:pt x="610775" y="1015562"/>
                  </a:lnTo>
                  <a:lnTo>
                    <a:pt x="630603" y="969824"/>
                  </a:lnTo>
                  <a:lnTo>
                    <a:pt x="611338" y="915225"/>
                  </a:lnTo>
                  <a:lnTo>
                    <a:pt x="580769" y="852718"/>
                  </a:lnTo>
                  <a:lnTo>
                    <a:pt x="590233" y="850050"/>
                  </a:lnTo>
                  <a:lnTo>
                    <a:pt x="646488" y="886497"/>
                  </a:lnTo>
                  <a:lnTo>
                    <a:pt x="687272" y="844285"/>
                  </a:lnTo>
                  <a:lnTo>
                    <a:pt x="681488" y="793402"/>
                  </a:lnTo>
                  <a:lnTo>
                    <a:pt x="633983" y="761529"/>
                  </a:lnTo>
                  <a:lnTo>
                    <a:pt x="568940" y="668244"/>
                  </a:lnTo>
                  <a:lnTo>
                    <a:pt x="571643" y="653570"/>
                  </a:lnTo>
                  <a:lnTo>
                    <a:pt x="686633" y="696830"/>
                  </a:lnTo>
                  <a:lnTo>
                    <a:pt x="700566" y="669673"/>
                  </a:lnTo>
                  <a:lnTo>
                    <a:pt x="698350" y="619838"/>
                  </a:lnTo>
                  <a:lnTo>
                    <a:pt x="734251" y="599590"/>
                  </a:lnTo>
                  <a:lnTo>
                    <a:pt x="744954" y="560713"/>
                  </a:lnTo>
                  <a:lnTo>
                    <a:pt x="743339" y="538226"/>
                  </a:lnTo>
                  <a:lnTo>
                    <a:pt x="755920" y="522265"/>
                  </a:lnTo>
                  <a:lnTo>
                    <a:pt x="797792" y="601448"/>
                  </a:lnTo>
                  <a:lnTo>
                    <a:pt x="812814" y="572767"/>
                  </a:lnTo>
                  <a:lnTo>
                    <a:pt x="819874" y="488391"/>
                  </a:lnTo>
                  <a:lnTo>
                    <a:pt x="838801" y="506257"/>
                  </a:lnTo>
                  <a:lnTo>
                    <a:pt x="844359" y="545658"/>
                  </a:lnTo>
                  <a:lnTo>
                    <a:pt x="901629" y="522932"/>
                  </a:lnTo>
                  <a:lnTo>
                    <a:pt x="935540" y="493775"/>
                  </a:lnTo>
                  <a:lnTo>
                    <a:pt x="948271" y="457471"/>
                  </a:lnTo>
                  <a:lnTo>
                    <a:pt x="944928" y="402157"/>
                  </a:lnTo>
                  <a:lnTo>
                    <a:pt x="961903" y="368855"/>
                  </a:lnTo>
                  <a:lnTo>
                    <a:pt x="1005503" y="361470"/>
                  </a:lnTo>
                  <a:lnTo>
                    <a:pt x="1041930" y="345510"/>
                  </a:lnTo>
                  <a:lnTo>
                    <a:pt x="1033105" y="424025"/>
                  </a:lnTo>
                  <a:lnTo>
                    <a:pt x="1108062" y="417879"/>
                  </a:lnTo>
                  <a:lnTo>
                    <a:pt x="1076892" y="459377"/>
                  </a:lnTo>
                  <a:lnTo>
                    <a:pt x="1045159" y="467905"/>
                  </a:lnTo>
                  <a:lnTo>
                    <a:pt x="1007944" y="515500"/>
                  </a:lnTo>
                  <a:lnTo>
                    <a:pt x="1057477" y="527459"/>
                  </a:lnTo>
                  <a:lnTo>
                    <a:pt x="1105734" y="549517"/>
                  </a:lnTo>
                  <a:lnTo>
                    <a:pt x="1028823" y="557998"/>
                  </a:lnTo>
                  <a:lnTo>
                    <a:pt x="953153" y="556473"/>
                  </a:lnTo>
                  <a:lnTo>
                    <a:pt x="892578" y="608976"/>
                  </a:lnTo>
                  <a:lnTo>
                    <a:pt x="829075" y="729417"/>
                  </a:lnTo>
                  <a:lnTo>
                    <a:pt x="843571" y="854290"/>
                  </a:lnTo>
                  <a:lnTo>
                    <a:pt x="908088" y="796404"/>
                  </a:lnTo>
                  <a:lnTo>
                    <a:pt x="906361" y="836233"/>
                  </a:lnTo>
                  <a:lnTo>
                    <a:pt x="867530" y="925421"/>
                  </a:lnTo>
                  <a:lnTo>
                    <a:pt x="821902" y="907412"/>
                  </a:lnTo>
                  <a:lnTo>
                    <a:pt x="769815" y="907221"/>
                  </a:lnTo>
                  <a:lnTo>
                    <a:pt x="756859" y="962440"/>
                  </a:lnTo>
                  <a:lnTo>
                    <a:pt x="756033" y="1005557"/>
                  </a:lnTo>
                  <a:lnTo>
                    <a:pt x="825132" y="971921"/>
                  </a:lnTo>
                  <a:lnTo>
                    <a:pt x="863399" y="998744"/>
                  </a:lnTo>
                  <a:lnTo>
                    <a:pt x="881012" y="1060060"/>
                  </a:lnTo>
                  <a:lnTo>
                    <a:pt x="820400" y="1089408"/>
                  </a:lnTo>
                  <a:lnTo>
                    <a:pt x="779354" y="1093744"/>
                  </a:lnTo>
                  <a:lnTo>
                    <a:pt x="747959" y="1199654"/>
                  </a:lnTo>
                  <a:lnTo>
                    <a:pt x="773383" y="1186791"/>
                  </a:lnTo>
                  <a:lnTo>
                    <a:pt x="796290" y="1138385"/>
                  </a:lnTo>
                  <a:lnTo>
                    <a:pt x="846537" y="1152202"/>
                  </a:lnTo>
                  <a:lnTo>
                    <a:pt x="875754" y="1202561"/>
                  </a:lnTo>
                  <a:lnTo>
                    <a:pt x="966559" y="1285936"/>
                  </a:lnTo>
                  <a:lnTo>
                    <a:pt x="997316" y="1282172"/>
                  </a:lnTo>
                  <a:lnTo>
                    <a:pt x="1009633" y="1304993"/>
                  </a:lnTo>
                  <a:lnTo>
                    <a:pt x="923485" y="1305136"/>
                  </a:lnTo>
                  <a:lnTo>
                    <a:pt x="857766" y="1288461"/>
                  </a:lnTo>
                  <a:lnTo>
                    <a:pt x="807181" y="1306708"/>
                  </a:lnTo>
                  <a:lnTo>
                    <a:pt x="783560" y="1409474"/>
                  </a:lnTo>
                  <a:lnTo>
                    <a:pt x="806805" y="1466265"/>
                  </a:lnTo>
                  <a:lnTo>
                    <a:pt x="847551" y="1539540"/>
                  </a:lnTo>
                  <a:lnTo>
                    <a:pt x="920744" y="1582133"/>
                  </a:lnTo>
                  <a:lnTo>
                    <a:pt x="970953" y="1619342"/>
                  </a:lnTo>
                  <a:lnTo>
                    <a:pt x="994725" y="1604382"/>
                  </a:lnTo>
                  <a:lnTo>
                    <a:pt x="1005202" y="1577178"/>
                  </a:lnTo>
                  <a:lnTo>
                    <a:pt x="1021313" y="1568221"/>
                  </a:lnTo>
                  <a:lnTo>
                    <a:pt x="1035433" y="1607812"/>
                  </a:lnTo>
                  <a:lnTo>
                    <a:pt x="1058604" y="1589946"/>
                  </a:lnTo>
                  <a:lnTo>
                    <a:pt x="1095857" y="1545209"/>
                  </a:lnTo>
                  <a:lnTo>
                    <a:pt x="1119028" y="1538825"/>
                  </a:lnTo>
                  <a:lnTo>
                    <a:pt x="1105133" y="1581085"/>
                  </a:lnTo>
                  <a:lnTo>
                    <a:pt x="1115009" y="1637208"/>
                  </a:lnTo>
                  <a:lnTo>
                    <a:pt x="1098824" y="1683327"/>
                  </a:lnTo>
                  <a:lnTo>
                    <a:pt x="1065664" y="1726968"/>
                  </a:lnTo>
                  <a:lnTo>
                    <a:pt x="1093942" y="1748455"/>
                  </a:lnTo>
                  <a:lnTo>
                    <a:pt x="1121394" y="1755125"/>
                  </a:lnTo>
                  <a:lnTo>
                    <a:pt x="1167773" y="1807532"/>
                  </a:lnTo>
                  <a:lnTo>
                    <a:pt x="1141823" y="1860130"/>
                  </a:lnTo>
                  <a:lnTo>
                    <a:pt x="1125074" y="1919827"/>
                  </a:lnTo>
                  <a:lnTo>
                    <a:pt x="1214039" y="1917730"/>
                  </a:lnTo>
                  <a:lnTo>
                    <a:pt x="1272397" y="1937026"/>
                  </a:lnTo>
                  <a:lnTo>
                    <a:pt x="1226206" y="2066377"/>
                  </a:lnTo>
                  <a:lnTo>
                    <a:pt x="1170026" y="2129837"/>
                  </a:lnTo>
                  <a:lnTo>
                    <a:pt x="1096383" y="2263714"/>
                  </a:lnTo>
                  <a:lnTo>
                    <a:pt x="1029537" y="2479061"/>
                  </a:lnTo>
                  <a:lnTo>
                    <a:pt x="1012375" y="2610413"/>
                  </a:lnTo>
                  <a:lnTo>
                    <a:pt x="1022252" y="2660772"/>
                  </a:lnTo>
                  <a:lnTo>
                    <a:pt x="1060819" y="2719611"/>
                  </a:lnTo>
                  <a:lnTo>
                    <a:pt x="1122633" y="2578397"/>
                  </a:lnTo>
                  <a:lnTo>
                    <a:pt x="1154892" y="2452953"/>
                  </a:lnTo>
                  <a:lnTo>
                    <a:pt x="1189629" y="2406310"/>
                  </a:lnTo>
                  <a:lnTo>
                    <a:pt x="1241979" y="2364003"/>
                  </a:lnTo>
                  <a:lnTo>
                    <a:pt x="1293728" y="2345470"/>
                  </a:lnTo>
                  <a:lnTo>
                    <a:pt x="1327902" y="2322696"/>
                  </a:lnTo>
                  <a:lnTo>
                    <a:pt x="1320767" y="2251946"/>
                  </a:lnTo>
                  <a:lnTo>
                    <a:pt x="1490285" y="1867705"/>
                  </a:lnTo>
                  <a:lnTo>
                    <a:pt x="1507559" y="1828638"/>
                  </a:lnTo>
                  <a:lnTo>
                    <a:pt x="1555027" y="1766035"/>
                  </a:lnTo>
                  <a:lnTo>
                    <a:pt x="1606063" y="1655694"/>
                  </a:lnTo>
                  <a:lnTo>
                    <a:pt x="1656385" y="1643211"/>
                  </a:lnTo>
                  <a:lnTo>
                    <a:pt x="1670618" y="1601190"/>
                  </a:lnTo>
                  <a:lnTo>
                    <a:pt x="1676213" y="1517100"/>
                  </a:lnTo>
                  <a:lnTo>
                    <a:pt x="1689658" y="1495756"/>
                  </a:lnTo>
                  <a:lnTo>
                    <a:pt x="1710425" y="1477032"/>
                  </a:lnTo>
                  <a:lnTo>
                    <a:pt x="1723006" y="1492040"/>
                  </a:lnTo>
                  <a:lnTo>
                    <a:pt x="1722254" y="1535252"/>
                  </a:lnTo>
                  <a:lnTo>
                    <a:pt x="1740017" y="1518386"/>
                  </a:lnTo>
                  <a:lnTo>
                    <a:pt x="1749631" y="1476079"/>
                  </a:lnTo>
                  <a:lnTo>
                    <a:pt x="1750495" y="1447589"/>
                  </a:lnTo>
                  <a:lnTo>
                    <a:pt x="1751847" y="1400994"/>
                  </a:lnTo>
                  <a:lnTo>
                    <a:pt x="1723419" y="1327433"/>
                  </a:lnTo>
                  <a:lnTo>
                    <a:pt x="1694202" y="1307280"/>
                  </a:lnTo>
                  <a:lnTo>
                    <a:pt x="1635543" y="1315332"/>
                  </a:lnTo>
                  <a:lnTo>
                    <a:pt x="1680645" y="1275026"/>
                  </a:lnTo>
                  <a:lnTo>
                    <a:pt x="1714856" y="1186838"/>
                  </a:lnTo>
                  <a:lnTo>
                    <a:pt x="1711251" y="1133431"/>
                  </a:lnTo>
                  <a:lnTo>
                    <a:pt x="1637120" y="1092600"/>
                  </a:lnTo>
                  <a:lnTo>
                    <a:pt x="1540719" y="949004"/>
                  </a:lnTo>
                  <a:lnTo>
                    <a:pt x="1477817" y="825847"/>
                  </a:lnTo>
                  <a:lnTo>
                    <a:pt x="1462082" y="641802"/>
                  </a:lnTo>
                  <a:lnTo>
                    <a:pt x="1379651" y="523314"/>
                  </a:lnTo>
                  <a:lnTo>
                    <a:pt x="1338079" y="450991"/>
                  </a:lnTo>
                  <a:lnTo>
                    <a:pt x="1343149" y="376811"/>
                  </a:lnTo>
                  <a:lnTo>
                    <a:pt x="1332146" y="341222"/>
                  </a:lnTo>
                  <a:lnTo>
                    <a:pt x="1327526" y="291149"/>
                  </a:lnTo>
                  <a:lnTo>
                    <a:pt x="1393246" y="216397"/>
                  </a:lnTo>
                  <a:lnTo>
                    <a:pt x="1422275" y="154366"/>
                  </a:lnTo>
                  <a:lnTo>
                    <a:pt x="1455660" y="120730"/>
                  </a:lnTo>
                  <a:lnTo>
                    <a:pt x="1471320" y="104960"/>
                  </a:lnTo>
                  <a:lnTo>
                    <a:pt x="1532645" y="72658"/>
                  </a:lnTo>
                  <a:lnTo>
                    <a:pt x="1646433" y="43310"/>
                  </a:lnTo>
                  <a:lnTo>
                    <a:pt x="168443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1" name="pl11">
              <a:extLst>
                <a:ext uri="{FF2B5EF4-FFF2-40B4-BE49-F238E27FC236}">
                  <a16:creationId xmlns:a16="http://schemas.microsoft.com/office/drawing/2014/main" id="{232866C3-BCD5-46BD-6CCB-468898C236B6}"/>
                </a:ext>
              </a:extLst>
            </p:cNvPr>
            <p:cNvSpPr/>
            <p:nvPr/>
          </p:nvSpPr>
          <p:spPr>
            <a:xfrm>
              <a:off x="4538339" y="1277891"/>
              <a:ext cx="1690895" cy="1387861"/>
            </a:xfrm>
            <a:custGeom>
              <a:avLst/>
              <a:gdLst/>
              <a:ahLst/>
              <a:cxnLst/>
              <a:rect l="0" t="0" r="0" b="0"/>
              <a:pathLst>
                <a:path w="1082264" h="973826">
                  <a:moveTo>
                    <a:pt x="326570" y="0"/>
                  </a:moveTo>
                  <a:lnTo>
                    <a:pt x="323338" y="7149"/>
                  </a:lnTo>
                  <a:lnTo>
                    <a:pt x="284883" y="66988"/>
                  </a:lnTo>
                  <a:lnTo>
                    <a:pt x="131550" y="106770"/>
                  </a:lnTo>
                  <a:lnTo>
                    <a:pt x="78712" y="145838"/>
                  </a:lnTo>
                  <a:lnTo>
                    <a:pt x="40445" y="221257"/>
                  </a:lnTo>
                  <a:lnTo>
                    <a:pt x="525" y="329120"/>
                  </a:lnTo>
                  <a:lnTo>
                    <a:pt x="3830" y="397393"/>
                  </a:lnTo>
                  <a:lnTo>
                    <a:pt x="0" y="438080"/>
                  </a:lnTo>
                  <a:lnTo>
                    <a:pt x="131363" y="584773"/>
                  </a:lnTo>
                  <a:lnTo>
                    <a:pt x="225473" y="638991"/>
                  </a:lnTo>
                  <a:lnTo>
                    <a:pt x="298477" y="713552"/>
                  </a:lnTo>
                  <a:lnTo>
                    <a:pt x="364572" y="710646"/>
                  </a:lnTo>
                  <a:lnTo>
                    <a:pt x="422179" y="732705"/>
                  </a:lnTo>
                  <a:lnTo>
                    <a:pt x="482378" y="774440"/>
                  </a:lnTo>
                  <a:lnTo>
                    <a:pt x="464465" y="870346"/>
                  </a:lnTo>
                  <a:lnTo>
                    <a:pt x="438327" y="965203"/>
                  </a:lnTo>
                  <a:lnTo>
                    <a:pt x="462061" y="973826"/>
                  </a:lnTo>
                  <a:lnTo>
                    <a:pt x="561241" y="914511"/>
                  </a:lnTo>
                  <a:lnTo>
                    <a:pt x="675480" y="713552"/>
                  </a:lnTo>
                  <a:lnTo>
                    <a:pt x="707138" y="674866"/>
                  </a:lnTo>
                  <a:lnTo>
                    <a:pt x="708527" y="630892"/>
                  </a:lnTo>
                  <a:lnTo>
                    <a:pt x="727191" y="607928"/>
                  </a:lnTo>
                  <a:lnTo>
                    <a:pt x="774509" y="577913"/>
                  </a:lnTo>
                  <a:lnTo>
                    <a:pt x="807444" y="582105"/>
                  </a:lnTo>
                  <a:lnTo>
                    <a:pt x="842481" y="538559"/>
                  </a:lnTo>
                  <a:lnTo>
                    <a:pt x="856301" y="472860"/>
                  </a:lnTo>
                  <a:lnTo>
                    <a:pt x="872449" y="441368"/>
                  </a:lnTo>
                  <a:lnTo>
                    <a:pt x="859230" y="380908"/>
                  </a:lnTo>
                  <a:lnTo>
                    <a:pt x="918002" y="393486"/>
                  </a:lnTo>
                  <a:lnTo>
                    <a:pt x="974971" y="317400"/>
                  </a:lnTo>
                  <a:lnTo>
                    <a:pt x="1036822" y="207392"/>
                  </a:lnTo>
                  <a:lnTo>
                    <a:pt x="1081812" y="1003"/>
                  </a:lnTo>
                  <a:lnTo>
                    <a:pt x="108226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2" name="pl12">
              <a:extLst>
                <a:ext uri="{FF2B5EF4-FFF2-40B4-BE49-F238E27FC236}">
                  <a16:creationId xmlns:a16="http://schemas.microsoft.com/office/drawing/2014/main" id="{2317991F-B96F-A9AF-2181-29BFA15B5C64}"/>
                </a:ext>
              </a:extLst>
            </p:cNvPr>
            <p:cNvSpPr/>
            <p:nvPr/>
          </p:nvSpPr>
          <p:spPr>
            <a:xfrm>
              <a:off x="6268953" y="1277891"/>
              <a:ext cx="44784" cy="210015"/>
            </a:xfrm>
            <a:custGeom>
              <a:avLst/>
              <a:gdLst/>
              <a:ahLst/>
              <a:cxnLst/>
              <a:rect l="0" t="0" r="0" b="0"/>
              <a:pathLst>
                <a:path w="28664" h="147362">
                  <a:moveTo>
                    <a:pt x="9999" y="0"/>
                  </a:moveTo>
                  <a:lnTo>
                    <a:pt x="0" y="107390"/>
                  </a:lnTo>
                  <a:lnTo>
                    <a:pt x="3116" y="147362"/>
                  </a:lnTo>
                  <a:lnTo>
                    <a:pt x="26963" y="15724"/>
                  </a:lnTo>
                  <a:lnTo>
                    <a:pt x="2866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4" name="rc14">
              <a:extLst>
                <a:ext uri="{FF2B5EF4-FFF2-40B4-BE49-F238E27FC236}">
                  <a16:creationId xmlns:a16="http://schemas.microsoft.com/office/drawing/2014/main" id="{B86E6686-CBE1-7DBC-98AF-7F4273129499}"/>
                </a:ext>
              </a:extLst>
            </p:cNvPr>
            <p:cNvSpPr/>
            <p:nvPr/>
          </p:nvSpPr>
          <p:spPr>
            <a:xfrm>
              <a:off x="3311558" y="3910577"/>
              <a:ext cx="384048" cy="350321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" name="pt16">
              <a:extLst>
                <a:ext uri="{FF2B5EF4-FFF2-40B4-BE49-F238E27FC236}">
                  <a16:creationId xmlns:a16="http://schemas.microsoft.com/office/drawing/2014/main" id="{941B9357-CBE6-A1AB-A96D-DCB40743A6A0}"/>
                </a:ext>
              </a:extLst>
            </p:cNvPr>
            <p:cNvSpPr/>
            <p:nvPr/>
          </p:nvSpPr>
          <p:spPr>
            <a:xfrm>
              <a:off x="4257570" y="4404590"/>
              <a:ext cx="402336" cy="367003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" name="pt17">
              <a:extLst>
                <a:ext uri="{FF2B5EF4-FFF2-40B4-BE49-F238E27FC236}">
                  <a16:creationId xmlns:a16="http://schemas.microsoft.com/office/drawing/2014/main" id="{55D4E11A-DE6E-A13A-D040-12FB6C0FE296}"/>
                </a:ext>
              </a:extLst>
            </p:cNvPr>
            <p:cNvSpPr/>
            <p:nvPr/>
          </p:nvSpPr>
          <p:spPr>
            <a:xfrm>
              <a:off x="5159884" y="2378559"/>
              <a:ext cx="402336" cy="367003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" name="pt18">
              <a:extLst>
                <a:ext uri="{FF2B5EF4-FFF2-40B4-BE49-F238E27FC236}">
                  <a16:creationId xmlns:a16="http://schemas.microsoft.com/office/drawing/2014/main" id="{A9FB67C4-A939-536C-3843-78C3466F2382}"/>
                </a:ext>
              </a:extLst>
            </p:cNvPr>
            <p:cNvSpPr/>
            <p:nvPr/>
          </p:nvSpPr>
          <p:spPr>
            <a:xfrm>
              <a:off x="4434194" y="1876381"/>
              <a:ext cx="402336" cy="367003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" name="pt19">
              <a:extLst>
                <a:ext uri="{FF2B5EF4-FFF2-40B4-BE49-F238E27FC236}">
                  <a16:creationId xmlns:a16="http://schemas.microsoft.com/office/drawing/2014/main" id="{6FCC5F6F-BCD4-2F72-96BD-10AC0536CB04}"/>
                </a:ext>
              </a:extLst>
            </p:cNvPr>
            <p:cNvSpPr/>
            <p:nvPr/>
          </p:nvSpPr>
          <p:spPr>
            <a:xfrm>
              <a:off x="3177492" y="5173299"/>
              <a:ext cx="402336" cy="367003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" name="pt20">
              <a:extLst>
                <a:ext uri="{FF2B5EF4-FFF2-40B4-BE49-F238E27FC236}">
                  <a16:creationId xmlns:a16="http://schemas.microsoft.com/office/drawing/2014/main" id="{C566D9F3-F627-0055-FC09-CFCE8305DDE2}"/>
                </a:ext>
              </a:extLst>
            </p:cNvPr>
            <p:cNvSpPr/>
            <p:nvPr/>
          </p:nvSpPr>
          <p:spPr>
            <a:xfrm>
              <a:off x="3090067" y="5055013"/>
              <a:ext cx="402336" cy="367003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" name="pt21">
              <a:extLst>
                <a:ext uri="{FF2B5EF4-FFF2-40B4-BE49-F238E27FC236}">
                  <a16:creationId xmlns:a16="http://schemas.microsoft.com/office/drawing/2014/main" id="{072E883C-7CE6-21EF-5609-DB29129F0211}"/>
                </a:ext>
              </a:extLst>
            </p:cNvPr>
            <p:cNvSpPr/>
            <p:nvPr/>
          </p:nvSpPr>
          <p:spPr>
            <a:xfrm>
              <a:off x="2680134" y="3402900"/>
              <a:ext cx="402336" cy="367003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" name="pg22">
              <a:extLst>
                <a:ext uri="{FF2B5EF4-FFF2-40B4-BE49-F238E27FC236}">
                  <a16:creationId xmlns:a16="http://schemas.microsoft.com/office/drawing/2014/main" id="{8F41982B-A248-EAE3-5ECD-B95A1822A72B}"/>
                </a:ext>
              </a:extLst>
            </p:cNvPr>
            <p:cNvSpPr/>
            <p:nvPr/>
          </p:nvSpPr>
          <p:spPr>
            <a:xfrm>
              <a:off x="3008115" y="3841700"/>
              <a:ext cx="438912" cy="367003"/>
            </a:xfrm>
            <a:custGeom>
              <a:avLst/>
              <a:gdLst/>
              <a:ahLst/>
              <a:cxnLst/>
              <a:rect l="0" t="0" r="0" b="0"/>
              <a:pathLst>
                <a:path w="194617" h="168543">
                  <a:moveTo>
                    <a:pt x="97308" y="0"/>
                  </a:moveTo>
                  <a:lnTo>
                    <a:pt x="194617" y="168543"/>
                  </a:lnTo>
                  <a:lnTo>
                    <a:pt x="0" y="168543"/>
                  </a:lnTo>
                  <a:close/>
                </a:path>
              </a:pathLst>
            </a:cu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" name="pl24">
              <a:extLst>
                <a:ext uri="{FF2B5EF4-FFF2-40B4-BE49-F238E27FC236}">
                  <a16:creationId xmlns:a16="http://schemas.microsoft.com/office/drawing/2014/main" id="{65762EC1-F3A1-2F4A-5C75-3314FAFC3256}"/>
                </a:ext>
              </a:extLst>
            </p:cNvPr>
            <p:cNvSpPr/>
            <p:nvPr/>
          </p:nvSpPr>
          <p:spPr>
            <a:xfrm flipV="1">
              <a:off x="3555185" y="4001838"/>
              <a:ext cx="536440" cy="71609"/>
            </a:xfrm>
            <a:custGeom>
              <a:avLst/>
              <a:gdLst/>
              <a:ahLst/>
              <a:cxnLst/>
              <a:rect l="0" t="0" r="0" b="0"/>
              <a:pathLst>
                <a:path w="420893" h="2">
                  <a:moveTo>
                    <a:pt x="420893" y="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" name="pl30">
              <a:extLst>
                <a:ext uri="{FF2B5EF4-FFF2-40B4-BE49-F238E27FC236}">
                  <a16:creationId xmlns:a16="http://schemas.microsoft.com/office/drawing/2014/main" id="{7113E0F3-B2D3-C8C7-4B9C-EFFF74304340}"/>
                </a:ext>
              </a:extLst>
            </p:cNvPr>
            <p:cNvSpPr/>
            <p:nvPr/>
          </p:nvSpPr>
          <p:spPr>
            <a:xfrm>
              <a:off x="3151098" y="3237368"/>
              <a:ext cx="62861" cy="751855"/>
            </a:xfrm>
            <a:custGeom>
              <a:avLst/>
              <a:gdLst/>
              <a:ahLst/>
              <a:cxnLst/>
              <a:rect l="0" t="0" r="0" b="0"/>
              <a:pathLst>
                <a:path w="185611" h="147492">
                  <a:moveTo>
                    <a:pt x="0" y="0"/>
                  </a:moveTo>
                  <a:lnTo>
                    <a:pt x="185611" y="14749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9" name="pl39">
              <a:extLst>
                <a:ext uri="{FF2B5EF4-FFF2-40B4-BE49-F238E27FC236}">
                  <a16:creationId xmlns:a16="http://schemas.microsoft.com/office/drawing/2014/main" id="{A43DBD7E-9C51-AC6D-BE1D-527FD1A59948}"/>
                </a:ext>
              </a:extLst>
            </p:cNvPr>
            <p:cNvSpPr/>
            <p:nvPr/>
          </p:nvSpPr>
          <p:spPr>
            <a:xfrm>
              <a:off x="1735851" y="1277891"/>
              <a:ext cx="0" cy="5450503"/>
            </a:xfrm>
            <a:custGeom>
              <a:avLst/>
              <a:gdLst/>
              <a:ahLst/>
              <a:cxnLst/>
              <a:rect l="0" t="0" r="0" b="0"/>
              <a:pathLst>
                <a:path h="3824476">
                  <a:moveTo>
                    <a:pt x="0" y="382447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50" name="pl68">
              <a:extLst>
                <a:ext uri="{FF2B5EF4-FFF2-40B4-BE49-F238E27FC236}">
                  <a16:creationId xmlns:a16="http://schemas.microsoft.com/office/drawing/2014/main" id="{BB055F96-8C0B-5F26-87CE-497C2EAA0E4C}"/>
                </a:ext>
              </a:extLst>
            </p:cNvPr>
            <p:cNvSpPr/>
            <p:nvPr/>
          </p:nvSpPr>
          <p:spPr>
            <a:xfrm>
              <a:off x="1735851" y="6728393"/>
              <a:ext cx="6120680" cy="0"/>
            </a:xfrm>
            <a:custGeom>
              <a:avLst/>
              <a:gdLst/>
              <a:ahLst/>
              <a:cxnLst/>
              <a:rect l="0" t="0" r="0" b="0"/>
              <a:pathLst>
                <a:path w="3917565">
                  <a:moveTo>
                    <a:pt x="0" y="0"/>
                  </a:moveTo>
                  <a:lnTo>
                    <a:pt x="391756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64" name="pl39">
              <a:extLst>
                <a:ext uri="{FF2B5EF4-FFF2-40B4-BE49-F238E27FC236}">
                  <a16:creationId xmlns:a16="http://schemas.microsoft.com/office/drawing/2014/main" id="{2B8D8BD6-5211-F4E1-CDC9-79C8BAC17FD9}"/>
                </a:ext>
              </a:extLst>
            </p:cNvPr>
            <p:cNvSpPr/>
            <p:nvPr/>
          </p:nvSpPr>
          <p:spPr>
            <a:xfrm>
              <a:off x="7853187" y="1244179"/>
              <a:ext cx="0" cy="5484214"/>
            </a:xfrm>
            <a:custGeom>
              <a:avLst/>
              <a:gdLst/>
              <a:ahLst/>
              <a:cxnLst/>
              <a:rect l="0" t="0" r="0" b="0"/>
              <a:pathLst>
                <a:path h="3824476">
                  <a:moveTo>
                    <a:pt x="0" y="382447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cxnSp>
          <p:nvCxnSpPr>
            <p:cNvPr id="3270" name="Straight Connector 3269">
              <a:extLst>
                <a:ext uri="{FF2B5EF4-FFF2-40B4-BE49-F238E27FC236}">
                  <a16:creationId xmlns:a16="http://schemas.microsoft.com/office/drawing/2014/main" id="{D8734349-9169-8BA5-DF86-609E9ACAAF5C}"/>
                </a:ext>
              </a:extLst>
            </p:cNvPr>
            <p:cNvCxnSpPr>
              <a:cxnSpLocks/>
            </p:cNvCxnSpPr>
            <p:nvPr/>
          </p:nvCxnSpPr>
          <p:spPr>
            <a:xfrm>
              <a:off x="7856531" y="1275529"/>
              <a:ext cx="1234440" cy="37794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65" name="pl68">
              <a:extLst>
                <a:ext uri="{FF2B5EF4-FFF2-40B4-BE49-F238E27FC236}">
                  <a16:creationId xmlns:a16="http://schemas.microsoft.com/office/drawing/2014/main" id="{9BCF53C4-7193-6EA6-EBA6-1FA35AD9C0F7}"/>
                </a:ext>
              </a:extLst>
            </p:cNvPr>
            <p:cNvSpPr/>
            <p:nvPr/>
          </p:nvSpPr>
          <p:spPr>
            <a:xfrm>
              <a:off x="1735851" y="1244179"/>
              <a:ext cx="6120680" cy="0"/>
            </a:xfrm>
            <a:custGeom>
              <a:avLst/>
              <a:gdLst/>
              <a:ahLst/>
              <a:cxnLst/>
              <a:rect l="0" t="0" r="0" b="0"/>
              <a:pathLst>
                <a:path w="3917565">
                  <a:moveTo>
                    <a:pt x="0" y="0"/>
                  </a:moveTo>
                  <a:lnTo>
                    <a:pt x="391756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5" name="rc15">
              <a:extLst>
                <a:ext uri="{FF2B5EF4-FFF2-40B4-BE49-F238E27FC236}">
                  <a16:creationId xmlns:a16="http://schemas.microsoft.com/office/drawing/2014/main" id="{4F6E1D10-7A1A-5A56-76E3-E78D14857C7A}"/>
                </a:ext>
              </a:extLst>
            </p:cNvPr>
            <p:cNvSpPr/>
            <p:nvPr/>
          </p:nvSpPr>
          <p:spPr>
            <a:xfrm>
              <a:off x="3266536" y="4929891"/>
              <a:ext cx="384048" cy="350321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3" name="rc13">
              <a:extLst>
                <a:ext uri="{FF2B5EF4-FFF2-40B4-BE49-F238E27FC236}">
                  <a16:creationId xmlns:a16="http://schemas.microsoft.com/office/drawing/2014/main" id="{9FE47026-E7D5-4AC3-72F0-595E0605A08A}"/>
                </a:ext>
              </a:extLst>
            </p:cNvPr>
            <p:cNvSpPr/>
            <p:nvPr/>
          </p:nvSpPr>
          <p:spPr>
            <a:xfrm>
              <a:off x="2720083" y="4980345"/>
              <a:ext cx="384048" cy="350321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6" name="pl36">
              <a:extLst>
                <a:ext uri="{FF2B5EF4-FFF2-40B4-BE49-F238E27FC236}">
                  <a16:creationId xmlns:a16="http://schemas.microsoft.com/office/drawing/2014/main" id="{2BA5651C-E6B6-BE44-F0A9-11C1B3E8906F}"/>
                </a:ext>
              </a:extLst>
            </p:cNvPr>
            <p:cNvSpPr/>
            <p:nvPr/>
          </p:nvSpPr>
          <p:spPr>
            <a:xfrm>
              <a:off x="2899690" y="5149854"/>
              <a:ext cx="304064" cy="876493"/>
            </a:xfrm>
            <a:custGeom>
              <a:avLst/>
              <a:gdLst/>
              <a:ahLst/>
              <a:cxnLst/>
              <a:rect l="0" t="0" r="0" b="0"/>
              <a:pathLst>
                <a:path w="114587" h="656102">
                  <a:moveTo>
                    <a:pt x="114587" y="6561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" name="pl25">
              <a:extLst>
                <a:ext uri="{FF2B5EF4-FFF2-40B4-BE49-F238E27FC236}">
                  <a16:creationId xmlns:a16="http://schemas.microsoft.com/office/drawing/2014/main" id="{70968644-7964-6E00-4D80-9CEE1408C9C1}"/>
                </a:ext>
              </a:extLst>
            </p:cNvPr>
            <p:cNvSpPr/>
            <p:nvPr/>
          </p:nvSpPr>
          <p:spPr>
            <a:xfrm>
              <a:off x="3555185" y="5021146"/>
              <a:ext cx="463593" cy="41704"/>
            </a:xfrm>
            <a:custGeom>
              <a:avLst/>
              <a:gdLst/>
              <a:ahLst/>
              <a:cxnLst/>
              <a:rect l="0" t="0" r="0" b="0"/>
              <a:pathLst>
                <a:path w="409282" h="1">
                  <a:moveTo>
                    <a:pt x="409282" y="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" name="pg23">
              <a:extLst>
                <a:ext uri="{FF2B5EF4-FFF2-40B4-BE49-F238E27FC236}">
                  <a16:creationId xmlns:a16="http://schemas.microsoft.com/office/drawing/2014/main" id="{F8BA0AE6-20D8-FF89-6056-7CD21C6E0870}"/>
                </a:ext>
              </a:extLst>
            </p:cNvPr>
            <p:cNvSpPr/>
            <p:nvPr/>
          </p:nvSpPr>
          <p:spPr>
            <a:xfrm>
              <a:off x="3034303" y="4861012"/>
              <a:ext cx="438912" cy="367003"/>
            </a:xfrm>
            <a:custGeom>
              <a:avLst/>
              <a:gdLst/>
              <a:ahLst/>
              <a:cxnLst/>
              <a:rect l="0" t="0" r="0" b="0"/>
              <a:pathLst>
                <a:path w="194617" h="168543">
                  <a:moveTo>
                    <a:pt x="97308" y="0"/>
                  </a:moveTo>
                  <a:lnTo>
                    <a:pt x="194617" y="168543"/>
                  </a:lnTo>
                  <a:lnTo>
                    <a:pt x="0" y="168543"/>
                  </a:lnTo>
                  <a:close/>
                </a:path>
              </a:pathLst>
            </a:custGeom>
            <a:solidFill>
              <a:srgbClr val="1D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" name="pl31">
              <a:extLst>
                <a:ext uri="{FF2B5EF4-FFF2-40B4-BE49-F238E27FC236}">
                  <a16:creationId xmlns:a16="http://schemas.microsoft.com/office/drawing/2014/main" id="{33D34EB9-8F48-09E5-4004-96AFDD8D8B09}"/>
                </a:ext>
              </a:extLst>
            </p:cNvPr>
            <p:cNvSpPr/>
            <p:nvPr/>
          </p:nvSpPr>
          <p:spPr>
            <a:xfrm>
              <a:off x="2971153" y="4449833"/>
              <a:ext cx="285699" cy="632117"/>
            </a:xfrm>
            <a:custGeom>
              <a:avLst/>
              <a:gdLst/>
              <a:ahLst/>
              <a:cxnLst/>
              <a:rect l="0" t="0" r="0" b="0"/>
              <a:pathLst>
                <a:path w="127767" h="137046">
                  <a:moveTo>
                    <a:pt x="0" y="0"/>
                  </a:moveTo>
                  <a:lnTo>
                    <a:pt x="127767" y="13704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grpSp>
          <p:nvGrpSpPr>
            <p:cNvPr id="3274" name="Group 3273">
              <a:extLst>
                <a:ext uri="{FF2B5EF4-FFF2-40B4-BE49-F238E27FC236}">
                  <a16:creationId xmlns:a16="http://schemas.microsoft.com/office/drawing/2014/main" id="{C342C71D-D01E-3C0D-2CF5-B58621691AEF}"/>
                </a:ext>
              </a:extLst>
            </p:cNvPr>
            <p:cNvGrpSpPr/>
            <p:nvPr/>
          </p:nvGrpSpPr>
          <p:grpSpPr>
            <a:xfrm>
              <a:off x="4023059" y="4849682"/>
              <a:ext cx="1633666" cy="519589"/>
              <a:chOff x="5243737" y="7102042"/>
              <a:chExt cx="1633666" cy="569611"/>
            </a:xfrm>
          </p:grpSpPr>
          <p:sp>
            <p:nvSpPr>
              <p:cNvPr id="3273" name="pg1554">
                <a:extLst>
                  <a:ext uri="{FF2B5EF4-FFF2-40B4-BE49-F238E27FC236}">
                    <a16:creationId xmlns:a16="http://schemas.microsoft.com/office/drawing/2014/main" id="{62133471-1908-53B5-84E4-84998F841B0F}"/>
                  </a:ext>
                </a:extLst>
              </p:cNvPr>
              <p:cNvSpPr/>
              <p:nvPr/>
            </p:nvSpPr>
            <p:spPr>
              <a:xfrm>
                <a:off x="5243737" y="7102042"/>
                <a:ext cx="1633666" cy="569611"/>
              </a:xfrm>
              <a:custGeom>
                <a:avLst/>
                <a:gdLst/>
                <a:ahLst/>
                <a:cxnLst/>
                <a:rect l="0" t="0" r="0" b="0"/>
                <a:pathLst>
                  <a:path w="550468" h="191932">
                    <a:moveTo>
                      <a:pt x="27431" y="191932"/>
                    </a:moveTo>
                    <a:lnTo>
                      <a:pt x="523036" y="191932"/>
                    </a:lnTo>
                    <a:lnTo>
                      <a:pt x="521932" y="191910"/>
                    </a:lnTo>
                    <a:lnTo>
                      <a:pt x="526343" y="191732"/>
                    </a:lnTo>
                    <a:lnTo>
                      <a:pt x="530668" y="190849"/>
                    </a:lnTo>
                    <a:lnTo>
                      <a:pt x="534796" y="189284"/>
                    </a:lnTo>
                    <a:lnTo>
                      <a:pt x="538619" y="187076"/>
                    </a:lnTo>
                    <a:lnTo>
                      <a:pt x="542039" y="184284"/>
                    </a:lnTo>
                    <a:lnTo>
                      <a:pt x="544967" y="180980"/>
                    </a:lnTo>
                    <a:lnTo>
                      <a:pt x="547326" y="177248"/>
                    </a:lnTo>
                    <a:lnTo>
                      <a:pt x="549057" y="173187"/>
                    </a:lnTo>
                    <a:lnTo>
                      <a:pt x="550113" y="168900"/>
                    </a:lnTo>
                    <a:lnTo>
                      <a:pt x="550468" y="164500"/>
                    </a:lnTo>
                    <a:lnTo>
                      <a:pt x="550468" y="27432"/>
                    </a:lnTo>
                    <a:lnTo>
                      <a:pt x="550113" y="23031"/>
                    </a:lnTo>
                    <a:lnTo>
                      <a:pt x="549057" y="18745"/>
                    </a:lnTo>
                    <a:lnTo>
                      <a:pt x="547326" y="14683"/>
                    </a:lnTo>
                    <a:lnTo>
                      <a:pt x="544967" y="10952"/>
                    </a:lnTo>
                    <a:lnTo>
                      <a:pt x="542039" y="7647"/>
                    </a:lnTo>
                    <a:lnTo>
                      <a:pt x="538619" y="4855"/>
                    </a:lnTo>
                    <a:lnTo>
                      <a:pt x="534796" y="2648"/>
                    </a:lnTo>
                    <a:lnTo>
                      <a:pt x="530668" y="1083"/>
                    </a:lnTo>
                    <a:lnTo>
                      <a:pt x="526343" y="200"/>
                    </a:lnTo>
                    <a:lnTo>
                      <a:pt x="523036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5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2"/>
                    </a:lnTo>
                    <a:lnTo>
                      <a:pt x="0" y="164500"/>
                    </a:lnTo>
                    <a:lnTo>
                      <a:pt x="88" y="162293"/>
                    </a:lnTo>
                    <a:lnTo>
                      <a:pt x="88" y="166707"/>
                    </a:lnTo>
                    <a:lnTo>
                      <a:pt x="797" y="171065"/>
                    </a:lnTo>
                    <a:lnTo>
                      <a:pt x="2195" y="175252"/>
                    </a:lnTo>
                    <a:lnTo>
                      <a:pt x="4246" y="179162"/>
                    </a:lnTo>
                    <a:lnTo>
                      <a:pt x="6898" y="182691"/>
                    </a:lnTo>
                    <a:lnTo>
                      <a:pt x="10082" y="185749"/>
                    </a:lnTo>
                    <a:lnTo>
                      <a:pt x="13715" y="188257"/>
                    </a:lnTo>
                    <a:lnTo>
                      <a:pt x="17704" y="190149"/>
                    </a:lnTo>
                    <a:lnTo>
                      <a:pt x="21944" y="191378"/>
                    </a:lnTo>
                    <a:lnTo>
                      <a:pt x="26327" y="191910"/>
                    </a:lnTo>
                    <a:close/>
                  </a:path>
                </a:pathLst>
              </a:custGeom>
              <a:solidFill>
                <a:schemeClr val="bg1"/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5442"/>
              </a:p>
            </p:txBody>
          </p:sp>
          <p:sp>
            <p:nvSpPr>
              <p:cNvPr id="29" name="tx29">
                <a:extLst>
                  <a:ext uri="{FF2B5EF4-FFF2-40B4-BE49-F238E27FC236}">
                    <a16:creationId xmlns:a16="http://schemas.microsoft.com/office/drawing/2014/main" id="{9D55C3B4-8C42-C21F-0F53-D995A3C54ECA}"/>
                  </a:ext>
                </a:extLst>
              </p:cNvPr>
              <p:cNvSpPr/>
              <p:nvPr/>
            </p:nvSpPr>
            <p:spPr>
              <a:xfrm>
                <a:off x="5592265" y="7346564"/>
                <a:ext cx="936609" cy="15700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1655"/>
                  </a:lnSpc>
                </a:pPr>
                <a:r>
                  <a:rPr sz="24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S2-DEBY</a:t>
                </a:r>
              </a:p>
            </p:txBody>
          </p:sp>
        </p:grpSp>
        <p:grpSp>
          <p:nvGrpSpPr>
            <p:cNvPr id="3275" name="Group 3274">
              <a:extLst>
                <a:ext uri="{FF2B5EF4-FFF2-40B4-BE49-F238E27FC236}">
                  <a16:creationId xmlns:a16="http://schemas.microsoft.com/office/drawing/2014/main" id="{14D75D68-1F0D-274A-AD6A-F3B1CC9C2F2F}"/>
                </a:ext>
              </a:extLst>
            </p:cNvPr>
            <p:cNvGrpSpPr/>
            <p:nvPr/>
          </p:nvGrpSpPr>
          <p:grpSpPr>
            <a:xfrm>
              <a:off x="3077385" y="6017644"/>
              <a:ext cx="1633666" cy="519589"/>
              <a:chOff x="5243737" y="7102042"/>
              <a:chExt cx="1633666" cy="569611"/>
            </a:xfrm>
          </p:grpSpPr>
          <p:sp>
            <p:nvSpPr>
              <p:cNvPr id="3276" name="pg1554">
                <a:extLst>
                  <a:ext uri="{FF2B5EF4-FFF2-40B4-BE49-F238E27FC236}">
                    <a16:creationId xmlns:a16="http://schemas.microsoft.com/office/drawing/2014/main" id="{5A6DC36B-DB04-98F0-C5EB-8566A47CC271}"/>
                  </a:ext>
                </a:extLst>
              </p:cNvPr>
              <p:cNvSpPr/>
              <p:nvPr/>
            </p:nvSpPr>
            <p:spPr>
              <a:xfrm>
                <a:off x="5243737" y="7102042"/>
                <a:ext cx="1633666" cy="569611"/>
              </a:xfrm>
              <a:custGeom>
                <a:avLst/>
                <a:gdLst/>
                <a:ahLst/>
                <a:cxnLst/>
                <a:rect l="0" t="0" r="0" b="0"/>
                <a:pathLst>
                  <a:path w="550468" h="191932">
                    <a:moveTo>
                      <a:pt x="27431" y="191932"/>
                    </a:moveTo>
                    <a:lnTo>
                      <a:pt x="523036" y="191932"/>
                    </a:lnTo>
                    <a:lnTo>
                      <a:pt x="521932" y="191910"/>
                    </a:lnTo>
                    <a:lnTo>
                      <a:pt x="526343" y="191732"/>
                    </a:lnTo>
                    <a:lnTo>
                      <a:pt x="530668" y="190849"/>
                    </a:lnTo>
                    <a:lnTo>
                      <a:pt x="534796" y="189284"/>
                    </a:lnTo>
                    <a:lnTo>
                      <a:pt x="538619" y="187076"/>
                    </a:lnTo>
                    <a:lnTo>
                      <a:pt x="542039" y="184284"/>
                    </a:lnTo>
                    <a:lnTo>
                      <a:pt x="544967" y="180980"/>
                    </a:lnTo>
                    <a:lnTo>
                      <a:pt x="547326" y="177248"/>
                    </a:lnTo>
                    <a:lnTo>
                      <a:pt x="549057" y="173187"/>
                    </a:lnTo>
                    <a:lnTo>
                      <a:pt x="550113" y="168900"/>
                    </a:lnTo>
                    <a:lnTo>
                      <a:pt x="550468" y="164500"/>
                    </a:lnTo>
                    <a:lnTo>
                      <a:pt x="550468" y="27432"/>
                    </a:lnTo>
                    <a:lnTo>
                      <a:pt x="550113" y="23031"/>
                    </a:lnTo>
                    <a:lnTo>
                      <a:pt x="549057" y="18745"/>
                    </a:lnTo>
                    <a:lnTo>
                      <a:pt x="547326" y="14683"/>
                    </a:lnTo>
                    <a:lnTo>
                      <a:pt x="544967" y="10952"/>
                    </a:lnTo>
                    <a:lnTo>
                      <a:pt x="542039" y="7647"/>
                    </a:lnTo>
                    <a:lnTo>
                      <a:pt x="538619" y="4855"/>
                    </a:lnTo>
                    <a:lnTo>
                      <a:pt x="534796" y="2648"/>
                    </a:lnTo>
                    <a:lnTo>
                      <a:pt x="530668" y="1083"/>
                    </a:lnTo>
                    <a:lnTo>
                      <a:pt x="526343" y="200"/>
                    </a:lnTo>
                    <a:lnTo>
                      <a:pt x="523036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5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2"/>
                    </a:lnTo>
                    <a:lnTo>
                      <a:pt x="0" y="164500"/>
                    </a:lnTo>
                    <a:lnTo>
                      <a:pt x="88" y="162293"/>
                    </a:lnTo>
                    <a:lnTo>
                      <a:pt x="88" y="166707"/>
                    </a:lnTo>
                    <a:lnTo>
                      <a:pt x="797" y="171065"/>
                    </a:lnTo>
                    <a:lnTo>
                      <a:pt x="2195" y="175252"/>
                    </a:lnTo>
                    <a:lnTo>
                      <a:pt x="4246" y="179162"/>
                    </a:lnTo>
                    <a:lnTo>
                      <a:pt x="6898" y="182691"/>
                    </a:lnTo>
                    <a:lnTo>
                      <a:pt x="10082" y="185749"/>
                    </a:lnTo>
                    <a:lnTo>
                      <a:pt x="13715" y="188257"/>
                    </a:lnTo>
                    <a:lnTo>
                      <a:pt x="17704" y="190149"/>
                    </a:lnTo>
                    <a:lnTo>
                      <a:pt x="21944" y="191378"/>
                    </a:lnTo>
                    <a:lnTo>
                      <a:pt x="26327" y="191910"/>
                    </a:lnTo>
                    <a:close/>
                  </a:path>
                </a:pathLst>
              </a:custGeom>
              <a:solidFill>
                <a:schemeClr val="bg1"/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5442" dirty="0"/>
              </a:p>
            </p:txBody>
          </p:sp>
          <p:sp>
            <p:nvSpPr>
              <p:cNvPr id="3277" name="tx29">
                <a:extLst>
                  <a:ext uri="{FF2B5EF4-FFF2-40B4-BE49-F238E27FC236}">
                    <a16:creationId xmlns:a16="http://schemas.microsoft.com/office/drawing/2014/main" id="{AA18F5FD-B141-65AE-8312-30D2FF1C32FC}"/>
                  </a:ext>
                </a:extLst>
              </p:cNvPr>
              <p:cNvSpPr/>
              <p:nvPr/>
            </p:nvSpPr>
            <p:spPr>
              <a:xfrm>
                <a:off x="5592265" y="7346564"/>
                <a:ext cx="936609" cy="15700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1655"/>
                  </a:lnSpc>
                </a:pPr>
                <a:r>
                  <a:rPr lang="en-US" sz="24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W4-VA</a:t>
                </a:r>
                <a:endPara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endParaRPr>
              </a:p>
            </p:txBody>
          </p:sp>
        </p:grpSp>
        <p:grpSp>
          <p:nvGrpSpPr>
            <p:cNvPr id="3278" name="Group 3277">
              <a:extLst>
                <a:ext uri="{FF2B5EF4-FFF2-40B4-BE49-F238E27FC236}">
                  <a16:creationId xmlns:a16="http://schemas.microsoft.com/office/drawing/2014/main" id="{A7A1310A-E9F3-BD97-2204-C2FED737BA69}"/>
                </a:ext>
              </a:extLst>
            </p:cNvPr>
            <p:cNvGrpSpPr/>
            <p:nvPr/>
          </p:nvGrpSpPr>
          <p:grpSpPr>
            <a:xfrm>
              <a:off x="1825401" y="4288073"/>
              <a:ext cx="1633666" cy="519589"/>
              <a:chOff x="5243737" y="7102042"/>
              <a:chExt cx="1633666" cy="569611"/>
            </a:xfrm>
          </p:grpSpPr>
          <p:sp>
            <p:nvSpPr>
              <p:cNvPr id="3279" name="pg1554">
                <a:extLst>
                  <a:ext uri="{FF2B5EF4-FFF2-40B4-BE49-F238E27FC236}">
                    <a16:creationId xmlns:a16="http://schemas.microsoft.com/office/drawing/2014/main" id="{CAA0F19E-C4E8-DCEA-2454-D8149ACA0F31}"/>
                  </a:ext>
                </a:extLst>
              </p:cNvPr>
              <p:cNvSpPr/>
              <p:nvPr/>
            </p:nvSpPr>
            <p:spPr>
              <a:xfrm>
                <a:off x="5243737" y="7102042"/>
                <a:ext cx="1633666" cy="569611"/>
              </a:xfrm>
              <a:custGeom>
                <a:avLst/>
                <a:gdLst/>
                <a:ahLst/>
                <a:cxnLst/>
                <a:rect l="0" t="0" r="0" b="0"/>
                <a:pathLst>
                  <a:path w="550468" h="191932">
                    <a:moveTo>
                      <a:pt x="27431" y="191932"/>
                    </a:moveTo>
                    <a:lnTo>
                      <a:pt x="523036" y="191932"/>
                    </a:lnTo>
                    <a:lnTo>
                      <a:pt x="521932" y="191910"/>
                    </a:lnTo>
                    <a:lnTo>
                      <a:pt x="526343" y="191732"/>
                    </a:lnTo>
                    <a:lnTo>
                      <a:pt x="530668" y="190849"/>
                    </a:lnTo>
                    <a:lnTo>
                      <a:pt x="534796" y="189284"/>
                    </a:lnTo>
                    <a:lnTo>
                      <a:pt x="538619" y="187076"/>
                    </a:lnTo>
                    <a:lnTo>
                      <a:pt x="542039" y="184284"/>
                    </a:lnTo>
                    <a:lnTo>
                      <a:pt x="544967" y="180980"/>
                    </a:lnTo>
                    <a:lnTo>
                      <a:pt x="547326" y="177248"/>
                    </a:lnTo>
                    <a:lnTo>
                      <a:pt x="549057" y="173187"/>
                    </a:lnTo>
                    <a:lnTo>
                      <a:pt x="550113" y="168900"/>
                    </a:lnTo>
                    <a:lnTo>
                      <a:pt x="550468" y="164500"/>
                    </a:lnTo>
                    <a:lnTo>
                      <a:pt x="550468" y="27432"/>
                    </a:lnTo>
                    <a:lnTo>
                      <a:pt x="550113" y="23031"/>
                    </a:lnTo>
                    <a:lnTo>
                      <a:pt x="549057" y="18745"/>
                    </a:lnTo>
                    <a:lnTo>
                      <a:pt x="547326" y="14683"/>
                    </a:lnTo>
                    <a:lnTo>
                      <a:pt x="544967" y="10952"/>
                    </a:lnTo>
                    <a:lnTo>
                      <a:pt x="542039" y="7647"/>
                    </a:lnTo>
                    <a:lnTo>
                      <a:pt x="538619" y="4855"/>
                    </a:lnTo>
                    <a:lnTo>
                      <a:pt x="534796" y="2648"/>
                    </a:lnTo>
                    <a:lnTo>
                      <a:pt x="530668" y="1083"/>
                    </a:lnTo>
                    <a:lnTo>
                      <a:pt x="526343" y="200"/>
                    </a:lnTo>
                    <a:lnTo>
                      <a:pt x="523036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5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2"/>
                    </a:lnTo>
                    <a:lnTo>
                      <a:pt x="0" y="164500"/>
                    </a:lnTo>
                    <a:lnTo>
                      <a:pt x="88" y="162293"/>
                    </a:lnTo>
                    <a:lnTo>
                      <a:pt x="88" y="166707"/>
                    </a:lnTo>
                    <a:lnTo>
                      <a:pt x="797" y="171065"/>
                    </a:lnTo>
                    <a:lnTo>
                      <a:pt x="2195" y="175252"/>
                    </a:lnTo>
                    <a:lnTo>
                      <a:pt x="4246" y="179162"/>
                    </a:lnTo>
                    <a:lnTo>
                      <a:pt x="6898" y="182691"/>
                    </a:lnTo>
                    <a:lnTo>
                      <a:pt x="10082" y="185749"/>
                    </a:lnTo>
                    <a:lnTo>
                      <a:pt x="13715" y="188257"/>
                    </a:lnTo>
                    <a:lnTo>
                      <a:pt x="17704" y="190149"/>
                    </a:lnTo>
                    <a:lnTo>
                      <a:pt x="21944" y="191378"/>
                    </a:lnTo>
                    <a:lnTo>
                      <a:pt x="26327" y="191910"/>
                    </a:lnTo>
                    <a:close/>
                  </a:path>
                </a:pathLst>
              </a:custGeom>
              <a:solidFill>
                <a:schemeClr val="bg1"/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5442"/>
              </a:p>
            </p:txBody>
          </p:sp>
          <p:sp>
            <p:nvSpPr>
              <p:cNvPr id="3280" name="tx29">
                <a:extLst>
                  <a:ext uri="{FF2B5EF4-FFF2-40B4-BE49-F238E27FC236}">
                    <a16:creationId xmlns:a16="http://schemas.microsoft.com/office/drawing/2014/main" id="{009AAAD5-A055-EDAD-EA1A-876CAEA2B9CA}"/>
                  </a:ext>
                </a:extLst>
              </p:cNvPr>
              <p:cNvSpPr/>
              <p:nvPr/>
            </p:nvSpPr>
            <p:spPr>
              <a:xfrm>
                <a:off x="5592265" y="7346564"/>
                <a:ext cx="936609" cy="15700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1655"/>
                  </a:lnSpc>
                </a:pPr>
                <a:r>
                  <a:rPr lang="en-US" sz="24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York River</a:t>
                </a:r>
                <a:endPara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endParaRPr>
              </a:p>
            </p:txBody>
          </p:sp>
        </p:grpSp>
        <p:grpSp>
          <p:nvGrpSpPr>
            <p:cNvPr id="3281" name="Group 3280">
              <a:extLst>
                <a:ext uri="{FF2B5EF4-FFF2-40B4-BE49-F238E27FC236}">
                  <a16:creationId xmlns:a16="http://schemas.microsoft.com/office/drawing/2014/main" id="{914C1345-AE54-6409-9CB2-42C16C4E4B1A}"/>
                </a:ext>
              </a:extLst>
            </p:cNvPr>
            <p:cNvGrpSpPr/>
            <p:nvPr/>
          </p:nvGrpSpPr>
          <p:grpSpPr>
            <a:xfrm>
              <a:off x="1969020" y="2721213"/>
              <a:ext cx="1633666" cy="519589"/>
              <a:chOff x="5243737" y="7102042"/>
              <a:chExt cx="1633666" cy="569611"/>
            </a:xfrm>
          </p:grpSpPr>
          <p:sp>
            <p:nvSpPr>
              <p:cNvPr id="3282" name="pg1554">
                <a:extLst>
                  <a:ext uri="{FF2B5EF4-FFF2-40B4-BE49-F238E27FC236}">
                    <a16:creationId xmlns:a16="http://schemas.microsoft.com/office/drawing/2014/main" id="{F36942A8-A7F2-67E6-9623-0B6B15F22C0D}"/>
                  </a:ext>
                </a:extLst>
              </p:cNvPr>
              <p:cNvSpPr/>
              <p:nvPr/>
            </p:nvSpPr>
            <p:spPr>
              <a:xfrm>
                <a:off x="5243737" y="7102042"/>
                <a:ext cx="1633666" cy="569611"/>
              </a:xfrm>
              <a:custGeom>
                <a:avLst/>
                <a:gdLst/>
                <a:ahLst/>
                <a:cxnLst/>
                <a:rect l="0" t="0" r="0" b="0"/>
                <a:pathLst>
                  <a:path w="550468" h="191932">
                    <a:moveTo>
                      <a:pt x="27431" y="191932"/>
                    </a:moveTo>
                    <a:lnTo>
                      <a:pt x="523036" y="191932"/>
                    </a:lnTo>
                    <a:lnTo>
                      <a:pt x="521932" y="191910"/>
                    </a:lnTo>
                    <a:lnTo>
                      <a:pt x="526343" y="191732"/>
                    </a:lnTo>
                    <a:lnTo>
                      <a:pt x="530668" y="190849"/>
                    </a:lnTo>
                    <a:lnTo>
                      <a:pt x="534796" y="189284"/>
                    </a:lnTo>
                    <a:lnTo>
                      <a:pt x="538619" y="187076"/>
                    </a:lnTo>
                    <a:lnTo>
                      <a:pt x="542039" y="184284"/>
                    </a:lnTo>
                    <a:lnTo>
                      <a:pt x="544967" y="180980"/>
                    </a:lnTo>
                    <a:lnTo>
                      <a:pt x="547326" y="177248"/>
                    </a:lnTo>
                    <a:lnTo>
                      <a:pt x="549057" y="173187"/>
                    </a:lnTo>
                    <a:lnTo>
                      <a:pt x="550113" y="168900"/>
                    </a:lnTo>
                    <a:lnTo>
                      <a:pt x="550468" y="164500"/>
                    </a:lnTo>
                    <a:lnTo>
                      <a:pt x="550468" y="27432"/>
                    </a:lnTo>
                    <a:lnTo>
                      <a:pt x="550113" y="23031"/>
                    </a:lnTo>
                    <a:lnTo>
                      <a:pt x="549057" y="18745"/>
                    </a:lnTo>
                    <a:lnTo>
                      <a:pt x="547326" y="14683"/>
                    </a:lnTo>
                    <a:lnTo>
                      <a:pt x="544967" y="10952"/>
                    </a:lnTo>
                    <a:lnTo>
                      <a:pt x="542039" y="7647"/>
                    </a:lnTo>
                    <a:lnTo>
                      <a:pt x="538619" y="4855"/>
                    </a:lnTo>
                    <a:lnTo>
                      <a:pt x="534796" y="2648"/>
                    </a:lnTo>
                    <a:lnTo>
                      <a:pt x="530668" y="1083"/>
                    </a:lnTo>
                    <a:lnTo>
                      <a:pt x="526343" y="200"/>
                    </a:lnTo>
                    <a:lnTo>
                      <a:pt x="523036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5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2"/>
                    </a:lnTo>
                    <a:lnTo>
                      <a:pt x="0" y="164500"/>
                    </a:lnTo>
                    <a:lnTo>
                      <a:pt x="88" y="162293"/>
                    </a:lnTo>
                    <a:lnTo>
                      <a:pt x="88" y="166707"/>
                    </a:lnTo>
                    <a:lnTo>
                      <a:pt x="797" y="171065"/>
                    </a:lnTo>
                    <a:lnTo>
                      <a:pt x="2195" y="175252"/>
                    </a:lnTo>
                    <a:lnTo>
                      <a:pt x="4246" y="179162"/>
                    </a:lnTo>
                    <a:lnTo>
                      <a:pt x="6898" y="182691"/>
                    </a:lnTo>
                    <a:lnTo>
                      <a:pt x="10082" y="185749"/>
                    </a:lnTo>
                    <a:lnTo>
                      <a:pt x="13715" y="188257"/>
                    </a:lnTo>
                    <a:lnTo>
                      <a:pt x="17704" y="190149"/>
                    </a:lnTo>
                    <a:lnTo>
                      <a:pt x="21944" y="191378"/>
                    </a:lnTo>
                    <a:lnTo>
                      <a:pt x="26327" y="191910"/>
                    </a:lnTo>
                    <a:close/>
                  </a:path>
                </a:pathLst>
              </a:custGeom>
              <a:solidFill>
                <a:schemeClr val="bg1"/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5442"/>
              </a:p>
            </p:txBody>
          </p:sp>
          <p:sp>
            <p:nvSpPr>
              <p:cNvPr id="3283" name="tx29">
                <a:extLst>
                  <a:ext uri="{FF2B5EF4-FFF2-40B4-BE49-F238E27FC236}">
                    <a16:creationId xmlns:a16="http://schemas.microsoft.com/office/drawing/2014/main" id="{04E690FD-E358-54F1-6AAA-74E9C4AACD1D}"/>
                  </a:ext>
                </a:extLst>
              </p:cNvPr>
              <p:cNvSpPr/>
              <p:nvPr/>
            </p:nvSpPr>
            <p:spPr>
              <a:xfrm>
                <a:off x="5592265" y="7346564"/>
                <a:ext cx="936609" cy="15700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1655"/>
                  </a:lnSpc>
                </a:pPr>
                <a:r>
                  <a:rPr lang="en-US" sz="24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Lewisetta</a:t>
                </a:r>
                <a:endPara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endParaRPr>
              </a:p>
            </p:txBody>
          </p:sp>
        </p:grpSp>
        <p:grpSp>
          <p:nvGrpSpPr>
            <p:cNvPr id="3284" name="Group 3283">
              <a:extLst>
                <a:ext uri="{FF2B5EF4-FFF2-40B4-BE49-F238E27FC236}">
                  <a16:creationId xmlns:a16="http://schemas.microsoft.com/office/drawing/2014/main" id="{A8EACC0E-AB0F-32C5-BF06-2D1119F59163}"/>
                </a:ext>
              </a:extLst>
            </p:cNvPr>
            <p:cNvGrpSpPr/>
            <p:nvPr/>
          </p:nvGrpSpPr>
          <p:grpSpPr>
            <a:xfrm>
              <a:off x="4085256" y="3624066"/>
              <a:ext cx="1633666" cy="519589"/>
              <a:chOff x="5243737" y="7102042"/>
              <a:chExt cx="1633666" cy="569611"/>
            </a:xfrm>
          </p:grpSpPr>
          <p:sp>
            <p:nvSpPr>
              <p:cNvPr id="3285" name="pg1554">
                <a:extLst>
                  <a:ext uri="{FF2B5EF4-FFF2-40B4-BE49-F238E27FC236}">
                    <a16:creationId xmlns:a16="http://schemas.microsoft.com/office/drawing/2014/main" id="{6E7D4967-020A-26F2-2090-13162E799609}"/>
                  </a:ext>
                </a:extLst>
              </p:cNvPr>
              <p:cNvSpPr/>
              <p:nvPr/>
            </p:nvSpPr>
            <p:spPr>
              <a:xfrm>
                <a:off x="5243737" y="7102042"/>
                <a:ext cx="1633666" cy="569611"/>
              </a:xfrm>
              <a:custGeom>
                <a:avLst/>
                <a:gdLst/>
                <a:ahLst/>
                <a:cxnLst/>
                <a:rect l="0" t="0" r="0" b="0"/>
                <a:pathLst>
                  <a:path w="550468" h="191932">
                    <a:moveTo>
                      <a:pt x="27431" y="191932"/>
                    </a:moveTo>
                    <a:lnTo>
                      <a:pt x="523036" y="191932"/>
                    </a:lnTo>
                    <a:lnTo>
                      <a:pt x="521932" y="191910"/>
                    </a:lnTo>
                    <a:lnTo>
                      <a:pt x="526343" y="191732"/>
                    </a:lnTo>
                    <a:lnTo>
                      <a:pt x="530668" y="190849"/>
                    </a:lnTo>
                    <a:lnTo>
                      <a:pt x="534796" y="189284"/>
                    </a:lnTo>
                    <a:lnTo>
                      <a:pt x="538619" y="187076"/>
                    </a:lnTo>
                    <a:lnTo>
                      <a:pt x="542039" y="184284"/>
                    </a:lnTo>
                    <a:lnTo>
                      <a:pt x="544967" y="180980"/>
                    </a:lnTo>
                    <a:lnTo>
                      <a:pt x="547326" y="177248"/>
                    </a:lnTo>
                    <a:lnTo>
                      <a:pt x="549057" y="173187"/>
                    </a:lnTo>
                    <a:lnTo>
                      <a:pt x="550113" y="168900"/>
                    </a:lnTo>
                    <a:lnTo>
                      <a:pt x="550468" y="164500"/>
                    </a:lnTo>
                    <a:lnTo>
                      <a:pt x="550468" y="27432"/>
                    </a:lnTo>
                    <a:lnTo>
                      <a:pt x="550113" y="23031"/>
                    </a:lnTo>
                    <a:lnTo>
                      <a:pt x="549057" y="18745"/>
                    </a:lnTo>
                    <a:lnTo>
                      <a:pt x="547326" y="14683"/>
                    </a:lnTo>
                    <a:lnTo>
                      <a:pt x="544967" y="10952"/>
                    </a:lnTo>
                    <a:lnTo>
                      <a:pt x="542039" y="7647"/>
                    </a:lnTo>
                    <a:lnTo>
                      <a:pt x="538619" y="4855"/>
                    </a:lnTo>
                    <a:lnTo>
                      <a:pt x="534796" y="2648"/>
                    </a:lnTo>
                    <a:lnTo>
                      <a:pt x="530668" y="1083"/>
                    </a:lnTo>
                    <a:lnTo>
                      <a:pt x="526343" y="200"/>
                    </a:lnTo>
                    <a:lnTo>
                      <a:pt x="523036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5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2"/>
                    </a:lnTo>
                    <a:lnTo>
                      <a:pt x="0" y="164500"/>
                    </a:lnTo>
                    <a:lnTo>
                      <a:pt x="88" y="162293"/>
                    </a:lnTo>
                    <a:lnTo>
                      <a:pt x="88" y="166707"/>
                    </a:lnTo>
                    <a:lnTo>
                      <a:pt x="797" y="171065"/>
                    </a:lnTo>
                    <a:lnTo>
                      <a:pt x="2195" y="175252"/>
                    </a:lnTo>
                    <a:lnTo>
                      <a:pt x="4246" y="179162"/>
                    </a:lnTo>
                    <a:lnTo>
                      <a:pt x="6898" y="182691"/>
                    </a:lnTo>
                    <a:lnTo>
                      <a:pt x="10082" y="185749"/>
                    </a:lnTo>
                    <a:lnTo>
                      <a:pt x="13715" y="188257"/>
                    </a:lnTo>
                    <a:lnTo>
                      <a:pt x="17704" y="190149"/>
                    </a:lnTo>
                    <a:lnTo>
                      <a:pt x="21944" y="191378"/>
                    </a:lnTo>
                    <a:lnTo>
                      <a:pt x="26327" y="191910"/>
                    </a:lnTo>
                    <a:close/>
                  </a:path>
                </a:pathLst>
              </a:custGeom>
              <a:solidFill>
                <a:schemeClr val="bg1"/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5442"/>
              </a:p>
            </p:txBody>
          </p:sp>
          <p:sp>
            <p:nvSpPr>
              <p:cNvPr id="3286" name="tx29">
                <a:extLst>
                  <a:ext uri="{FF2B5EF4-FFF2-40B4-BE49-F238E27FC236}">
                    <a16:creationId xmlns:a16="http://schemas.microsoft.com/office/drawing/2014/main" id="{2BFC3671-6BAE-9B4E-DA0B-873575310C7F}"/>
                  </a:ext>
                </a:extLst>
              </p:cNvPr>
              <p:cNvSpPr/>
              <p:nvPr/>
            </p:nvSpPr>
            <p:spPr>
              <a:xfrm>
                <a:off x="5592265" y="7346564"/>
                <a:ext cx="936609" cy="15700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1655"/>
                  </a:lnSpc>
                </a:pPr>
                <a:r>
                  <a:rPr sz="24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</a:t>
                </a:r>
                <a:r>
                  <a:rPr lang="en-US" sz="24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1-LOLA</a:t>
                </a:r>
                <a:endPara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endParaRPr>
              </a:p>
            </p:txBody>
          </p:sp>
        </p:grpSp>
        <p:cxnSp>
          <p:nvCxnSpPr>
            <p:cNvPr id="3289" name="Straight Connector 3288">
              <a:extLst>
                <a:ext uri="{FF2B5EF4-FFF2-40B4-BE49-F238E27FC236}">
                  <a16:creationId xmlns:a16="http://schemas.microsoft.com/office/drawing/2014/main" id="{CBF283A7-09E2-A3BA-E76C-06B5F3BFE8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187" y="6549047"/>
              <a:ext cx="1237784" cy="17516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99368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Content Placeholder 2">
            <a:extLst>
              <a:ext uri="{FF2B5EF4-FFF2-40B4-BE49-F238E27FC236}">
                <a16:creationId xmlns:a16="http://schemas.microsoft.com/office/drawing/2014/main" id="{82BD472C-4B20-40BD-9BB4-51CC855ADCD9}"/>
              </a:ext>
            </a:extLst>
          </p:cNvPr>
          <p:cNvGrpSpPr/>
          <p:nvPr/>
        </p:nvGrpSpPr>
        <p:grpSpPr>
          <a:xfrm rot="5400000">
            <a:off x="6894636" y="17691228"/>
            <a:ext cx="15471527" cy="8508744"/>
            <a:chOff x="457200" y="1600200"/>
            <a:chExt cx="8229600" cy="4525963"/>
          </a:xfrm>
        </p:grpSpPr>
        <p:sp>
          <p:nvSpPr>
            <p:cNvPr id="79" name="rc3">
              <a:extLst>
                <a:ext uri="{FF2B5EF4-FFF2-40B4-BE49-F238E27FC236}">
                  <a16:creationId xmlns:a16="http://schemas.microsoft.com/office/drawing/2014/main" id="{6920BA58-EDFA-3D12-1514-A9F0CB440E07}"/>
                </a:ext>
              </a:extLst>
            </p:cNvPr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4">
              <a:extLst>
                <a:ext uri="{FF2B5EF4-FFF2-40B4-BE49-F238E27FC236}">
                  <a16:creationId xmlns:a16="http://schemas.microsoft.com/office/drawing/2014/main" id="{D41363DA-1251-A96A-DB88-57A46787CBC4}"/>
                </a:ext>
              </a:extLst>
            </p:cNvPr>
            <p:cNvSpPr/>
            <p:nvPr/>
          </p:nvSpPr>
          <p:spPr>
            <a:xfrm>
              <a:off x="457200" y="1600200"/>
              <a:ext cx="8229600" cy="22629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5">
              <a:extLst>
                <a:ext uri="{FF2B5EF4-FFF2-40B4-BE49-F238E27FC236}">
                  <a16:creationId xmlns:a16="http://schemas.microsoft.com/office/drawing/2014/main" id="{5BAC00F4-601A-89DF-6213-D2EC87ADE0A1}"/>
                </a:ext>
              </a:extLst>
            </p:cNvPr>
            <p:cNvSpPr/>
            <p:nvPr/>
          </p:nvSpPr>
          <p:spPr>
            <a:xfrm>
              <a:off x="878142" y="1894809"/>
              <a:ext cx="7739068" cy="122968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pic>
          <p:nvPicPr>
            <p:cNvPr id="82" name="pic6">
              <a:extLst>
                <a:ext uri="{FF2B5EF4-FFF2-40B4-BE49-F238E27FC236}">
                  <a16:creationId xmlns:a16="http://schemas.microsoft.com/office/drawing/2014/main" id="{003BE7CF-6513-663B-123F-61DCC3CEB8F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8142" y="1894809"/>
              <a:ext cx="7739068" cy="1229686"/>
            </a:xfrm>
            <a:prstGeom prst="rect">
              <a:avLst/>
            </a:prstGeom>
          </p:spPr>
        </p:pic>
        <p:sp>
          <p:nvSpPr>
            <p:cNvPr id="83" name="pl7">
              <a:extLst>
                <a:ext uri="{FF2B5EF4-FFF2-40B4-BE49-F238E27FC236}">
                  <a16:creationId xmlns:a16="http://schemas.microsoft.com/office/drawing/2014/main" id="{3052CEB2-8C6A-3586-8DC8-E83B88C1C597}"/>
                </a:ext>
              </a:extLst>
            </p:cNvPr>
            <p:cNvSpPr/>
            <p:nvPr/>
          </p:nvSpPr>
          <p:spPr>
            <a:xfrm>
              <a:off x="878142" y="1894809"/>
              <a:ext cx="0" cy="1229686"/>
            </a:xfrm>
            <a:custGeom>
              <a:avLst/>
              <a:gdLst/>
              <a:ahLst/>
              <a:cxnLst/>
              <a:rect l="0" t="0" r="0" b="0"/>
              <a:pathLst>
                <a:path h="1229686">
                  <a:moveTo>
                    <a:pt x="0" y="122968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tx8">
              <a:extLst>
                <a:ext uri="{FF2B5EF4-FFF2-40B4-BE49-F238E27FC236}">
                  <a16:creationId xmlns:a16="http://schemas.microsoft.com/office/drawing/2014/main" id="{8F88D6CF-D68C-1908-7AAA-B72612BF9D98}"/>
                </a:ext>
              </a:extLst>
            </p:cNvPr>
            <p:cNvSpPr/>
            <p:nvPr/>
          </p:nvSpPr>
          <p:spPr>
            <a:xfrm>
              <a:off x="753333" y="3028551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85" name="tx9">
              <a:extLst>
                <a:ext uri="{FF2B5EF4-FFF2-40B4-BE49-F238E27FC236}">
                  <a16:creationId xmlns:a16="http://schemas.microsoft.com/office/drawing/2014/main" id="{D6B76FE4-A2A9-490F-5653-10FB89060892}"/>
                </a:ext>
              </a:extLst>
            </p:cNvPr>
            <p:cNvSpPr/>
            <p:nvPr/>
          </p:nvSpPr>
          <p:spPr>
            <a:xfrm>
              <a:off x="691154" y="2749076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86" name="tx10">
              <a:extLst>
                <a:ext uri="{FF2B5EF4-FFF2-40B4-BE49-F238E27FC236}">
                  <a16:creationId xmlns:a16="http://schemas.microsoft.com/office/drawing/2014/main" id="{4F3A0813-B0DE-FAEF-7A44-FBB579F557CF}"/>
                </a:ext>
              </a:extLst>
            </p:cNvPr>
            <p:cNvSpPr/>
            <p:nvPr/>
          </p:nvSpPr>
          <p:spPr>
            <a:xfrm>
              <a:off x="691154" y="2469602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87" name="tx11">
              <a:extLst>
                <a:ext uri="{FF2B5EF4-FFF2-40B4-BE49-F238E27FC236}">
                  <a16:creationId xmlns:a16="http://schemas.microsoft.com/office/drawing/2014/main" id="{CCB7A377-EF27-4076-F2D6-316393368528}"/>
                </a:ext>
              </a:extLst>
            </p:cNvPr>
            <p:cNvSpPr/>
            <p:nvPr/>
          </p:nvSpPr>
          <p:spPr>
            <a:xfrm>
              <a:off x="691154" y="2190128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88" name="tx12">
              <a:extLst>
                <a:ext uri="{FF2B5EF4-FFF2-40B4-BE49-F238E27FC236}">
                  <a16:creationId xmlns:a16="http://schemas.microsoft.com/office/drawing/2014/main" id="{EEA9C405-8089-EB98-7F91-768E1E1A42D7}"/>
                </a:ext>
              </a:extLst>
            </p:cNvPr>
            <p:cNvSpPr/>
            <p:nvPr/>
          </p:nvSpPr>
          <p:spPr>
            <a:xfrm>
              <a:off x="691154" y="1910654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89" name="pl13">
              <a:extLst>
                <a:ext uri="{FF2B5EF4-FFF2-40B4-BE49-F238E27FC236}">
                  <a16:creationId xmlns:a16="http://schemas.microsoft.com/office/drawing/2014/main" id="{C9C76CC5-DD4B-20B0-04B3-3E95A41BE77E}"/>
                </a:ext>
              </a:extLst>
            </p:cNvPr>
            <p:cNvSpPr/>
            <p:nvPr/>
          </p:nvSpPr>
          <p:spPr>
            <a:xfrm>
              <a:off x="843348" y="306860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l14">
              <a:extLst>
                <a:ext uri="{FF2B5EF4-FFF2-40B4-BE49-F238E27FC236}">
                  <a16:creationId xmlns:a16="http://schemas.microsoft.com/office/drawing/2014/main" id="{43EA96CF-9D7B-DFE3-56A8-3FBD18FA77C2}"/>
                </a:ext>
              </a:extLst>
            </p:cNvPr>
            <p:cNvSpPr/>
            <p:nvPr/>
          </p:nvSpPr>
          <p:spPr>
            <a:xfrm>
              <a:off x="843348" y="278912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l15">
              <a:extLst>
                <a:ext uri="{FF2B5EF4-FFF2-40B4-BE49-F238E27FC236}">
                  <a16:creationId xmlns:a16="http://schemas.microsoft.com/office/drawing/2014/main" id="{0341DEEE-2017-C8EB-9A0F-A5863DF43F4B}"/>
                </a:ext>
              </a:extLst>
            </p:cNvPr>
            <p:cNvSpPr/>
            <p:nvPr/>
          </p:nvSpPr>
          <p:spPr>
            <a:xfrm>
              <a:off x="843348" y="250965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l16">
              <a:extLst>
                <a:ext uri="{FF2B5EF4-FFF2-40B4-BE49-F238E27FC236}">
                  <a16:creationId xmlns:a16="http://schemas.microsoft.com/office/drawing/2014/main" id="{BD63C860-6ABC-7807-5C9F-417E3DEE47A6}"/>
                </a:ext>
              </a:extLst>
            </p:cNvPr>
            <p:cNvSpPr/>
            <p:nvPr/>
          </p:nvSpPr>
          <p:spPr>
            <a:xfrm>
              <a:off x="843348" y="223017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l17">
              <a:extLst>
                <a:ext uri="{FF2B5EF4-FFF2-40B4-BE49-F238E27FC236}">
                  <a16:creationId xmlns:a16="http://schemas.microsoft.com/office/drawing/2014/main" id="{6D6F74F4-ABF6-6190-216E-967BE2ABD73E}"/>
                </a:ext>
              </a:extLst>
            </p:cNvPr>
            <p:cNvSpPr/>
            <p:nvPr/>
          </p:nvSpPr>
          <p:spPr>
            <a:xfrm>
              <a:off x="843348" y="195070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l18">
              <a:extLst>
                <a:ext uri="{FF2B5EF4-FFF2-40B4-BE49-F238E27FC236}">
                  <a16:creationId xmlns:a16="http://schemas.microsoft.com/office/drawing/2014/main" id="{4B6238FD-97AD-D8D9-2F6D-33CCB43B39C9}"/>
                </a:ext>
              </a:extLst>
            </p:cNvPr>
            <p:cNvSpPr/>
            <p:nvPr/>
          </p:nvSpPr>
          <p:spPr>
            <a:xfrm>
              <a:off x="878142" y="3124496"/>
              <a:ext cx="7739068" cy="0"/>
            </a:xfrm>
            <a:custGeom>
              <a:avLst/>
              <a:gdLst/>
              <a:ahLst/>
              <a:cxnLst/>
              <a:rect l="0" t="0" r="0" b="0"/>
              <a:pathLst>
                <a:path w="7739068">
                  <a:moveTo>
                    <a:pt x="0" y="0"/>
                  </a:moveTo>
                  <a:lnTo>
                    <a:pt x="7739068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l19">
              <a:extLst>
                <a:ext uri="{FF2B5EF4-FFF2-40B4-BE49-F238E27FC236}">
                  <a16:creationId xmlns:a16="http://schemas.microsoft.com/office/drawing/2014/main" id="{D7CD3E12-92E2-6928-502B-2F1C9FB2FB5D}"/>
                </a:ext>
              </a:extLst>
            </p:cNvPr>
            <p:cNvSpPr/>
            <p:nvPr/>
          </p:nvSpPr>
          <p:spPr>
            <a:xfrm>
              <a:off x="1333382" y="312449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l20">
              <a:extLst>
                <a:ext uri="{FF2B5EF4-FFF2-40B4-BE49-F238E27FC236}">
                  <a16:creationId xmlns:a16="http://schemas.microsoft.com/office/drawing/2014/main" id="{D4DC13F6-67EE-0B07-31BE-CD5D492A0005}"/>
                </a:ext>
              </a:extLst>
            </p:cNvPr>
            <p:cNvSpPr/>
            <p:nvPr/>
          </p:nvSpPr>
          <p:spPr>
            <a:xfrm>
              <a:off x="2092114" y="312449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l21">
              <a:extLst>
                <a:ext uri="{FF2B5EF4-FFF2-40B4-BE49-F238E27FC236}">
                  <a16:creationId xmlns:a16="http://schemas.microsoft.com/office/drawing/2014/main" id="{571F3A4B-8FD9-BD07-1FCC-F5CED175D7D6}"/>
                </a:ext>
              </a:extLst>
            </p:cNvPr>
            <p:cNvSpPr/>
            <p:nvPr/>
          </p:nvSpPr>
          <p:spPr>
            <a:xfrm>
              <a:off x="2850846" y="312449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l22">
              <a:extLst>
                <a:ext uri="{FF2B5EF4-FFF2-40B4-BE49-F238E27FC236}">
                  <a16:creationId xmlns:a16="http://schemas.microsoft.com/office/drawing/2014/main" id="{282FD845-6C6D-5CB1-111C-A5752D5A8ADA}"/>
                </a:ext>
              </a:extLst>
            </p:cNvPr>
            <p:cNvSpPr/>
            <p:nvPr/>
          </p:nvSpPr>
          <p:spPr>
            <a:xfrm>
              <a:off x="3609578" y="312449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l23">
              <a:extLst>
                <a:ext uri="{FF2B5EF4-FFF2-40B4-BE49-F238E27FC236}">
                  <a16:creationId xmlns:a16="http://schemas.microsoft.com/office/drawing/2014/main" id="{57E9F06B-730C-D37D-693A-6AD257A18E64}"/>
                </a:ext>
              </a:extLst>
            </p:cNvPr>
            <p:cNvSpPr/>
            <p:nvPr/>
          </p:nvSpPr>
          <p:spPr>
            <a:xfrm>
              <a:off x="4368310" y="312449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l24">
              <a:extLst>
                <a:ext uri="{FF2B5EF4-FFF2-40B4-BE49-F238E27FC236}">
                  <a16:creationId xmlns:a16="http://schemas.microsoft.com/office/drawing/2014/main" id="{38C4E9D8-7F85-A43C-62F5-12A414FF2CC9}"/>
                </a:ext>
              </a:extLst>
            </p:cNvPr>
            <p:cNvSpPr/>
            <p:nvPr/>
          </p:nvSpPr>
          <p:spPr>
            <a:xfrm>
              <a:off x="5127042" y="312449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25">
              <a:extLst>
                <a:ext uri="{FF2B5EF4-FFF2-40B4-BE49-F238E27FC236}">
                  <a16:creationId xmlns:a16="http://schemas.microsoft.com/office/drawing/2014/main" id="{0992FE4A-5FBF-A18F-1BB0-E6DBCDA9FA03}"/>
                </a:ext>
              </a:extLst>
            </p:cNvPr>
            <p:cNvSpPr/>
            <p:nvPr/>
          </p:nvSpPr>
          <p:spPr>
            <a:xfrm>
              <a:off x="5885775" y="312449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26">
              <a:extLst>
                <a:ext uri="{FF2B5EF4-FFF2-40B4-BE49-F238E27FC236}">
                  <a16:creationId xmlns:a16="http://schemas.microsoft.com/office/drawing/2014/main" id="{0885FE43-D452-BE3E-93C1-1F168CA53852}"/>
                </a:ext>
              </a:extLst>
            </p:cNvPr>
            <p:cNvSpPr/>
            <p:nvPr/>
          </p:nvSpPr>
          <p:spPr>
            <a:xfrm>
              <a:off x="6644507" y="312449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27">
              <a:extLst>
                <a:ext uri="{FF2B5EF4-FFF2-40B4-BE49-F238E27FC236}">
                  <a16:creationId xmlns:a16="http://schemas.microsoft.com/office/drawing/2014/main" id="{9FCB46F9-07FE-46E3-3D6C-DEED124B3ED6}"/>
                </a:ext>
              </a:extLst>
            </p:cNvPr>
            <p:cNvSpPr/>
            <p:nvPr/>
          </p:nvSpPr>
          <p:spPr>
            <a:xfrm>
              <a:off x="7403239" y="312449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28">
              <a:extLst>
                <a:ext uri="{FF2B5EF4-FFF2-40B4-BE49-F238E27FC236}">
                  <a16:creationId xmlns:a16="http://schemas.microsoft.com/office/drawing/2014/main" id="{478C0547-7224-D96A-E216-C30D8C3EFE2B}"/>
                </a:ext>
              </a:extLst>
            </p:cNvPr>
            <p:cNvSpPr/>
            <p:nvPr/>
          </p:nvSpPr>
          <p:spPr>
            <a:xfrm>
              <a:off x="8161971" y="312449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tx29">
              <a:extLst>
                <a:ext uri="{FF2B5EF4-FFF2-40B4-BE49-F238E27FC236}">
                  <a16:creationId xmlns:a16="http://schemas.microsoft.com/office/drawing/2014/main" id="{677F2ECE-C329-18E8-A9C5-E3B7D1C2B69B}"/>
                </a:ext>
              </a:extLst>
            </p:cNvPr>
            <p:cNvSpPr/>
            <p:nvPr/>
          </p:nvSpPr>
          <p:spPr>
            <a:xfrm rot="-2700000">
              <a:off x="1065038" y="3298278"/>
              <a:ext cx="34756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W1-TX</a:t>
              </a:r>
            </a:p>
          </p:txBody>
        </p:sp>
        <p:sp>
          <p:nvSpPr>
            <p:cNvPr id="106" name="tx30">
              <a:extLst>
                <a:ext uri="{FF2B5EF4-FFF2-40B4-BE49-F238E27FC236}">
                  <a16:creationId xmlns:a16="http://schemas.microsoft.com/office/drawing/2014/main" id="{C8F37578-596C-6683-1402-22C315F2F4CD}"/>
                </a:ext>
              </a:extLst>
            </p:cNvPr>
            <p:cNvSpPr/>
            <p:nvPr/>
          </p:nvSpPr>
          <p:spPr>
            <a:xfrm rot="-2700000">
              <a:off x="1828921" y="3296144"/>
              <a:ext cx="34152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W2-LA</a:t>
              </a:r>
            </a:p>
          </p:txBody>
        </p:sp>
        <p:sp>
          <p:nvSpPr>
            <p:cNvPr id="107" name="tx31">
              <a:extLst>
                <a:ext uri="{FF2B5EF4-FFF2-40B4-BE49-F238E27FC236}">
                  <a16:creationId xmlns:a16="http://schemas.microsoft.com/office/drawing/2014/main" id="{2A094E64-A65E-5D1D-8B07-35C154EE374F}"/>
                </a:ext>
              </a:extLst>
            </p:cNvPr>
            <p:cNvSpPr/>
            <p:nvPr/>
          </p:nvSpPr>
          <p:spPr>
            <a:xfrm rot="-2700000">
              <a:off x="2593039" y="3293914"/>
              <a:ext cx="33521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W3-FL</a:t>
              </a:r>
            </a:p>
          </p:txBody>
        </p:sp>
        <p:sp>
          <p:nvSpPr>
            <p:cNvPr id="108" name="tx32">
              <a:extLst>
                <a:ext uri="{FF2B5EF4-FFF2-40B4-BE49-F238E27FC236}">
                  <a16:creationId xmlns:a16="http://schemas.microsoft.com/office/drawing/2014/main" id="{9AADDB5D-18D1-0E48-E841-CDD77EE293A1}"/>
                </a:ext>
              </a:extLst>
            </p:cNvPr>
            <p:cNvSpPr/>
            <p:nvPr/>
          </p:nvSpPr>
          <p:spPr>
            <a:xfrm rot="-2700000">
              <a:off x="3335849" y="3300509"/>
              <a:ext cx="35387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W4-VA</a:t>
              </a:r>
            </a:p>
          </p:txBody>
        </p:sp>
        <p:sp>
          <p:nvSpPr>
            <p:cNvPr id="109" name="tx33">
              <a:extLst>
                <a:ext uri="{FF2B5EF4-FFF2-40B4-BE49-F238E27FC236}">
                  <a16:creationId xmlns:a16="http://schemas.microsoft.com/office/drawing/2014/main" id="{A72F89C3-FF27-D8DA-5C07-77FF2134D52D}"/>
                </a:ext>
              </a:extLst>
            </p:cNvPr>
            <p:cNvSpPr/>
            <p:nvPr/>
          </p:nvSpPr>
          <p:spPr>
            <a:xfrm rot="-2700000">
              <a:off x="4004279" y="3337913"/>
              <a:ext cx="45966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S1-LOLA</a:t>
              </a:r>
            </a:p>
          </p:txBody>
        </p:sp>
        <p:sp>
          <p:nvSpPr>
            <p:cNvPr id="110" name="tx34">
              <a:extLst>
                <a:ext uri="{FF2B5EF4-FFF2-40B4-BE49-F238E27FC236}">
                  <a16:creationId xmlns:a16="http://schemas.microsoft.com/office/drawing/2014/main" id="{7CFCAE29-25BB-18F3-7ABE-9CFD2453BA5F}"/>
                </a:ext>
              </a:extLst>
            </p:cNvPr>
            <p:cNvSpPr/>
            <p:nvPr/>
          </p:nvSpPr>
          <p:spPr>
            <a:xfrm rot="-2700000">
              <a:off x="4747245" y="3344444"/>
              <a:ext cx="47813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S2-DEBY</a:t>
              </a:r>
            </a:p>
          </p:txBody>
        </p:sp>
        <p:sp>
          <p:nvSpPr>
            <p:cNvPr id="111" name="tx35">
              <a:extLst>
                <a:ext uri="{FF2B5EF4-FFF2-40B4-BE49-F238E27FC236}">
                  <a16:creationId xmlns:a16="http://schemas.microsoft.com/office/drawing/2014/main" id="{2D847464-C8C0-3497-C8B1-2523E5E5915F}"/>
                </a:ext>
              </a:extLst>
            </p:cNvPr>
            <p:cNvSpPr/>
            <p:nvPr/>
          </p:nvSpPr>
          <p:spPr>
            <a:xfrm rot="-2700000">
              <a:off x="5601587" y="3304841"/>
              <a:ext cx="36612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W5-NH</a:t>
              </a:r>
            </a:p>
          </p:txBody>
        </p:sp>
        <p:sp>
          <p:nvSpPr>
            <p:cNvPr id="112" name="tx36">
              <a:extLst>
                <a:ext uri="{FF2B5EF4-FFF2-40B4-BE49-F238E27FC236}">
                  <a16:creationId xmlns:a16="http://schemas.microsoft.com/office/drawing/2014/main" id="{CAB52D28-A323-8B29-AF95-FEB707F70D47}"/>
                </a:ext>
              </a:extLst>
            </p:cNvPr>
            <p:cNvSpPr/>
            <p:nvPr/>
          </p:nvSpPr>
          <p:spPr>
            <a:xfrm rot="-2700000">
              <a:off x="6354934" y="3307071"/>
              <a:ext cx="3724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W6-ME</a:t>
              </a:r>
            </a:p>
          </p:txBody>
        </p:sp>
        <p:sp>
          <p:nvSpPr>
            <p:cNvPr id="113" name="tx37">
              <a:extLst>
                <a:ext uri="{FF2B5EF4-FFF2-40B4-BE49-F238E27FC236}">
                  <a16:creationId xmlns:a16="http://schemas.microsoft.com/office/drawing/2014/main" id="{4A1677E8-CA45-79D2-215F-810020B6F6A6}"/>
                </a:ext>
              </a:extLst>
            </p:cNvPr>
            <p:cNvSpPr/>
            <p:nvPr/>
          </p:nvSpPr>
          <p:spPr>
            <a:xfrm rot="-2700000">
              <a:off x="7028671" y="3342278"/>
              <a:ext cx="47201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114" name="tx38">
              <a:extLst>
                <a:ext uri="{FF2B5EF4-FFF2-40B4-BE49-F238E27FC236}">
                  <a16:creationId xmlns:a16="http://schemas.microsoft.com/office/drawing/2014/main" id="{B66682F2-E88A-D537-8C30-AC0CDD887459}"/>
                </a:ext>
              </a:extLst>
            </p:cNvPr>
            <p:cNvSpPr/>
            <p:nvPr/>
          </p:nvSpPr>
          <p:spPr>
            <a:xfrm rot="-2700000">
              <a:off x="7745178" y="3359768"/>
              <a:ext cx="52148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 River</a:t>
              </a:r>
            </a:p>
          </p:txBody>
        </p:sp>
        <p:sp>
          <p:nvSpPr>
            <p:cNvPr id="115" name="tx39">
              <a:extLst>
                <a:ext uri="{FF2B5EF4-FFF2-40B4-BE49-F238E27FC236}">
                  <a16:creationId xmlns:a16="http://schemas.microsoft.com/office/drawing/2014/main" id="{909C0550-A004-A8F0-9805-381B90D5FFEB}"/>
                </a:ext>
              </a:extLst>
            </p:cNvPr>
            <p:cNvSpPr/>
            <p:nvPr/>
          </p:nvSpPr>
          <p:spPr>
            <a:xfrm>
              <a:off x="4627341" y="3663974"/>
              <a:ext cx="240670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Site</a:t>
              </a:r>
            </a:p>
          </p:txBody>
        </p:sp>
        <p:sp>
          <p:nvSpPr>
            <p:cNvPr id="116" name="tx40">
              <a:extLst>
                <a:ext uri="{FF2B5EF4-FFF2-40B4-BE49-F238E27FC236}">
                  <a16:creationId xmlns:a16="http://schemas.microsoft.com/office/drawing/2014/main" id="{11BA92CD-F154-CE29-5863-D8202485010F}"/>
                </a:ext>
              </a:extLst>
            </p:cNvPr>
            <p:cNvSpPr/>
            <p:nvPr/>
          </p:nvSpPr>
          <p:spPr>
            <a:xfrm rot="-5400000">
              <a:off x="188735" y="2459544"/>
              <a:ext cx="776325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Salinity (ppt)</a:t>
              </a:r>
            </a:p>
          </p:txBody>
        </p:sp>
        <p:sp>
          <p:nvSpPr>
            <p:cNvPr id="117" name="tx41">
              <a:extLst>
                <a:ext uri="{FF2B5EF4-FFF2-40B4-BE49-F238E27FC236}">
                  <a16:creationId xmlns:a16="http://schemas.microsoft.com/office/drawing/2014/main" id="{9D6BF39A-2347-AF75-F106-FEEEF57A5CE3}"/>
                </a:ext>
              </a:extLst>
            </p:cNvPr>
            <p:cNvSpPr/>
            <p:nvPr/>
          </p:nvSpPr>
          <p:spPr>
            <a:xfrm>
              <a:off x="878142" y="1669789"/>
              <a:ext cx="1107978" cy="120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Salinity Trends</a:t>
              </a:r>
            </a:p>
          </p:txBody>
        </p:sp>
        <p:sp>
          <p:nvSpPr>
            <p:cNvPr id="118" name="rc42">
              <a:extLst>
                <a:ext uri="{FF2B5EF4-FFF2-40B4-BE49-F238E27FC236}">
                  <a16:creationId xmlns:a16="http://schemas.microsoft.com/office/drawing/2014/main" id="{AB44DD06-7620-0835-9341-0BADEC8B3D96}"/>
                </a:ext>
              </a:extLst>
            </p:cNvPr>
            <p:cNvSpPr/>
            <p:nvPr/>
          </p:nvSpPr>
          <p:spPr>
            <a:xfrm>
              <a:off x="457200" y="3863181"/>
              <a:ext cx="8229600" cy="22629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43">
              <a:extLst>
                <a:ext uri="{FF2B5EF4-FFF2-40B4-BE49-F238E27FC236}">
                  <a16:creationId xmlns:a16="http://schemas.microsoft.com/office/drawing/2014/main" id="{0F171ADF-18CC-3EF6-6B4A-B37BBA4F76AE}"/>
                </a:ext>
              </a:extLst>
            </p:cNvPr>
            <p:cNvSpPr/>
            <p:nvPr/>
          </p:nvSpPr>
          <p:spPr>
            <a:xfrm>
              <a:off x="878142" y="4157791"/>
              <a:ext cx="7739068" cy="122968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pic>
          <p:nvPicPr>
            <p:cNvPr id="120" name="pic44">
              <a:extLst>
                <a:ext uri="{FF2B5EF4-FFF2-40B4-BE49-F238E27FC236}">
                  <a16:creationId xmlns:a16="http://schemas.microsoft.com/office/drawing/2014/main" id="{B1CF019E-96EC-6597-D3D7-0BB692B7889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8142" y="4157791"/>
              <a:ext cx="7739068" cy="1229686"/>
            </a:xfrm>
            <a:prstGeom prst="rect">
              <a:avLst/>
            </a:prstGeom>
          </p:spPr>
        </p:pic>
        <p:sp>
          <p:nvSpPr>
            <p:cNvPr id="121" name="pl45">
              <a:extLst>
                <a:ext uri="{FF2B5EF4-FFF2-40B4-BE49-F238E27FC236}">
                  <a16:creationId xmlns:a16="http://schemas.microsoft.com/office/drawing/2014/main" id="{B3F34C65-E810-1170-76E7-CAEE39F51AA1}"/>
                </a:ext>
              </a:extLst>
            </p:cNvPr>
            <p:cNvSpPr/>
            <p:nvPr/>
          </p:nvSpPr>
          <p:spPr>
            <a:xfrm>
              <a:off x="878142" y="4157791"/>
              <a:ext cx="0" cy="1229686"/>
            </a:xfrm>
            <a:custGeom>
              <a:avLst/>
              <a:gdLst/>
              <a:ahLst/>
              <a:cxnLst/>
              <a:rect l="0" t="0" r="0" b="0"/>
              <a:pathLst>
                <a:path h="1229686">
                  <a:moveTo>
                    <a:pt x="0" y="122968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tx46">
              <a:extLst>
                <a:ext uri="{FF2B5EF4-FFF2-40B4-BE49-F238E27FC236}">
                  <a16:creationId xmlns:a16="http://schemas.microsoft.com/office/drawing/2014/main" id="{9C4BA0C5-532D-98A9-075F-15FD36B1CE22}"/>
                </a:ext>
              </a:extLst>
            </p:cNvPr>
            <p:cNvSpPr/>
            <p:nvPr/>
          </p:nvSpPr>
          <p:spPr>
            <a:xfrm>
              <a:off x="753333" y="5291532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23" name="tx47">
              <a:extLst>
                <a:ext uri="{FF2B5EF4-FFF2-40B4-BE49-F238E27FC236}">
                  <a16:creationId xmlns:a16="http://schemas.microsoft.com/office/drawing/2014/main" id="{C4563263-FD18-0103-965D-42E44E3AD902}"/>
                </a:ext>
              </a:extLst>
            </p:cNvPr>
            <p:cNvSpPr/>
            <p:nvPr/>
          </p:nvSpPr>
          <p:spPr>
            <a:xfrm>
              <a:off x="691154" y="4966562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124" name="tx48">
              <a:extLst>
                <a:ext uri="{FF2B5EF4-FFF2-40B4-BE49-F238E27FC236}">
                  <a16:creationId xmlns:a16="http://schemas.microsoft.com/office/drawing/2014/main" id="{B02C921E-06CA-D6FB-9D1E-1FA2413FA66F}"/>
                </a:ext>
              </a:extLst>
            </p:cNvPr>
            <p:cNvSpPr/>
            <p:nvPr/>
          </p:nvSpPr>
          <p:spPr>
            <a:xfrm>
              <a:off x="691154" y="4641592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125" name="tx49">
              <a:extLst>
                <a:ext uri="{FF2B5EF4-FFF2-40B4-BE49-F238E27FC236}">
                  <a16:creationId xmlns:a16="http://schemas.microsoft.com/office/drawing/2014/main" id="{2CC1859F-6C0A-8751-3D77-0F03D525B354}"/>
                </a:ext>
              </a:extLst>
            </p:cNvPr>
            <p:cNvSpPr/>
            <p:nvPr/>
          </p:nvSpPr>
          <p:spPr>
            <a:xfrm>
              <a:off x="691154" y="4316622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126" name="pl50">
              <a:extLst>
                <a:ext uri="{FF2B5EF4-FFF2-40B4-BE49-F238E27FC236}">
                  <a16:creationId xmlns:a16="http://schemas.microsoft.com/office/drawing/2014/main" id="{EF1BD39A-313C-D708-A79E-EF16E0E188D9}"/>
                </a:ext>
              </a:extLst>
            </p:cNvPr>
            <p:cNvSpPr/>
            <p:nvPr/>
          </p:nvSpPr>
          <p:spPr>
            <a:xfrm>
              <a:off x="843348" y="533158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l51">
              <a:extLst>
                <a:ext uri="{FF2B5EF4-FFF2-40B4-BE49-F238E27FC236}">
                  <a16:creationId xmlns:a16="http://schemas.microsoft.com/office/drawing/2014/main" id="{79CE88CF-316D-407D-73B2-69492153685F}"/>
                </a:ext>
              </a:extLst>
            </p:cNvPr>
            <p:cNvSpPr/>
            <p:nvPr/>
          </p:nvSpPr>
          <p:spPr>
            <a:xfrm>
              <a:off x="843348" y="500661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l52">
              <a:extLst>
                <a:ext uri="{FF2B5EF4-FFF2-40B4-BE49-F238E27FC236}">
                  <a16:creationId xmlns:a16="http://schemas.microsoft.com/office/drawing/2014/main" id="{CFCBAF47-F182-AFD8-644E-EE5387CFBD73}"/>
                </a:ext>
              </a:extLst>
            </p:cNvPr>
            <p:cNvSpPr/>
            <p:nvPr/>
          </p:nvSpPr>
          <p:spPr>
            <a:xfrm>
              <a:off x="843348" y="468164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l53">
              <a:extLst>
                <a:ext uri="{FF2B5EF4-FFF2-40B4-BE49-F238E27FC236}">
                  <a16:creationId xmlns:a16="http://schemas.microsoft.com/office/drawing/2014/main" id="{EBA67A8C-7979-AB53-2121-7481C17BC16D}"/>
                </a:ext>
              </a:extLst>
            </p:cNvPr>
            <p:cNvSpPr/>
            <p:nvPr/>
          </p:nvSpPr>
          <p:spPr>
            <a:xfrm>
              <a:off x="843348" y="435667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l54">
              <a:extLst>
                <a:ext uri="{FF2B5EF4-FFF2-40B4-BE49-F238E27FC236}">
                  <a16:creationId xmlns:a16="http://schemas.microsoft.com/office/drawing/2014/main" id="{CF0290E8-5ED7-84E0-2137-E316E986CB6B}"/>
                </a:ext>
              </a:extLst>
            </p:cNvPr>
            <p:cNvSpPr/>
            <p:nvPr/>
          </p:nvSpPr>
          <p:spPr>
            <a:xfrm>
              <a:off x="878142" y="5387478"/>
              <a:ext cx="7739068" cy="0"/>
            </a:xfrm>
            <a:custGeom>
              <a:avLst/>
              <a:gdLst/>
              <a:ahLst/>
              <a:cxnLst/>
              <a:rect l="0" t="0" r="0" b="0"/>
              <a:pathLst>
                <a:path w="7739068">
                  <a:moveTo>
                    <a:pt x="0" y="0"/>
                  </a:moveTo>
                  <a:lnTo>
                    <a:pt x="7739068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l55">
              <a:extLst>
                <a:ext uri="{FF2B5EF4-FFF2-40B4-BE49-F238E27FC236}">
                  <a16:creationId xmlns:a16="http://schemas.microsoft.com/office/drawing/2014/main" id="{DD3A15F9-C727-EE33-48E7-D115CCE2032A}"/>
                </a:ext>
              </a:extLst>
            </p:cNvPr>
            <p:cNvSpPr/>
            <p:nvPr/>
          </p:nvSpPr>
          <p:spPr>
            <a:xfrm>
              <a:off x="1333382" y="538747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l56">
              <a:extLst>
                <a:ext uri="{FF2B5EF4-FFF2-40B4-BE49-F238E27FC236}">
                  <a16:creationId xmlns:a16="http://schemas.microsoft.com/office/drawing/2014/main" id="{52D2174B-2DDB-87AC-1275-F16A717C932B}"/>
                </a:ext>
              </a:extLst>
            </p:cNvPr>
            <p:cNvSpPr/>
            <p:nvPr/>
          </p:nvSpPr>
          <p:spPr>
            <a:xfrm>
              <a:off x="2092114" y="538747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l57">
              <a:extLst>
                <a:ext uri="{FF2B5EF4-FFF2-40B4-BE49-F238E27FC236}">
                  <a16:creationId xmlns:a16="http://schemas.microsoft.com/office/drawing/2014/main" id="{4A78E286-4CBD-8AE6-58FD-10E79CE61090}"/>
                </a:ext>
              </a:extLst>
            </p:cNvPr>
            <p:cNvSpPr/>
            <p:nvPr/>
          </p:nvSpPr>
          <p:spPr>
            <a:xfrm>
              <a:off x="2850846" y="538747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l58">
              <a:extLst>
                <a:ext uri="{FF2B5EF4-FFF2-40B4-BE49-F238E27FC236}">
                  <a16:creationId xmlns:a16="http://schemas.microsoft.com/office/drawing/2014/main" id="{2FF1FCD9-FE9A-B5ED-A5F0-6BA30FFF558D}"/>
                </a:ext>
              </a:extLst>
            </p:cNvPr>
            <p:cNvSpPr/>
            <p:nvPr/>
          </p:nvSpPr>
          <p:spPr>
            <a:xfrm>
              <a:off x="3609578" y="538747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l59">
              <a:extLst>
                <a:ext uri="{FF2B5EF4-FFF2-40B4-BE49-F238E27FC236}">
                  <a16:creationId xmlns:a16="http://schemas.microsoft.com/office/drawing/2014/main" id="{4EE5226E-2C6F-AD0E-EA09-B7EC3944266A}"/>
                </a:ext>
              </a:extLst>
            </p:cNvPr>
            <p:cNvSpPr/>
            <p:nvPr/>
          </p:nvSpPr>
          <p:spPr>
            <a:xfrm>
              <a:off x="4368310" y="538747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l60">
              <a:extLst>
                <a:ext uri="{FF2B5EF4-FFF2-40B4-BE49-F238E27FC236}">
                  <a16:creationId xmlns:a16="http://schemas.microsoft.com/office/drawing/2014/main" id="{35AE5D39-DDA8-11EA-A060-7B6CE3E1E58C}"/>
                </a:ext>
              </a:extLst>
            </p:cNvPr>
            <p:cNvSpPr/>
            <p:nvPr/>
          </p:nvSpPr>
          <p:spPr>
            <a:xfrm>
              <a:off x="5127042" y="538747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l61">
              <a:extLst>
                <a:ext uri="{FF2B5EF4-FFF2-40B4-BE49-F238E27FC236}">
                  <a16:creationId xmlns:a16="http://schemas.microsoft.com/office/drawing/2014/main" id="{68714753-C769-5C27-9021-F6AB6B7559D9}"/>
                </a:ext>
              </a:extLst>
            </p:cNvPr>
            <p:cNvSpPr/>
            <p:nvPr/>
          </p:nvSpPr>
          <p:spPr>
            <a:xfrm>
              <a:off x="5885775" y="538747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l62">
              <a:extLst>
                <a:ext uri="{FF2B5EF4-FFF2-40B4-BE49-F238E27FC236}">
                  <a16:creationId xmlns:a16="http://schemas.microsoft.com/office/drawing/2014/main" id="{9BC246E0-8F92-A54F-5E8C-B6C7BF9F5D28}"/>
                </a:ext>
              </a:extLst>
            </p:cNvPr>
            <p:cNvSpPr/>
            <p:nvPr/>
          </p:nvSpPr>
          <p:spPr>
            <a:xfrm>
              <a:off x="6644507" y="538747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l63">
              <a:extLst>
                <a:ext uri="{FF2B5EF4-FFF2-40B4-BE49-F238E27FC236}">
                  <a16:creationId xmlns:a16="http://schemas.microsoft.com/office/drawing/2014/main" id="{8E6F0682-ED05-94DF-CB79-29A19E28FA81}"/>
                </a:ext>
              </a:extLst>
            </p:cNvPr>
            <p:cNvSpPr/>
            <p:nvPr/>
          </p:nvSpPr>
          <p:spPr>
            <a:xfrm>
              <a:off x="7403239" y="538747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l64">
              <a:extLst>
                <a:ext uri="{FF2B5EF4-FFF2-40B4-BE49-F238E27FC236}">
                  <a16:creationId xmlns:a16="http://schemas.microsoft.com/office/drawing/2014/main" id="{52DFD091-F0BC-2D46-E375-53A63E5EC1FA}"/>
                </a:ext>
              </a:extLst>
            </p:cNvPr>
            <p:cNvSpPr/>
            <p:nvPr/>
          </p:nvSpPr>
          <p:spPr>
            <a:xfrm>
              <a:off x="8161971" y="538747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tx65">
              <a:extLst>
                <a:ext uri="{FF2B5EF4-FFF2-40B4-BE49-F238E27FC236}">
                  <a16:creationId xmlns:a16="http://schemas.microsoft.com/office/drawing/2014/main" id="{56C46B15-3C22-F336-DE59-70235771A87E}"/>
                </a:ext>
              </a:extLst>
            </p:cNvPr>
            <p:cNvSpPr/>
            <p:nvPr/>
          </p:nvSpPr>
          <p:spPr>
            <a:xfrm rot="-2700000">
              <a:off x="1065038" y="5561259"/>
              <a:ext cx="34756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W1-TX</a:t>
              </a:r>
            </a:p>
          </p:txBody>
        </p:sp>
        <p:sp>
          <p:nvSpPr>
            <p:cNvPr id="142" name="tx66">
              <a:extLst>
                <a:ext uri="{FF2B5EF4-FFF2-40B4-BE49-F238E27FC236}">
                  <a16:creationId xmlns:a16="http://schemas.microsoft.com/office/drawing/2014/main" id="{706D2166-815B-E81D-5BE5-034BCCF7C32A}"/>
                </a:ext>
              </a:extLst>
            </p:cNvPr>
            <p:cNvSpPr/>
            <p:nvPr/>
          </p:nvSpPr>
          <p:spPr>
            <a:xfrm rot="-2700000">
              <a:off x="1828921" y="5559126"/>
              <a:ext cx="34152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W2-LA</a:t>
              </a:r>
            </a:p>
          </p:txBody>
        </p:sp>
        <p:sp>
          <p:nvSpPr>
            <p:cNvPr id="143" name="tx67">
              <a:extLst>
                <a:ext uri="{FF2B5EF4-FFF2-40B4-BE49-F238E27FC236}">
                  <a16:creationId xmlns:a16="http://schemas.microsoft.com/office/drawing/2014/main" id="{8825C4E3-05E1-BEBF-78CA-82545B2B8C4B}"/>
                </a:ext>
              </a:extLst>
            </p:cNvPr>
            <p:cNvSpPr/>
            <p:nvPr/>
          </p:nvSpPr>
          <p:spPr>
            <a:xfrm rot="-2700000">
              <a:off x="2593039" y="5556895"/>
              <a:ext cx="33521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W3-FL</a:t>
              </a:r>
            </a:p>
          </p:txBody>
        </p:sp>
        <p:sp>
          <p:nvSpPr>
            <p:cNvPr id="144" name="tx68">
              <a:extLst>
                <a:ext uri="{FF2B5EF4-FFF2-40B4-BE49-F238E27FC236}">
                  <a16:creationId xmlns:a16="http://schemas.microsoft.com/office/drawing/2014/main" id="{6E9FF9E5-AEED-F3F1-CD54-5C5286D32047}"/>
                </a:ext>
              </a:extLst>
            </p:cNvPr>
            <p:cNvSpPr/>
            <p:nvPr/>
          </p:nvSpPr>
          <p:spPr>
            <a:xfrm rot="-2700000">
              <a:off x="3335849" y="5563490"/>
              <a:ext cx="35387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W4-VA</a:t>
              </a:r>
            </a:p>
          </p:txBody>
        </p:sp>
        <p:sp>
          <p:nvSpPr>
            <p:cNvPr id="145" name="tx69">
              <a:extLst>
                <a:ext uri="{FF2B5EF4-FFF2-40B4-BE49-F238E27FC236}">
                  <a16:creationId xmlns:a16="http://schemas.microsoft.com/office/drawing/2014/main" id="{EAD02481-0D28-DC57-5A03-CB9BAEEBE86C}"/>
                </a:ext>
              </a:extLst>
            </p:cNvPr>
            <p:cNvSpPr/>
            <p:nvPr/>
          </p:nvSpPr>
          <p:spPr>
            <a:xfrm rot="-2700000">
              <a:off x="4004279" y="5600895"/>
              <a:ext cx="45966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S1-LOLA</a:t>
              </a:r>
            </a:p>
          </p:txBody>
        </p:sp>
        <p:sp>
          <p:nvSpPr>
            <p:cNvPr id="146" name="tx70">
              <a:extLst>
                <a:ext uri="{FF2B5EF4-FFF2-40B4-BE49-F238E27FC236}">
                  <a16:creationId xmlns:a16="http://schemas.microsoft.com/office/drawing/2014/main" id="{99554F1F-94FD-71C6-6DE0-878FB1A5CA68}"/>
                </a:ext>
              </a:extLst>
            </p:cNvPr>
            <p:cNvSpPr/>
            <p:nvPr/>
          </p:nvSpPr>
          <p:spPr>
            <a:xfrm rot="-2700000">
              <a:off x="4747245" y="5607425"/>
              <a:ext cx="47813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S2-DEBY</a:t>
              </a:r>
            </a:p>
          </p:txBody>
        </p:sp>
        <p:sp>
          <p:nvSpPr>
            <p:cNvPr id="147" name="tx71">
              <a:extLst>
                <a:ext uri="{FF2B5EF4-FFF2-40B4-BE49-F238E27FC236}">
                  <a16:creationId xmlns:a16="http://schemas.microsoft.com/office/drawing/2014/main" id="{951E0F66-87EA-C06E-635B-DAA5A67C59A6}"/>
                </a:ext>
              </a:extLst>
            </p:cNvPr>
            <p:cNvSpPr/>
            <p:nvPr/>
          </p:nvSpPr>
          <p:spPr>
            <a:xfrm rot="-2700000">
              <a:off x="5601587" y="5567822"/>
              <a:ext cx="36612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W5-NH</a:t>
              </a:r>
            </a:p>
          </p:txBody>
        </p:sp>
        <p:sp>
          <p:nvSpPr>
            <p:cNvPr id="148" name="tx72">
              <a:extLst>
                <a:ext uri="{FF2B5EF4-FFF2-40B4-BE49-F238E27FC236}">
                  <a16:creationId xmlns:a16="http://schemas.microsoft.com/office/drawing/2014/main" id="{19E4B13A-5F5F-E864-BE0F-C53ACCD215C4}"/>
                </a:ext>
              </a:extLst>
            </p:cNvPr>
            <p:cNvSpPr/>
            <p:nvPr/>
          </p:nvSpPr>
          <p:spPr>
            <a:xfrm rot="-2700000">
              <a:off x="6354934" y="5570053"/>
              <a:ext cx="3724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W6-ME</a:t>
              </a:r>
            </a:p>
          </p:txBody>
        </p:sp>
        <p:sp>
          <p:nvSpPr>
            <p:cNvPr id="149" name="tx73">
              <a:extLst>
                <a:ext uri="{FF2B5EF4-FFF2-40B4-BE49-F238E27FC236}">
                  <a16:creationId xmlns:a16="http://schemas.microsoft.com/office/drawing/2014/main" id="{2FF3E0F9-7A8B-F27A-6AD6-31FFBA3BE6D0}"/>
                </a:ext>
              </a:extLst>
            </p:cNvPr>
            <p:cNvSpPr/>
            <p:nvPr/>
          </p:nvSpPr>
          <p:spPr>
            <a:xfrm rot="-2700000">
              <a:off x="7028671" y="5605259"/>
              <a:ext cx="47201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150" name="tx74">
              <a:extLst>
                <a:ext uri="{FF2B5EF4-FFF2-40B4-BE49-F238E27FC236}">
                  <a16:creationId xmlns:a16="http://schemas.microsoft.com/office/drawing/2014/main" id="{2F4AD09B-2635-4122-5BA9-E28BB88C9286}"/>
                </a:ext>
              </a:extLst>
            </p:cNvPr>
            <p:cNvSpPr/>
            <p:nvPr/>
          </p:nvSpPr>
          <p:spPr>
            <a:xfrm rot="-2700000">
              <a:off x="7745178" y="5622749"/>
              <a:ext cx="52148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 River</a:t>
              </a:r>
            </a:p>
          </p:txBody>
        </p:sp>
        <p:sp>
          <p:nvSpPr>
            <p:cNvPr id="151" name="tx75">
              <a:extLst>
                <a:ext uri="{FF2B5EF4-FFF2-40B4-BE49-F238E27FC236}">
                  <a16:creationId xmlns:a16="http://schemas.microsoft.com/office/drawing/2014/main" id="{7B1A311C-C910-B215-F7D6-F9F10B75F8AF}"/>
                </a:ext>
              </a:extLst>
            </p:cNvPr>
            <p:cNvSpPr/>
            <p:nvPr/>
          </p:nvSpPr>
          <p:spPr>
            <a:xfrm>
              <a:off x="4627341" y="5926955"/>
              <a:ext cx="240670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Site</a:t>
              </a:r>
            </a:p>
          </p:txBody>
        </p:sp>
        <p:sp>
          <p:nvSpPr>
            <p:cNvPr id="152" name="tx76">
              <a:extLst>
                <a:ext uri="{FF2B5EF4-FFF2-40B4-BE49-F238E27FC236}">
                  <a16:creationId xmlns:a16="http://schemas.microsoft.com/office/drawing/2014/main" id="{03CC89EA-E52D-DE5C-7F08-6425902812CF}"/>
                </a:ext>
              </a:extLst>
            </p:cNvPr>
            <p:cNvSpPr/>
            <p:nvPr/>
          </p:nvSpPr>
          <p:spPr>
            <a:xfrm rot="-5400000">
              <a:off x="256446" y="4722525"/>
              <a:ext cx="64090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Temp (ºC)</a:t>
              </a:r>
            </a:p>
          </p:txBody>
        </p:sp>
        <p:sp>
          <p:nvSpPr>
            <p:cNvPr id="153" name="tx77">
              <a:extLst>
                <a:ext uri="{FF2B5EF4-FFF2-40B4-BE49-F238E27FC236}">
                  <a16:creationId xmlns:a16="http://schemas.microsoft.com/office/drawing/2014/main" id="{28D9860D-6ECB-1547-B2AF-C59BC1529C02}"/>
                </a:ext>
              </a:extLst>
            </p:cNvPr>
            <p:cNvSpPr/>
            <p:nvPr/>
          </p:nvSpPr>
          <p:spPr>
            <a:xfrm>
              <a:off x="878142" y="3932770"/>
              <a:ext cx="1526956" cy="120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Temperature Trends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Content Placeholder 2">
            <a:extLst>
              <a:ext uri="{FF2B5EF4-FFF2-40B4-BE49-F238E27FC236}">
                <a16:creationId xmlns:a16="http://schemas.microsoft.com/office/drawing/2014/main" id="{5DE907E7-1491-E51E-0F87-FA5A5ABF449D}"/>
              </a:ext>
            </a:extLst>
          </p:cNvPr>
          <p:cNvGrpSpPr/>
          <p:nvPr/>
        </p:nvGrpSpPr>
        <p:grpSpPr>
          <a:xfrm>
            <a:off x="10515600" y="18993272"/>
            <a:ext cx="8229600" cy="4525963"/>
            <a:chOff x="457200" y="1600200"/>
            <a:chExt cx="8229600" cy="4525963"/>
          </a:xfrm>
        </p:grpSpPr>
        <p:sp>
          <p:nvSpPr>
            <p:cNvPr id="100" name="rc3">
              <a:extLst>
                <a:ext uri="{FF2B5EF4-FFF2-40B4-BE49-F238E27FC236}">
                  <a16:creationId xmlns:a16="http://schemas.microsoft.com/office/drawing/2014/main" id="{F8BBD36C-A03D-E4F9-D005-6C62A5D5EF41}"/>
                </a:ext>
              </a:extLst>
            </p:cNvPr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rc4">
              <a:extLst>
                <a:ext uri="{FF2B5EF4-FFF2-40B4-BE49-F238E27FC236}">
                  <a16:creationId xmlns:a16="http://schemas.microsoft.com/office/drawing/2014/main" id="{5FDBD6D6-3E7B-5DC8-18BD-FAA1022602A8}"/>
                </a:ext>
              </a:extLst>
            </p:cNvPr>
            <p:cNvSpPr/>
            <p:nvPr/>
          </p:nvSpPr>
          <p:spPr>
            <a:xfrm>
              <a:off x="457200" y="2633948"/>
              <a:ext cx="8229600" cy="24584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rc5">
              <a:extLst>
                <a:ext uri="{FF2B5EF4-FFF2-40B4-BE49-F238E27FC236}">
                  <a16:creationId xmlns:a16="http://schemas.microsoft.com/office/drawing/2014/main" id="{F13B1C68-CD58-45BE-4CBD-ECEEC5B9730A}"/>
                </a:ext>
              </a:extLst>
            </p:cNvPr>
            <p:cNvSpPr/>
            <p:nvPr/>
          </p:nvSpPr>
          <p:spPr>
            <a:xfrm>
              <a:off x="889935" y="2930311"/>
              <a:ext cx="6749860" cy="145585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3" name="rc6">
              <a:extLst>
                <a:ext uri="{FF2B5EF4-FFF2-40B4-BE49-F238E27FC236}">
                  <a16:creationId xmlns:a16="http://schemas.microsoft.com/office/drawing/2014/main" id="{FE59DCCF-95C9-4944-31A6-B7FCF4DF252D}"/>
                </a:ext>
              </a:extLst>
            </p:cNvPr>
            <p:cNvSpPr/>
            <p:nvPr/>
          </p:nvSpPr>
          <p:spPr>
            <a:xfrm>
              <a:off x="6250118" y="3658238"/>
              <a:ext cx="661751" cy="661751"/>
            </a:xfrm>
            <a:prstGeom prst="rect">
              <a:avLst/>
            </a:prstGeom>
            <a:solidFill>
              <a:srgbClr val="EC596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rc7">
              <a:extLst>
                <a:ext uri="{FF2B5EF4-FFF2-40B4-BE49-F238E27FC236}">
                  <a16:creationId xmlns:a16="http://schemas.microsoft.com/office/drawing/2014/main" id="{20B891D9-95F4-06C1-8389-8FD3D2926312}"/>
                </a:ext>
              </a:extLst>
            </p:cNvPr>
            <p:cNvSpPr/>
            <p:nvPr/>
          </p:nvSpPr>
          <p:spPr>
            <a:xfrm>
              <a:off x="6250118" y="2996486"/>
              <a:ext cx="661751" cy="661751"/>
            </a:xfrm>
            <a:prstGeom prst="rect">
              <a:avLst/>
            </a:prstGeom>
            <a:solidFill>
              <a:srgbClr val="FCFDB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rc8">
              <a:extLst>
                <a:ext uri="{FF2B5EF4-FFF2-40B4-BE49-F238E27FC236}">
                  <a16:creationId xmlns:a16="http://schemas.microsoft.com/office/drawing/2014/main" id="{134BAA92-A53D-63E0-F90F-4FA505A16B12}"/>
                </a:ext>
              </a:extLst>
            </p:cNvPr>
            <p:cNvSpPr/>
            <p:nvPr/>
          </p:nvSpPr>
          <p:spPr>
            <a:xfrm>
              <a:off x="3603114" y="3658238"/>
              <a:ext cx="661751" cy="661751"/>
            </a:xfrm>
            <a:prstGeom prst="rect">
              <a:avLst/>
            </a:prstGeom>
            <a:solidFill>
              <a:srgbClr val="EC596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rc9">
              <a:extLst>
                <a:ext uri="{FF2B5EF4-FFF2-40B4-BE49-F238E27FC236}">
                  <a16:creationId xmlns:a16="http://schemas.microsoft.com/office/drawing/2014/main" id="{F77FED47-1579-6331-DD97-E0694D211227}"/>
                </a:ext>
              </a:extLst>
            </p:cNvPr>
            <p:cNvSpPr/>
            <p:nvPr/>
          </p:nvSpPr>
          <p:spPr>
            <a:xfrm>
              <a:off x="3603114" y="2996486"/>
              <a:ext cx="661751" cy="661751"/>
            </a:xfrm>
            <a:prstGeom prst="rect">
              <a:avLst/>
            </a:prstGeom>
            <a:solidFill>
              <a:srgbClr val="FCFDB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rc10">
              <a:extLst>
                <a:ext uri="{FF2B5EF4-FFF2-40B4-BE49-F238E27FC236}">
                  <a16:creationId xmlns:a16="http://schemas.microsoft.com/office/drawing/2014/main" id="{E3E2FD7D-9347-AFBD-6D81-308ACA6BE4A2}"/>
                </a:ext>
              </a:extLst>
            </p:cNvPr>
            <p:cNvSpPr/>
            <p:nvPr/>
          </p:nvSpPr>
          <p:spPr>
            <a:xfrm>
              <a:off x="4264865" y="3658238"/>
              <a:ext cx="661751" cy="661751"/>
            </a:xfrm>
            <a:prstGeom prst="rect">
              <a:avLst/>
            </a:prstGeom>
            <a:solidFill>
              <a:srgbClr val="77228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rc11">
              <a:extLst>
                <a:ext uri="{FF2B5EF4-FFF2-40B4-BE49-F238E27FC236}">
                  <a16:creationId xmlns:a16="http://schemas.microsoft.com/office/drawing/2014/main" id="{5D1D663A-C922-0918-6090-4B0FFEE93B81}"/>
                </a:ext>
              </a:extLst>
            </p:cNvPr>
            <p:cNvSpPr/>
            <p:nvPr/>
          </p:nvSpPr>
          <p:spPr>
            <a:xfrm>
              <a:off x="4264865" y="2996486"/>
              <a:ext cx="661751" cy="661751"/>
            </a:xfrm>
            <a:prstGeom prst="rect">
              <a:avLst/>
            </a:prstGeom>
            <a:solidFill>
              <a:srgbClr val="FEBC8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rc12">
              <a:extLst>
                <a:ext uri="{FF2B5EF4-FFF2-40B4-BE49-F238E27FC236}">
                  <a16:creationId xmlns:a16="http://schemas.microsoft.com/office/drawing/2014/main" id="{ECE6644F-293F-912F-44ED-21CEFF67545B}"/>
                </a:ext>
              </a:extLst>
            </p:cNvPr>
            <p:cNvSpPr/>
            <p:nvPr/>
          </p:nvSpPr>
          <p:spPr>
            <a:xfrm>
              <a:off x="956110" y="3658238"/>
              <a:ext cx="661751" cy="661751"/>
            </a:xfrm>
            <a:prstGeom prst="rect">
              <a:avLst/>
            </a:prstGeom>
            <a:solidFill>
              <a:srgbClr val="721F8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rc13">
              <a:extLst>
                <a:ext uri="{FF2B5EF4-FFF2-40B4-BE49-F238E27FC236}">
                  <a16:creationId xmlns:a16="http://schemas.microsoft.com/office/drawing/2014/main" id="{AF6F9AF6-347C-7C28-3EC6-FB70CEAE3BD0}"/>
                </a:ext>
              </a:extLst>
            </p:cNvPr>
            <p:cNvSpPr/>
            <p:nvPr/>
          </p:nvSpPr>
          <p:spPr>
            <a:xfrm>
              <a:off x="956110" y="2996486"/>
              <a:ext cx="661751" cy="661751"/>
            </a:xfrm>
            <a:prstGeom prst="rect">
              <a:avLst/>
            </a:prstGeom>
            <a:solidFill>
              <a:srgbClr val="FCFDB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rc14">
              <a:extLst>
                <a:ext uri="{FF2B5EF4-FFF2-40B4-BE49-F238E27FC236}">
                  <a16:creationId xmlns:a16="http://schemas.microsoft.com/office/drawing/2014/main" id="{B03C3845-FF5F-A3AD-2F01-C1CBD0126AD2}"/>
                </a:ext>
              </a:extLst>
            </p:cNvPr>
            <p:cNvSpPr/>
            <p:nvPr/>
          </p:nvSpPr>
          <p:spPr>
            <a:xfrm>
              <a:off x="1617861" y="3658238"/>
              <a:ext cx="661751" cy="661751"/>
            </a:xfrm>
            <a:prstGeom prst="rect">
              <a:avLst/>
            </a:prstGeom>
            <a:solidFill>
              <a:srgbClr val="E24D66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rc15">
              <a:extLst>
                <a:ext uri="{FF2B5EF4-FFF2-40B4-BE49-F238E27FC236}">
                  <a16:creationId xmlns:a16="http://schemas.microsoft.com/office/drawing/2014/main" id="{59B94545-D945-7B84-C7D6-C5909BB29B15}"/>
                </a:ext>
              </a:extLst>
            </p:cNvPr>
            <p:cNvSpPr/>
            <p:nvPr/>
          </p:nvSpPr>
          <p:spPr>
            <a:xfrm>
              <a:off x="1617861" y="2996486"/>
              <a:ext cx="661751" cy="661751"/>
            </a:xfrm>
            <a:prstGeom prst="rect">
              <a:avLst/>
            </a:prstGeom>
            <a:solidFill>
              <a:srgbClr val="FCFDB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rc16">
              <a:extLst>
                <a:ext uri="{FF2B5EF4-FFF2-40B4-BE49-F238E27FC236}">
                  <a16:creationId xmlns:a16="http://schemas.microsoft.com/office/drawing/2014/main" id="{ED435C52-EE8D-DAB4-2197-40166C95EBB5}"/>
                </a:ext>
              </a:extLst>
            </p:cNvPr>
            <p:cNvSpPr/>
            <p:nvPr/>
          </p:nvSpPr>
          <p:spPr>
            <a:xfrm>
              <a:off x="2279612" y="3658238"/>
              <a:ext cx="661751" cy="661751"/>
            </a:xfrm>
            <a:prstGeom prst="rect">
              <a:avLst/>
            </a:prstGeom>
            <a:solidFill>
              <a:srgbClr val="07061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rc17">
              <a:extLst>
                <a:ext uri="{FF2B5EF4-FFF2-40B4-BE49-F238E27FC236}">
                  <a16:creationId xmlns:a16="http://schemas.microsoft.com/office/drawing/2014/main" id="{B2088BD1-AC7F-3E93-CCB9-B6108DE2B913}"/>
                </a:ext>
              </a:extLst>
            </p:cNvPr>
            <p:cNvSpPr/>
            <p:nvPr/>
          </p:nvSpPr>
          <p:spPr>
            <a:xfrm>
              <a:off x="2279612" y="2996486"/>
              <a:ext cx="661751" cy="661751"/>
            </a:xfrm>
            <a:prstGeom prst="rect">
              <a:avLst/>
            </a:prstGeom>
            <a:solidFill>
              <a:srgbClr val="FCFDB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rc18">
              <a:extLst>
                <a:ext uri="{FF2B5EF4-FFF2-40B4-BE49-F238E27FC236}">
                  <a16:creationId xmlns:a16="http://schemas.microsoft.com/office/drawing/2014/main" id="{6BBB925F-EBEB-0735-8E1B-7CF0BEB7BB60}"/>
                </a:ext>
              </a:extLst>
            </p:cNvPr>
            <p:cNvSpPr/>
            <p:nvPr/>
          </p:nvSpPr>
          <p:spPr>
            <a:xfrm>
              <a:off x="2941363" y="3658238"/>
              <a:ext cx="661751" cy="661751"/>
            </a:xfrm>
            <a:prstGeom prst="rect">
              <a:avLst/>
            </a:prstGeom>
            <a:solidFill>
              <a:srgbClr val="C63C7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19">
              <a:extLst>
                <a:ext uri="{FF2B5EF4-FFF2-40B4-BE49-F238E27FC236}">
                  <a16:creationId xmlns:a16="http://schemas.microsoft.com/office/drawing/2014/main" id="{B56ABF80-2D2E-FDBF-C2CF-053657F0C646}"/>
                </a:ext>
              </a:extLst>
            </p:cNvPr>
            <p:cNvSpPr/>
            <p:nvPr/>
          </p:nvSpPr>
          <p:spPr>
            <a:xfrm>
              <a:off x="2941363" y="2996486"/>
              <a:ext cx="661751" cy="661751"/>
            </a:xfrm>
            <a:prstGeom prst="rect">
              <a:avLst/>
            </a:prstGeom>
            <a:solidFill>
              <a:srgbClr val="FDE3A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rc20">
              <a:extLst>
                <a:ext uri="{FF2B5EF4-FFF2-40B4-BE49-F238E27FC236}">
                  <a16:creationId xmlns:a16="http://schemas.microsoft.com/office/drawing/2014/main" id="{48D81DFD-4AF1-0CFE-281B-17CFF4E9F1DC}"/>
                </a:ext>
              </a:extLst>
            </p:cNvPr>
            <p:cNvSpPr/>
            <p:nvPr/>
          </p:nvSpPr>
          <p:spPr>
            <a:xfrm>
              <a:off x="4926616" y="3658238"/>
              <a:ext cx="661751" cy="661751"/>
            </a:xfrm>
            <a:prstGeom prst="rect">
              <a:avLst/>
            </a:prstGeom>
            <a:solidFill>
              <a:srgbClr val="0A082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21">
              <a:extLst>
                <a:ext uri="{FF2B5EF4-FFF2-40B4-BE49-F238E27FC236}">
                  <a16:creationId xmlns:a16="http://schemas.microsoft.com/office/drawing/2014/main" id="{2250E532-3D58-52F4-6B92-86D524A06937}"/>
                </a:ext>
              </a:extLst>
            </p:cNvPr>
            <p:cNvSpPr/>
            <p:nvPr/>
          </p:nvSpPr>
          <p:spPr>
            <a:xfrm>
              <a:off x="4926616" y="2996486"/>
              <a:ext cx="661751" cy="661751"/>
            </a:xfrm>
            <a:prstGeom prst="rect">
              <a:avLst/>
            </a:prstGeom>
            <a:solidFill>
              <a:srgbClr val="F1605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22">
              <a:extLst>
                <a:ext uri="{FF2B5EF4-FFF2-40B4-BE49-F238E27FC236}">
                  <a16:creationId xmlns:a16="http://schemas.microsoft.com/office/drawing/2014/main" id="{AF76AA51-05D8-B8A7-C74F-5E8AC5A4A949}"/>
                </a:ext>
              </a:extLst>
            </p:cNvPr>
            <p:cNvSpPr/>
            <p:nvPr/>
          </p:nvSpPr>
          <p:spPr>
            <a:xfrm>
              <a:off x="5588367" y="3658238"/>
              <a:ext cx="661751" cy="661751"/>
            </a:xfrm>
            <a:prstGeom prst="rect">
              <a:avLst/>
            </a:prstGeom>
            <a:solidFill>
              <a:srgbClr val="FEC28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23">
              <a:extLst>
                <a:ext uri="{FF2B5EF4-FFF2-40B4-BE49-F238E27FC236}">
                  <a16:creationId xmlns:a16="http://schemas.microsoft.com/office/drawing/2014/main" id="{028A06AA-5C4A-20C1-9F64-394E9B9DA761}"/>
                </a:ext>
              </a:extLst>
            </p:cNvPr>
            <p:cNvSpPr/>
            <p:nvPr/>
          </p:nvSpPr>
          <p:spPr>
            <a:xfrm>
              <a:off x="5588367" y="2996486"/>
              <a:ext cx="661751" cy="661751"/>
            </a:xfrm>
            <a:prstGeom prst="rect">
              <a:avLst/>
            </a:prstGeom>
            <a:solidFill>
              <a:srgbClr val="FEBA8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24">
              <a:extLst>
                <a:ext uri="{FF2B5EF4-FFF2-40B4-BE49-F238E27FC236}">
                  <a16:creationId xmlns:a16="http://schemas.microsoft.com/office/drawing/2014/main" id="{515429A2-EB2B-C151-927F-A2F42AF1DFEB}"/>
                </a:ext>
              </a:extLst>
            </p:cNvPr>
            <p:cNvSpPr/>
            <p:nvPr/>
          </p:nvSpPr>
          <p:spPr>
            <a:xfrm>
              <a:off x="6911869" y="3658238"/>
              <a:ext cx="661751" cy="661751"/>
            </a:xfrm>
            <a:prstGeom prst="rect">
              <a:avLst/>
            </a:prstGeom>
            <a:solidFill>
              <a:srgbClr val="77228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25">
              <a:extLst>
                <a:ext uri="{FF2B5EF4-FFF2-40B4-BE49-F238E27FC236}">
                  <a16:creationId xmlns:a16="http://schemas.microsoft.com/office/drawing/2014/main" id="{B5AACF74-D494-C3AB-D7FA-50ECE39CBACC}"/>
                </a:ext>
              </a:extLst>
            </p:cNvPr>
            <p:cNvSpPr/>
            <p:nvPr/>
          </p:nvSpPr>
          <p:spPr>
            <a:xfrm>
              <a:off x="6911869" y="2996486"/>
              <a:ext cx="661751" cy="661751"/>
            </a:xfrm>
            <a:prstGeom prst="rect">
              <a:avLst/>
            </a:prstGeom>
            <a:solidFill>
              <a:srgbClr val="FA805E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tx26">
              <a:extLst>
                <a:ext uri="{FF2B5EF4-FFF2-40B4-BE49-F238E27FC236}">
                  <a16:creationId xmlns:a16="http://schemas.microsoft.com/office/drawing/2014/main" id="{69F3FF95-7688-AF1C-08E7-18C8BD519550}"/>
                </a:ext>
              </a:extLst>
            </p:cNvPr>
            <p:cNvSpPr/>
            <p:nvPr/>
          </p:nvSpPr>
          <p:spPr>
            <a:xfrm>
              <a:off x="6445023" y="3939004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0.35</a:t>
              </a:r>
            </a:p>
          </p:txBody>
        </p:sp>
        <p:sp>
          <p:nvSpPr>
            <p:cNvPr id="124" name="tx27">
              <a:extLst>
                <a:ext uri="{FF2B5EF4-FFF2-40B4-BE49-F238E27FC236}">
                  <a16:creationId xmlns:a16="http://schemas.microsoft.com/office/drawing/2014/main" id="{20087777-241C-2F20-1C18-8153A4B793DD}"/>
                </a:ext>
              </a:extLst>
            </p:cNvPr>
            <p:cNvSpPr/>
            <p:nvPr/>
          </p:nvSpPr>
          <p:spPr>
            <a:xfrm>
              <a:off x="6542132" y="3277253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25" name="tx28">
              <a:extLst>
                <a:ext uri="{FF2B5EF4-FFF2-40B4-BE49-F238E27FC236}">
                  <a16:creationId xmlns:a16="http://schemas.microsoft.com/office/drawing/2014/main" id="{16678A86-D516-8F5C-52D5-4AE957957243}"/>
                </a:ext>
              </a:extLst>
            </p:cNvPr>
            <p:cNvSpPr/>
            <p:nvPr/>
          </p:nvSpPr>
          <p:spPr>
            <a:xfrm>
              <a:off x="3798018" y="3939004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0.35</a:t>
              </a:r>
            </a:p>
          </p:txBody>
        </p:sp>
        <p:sp>
          <p:nvSpPr>
            <p:cNvPr id="126" name="tx29">
              <a:extLst>
                <a:ext uri="{FF2B5EF4-FFF2-40B4-BE49-F238E27FC236}">
                  <a16:creationId xmlns:a16="http://schemas.microsoft.com/office/drawing/2014/main" id="{03F72AFD-E28A-83FA-B1AE-69AEDB56912C}"/>
                </a:ext>
              </a:extLst>
            </p:cNvPr>
            <p:cNvSpPr/>
            <p:nvPr/>
          </p:nvSpPr>
          <p:spPr>
            <a:xfrm>
              <a:off x="3895128" y="3277253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27" name="tx30">
              <a:extLst>
                <a:ext uri="{FF2B5EF4-FFF2-40B4-BE49-F238E27FC236}">
                  <a16:creationId xmlns:a16="http://schemas.microsoft.com/office/drawing/2014/main" id="{F6378099-EB1D-E05C-F55A-FFD7254DB396}"/>
                </a:ext>
              </a:extLst>
            </p:cNvPr>
            <p:cNvSpPr/>
            <p:nvPr/>
          </p:nvSpPr>
          <p:spPr>
            <a:xfrm>
              <a:off x="4459769" y="3939004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0.65</a:t>
              </a:r>
            </a:p>
          </p:txBody>
        </p:sp>
        <p:sp>
          <p:nvSpPr>
            <p:cNvPr id="128" name="tx31">
              <a:extLst>
                <a:ext uri="{FF2B5EF4-FFF2-40B4-BE49-F238E27FC236}">
                  <a16:creationId xmlns:a16="http://schemas.microsoft.com/office/drawing/2014/main" id="{E3D26CE9-D504-F467-2536-7C474A32A731}"/>
                </a:ext>
              </a:extLst>
            </p:cNvPr>
            <p:cNvSpPr/>
            <p:nvPr/>
          </p:nvSpPr>
          <p:spPr>
            <a:xfrm>
              <a:off x="4459769" y="3277253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0.14</a:t>
              </a:r>
            </a:p>
          </p:txBody>
        </p:sp>
        <p:sp>
          <p:nvSpPr>
            <p:cNvPr id="129" name="tx32">
              <a:extLst>
                <a:ext uri="{FF2B5EF4-FFF2-40B4-BE49-F238E27FC236}">
                  <a16:creationId xmlns:a16="http://schemas.microsoft.com/office/drawing/2014/main" id="{14D6B3EA-38FC-040D-D5DB-F58D91D6F405}"/>
                </a:ext>
              </a:extLst>
            </p:cNvPr>
            <p:cNvSpPr/>
            <p:nvPr/>
          </p:nvSpPr>
          <p:spPr>
            <a:xfrm>
              <a:off x="1151014" y="3939004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0.67</a:t>
              </a:r>
            </a:p>
          </p:txBody>
        </p:sp>
        <p:sp>
          <p:nvSpPr>
            <p:cNvPr id="130" name="tx33">
              <a:extLst>
                <a:ext uri="{FF2B5EF4-FFF2-40B4-BE49-F238E27FC236}">
                  <a16:creationId xmlns:a16="http://schemas.microsoft.com/office/drawing/2014/main" id="{CE695CE2-B634-A486-5A36-9E724239731C}"/>
                </a:ext>
              </a:extLst>
            </p:cNvPr>
            <p:cNvSpPr/>
            <p:nvPr/>
          </p:nvSpPr>
          <p:spPr>
            <a:xfrm>
              <a:off x="1248123" y="3277253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31" name="tx34">
              <a:extLst>
                <a:ext uri="{FF2B5EF4-FFF2-40B4-BE49-F238E27FC236}">
                  <a16:creationId xmlns:a16="http://schemas.microsoft.com/office/drawing/2014/main" id="{6DC129E5-E200-1A4B-60F0-2623B7D80FA6}"/>
                </a:ext>
              </a:extLst>
            </p:cNvPr>
            <p:cNvSpPr/>
            <p:nvPr/>
          </p:nvSpPr>
          <p:spPr>
            <a:xfrm>
              <a:off x="1812765" y="3939004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0.39</a:t>
              </a:r>
            </a:p>
          </p:txBody>
        </p:sp>
        <p:sp>
          <p:nvSpPr>
            <p:cNvPr id="132" name="tx35">
              <a:extLst>
                <a:ext uri="{FF2B5EF4-FFF2-40B4-BE49-F238E27FC236}">
                  <a16:creationId xmlns:a16="http://schemas.microsoft.com/office/drawing/2014/main" id="{126B3982-CF8C-9D57-89C6-A607A3D63211}"/>
                </a:ext>
              </a:extLst>
            </p:cNvPr>
            <p:cNvSpPr/>
            <p:nvPr/>
          </p:nvSpPr>
          <p:spPr>
            <a:xfrm>
              <a:off x="1909874" y="3277253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33" name="tx36">
              <a:extLst>
                <a:ext uri="{FF2B5EF4-FFF2-40B4-BE49-F238E27FC236}">
                  <a16:creationId xmlns:a16="http://schemas.microsoft.com/office/drawing/2014/main" id="{590B5BC7-6C3E-BC28-4BD5-B42B918394A2}"/>
                </a:ext>
              </a:extLst>
            </p:cNvPr>
            <p:cNvSpPr/>
            <p:nvPr/>
          </p:nvSpPr>
          <p:spPr>
            <a:xfrm>
              <a:off x="2474516" y="3939004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0.95</a:t>
              </a:r>
            </a:p>
          </p:txBody>
        </p:sp>
        <p:sp>
          <p:nvSpPr>
            <p:cNvPr id="134" name="tx37">
              <a:extLst>
                <a:ext uri="{FF2B5EF4-FFF2-40B4-BE49-F238E27FC236}">
                  <a16:creationId xmlns:a16="http://schemas.microsoft.com/office/drawing/2014/main" id="{34AF47CE-8CF7-FF5E-2045-9541C15D56BB}"/>
                </a:ext>
              </a:extLst>
            </p:cNvPr>
            <p:cNvSpPr/>
            <p:nvPr/>
          </p:nvSpPr>
          <p:spPr>
            <a:xfrm>
              <a:off x="2571625" y="3277253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35" name="tx38">
              <a:extLst>
                <a:ext uri="{FF2B5EF4-FFF2-40B4-BE49-F238E27FC236}">
                  <a16:creationId xmlns:a16="http://schemas.microsoft.com/office/drawing/2014/main" id="{EB201155-20EE-17A5-EB85-BF6332DF97FF}"/>
                </a:ext>
              </a:extLst>
            </p:cNvPr>
            <p:cNvSpPr/>
            <p:nvPr/>
          </p:nvSpPr>
          <p:spPr>
            <a:xfrm>
              <a:off x="3136267" y="3939004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0.46</a:t>
              </a:r>
            </a:p>
          </p:txBody>
        </p:sp>
        <p:sp>
          <p:nvSpPr>
            <p:cNvPr id="136" name="tx39">
              <a:extLst>
                <a:ext uri="{FF2B5EF4-FFF2-40B4-BE49-F238E27FC236}">
                  <a16:creationId xmlns:a16="http://schemas.microsoft.com/office/drawing/2014/main" id="{8B6FD75C-450C-B35F-0FAD-48CB2B85D6DB}"/>
                </a:ext>
              </a:extLst>
            </p:cNvPr>
            <p:cNvSpPr/>
            <p:nvPr/>
          </p:nvSpPr>
          <p:spPr>
            <a:xfrm>
              <a:off x="3136267" y="3277253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0.06</a:t>
              </a:r>
            </a:p>
          </p:txBody>
        </p:sp>
        <p:sp>
          <p:nvSpPr>
            <p:cNvPr id="137" name="tx40">
              <a:extLst>
                <a:ext uri="{FF2B5EF4-FFF2-40B4-BE49-F238E27FC236}">
                  <a16:creationId xmlns:a16="http://schemas.microsoft.com/office/drawing/2014/main" id="{6B967F43-A757-848C-DA13-BD4A016F252F}"/>
                </a:ext>
              </a:extLst>
            </p:cNvPr>
            <p:cNvSpPr/>
            <p:nvPr/>
          </p:nvSpPr>
          <p:spPr>
            <a:xfrm>
              <a:off x="5121520" y="3939004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0.94</a:t>
              </a:r>
            </a:p>
          </p:txBody>
        </p:sp>
        <p:sp>
          <p:nvSpPr>
            <p:cNvPr id="138" name="tx41">
              <a:extLst>
                <a:ext uri="{FF2B5EF4-FFF2-40B4-BE49-F238E27FC236}">
                  <a16:creationId xmlns:a16="http://schemas.microsoft.com/office/drawing/2014/main" id="{65599A48-2246-B8CF-CEBC-E8AAE76DE8E3}"/>
                </a:ext>
              </a:extLst>
            </p:cNvPr>
            <p:cNvSpPr/>
            <p:nvPr/>
          </p:nvSpPr>
          <p:spPr>
            <a:xfrm>
              <a:off x="5121520" y="3277253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0.33</a:t>
              </a:r>
            </a:p>
          </p:txBody>
        </p:sp>
        <p:sp>
          <p:nvSpPr>
            <p:cNvPr id="139" name="tx42">
              <a:extLst>
                <a:ext uri="{FF2B5EF4-FFF2-40B4-BE49-F238E27FC236}">
                  <a16:creationId xmlns:a16="http://schemas.microsoft.com/office/drawing/2014/main" id="{835B27F0-4928-8F0A-1C96-F2B2B2997261}"/>
                </a:ext>
              </a:extLst>
            </p:cNvPr>
            <p:cNvSpPr/>
            <p:nvPr/>
          </p:nvSpPr>
          <p:spPr>
            <a:xfrm>
              <a:off x="5783271" y="3939004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0.12</a:t>
              </a:r>
            </a:p>
          </p:txBody>
        </p:sp>
        <p:sp>
          <p:nvSpPr>
            <p:cNvPr id="140" name="tx43">
              <a:extLst>
                <a:ext uri="{FF2B5EF4-FFF2-40B4-BE49-F238E27FC236}">
                  <a16:creationId xmlns:a16="http://schemas.microsoft.com/office/drawing/2014/main" id="{2E762CE3-0583-C0E9-5E49-AFADE2FC4274}"/>
                </a:ext>
              </a:extLst>
            </p:cNvPr>
            <p:cNvSpPr/>
            <p:nvPr/>
          </p:nvSpPr>
          <p:spPr>
            <a:xfrm>
              <a:off x="5783271" y="3277253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0.14</a:t>
              </a:r>
            </a:p>
          </p:txBody>
        </p:sp>
        <p:sp>
          <p:nvSpPr>
            <p:cNvPr id="141" name="tx44">
              <a:extLst>
                <a:ext uri="{FF2B5EF4-FFF2-40B4-BE49-F238E27FC236}">
                  <a16:creationId xmlns:a16="http://schemas.microsoft.com/office/drawing/2014/main" id="{D4F03FCB-AA7A-F101-AA88-3803DC195A26}"/>
                </a:ext>
              </a:extLst>
            </p:cNvPr>
            <p:cNvSpPr/>
            <p:nvPr/>
          </p:nvSpPr>
          <p:spPr>
            <a:xfrm>
              <a:off x="7106774" y="3939004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0.65</a:t>
              </a:r>
            </a:p>
          </p:txBody>
        </p:sp>
        <p:sp>
          <p:nvSpPr>
            <p:cNvPr id="142" name="tx45">
              <a:extLst>
                <a:ext uri="{FF2B5EF4-FFF2-40B4-BE49-F238E27FC236}">
                  <a16:creationId xmlns:a16="http://schemas.microsoft.com/office/drawing/2014/main" id="{AC39AB34-A02B-AE9C-C023-18926CD036F5}"/>
                </a:ext>
              </a:extLst>
            </p:cNvPr>
            <p:cNvSpPr/>
            <p:nvPr/>
          </p:nvSpPr>
          <p:spPr>
            <a:xfrm>
              <a:off x="7106774" y="3277253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0.27</a:t>
              </a:r>
            </a:p>
          </p:txBody>
        </p:sp>
        <p:sp>
          <p:nvSpPr>
            <p:cNvPr id="143" name="tx46">
              <a:extLst>
                <a:ext uri="{FF2B5EF4-FFF2-40B4-BE49-F238E27FC236}">
                  <a16:creationId xmlns:a16="http://schemas.microsoft.com/office/drawing/2014/main" id="{B2E3194C-F995-849D-F35A-C74D29039AC5}"/>
                </a:ext>
              </a:extLst>
            </p:cNvPr>
            <p:cNvSpPr/>
            <p:nvPr/>
          </p:nvSpPr>
          <p:spPr>
            <a:xfrm>
              <a:off x="526789" y="3949062"/>
              <a:ext cx="335310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Dermo</a:t>
              </a:r>
            </a:p>
          </p:txBody>
        </p:sp>
        <p:sp>
          <p:nvSpPr>
            <p:cNvPr id="144" name="tx47">
              <a:extLst>
                <a:ext uri="{FF2B5EF4-FFF2-40B4-BE49-F238E27FC236}">
                  <a16:creationId xmlns:a16="http://schemas.microsoft.com/office/drawing/2014/main" id="{BA8BB55D-AEDA-5093-5232-C43A5E7EFFDD}"/>
                </a:ext>
              </a:extLst>
            </p:cNvPr>
            <p:cNvSpPr/>
            <p:nvPr/>
          </p:nvSpPr>
          <p:spPr>
            <a:xfrm>
              <a:off x="619966" y="3287311"/>
              <a:ext cx="24213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MSX</a:t>
              </a:r>
            </a:p>
          </p:txBody>
        </p:sp>
        <p:sp>
          <p:nvSpPr>
            <p:cNvPr id="145" name="tx48">
              <a:extLst>
                <a:ext uri="{FF2B5EF4-FFF2-40B4-BE49-F238E27FC236}">
                  <a16:creationId xmlns:a16="http://schemas.microsoft.com/office/drawing/2014/main" id="{13941F1C-913E-22EC-B797-3D2E1D33DD72}"/>
                </a:ext>
              </a:extLst>
            </p:cNvPr>
            <p:cNvSpPr/>
            <p:nvPr/>
          </p:nvSpPr>
          <p:spPr>
            <a:xfrm rot="-2700000">
              <a:off x="1018641" y="4525151"/>
              <a:ext cx="34756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W1-TX</a:t>
              </a:r>
            </a:p>
          </p:txBody>
        </p:sp>
        <p:sp>
          <p:nvSpPr>
            <p:cNvPr id="146" name="tx49">
              <a:extLst>
                <a:ext uri="{FF2B5EF4-FFF2-40B4-BE49-F238E27FC236}">
                  <a16:creationId xmlns:a16="http://schemas.microsoft.com/office/drawing/2014/main" id="{D42A76FA-FC88-31F6-F1FD-FA6E9445D731}"/>
                </a:ext>
              </a:extLst>
            </p:cNvPr>
            <p:cNvSpPr/>
            <p:nvPr/>
          </p:nvSpPr>
          <p:spPr>
            <a:xfrm rot="-2700000">
              <a:off x="1685544" y="4523017"/>
              <a:ext cx="34152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W2-LA</a:t>
              </a:r>
            </a:p>
          </p:txBody>
        </p:sp>
        <p:sp>
          <p:nvSpPr>
            <p:cNvPr id="147" name="tx50">
              <a:extLst>
                <a:ext uri="{FF2B5EF4-FFF2-40B4-BE49-F238E27FC236}">
                  <a16:creationId xmlns:a16="http://schemas.microsoft.com/office/drawing/2014/main" id="{FAFE55CA-5DA6-A958-AACE-95F4EDA98B83}"/>
                </a:ext>
              </a:extLst>
            </p:cNvPr>
            <p:cNvSpPr/>
            <p:nvPr/>
          </p:nvSpPr>
          <p:spPr>
            <a:xfrm rot="-2700000">
              <a:off x="2352680" y="4520787"/>
              <a:ext cx="33521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W3-FL</a:t>
              </a:r>
            </a:p>
          </p:txBody>
        </p:sp>
        <p:sp>
          <p:nvSpPr>
            <p:cNvPr id="148" name="tx51">
              <a:extLst>
                <a:ext uri="{FF2B5EF4-FFF2-40B4-BE49-F238E27FC236}">
                  <a16:creationId xmlns:a16="http://schemas.microsoft.com/office/drawing/2014/main" id="{777B5098-7129-A3A9-1FC1-87747E81E7F6}"/>
                </a:ext>
              </a:extLst>
            </p:cNvPr>
            <p:cNvSpPr/>
            <p:nvPr/>
          </p:nvSpPr>
          <p:spPr>
            <a:xfrm rot="-2700000">
              <a:off x="2998509" y="4527382"/>
              <a:ext cx="35387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W4-VA</a:t>
              </a:r>
            </a:p>
          </p:txBody>
        </p:sp>
        <p:sp>
          <p:nvSpPr>
            <p:cNvPr id="149" name="tx52">
              <a:extLst>
                <a:ext uri="{FF2B5EF4-FFF2-40B4-BE49-F238E27FC236}">
                  <a16:creationId xmlns:a16="http://schemas.microsoft.com/office/drawing/2014/main" id="{413B996B-DA97-B3A8-ED81-53AABC91E6BA}"/>
                </a:ext>
              </a:extLst>
            </p:cNvPr>
            <p:cNvSpPr/>
            <p:nvPr/>
          </p:nvSpPr>
          <p:spPr>
            <a:xfrm rot="-2700000">
              <a:off x="3569958" y="4564786"/>
              <a:ext cx="45966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S1-LOLA</a:t>
              </a:r>
            </a:p>
          </p:txBody>
        </p:sp>
        <p:sp>
          <p:nvSpPr>
            <p:cNvPr id="150" name="tx53">
              <a:extLst>
                <a:ext uri="{FF2B5EF4-FFF2-40B4-BE49-F238E27FC236}">
                  <a16:creationId xmlns:a16="http://schemas.microsoft.com/office/drawing/2014/main" id="{30B93BBB-FA9F-3D8C-E823-EAAA944D4F6D}"/>
                </a:ext>
              </a:extLst>
            </p:cNvPr>
            <p:cNvSpPr/>
            <p:nvPr/>
          </p:nvSpPr>
          <p:spPr>
            <a:xfrm rot="-2700000">
              <a:off x="4215943" y="4571317"/>
              <a:ext cx="47813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S2-DEBY</a:t>
              </a:r>
            </a:p>
          </p:txBody>
        </p:sp>
        <p:sp>
          <p:nvSpPr>
            <p:cNvPr id="151" name="tx54">
              <a:extLst>
                <a:ext uri="{FF2B5EF4-FFF2-40B4-BE49-F238E27FC236}">
                  <a16:creationId xmlns:a16="http://schemas.microsoft.com/office/drawing/2014/main" id="{743145C4-8C1E-EF78-DB2F-46D2EC87F11B}"/>
                </a:ext>
              </a:extLst>
            </p:cNvPr>
            <p:cNvSpPr/>
            <p:nvPr/>
          </p:nvSpPr>
          <p:spPr>
            <a:xfrm rot="-2700000">
              <a:off x="4973304" y="4531714"/>
              <a:ext cx="36612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W5-NH</a:t>
              </a:r>
            </a:p>
          </p:txBody>
        </p:sp>
        <p:sp>
          <p:nvSpPr>
            <p:cNvPr id="152" name="tx55">
              <a:extLst>
                <a:ext uri="{FF2B5EF4-FFF2-40B4-BE49-F238E27FC236}">
                  <a16:creationId xmlns:a16="http://schemas.microsoft.com/office/drawing/2014/main" id="{DB249E27-9805-3780-7B55-4244F761DB5D}"/>
                </a:ext>
              </a:extLst>
            </p:cNvPr>
            <p:cNvSpPr/>
            <p:nvPr/>
          </p:nvSpPr>
          <p:spPr>
            <a:xfrm rot="-2700000">
              <a:off x="5629670" y="4533944"/>
              <a:ext cx="3724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W6-ME</a:t>
              </a:r>
            </a:p>
          </p:txBody>
        </p:sp>
        <p:sp>
          <p:nvSpPr>
            <p:cNvPr id="153" name="tx56">
              <a:extLst>
                <a:ext uri="{FF2B5EF4-FFF2-40B4-BE49-F238E27FC236}">
                  <a16:creationId xmlns:a16="http://schemas.microsoft.com/office/drawing/2014/main" id="{046602B5-1DB6-629F-6F01-A9E9CEA32118}"/>
                </a:ext>
              </a:extLst>
            </p:cNvPr>
            <p:cNvSpPr/>
            <p:nvPr/>
          </p:nvSpPr>
          <p:spPr>
            <a:xfrm rot="-2700000">
              <a:off x="6206425" y="4569151"/>
              <a:ext cx="47201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154" name="tx57">
              <a:extLst>
                <a:ext uri="{FF2B5EF4-FFF2-40B4-BE49-F238E27FC236}">
                  <a16:creationId xmlns:a16="http://schemas.microsoft.com/office/drawing/2014/main" id="{2BD0FF8F-089D-02C8-D146-348DF6424652}"/>
                </a:ext>
              </a:extLst>
            </p:cNvPr>
            <p:cNvSpPr/>
            <p:nvPr/>
          </p:nvSpPr>
          <p:spPr>
            <a:xfrm rot="-2700000">
              <a:off x="6825952" y="4586641"/>
              <a:ext cx="52148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 River</a:t>
              </a:r>
            </a:p>
          </p:txBody>
        </p:sp>
        <p:sp>
          <p:nvSpPr>
            <p:cNvPr id="155" name="tx58">
              <a:extLst>
                <a:ext uri="{FF2B5EF4-FFF2-40B4-BE49-F238E27FC236}">
                  <a16:creationId xmlns:a16="http://schemas.microsoft.com/office/drawing/2014/main" id="{1560B496-123E-B369-215F-48E47AF60215}"/>
                </a:ext>
              </a:extLst>
            </p:cNvPr>
            <p:cNvSpPr/>
            <p:nvPr/>
          </p:nvSpPr>
          <p:spPr>
            <a:xfrm>
              <a:off x="4144530" y="4891700"/>
              <a:ext cx="240670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Site</a:t>
              </a:r>
            </a:p>
          </p:txBody>
        </p:sp>
        <p:sp>
          <p:nvSpPr>
            <p:cNvPr id="156" name="rc59">
              <a:extLst>
                <a:ext uri="{FF2B5EF4-FFF2-40B4-BE49-F238E27FC236}">
                  <a16:creationId xmlns:a16="http://schemas.microsoft.com/office/drawing/2014/main" id="{34BA6923-5CD0-4E5B-E754-3D52EA12023A}"/>
                </a:ext>
              </a:extLst>
            </p:cNvPr>
            <p:cNvSpPr/>
            <p:nvPr/>
          </p:nvSpPr>
          <p:spPr>
            <a:xfrm>
              <a:off x="7778974" y="2939651"/>
              <a:ext cx="838236" cy="14371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7" name="tx60">
              <a:extLst>
                <a:ext uri="{FF2B5EF4-FFF2-40B4-BE49-F238E27FC236}">
                  <a16:creationId xmlns:a16="http://schemas.microsoft.com/office/drawing/2014/main" id="{78B6C8E6-B807-D388-DD3D-EC10141983D4}"/>
                </a:ext>
              </a:extLst>
            </p:cNvPr>
            <p:cNvSpPr/>
            <p:nvPr/>
          </p:nvSpPr>
          <p:spPr>
            <a:xfrm>
              <a:off x="7848563" y="3024694"/>
              <a:ext cx="69905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Prevalence</a:t>
              </a:r>
            </a:p>
          </p:txBody>
        </p:sp>
        <p:pic>
          <p:nvPicPr>
            <p:cNvPr id="158" name="pic61">
              <a:extLst>
                <a:ext uri="{FF2B5EF4-FFF2-40B4-BE49-F238E27FC236}">
                  <a16:creationId xmlns:a16="http://schemas.microsoft.com/office/drawing/2014/main" id="{3774485E-3B75-E0DD-F1DE-E37B462ADD1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48563" y="3209955"/>
              <a:ext cx="219455" cy="1097280"/>
            </a:xfrm>
            <a:prstGeom prst="rect">
              <a:avLst/>
            </a:prstGeom>
          </p:spPr>
        </p:pic>
        <p:sp>
          <p:nvSpPr>
            <p:cNvPr id="159" name="pl62">
              <a:extLst>
                <a:ext uri="{FF2B5EF4-FFF2-40B4-BE49-F238E27FC236}">
                  <a16:creationId xmlns:a16="http://schemas.microsoft.com/office/drawing/2014/main" id="{E0D5453C-04B3-3F55-E7DE-C27A6632E5AE}"/>
                </a:ext>
              </a:extLst>
            </p:cNvPr>
            <p:cNvSpPr/>
            <p:nvPr/>
          </p:nvSpPr>
          <p:spPr>
            <a:xfrm>
              <a:off x="8024127" y="430540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63">
              <a:extLst>
                <a:ext uri="{FF2B5EF4-FFF2-40B4-BE49-F238E27FC236}">
                  <a16:creationId xmlns:a16="http://schemas.microsoft.com/office/drawing/2014/main" id="{AB79320B-68BA-33D7-7887-DC77386C99D3}"/>
                </a:ext>
              </a:extLst>
            </p:cNvPr>
            <p:cNvSpPr/>
            <p:nvPr/>
          </p:nvSpPr>
          <p:spPr>
            <a:xfrm>
              <a:off x="8024127" y="403200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64">
              <a:extLst>
                <a:ext uri="{FF2B5EF4-FFF2-40B4-BE49-F238E27FC236}">
                  <a16:creationId xmlns:a16="http://schemas.microsoft.com/office/drawing/2014/main" id="{B927A5C1-E066-566D-50F2-390F480C0ABF}"/>
                </a:ext>
              </a:extLst>
            </p:cNvPr>
            <p:cNvSpPr/>
            <p:nvPr/>
          </p:nvSpPr>
          <p:spPr>
            <a:xfrm>
              <a:off x="8024127" y="375859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65">
              <a:extLst>
                <a:ext uri="{FF2B5EF4-FFF2-40B4-BE49-F238E27FC236}">
                  <a16:creationId xmlns:a16="http://schemas.microsoft.com/office/drawing/2014/main" id="{53FA6C7B-7BDF-95DB-F46E-76CCB87B3EF0}"/>
                </a:ext>
              </a:extLst>
            </p:cNvPr>
            <p:cNvSpPr/>
            <p:nvPr/>
          </p:nvSpPr>
          <p:spPr>
            <a:xfrm>
              <a:off x="8024127" y="348518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66">
              <a:extLst>
                <a:ext uri="{FF2B5EF4-FFF2-40B4-BE49-F238E27FC236}">
                  <a16:creationId xmlns:a16="http://schemas.microsoft.com/office/drawing/2014/main" id="{6E69C26C-AF4B-FB8F-28E4-1CF382153555}"/>
                </a:ext>
              </a:extLst>
            </p:cNvPr>
            <p:cNvSpPr/>
            <p:nvPr/>
          </p:nvSpPr>
          <p:spPr>
            <a:xfrm>
              <a:off x="8024127" y="321178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67">
              <a:extLst>
                <a:ext uri="{FF2B5EF4-FFF2-40B4-BE49-F238E27FC236}">
                  <a16:creationId xmlns:a16="http://schemas.microsoft.com/office/drawing/2014/main" id="{E47AC4C5-ADF0-3FFF-D27D-A04DD51BECD1}"/>
                </a:ext>
              </a:extLst>
            </p:cNvPr>
            <p:cNvSpPr/>
            <p:nvPr/>
          </p:nvSpPr>
          <p:spPr>
            <a:xfrm>
              <a:off x="7848563" y="430540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68">
              <a:extLst>
                <a:ext uri="{FF2B5EF4-FFF2-40B4-BE49-F238E27FC236}">
                  <a16:creationId xmlns:a16="http://schemas.microsoft.com/office/drawing/2014/main" id="{98DCA35A-3316-363A-2EC4-279F7508468A}"/>
                </a:ext>
              </a:extLst>
            </p:cNvPr>
            <p:cNvSpPr/>
            <p:nvPr/>
          </p:nvSpPr>
          <p:spPr>
            <a:xfrm>
              <a:off x="7848563" y="403200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69">
              <a:extLst>
                <a:ext uri="{FF2B5EF4-FFF2-40B4-BE49-F238E27FC236}">
                  <a16:creationId xmlns:a16="http://schemas.microsoft.com/office/drawing/2014/main" id="{647C8CF3-5A48-2A07-D59C-2834C50CB672}"/>
                </a:ext>
              </a:extLst>
            </p:cNvPr>
            <p:cNvSpPr/>
            <p:nvPr/>
          </p:nvSpPr>
          <p:spPr>
            <a:xfrm>
              <a:off x="7848563" y="375859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l70">
              <a:extLst>
                <a:ext uri="{FF2B5EF4-FFF2-40B4-BE49-F238E27FC236}">
                  <a16:creationId xmlns:a16="http://schemas.microsoft.com/office/drawing/2014/main" id="{5CB13839-F382-46BC-27AB-E692EAE38EAE}"/>
                </a:ext>
              </a:extLst>
            </p:cNvPr>
            <p:cNvSpPr/>
            <p:nvPr/>
          </p:nvSpPr>
          <p:spPr>
            <a:xfrm>
              <a:off x="7848563" y="348518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71">
              <a:extLst>
                <a:ext uri="{FF2B5EF4-FFF2-40B4-BE49-F238E27FC236}">
                  <a16:creationId xmlns:a16="http://schemas.microsoft.com/office/drawing/2014/main" id="{1E8661D3-743F-E7F4-7296-A5CAED06316D}"/>
                </a:ext>
              </a:extLst>
            </p:cNvPr>
            <p:cNvSpPr/>
            <p:nvPr/>
          </p:nvSpPr>
          <p:spPr>
            <a:xfrm>
              <a:off x="7848563" y="321178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tx72">
              <a:extLst>
                <a:ext uri="{FF2B5EF4-FFF2-40B4-BE49-F238E27FC236}">
                  <a16:creationId xmlns:a16="http://schemas.microsoft.com/office/drawing/2014/main" id="{8AE3B2E4-EF79-A240-BCD5-634DCA166478}"/>
                </a:ext>
              </a:extLst>
            </p:cNvPr>
            <p:cNvSpPr/>
            <p:nvPr/>
          </p:nvSpPr>
          <p:spPr>
            <a:xfrm>
              <a:off x="8137608" y="4265355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170" name="tx73">
              <a:extLst>
                <a:ext uri="{FF2B5EF4-FFF2-40B4-BE49-F238E27FC236}">
                  <a16:creationId xmlns:a16="http://schemas.microsoft.com/office/drawing/2014/main" id="{42F157A8-E2EB-B5D2-A1DD-A452EDBF1C59}"/>
                </a:ext>
              </a:extLst>
            </p:cNvPr>
            <p:cNvSpPr/>
            <p:nvPr/>
          </p:nvSpPr>
          <p:spPr>
            <a:xfrm>
              <a:off x="8137608" y="3991949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171" name="tx74">
              <a:extLst>
                <a:ext uri="{FF2B5EF4-FFF2-40B4-BE49-F238E27FC236}">
                  <a16:creationId xmlns:a16="http://schemas.microsoft.com/office/drawing/2014/main" id="{7DE04A74-9D6F-812B-6D83-DE333CFAB216}"/>
                </a:ext>
              </a:extLst>
            </p:cNvPr>
            <p:cNvSpPr/>
            <p:nvPr/>
          </p:nvSpPr>
          <p:spPr>
            <a:xfrm>
              <a:off x="8137608" y="3718544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172" name="tx75">
              <a:extLst>
                <a:ext uri="{FF2B5EF4-FFF2-40B4-BE49-F238E27FC236}">
                  <a16:creationId xmlns:a16="http://schemas.microsoft.com/office/drawing/2014/main" id="{20AC81C4-0D9C-A268-05E8-C739CE62E833}"/>
                </a:ext>
              </a:extLst>
            </p:cNvPr>
            <p:cNvSpPr/>
            <p:nvPr/>
          </p:nvSpPr>
          <p:spPr>
            <a:xfrm>
              <a:off x="8137608" y="3445138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173" name="tx76">
              <a:extLst>
                <a:ext uri="{FF2B5EF4-FFF2-40B4-BE49-F238E27FC236}">
                  <a16:creationId xmlns:a16="http://schemas.microsoft.com/office/drawing/2014/main" id="{D58F08E9-588B-BE57-CAF9-E3BBFEB2766E}"/>
                </a:ext>
              </a:extLst>
            </p:cNvPr>
            <p:cNvSpPr/>
            <p:nvPr/>
          </p:nvSpPr>
          <p:spPr>
            <a:xfrm>
              <a:off x="8137608" y="3171733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174" name="tx77">
              <a:extLst>
                <a:ext uri="{FF2B5EF4-FFF2-40B4-BE49-F238E27FC236}">
                  <a16:creationId xmlns:a16="http://schemas.microsoft.com/office/drawing/2014/main" id="{0DC42F8C-FCF7-266B-3C06-85935E4D0B72}"/>
                </a:ext>
              </a:extLst>
            </p:cNvPr>
            <p:cNvSpPr/>
            <p:nvPr/>
          </p:nvSpPr>
          <p:spPr>
            <a:xfrm>
              <a:off x="889935" y="2703537"/>
              <a:ext cx="1489923" cy="120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Disease Prevalence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c5">
            <a:extLst>
              <a:ext uri="{FF2B5EF4-FFF2-40B4-BE49-F238E27FC236}">
                <a16:creationId xmlns:a16="http://schemas.microsoft.com/office/drawing/2014/main" id="{1E322DE5-F438-C952-C4C3-08465FCE8C4F}"/>
              </a:ext>
            </a:extLst>
          </p:cNvPr>
          <p:cNvSpPr/>
          <p:nvPr/>
        </p:nvSpPr>
        <p:spPr>
          <a:xfrm>
            <a:off x="12929637" y="20283202"/>
            <a:ext cx="860214" cy="3206252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DAB0F1D9-7199-6D9E-2587-1390A29F096E}"/>
              </a:ext>
            </a:extLst>
          </p:cNvPr>
          <p:cNvGrpSpPr/>
          <p:nvPr/>
        </p:nvGrpSpPr>
        <p:grpSpPr>
          <a:xfrm>
            <a:off x="12968738" y="20322302"/>
            <a:ext cx="782012" cy="3128052"/>
            <a:chOff x="12968738" y="20322302"/>
            <a:chExt cx="782012" cy="3128052"/>
          </a:xfrm>
        </p:grpSpPr>
        <p:sp>
          <p:nvSpPr>
            <p:cNvPr id="6" name="rc6">
              <a:extLst>
                <a:ext uri="{FF2B5EF4-FFF2-40B4-BE49-F238E27FC236}">
                  <a16:creationId xmlns:a16="http://schemas.microsoft.com/office/drawing/2014/main" id="{E5F1E9B0-A79A-D515-9BD9-FF60A089C206}"/>
                </a:ext>
              </a:extLst>
            </p:cNvPr>
            <p:cNvSpPr/>
            <p:nvPr/>
          </p:nvSpPr>
          <p:spPr>
            <a:xfrm>
              <a:off x="12968738" y="20713309"/>
              <a:ext cx="391006" cy="391006"/>
            </a:xfrm>
            <a:prstGeom prst="rect">
              <a:avLst/>
            </a:prstGeom>
            <a:solidFill>
              <a:srgbClr val="3B538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>
              <a:extLst>
                <a:ext uri="{FF2B5EF4-FFF2-40B4-BE49-F238E27FC236}">
                  <a16:creationId xmlns:a16="http://schemas.microsoft.com/office/drawing/2014/main" id="{CE16CF24-59FC-427A-A152-2DD99BEBA562}"/>
                </a:ext>
              </a:extLst>
            </p:cNvPr>
            <p:cNvSpPr/>
            <p:nvPr/>
          </p:nvSpPr>
          <p:spPr>
            <a:xfrm>
              <a:off x="12968738" y="21886328"/>
              <a:ext cx="391006" cy="391006"/>
            </a:xfrm>
            <a:prstGeom prst="rect">
              <a:avLst/>
            </a:prstGeom>
            <a:solidFill>
              <a:srgbClr val="94DDC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>
              <a:extLst>
                <a:ext uri="{FF2B5EF4-FFF2-40B4-BE49-F238E27FC236}">
                  <a16:creationId xmlns:a16="http://schemas.microsoft.com/office/drawing/2014/main" id="{67EC0710-A373-9935-9AA6-D14EB44BBAB7}"/>
                </a:ext>
              </a:extLst>
            </p:cNvPr>
            <p:cNvSpPr/>
            <p:nvPr/>
          </p:nvSpPr>
          <p:spPr>
            <a:xfrm>
              <a:off x="12968738" y="20322302"/>
              <a:ext cx="391006" cy="391006"/>
            </a:xfrm>
            <a:prstGeom prst="rect">
              <a:avLst/>
            </a:prstGeom>
            <a:solidFill>
              <a:srgbClr val="3B396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>
              <a:extLst>
                <a:ext uri="{FF2B5EF4-FFF2-40B4-BE49-F238E27FC236}">
                  <a16:creationId xmlns:a16="http://schemas.microsoft.com/office/drawing/2014/main" id="{CE21C5EA-5B00-151F-2329-3B35009D56A9}"/>
                </a:ext>
              </a:extLst>
            </p:cNvPr>
            <p:cNvSpPr/>
            <p:nvPr/>
          </p:nvSpPr>
          <p:spPr>
            <a:xfrm>
              <a:off x="12968738" y="21104315"/>
              <a:ext cx="391006" cy="391006"/>
            </a:xfrm>
            <a:prstGeom prst="rect">
              <a:avLst/>
            </a:prstGeom>
            <a:solidFill>
              <a:srgbClr val="4BB0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>
              <a:extLst>
                <a:ext uri="{FF2B5EF4-FFF2-40B4-BE49-F238E27FC236}">
                  <a16:creationId xmlns:a16="http://schemas.microsoft.com/office/drawing/2014/main" id="{CFF06444-97D5-A171-C85B-2A0CAA58D6CA}"/>
                </a:ext>
              </a:extLst>
            </p:cNvPr>
            <p:cNvSpPr/>
            <p:nvPr/>
          </p:nvSpPr>
          <p:spPr>
            <a:xfrm>
              <a:off x="12968738" y="22277335"/>
              <a:ext cx="391006" cy="391006"/>
            </a:xfrm>
            <a:prstGeom prst="rect">
              <a:avLst/>
            </a:prstGeom>
            <a:solidFill>
              <a:srgbClr val="3A315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>
              <a:extLst>
                <a:ext uri="{FF2B5EF4-FFF2-40B4-BE49-F238E27FC236}">
                  <a16:creationId xmlns:a16="http://schemas.microsoft.com/office/drawing/2014/main" id="{414737CC-49DA-1A3F-7ECB-FEF78231D52C}"/>
                </a:ext>
              </a:extLst>
            </p:cNvPr>
            <p:cNvSpPr/>
            <p:nvPr/>
          </p:nvSpPr>
          <p:spPr>
            <a:xfrm>
              <a:off x="12968738" y="22668341"/>
              <a:ext cx="391006" cy="391006"/>
            </a:xfrm>
            <a:prstGeom prst="rect">
              <a:avLst/>
            </a:prstGeom>
            <a:solidFill>
              <a:srgbClr val="379AA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>
              <a:extLst>
                <a:ext uri="{FF2B5EF4-FFF2-40B4-BE49-F238E27FC236}">
                  <a16:creationId xmlns:a16="http://schemas.microsoft.com/office/drawing/2014/main" id="{F84A76F0-2A47-7C29-7854-090A2047DD1A}"/>
                </a:ext>
              </a:extLst>
            </p:cNvPr>
            <p:cNvSpPr/>
            <p:nvPr/>
          </p:nvSpPr>
          <p:spPr>
            <a:xfrm>
              <a:off x="12968738" y="23059348"/>
              <a:ext cx="391006" cy="391006"/>
            </a:xfrm>
            <a:prstGeom prst="rect">
              <a:avLst/>
            </a:prstGeom>
            <a:solidFill>
              <a:srgbClr val="3B559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>
              <a:extLst>
                <a:ext uri="{FF2B5EF4-FFF2-40B4-BE49-F238E27FC236}">
                  <a16:creationId xmlns:a16="http://schemas.microsoft.com/office/drawing/2014/main" id="{57894454-6742-D79B-9DE0-26EBA3D171EF}"/>
                </a:ext>
              </a:extLst>
            </p:cNvPr>
            <p:cNvSpPr/>
            <p:nvPr/>
          </p:nvSpPr>
          <p:spPr>
            <a:xfrm>
              <a:off x="12968738" y="21495322"/>
              <a:ext cx="391006" cy="391006"/>
            </a:xfrm>
            <a:prstGeom prst="rect">
              <a:avLst/>
            </a:prstGeom>
            <a:solidFill>
              <a:srgbClr val="C5ED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>
              <a:extLst>
                <a:ext uri="{FF2B5EF4-FFF2-40B4-BE49-F238E27FC236}">
                  <a16:creationId xmlns:a16="http://schemas.microsoft.com/office/drawing/2014/main" id="{A78D84FC-513C-AFFC-09B9-69DEAF32A516}"/>
                </a:ext>
              </a:extLst>
            </p:cNvPr>
            <p:cNvSpPr/>
            <p:nvPr/>
          </p:nvSpPr>
          <p:spPr>
            <a:xfrm>
              <a:off x="13359744" y="22277335"/>
              <a:ext cx="391006" cy="391006"/>
            </a:xfrm>
            <a:prstGeom prst="rect">
              <a:avLst/>
            </a:prstGeom>
            <a:solidFill>
              <a:srgbClr val="3A579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>
              <a:extLst>
                <a:ext uri="{FF2B5EF4-FFF2-40B4-BE49-F238E27FC236}">
                  <a16:creationId xmlns:a16="http://schemas.microsoft.com/office/drawing/2014/main" id="{F66849BC-B877-8034-CE77-2FF3A25E65C7}"/>
                </a:ext>
              </a:extLst>
            </p:cNvPr>
            <p:cNvSpPr/>
            <p:nvPr/>
          </p:nvSpPr>
          <p:spPr>
            <a:xfrm>
              <a:off x="13359744" y="21104315"/>
              <a:ext cx="391006" cy="391006"/>
            </a:xfrm>
            <a:prstGeom prst="rect">
              <a:avLst/>
            </a:prstGeom>
            <a:solidFill>
              <a:srgbClr val="80D7B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>
              <a:extLst>
                <a:ext uri="{FF2B5EF4-FFF2-40B4-BE49-F238E27FC236}">
                  <a16:creationId xmlns:a16="http://schemas.microsoft.com/office/drawing/2014/main" id="{ACE631F1-06B9-2A1C-7ECC-058D81746F6A}"/>
                </a:ext>
              </a:extLst>
            </p:cNvPr>
            <p:cNvSpPr/>
            <p:nvPr/>
          </p:nvSpPr>
          <p:spPr>
            <a:xfrm>
              <a:off x="13359744" y="21495322"/>
              <a:ext cx="391006" cy="391006"/>
            </a:xfrm>
            <a:prstGeom prst="rect">
              <a:avLst/>
            </a:prstGeom>
            <a:solidFill>
              <a:srgbClr val="368FA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>
              <a:extLst>
                <a:ext uri="{FF2B5EF4-FFF2-40B4-BE49-F238E27FC236}">
                  <a16:creationId xmlns:a16="http://schemas.microsoft.com/office/drawing/2014/main" id="{F73D8EF2-D396-E1A2-39D3-4565DCF02968}"/>
                </a:ext>
              </a:extLst>
            </p:cNvPr>
            <p:cNvSpPr/>
            <p:nvPr/>
          </p:nvSpPr>
          <p:spPr>
            <a:xfrm>
              <a:off x="13359744" y="23059348"/>
              <a:ext cx="391006" cy="391006"/>
            </a:xfrm>
            <a:prstGeom prst="rect">
              <a:avLst/>
            </a:prstGeom>
            <a:solidFill>
              <a:srgbClr val="39609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>
              <a:extLst>
                <a:ext uri="{FF2B5EF4-FFF2-40B4-BE49-F238E27FC236}">
                  <a16:creationId xmlns:a16="http://schemas.microsoft.com/office/drawing/2014/main" id="{68E859E8-FAB3-1C5F-39E4-27D044DF2225}"/>
                </a:ext>
              </a:extLst>
            </p:cNvPr>
            <p:cNvSpPr/>
            <p:nvPr/>
          </p:nvSpPr>
          <p:spPr>
            <a:xfrm>
              <a:off x="13359744" y="21886328"/>
              <a:ext cx="391006" cy="391006"/>
            </a:xfrm>
            <a:prstGeom prst="rect">
              <a:avLst/>
            </a:prstGeom>
            <a:solidFill>
              <a:srgbClr val="4CB1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>
              <a:extLst>
                <a:ext uri="{FF2B5EF4-FFF2-40B4-BE49-F238E27FC236}">
                  <a16:creationId xmlns:a16="http://schemas.microsoft.com/office/drawing/2014/main" id="{AB44C33A-25F9-7C9C-ED1E-0E497950E006}"/>
                </a:ext>
              </a:extLst>
            </p:cNvPr>
            <p:cNvSpPr/>
            <p:nvPr/>
          </p:nvSpPr>
          <p:spPr>
            <a:xfrm>
              <a:off x="13359744" y="22668341"/>
              <a:ext cx="391006" cy="391006"/>
            </a:xfrm>
            <a:prstGeom prst="rect">
              <a:avLst/>
            </a:prstGeom>
            <a:solidFill>
              <a:srgbClr val="3A6DA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>
              <a:extLst>
                <a:ext uri="{FF2B5EF4-FFF2-40B4-BE49-F238E27FC236}">
                  <a16:creationId xmlns:a16="http://schemas.microsoft.com/office/drawing/2014/main" id="{3DF9BF08-5D61-D8EF-3050-DE152FD885E2}"/>
                </a:ext>
              </a:extLst>
            </p:cNvPr>
            <p:cNvSpPr/>
            <p:nvPr/>
          </p:nvSpPr>
          <p:spPr>
            <a:xfrm>
              <a:off x="13359744" y="20322302"/>
              <a:ext cx="391006" cy="391006"/>
            </a:xfrm>
            <a:prstGeom prst="rect">
              <a:avLst/>
            </a:prstGeom>
            <a:solidFill>
              <a:srgbClr val="3B548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>
              <a:extLst>
                <a:ext uri="{FF2B5EF4-FFF2-40B4-BE49-F238E27FC236}">
                  <a16:creationId xmlns:a16="http://schemas.microsoft.com/office/drawing/2014/main" id="{E57485F6-5E33-F114-EFB8-8DA99E0194D5}"/>
                </a:ext>
              </a:extLst>
            </p:cNvPr>
            <p:cNvSpPr/>
            <p:nvPr/>
          </p:nvSpPr>
          <p:spPr>
            <a:xfrm>
              <a:off x="13359744" y="20713309"/>
              <a:ext cx="391006" cy="391006"/>
            </a:xfrm>
            <a:prstGeom prst="rect">
              <a:avLst/>
            </a:prstGeom>
            <a:solidFill>
              <a:srgbClr val="48ACA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22" name="pl22">
            <a:extLst>
              <a:ext uri="{FF2B5EF4-FFF2-40B4-BE49-F238E27FC236}">
                <a16:creationId xmlns:a16="http://schemas.microsoft.com/office/drawing/2014/main" id="{9D0B190D-F947-0D3E-A723-60D6CE07791D}"/>
              </a:ext>
            </a:extLst>
          </p:cNvPr>
          <p:cNvSpPr/>
          <p:nvPr/>
        </p:nvSpPr>
        <p:spPr>
          <a:xfrm>
            <a:off x="12929637" y="20283202"/>
            <a:ext cx="0" cy="3206252"/>
          </a:xfrm>
          <a:custGeom>
            <a:avLst/>
            <a:gdLst/>
            <a:ahLst/>
            <a:cxnLst/>
            <a:rect l="0" t="0" r="0" b="0"/>
            <a:pathLst>
              <a:path h="3206252">
                <a:moveTo>
                  <a:pt x="0" y="3206252"/>
                </a:moveTo>
                <a:lnTo>
                  <a:pt x="0" y="0"/>
                </a:lnTo>
              </a:path>
            </a:pathLst>
          </a:custGeom>
          <a:ln w="13550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" name="tx23">
            <a:extLst>
              <a:ext uri="{FF2B5EF4-FFF2-40B4-BE49-F238E27FC236}">
                <a16:creationId xmlns:a16="http://schemas.microsoft.com/office/drawing/2014/main" id="{C16DFFA3-DA1A-32E6-66D9-0B6C1B6C6428}"/>
              </a:ext>
            </a:extLst>
          </p:cNvPr>
          <p:cNvSpPr/>
          <p:nvPr/>
        </p:nvSpPr>
        <p:spPr>
          <a:xfrm>
            <a:off x="12519443" y="23214800"/>
            <a:ext cx="347563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W1-TX</a:t>
            </a:r>
          </a:p>
        </p:txBody>
      </p:sp>
      <p:sp>
        <p:nvSpPr>
          <p:cNvPr id="24" name="tx24">
            <a:extLst>
              <a:ext uri="{FF2B5EF4-FFF2-40B4-BE49-F238E27FC236}">
                <a16:creationId xmlns:a16="http://schemas.microsoft.com/office/drawing/2014/main" id="{40D02C5B-2621-A355-B76C-663928392BE2}"/>
              </a:ext>
            </a:extLst>
          </p:cNvPr>
          <p:cNvSpPr/>
          <p:nvPr/>
        </p:nvSpPr>
        <p:spPr>
          <a:xfrm>
            <a:off x="12525478" y="22823794"/>
            <a:ext cx="341528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W2-LA</a:t>
            </a:r>
          </a:p>
        </p:txBody>
      </p:sp>
      <p:sp>
        <p:nvSpPr>
          <p:cNvPr id="25" name="tx25">
            <a:extLst>
              <a:ext uri="{FF2B5EF4-FFF2-40B4-BE49-F238E27FC236}">
                <a16:creationId xmlns:a16="http://schemas.microsoft.com/office/drawing/2014/main" id="{C6E0D529-4463-1E55-1CBA-16C2B61592BD}"/>
              </a:ext>
            </a:extLst>
          </p:cNvPr>
          <p:cNvSpPr/>
          <p:nvPr/>
        </p:nvSpPr>
        <p:spPr>
          <a:xfrm>
            <a:off x="12531788" y="22432787"/>
            <a:ext cx="335219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W3-FL</a:t>
            </a:r>
          </a:p>
        </p:txBody>
      </p:sp>
      <p:sp>
        <p:nvSpPr>
          <p:cNvPr id="26" name="tx26">
            <a:extLst>
              <a:ext uri="{FF2B5EF4-FFF2-40B4-BE49-F238E27FC236}">
                <a16:creationId xmlns:a16="http://schemas.microsoft.com/office/drawing/2014/main" id="{9DB2C5CC-2AA2-AB12-51F7-8BF2CC02CD90}"/>
              </a:ext>
            </a:extLst>
          </p:cNvPr>
          <p:cNvSpPr/>
          <p:nvPr/>
        </p:nvSpPr>
        <p:spPr>
          <a:xfrm>
            <a:off x="12513134" y="22041781"/>
            <a:ext cx="353872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W4-VA</a:t>
            </a:r>
          </a:p>
        </p:txBody>
      </p:sp>
      <p:sp>
        <p:nvSpPr>
          <p:cNvPr id="27" name="tx27">
            <a:extLst>
              <a:ext uri="{FF2B5EF4-FFF2-40B4-BE49-F238E27FC236}">
                <a16:creationId xmlns:a16="http://schemas.microsoft.com/office/drawing/2014/main" id="{4C0ABD62-9261-D10A-4FB4-96EE78D92F8B}"/>
              </a:ext>
            </a:extLst>
          </p:cNvPr>
          <p:cNvSpPr/>
          <p:nvPr/>
        </p:nvSpPr>
        <p:spPr>
          <a:xfrm>
            <a:off x="12407338" y="21650774"/>
            <a:ext cx="459668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S1-LOLA</a:t>
            </a:r>
          </a:p>
        </p:txBody>
      </p:sp>
      <p:sp>
        <p:nvSpPr>
          <p:cNvPr id="28" name="tx28">
            <a:extLst>
              <a:ext uri="{FF2B5EF4-FFF2-40B4-BE49-F238E27FC236}">
                <a16:creationId xmlns:a16="http://schemas.microsoft.com/office/drawing/2014/main" id="{2C15B104-D0F7-4B84-B7BA-5DBA5B7F0AF8}"/>
              </a:ext>
            </a:extLst>
          </p:cNvPr>
          <p:cNvSpPr/>
          <p:nvPr/>
        </p:nvSpPr>
        <p:spPr>
          <a:xfrm>
            <a:off x="12388867" y="21259768"/>
            <a:ext cx="478139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S2-DEBY</a:t>
            </a:r>
          </a:p>
        </p:txBody>
      </p:sp>
      <p:sp>
        <p:nvSpPr>
          <p:cNvPr id="29" name="tx29">
            <a:extLst>
              <a:ext uri="{FF2B5EF4-FFF2-40B4-BE49-F238E27FC236}">
                <a16:creationId xmlns:a16="http://schemas.microsoft.com/office/drawing/2014/main" id="{FAE3F0FB-7600-E071-231B-F5133AB509F5}"/>
              </a:ext>
            </a:extLst>
          </p:cNvPr>
          <p:cNvSpPr/>
          <p:nvPr/>
        </p:nvSpPr>
        <p:spPr>
          <a:xfrm>
            <a:off x="12500881" y="20868761"/>
            <a:ext cx="366125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W5-NH</a:t>
            </a:r>
          </a:p>
        </p:txBody>
      </p:sp>
      <p:sp>
        <p:nvSpPr>
          <p:cNvPr id="30" name="tx30">
            <a:extLst>
              <a:ext uri="{FF2B5EF4-FFF2-40B4-BE49-F238E27FC236}">
                <a16:creationId xmlns:a16="http://schemas.microsoft.com/office/drawing/2014/main" id="{028F1ECD-1A30-89AE-CEE9-758BCAC64F69}"/>
              </a:ext>
            </a:extLst>
          </p:cNvPr>
          <p:cNvSpPr/>
          <p:nvPr/>
        </p:nvSpPr>
        <p:spPr>
          <a:xfrm>
            <a:off x="12494572" y="20477755"/>
            <a:ext cx="372435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W6-ME</a:t>
            </a:r>
          </a:p>
        </p:txBody>
      </p:sp>
      <p:sp>
        <p:nvSpPr>
          <p:cNvPr id="31" name="pl31">
            <a:extLst>
              <a:ext uri="{FF2B5EF4-FFF2-40B4-BE49-F238E27FC236}">
                <a16:creationId xmlns:a16="http://schemas.microsoft.com/office/drawing/2014/main" id="{59D9BAA3-EE9E-0E77-17B6-964F21412EDD}"/>
              </a:ext>
            </a:extLst>
          </p:cNvPr>
          <p:cNvSpPr/>
          <p:nvPr/>
        </p:nvSpPr>
        <p:spPr>
          <a:xfrm>
            <a:off x="12894842" y="23254851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" name="pl32">
            <a:extLst>
              <a:ext uri="{FF2B5EF4-FFF2-40B4-BE49-F238E27FC236}">
                <a16:creationId xmlns:a16="http://schemas.microsoft.com/office/drawing/2014/main" id="{84433BCE-8000-121F-38A7-0D7B6B968E84}"/>
              </a:ext>
            </a:extLst>
          </p:cNvPr>
          <p:cNvSpPr/>
          <p:nvPr/>
        </p:nvSpPr>
        <p:spPr>
          <a:xfrm>
            <a:off x="12894842" y="22863844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" name="pl33">
            <a:extLst>
              <a:ext uri="{FF2B5EF4-FFF2-40B4-BE49-F238E27FC236}">
                <a16:creationId xmlns:a16="http://schemas.microsoft.com/office/drawing/2014/main" id="{C5D710A9-F62E-155B-4EF1-AF443B8F4633}"/>
              </a:ext>
            </a:extLst>
          </p:cNvPr>
          <p:cNvSpPr/>
          <p:nvPr/>
        </p:nvSpPr>
        <p:spPr>
          <a:xfrm>
            <a:off x="12894842" y="22472838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" name="pl34">
            <a:extLst>
              <a:ext uri="{FF2B5EF4-FFF2-40B4-BE49-F238E27FC236}">
                <a16:creationId xmlns:a16="http://schemas.microsoft.com/office/drawing/2014/main" id="{82BC8DF7-3459-B682-58B8-8B01655013FB}"/>
              </a:ext>
            </a:extLst>
          </p:cNvPr>
          <p:cNvSpPr/>
          <p:nvPr/>
        </p:nvSpPr>
        <p:spPr>
          <a:xfrm>
            <a:off x="12894842" y="22081831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" name="pl35">
            <a:extLst>
              <a:ext uri="{FF2B5EF4-FFF2-40B4-BE49-F238E27FC236}">
                <a16:creationId xmlns:a16="http://schemas.microsoft.com/office/drawing/2014/main" id="{4BE197D8-67D6-7EEE-B261-83CE896CE4A3}"/>
              </a:ext>
            </a:extLst>
          </p:cNvPr>
          <p:cNvSpPr/>
          <p:nvPr/>
        </p:nvSpPr>
        <p:spPr>
          <a:xfrm>
            <a:off x="12894842" y="21690825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" name="pl36">
            <a:extLst>
              <a:ext uri="{FF2B5EF4-FFF2-40B4-BE49-F238E27FC236}">
                <a16:creationId xmlns:a16="http://schemas.microsoft.com/office/drawing/2014/main" id="{1AA5FB97-AD4B-414C-E7B8-098078024B96}"/>
              </a:ext>
            </a:extLst>
          </p:cNvPr>
          <p:cNvSpPr/>
          <p:nvPr/>
        </p:nvSpPr>
        <p:spPr>
          <a:xfrm>
            <a:off x="12894842" y="21299819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" name="pl37">
            <a:extLst>
              <a:ext uri="{FF2B5EF4-FFF2-40B4-BE49-F238E27FC236}">
                <a16:creationId xmlns:a16="http://schemas.microsoft.com/office/drawing/2014/main" id="{7B91A01C-C48A-0798-E76E-18C12C6F03E9}"/>
              </a:ext>
            </a:extLst>
          </p:cNvPr>
          <p:cNvSpPr/>
          <p:nvPr/>
        </p:nvSpPr>
        <p:spPr>
          <a:xfrm>
            <a:off x="12894842" y="20908812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" name="pl38">
            <a:extLst>
              <a:ext uri="{FF2B5EF4-FFF2-40B4-BE49-F238E27FC236}">
                <a16:creationId xmlns:a16="http://schemas.microsoft.com/office/drawing/2014/main" id="{BE5AA57B-DCDC-B6BF-1F28-7F6849FD5F22}"/>
              </a:ext>
            </a:extLst>
          </p:cNvPr>
          <p:cNvSpPr/>
          <p:nvPr/>
        </p:nvSpPr>
        <p:spPr>
          <a:xfrm>
            <a:off x="12894842" y="20517806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" name="pl39">
            <a:extLst>
              <a:ext uri="{FF2B5EF4-FFF2-40B4-BE49-F238E27FC236}">
                <a16:creationId xmlns:a16="http://schemas.microsoft.com/office/drawing/2014/main" id="{AFC3B0F7-99A9-D509-D088-406447BD9B2D}"/>
              </a:ext>
            </a:extLst>
          </p:cNvPr>
          <p:cNvSpPr/>
          <p:nvPr/>
        </p:nvSpPr>
        <p:spPr>
          <a:xfrm>
            <a:off x="12929637" y="23489455"/>
            <a:ext cx="860214" cy="0"/>
          </a:xfrm>
          <a:custGeom>
            <a:avLst/>
            <a:gdLst/>
            <a:ahLst/>
            <a:cxnLst/>
            <a:rect l="0" t="0" r="0" b="0"/>
            <a:pathLst>
              <a:path w="860214">
                <a:moveTo>
                  <a:pt x="0" y="0"/>
                </a:moveTo>
                <a:lnTo>
                  <a:pt x="860214" y="0"/>
                </a:lnTo>
              </a:path>
            </a:pathLst>
          </a:custGeom>
          <a:ln w="13550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0" name="pl40">
            <a:extLst>
              <a:ext uri="{FF2B5EF4-FFF2-40B4-BE49-F238E27FC236}">
                <a16:creationId xmlns:a16="http://schemas.microsoft.com/office/drawing/2014/main" id="{1D24962E-D39A-B4D2-26FC-8AC548AB457C}"/>
              </a:ext>
            </a:extLst>
          </p:cNvPr>
          <p:cNvSpPr/>
          <p:nvPr/>
        </p:nvSpPr>
        <p:spPr>
          <a:xfrm>
            <a:off x="13164241" y="23489455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" name="pl41">
            <a:extLst>
              <a:ext uri="{FF2B5EF4-FFF2-40B4-BE49-F238E27FC236}">
                <a16:creationId xmlns:a16="http://schemas.microsoft.com/office/drawing/2014/main" id="{7D4197BA-443E-6DD0-C02E-8432A6F45E90}"/>
              </a:ext>
            </a:extLst>
          </p:cNvPr>
          <p:cNvSpPr/>
          <p:nvPr/>
        </p:nvSpPr>
        <p:spPr>
          <a:xfrm>
            <a:off x="13555247" y="23489455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2" name="tx42">
            <a:extLst>
              <a:ext uri="{FF2B5EF4-FFF2-40B4-BE49-F238E27FC236}">
                <a16:creationId xmlns:a16="http://schemas.microsoft.com/office/drawing/2014/main" id="{01D65FF7-04B3-BC90-DCD4-CD8B69BF2D8B}"/>
              </a:ext>
            </a:extLst>
          </p:cNvPr>
          <p:cNvSpPr/>
          <p:nvPr/>
        </p:nvSpPr>
        <p:spPr>
          <a:xfrm rot="18900000">
            <a:off x="12789672" y="23707236"/>
            <a:ext cx="472013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Lewisetta</a:t>
            </a:r>
          </a:p>
        </p:txBody>
      </p:sp>
      <p:sp>
        <p:nvSpPr>
          <p:cNvPr id="43" name="tx43">
            <a:extLst>
              <a:ext uri="{FF2B5EF4-FFF2-40B4-BE49-F238E27FC236}">
                <a16:creationId xmlns:a16="http://schemas.microsoft.com/office/drawing/2014/main" id="{2F0C90B7-40E0-CD83-939C-8B4070147149}"/>
              </a:ext>
            </a:extLst>
          </p:cNvPr>
          <p:cNvSpPr/>
          <p:nvPr/>
        </p:nvSpPr>
        <p:spPr>
          <a:xfrm rot="18900000">
            <a:off x="13164913" y="23713767"/>
            <a:ext cx="490484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YorkRiver</a:t>
            </a:r>
          </a:p>
        </p:txBody>
      </p:sp>
      <p:sp>
        <p:nvSpPr>
          <p:cNvPr id="44" name="rc44">
            <a:extLst>
              <a:ext uri="{FF2B5EF4-FFF2-40B4-BE49-F238E27FC236}">
                <a16:creationId xmlns:a16="http://schemas.microsoft.com/office/drawing/2014/main" id="{BE5C4BF3-CB39-394E-0C3C-08E9782DFB45}"/>
              </a:ext>
            </a:extLst>
          </p:cNvPr>
          <p:cNvSpPr/>
          <p:nvPr/>
        </p:nvSpPr>
        <p:spPr>
          <a:xfrm>
            <a:off x="13929029" y="20283202"/>
            <a:ext cx="969270" cy="1664949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" name="tx45">
            <a:extLst>
              <a:ext uri="{FF2B5EF4-FFF2-40B4-BE49-F238E27FC236}">
                <a16:creationId xmlns:a16="http://schemas.microsoft.com/office/drawing/2014/main" id="{A73DF82B-44DA-FD77-5F03-38EDC3585D09}"/>
              </a:ext>
            </a:extLst>
          </p:cNvPr>
          <p:cNvSpPr/>
          <p:nvPr/>
        </p:nvSpPr>
        <p:spPr>
          <a:xfrm>
            <a:off x="13998618" y="20372450"/>
            <a:ext cx="830092" cy="12755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Euclidean </a:t>
            </a:r>
          </a:p>
        </p:txBody>
      </p:sp>
      <p:sp>
        <p:nvSpPr>
          <p:cNvPr id="46" name="tx46">
            <a:extLst>
              <a:ext uri="{FF2B5EF4-FFF2-40B4-BE49-F238E27FC236}">
                <a16:creationId xmlns:a16="http://schemas.microsoft.com/office/drawing/2014/main" id="{97B2C890-A150-81D6-C90B-E3A217F03E48}"/>
              </a:ext>
            </a:extLst>
          </p:cNvPr>
          <p:cNvSpPr/>
          <p:nvPr/>
        </p:nvSpPr>
        <p:spPr>
          <a:xfrm>
            <a:off x="13998618" y="20564474"/>
            <a:ext cx="691560" cy="12755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Distance</a:t>
            </a:r>
          </a:p>
        </p:txBody>
      </p:sp>
      <p:pic>
        <p:nvPicPr>
          <p:cNvPr id="47" name="pic47">
            <a:extLst>
              <a:ext uri="{FF2B5EF4-FFF2-40B4-BE49-F238E27FC236}">
                <a16:creationId xmlns:a16="http://schemas.microsoft.com/office/drawing/2014/main" id="{E05E6AA2-FB8A-AFC8-C01E-F1F36663BA4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98618" y="20781282"/>
            <a:ext cx="219455" cy="1097280"/>
          </a:xfrm>
          <a:prstGeom prst="rect">
            <a:avLst/>
          </a:prstGeom>
        </p:spPr>
      </p:pic>
      <p:sp>
        <p:nvSpPr>
          <p:cNvPr id="48" name="pl48">
            <a:extLst>
              <a:ext uri="{FF2B5EF4-FFF2-40B4-BE49-F238E27FC236}">
                <a16:creationId xmlns:a16="http://schemas.microsoft.com/office/drawing/2014/main" id="{ACBBBC75-DF88-EADB-0318-670C7F383AEC}"/>
              </a:ext>
            </a:extLst>
          </p:cNvPr>
          <p:cNvSpPr/>
          <p:nvPr/>
        </p:nvSpPr>
        <p:spPr>
          <a:xfrm>
            <a:off x="14174183" y="21876733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0" y="0"/>
                </a:moveTo>
                <a:lnTo>
                  <a:pt x="43891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9" name="pl49">
            <a:extLst>
              <a:ext uri="{FF2B5EF4-FFF2-40B4-BE49-F238E27FC236}">
                <a16:creationId xmlns:a16="http://schemas.microsoft.com/office/drawing/2014/main" id="{827EBB9C-EECF-2B58-FABB-275F370E266A}"/>
              </a:ext>
            </a:extLst>
          </p:cNvPr>
          <p:cNvSpPr/>
          <p:nvPr/>
        </p:nvSpPr>
        <p:spPr>
          <a:xfrm>
            <a:off x="14174183" y="21694463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0" y="0"/>
                </a:moveTo>
                <a:lnTo>
                  <a:pt x="43891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0" name="pl50">
            <a:extLst>
              <a:ext uri="{FF2B5EF4-FFF2-40B4-BE49-F238E27FC236}">
                <a16:creationId xmlns:a16="http://schemas.microsoft.com/office/drawing/2014/main" id="{CB08E261-12A1-B104-5ABE-9E2F6B3A9794}"/>
              </a:ext>
            </a:extLst>
          </p:cNvPr>
          <p:cNvSpPr/>
          <p:nvPr/>
        </p:nvSpPr>
        <p:spPr>
          <a:xfrm>
            <a:off x="14174183" y="21512192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0" y="0"/>
                </a:moveTo>
                <a:lnTo>
                  <a:pt x="43891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" name="pl51">
            <a:extLst>
              <a:ext uri="{FF2B5EF4-FFF2-40B4-BE49-F238E27FC236}">
                <a16:creationId xmlns:a16="http://schemas.microsoft.com/office/drawing/2014/main" id="{F7AAC355-49F1-CD6C-A013-5750065B67A5}"/>
              </a:ext>
            </a:extLst>
          </p:cNvPr>
          <p:cNvSpPr/>
          <p:nvPr/>
        </p:nvSpPr>
        <p:spPr>
          <a:xfrm>
            <a:off x="14174183" y="21329922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0" y="0"/>
                </a:moveTo>
                <a:lnTo>
                  <a:pt x="43891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" name="pl52">
            <a:extLst>
              <a:ext uri="{FF2B5EF4-FFF2-40B4-BE49-F238E27FC236}">
                <a16:creationId xmlns:a16="http://schemas.microsoft.com/office/drawing/2014/main" id="{47B997B2-B4CC-83BC-BDDF-E50ED4EC8F7F}"/>
              </a:ext>
            </a:extLst>
          </p:cNvPr>
          <p:cNvSpPr/>
          <p:nvPr/>
        </p:nvSpPr>
        <p:spPr>
          <a:xfrm>
            <a:off x="14174183" y="21147652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0" y="0"/>
                </a:moveTo>
                <a:lnTo>
                  <a:pt x="43891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" name="pl53">
            <a:extLst>
              <a:ext uri="{FF2B5EF4-FFF2-40B4-BE49-F238E27FC236}">
                <a16:creationId xmlns:a16="http://schemas.microsoft.com/office/drawing/2014/main" id="{5CA2B3BA-B5F8-14EA-58F5-A958592D5858}"/>
              </a:ext>
            </a:extLst>
          </p:cNvPr>
          <p:cNvSpPr/>
          <p:nvPr/>
        </p:nvSpPr>
        <p:spPr>
          <a:xfrm>
            <a:off x="14174183" y="20965381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0" y="0"/>
                </a:moveTo>
                <a:lnTo>
                  <a:pt x="43891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4" name="pl54">
            <a:extLst>
              <a:ext uri="{FF2B5EF4-FFF2-40B4-BE49-F238E27FC236}">
                <a16:creationId xmlns:a16="http://schemas.microsoft.com/office/drawing/2014/main" id="{DC5D1751-D90B-CDFF-E142-D2A7474384A6}"/>
              </a:ext>
            </a:extLst>
          </p:cNvPr>
          <p:cNvSpPr/>
          <p:nvPr/>
        </p:nvSpPr>
        <p:spPr>
          <a:xfrm>
            <a:off x="14174183" y="20783111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0" y="0"/>
                </a:moveTo>
                <a:lnTo>
                  <a:pt x="43891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" name="pl55">
            <a:extLst>
              <a:ext uri="{FF2B5EF4-FFF2-40B4-BE49-F238E27FC236}">
                <a16:creationId xmlns:a16="http://schemas.microsoft.com/office/drawing/2014/main" id="{E5F632BF-0E20-174E-5694-7087716C3C31}"/>
              </a:ext>
            </a:extLst>
          </p:cNvPr>
          <p:cNvSpPr/>
          <p:nvPr/>
        </p:nvSpPr>
        <p:spPr>
          <a:xfrm>
            <a:off x="13998618" y="21876733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43891" y="0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" name="pl56">
            <a:extLst>
              <a:ext uri="{FF2B5EF4-FFF2-40B4-BE49-F238E27FC236}">
                <a16:creationId xmlns:a16="http://schemas.microsoft.com/office/drawing/2014/main" id="{AD965BAB-273F-9202-1F23-E7E1A9CDC22C}"/>
              </a:ext>
            </a:extLst>
          </p:cNvPr>
          <p:cNvSpPr/>
          <p:nvPr/>
        </p:nvSpPr>
        <p:spPr>
          <a:xfrm>
            <a:off x="13998618" y="21694463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43891" y="0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7" name="pl57">
            <a:extLst>
              <a:ext uri="{FF2B5EF4-FFF2-40B4-BE49-F238E27FC236}">
                <a16:creationId xmlns:a16="http://schemas.microsoft.com/office/drawing/2014/main" id="{008AE848-C681-7EFF-A003-783AD1BB74BF}"/>
              </a:ext>
            </a:extLst>
          </p:cNvPr>
          <p:cNvSpPr/>
          <p:nvPr/>
        </p:nvSpPr>
        <p:spPr>
          <a:xfrm>
            <a:off x="13998618" y="21512192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43891" y="0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" name="pl58">
            <a:extLst>
              <a:ext uri="{FF2B5EF4-FFF2-40B4-BE49-F238E27FC236}">
                <a16:creationId xmlns:a16="http://schemas.microsoft.com/office/drawing/2014/main" id="{C043DE2C-2FA2-3880-9D5D-BC5BB2E79F6C}"/>
              </a:ext>
            </a:extLst>
          </p:cNvPr>
          <p:cNvSpPr/>
          <p:nvPr/>
        </p:nvSpPr>
        <p:spPr>
          <a:xfrm>
            <a:off x="13998618" y="21329922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43891" y="0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9" name="pl59">
            <a:extLst>
              <a:ext uri="{FF2B5EF4-FFF2-40B4-BE49-F238E27FC236}">
                <a16:creationId xmlns:a16="http://schemas.microsoft.com/office/drawing/2014/main" id="{DA5B9171-F187-2BBF-42D5-D69068DAEDFA}"/>
              </a:ext>
            </a:extLst>
          </p:cNvPr>
          <p:cNvSpPr/>
          <p:nvPr/>
        </p:nvSpPr>
        <p:spPr>
          <a:xfrm>
            <a:off x="13998618" y="21147652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43891" y="0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0" name="pl60">
            <a:extLst>
              <a:ext uri="{FF2B5EF4-FFF2-40B4-BE49-F238E27FC236}">
                <a16:creationId xmlns:a16="http://schemas.microsoft.com/office/drawing/2014/main" id="{888D3055-F0ED-6CDD-DB36-0A228A533FF3}"/>
              </a:ext>
            </a:extLst>
          </p:cNvPr>
          <p:cNvSpPr/>
          <p:nvPr/>
        </p:nvSpPr>
        <p:spPr>
          <a:xfrm>
            <a:off x="13998618" y="20965381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43891" y="0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1" name="pl61">
            <a:extLst>
              <a:ext uri="{FF2B5EF4-FFF2-40B4-BE49-F238E27FC236}">
                <a16:creationId xmlns:a16="http://schemas.microsoft.com/office/drawing/2014/main" id="{3296D499-8A43-31A5-4A49-7E87B0B6D703}"/>
              </a:ext>
            </a:extLst>
          </p:cNvPr>
          <p:cNvSpPr/>
          <p:nvPr/>
        </p:nvSpPr>
        <p:spPr>
          <a:xfrm>
            <a:off x="13998618" y="20783111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43891" y="0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2" name="tx62">
            <a:extLst>
              <a:ext uri="{FF2B5EF4-FFF2-40B4-BE49-F238E27FC236}">
                <a16:creationId xmlns:a16="http://schemas.microsoft.com/office/drawing/2014/main" id="{642AA28E-24A7-A477-8BDF-76E19F876627}"/>
              </a:ext>
            </a:extLst>
          </p:cNvPr>
          <p:cNvSpPr/>
          <p:nvPr/>
        </p:nvSpPr>
        <p:spPr>
          <a:xfrm>
            <a:off x="14287663" y="21836682"/>
            <a:ext cx="62179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</a:t>
            </a:r>
          </a:p>
        </p:txBody>
      </p:sp>
      <p:sp>
        <p:nvSpPr>
          <p:cNvPr id="63" name="tx63">
            <a:extLst>
              <a:ext uri="{FF2B5EF4-FFF2-40B4-BE49-F238E27FC236}">
                <a16:creationId xmlns:a16="http://schemas.microsoft.com/office/drawing/2014/main" id="{6A03FBEC-65D8-CAE8-ED76-F68E7CA97616}"/>
              </a:ext>
            </a:extLst>
          </p:cNvPr>
          <p:cNvSpPr/>
          <p:nvPr/>
        </p:nvSpPr>
        <p:spPr>
          <a:xfrm>
            <a:off x="14287663" y="21654412"/>
            <a:ext cx="62179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1</a:t>
            </a:r>
          </a:p>
        </p:txBody>
      </p:sp>
      <p:sp>
        <p:nvSpPr>
          <p:cNvPr id="64" name="tx64">
            <a:extLst>
              <a:ext uri="{FF2B5EF4-FFF2-40B4-BE49-F238E27FC236}">
                <a16:creationId xmlns:a16="http://schemas.microsoft.com/office/drawing/2014/main" id="{B3D64558-A88D-68E7-1C39-0D05259A356A}"/>
              </a:ext>
            </a:extLst>
          </p:cNvPr>
          <p:cNvSpPr/>
          <p:nvPr/>
        </p:nvSpPr>
        <p:spPr>
          <a:xfrm>
            <a:off x="14287663" y="21472142"/>
            <a:ext cx="62179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2</a:t>
            </a:r>
          </a:p>
        </p:txBody>
      </p:sp>
      <p:sp>
        <p:nvSpPr>
          <p:cNvPr id="65" name="tx65">
            <a:extLst>
              <a:ext uri="{FF2B5EF4-FFF2-40B4-BE49-F238E27FC236}">
                <a16:creationId xmlns:a16="http://schemas.microsoft.com/office/drawing/2014/main" id="{007614F5-3981-A70B-F2AE-D92CEC7E5C53}"/>
              </a:ext>
            </a:extLst>
          </p:cNvPr>
          <p:cNvSpPr/>
          <p:nvPr/>
        </p:nvSpPr>
        <p:spPr>
          <a:xfrm>
            <a:off x="14287663" y="21289871"/>
            <a:ext cx="62179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3</a:t>
            </a:r>
          </a:p>
        </p:txBody>
      </p:sp>
      <p:sp>
        <p:nvSpPr>
          <p:cNvPr id="66" name="tx66">
            <a:extLst>
              <a:ext uri="{FF2B5EF4-FFF2-40B4-BE49-F238E27FC236}">
                <a16:creationId xmlns:a16="http://schemas.microsoft.com/office/drawing/2014/main" id="{269CCA8C-97CF-4EF8-A913-4FD38A079065}"/>
              </a:ext>
            </a:extLst>
          </p:cNvPr>
          <p:cNvSpPr/>
          <p:nvPr/>
        </p:nvSpPr>
        <p:spPr>
          <a:xfrm>
            <a:off x="14287663" y="21107601"/>
            <a:ext cx="62179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4</a:t>
            </a:r>
          </a:p>
        </p:txBody>
      </p:sp>
      <p:sp>
        <p:nvSpPr>
          <p:cNvPr id="67" name="tx67">
            <a:extLst>
              <a:ext uri="{FF2B5EF4-FFF2-40B4-BE49-F238E27FC236}">
                <a16:creationId xmlns:a16="http://schemas.microsoft.com/office/drawing/2014/main" id="{66716919-36A4-B9C6-20F9-D9CC09722A68}"/>
              </a:ext>
            </a:extLst>
          </p:cNvPr>
          <p:cNvSpPr/>
          <p:nvPr/>
        </p:nvSpPr>
        <p:spPr>
          <a:xfrm>
            <a:off x="14287663" y="20925330"/>
            <a:ext cx="62179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5</a:t>
            </a:r>
          </a:p>
        </p:txBody>
      </p:sp>
      <p:sp>
        <p:nvSpPr>
          <p:cNvPr id="68" name="tx68">
            <a:extLst>
              <a:ext uri="{FF2B5EF4-FFF2-40B4-BE49-F238E27FC236}">
                <a16:creationId xmlns:a16="http://schemas.microsoft.com/office/drawing/2014/main" id="{F5E41C50-A9BC-1039-B05C-FE86D0633D60}"/>
              </a:ext>
            </a:extLst>
          </p:cNvPr>
          <p:cNvSpPr/>
          <p:nvPr/>
        </p:nvSpPr>
        <p:spPr>
          <a:xfrm>
            <a:off x="14287663" y="20743060"/>
            <a:ext cx="62179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6</a:t>
            </a:r>
          </a:p>
        </p:txBody>
      </p:sp>
      <p:sp>
        <p:nvSpPr>
          <p:cNvPr id="138" name="tx69">
            <a:extLst>
              <a:ext uri="{FF2B5EF4-FFF2-40B4-BE49-F238E27FC236}">
                <a16:creationId xmlns:a16="http://schemas.microsoft.com/office/drawing/2014/main" id="{A4898532-F161-EC3E-72BA-D882B03DFC03}"/>
              </a:ext>
            </a:extLst>
          </p:cNvPr>
          <p:cNvSpPr/>
          <p:nvPr/>
        </p:nvSpPr>
        <p:spPr>
          <a:xfrm>
            <a:off x="12929637" y="19752207"/>
            <a:ext cx="2477383" cy="16395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Environmental Distance </a:t>
            </a:r>
          </a:p>
        </p:txBody>
      </p:sp>
      <p:sp>
        <p:nvSpPr>
          <p:cNvPr id="139" name="tx70">
            <a:extLst>
              <a:ext uri="{FF2B5EF4-FFF2-40B4-BE49-F238E27FC236}">
                <a16:creationId xmlns:a16="http://schemas.microsoft.com/office/drawing/2014/main" id="{C2F75397-89D3-D37E-D0A4-774214E929B2}"/>
              </a:ext>
            </a:extLst>
          </p:cNvPr>
          <p:cNvSpPr/>
          <p:nvPr/>
        </p:nvSpPr>
        <p:spPr>
          <a:xfrm>
            <a:off x="12929637" y="19999095"/>
            <a:ext cx="1435790" cy="16395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between Sites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866D2-8919-C48C-E10F-082369699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2" name="Group 3291">
            <a:extLst>
              <a:ext uri="{FF2B5EF4-FFF2-40B4-BE49-F238E27FC236}">
                <a16:creationId xmlns:a16="http://schemas.microsoft.com/office/drawing/2014/main" id="{2E92926D-8958-33F1-B597-571647D985AE}"/>
              </a:ext>
            </a:extLst>
          </p:cNvPr>
          <p:cNvGrpSpPr/>
          <p:nvPr/>
        </p:nvGrpSpPr>
        <p:grpSpPr>
          <a:xfrm>
            <a:off x="19238912" y="5437594"/>
            <a:ext cx="2448272" cy="2610462"/>
            <a:chOff x="13284038" y="7444499"/>
            <a:chExt cx="2448272" cy="2610462"/>
          </a:xfrm>
        </p:grpSpPr>
        <p:sp>
          <p:nvSpPr>
            <p:cNvPr id="1657" name="pl35">
              <a:extLst>
                <a:ext uri="{FF2B5EF4-FFF2-40B4-BE49-F238E27FC236}">
                  <a16:creationId xmlns:a16="http://schemas.microsoft.com/office/drawing/2014/main" id="{E29BB174-AAA1-6C5C-5964-B0763ABC205E}"/>
                </a:ext>
              </a:extLst>
            </p:cNvPr>
            <p:cNvSpPr/>
            <p:nvPr/>
          </p:nvSpPr>
          <p:spPr>
            <a:xfrm>
              <a:off x="13405053" y="7919573"/>
              <a:ext cx="64608" cy="48288"/>
            </a:xfrm>
            <a:custGeom>
              <a:avLst/>
              <a:gdLst/>
              <a:ahLst/>
              <a:cxnLst/>
              <a:rect l="0" t="0" r="0" b="0"/>
              <a:pathLst>
                <a:path w="21770" h="17837">
                  <a:moveTo>
                    <a:pt x="10256" y="11098"/>
                  </a:moveTo>
                  <a:lnTo>
                    <a:pt x="0" y="15839"/>
                  </a:lnTo>
                  <a:lnTo>
                    <a:pt x="1989" y="17461"/>
                  </a:lnTo>
                  <a:lnTo>
                    <a:pt x="4781" y="17837"/>
                  </a:lnTo>
                  <a:lnTo>
                    <a:pt x="14835" y="13095"/>
                  </a:lnTo>
                  <a:lnTo>
                    <a:pt x="21770" y="697"/>
                  </a:lnTo>
                  <a:lnTo>
                    <a:pt x="18824" y="0"/>
                  </a:lnTo>
                  <a:lnTo>
                    <a:pt x="10256" y="1109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610" name="tx92">
              <a:extLst>
                <a:ext uri="{FF2B5EF4-FFF2-40B4-BE49-F238E27FC236}">
                  <a16:creationId xmlns:a16="http://schemas.microsoft.com/office/drawing/2014/main" id="{E96FEDC2-1C30-ADDD-198A-3EF469BC9707}"/>
                </a:ext>
              </a:extLst>
            </p:cNvPr>
            <p:cNvSpPr/>
            <p:nvPr/>
          </p:nvSpPr>
          <p:spPr>
            <a:xfrm>
              <a:off x="13834456" y="7444499"/>
              <a:ext cx="673718" cy="2559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0"/>
                </a:lnSpc>
              </a:pPr>
              <a:r>
                <a:rPr sz="3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Site</a:t>
              </a:r>
              <a:r>
                <a:rPr lang="en-US" sz="3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Type</a:t>
              </a:r>
              <a:endParaRPr sz="3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endParaRPr>
            </a:p>
          </p:txBody>
        </p:sp>
        <p:sp>
          <p:nvSpPr>
            <p:cNvPr id="1611" name="rc93">
              <a:extLst>
                <a:ext uri="{FF2B5EF4-FFF2-40B4-BE49-F238E27FC236}">
                  <a16:creationId xmlns:a16="http://schemas.microsoft.com/office/drawing/2014/main" id="{92EB5C99-AC46-0274-1314-4A8CB40A3203}"/>
                </a:ext>
              </a:extLst>
            </p:cNvPr>
            <p:cNvSpPr/>
            <p:nvPr/>
          </p:nvSpPr>
          <p:spPr>
            <a:xfrm>
              <a:off x="13284038" y="7813431"/>
              <a:ext cx="614331" cy="5603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2400"/>
            </a:p>
          </p:txBody>
        </p:sp>
        <p:sp>
          <p:nvSpPr>
            <p:cNvPr id="1612" name="pt94">
              <a:extLst>
                <a:ext uri="{FF2B5EF4-FFF2-40B4-BE49-F238E27FC236}">
                  <a16:creationId xmlns:a16="http://schemas.microsoft.com/office/drawing/2014/main" id="{09EFC8E7-CD96-1ABD-D6B0-D29A060F5A7C}"/>
                </a:ext>
              </a:extLst>
            </p:cNvPr>
            <p:cNvSpPr/>
            <p:nvPr/>
          </p:nvSpPr>
          <p:spPr>
            <a:xfrm>
              <a:off x="13388942" y="7909125"/>
              <a:ext cx="404522" cy="368997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613" name="rc95">
              <a:extLst>
                <a:ext uri="{FF2B5EF4-FFF2-40B4-BE49-F238E27FC236}">
                  <a16:creationId xmlns:a16="http://schemas.microsoft.com/office/drawing/2014/main" id="{CA596683-7CDC-7361-9C58-A1466A02BB9B}"/>
                </a:ext>
              </a:extLst>
            </p:cNvPr>
            <p:cNvSpPr/>
            <p:nvPr/>
          </p:nvSpPr>
          <p:spPr>
            <a:xfrm>
              <a:off x="13284038" y="8373814"/>
              <a:ext cx="614331" cy="5603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2400"/>
            </a:p>
          </p:txBody>
        </p:sp>
        <p:sp>
          <p:nvSpPr>
            <p:cNvPr id="1614" name="rc96">
              <a:extLst>
                <a:ext uri="{FF2B5EF4-FFF2-40B4-BE49-F238E27FC236}">
                  <a16:creationId xmlns:a16="http://schemas.microsoft.com/office/drawing/2014/main" id="{7C9347AB-01E9-D3D3-0E6F-CAA5CD8D7195}"/>
                </a:ext>
              </a:extLst>
            </p:cNvPr>
            <p:cNvSpPr/>
            <p:nvPr/>
          </p:nvSpPr>
          <p:spPr>
            <a:xfrm>
              <a:off x="13411953" y="8490498"/>
              <a:ext cx="358499" cy="327016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615" name="rc97">
              <a:extLst>
                <a:ext uri="{FF2B5EF4-FFF2-40B4-BE49-F238E27FC236}">
                  <a16:creationId xmlns:a16="http://schemas.microsoft.com/office/drawing/2014/main" id="{81481334-169E-41D5-4313-21171CE19508}"/>
                </a:ext>
              </a:extLst>
            </p:cNvPr>
            <p:cNvSpPr/>
            <p:nvPr/>
          </p:nvSpPr>
          <p:spPr>
            <a:xfrm>
              <a:off x="13284038" y="8934197"/>
              <a:ext cx="614331" cy="5603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2400"/>
            </a:p>
          </p:txBody>
        </p:sp>
        <p:sp>
          <p:nvSpPr>
            <p:cNvPr id="1616" name="pg98">
              <a:extLst>
                <a:ext uri="{FF2B5EF4-FFF2-40B4-BE49-F238E27FC236}">
                  <a16:creationId xmlns:a16="http://schemas.microsoft.com/office/drawing/2014/main" id="{EF389723-00F1-03D5-84C9-935543E60053}"/>
                </a:ext>
              </a:extLst>
            </p:cNvPr>
            <p:cNvSpPr/>
            <p:nvPr/>
          </p:nvSpPr>
          <p:spPr>
            <a:xfrm>
              <a:off x="13318802" y="8927471"/>
              <a:ext cx="544801" cy="430377"/>
            </a:xfrm>
            <a:custGeom>
              <a:avLst/>
              <a:gdLst/>
              <a:ahLst/>
              <a:cxnLst/>
              <a:rect l="0" t="0" r="0" b="0"/>
              <a:pathLst>
                <a:path w="194617" h="168543">
                  <a:moveTo>
                    <a:pt x="97308" y="0"/>
                  </a:moveTo>
                  <a:lnTo>
                    <a:pt x="194617" y="168543"/>
                  </a:lnTo>
                  <a:lnTo>
                    <a:pt x="0" y="168543"/>
                  </a:lnTo>
                  <a:close/>
                </a:path>
              </a:pathLst>
            </a:cu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617" name="rc99">
              <a:extLst>
                <a:ext uri="{FF2B5EF4-FFF2-40B4-BE49-F238E27FC236}">
                  <a16:creationId xmlns:a16="http://schemas.microsoft.com/office/drawing/2014/main" id="{2D12C5FE-1E2D-F4B5-E5B5-D9AFCEB3AC58}"/>
                </a:ext>
              </a:extLst>
            </p:cNvPr>
            <p:cNvSpPr/>
            <p:nvPr/>
          </p:nvSpPr>
          <p:spPr>
            <a:xfrm>
              <a:off x="13284038" y="9494580"/>
              <a:ext cx="614331" cy="5603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2400"/>
            </a:p>
          </p:txBody>
        </p:sp>
        <p:sp>
          <p:nvSpPr>
            <p:cNvPr id="1618" name="pg100">
              <a:extLst>
                <a:ext uri="{FF2B5EF4-FFF2-40B4-BE49-F238E27FC236}">
                  <a16:creationId xmlns:a16="http://schemas.microsoft.com/office/drawing/2014/main" id="{10F79CF4-B76D-F5C5-AFF3-9CCFBC096136}"/>
                </a:ext>
              </a:extLst>
            </p:cNvPr>
            <p:cNvSpPr/>
            <p:nvPr/>
          </p:nvSpPr>
          <p:spPr>
            <a:xfrm>
              <a:off x="13318802" y="9487854"/>
              <a:ext cx="544801" cy="430377"/>
            </a:xfrm>
            <a:custGeom>
              <a:avLst/>
              <a:gdLst/>
              <a:ahLst/>
              <a:cxnLst/>
              <a:rect l="0" t="0" r="0" b="0"/>
              <a:pathLst>
                <a:path w="194617" h="168543">
                  <a:moveTo>
                    <a:pt x="97308" y="0"/>
                  </a:moveTo>
                  <a:lnTo>
                    <a:pt x="194617" y="168543"/>
                  </a:lnTo>
                  <a:lnTo>
                    <a:pt x="0" y="168543"/>
                  </a:lnTo>
                  <a:close/>
                </a:path>
              </a:pathLst>
            </a:custGeom>
            <a:solidFill>
              <a:srgbClr val="1D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619" name="tx101">
              <a:extLst>
                <a:ext uri="{FF2B5EF4-FFF2-40B4-BE49-F238E27FC236}">
                  <a16:creationId xmlns:a16="http://schemas.microsoft.com/office/drawing/2014/main" id="{912CC3B5-C4A5-EE59-1969-A05E6280CF4C}"/>
                </a:ext>
              </a:extLst>
            </p:cNvPr>
            <p:cNvSpPr/>
            <p:nvPr/>
          </p:nvSpPr>
          <p:spPr>
            <a:xfrm>
              <a:off x="13949157" y="8033531"/>
              <a:ext cx="1391720" cy="2045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Seascape</a:t>
              </a:r>
            </a:p>
          </p:txBody>
        </p:sp>
        <p:sp>
          <p:nvSpPr>
            <p:cNvPr id="1620" name="tx102">
              <a:extLst>
                <a:ext uri="{FF2B5EF4-FFF2-40B4-BE49-F238E27FC236}">
                  <a16:creationId xmlns:a16="http://schemas.microsoft.com/office/drawing/2014/main" id="{AD0F045C-A674-0A1C-DBF9-28FDA78875A8}"/>
                </a:ext>
              </a:extLst>
            </p:cNvPr>
            <p:cNvSpPr/>
            <p:nvPr/>
          </p:nvSpPr>
          <p:spPr>
            <a:xfrm>
              <a:off x="13906718" y="8624691"/>
              <a:ext cx="1825592" cy="2045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</a:t>
              </a:r>
            </a:p>
          </p:txBody>
        </p:sp>
        <p:sp>
          <p:nvSpPr>
            <p:cNvPr id="1621" name="tx103">
              <a:extLst>
                <a:ext uri="{FF2B5EF4-FFF2-40B4-BE49-F238E27FC236}">
                  <a16:creationId xmlns:a16="http://schemas.microsoft.com/office/drawing/2014/main" id="{8433AFAC-8712-81FB-4DEE-CF6F1058F824}"/>
                </a:ext>
              </a:extLst>
            </p:cNvPr>
            <p:cNvSpPr/>
            <p:nvPr/>
          </p:nvSpPr>
          <p:spPr>
            <a:xfrm>
              <a:off x="13949157" y="9150166"/>
              <a:ext cx="1321327" cy="2045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1622" name="tx104">
              <a:extLst>
                <a:ext uri="{FF2B5EF4-FFF2-40B4-BE49-F238E27FC236}">
                  <a16:creationId xmlns:a16="http://schemas.microsoft.com/office/drawing/2014/main" id="{07212098-DC3F-E68D-878F-4D1AC08DE759}"/>
                </a:ext>
              </a:extLst>
            </p:cNvPr>
            <p:cNvSpPr/>
            <p:nvPr/>
          </p:nvSpPr>
          <p:spPr>
            <a:xfrm>
              <a:off x="13949157" y="9741325"/>
              <a:ext cx="1459807" cy="2045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 River</a:t>
              </a:r>
            </a:p>
          </p:txBody>
        </p:sp>
      </p:grpSp>
      <p:grpSp>
        <p:nvGrpSpPr>
          <p:cNvPr id="3293" name="Group 3292">
            <a:extLst>
              <a:ext uri="{FF2B5EF4-FFF2-40B4-BE49-F238E27FC236}">
                <a16:creationId xmlns:a16="http://schemas.microsoft.com/office/drawing/2014/main" id="{BF91FFA0-FA50-AD54-D581-661760E55FAD}"/>
              </a:ext>
            </a:extLst>
          </p:cNvPr>
          <p:cNvGrpSpPr/>
          <p:nvPr/>
        </p:nvGrpSpPr>
        <p:grpSpPr>
          <a:xfrm>
            <a:off x="1956992" y="1639345"/>
            <a:ext cx="17870193" cy="12457383"/>
            <a:chOff x="315616" y="380728"/>
            <a:chExt cx="15157851" cy="11545325"/>
          </a:xfrm>
        </p:grpSpPr>
        <p:sp>
          <p:nvSpPr>
            <p:cNvPr id="1628" name="pl6">
              <a:extLst>
                <a:ext uri="{FF2B5EF4-FFF2-40B4-BE49-F238E27FC236}">
                  <a16:creationId xmlns:a16="http://schemas.microsoft.com/office/drawing/2014/main" id="{75AA72E3-648F-489D-2C29-139AD24DF87D}"/>
                </a:ext>
              </a:extLst>
            </p:cNvPr>
            <p:cNvSpPr/>
            <p:nvPr/>
          </p:nvSpPr>
          <p:spPr>
            <a:xfrm>
              <a:off x="7905401" y="10816623"/>
              <a:ext cx="33827" cy="45545"/>
            </a:xfrm>
            <a:custGeom>
              <a:avLst/>
              <a:gdLst/>
              <a:ahLst/>
              <a:cxnLst/>
              <a:rect l="0" t="0" r="0" b="0"/>
              <a:pathLst>
                <a:path w="11398" h="16824">
                  <a:moveTo>
                    <a:pt x="11120" y="9100"/>
                  </a:moveTo>
                  <a:lnTo>
                    <a:pt x="180" y="0"/>
                  </a:lnTo>
                  <a:lnTo>
                    <a:pt x="0" y="2435"/>
                  </a:lnTo>
                  <a:lnTo>
                    <a:pt x="4770" y="11734"/>
                  </a:lnTo>
                  <a:lnTo>
                    <a:pt x="4770" y="15935"/>
                  </a:lnTo>
                  <a:lnTo>
                    <a:pt x="6366" y="16824"/>
                  </a:lnTo>
                  <a:lnTo>
                    <a:pt x="9721" y="13944"/>
                  </a:lnTo>
                  <a:lnTo>
                    <a:pt x="11398" y="11542"/>
                  </a:lnTo>
                  <a:lnTo>
                    <a:pt x="11120" y="910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29" name="pl7">
              <a:extLst>
                <a:ext uri="{FF2B5EF4-FFF2-40B4-BE49-F238E27FC236}">
                  <a16:creationId xmlns:a16="http://schemas.microsoft.com/office/drawing/2014/main" id="{535A4D8D-8C03-8F4F-C558-085DF71032CE}"/>
                </a:ext>
              </a:extLst>
            </p:cNvPr>
            <p:cNvSpPr/>
            <p:nvPr/>
          </p:nvSpPr>
          <p:spPr>
            <a:xfrm>
              <a:off x="8095824" y="10780098"/>
              <a:ext cx="20968" cy="16171"/>
            </a:xfrm>
            <a:custGeom>
              <a:avLst/>
              <a:gdLst/>
              <a:ahLst/>
              <a:cxnLst/>
              <a:rect l="0" t="0" r="0" b="0"/>
              <a:pathLst>
                <a:path w="7065" h="5973">
                  <a:moveTo>
                    <a:pt x="5475" y="0"/>
                  </a:moveTo>
                  <a:lnTo>
                    <a:pt x="1060" y="3982"/>
                  </a:lnTo>
                  <a:lnTo>
                    <a:pt x="0" y="5973"/>
                  </a:lnTo>
                  <a:lnTo>
                    <a:pt x="2120" y="5973"/>
                  </a:lnTo>
                  <a:lnTo>
                    <a:pt x="6890" y="3537"/>
                  </a:lnTo>
                  <a:lnTo>
                    <a:pt x="7065" y="1546"/>
                  </a:lnTo>
                  <a:lnTo>
                    <a:pt x="5475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0" name="pl8">
              <a:extLst>
                <a:ext uri="{FF2B5EF4-FFF2-40B4-BE49-F238E27FC236}">
                  <a16:creationId xmlns:a16="http://schemas.microsoft.com/office/drawing/2014/main" id="{0E8624F6-DAF0-466B-DF83-98F8C797C7E5}"/>
                </a:ext>
              </a:extLst>
            </p:cNvPr>
            <p:cNvSpPr/>
            <p:nvPr/>
          </p:nvSpPr>
          <p:spPr>
            <a:xfrm>
              <a:off x="8156669" y="10744126"/>
              <a:ext cx="16784" cy="16188"/>
            </a:xfrm>
            <a:custGeom>
              <a:avLst/>
              <a:gdLst/>
              <a:ahLst/>
              <a:cxnLst/>
              <a:rect l="0" t="0" r="0" b="0"/>
              <a:pathLst>
                <a:path w="5655" h="5980">
                  <a:moveTo>
                    <a:pt x="4415" y="0"/>
                  </a:moveTo>
                  <a:lnTo>
                    <a:pt x="0" y="5980"/>
                  </a:lnTo>
                  <a:lnTo>
                    <a:pt x="3005" y="5316"/>
                  </a:lnTo>
                  <a:lnTo>
                    <a:pt x="5655" y="444"/>
                  </a:lnTo>
                  <a:lnTo>
                    <a:pt x="4415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1" name="pl9">
              <a:extLst>
                <a:ext uri="{FF2B5EF4-FFF2-40B4-BE49-F238E27FC236}">
                  <a16:creationId xmlns:a16="http://schemas.microsoft.com/office/drawing/2014/main" id="{2ABE27CD-C83D-E0E5-52FC-0A36A573F2FD}"/>
                </a:ext>
              </a:extLst>
            </p:cNvPr>
            <p:cNvSpPr/>
            <p:nvPr/>
          </p:nvSpPr>
          <p:spPr>
            <a:xfrm>
              <a:off x="13530475" y="1259179"/>
              <a:ext cx="926324" cy="328242"/>
            </a:xfrm>
            <a:custGeom>
              <a:avLst/>
              <a:gdLst/>
              <a:ahLst/>
              <a:cxnLst/>
              <a:rect l="0" t="0" r="0" b="0"/>
              <a:pathLst>
                <a:path w="312127" h="121250">
                  <a:moveTo>
                    <a:pt x="67179" y="40170"/>
                  </a:moveTo>
                  <a:lnTo>
                    <a:pt x="79299" y="47977"/>
                  </a:lnTo>
                  <a:lnTo>
                    <a:pt x="90534" y="57460"/>
                  </a:lnTo>
                  <a:lnTo>
                    <a:pt x="96168" y="67888"/>
                  </a:lnTo>
                  <a:lnTo>
                    <a:pt x="102884" y="76379"/>
                  </a:lnTo>
                  <a:lnTo>
                    <a:pt x="161566" y="100812"/>
                  </a:lnTo>
                  <a:lnTo>
                    <a:pt x="188637" y="108414"/>
                  </a:lnTo>
                  <a:lnTo>
                    <a:pt x="216276" y="112595"/>
                  </a:lnTo>
                  <a:lnTo>
                    <a:pt x="253554" y="121250"/>
                  </a:lnTo>
                  <a:lnTo>
                    <a:pt x="300379" y="119177"/>
                  </a:lnTo>
                  <a:lnTo>
                    <a:pt x="306603" y="117514"/>
                  </a:lnTo>
                  <a:lnTo>
                    <a:pt x="312127" y="112855"/>
                  </a:lnTo>
                  <a:lnTo>
                    <a:pt x="307685" y="103782"/>
                  </a:lnTo>
                  <a:lnTo>
                    <a:pt x="298586" y="92602"/>
                  </a:lnTo>
                  <a:lnTo>
                    <a:pt x="273303" y="77713"/>
                  </a:lnTo>
                  <a:lnTo>
                    <a:pt x="263237" y="75291"/>
                  </a:lnTo>
                  <a:lnTo>
                    <a:pt x="207232" y="44905"/>
                  </a:lnTo>
                  <a:lnTo>
                    <a:pt x="182041" y="33478"/>
                  </a:lnTo>
                  <a:lnTo>
                    <a:pt x="156271" y="24057"/>
                  </a:lnTo>
                  <a:lnTo>
                    <a:pt x="133534" y="17871"/>
                  </a:lnTo>
                  <a:lnTo>
                    <a:pt x="81141" y="9688"/>
                  </a:lnTo>
                  <a:lnTo>
                    <a:pt x="39589" y="383"/>
                  </a:lnTo>
                  <a:lnTo>
                    <a:pt x="27021" y="0"/>
                  </a:lnTo>
                  <a:lnTo>
                    <a:pt x="12562" y="2586"/>
                  </a:lnTo>
                  <a:lnTo>
                    <a:pt x="0" y="8046"/>
                  </a:lnTo>
                  <a:lnTo>
                    <a:pt x="5054" y="16346"/>
                  </a:lnTo>
                  <a:lnTo>
                    <a:pt x="67179" y="4017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2" name="pl10">
              <a:extLst>
                <a:ext uri="{FF2B5EF4-FFF2-40B4-BE49-F238E27FC236}">
                  <a16:creationId xmlns:a16="http://schemas.microsoft.com/office/drawing/2014/main" id="{6D514B1C-70BA-3E4C-F2A2-67BB889C7D8A}"/>
                </a:ext>
              </a:extLst>
            </p:cNvPr>
            <p:cNvSpPr/>
            <p:nvPr/>
          </p:nvSpPr>
          <p:spPr>
            <a:xfrm>
              <a:off x="14523501" y="2372441"/>
              <a:ext cx="496634" cy="545202"/>
            </a:xfrm>
            <a:custGeom>
              <a:avLst/>
              <a:gdLst/>
              <a:ahLst/>
              <a:cxnLst/>
              <a:rect l="0" t="0" r="0" b="0"/>
              <a:pathLst>
                <a:path w="167342" h="201393">
                  <a:moveTo>
                    <a:pt x="167342" y="114109"/>
                  </a:moveTo>
                  <a:lnTo>
                    <a:pt x="156992" y="112622"/>
                  </a:lnTo>
                  <a:lnTo>
                    <a:pt x="141998" y="114086"/>
                  </a:lnTo>
                  <a:lnTo>
                    <a:pt x="140053" y="103638"/>
                  </a:lnTo>
                  <a:lnTo>
                    <a:pt x="133998" y="97877"/>
                  </a:lnTo>
                  <a:lnTo>
                    <a:pt x="125206" y="101613"/>
                  </a:lnTo>
                  <a:lnTo>
                    <a:pt x="119124" y="105670"/>
                  </a:lnTo>
                  <a:lnTo>
                    <a:pt x="110834" y="112923"/>
                  </a:lnTo>
                  <a:lnTo>
                    <a:pt x="101791" y="125143"/>
                  </a:lnTo>
                  <a:lnTo>
                    <a:pt x="103195" y="132882"/>
                  </a:lnTo>
                  <a:lnTo>
                    <a:pt x="85277" y="147572"/>
                  </a:lnTo>
                  <a:lnTo>
                    <a:pt x="88458" y="150890"/>
                  </a:lnTo>
                  <a:lnTo>
                    <a:pt x="115796" y="145875"/>
                  </a:lnTo>
                  <a:lnTo>
                    <a:pt x="114479" y="148982"/>
                  </a:lnTo>
                  <a:lnTo>
                    <a:pt x="89108" y="173251"/>
                  </a:lnTo>
                  <a:lnTo>
                    <a:pt x="84764" y="176323"/>
                  </a:lnTo>
                  <a:lnTo>
                    <a:pt x="77130" y="178191"/>
                  </a:lnTo>
                  <a:lnTo>
                    <a:pt x="69130" y="176788"/>
                  </a:lnTo>
                  <a:lnTo>
                    <a:pt x="63223" y="176843"/>
                  </a:lnTo>
                  <a:lnTo>
                    <a:pt x="48824" y="183056"/>
                  </a:lnTo>
                  <a:lnTo>
                    <a:pt x="45125" y="176747"/>
                  </a:lnTo>
                  <a:lnTo>
                    <a:pt x="49616" y="170213"/>
                  </a:lnTo>
                  <a:lnTo>
                    <a:pt x="58616" y="164192"/>
                  </a:lnTo>
                  <a:lnTo>
                    <a:pt x="58720" y="161694"/>
                  </a:lnTo>
                  <a:lnTo>
                    <a:pt x="51228" y="157993"/>
                  </a:lnTo>
                  <a:lnTo>
                    <a:pt x="57190" y="154004"/>
                  </a:lnTo>
                  <a:lnTo>
                    <a:pt x="70157" y="148687"/>
                  </a:lnTo>
                  <a:lnTo>
                    <a:pt x="70512" y="143802"/>
                  </a:lnTo>
                  <a:lnTo>
                    <a:pt x="62529" y="143515"/>
                  </a:lnTo>
                  <a:lnTo>
                    <a:pt x="47447" y="150302"/>
                  </a:lnTo>
                  <a:lnTo>
                    <a:pt x="43660" y="149235"/>
                  </a:lnTo>
                  <a:lnTo>
                    <a:pt x="65256" y="135242"/>
                  </a:lnTo>
                  <a:lnTo>
                    <a:pt x="74392" y="131103"/>
                  </a:lnTo>
                  <a:lnTo>
                    <a:pt x="83988" y="128503"/>
                  </a:lnTo>
                  <a:lnTo>
                    <a:pt x="102785" y="117364"/>
                  </a:lnTo>
                  <a:lnTo>
                    <a:pt x="107534" y="111425"/>
                  </a:lnTo>
                  <a:lnTo>
                    <a:pt x="111998" y="103618"/>
                  </a:lnTo>
                  <a:lnTo>
                    <a:pt x="110523" y="98979"/>
                  </a:lnTo>
                  <a:lnTo>
                    <a:pt x="113353" y="83543"/>
                  </a:lnTo>
                  <a:lnTo>
                    <a:pt x="124359" y="55544"/>
                  </a:lnTo>
                  <a:lnTo>
                    <a:pt x="130086" y="38213"/>
                  </a:lnTo>
                  <a:lnTo>
                    <a:pt x="130217" y="33896"/>
                  </a:lnTo>
                  <a:lnTo>
                    <a:pt x="119730" y="12124"/>
                  </a:lnTo>
                  <a:lnTo>
                    <a:pt x="119069" y="6554"/>
                  </a:lnTo>
                  <a:lnTo>
                    <a:pt x="121659" y="868"/>
                  </a:lnTo>
                  <a:lnTo>
                    <a:pt x="112610" y="0"/>
                  </a:lnTo>
                  <a:lnTo>
                    <a:pt x="103436" y="1525"/>
                  </a:lnTo>
                  <a:lnTo>
                    <a:pt x="98332" y="4755"/>
                  </a:lnTo>
                  <a:lnTo>
                    <a:pt x="82326" y="20506"/>
                  </a:lnTo>
                  <a:lnTo>
                    <a:pt x="69960" y="29838"/>
                  </a:lnTo>
                  <a:lnTo>
                    <a:pt x="63043" y="39274"/>
                  </a:lnTo>
                  <a:lnTo>
                    <a:pt x="57387" y="50338"/>
                  </a:lnTo>
                  <a:lnTo>
                    <a:pt x="28513" y="99095"/>
                  </a:lnTo>
                  <a:lnTo>
                    <a:pt x="21611" y="107319"/>
                  </a:lnTo>
                  <a:lnTo>
                    <a:pt x="9699" y="117617"/>
                  </a:lnTo>
                  <a:lnTo>
                    <a:pt x="1644" y="133114"/>
                  </a:lnTo>
                  <a:lnTo>
                    <a:pt x="0" y="149693"/>
                  </a:lnTo>
                  <a:lnTo>
                    <a:pt x="5092" y="181256"/>
                  </a:lnTo>
                  <a:lnTo>
                    <a:pt x="9732" y="187859"/>
                  </a:lnTo>
                  <a:lnTo>
                    <a:pt x="19234" y="197753"/>
                  </a:lnTo>
                  <a:lnTo>
                    <a:pt x="23682" y="201201"/>
                  </a:lnTo>
                  <a:lnTo>
                    <a:pt x="28983" y="201393"/>
                  </a:lnTo>
                  <a:lnTo>
                    <a:pt x="34567" y="199641"/>
                  </a:lnTo>
                  <a:lnTo>
                    <a:pt x="46065" y="200011"/>
                  </a:lnTo>
                  <a:lnTo>
                    <a:pt x="57824" y="196678"/>
                  </a:lnTo>
                  <a:lnTo>
                    <a:pt x="69802" y="196042"/>
                  </a:lnTo>
                  <a:lnTo>
                    <a:pt x="81873" y="198827"/>
                  </a:lnTo>
                  <a:lnTo>
                    <a:pt x="92031" y="198827"/>
                  </a:lnTo>
                  <a:lnTo>
                    <a:pt x="124135" y="189884"/>
                  </a:lnTo>
                  <a:lnTo>
                    <a:pt x="144391" y="177500"/>
                  </a:lnTo>
                  <a:lnTo>
                    <a:pt x="154533" y="166867"/>
                  </a:lnTo>
                  <a:lnTo>
                    <a:pt x="165571" y="158239"/>
                  </a:lnTo>
                  <a:lnTo>
                    <a:pt x="167342" y="15745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3" name="pl11">
              <a:extLst>
                <a:ext uri="{FF2B5EF4-FFF2-40B4-BE49-F238E27FC236}">
                  <a16:creationId xmlns:a16="http://schemas.microsoft.com/office/drawing/2014/main" id="{0D2F0D68-A156-A15E-A85E-1310FB9126B4}"/>
                </a:ext>
              </a:extLst>
            </p:cNvPr>
            <p:cNvSpPr/>
            <p:nvPr/>
          </p:nvSpPr>
          <p:spPr>
            <a:xfrm>
              <a:off x="13557737" y="2352770"/>
              <a:ext cx="790264" cy="415264"/>
            </a:xfrm>
            <a:custGeom>
              <a:avLst/>
              <a:gdLst/>
              <a:ahLst/>
              <a:cxnLst/>
              <a:rect l="0" t="0" r="0" b="0"/>
              <a:pathLst>
                <a:path w="266281" h="153395">
                  <a:moveTo>
                    <a:pt x="250631" y="80484"/>
                  </a:moveTo>
                  <a:lnTo>
                    <a:pt x="221587" y="81736"/>
                  </a:lnTo>
                  <a:lnTo>
                    <a:pt x="192620" y="84377"/>
                  </a:lnTo>
                  <a:lnTo>
                    <a:pt x="189254" y="85657"/>
                  </a:lnTo>
                  <a:lnTo>
                    <a:pt x="161052" y="88818"/>
                  </a:lnTo>
                  <a:lnTo>
                    <a:pt x="142544" y="89591"/>
                  </a:lnTo>
                  <a:lnTo>
                    <a:pt x="125009" y="84268"/>
                  </a:lnTo>
                  <a:lnTo>
                    <a:pt x="115769" y="77535"/>
                  </a:lnTo>
                  <a:lnTo>
                    <a:pt x="110791" y="77008"/>
                  </a:lnTo>
                  <a:lnTo>
                    <a:pt x="105938" y="78144"/>
                  </a:lnTo>
                  <a:lnTo>
                    <a:pt x="97222" y="72999"/>
                  </a:lnTo>
                  <a:lnTo>
                    <a:pt x="80764" y="70016"/>
                  </a:lnTo>
                  <a:lnTo>
                    <a:pt x="74545" y="81422"/>
                  </a:lnTo>
                  <a:lnTo>
                    <a:pt x="69261" y="85048"/>
                  </a:lnTo>
                  <a:lnTo>
                    <a:pt x="66234" y="83077"/>
                  </a:lnTo>
                  <a:lnTo>
                    <a:pt x="63737" y="79547"/>
                  </a:lnTo>
                  <a:lnTo>
                    <a:pt x="55682" y="77460"/>
                  </a:lnTo>
                  <a:lnTo>
                    <a:pt x="59032" y="73273"/>
                  </a:lnTo>
                  <a:lnTo>
                    <a:pt x="60365" y="68551"/>
                  </a:lnTo>
                  <a:lnTo>
                    <a:pt x="58622" y="63420"/>
                  </a:lnTo>
                  <a:lnTo>
                    <a:pt x="55966" y="59198"/>
                  </a:lnTo>
                  <a:lnTo>
                    <a:pt x="35278" y="40095"/>
                  </a:lnTo>
                  <a:lnTo>
                    <a:pt x="47185" y="20820"/>
                  </a:lnTo>
                  <a:lnTo>
                    <a:pt x="45420" y="11186"/>
                  </a:lnTo>
                  <a:lnTo>
                    <a:pt x="45835" y="0"/>
                  </a:lnTo>
                  <a:lnTo>
                    <a:pt x="27551" y="14950"/>
                  </a:lnTo>
                  <a:lnTo>
                    <a:pt x="20130" y="22462"/>
                  </a:lnTo>
                  <a:lnTo>
                    <a:pt x="13781" y="31645"/>
                  </a:lnTo>
                  <a:lnTo>
                    <a:pt x="5431" y="40964"/>
                  </a:lnTo>
                  <a:lnTo>
                    <a:pt x="0" y="51843"/>
                  </a:lnTo>
                  <a:lnTo>
                    <a:pt x="1688" y="58952"/>
                  </a:lnTo>
                  <a:lnTo>
                    <a:pt x="18742" y="60272"/>
                  </a:lnTo>
                  <a:lnTo>
                    <a:pt x="29890" y="64720"/>
                  </a:lnTo>
                  <a:lnTo>
                    <a:pt x="33190" y="69988"/>
                  </a:lnTo>
                  <a:lnTo>
                    <a:pt x="32710" y="89140"/>
                  </a:lnTo>
                  <a:lnTo>
                    <a:pt x="42906" y="92027"/>
                  </a:lnTo>
                  <a:lnTo>
                    <a:pt x="60720" y="91562"/>
                  </a:lnTo>
                  <a:lnTo>
                    <a:pt x="72124" y="93040"/>
                  </a:lnTo>
                  <a:lnTo>
                    <a:pt x="73032" y="94894"/>
                  </a:lnTo>
                  <a:lnTo>
                    <a:pt x="71611" y="96858"/>
                  </a:lnTo>
                  <a:lnTo>
                    <a:pt x="67436" y="97282"/>
                  </a:lnTo>
                  <a:lnTo>
                    <a:pt x="75130" y="108250"/>
                  </a:lnTo>
                  <a:lnTo>
                    <a:pt x="85288" y="116461"/>
                  </a:lnTo>
                  <a:lnTo>
                    <a:pt x="93359" y="119437"/>
                  </a:lnTo>
                  <a:lnTo>
                    <a:pt x="126069" y="127278"/>
                  </a:lnTo>
                  <a:lnTo>
                    <a:pt x="133135" y="126354"/>
                  </a:lnTo>
                  <a:lnTo>
                    <a:pt x="139927" y="122365"/>
                  </a:lnTo>
                  <a:lnTo>
                    <a:pt x="126719" y="120730"/>
                  </a:lnTo>
                  <a:lnTo>
                    <a:pt x="135233" y="115585"/>
                  </a:lnTo>
                  <a:lnTo>
                    <a:pt x="143932" y="113327"/>
                  </a:lnTo>
                  <a:lnTo>
                    <a:pt x="150659" y="107367"/>
                  </a:lnTo>
                  <a:lnTo>
                    <a:pt x="159435" y="104425"/>
                  </a:lnTo>
                  <a:lnTo>
                    <a:pt x="157572" y="107819"/>
                  </a:lnTo>
                  <a:lnTo>
                    <a:pt x="151102" y="110946"/>
                  </a:lnTo>
                  <a:lnTo>
                    <a:pt x="150719" y="117377"/>
                  </a:lnTo>
                  <a:lnTo>
                    <a:pt x="155342" y="122140"/>
                  </a:lnTo>
                  <a:lnTo>
                    <a:pt x="162326" y="121407"/>
                  </a:lnTo>
                  <a:lnTo>
                    <a:pt x="168828" y="131438"/>
                  </a:lnTo>
                  <a:lnTo>
                    <a:pt x="154555" y="139423"/>
                  </a:lnTo>
                  <a:lnTo>
                    <a:pt x="157626" y="140566"/>
                  </a:lnTo>
                  <a:lnTo>
                    <a:pt x="167823" y="139190"/>
                  </a:lnTo>
                  <a:lnTo>
                    <a:pt x="170637" y="148564"/>
                  </a:lnTo>
                  <a:lnTo>
                    <a:pt x="178861" y="152512"/>
                  </a:lnTo>
                  <a:lnTo>
                    <a:pt x="185768" y="153395"/>
                  </a:lnTo>
                  <a:lnTo>
                    <a:pt x="209473" y="151937"/>
                  </a:lnTo>
                  <a:lnTo>
                    <a:pt x="215434" y="148797"/>
                  </a:lnTo>
                  <a:lnTo>
                    <a:pt x="212691" y="145540"/>
                  </a:lnTo>
                  <a:lnTo>
                    <a:pt x="208139" y="144739"/>
                  </a:lnTo>
                  <a:lnTo>
                    <a:pt x="208593" y="135030"/>
                  </a:lnTo>
                  <a:lnTo>
                    <a:pt x="207161" y="125506"/>
                  </a:lnTo>
                  <a:lnTo>
                    <a:pt x="210063" y="120326"/>
                  </a:lnTo>
                  <a:lnTo>
                    <a:pt x="233128" y="109755"/>
                  </a:lnTo>
                  <a:lnTo>
                    <a:pt x="249713" y="98958"/>
                  </a:lnTo>
                  <a:lnTo>
                    <a:pt x="266281" y="89680"/>
                  </a:lnTo>
                  <a:lnTo>
                    <a:pt x="264363" y="86300"/>
                  </a:lnTo>
                  <a:lnTo>
                    <a:pt x="260625" y="83495"/>
                  </a:lnTo>
                  <a:lnTo>
                    <a:pt x="250631" y="8048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4" name="pl12">
              <a:extLst>
                <a:ext uri="{FF2B5EF4-FFF2-40B4-BE49-F238E27FC236}">
                  <a16:creationId xmlns:a16="http://schemas.microsoft.com/office/drawing/2014/main" id="{757783DE-88F0-0EB2-BAD3-151444A1C44A}"/>
                </a:ext>
              </a:extLst>
            </p:cNvPr>
            <p:cNvSpPr/>
            <p:nvPr/>
          </p:nvSpPr>
          <p:spPr>
            <a:xfrm>
              <a:off x="10359709" y="4594167"/>
              <a:ext cx="707035" cy="220978"/>
            </a:xfrm>
            <a:custGeom>
              <a:avLst/>
              <a:gdLst/>
              <a:ahLst/>
              <a:cxnLst/>
              <a:rect l="0" t="0" r="0" b="0"/>
              <a:pathLst>
                <a:path w="238237" h="81627">
                  <a:moveTo>
                    <a:pt x="216003" y="19336"/>
                  </a:moveTo>
                  <a:lnTo>
                    <a:pt x="210478" y="14231"/>
                  </a:lnTo>
                  <a:lnTo>
                    <a:pt x="206828" y="14888"/>
                  </a:lnTo>
                  <a:lnTo>
                    <a:pt x="195238" y="18070"/>
                  </a:lnTo>
                  <a:lnTo>
                    <a:pt x="181637" y="25343"/>
                  </a:lnTo>
                  <a:lnTo>
                    <a:pt x="175779" y="30721"/>
                  </a:lnTo>
                  <a:lnTo>
                    <a:pt x="169593" y="33383"/>
                  </a:lnTo>
                  <a:lnTo>
                    <a:pt x="162402" y="32466"/>
                  </a:lnTo>
                  <a:lnTo>
                    <a:pt x="170358" y="23400"/>
                  </a:lnTo>
                  <a:lnTo>
                    <a:pt x="179577" y="16044"/>
                  </a:lnTo>
                  <a:lnTo>
                    <a:pt x="196730" y="0"/>
                  </a:lnTo>
                  <a:lnTo>
                    <a:pt x="185713" y="3852"/>
                  </a:lnTo>
                  <a:lnTo>
                    <a:pt x="166566" y="17659"/>
                  </a:lnTo>
                  <a:lnTo>
                    <a:pt x="157451" y="22586"/>
                  </a:lnTo>
                  <a:lnTo>
                    <a:pt x="134654" y="25357"/>
                  </a:lnTo>
                  <a:lnTo>
                    <a:pt x="111714" y="26212"/>
                  </a:lnTo>
                  <a:lnTo>
                    <a:pt x="103042" y="27485"/>
                  </a:lnTo>
                  <a:lnTo>
                    <a:pt x="94698" y="31275"/>
                  </a:lnTo>
                  <a:lnTo>
                    <a:pt x="84365" y="32062"/>
                  </a:lnTo>
                  <a:lnTo>
                    <a:pt x="73786" y="29318"/>
                  </a:lnTo>
                  <a:lnTo>
                    <a:pt x="69922" y="29695"/>
                  </a:lnTo>
                  <a:lnTo>
                    <a:pt x="66157" y="31706"/>
                  </a:lnTo>
                  <a:lnTo>
                    <a:pt x="60950" y="32657"/>
                  </a:lnTo>
                  <a:lnTo>
                    <a:pt x="51278" y="32705"/>
                  </a:lnTo>
                  <a:lnTo>
                    <a:pt x="47256" y="34587"/>
                  </a:lnTo>
                  <a:lnTo>
                    <a:pt x="43556" y="38083"/>
                  </a:lnTo>
                  <a:lnTo>
                    <a:pt x="42502" y="44139"/>
                  </a:lnTo>
                  <a:lnTo>
                    <a:pt x="37693" y="39657"/>
                  </a:lnTo>
                  <a:lnTo>
                    <a:pt x="30753" y="44747"/>
                  </a:lnTo>
                  <a:lnTo>
                    <a:pt x="17098" y="50639"/>
                  </a:lnTo>
                  <a:lnTo>
                    <a:pt x="7551" y="59930"/>
                  </a:lnTo>
                  <a:lnTo>
                    <a:pt x="3207" y="65842"/>
                  </a:lnTo>
                  <a:lnTo>
                    <a:pt x="0" y="72075"/>
                  </a:lnTo>
                  <a:lnTo>
                    <a:pt x="1918" y="80128"/>
                  </a:lnTo>
                  <a:lnTo>
                    <a:pt x="11529" y="77658"/>
                  </a:lnTo>
                  <a:lnTo>
                    <a:pt x="17551" y="70262"/>
                  </a:lnTo>
                  <a:lnTo>
                    <a:pt x="23431" y="69653"/>
                  </a:lnTo>
                  <a:lnTo>
                    <a:pt x="26059" y="71754"/>
                  </a:lnTo>
                  <a:lnTo>
                    <a:pt x="25819" y="74443"/>
                  </a:lnTo>
                  <a:lnTo>
                    <a:pt x="14824" y="81627"/>
                  </a:lnTo>
                  <a:lnTo>
                    <a:pt x="29688" y="78514"/>
                  </a:lnTo>
                  <a:lnTo>
                    <a:pt x="46010" y="77508"/>
                  </a:lnTo>
                  <a:lnTo>
                    <a:pt x="85780" y="68586"/>
                  </a:lnTo>
                  <a:lnTo>
                    <a:pt x="89922" y="70276"/>
                  </a:lnTo>
                  <a:lnTo>
                    <a:pt x="93753" y="69899"/>
                  </a:lnTo>
                  <a:lnTo>
                    <a:pt x="142036" y="52575"/>
                  </a:lnTo>
                  <a:lnTo>
                    <a:pt x="151747" y="50782"/>
                  </a:lnTo>
                  <a:lnTo>
                    <a:pt x="165233" y="45856"/>
                  </a:lnTo>
                  <a:lnTo>
                    <a:pt x="179500" y="38904"/>
                  </a:lnTo>
                  <a:lnTo>
                    <a:pt x="189473" y="36277"/>
                  </a:lnTo>
                  <a:lnTo>
                    <a:pt x="238237" y="12938"/>
                  </a:lnTo>
                  <a:lnTo>
                    <a:pt x="226964" y="15237"/>
                  </a:lnTo>
                  <a:lnTo>
                    <a:pt x="216003" y="1933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5" name="pl13">
              <a:extLst>
                <a:ext uri="{FF2B5EF4-FFF2-40B4-BE49-F238E27FC236}">
                  <a16:creationId xmlns:a16="http://schemas.microsoft.com/office/drawing/2014/main" id="{2DBB2371-C0C2-CD5F-69D5-1E22AE909AC8}"/>
                </a:ext>
              </a:extLst>
            </p:cNvPr>
            <p:cNvSpPr/>
            <p:nvPr/>
          </p:nvSpPr>
          <p:spPr>
            <a:xfrm>
              <a:off x="14981121" y="3531861"/>
              <a:ext cx="39018" cy="18066"/>
            </a:xfrm>
            <a:custGeom>
              <a:avLst/>
              <a:gdLst/>
              <a:ahLst/>
              <a:cxnLst/>
              <a:rect l="0" t="0" r="0" b="0"/>
              <a:pathLst>
                <a:path w="13147" h="6673">
                  <a:moveTo>
                    <a:pt x="13147" y="1249"/>
                  </a:moveTo>
                  <a:lnTo>
                    <a:pt x="0" y="0"/>
                  </a:lnTo>
                  <a:lnTo>
                    <a:pt x="360" y="1997"/>
                  </a:lnTo>
                  <a:lnTo>
                    <a:pt x="8923" y="6547"/>
                  </a:lnTo>
                  <a:lnTo>
                    <a:pt x="13147" y="667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6" name="pl14">
              <a:extLst>
                <a:ext uri="{FF2B5EF4-FFF2-40B4-BE49-F238E27FC236}">
                  <a16:creationId xmlns:a16="http://schemas.microsoft.com/office/drawing/2014/main" id="{8DFAAA35-E6AD-F6DC-9C30-430D389C8E46}"/>
                </a:ext>
              </a:extLst>
            </p:cNvPr>
            <p:cNvSpPr/>
            <p:nvPr/>
          </p:nvSpPr>
          <p:spPr>
            <a:xfrm>
              <a:off x="2719437" y="9533322"/>
              <a:ext cx="65190" cy="88669"/>
            </a:xfrm>
            <a:custGeom>
              <a:avLst/>
              <a:gdLst/>
              <a:ahLst/>
              <a:cxnLst/>
              <a:rect l="0" t="0" r="0" b="0"/>
              <a:pathLst>
                <a:path w="21966" h="32753">
                  <a:moveTo>
                    <a:pt x="21966" y="6178"/>
                  </a:moveTo>
                  <a:lnTo>
                    <a:pt x="19988" y="0"/>
                  </a:lnTo>
                  <a:lnTo>
                    <a:pt x="15300" y="2162"/>
                  </a:lnTo>
                  <a:lnTo>
                    <a:pt x="6420" y="16681"/>
                  </a:lnTo>
                  <a:lnTo>
                    <a:pt x="5415" y="21279"/>
                  </a:lnTo>
                  <a:lnTo>
                    <a:pt x="0" y="32753"/>
                  </a:lnTo>
                  <a:lnTo>
                    <a:pt x="2426" y="32411"/>
                  </a:lnTo>
                  <a:lnTo>
                    <a:pt x="12835" y="16380"/>
                  </a:lnTo>
                  <a:lnTo>
                    <a:pt x="21966" y="617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7" name="pl15">
              <a:extLst>
                <a:ext uri="{FF2B5EF4-FFF2-40B4-BE49-F238E27FC236}">
                  <a16:creationId xmlns:a16="http://schemas.microsoft.com/office/drawing/2014/main" id="{7EC833E1-1B13-3692-70D9-606AB98CEACC}"/>
                </a:ext>
              </a:extLst>
            </p:cNvPr>
            <p:cNvSpPr/>
            <p:nvPr/>
          </p:nvSpPr>
          <p:spPr>
            <a:xfrm>
              <a:off x="5407160" y="8918753"/>
              <a:ext cx="23562" cy="35175"/>
            </a:xfrm>
            <a:custGeom>
              <a:avLst/>
              <a:gdLst/>
              <a:ahLst/>
              <a:cxnLst/>
              <a:rect l="0" t="0" r="0" b="0"/>
              <a:pathLst>
                <a:path w="7939" h="12993">
                  <a:moveTo>
                    <a:pt x="278" y="10194"/>
                  </a:moveTo>
                  <a:lnTo>
                    <a:pt x="0" y="12993"/>
                  </a:lnTo>
                  <a:lnTo>
                    <a:pt x="6076" y="5658"/>
                  </a:lnTo>
                  <a:lnTo>
                    <a:pt x="7939" y="0"/>
                  </a:lnTo>
                  <a:lnTo>
                    <a:pt x="4748" y="2853"/>
                  </a:lnTo>
                  <a:lnTo>
                    <a:pt x="278" y="1019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8" name="pl16">
              <a:extLst>
                <a:ext uri="{FF2B5EF4-FFF2-40B4-BE49-F238E27FC236}">
                  <a16:creationId xmlns:a16="http://schemas.microsoft.com/office/drawing/2014/main" id="{4E6520AB-3BDE-D11D-5AD8-832857C6D8BD}"/>
                </a:ext>
              </a:extLst>
            </p:cNvPr>
            <p:cNvSpPr/>
            <p:nvPr/>
          </p:nvSpPr>
          <p:spPr>
            <a:xfrm>
              <a:off x="5480476" y="8724799"/>
              <a:ext cx="54714" cy="22559"/>
            </a:xfrm>
            <a:custGeom>
              <a:avLst/>
              <a:gdLst/>
              <a:ahLst/>
              <a:cxnLst/>
              <a:rect l="0" t="0" r="0" b="0"/>
              <a:pathLst>
                <a:path w="18436" h="8333">
                  <a:moveTo>
                    <a:pt x="0" y="0"/>
                  </a:moveTo>
                  <a:lnTo>
                    <a:pt x="1092" y="2709"/>
                  </a:lnTo>
                  <a:lnTo>
                    <a:pt x="7120" y="5419"/>
                  </a:lnTo>
                  <a:lnTo>
                    <a:pt x="17032" y="8333"/>
                  </a:lnTo>
                  <a:lnTo>
                    <a:pt x="18436" y="6773"/>
                  </a:lnTo>
                  <a:lnTo>
                    <a:pt x="16661" y="4919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39" name="pl17">
              <a:extLst>
                <a:ext uri="{FF2B5EF4-FFF2-40B4-BE49-F238E27FC236}">
                  <a16:creationId xmlns:a16="http://schemas.microsoft.com/office/drawing/2014/main" id="{BBCF465D-17E3-3969-5361-99D551E0408B}"/>
                </a:ext>
              </a:extLst>
            </p:cNvPr>
            <p:cNvSpPr/>
            <p:nvPr/>
          </p:nvSpPr>
          <p:spPr>
            <a:xfrm>
              <a:off x="5615518" y="8721207"/>
              <a:ext cx="81345" cy="16243"/>
            </a:xfrm>
            <a:custGeom>
              <a:avLst/>
              <a:gdLst/>
              <a:ahLst/>
              <a:cxnLst/>
              <a:rect l="0" t="0" r="0" b="0"/>
              <a:pathLst>
                <a:path w="27409" h="6000">
                  <a:moveTo>
                    <a:pt x="23152" y="0"/>
                  </a:moveTo>
                  <a:lnTo>
                    <a:pt x="5857" y="2661"/>
                  </a:lnTo>
                  <a:lnTo>
                    <a:pt x="0" y="4666"/>
                  </a:lnTo>
                  <a:lnTo>
                    <a:pt x="2967" y="5720"/>
                  </a:lnTo>
                  <a:lnTo>
                    <a:pt x="17562" y="6000"/>
                  </a:lnTo>
                  <a:lnTo>
                    <a:pt x="27409" y="2996"/>
                  </a:lnTo>
                  <a:lnTo>
                    <a:pt x="2315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0" name="pl18">
              <a:extLst>
                <a:ext uri="{FF2B5EF4-FFF2-40B4-BE49-F238E27FC236}">
                  <a16:creationId xmlns:a16="http://schemas.microsoft.com/office/drawing/2014/main" id="{2D8AC4BC-B526-57AB-A23A-0069CDC8E06B}"/>
                </a:ext>
              </a:extLst>
            </p:cNvPr>
            <p:cNvSpPr/>
            <p:nvPr/>
          </p:nvSpPr>
          <p:spPr>
            <a:xfrm>
              <a:off x="9187336" y="10690298"/>
              <a:ext cx="97236" cy="34099"/>
            </a:xfrm>
            <a:custGeom>
              <a:avLst/>
              <a:gdLst/>
              <a:ahLst/>
              <a:cxnLst/>
              <a:rect l="0" t="0" r="0" b="0"/>
              <a:pathLst>
                <a:path w="32764" h="12596">
                  <a:moveTo>
                    <a:pt x="12382" y="321"/>
                  </a:moveTo>
                  <a:lnTo>
                    <a:pt x="3868" y="3551"/>
                  </a:lnTo>
                  <a:lnTo>
                    <a:pt x="0" y="7423"/>
                  </a:lnTo>
                  <a:lnTo>
                    <a:pt x="2316" y="9729"/>
                  </a:lnTo>
                  <a:lnTo>
                    <a:pt x="11349" y="12596"/>
                  </a:lnTo>
                  <a:lnTo>
                    <a:pt x="23988" y="9688"/>
                  </a:lnTo>
                  <a:lnTo>
                    <a:pt x="32764" y="5487"/>
                  </a:lnTo>
                  <a:lnTo>
                    <a:pt x="32043" y="3817"/>
                  </a:lnTo>
                  <a:lnTo>
                    <a:pt x="26054" y="0"/>
                  </a:lnTo>
                  <a:lnTo>
                    <a:pt x="12382" y="32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1" name="pl19">
              <a:extLst>
                <a:ext uri="{FF2B5EF4-FFF2-40B4-BE49-F238E27FC236}">
                  <a16:creationId xmlns:a16="http://schemas.microsoft.com/office/drawing/2014/main" id="{5E95C4FD-E037-2B2C-8D2D-8298900CEEA0}"/>
                </a:ext>
              </a:extLst>
            </p:cNvPr>
            <p:cNvSpPr/>
            <p:nvPr/>
          </p:nvSpPr>
          <p:spPr>
            <a:xfrm>
              <a:off x="7999834" y="10813029"/>
              <a:ext cx="68710" cy="25171"/>
            </a:xfrm>
            <a:custGeom>
              <a:avLst/>
              <a:gdLst/>
              <a:ahLst/>
              <a:cxnLst/>
              <a:rect l="0" t="0" r="0" b="0"/>
              <a:pathLst>
                <a:path w="23152" h="9298">
                  <a:moveTo>
                    <a:pt x="5830" y="3544"/>
                  </a:moveTo>
                  <a:lnTo>
                    <a:pt x="0" y="6862"/>
                  </a:lnTo>
                  <a:lnTo>
                    <a:pt x="5300" y="9298"/>
                  </a:lnTo>
                  <a:lnTo>
                    <a:pt x="10426" y="5980"/>
                  </a:lnTo>
                  <a:lnTo>
                    <a:pt x="16611" y="4426"/>
                  </a:lnTo>
                  <a:lnTo>
                    <a:pt x="23152" y="0"/>
                  </a:lnTo>
                  <a:lnTo>
                    <a:pt x="5830" y="354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2" name="pl20">
              <a:extLst>
                <a:ext uri="{FF2B5EF4-FFF2-40B4-BE49-F238E27FC236}">
                  <a16:creationId xmlns:a16="http://schemas.microsoft.com/office/drawing/2014/main" id="{43E3125D-043E-96B6-D516-52DE5B6D486D}"/>
                </a:ext>
              </a:extLst>
            </p:cNvPr>
            <p:cNvSpPr/>
            <p:nvPr/>
          </p:nvSpPr>
          <p:spPr>
            <a:xfrm>
              <a:off x="9482262" y="7042053"/>
              <a:ext cx="42408" cy="18060"/>
            </a:xfrm>
            <a:custGeom>
              <a:avLst/>
              <a:gdLst/>
              <a:ahLst/>
              <a:cxnLst/>
              <a:rect l="0" t="0" r="0" b="0"/>
              <a:pathLst>
                <a:path w="14289" h="6671">
                  <a:moveTo>
                    <a:pt x="5781" y="786"/>
                  </a:moveTo>
                  <a:lnTo>
                    <a:pt x="14289" y="6342"/>
                  </a:lnTo>
                  <a:lnTo>
                    <a:pt x="11797" y="6671"/>
                  </a:lnTo>
                  <a:lnTo>
                    <a:pt x="7398" y="5124"/>
                  </a:lnTo>
                  <a:lnTo>
                    <a:pt x="1338" y="2168"/>
                  </a:lnTo>
                  <a:lnTo>
                    <a:pt x="0" y="0"/>
                  </a:lnTo>
                  <a:lnTo>
                    <a:pt x="5781" y="78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3" name="pl21">
              <a:extLst>
                <a:ext uri="{FF2B5EF4-FFF2-40B4-BE49-F238E27FC236}">
                  <a16:creationId xmlns:a16="http://schemas.microsoft.com/office/drawing/2014/main" id="{29EDB2C6-70CC-B872-90DB-DBC073CD5269}"/>
                </a:ext>
              </a:extLst>
            </p:cNvPr>
            <p:cNvSpPr/>
            <p:nvPr/>
          </p:nvSpPr>
          <p:spPr>
            <a:xfrm>
              <a:off x="10383451" y="2867483"/>
              <a:ext cx="160905" cy="99892"/>
            </a:xfrm>
            <a:custGeom>
              <a:avLst/>
              <a:gdLst/>
              <a:ahLst/>
              <a:cxnLst/>
              <a:rect l="0" t="0" r="0" b="0"/>
              <a:pathLst>
                <a:path w="54217" h="36899">
                  <a:moveTo>
                    <a:pt x="30562" y="20081"/>
                  </a:moveTo>
                  <a:lnTo>
                    <a:pt x="12043" y="26486"/>
                  </a:lnTo>
                  <a:lnTo>
                    <a:pt x="0" y="36899"/>
                  </a:lnTo>
                  <a:lnTo>
                    <a:pt x="4513" y="36824"/>
                  </a:lnTo>
                  <a:lnTo>
                    <a:pt x="20726" y="33225"/>
                  </a:lnTo>
                  <a:lnTo>
                    <a:pt x="35475" y="35818"/>
                  </a:lnTo>
                  <a:lnTo>
                    <a:pt x="44097" y="33020"/>
                  </a:lnTo>
                  <a:lnTo>
                    <a:pt x="45759" y="30112"/>
                  </a:lnTo>
                  <a:lnTo>
                    <a:pt x="47190" y="22182"/>
                  </a:lnTo>
                  <a:lnTo>
                    <a:pt x="54217" y="0"/>
                  </a:lnTo>
                  <a:lnTo>
                    <a:pt x="49026" y="499"/>
                  </a:lnTo>
                  <a:lnTo>
                    <a:pt x="30562" y="2008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4" name="pl22">
              <a:extLst>
                <a:ext uri="{FF2B5EF4-FFF2-40B4-BE49-F238E27FC236}">
                  <a16:creationId xmlns:a16="http://schemas.microsoft.com/office/drawing/2014/main" id="{325F1C4D-D432-70BC-4E65-76784B140C03}"/>
                </a:ext>
              </a:extLst>
            </p:cNvPr>
            <p:cNvSpPr/>
            <p:nvPr/>
          </p:nvSpPr>
          <p:spPr>
            <a:xfrm>
              <a:off x="10417604" y="2871374"/>
              <a:ext cx="94773" cy="49160"/>
            </a:xfrm>
            <a:custGeom>
              <a:avLst/>
              <a:gdLst/>
              <a:ahLst/>
              <a:cxnLst/>
              <a:rect l="0" t="0" r="0" b="0"/>
              <a:pathLst>
                <a:path w="31934" h="18159">
                  <a:moveTo>
                    <a:pt x="18174" y="15271"/>
                  </a:moveTo>
                  <a:lnTo>
                    <a:pt x="31934" y="0"/>
                  </a:lnTo>
                  <a:lnTo>
                    <a:pt x="14890" y="3174"/>
                  </a:lnTo>
                  <a:lnTo>
                    <a:pt x="0" y="16941"/>
                  </a:lnTo>
                  <a:lnTo>
                    <a:pt x="4677" y="18159"/>
                  </a:lnTo>
                  <a:lnTo>
                    <a:pt x="18174" y="1527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5" name="pl23">
              <a:extLst>
                <a:ext uri="{FF2B5EF4-FFF2-40B4-BE49-F238E27FC236}">
                  <a16:creationId xmlns:a16="http://schemas.microsoft.com/office/drawing/2014/main" id="{02430492-CB86-0789-A94B-058F49472546}"/>
                </a:ext>
              </a:extLst>
            </p:cNvPr>
            <p:cNvSpPr/>
            <p:nvPr/>
          </p:nvSpPr>
          <p:spPr>
            <a:xfrm>
              <a:off x="14660862" y="2915809"/>
              <a:ext cx="56226" cy="36268"/>
            </a:xfrm>
            <a:custGeom>
              <a:avLst/>
              <a:gdLst/>
              <a:ahLst/>
              <a:cxnLst/>
              <a:rect l="0" t="0" r="0" b="0"/>
              <a:pathLst>
                <a:path w="18945" h="13397">
                  <a:moveTo>
                    <a:pt x="6240" y="0"/>
                  </a:moveTo>
                  <a:lnTo>
                    <a:pt x="0" y="2736"/>
                  </a:lnTo>
                  <a:lnTo>
                    <a:pt x="622" y="5610"/>
                  </a:lnTo>
                  <a:lnTo>
                    <a:pt x="7748" y="11392"/>
                  </a:lnTo>
                  <a:lnTo>
                    <a:pt x="8825" y="13397"/>
                  </a:lnTo>
                  <a:lnTo>
                    <a:pt x="13447" y="12247"/>
                  </a:lnTo>
                  <a:lnTo>
                    <a:pt x="14404" y="8662"/>
                  </a:lnTo>
                  <a:lnTo>
                    <a:pt x="18945" y="1409"/>
                  </a:lnTo>
                  <a:lnTo>
                    <a:pt x="624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6" name="pl24">
              <a:extLst>
                <a:ext uri="{FF2B5EF4-FFF2-40B4-BE49-F238E27FC236}">
                  <a16:creationId xmlns:a16="http://schemas.microsoft.com/office/drawing/2014/main" id="{BE0C1F57-F733-C4AF-A1D6-EEBDFED5648D}"/>
                </a:ext>
              </a:extLst>
            </p:cNvPr>
            <p:cNvSpPr/>
            <p:nvPr/>
          </p:nvSpPr>
          <p:spPr>
            <a:xfrm>
              <a:off x="14353125" y="2130773"/>
              <a:ext cx="203524" cy="162277"/>
            </a:xfrm>
            <a:custGeom>
              <a:avLst/>
              <a:gdLst/>
              <a:ahLst/>
              <a:cxnLst/>
              <a:rect l="0" t="0" r="0" b="0"/>
              <a:pathLst>
                <a:path w="68578" h="59944">
                  <a:moveTo>
                    <a:pt x="59622" y="11604"/>
                  </a:moveTo>
                  <a:lnTo>
                    <a:pt x="68578" y="1279"/>
                  </a:lnTo>
                  <a:lnTo>
                    <a:pt x="59786" y="0"/>
                  </a:lnTo>
                  <a:lnTo>
                    <a:pt x="51507" y="2100"/>
                  </a:lnTo>
                  <a:lnTo>
                    <a:pt x="42578" y="7416"/>
                  </a:lnTo>
                  <a:lnTo>
                    <a:pt x="20256" y="24898"/>
                  </a:lnTo>
                  <a:lnTo>
                    <a:pt x="9355" y="31056"/>
                  </a:lnTo>
                  <a:lnTo>
                    <a:pt x="0" y="57802"/>
                  </a:lnTo>
                  <a:lnTo>
                    <a:pt x="6431" y="59944"/>
                  </a:lnTo>
                  <a:lnTo>
                    <a:pt x="19535" y="59438"/>
                  </a:lnTo>
                  <a:lnTo>
                    <a:pt x="26382" y="54224"/>
                  </a:lnTo>
                  <a:lnTo>
                    <a:pt x="21579" y="53136"/>
                  </a:lnTo>
                  <a:lnTo>
                    <a:pt x="14502" y="53423"/>
                  </a:lnTo>
                  <a:lnTo>
                    <a:pt x="10540" y="50762"/>
                  </a:lnTo>
                  <a:lnTo>
                    <a:pt x="13617" y="42339"/>
                  </a:lnTo>
                  <a:lnTo>
                    <a:pt x="19813" y="35695"/>
                  </a:lnTo>
                  <a:lnTo>
                    <a:pt x="28808" y="30263"/>
                  </a:lnTo>
                  <a:lnTo>
                    <a:pt x="36283" y="20745"/>
                  </a:lnTo>
                  <a:lnTo>
                    <a:pt x="47682" y="12158"/>
                  </a:lnTo>
                  <a:lnTo>
                    <a:pt x="59622" y="1160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7" name="pl25">
              <a:extLst>
                <a:ext uri="{FF2B5EF4-FFF2-40B4-BE49-F238E27FC236}">
                  <a16:creationId xmlns:a16="http://schemas.microsoft.com/office/drawing/2014/main" id="{D06CD6B9-9740-5AD2-EB0C-9BEA7AAE2F25}"/>
                </a:ext>
              </a:extLst>
            </p:cNvPr>
            <p:cNvSpPr/>
            <p:nvPr/>
          </p:nvSpPr>
          <p:spPr>
            <a:xfrm>
              <a:off x="13464260" y="2039750"/>
              <a:ext cx="58445" cy="52772"/>
            </a:xfrm>
            <a:custGeom>
              <a:avLst/>
              <a:gdLst/>
              <a:ahLst/>
              <a:cxnLst/>
              <a:rect l="0" t="0" r="0" b="0"/>
              <a:pathLst>
                <a:path w="19693" h="19493">
                  <a:moveTo>
                    <a:pt x="13398" y="2866"/>
                  </a:moveTo>
                  <a:lnTo>
                    <a:pt x="10458" y="1997"/>
                  </a:lnTo>
                  <a:lnTo>
                    <a:pt x="2382" y="3318"/>
                  </a:lnTo>
                  <a:lnTo>
                    <a:pt x="2693" y="13054"/>
                  </a:lnTo>
                  <a:lnTo>
                    <a:pt x="0" y="18651"/>
                  </a:lnTo>
                  <a:lnTo>
                    <a:pt x="2229" y="19493"/>
                  </a:lnTo>
                  <a:lnTo>
                    <a:pt x="7081" y="18891"/>
                  </a:lnTo>
                  <a:lnTo>
                    <a:pt x="16863" y="10222"/>
                  </a:lnTo>
                  <a:lnTo>
                    <a:pt x="19693" y="0"/>
                  </a:lnTo>
                  <a:lnTo>
                    <a:pt x="13398" y="286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8" name="pl26">
              <a:extLst>
                <a:ext uri="{FF2B5EF4-FFF2-40B4-BE49-F238E27FC236}">
                  <a16:creationId xmlns:a16="http://schemas.microsoft.com/office/drawing/2014/main" id="{B08BFD8F-5BB4-AEF7-5847-A889040AFE66}"/>
                </a:ext>
              </a:extLst>
            </p:cNvPr>
            <p:cNvSpPr/>
            <p:nvPr/>
          </p:nvSpPr>
          <p:spPr>
            <a:xfrm>
              <a:off x="13495236" y="1991556"/>
              <a:ext cx="38272" cy="40416"/>
            </a:xfrm>
            <a:custGeom>
              <a:avLst/>
              <a:gdLst/>
              <a:ahLst/>
              <a:cxnLst/>
              <a:rect l="0" t="0" r="0" b="0"/>
              <a:pathLst>
                <a:path w="12896" h="14929">
                  <a:moveTo>
                    <a:pt x="0" y="14929"/>
                  </a:moveTo>
                  <a:lnTo>
                    <a:pt x="12896" y="7690"/>
                  </a:lnTo>
                  <a:lnTo>
                    <a:pt x="12316" y="957"/>
                  </a:lnTo>
                  <a:lnTo>
                    <a:pt x="10196" y="0"/>
                  </a:lnTo>
                  <a:lnTo>
                    <a:pt x="8027" y="1217"/>
                  </a:lnTo>
                  <a:lnTo>
                    <a:pt x="5661" y="4036"/>
                  </a:lnTo>
                  <a:lnTo>
                    <a:pt x="0" y="1492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49" name="pl27">
              <a:extLst>
                <a:ext uri="{FF2B5EF4-FFF2-40B4-BE49-F238E27FC236}">
                  <a16:creationId xmlns:a16="http://schemas.microsoft.com/office/drawing/2014/main" id="{5C185AB4-37A1-8AE2-A3C4-C0ED5E3C9DDE}"/>
                </a:ext>
              </a:extLst>
            </p:cNvPr>
            <p:cNvSpPr/>
            <p:nvPr/>
          </p:nvSpPr>
          <p:spPr>
            <a:xfrm>
              <a:off x="11327988" y="2377607"/>
              <a:ext cx="96605" cy="49788"/>
            </a:xfrm>
            <a:custGeom>
              <a:avLst/>
              <a:gdLst/>
              <a:ahLst/>
              <a:cxnLst/>
              <a:rect l="0" t="0" r="0" b="0"/>
              <a:pathLst>
                <a:path w="32551" h="18391">
                  <a:moveTo>
                    <a:pt x="2426" y="13527"/>
                  </a:moveTo>
                  <a:lnTo>
                    <a:pt x="0" y="18391"/>
                  </a:lnTo>
                  <a:lnTo>
                    <a:pt x="10174" y="17256"/>
                  </a:lnTo>
                  <a:lnTo>
                    <a:pt x="22737" y="10728"/>
                  </a:lnTo>
                  <a:lnTo>
                    <a:pt x="32551" y="102"/>
                  </a:lnTo>
                  <a:lnTo>
                    <a:pt x="26524" y="0"/>
                  </a:lnTo>
                  <a:lnTo>
                    <a:pt x="16316" y="4857"/>
                  </a:lnTo>
                  <a:lnTo>
                    <a:pt x="2426" y="1352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0" name="pl28">
              <a:extLst>
                <a:ext uri="{FF2B5EF4-FFF2-40B4-BE49-F238E27FC236}">
                  <a16:creationId xmlns:a16="http://schemas.microsoft.com/office/drawing/2014/main" id="{74EF7337-8F29-6115-39F6-43C219E5E6BE}"/>
                </a:ext>
              </a:extLst>
            </p:cNvPr>
            <p:cNvSpPr/>
            <p:nvPr/>
          </p:nvSpPr>
          <p:spPr>
            <a:xfrm>
              <a:off x="12919721" y="3365451"/>
              <a:ext cx="37786" cy="51104"/>
            </a:xfrm>
            <a:custGeom>
              <a:avLst/>
              <a:gdLst/>
              <a:ahLst/>
              <a:cxnLst/>
              <a:rect l="0" t="0" r="0" b="0"/>
              <a:pathLst>
                <a:path w="12732" h="18877">
                  <a:moveTo>
                    <a:pt x="0" y="18877"/>
                  </a:moveTo>
                  <a:lnTo>
                    <a:pt x="5633" y="13978"/>
                  </a:lnTo>
                  <a:lnTo>
                    <a:pt x="12732" y="0"/>
                  </a:lnTo>
                  <a:lnTo>
                    <a:pt x="8240" y="1826"/>
                  </a:lnTo>
                  <a:lnTo>
                    <a:pt x="1366" y="14074"/>
                  </a:lnTo>
                  <a:lnTo>
                    <a:pt x="0" y="1887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1" name="pl29">
              <a:extLst>
                <a:ext uri="{FF2B5EF4-FFF2-40B4-BE49-F238E27FC236}">
                  <a16:creationId xmlns:a16="http://schemas.microsoft.com/office/drawing/2014/main" id="{B86D03E2-70B0-A8AB-B0C5-2D09B3AFD2C4}"/>
                </a:ext>
              </a:extLst>
            </p:cNvPr>
            <p:cNvSpPr/>
            <p:nvPr/>
          </p:nvSpPr>
          <p:spPr>
            <a:xfrm>
              <a:off x="12129620" y="3416981"/>
              <a:ext cx="26514" cy="30320"/>
            </a:xfrm>
            <a:custGeom>
              <a:avLst/>
              <a:gdLst/>
              <a:ahLst/>
              <a:cxnLst/>
              <a:rect l="0" t="0" r="0" b="0"/>
              <a:pathLst>
                <a:path w="8934" h="11200">
                  <a:moveTo>
                    <a:pt x="1371" y="1046"/>
                  </a:moveTo>
                  <a:lnTo>
                    <a:pt x="0" y="3393"/>
                  </a:lnTo>
                  <a:lnTo>
                    <a:pt x="147" y="10304"/>
                  </a:lnTo>
                  <a:lnTo>
                    <a:pt x="4683" y="11200"/>
                  </a:lnTo>
                  <a:lnTo>
                    <a:pt x="8934" y="8429"/>
                  </a:lnTo>
                  <a:lnTo>
                    <a:pt x="5267" y="1943"/>
                  </a:lnTo>
                  <a:lnTo>
                    <a:pt x="2939" y="0"/>
                  </a:lnTo>
                  <a:lnTo>
                    <a:pt x="1371" y="104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2" name="pl30">
              <a:extLst>
                <a:ext uri="{FF2B5EF4-FFF2-40B4-BE49-F238E27FC236}">
                  <a16:creationId xmlns:a16="http://schemas.microsoft.com/office/drawing/2014/main" id="{CE9875DB-7502-1822-065F-3C27AA6073AD}"/>
                </a:ext>
              </a:extLst>
            </p:cNvPr>
            <p:cNvSpPr/>
            <p:nvPr/>
          </p:nvSpPr>
          <p:spPr>
            <a:xfrm>
              <a:off x="12729427" y="3208654"/>
              <a:ext cx="50369" cy="66940"/>
            </a:xfrm>
            <a:custGeom>
              <a:avLst/>
              <a:gdLst/>
              <a:ahLst/>
              <a:cxnLst/>
              <a:rect l="0" t="0" r="0" b="0"/>
              <a:pathLst>
                <a:path w="16972" h="24727">
                  <a:moveTo>
                    <a:pt x="0" y="24727"/>
                  </a:moveTo>
                  <a:lnTo>
                    <a:pt x="15059" y="17317"/>
                  </a:lnTo>
                  <a:lnTo>
                    <a:pt x="16081" y="13390"/>
                  </a:lnTo>
                  <a:lnTo>
                    <a:pt x="16972" y="1956"/>
                  </a:lnTo>
                  <a:lnTo>
                    <a:pt x="10622" y="0"/>
                  </a:lnTo>
                  <a:lnTo>
                    <a:pt x="5857" y="5809"/>
                  </a:lnTo>
                  <a:lnTo>
                    <a:pt x="0" y="2472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3" name="pl31">
              <a:extLst>
                <a:ext uri="{FF2B5EF4-FFF2-40B4-BE49-F238E27FC236}">
                  <a16:creationId xmlns:a16="http://schemas.microsoft.com/office/drawing/2014/main" id="{E926882D-52AB-D098-3773-03B42532730A}"/>
                </a:ext>
              </a:extLst>
            </p:cNvPr>
            <p:cNvSpPr/>
            <p:nvPr/>
          </p:nvSpPr>
          <p:spPr>
            <a:xfrm>
              <a:off x="12226371" y="3341001"/>
              <a:ext cx="74549" cy="78442"/>
            </a:xfrm>
            <a:custGeom>
              <a:avLst/>
              <a:gdLst/>
              <a:ahLst/>
              <a:cxnLst/>
              <a:rect l="0" t="0" r="0" b="0"/>
              <a:pathLst>
                <a:path w="25119" h="28976">
                  <a:moveTo>
                    <a:pt x="12568" y="0"/>
                  </a:moveTo>
                  <a:lnTo>
                    <a:pt x="7240" y="3660"/>
                  </a:lnTo>
                  <a:lnTo>
                    <a:pt x="251" y="12924"/>
                  </a:lnTo>
                  <a:lnTo>
                    <a:pt x="0" y="22722"/>
                  </a:lnTo>
                  <a:lnTo>
                    <a:pt x="2901" y="25172"/>
                  </a:lnTo>
                  <a:lnTo>
                    <a:pt x="10814" y="28976"/>
                  </a:lnTo>
                  <a:lnTo>
                    <a:pt x="11611" y="26315"/>
                  </a:lnTo>
                  <a:lnTo>
                    <a:pt x="11464" y="18918"/>
                  </a:lnTo>
                  <a:lnTo>
                    <a:pt x="18606" y="20109"/>
                  </a:lnTo>
                  <a:lnTo>
                    <a:pt x="25119" y="17379"/>
                  </a:lnTo>
                  <a:lnTo>
                    <a:pt x="24710" y="12911"/>
                  </a:lnTo>
                  <a:lnTo>
                    <a:pt x="19436" y="2538"/>
                  </a:lnTo>
                  <a:lnTo>
                    <a:pt x="12568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4" name="pl32">
              <a:extLst>
                <a:ext uri="{FF2B5EF4-FFF2-40B4-BE49-F238E27FC236}">
                  <a16:creationId xmlns:a16="http://schemas.microsoft.com/office/drawing/2014/main" id="{CCA19D82-404A-7630-841C-67AA028B6340}"/>
                </a:ext>
              </a:extLst>
            </p:cNvPr>
            <p:cNvSpPr/>
            <p:nvPr/>
          </p:nvSpPr>
          <p:spPr>
            <a:xfrm>
              <a:off x="11232746" y="4435295"/>
              <a:ext cx="16250" cy="39861"/>
            </a:xfrm>
            <a:custGeom>
              <a:avLst/>
              <a:gdLst/>
              <a:ahLst/>
              <a:cxnLst/>
              <a:rect l="0" t="0" r="0" b="0"/>
              <a:pathLst>
                <a:path w="5475" h="14724">
                  <a:moveTo>
                    <a:pt x="1158" y="14724"/>
                  </a:moveTo>
                  <a:lnTo>
                    <a:pt x="4262" y="12131"/>
                  </a:lnTo>
                  <a:lnTo>
                    <a:pt x="5475" y="4139"/>
                  </a:lnTo>
                  <a:lnTo>
                    <a:pt x="4377" y="0"/>
                  </a:lnTo>
                  <a:lnTo>
                    <a:pt x="2174" y="177"/>
                  </a:lnTo>
                  <a:lnTo>
                    <a:pt x="0" y="7957"/>
                  </a:lnTo>
                  <a:lnTo>
                    <a:pt x="1158" y="1472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5" name="pl33">
              <a:extLst>
                <a:ext uri="{FF2B5EF4-FFF2-40B4-BE49-F238E27FC236}">
                  <a16:creationId xmlns:a16="http://schemas.microsoft.com/office/drawing/2014/main" id="{2A0E14ED-5B08-5298-4FC2-DE8FAE1F3BCF}"/>
                </a:ext>
              </a:extLst>
            </p:cNvPr>
            <p:cNvSpPr/>
            <p:nvPr/>
          </p:nvSpPr>
          <p:spPr>
            <a:xfrm>
              <a:off x="10286262" y="5127753"/>
              <a:ext cx="48634" cy="82333"/>
            </a:xfrm>
            <a:custGeom>
              <a:avLst/>
              <a:gdLst/>
              <a:ahLst/>
              <a:cxnLst/>
              <a:rect l="0" t="0" r="0" b="0"/>
              <a:pathLst>
                <a:path w="16387" h="30413">
                  <a:moveTo>
                    <a:pt x="300" y="30413"/>
                  </a:moveTo>
                  <a:lnTo>
                    <a:pt x="13426" y="9202"/>
                  </a:lnTo>
                  <a:lnTo>
                    <a:pt x="16387" y="0"/>
                  </a:lnTo>
                  <a:lnTo>
                    <a:pt x="0" y="26335"/>
                  </a:lnTo>
                  <a:lnTo>
                    <a:pt x="300" y="3041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6" name="pl34">
              <a:extLst>
                <a:ext uri="{FF2B5EF4-FFF2-40B4-BE49-F238E27FC236}">
                  <a16:creationId xmlns:a16="http://schemas.microsoft.com/office/drawing/2014/main" id="{206EC09C-8700-14B7-5E90-9EFE67D94774}"/>
                </a:ext>
              </a:extLst>
            </p:cNvPr>
            <p:cNvSpPr/>
            <p:nvPr/>
          </p:nvSpPr>
          <p:spPr>
            <a:xfrm>
              <a:off x="10292002" y="4781783"/>
              <a:ext cx="55964" cy="53011"/>
            </a:xfrm>
            <a:custGeom>
              <a:avLst/>
              <a:gdLst/>
              <a:ahLst/>
              <a:cxnLst/>
              <a:rect l="0" t="0" r="0" b="0"/>
              <a:pathLst>
                <a:path w="18857" h="19582">
                  <a:moveTo>
                    <a:pt x="5338" y="6144"/>
                  </a:moveTo>
                  <a:lnTo>
                    <a:pt x="0" y="19582"/>
                  </a:lnTo>
                  <a:lnTo>
                    <a:pt x="5344" y="19000"/>
                  </a:lnTo>
                  <a:lnTo>
                    <a:pt x="10896" y="16339"/>
                  </a:lnTo>
                  <a:lnTo>
                    <a:pt x="17480" y="10085"/>
                  </a:lnTo>
                  <a:lnTo>
                    <a:pt x="18857" y="6027"/>
                  </a:lnTo>
                  <a:lnTo>
                    <a:pt x="18704" y="1279"/>
                  </a:lnTo>
                  <a:lnTo>
                    <a:pt x="15152" y="0"/>
                  </a:lnTo>
                  <a:lnTo>
                    <a:pt x="5338" y="614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8" name="pl36">
              <a:extLst>
                <a:ext uri="{FF2B5EF4-FFF2-40B4-BE49-F238E27FC236}">
                  <a16:creationId xmlns:a16="http://schemas.microsoft.com/office/drawing/2014/main" id="{02DA8E4C-477E-1E50-9658-05F07D3345EB}"/>
                </a:ext>
              </a:extLst>
            </p:cNvPr>
            <p:cNvSpPr/>
            <p:nvPr/>
          </p:nvSpPr>
          <p:spPr>
            <a:xfrm>
              <a:off x="11423457" y="4478768"/>
              <a:ext cx="106043" cy="49232"/>
            </a:xfrm>
            <a:custGeom>
              <a:avLst/>
              <a:gdLst/>
              <a:ahLst/>
              <a:cxnLst/>
              <a:rect l="0" t="0" r="0" b="0"/>
              <a:pathLst>
                <a:path w="35731" h="18186">
                  <a:moveTo>
                    <a:pt x="17398" y="1217"/>
                  </a:moveTo>
                  <a:lnTo>
                    <a:pt x="7688" y="11720"/>
                  </a:lnTo>
                  <a:lnTo>
                    <a:pt x="0" y="13766"/>
                  </a:lnTo>
                  <a:lnTo>
                    <a:pt x="4912" y="18186"/>
                  </a:lnTo>
                  <a:lnTo>
                    <a:pt x="35731" y="11337"/>
                  </a:lnTo>
                  <a:lnTo>
                    <a:pt x="34005" y="5945"/>
                  </a:lnTo>
                  <a:lnTo>
                    <a:pt x="23857" y="0"/>
                  </a:lnTo>
                  <a:lnTo>
                    <a:pt x="17398" y="121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59" name="pl37">
              <a:extLst>
                <a:ext uri="{FF2B5EF4-FFF2-40B4-BE49-F238E27FC236}">
                  <a16:creationId xmlns:a16="http://schemas.microsoft.com/office/drawing/2014/main" id="{1FA76F30-2264-2709-6C9D-61B077AFE8B0}"/>
                </a:ext>
              </a:extLst>
            </p:cNvPr>
            <p:cNvSpPr/>
            <p:nvPr/>
          </p:nvSpPr>
          <p:spPr>
            <a:xfrm>
              <a:off x="11251735" y="4404011"/>
              <a:ext cx="37932" cy="71959"/>
            </a:xfrm>
            <a:custGeom>
              <a:avLst/>
              <a:gdLst/>
              <a:ahLst/>
              <a:cxnLst/>
              <a:rect l="0" t="0" r="0" b="0"/>
              <a:pathLst>
                <a:path w="12781" h="26581">
                  <a:moveTo>
                    <a:pt x="0" y="25911"/>
                  </a:moveTo>
                  <a:lnTo>
                    <a:pt x="6191" y="26581"/>
                  </a:lnTo>
                  <a:lnTo>
                    <a:pt x="11732" y="22750"/>
                  </a:lnTo>
                  <a:lnTo>
                    <a:pt x="12781" y="0"/>
                  </a:lnTo>
                  <a:lnTo>
                    <a:pt x="9152" y="2251"/>
                  </a:lnTo>
                  <a:lnTo>
                    <a:pt x="7393" y="4803"/>
                  </a:lnTo>
                  <a:lnTo>
                    <a:pt x="4338" y="13143"/>
                  </a:lnTo>
                  <a:lnTo>
                    <a:pt x="3142" y="20738"/>
                  </a:lnTo>
                  <a:lnTo>
                    <a:pt x="0" y="2591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0" name="pl38">
              <a:extLst>
                <a:ext uri="{FF2B5EF4-FFF2-40B4-BE49-F238E27FC236}">
                  <a16:creationId xmlns:a16="http://schemas.microsoft.com/office/drawing/2014/main" id="{1169CFF3-DAC5-5CE9-8BBD-7C4D1D57A26F}"/>
                </a:ext>
              </a:extLst>
            </p:cNvPr>
            <p:cNvSpPr/>
            <p:nvPr/>
          </p:nvSpPr>
          <p:spPr>
            <a:xfrm>
              <a:off x="11621455" y="4501441"/>
              <a:ext cx="84734" cy="56141"/>
            </a:xfrm>
            <a:custGeom>
              <a:avLst/>
              <a:gdLst/>
              <a:ahLst/>
              <a:cxnLst/>
              <a:rect l="0" t="0" r="0" b="0"/>
              <a:pathLst>
                <a:path w="28551" h="20738">
                  <a:moveTo>
                    <a:pt x="19065" y="9668"/>
                  </a:moveTo>
                  <a:lnTo>
                    <a:pt x="16387" y="11193"/>
                  </a:lnTo>
                  <a:lnTo>
                    <a:pt x="0" y="15572"/>
                  </a:lnTo>
                  <a:lnTo>
                    <a:pt x="19917" y="20738"/>
                  </a:lnTo>
                  <a:lnTo>
                    <a:pt x="28551" y="18480"/>
                  </a:lnTo>
                  <a:lnTo>
                    <a:pt x="27693" y="13848"/>
                  </a:lnTo>
                  <a:lnTo>
                    <a:pt x="21469" y="0"/>
                  </a:lnTo>
                  <a:lnTo>
                    <a:pt x="21201" y="3229"/>
                  </a:lnTo>
                  <a:lnTo>
                    <a:pt x="19065" y="966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1" name="pl39">
              <a:extLst>
                <a:ext uri="{FF2B5EF4-FFF2-40B4-BE49-F238E27FC236}">
                  <a16:creationId xmlns:a16="http://schemas.microsoft.com/office/drawing/2014/main" id="{740DE6E9-E5BD-AD81-80A8-38E5CBE79E16}"/>
                </a:ext>
              </a:extLst>
            </p:cNvPr>
            <p:cNvSpPr/>
            <p:nvPr/>
          </p:nvSpPr>
          <p:spPr>
            <a:xfrm>
              <a:off x="9711347" y="6856159"/>
              <a:ext cx="67171" cy="27061"/>
            </a:xfrm>
            <a:custGeom>
              <a:avLst/>
              <a:gdLst/>
              <a:ahLst/>
              <a:cxnLst/>
              <a:rect l="0" t="0" r="0" b="0"/>
              <a:pathLst>
                <a:path w="22633" h="9996">
                  <a:moveTo>
                    <a:pt x="22633" y="0"/>
                  </a:moveTo>
                  <a:lnTo>
                    <a:pt x="13344" y="2251"/>
                  </a:lnTo>
                  <a:lnTo>
                    <a:pt x="0" y="9401"/>
                  </a:lnTo>
                  <a:lnTo>
                    <a:pt x="2295" y="9996"/>
                  </a:lnTo>
                  <a:lnTo>
                    <a:pt x="2263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2" name="pl40">
              <a:extLst>
                <a:ext uri="{FF2B5EF4-FFF2-40B4-BE49-F238E27FC236}">
                  <a16:creationId xmlns:a16="http://schemas.microsoft.com/office/drawing/2014/main" id="{F257ED46-317F-9FAA-1DB8-7BDDEDA69A8A}"/>
                </a:ext>
              </a:extLst>
            </p:cNvPr>
            <p:cNvSpPr/>
            <p:nvPr/>
          </p:nvSpPr>
          <p:spPr>
            <a:xfrm>
              <a:off x="9800022" y="6569387"/>
              <a:ext cx="27066" cy="41934"/>
            </a:xfrm>
            <a:custGeom>
              <a:avLst/>
              <a:gdLst/>
              <a:ahLst/>
              <a:cxnLst/>
              <a:rect l="0" t="0" r="0" b="0"/>
              <a:pathLst>
                <a:path w="9120" h="15490">
                  <a:moveTo>
                    <a:pt x="7431" y="15490"/>
                  </a:moveTo>
                  <a:lnTo>
                    <a:pt x="9120" y="12644"/>
                  </a:lnTo>
                  <a:lnTo>
                    <a:pt x="9010" y="9175"/>
                  </a:lnTo>
                  <a:lnTo>
                    <a:pt x="7644" y="5008"/>
                  </a:lnTo>
                  <a:lnTo>
                    <a:pt x="0" y="0"/>
                  </a:lnTo>
                  <a:lnTo>
                    <a:pt x="7431" y="1549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3" name="pl41">
              <a:extLst>
                <a:ext uri="{FF2B5EF4-FFF2-40B4-BE49-F238E27FC236}">
                  <a16:creationId xmlns:a16="http://schemas.microsoft.com/office/drawing/2014/main" id="{8D378D7C-5176-F7EB-A379-C09634F9A0D2}"/>
                </a:ext>
              </a:extLst>
            </p:cNvPr>
            <p:cNvSpPr/>
            <p:nvPr/>
          </p:nvSpPr>
          <p:spPr>
            <a:xfrm>
              <a:off x="9912503" y="5677179"/>
              <a:ext cx="93200" cy="161611"/>
            </a:xfrm>
            <a:custGeom>
              <a:avLst/>
              <a:gdLst/>
              <a:ahLst/>
              <a:cxnLst/>
              <a:rect l="0" t="0" r="0" b="0"/>
              <a:pathLst>
                <a:path w="31404" h="59698">
                  <a:moveTo>
                    <a:pt x="17070" y="31638"/>
                  </a:moveTo>
                  <a:lnTo>
                    <a:pt x="14103" y="36523"/>
                  </a:lnTo>
                  <a:lnTo>
                    <a:pt x="0" y="59698"/>
                  </a:lnTo>
                  <a:lnTo>
                    <a:pt x="5087" y="57426"/>
                  </a:lnTo>
                  <a:lnTo>
                    <a:pt x="17087" y="36126"/>
                  </a:lnTo>
                  <a:lnTo>
                    <a:pt x="19617" y="31624"/>
                  </a:lnTo>
                  <a:lnTo>
                    <a:pt x="27114" y="16476"/>
                  </a:lnTo>
                  <a:lnTo>
                    <a:pt x="31404" y="0"/>
                  </a:lnTo>
                  <a:lnTo>
                    <a:pt x="26983" y="8128"/>
                  </a:lnTo>
                  <a:lnTo>
                    <a:pt x="17070" y="3163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4" name="pl42">
              <a:extLst>
                <a:ext uri="{FF2B5EF4-FFF2-40B4-BE49-F238E27FC236}">
                  <a16:creationId xmlns:a16="http://schemas.microsoft.com/office/drawing/2014/main" id="{DF3A9C91-1C8B-E09B-E34A-8A555BCAADCF}"/>
                </a:ext>
              </a:extLst>
            </p:cNvPr>
            <p:cNvSpPr/>
            <p:nvPr/>
          </p:nvSpPr>
          <p:spPr>
            <a:xfrm>
              <a:off x="9809022" y="6636533"/>
              <a:ext cx="77599" cy="211031"/>
            </a:xfrm>
            <a:custGeom>
              <a:avLst/>
              <a:gdLst/>
              <a:ahLst/>
              <a:cxnLst/>
              <a:rect l="0" t="0" r="0" b="0"/>
              <a:pathLst>
                <a:path w="26147" h="77953">
                  <a:moveTo>
                    <a:pt x="20879" y="0"/>
                  </a:moveTo>
                  <a:lnTo>
                    <a:pt x="20792" y="4727"/>
                  </a:lnTo>
                  <a:lnTo>
                    <a:pt x="23371" y="27608"/>
                  </a:lnTo>
                  <a:lnTo>
                    <a:pt x="22628" y="40587"/>
                  </a:lnTo>
                  <a:lnTo>
                    <a:pt x="17202" y="68736"/>
                  </a:lnTo>
                  <a:lnTo>
                    <a:pt x="0" y="76728"/>
                  </a:lnTo>
                  <a:lnTo>
                    <a:pt x="1322" y="77953"/>
                  </a:lnTo>
                  <a:lnTo>
                    <a:pt x="16333" y="74135"/>
                  </a:lnTo>
                  <a:lnTo>
                    <a:pt x="20229" y="68497"/>
                  </a:lnTo>
                  <a:lnTo>
                    <a:pt x="25218" y="44912"/>
                  </a:lnTo>
                  <a:lnTo>
                    <a:pt x="26147" y="28723"/>
                  </a:lnTo>
                  <a:lnTo>
                    <a:pt x="23677" y="7375"/>
                  </a:lnTo>
                  <a:lnTo>
                    <a:pt x="2087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5" name="pl43">
              <a:extLst>
                <a:ext uri="{FF2B5EF4-FFF2-40B4-BE49-F238E27FC236}">
                  <a16:creationId xmlns:a16="http://schemas.microsoft.com/office/drawing/2014/main" id="{0BAFB412-6E59-48BB-5D2C-C6E443E94944}"/>
                </a:ext>
              </a:extLst>
            </p:cNvPr>
            <p:cNvSpPr/>
            <p:nvPr/>
          </p:nvSpPr>
          <p:spPr>
            <a:xfrm>
              <a:off x="9530542" y="6951478"/>
              <a:ext cx="106674" cy="116619"/>
            </a:xfrm>
            <a:custGeom>
              <a:avLst/>
              <a:gdLst/>
              <a:ahLst/>
              <a:cxnLst/>
              <a:rect l="0" t="0" r="0" b="0"/>
              <a:pathLst>
                <a:path w="35944" h="43078">
                  <a:moveTo>
                    <a:pt x="10245" y="25582"/>
                  </a:moveTo>
                  <a:lnTo>
                    <a:pt x="0" y="43078"/>
                  </a:lnTo>
                  <a:lnTo>
                    <a:pt x="2786" y="41470"/>
                  </a:lnTo>
                  <a:lnTo>
                    <a:pt x="19120" y="18952"/>
                  </a:lnTo>
                  <a:lnTo>
                    <a:pt x="35944" y="0"/>
                  </a:lnTo>
                  <a:lnTo>
                    <a:pt x="30480" y="3393"/>
                  </a:lnTo>
                  <a:lnTo>
                    <a:pt x="10245" y="2558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6" name="pl44">
              <a:extLst>
                <a:ext uri="{FF2B5EF4-FFF2-40B4-BE49-F238E27FC236}">
                  <a16:creationId xmlns:a16="http://schemas.microsoft.com/office/drawing/2014/main" id="{06F651F0-FD7A-A986-AABC-91568FA23F29}"/>
                </a:ext>
              </a:extLst>
            </p:cNvPr>
            <p:cNvSpPr/>
            <p:nvPr/>
          </p:nvSpPr>
          <p:spPr>
            <a:xfrm>
              <a:off x="2797458" y="9438987"/>
              <a:ext cx="132040" cy="88446"/>
            </a:xfrm>
            <a:custGeom>
              <a:avLst/>
              <a:gdLst/>
              <a:ahLst/>
              <a:cxnLst/>
              <a:rect l="0" t="0" r="0" b="0"/>
              <a:pathLst>
                <a:path w="44491" h="32671">
                  <a:moveTo>
                    <a:pt x="31535" y="6746"/>
                  </a:moveTo>
                  <a:lnTo>
                    <a:pt x="13371" y="21286"/>
                  </a:lnTo>
                  <a:lnTo>
                    <a:pt x="5092" y="25104"/>
                  </a:lnTo>
                  <a:lnTo>
                    <a:pt x="0" y="32671"/>
                  </a:lnTo>
                  <a:lnTo>
                    <a:pt x="4109" y="32089"/>
                  </a:lnTo>
                  <a:lnTo>
                    <a:pt x="28786" y="14854"/>
                  </a:lnTo>
                  <a:lnTo>
                    <a:pt x="43398" y="6137"/>
                  </a:lnTo>
                  <a:lnTo>
                    <a:pt x="44491" y="0"/>
                  </a:lnTo>
                  <a:lnTo>
                    <a:pt x="42802" y="738"/>
                  </a:lnTo>
                  <a:lnTo>
                    <a:pt x="38944" y="5747"/>
                  </a:lnTo>
                  <a:lnTo>
                    <a:pt x="31535" y="674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7" name="pl45">
              <a:extLst>
                <a:ext uri="{FF2B5EF4-FFF2-40B4-BE49-F238E27FC236}">
                  <a16:creationId xmlns:a16="http://schemas.microsoft.com/office/drawing/2014/main" id="{D4EB670F-698A-E52C-48F6-232BEB7F606C}"/>
                </a:ext>
              </a:extLst>
            </p:cNvPr>
            <p:cNvSpPr/>
            <p:nvPr/>
          </p:nvSpPr>
          <p:spPr>
            <a:xfrm>
              <a:off x="2603597" y="9651260"/>
              <a:ext cx="107699" cy="219829"/>
            </a:xfrm>
            <a:custGeom>
              <a:avLst/>
              <a:gdLst/>
              <a:ahLst/>
              <a:cxnLst/>
              <a:rect l="0" t="0" r="0" b="0"/>
              <a:pathLst>
                <a:path w="36289" h="81203">
                  <a:moveTo>
                    <a:pt x="10049" y="41887"/>
                  </a:moveTo>
                  <a:lnTo>
                    <a:pt x="961" y="69188"/>
                  </a:lnTo>
                  <a:lnTo>
                    <a:pt x="0" y="81203"/>
                  </a:lnTo>
                  <a:lnTo>
                    <a:pt x="3491" y="73143"/>
                  </a:lnTo>
                  <a:lnTo>
                    <a:pt x="14988" y="39349"/>
                  </a:lnTo>
                  <a:lnTo>
                    <a:pt x="36289" y="0"/>
                  </a:lnTo>
                  <a:lnTo>
                    <a:pt x="28513" y="6007"/>
                  </a:lnTo>
                  <a:lnTo>
                    <a:pt x="10049" y="4188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8" name="pl46">
              <a:extLst>
                <a:ext uri="{FF2B5EF4-FFF2-40B4-BE49-F238E27FC236}">
                  <a16:creationId xmlns:a16="http://schemas.microsoft.com/office/drawing/2014/main" id="{2FDB9D19-E76A-3E96-44D5-9C4CCEBC0FCE}"/>
                </a:ext>
              </a:extLst>
            </p:cNvPr>
            <p:cNvSpPr/>
            <p:nvPr/>
          </p:nvSpPr>
          <p:spPr>
            <a:xfrm>
              <a:off x="3365884" y="9074920"/>
              <a:ext cx="106951" cy="77758"/>
            </a:xfrm>
            <a:custGeom>
              <a:avLst/>
              <a:gdLst/>
              <a:ahLst/>
              <a:cxnLst/>
              <a:rect l="0" t="0" r="0" b="0"/>
              <a:pathLst>
                <a:path w="36037" h="28723">
                  <a:moveTo>
                    <a:pt x="0" y="28723"/>
                  </a:moveTo>
                  <a:lnTo>
                    <a:pt x="5590" y="27382"/>
                  </a:lnTo>
                  <a:lnTo>
                    <a:pt x="25147" y="12391"/>
                  </a:lnTo>
                  <a:lnTo>
                    <a:pt x="36037" y="314"/>
                  </a:lnTo>
                  <a:lnTo>
                    <a:pt x="29507" y="0"/>
                  </a:lnTo>
                  <a:lnTo>
                    <a:pt x="24393" y="7170"/>
                  </a:lnTo>
                  <a:lnTo>
                    <a:pt x="0" y="2872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69" name="pl47">
              <a:extLst>
                <a:ext uri="{FF2B5EF4-FFF2-40B4-BE49-F238E27FC236}">
                  <a16:creationId xmlns:a16="http://schemas.microsoft.com/office/drawing/2014/main" id="{1CB4C8F0-099D-DD21-3BE5-17D0474AE6C2}"/>
                </a:ext>
              </a:extLst>
            </p:cNvPr>
            <p:cNvSpPr/>
            <p:nvPr/>
          </p:nvSpPr>
          <p:spPr>
            <a:xfrm>
              <a:off x="2596171" y="9888554"/>
              <a:ext cx="78539" cy="411041"/>
            </a:xfrm>
            <a:custGeom>
              <a:avLst/>
              <a:gdLst/>
              <a:ahLst/>
              <a:cxnLst/>
              <a:rect l="0" t="0" r="0" b="0"/>
              <a:pathLst>
                <a:path w="26464" h="151835">
                  <a:moveTo>
                    <a:pt x="2371" y="0"/>
                  </a:moveTo>
                  <a:lnTo>
                    <a:pt x="0" y="13492"/>
                  </a:lnTo>
                  <a:lnTo>
                    <a:pt x="568" y="52684"/>
                  </a:lnTo>
                  <a:lnTo>
                    <a:pt x="15650" y="121449"/>
                  </a:lnTo>
                  <a:lnTo>
                    <a:pt x="24917" y="151835"/>
                  </a:lnTo>
                  <a:lnTo>
                    <a:pt x="26464" y="145328"/>
                  </a:lnTo>
                  <a:lnTo>
                    <a:pt x="22934" y="125650"/>
                  </a:lnTo>
                  <a:lnTo>
                    <a:pt x="6262" y="55353"/>
                  </a:lnTo>
                  <a:lnTo>
                    <a:pt x="237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0" name="pl48">
              <a:extLst>
                <a:ext uri="{FF2B5EF4-FFF2-40B4-BE49-F238E27FC236}">
                  <a16:creationId xmlns:a16="http://schemas.microsoft.com/office/drawing/2014/main" id="{C6A36EC0-4719-E1EC-2676-5A3724EA92D0}"/>
                </a:ext>
              </a:extLst>
            </p:cNvPr>
            <p:cNvSpPr/>
            <p:nvPr/>
          </p:nvSpPr>
          <p:spPr>
            <a:xfrm>
              <a:off x="6678164" y="8926552"/>
              <a:ext cx="126071" cy="47714"/>
            </a:xfrm>
            <a:custGeom>
              <a:avLst/>
              <a:gdLst/>
              <a:ahLst/>
              <a:cxnLst/>
              <a:rect l="0" t="0" r="0" b="0"/>
              <a:pathLst>
                <a:path w="42480" h="17625">
                  <a:moveTo>
                    <a:pt x="7546" y="13260"/>
                  </a:moveTo>
                  <a:lnTo>
                    <a:pt x="0" y="13958"/>
                  </a:lnTo>
                  <a:lnTo>
                    <a:pt x="12141" y="17625"/>
                  </a:lnTo>
                  <a:lnTo>
                    <a:pt x="23371" y="12582"/>
                  </a:lnTo>
                  <a:lnTo>
                    <a:pt x="42480" y="0"/>
                  </a:lnTo>
                  <a:lnTo>
                    <a:pt x="34081" y="2073"/>
                  </a:lnTo>
                  <a:lnTo>
                    <a:pt x="26830" y="7533"/>
                  </a:lnTo>
                  <a:lnTo>
                    <a:pt x="13005" y="14744"/>
                  </a:lnTo>
                  <a:lnTo>
                    <a:pt x="7546" y="1326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1" name="pl49">
              <a:extLst>
                <a:ext uri="{FF2B5EF4-FFF2-40B4-BE49-F238E27FC236}">
                  <a16:creationId xmlns:a16="http://schemas.microsoft.com/office/drawing/2014/main" id="{0842261F-8AD4-860E-552B-C6534897BCC3}"/>
                </a:ext>
              </a:extLst>
            </p:cNvPr>
            <p:cNvSpPr/>
            <p:nvPr/>
          </p:nvSpPr>
          <p:spPr>
            <a:xfrm>
              <a:off x="7884496" y="8456535"/>
              <a:ext cx="21795" cy="92428"/>
            </a:xfrm>
            <a:custGeom>
              <a:avLst/>
              <a:gdLst/>
              <a:ahLst/>
              <a:cxnLst/>
              <a:rect l="0" t="0" r="0" b="0"/>
              <a:pathLst>
                <a:path w="7344" h="34142">
                  <a:moveTo>
                    <a:pt x="2366" y="34142"/>
                  </a:moveTo>
                  <a:lnTo>
                    <a:pt x="7344" y="0"/>
                  </a:lnTo>
                  <a:lnTo>
                    <a:pt x="3770" y="3366"/>
                  </a:lnTo>
                  <a:lnTo>
                    <a:pt x="0" y="10311"/>
                  </a:lnTo>
                  <a:lnTo>
                    <a:pt x="213" y="22052"/>
                  </a:lnTo>
                  <a:lnTo>
                    <a:pt x="2366" y="3414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2" name="pl50">
              <a:extLst>
                <a:ext uri="{FF2B5EF4-FFF2-40B4-BE49-F238E27FC236}">
                  <a16:creationId xmlns:a16="http://schemas.microsoft.com/office/drawing/2014/main" id="{830B0798-33BD-2805-CB8F-27616FA6D809}"/>
                </a:ext>
              </a:extLst>
            </p:cNvPr>
            <p:cNvSpPr/>
            <p:nvPr/>
          </p:nvSpPr>
          <p:spPr>
            <a:xfrm>
              <a:off x="5274845" y="8761067"/>
              <a:ext cx="52251" cy="49714"/>
            </a:xfrm>
            <a:custGeom>
              <a:avLst/>
              <a:gdLst/>
              <a:ahLst/>
              <a:cxnLst/>
              <a:rect l="0" t="0" r="0" b="0"/>
              <a:pathLst>
                <a:path w="17606" h="18364">
                  <a:moveTo>
                    <a:pt x="17606" y="0"/>
                  </a:moveTo>
                  <a:lnTo>
                    <a:pt x="7333" y="8101"/>
                  </a:lnTo>
                  <a:lnTo>
                    <a:pt x="6081" y="10434"/>
                  </a:lnTo>
                  <a:lnTo>
                    <a:pt x="3573" y="12603"/>
                  </a:lnTo>
                  <a:lnTo>
                    <a:pt x="0" y="14827"/>
                  </a:lnTo>
                  <a:lnTo>
                    <a:pt x="8120" y="15121"/>
                  </a:lnTo>
                  <a:lnTo>
                    <a:pt x="13600" y="18364"/>
                  </a:lnTo>
                  <a:lnTo>
                    <a:pt x="13207" y="11850"/>
                  </a:lnTo>
                  <a:lnTo>
                    <a:pt x="14693" y="5945"/>
                  </a:lnTo>
                  <a:lnTo>
                    <a:pt x="1760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3" name="pl51">
              <a:extLst>
                <a:ext uri="{FF2B5EF4-FFF2-40B4-BE49-F238E27FC236}">
                  <a16:creationId xmlns:a16="http://schemas.microsoft.com/office/drawing/2014/main" id="{B5B59E0B-7BF5-F0E2-FE19-D0A59DEC1548}"/>
                </a:ext>
              </a:extLst>
            </p:cNvPr>
            <p:cNvSpPr/>
            <p:nvPr/>
          </p:nvSpPr>
          <p:spPr>
            <a:xfrm>
              <a:off x="4389838" y="8960115"/>
              <a:ext cx="83810" cy="59736"/>
            </a:xfrm>
            <a:custGeom>
              <a:avLst/>
              <a:gdLst/>
              <a:ahLst/>
              <a:cxnLst/>
              <a:rect l="0" t="0" r="0" b="0"/>
              <a:pathLst>
                <a:path w="28240" h="22066">
                  <a:moveTo>
                    <a:pt x="23518" y="6582"/>
                  </a:moveTo>
                  <a:lnTo>
                    <a:pt x="14704" y="417"/>
                  </a:lnTo>
                  <a:lnTo>
                    <a:pt x="9131" y="0"/>
                  </a:lnTo>
                  <a:lnTo>
                    <a:pt x="0" y="4714"/>
                  </a:lnTo>
                  <a:lnTo>
                    <a:pt x="1163" y="9928"/>
                  </a:lnTo>
                  <a:lnTo>
                    <a:pt x="19671" y="22066"/>
                  </a:lnTo>
                  <a:lnTo>
                    <a:pt x="23830" y="20068"/>
                  </a:lnTo>
                  <a:lnTo>
                    <a:pt x="27387" y="14703"/>
                  </a:lnTo>
                  <a:lnTo>
                    <a:pt x="28240" y="10796"/>
                  </a:lnTo>
                  <a:lnTo>
                    <a:pt x="26742" y="8299"/>
                  </a:lnTo>
                  <a:lnTo>
                    <a:pt x="23518" y="658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4" name="pl52">
              <a:extLst>
                <a:ext uri="{FF2B5EF4-FFF2-40B4-BE49-F238E27FC236}">
                  <a16:creationId xmlns:a16="http://schemas.microsoft.com/office/drawing/2014/main" id="{021E100B-B202-7022-539E-E2DB6B987F01}"/>
                </a:ext>
              </a:extLst>
            </p:cNvPr>
            <p:cNvSpPr/>
            <p:nvPr/>
          </p:nvSpPr>
          <p:spPr>
            <a:xfrm>
              <a:off x="5432636" y="8803523"/>
              <a:ext cx="18032" cy="106543"/>
            </a:xfrm>
            <a:custGeom>
              <a:avLst/>
              <a:gdLst/>
              <a:ahLst/>
              <a:cxnLst/>
              <a:rect l="0" t="0" r="0" b="0"/>
              <a:pathLst>
                <a:path w="6076" h="39356">
                  <a:moveTo>
                    <a:pt x="4355" y="17988"/>
                  </a:moveTo>
                  <a:lnTo>
                    <a:pt x="1256" y="39356"/>
                  </a:lnTo>
                  <a:lnTo>
                    <a:pt x="4415" y="34895"/>
                  </a:lnTo>
                  <a:lnTo>
                    <a:pt x="6076" y="17290"/>
                  </a:lnTo>
                  <a:lnTo>
                    <a:pt x="4590" y="7895"/>
                  </a:lnTo>
                  <a:lnTo>
                    <a:pt x="0" y="0"/>
                  </a:lnTo>
                  <a:lnTo>
                    <a:pt x="4355" y="1798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5" name="pl53">
              <a:extLst>
                <a:ext uri="{FF2B5EF4-FFF2-40B4-BE49-F238E27FC236}">
                  <a16:creationId xmlns:a16="http://schemas.microsoft.com/office/drawing/2014/main" id="{DB06B975-65E2-44F9-3290-A339CC6C21CF}"/>
                </a:ext>
              </a:extLst>
            </p:cNvPr>
            <p:cNvSpPr/>
            <p:nvPr/>
          </p:nvSpPr>
          <p:spPr>
            <a:xfrm>
              <a:off x="9041868" y="10992053"/>
              <a:ext cx="154580" cy="109080"/>
            </a:xfrm>
            <a:custGeom>
              <a:avLst/>
              <a:gdLst/>
              <a:ahLst/>
              <a:cxnLst/>
              <a:rect l="0" t="0" r="0" b="0"/>
              <a:pathLst>
                <a:path w="52086" h="40293">
                  <a:moveTo>
                    <a:pt x="52086" y="40293"/>
                  </a:moveTo>
                  <a:lnTo>
                    <a:pt x="49059" y="21121"/>
                  </a:lnTo>
                  <a:lnTo>
                    <a:pt x="43032" y="9975"/>
                  </a:lnTo>
                  <a:lnTo>
                    <a:pt x="35436" y="23694"/>
                  </a:lnTo>
                  <a:lnTo>
                    <a:pt x="27376" y="17386"/>
                  </a:lnTo>
                  <a:lnTo>
                    <a:pt x="38469" y="8545"/>
                  </a:lnTo>
                  <a:lnTo>
                    <a:pt x="38294" y="5336"/>
                  </a:lnTo>
                  <a:lnTo>
                    <a:pt x="33398" y="0"/>
                  </a:lnTo>
                  <a:lnTo>
                    <a:pt x="27136" y="2470"/>
                  </a:lnTo>
                  <a:lnTo>
                    <a:pt x="16824" y="4207"/>
                  </a:lnTo>
                  <a:lnTo>
                    <a:pt x="13016" y="6383"/>
                  </a:lnTo>
                  <a:lnTo>
                    <a:pt x="5579" y="4830"/>
                  </a:lnTo>
                  <a:lnTo>
                    <a:pt x="0" y="9490"/>
                  </a:lnTo>
                  <a:lnTo>
                    <a:pt x="9606" y="27553"/>
                  </a:lnTo>
                  <a:lnTo>
                    <a:pt x="16524" y="34635"/>
                  </a:lnTo>
                  <a:lnTo>
                    <a:pt x="17848" y="4029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6" name="pl54">
              <a:extLst>
                <a:ext uri="{FF2B5EF4-FFF2-40B4-BE49-F238E27FC236}">
                  <a16:creationId xmlns:a16="http://schemas.microsoft.com/office/drawing/2014/main" id="{311AF3A8-D3CB-4955-75FC-86B55BA8D255}"/>
                </a:ext>
              </a:extLst>
            </p:cNvPr>
            <p:cNvSpPr/>
            <p:nvPr/>
          </p:nvSpPr>
          <p:spPr>
            <a:xfrm>
              <a:off x="9060517" y="9985817"/>
              <a:ext cx="300731" cy="396276"/>
            </a:xfrm>
            <a:custGeom>
              <a:avLst/>
              <a:gdLst/>
              <a:ahLst/>
              <a:cxnLst/>
              <a:rect l="0" t="0" r="0" b="0"/>
              <a:pathLst>
                <a:path w="101332" h="146381">
                  <a:moveTo>
                    <a:pt x="48474" y="13184"/>
                  </a:moveTo>
                  <a:lnTo>
                    <a:pt x="68693" y="45083"/>
                  </a:lnTo>
                  <a:lnTo>
                    <a:pt x="78911" y="53102"/>
                  </a:lnTo>
                  <a:lnTo>
                    <a:pt x="82556" y="63215"/>
                  </a:lnTo>
                  <a:lnTo>
                    <a:pt x="79862" y="72219"/>
                  </a:lnTo>
                  <a:lnTo>
                    <a:pt x="80873" y="81038"/>
                  </a:lnTo>
                  <a:lnTo>
                    <a:pt x="77889" y="91227"/>
                  </a:lnTo>
                  <a:lnTo>
                    <a:pt x="77999" y="109824"/>
                  </a:lnTo>
                  <a:lnTo>
                    <a:pt x="72720" y="118349"/>
                  </a:lnTo>
                  <a:lnTo>
                    <a:pt x="60496" y="128270"/>
                  </a:lnTo>
                  <a:lnTo>
                    <a:pt x="68321" y="132348"/>
                  </a:lnTo>
                  <a:lnTo>
                    <a:pt x="78037" y="146381"/>
                  </a:lnTo>
                  <a:lnTo>
                    <a:pt x="80365" y="145157"/>
                  </a:lnTo>
                  <a:lnTo>
                    <a:pt x="84239" y="137972"/>
                  </a:lnTo>
                  <a:lnTo>
                    <a:pt x="86895" y="98055"/>
                  </a:lnTo>
                  <a:lnTo>
                    <a:pt x="101332" y="85007"/>
                  </a:lnTo>
                  <a:lnTo>
                    <a:pt x="98190" y="57440"/>
                  </a:lnTo>
                  <a:lnTo>
                    <a:pt x="87474" y="48039"/>
                  </a:lnTo>
                  <a:lnTo>
                    <a:pt x="76835" y="42216"/>
                  </a:lnTo>
                  <a:lnTo>
                    <a:pt x="75480" y="38822"/>
                  </a:lnTo>
                  <a:lnTo>
                    <a:pt x="75857" y="35209"/>
                  </a:lnTo>
                  <a:lnTo>
                    <a:pt x="72501" y="32007"/>
                  </a:lnTo>
                  <a:lnTo>
                    <a:pt x="64349" y="26971"/>
                  </a:lnTo>
                  <a:lnTo>
                    <a:pt x="55321" y="14525"/>
                  </a:lnTo>
                  <a:lnTo>
                    <a:pt x="45868" y="5138"/>
                  </a:lnTo>
                  <a:lnTo>
                    <a:pt x="30398" y="3667"/>
                  </a:lnTo>
                  <a:lnTo>
                    <a:pt x="17480" y="622"/>
                  </a:lnTo>
                  <a:lnTo>
                    <a:pt x="9087" y="0"/>
                  </a:lnTo>
                  <a:lnTo>
                    <a:pt x="0" y="5117"/>
                  </a:lnTo>
                  <a:lnTo>
                    <a:pt x="16535" y="5439"/>
                  </a:lnTo>
                  <a:lnTo>
                    <a:pt x="48474" y="1318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7" name="pl55">
              <a:extLst>
                <a:ext uri="{FF2B5EF4-FFF2-40B4-BE49-F238E27FC236}">
                  <a16:creationId xmlns:a16="http://schemas.microsoft.com/office/drawing/2014/main" id="{B061FB1F-A3BF-2006-AD8E-CC0C82F8EE64}"/>
                </a:ext>
              </a:extLst>
            </p:cNvPr>
            <p:cNvSpPr/>
            <p:nvPr/>
          </p:nvSpPr>
          <p:spPr>
            <a:xfrm>
              <a:off x="10189188" y="11053087"/>
              <a:ext cx="38528" cy="48046"/>
            </a:xfrm>
            <a:custGeom>
              <a:avLst/>
              <a:gdLst/>
              <a:ahLst/>
              <a:cxnLst/>
              <a:rect l="0" t="0" r="0" b="0"/>
              <a:pathLst>
                <a:path w="12982" h="17748">
                  <a:moveTo>
                    <a:pt x="12982" y="8210"/>
                  </a:moveTo>
                  <a:lnTo>
                    <a:pt x="10627" y="164"/>
                  </a:lnTo>
                  <a:lnTo>
                    <a:pt x="8217" y="0"/>
                  </a:lnTo>
                  <a:lnTo>
                    <a:pt x="2075" y="3024"/>
                  </a:lnTo>
                  <a:lnTo>
                    <a:pt x="0" y="1774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8" name="pl56">
              <a:extLst>
                <a:ext uri="{FF2B5EF4-FFF2-40B4-BE49-F238E27FC236}">
                  <a16:creationId xmlns:a16="http://schemas.microsoft.com/office/drawing/2014/main" id="{C7C174D0-9F07-E1C5-2035-659BB4B303CE}"/>
                </a:ext>
              </a:extLst>
            </p:cNvPr>
            <p:cNvSpPr/>
            <p:nvPr/>
          </p:nvSpPr>
          <p:spPr>
            <a:xfrm>
              <a:off x="10211184" y="11075314"/>
              <a:ext cx="16534" cy="25821"/>
            </a:xfrm>
            <a:custGeom>
              <a:avLst/>
              <a:gdLst/>
              <a:ahLst/>
              <a:cxnLst/>
              <a:rect l="0" t="0" r="0" b="0"/>
              <a:pathLst>
                <a:path w="5571" h="9538">
                  <a:moveTo>
                    <a:pt x="0" y="9538"/>
                  </a:moveTo>
                  <a:lnTo>
                    <a:pt x="557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79" name="pl57">
              <a:extLst>
                <a:ext uri="{FF2B5EF4-FFF2-40B4-BE49-F238E27FC236}">
                  <a16:creationId xmlns:a16="http://schemas.microsoft.com/office/drawing/2014/main" id="{2A7F1909-79D0-1705-BC8E-F9C3EA492737}"/>
                </a:ext>
              </a:extLst>
            </p:cNvPr>
            <p:cNvSpPr/>
            <p:nvPr/>
          </p:nvSpPr>
          <p:spPr>
            <a:xfrm>
              <a:off x="9446811" y="10507495"/>
              <a:ext cx="221103" cy="347284"/>
            </a:xfrm>
            <a:custGeom>
              <a:avLst/>
              <a:gdLst/>
              <a:ahLst/>
              <a:cxnLst/>
              <a:rect l="0" t="0" r="0" b="0"/>
              <a:pathLst>
                <a:path w="74501" h="128284">
                  <a:moveTo>
                    <a:pt x="48890" y="32630"/>
                  </a:moveTo>
                  <a:lnTo>
                    <a:pt x="33174" y="26664"/>
                  </a:lnTo>
                  <a:lnTo>
                    <a:pt x="14753" y="10858"/>
                  </a:lnTo>
                  <a:lnTo>
                    <a:pt x="7814" y="0"/>
                  </a:lnTo>
                  <a:lnTo>
                    <a:pt x="6010" y="1861"/>
                  </a:lnTo>
                  <a:lnTo>
                    <a:pt x="3551" y="11816"/>
                  </a:lnTo>
                  <a:lnTo>
                    <a:pt x="0" y="19342"/>
                  </a:lnTo>
                  <a:lnTo>
                    <a:pt x="9835" y="17119"/>
                  </a:lnTo>
                  <a:lnTo>
                    <a:pt x="17901" y="18672"/>
                  </a:lnTo>
                  <a:lnTo>
                    <a:pt x="31420" y="31296"/>
                  </a:lnTo>
                  <a:lnTo>
                    <a:pt x="46037" y="35353"/>
                  </a:lnTo>
                  <a:lnTo>
                    <a:pt x="55545" y="48032"/>
                  </a:lnTo>
                  <a:lnTo>
                    <a:pt x="69414" y="62435"/>
                  </a:lnTo>
                  <a:lnTo>
                    <a:pt x="70294" y="75517"/>
                  </a:lnTo>
                  <a:lnTo>
                    <a:pt x="64496" y="88093"/>
                  </a:lnTo>
                  <a:lnTo>
                    <a:pt x="63441" y="104035"/>
                  </a:lnTo>
                  <a:lnTo>
                    <a:pt x="51556" y="104706"/>
                  </a:lnTo>
                  <a:lnTo>
                    <a:pt x="53758" y="107757"/>
                  </a:lnTo>
                  <a:lnTo>
                    <a:pt x="60370" y="113580"/>
                  </a:lnTo>
                  <a:lnTo>
                    <a:pt x="64403" y="123706"/>
                  </a:lnTo>
                  <a:lnTo>
                    <a:pt x="68392" y="128284"/>
                  </a:lnTo>
                  <a:lnTo>
                    <a:pt x="67818" y="112820"/>
                  </a:lnTo>
                  <a:lnTo>
                    <a:pt x="71638" y="95181"/>
                  </a:lnTo>
                  <a:lnTo>
                    <a:pt x="74501" y="65883"/>
                  </a:lnTo>
                  <a:lnTo>
                    <a:pt x="73195" y="59465"/>
                  </a:lnTo>
                  <a:lnTo>
                    <a:pt x="65879" y="52418"/>
                  </a:lnTo>
                  <a:lnTo>
                    <a:pt x="48890" y="3263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0" name="pl58">
              <a:extLst>
                <a:ext uri="{FF2B5EF4-FFF2-40B4-BE49-F238E27FC236}">
                  <a16:creationId xmlns:a16="http://schemas.microsoft.com/office/drawing/2014/main" id="{97D95589-71B8-13D1-4AE6-AED704B9BE1C}"/>
                </a:ext>
              </a:extLst>
            </p:cNvPr>
            <p:cNvSpPr/>
            <p:nvPr/>
          </p:nvSpPr>
          <p:spPr>
            <a:xfrm>
              <a:off x="9791118" y="10836537"/>
              <a:ext cx="146879" cy="211845"/>
            </a:xfrm>
            <a:custGeom>
              <a:avLst/>
              <a:gdLst/>
              <a:ahLst/>
              <a:cxnLst/>
              <a:rect l="0" t="0" r="0" b="0"/>
              <a:pathLst>
                <a:path w="49491" h="78254">
                  <a:moveTo>
                    <a:pt x="24344" y="34751"/>
                  </a:moveTo>
                  <a:lnTo>
                    <a:pt x="10125" y="2333"/>
                  </a:lnTo>
                  <a:lnTo>
                    <a:pt x="3846" y="0"/>
                  </a:lnTo>
                  <a:lnTo>
                    <a:pt x="1939" y="1142"/>
                  </a:lnTo>
                  <a:lnTo>
                    <a:pt x="0" y="6000"/>
                  </a:lnTo>
                  <a:lnTo>
                    <a:pt x="9284" y="15087"/>
                  </a:lnTo>
                  <a:lnTo>
                    <a:pt x="11743" y="23557"/>
                  </a:lnTo>
                  <a:lnTo>
                    <a:pt x="16923" y="28901"/>
                  </a:lnTo>
                  <a:lnTo>
                    <a:pt x="27988" y="51439"/>
                  </a:lnTo>
                  <a:lnTo>
                    <a:pt x="37496" y="60498"/>
                  </a:lnTo>
                  <a:lnTo>
                    <a:pt x="37108" y="66779"/>
                  </a:lnTo>
                  <a:lnTo>
                    <a:pt x="29425" y="73375"/>
                  </a:lnTo>
                  <a:lnTo>
                    <a:pt x="26945" y="78254"/>
                  </a:lnTo>
                  <a:lnTo>
                    <a:pt x="30928" y="78178"/>
                  </a:lnTo>
                  <a:lnTo>
                    <a:pt x="41994" y="75394"/>
                  </a:lnTo>
                  <a:lnTo>
                    <a:pt x="49491" y="76837"/>
                  </a:lnTo>
                  <a:lnTo>
                    <a:pt x="48748" y="69715"/>
                  </a:lnTo>
                  <a:lnTo>
                    <a:pt x="25272" y="37857"/>
                  </a:lnTo>
                  <a:lnTo>
                    <a:pt x="24344" y="3475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1" name="pl59">
              <a:extLst>
                <a:ext uri="{FF2B5EF4-FFF2-40B4-BE49-F238E27FC236}">
                  <a16:creationId xmlns:a16="http://schemas.microsoft.com/office/drawing/2014/main" id="{B9502FC7-4137-62C0-754B-E93F21383E6D}"/>
                </a:ext>
              </a:extLst>
            </p:cNvPr>
            <p:cNvSpPr/>
            <p:nvPr/>
          </p:nvSpPr>
          <p:spPr>
            <a:xfrm>
              <a:off x="7646445" y="10134536"/>
              <a:ext cx="54522" cy="45713"/>
            </a:xfrm>
            <a:custGeom>
              <a:avLst/>
              <a:gdLst/>
              <a:ahLst/>
              <a:cxnLst/>
              <a:rect l="0" t="0" r="0" b="0"/>
              <a:pathLst>
                <a:path w="18371" h="16886">
                  <a:moveTo>
                    <a:pt x="0" y="0"/>
                  </a:moveTo>
                  <a:lnTo>
                    <a:pt x="1901" y="9401"/>
                  </a:lnTo>
                  <a:lnTo>
                    <a:pt x="6311" y="14204"/>
                  </a:lnTo>
                  <a:lnTo>
                    <a:pt x="14382" y="16886"/>
                  </a:lnTo>
                  <a:lnTo>
                    <a:pt x="18371" y="13232"/>
                  </a:lnTo>
                  <a:lnTo>
                    <a:pt x="9546" y="12206"/>
                  </a:lnTo>
                  <a:lnTo>
                    <a:pt x="7027" y="9955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2" name="pl60">
              <a:extLst>
                <a:ext uri="{FF2B5EF4-FFF2-40B4-BE49-F238E27FC236}">
                  <a16:creationId xmlns:a16="http://schemas.microsoft.com/office/drawing/2014/main" id="{FC663B0A-61DA-44EA-DB47-843AC6A51D4D}"/>
                </a:ext>
              </a:extLst>
            </p:cNvPr>
            <p:cNvSpPr/>
            <p:nvPr/>
          </p:nvSpPr>
          <p:spPr>
            <a:xfrm>
              <a:off x="8897260" y="10645027"/>
              <a:ext cx="232553" cy="347062"/>
            </a:xfrm>
            <a:custGeom>
              <a:avLst/>
              <a:gdLst/>
              <a:ahLst/>
              <a:cxnLst/>
              <a:rect l="0" t="0" r="0" b="0"/>
              <a:pathLst>
                <a:path w="78359" h="128202">
                  <a:moveTo>
                    <a:pt x="7699" y="92225"/>
                  </a:moveTo>
                  <a:lnTo>
                    <a:pt x="19885" y="100833"/>
                  </a:lnTo>
                  <a:lnTo>
                    <a:pt x="27272" y="103173"/>
                  </a:lnTo>
                  <a:lnTo>
                    <a:pt x="32398" y="99335"/>
                  </a:lnTo>
                  <a:lnTo>
                    <a:pt x="33524" y="110699"/>
                  </a:lnTo>
                  <a:lnTo>
                    <a:pt x="40229" y="117384"/>
                  </a:lnTo>
                  <a:lnTo>
                    <a:pt x="43688" y="128202"/>
                  </a:lnTo>
                  <a:lnTo>
                    <a:pt x="50595" y="121544"/>
                  </a:lnTo>
                  <a:lnTo>
                    <a:pt x="62010" y="116762"/>
                  </a:lnTo>
                  <a:lnTo>
                    <a:pt x="65119" y="112020"/>
                  </a:lnTo>
                  <a:lnTo>
                    <a:pt x="77228" y="103536"/>
                  </a:lnTo>
                  <a:lnTo>
                    <a:pt x="78359" y="99013"/>
                  </a:lnTo>
                  <a:lnTo>
                    <a:pt x="77135" y="86321"/>
                  </a:lnTo>
                  <a:lnTo>
                    <a:pt x="77381" y="69352"/>
                  </a:lnTo>
                  <a:lnTo>
                    <a:pt x="66605" y="57166"/>
                  </a:lnTo>
                  <a:lnTo>
                    <a:pt x="57786" y="36366"/>
                  </a:lnTo>
                  <a:lnTo>
                    <a:pt x="51693" y="27683"/>
                  </a:lnTo>
                  <a:lnTo>
                    <a:pt x="51480" y="16469"/>
                  </a:lnTo>
                  <a:lnTo>
                    <a:pt x="44988" y="8299"/>
                  </a:lnTo>
                  <a:lnTo>
                    <a:pt x="30496" y="0"/>
                  </a:lnTo>
                  <a:lnTo>
                    <a:pt x="25059" y="1553"/>
                  </a:lnTo>
                  <a:lnTo>
                    <a:pt x="30884" y="25220"/>
                  </a:lnTo>
                  <a:lnTo>
                    <a:pt x="28114" y="39972"/>
                  </a:lnTo>
                  <a:lnTo>
                    <a:pt x="15273" y="62838"/>
                  </a:lnTo>
                  <a:lnTo>
                    <a:pt x="18070" y="71569"/>
                  </a:lnTo>
                  <a:lnTo>
                    <a:pt x="19611" y="72171"/>
                  </a:lnTo>
                  <a:lnTo>
                    <a:pt x="21551" y="76865"/>
                  </a:lnTo>
                  <a:lnTo>
                    <a:pt x="13016" y="85773"/>
                  </a:lnTo>
                  <a:lnTo>
                    <a:pt x="10786" y="78514"/>
                  </a:lnTo>
                  <a:lnTo>
                    <a:pt x="0" y="80539"/>
                  </a:lnTo>
                  <a:lnTo>
                    <a:pt x="7699" y="9222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3" name="pl61">
              <a:extLst>
                <a:ext uri="{FF2B5EF4-FFF2-40B4-BE49-F238E27FC236}">
                  <a16:creationId xmlns:a16="http://schemas.microsoft.com/office/drawing/2014/main" id="{1FFEE594-465C-AD91-E55D-82A389013D23}"/>
                </a:ext>
              </a:extLst>
            </p:cNvPr>
            <p:cNvSpPr/>
            <p:nvPr/>
          </p:nvSpPr>
          <p:spPr>
            <a:xfrm>
              <a:off x="7835716" y="10839704"/>
              <a:ext cx="33162" cy="37600"/>
            </a:xfrm>
            <a:custGeom>
              <a:avLst/>
              <a:gdLst/>
              <a:ahLst/>
              <a:cxnLst/>
              <a:rect l="0" t="0" r="0" b="0"/>
              <a:pathLst>
                <a:path w="11174" h="13889">
                  <a:moveTo>
                    <a:pt x="7743" y="0"/>
                  </a:moveTo>
                  <a:lnTo>
                    <a:pt x="5846" y="8374"/>
                  </a:lnTo>
                  <a:lnTo>
                    <a:pt x="0" y="13889"/>
                  </a:lnTo>
                  <a:lnTo>
                    <a:pt x="7251" y="12507"/>
                  </a:lnTo>
                  <a:lnTo>
                    <a:pt x="11109" y="10509"/>
                  </a:lnTo>
                  <a:lnTo>
                    <a:pt x="11174" y="6541"/>
                  </a:lnTo>
                  <a:lnTo>
                    <a:pt x="774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4" name="pl62">
              <a:extLst>
                <a:ext uri="{FF2B5EF4-FFF2-40B4-BE49-F238E27FC236}">
                  <a16:creationId xmlns:a16="http://schemas.microsoft.com/office/drawing/2014/main" id="{74CE7517-C2CC-50CB-597A-0AADEDABD48B}"/>
                </a:ext>
              </a:extLst>
            </p:cNvPr>
            <p:cNvSpPr/>
            <p:nvPr/>
          </p:nvSpPr>
          <p:spPr>
            <a:xfrm>
              <a:off x="8232468" y="9640442"/>
              <a:ext cx="88479" cy="244964"/>
            </a:xfrm>
            <a:custGeom>
              <a:avLst/>
              <a:gdLst/>
              <a:ahLst/>
              <a:cxnLst/>
              <a:rect l="0" t="0" r="0" b="0"/>
              <a:pathLst>
                <a:path w="29813" h="90488">
                  <a:moveTo>
                    <a:pt x="19524" y="66554"/>
                  </a:moveTo>
                  <a:lnTo>
                    <a:pt x="29813" y="90488"/>
                  </a:lnTo>
                  <a:lnTo>
                    <a:pt x="27994" y="80170"/>
                  </a:lnTo>
                  <a:lnTo>
                    <a:pt x="9109" y="24091"/>
                  </a:lnTo>
                  <a:lnTo>
                    <a:pt x="4606" y="7848"/>
                  </a:lnTo>
                  <a:lnTo>
                    <a:pt x="0" y="0"/>
                  </a:lnTo>
                  <a:lnTo>
                    <a:pt x="6808" y="29024"/>
                  </a:lnTo>
                  <a:lnTo>
                    <a:pt x="19524" y="6655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5" name="pl63">
              <a:extLst>
                <a:ext uri="{FF2B5EF4-FFF2-40B4-BE49-F238E27FC236}">
                  <a16:creationId xmlns:a16="http://schemas.microsoft.com/office/drawing/2014/main" id="{2C51F6B0-79E9-03FD-0F63-99922C7F0CD2}"/>
                </a:ext>
              </a:extLst>
            </p:cNvPr>
            <p:cNvSpPr/>
            <p:nvPr/>
          </p:nvSpPr>
          <p:spPr>
            <a:xfrm>
              <a:off x="7657147" y="10076618"/>
              <a:ext cx="28346" cy="78573"/>
            </a:xfrm>
            <a:custGeom>
              <a:avLst/>
              <a:gdLst/>
              <a:ahLst/>
              <a:cxnLst/>
              <a:rect l="0" t="0" r="0" b="0"/>
              <a:pathLst>
                <a:path w="9551" h="29024">
                  <a:moveTo>
                    <a:pt x="9393" y="29024"/>
                  </a:moveTo>
                  <a:lnTo>
                    <a:pt x="9551" y="20793"/>
                  </a:lnTo>
                  <a:lnTo>
                    <a:pt x="5371" y="4933"/>
                  </a:lnTo>
                  <a:lnTo>
                    <a:pt x="0" y="0"/>
                  </a:lnTo>
                  <a:lnTo>
                    <a:pt x="3754" y="15237"/>
                  </a:lnTo>
                  <a:lnTo>
                    <a:pt x="9393" y="2902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6" name="pl64">
              <a:extLst>
                <a:ext uri="{FF2B5EF4-FFF2-40B4-BE49-F238E27FC236}">
                  <a16:creationId xmlns:a16="http://schemas.microsoft.com/office/drawing/2014/main" id="{221EF259-ADA9-276E-86EB-AC2F73BE97D0}"/>
                </a:ext>
              </a:extLst>
            </p:cNvPr>
            <p:cNvSpPr/>
            <p:nvPr/>
          </p:nvSpPr>
          <p:spPr>
            <a:xfrm>
              <a:off x="8714476" y="10039738"/>
              <a:ext cx="353112" cy="112768"/>
            </a:xfrm>
            <a:custGeom>
              <a:avLst/>
              <a:gdLst/>
              <a:ahLst/>
              <a:cxnLst/>
              <a:rect l="0" t="0" r="0" b="0"/>
              <a:pathLst>
                <a:path w="118982" h="41655">
                  <a:moveTo>
                    <a:pt x="84130" y="22503"/>
                  </a:moveTo>
                  <a:lnTo>
                    <a:pt x="118572" y="18857"/>
                  </a:lnTo>
                  <a:lnTo>
                    <a:pt x="118982" y="14970"/>
                  </a:lnTo>
                  <a:lnTo>
                    <a:pt x="116577" y="7526"/>
                  </a:lnTo>
                  <a:lnTo>
                    <a:pt x="100381" y="11720"/>
                  </a:lnTo>
                  <a:lnTo>
                    <a:pt x="80321" y="10550"/>
                  </a:lnTo>
                  <a:lnTo>
                    <a:pt x="75966" y="13417"/>
                  </a:lnTo>
                  <a:lnTo>
                    <a:pt x="68704" y="14012"/>
                  </a:lnTo>
                  <a:lnTo>
                    <a:pt x="55146" y="9654"/>
                  </a:lnTo>
                  <a:lnTo>
                    <a:pt x="43480" y="0"/>
                  </a:lnTo>
                  <a:lnTo>
                    <a:pt x="39469" y="10058"/>
                  </a:lnTo>
                  <a:lnTo>
                    <a:pt x="40791" y="13075"/>
                  </a:lnTo>
                  <a:lnTo>
                    <a:pt x="39436" y="19445"/>
                  </a:lnTo>
                  <a:lnTo>
                    <a:pt x="30567" y="27875"/>
                  </a:lnTo>
                  <a:lnTo>
                    <a:pt x="20994" y="30201"/>
                  </a:lnTo>
                  <a:lnTo>
                    <a:pt x="5579" y="17447"/>
                  </a:lnTo>
                  <a:lnTo>
                    <a:pt x="0" y="15196"/>
                  </a:lnTo>
                  <a:lnTo>
                    <a:pt x="20863" y="37762"/>
                  </a:lnTo>
                  <a:lnTo>
                    <a:pt x="27081" y="41655"/>
                  </a:lnTo>
                  <a:lnTo>
                    <a:pt x="35218" y="40834"/>
                  </a:lnTo>
                  <a:lnTo>
                    <a:pt x="52534" y="33430"/>
                  </a:lnTo>
                  <a:lnTo>
                    <a:pt x="84130" y="2250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7" name="pl65">
              <a:extLst>
                <a:ext uri="{FF2B5EF4-FFF2-40B4-BE49-F238E27FC236}">
                  <a16:creationId xmlns:a16="http://schemas.microsoft.com/office/drawing/2014/main" id="{A1150749-C1F0-1FBA-D68E-B07070F902BB}"/>
                </a:ext>
              </a:extLst>
            </p:cNvPr>
            <p:cNvSpPr/>
            <p:nvPr/>
          </p:nvSpPr>
          <p:spPr>
            <a:xfrm>
              <a:off x="8184758" y="10589923"/>
              <a:ext cx="107437" cy="149218"/>
            </a:xfrm>
            <a:custGeom>
              <a:avLst/>
              <a:gdLst/>
              <a:ahLst/>
              <a:cxnLst/>
              <a:rect l="0" t="0" r="0" b="0"/>
              <a:pathLst>
                <a:path w="36201" h="55120">
                  <a:moveTo>
                    <a:pt x="36201" y="0"/>
                  </a:moveTo>
                  <a:lnTo>
                    <a:pt x="33584" y="889"/>
                  </a:lnTo>
                  <a:lnTo>
                    <a:pt x="25660" y="7095"/>
                  </a:lnTo>
                  <a:lnTo>
                    <a:pt x="25251" y="15969"/>
                  </a:lnTo>
                  <a:lnTo>
                    <a:pt x="19797" y="23578"/>
                  </a:lnTo>
                  <a:lnTo>
                    <a:pt x="13939" y="27786"/>
                  </a:lnTo>
                  <a:lnTo>
                    <a:pt x="11136" y="34423"/>
                  </a:lnTo>
                  <a:lnTo>
                    <a:pt x="2464" y="48524"/>
                  </a:lnTo>
                  <a:lnTo>
                    <a:pt x="0" y="55120"/>
                  </a:lnTo>
                  <a:lnTo>
                    <a:pt x="22240" y="28771"/>
                  </a:lnTo>
                  <a:lnTo>
                    <a:pt x="3620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8" name="pl66">
              <a:extLst>
                <a:ext uri="{FF2B5EF4-FFF2-40B4-BE49-F238E27FC236}">
                  <a16:creationId xmlns:a16="http://schemas.microsoft.com/office/drawing/2014/main" id="{E0311B16-ED81-8156-E028-281F8B15A393}"/>
                </a:ext>
              </a:extLst>
            </p:cNvPr>
            <p:cNvSpPr/>
            <p:nvPr/>
          </p:nvSpPr>
          <p:spPr>
            <a:xfrm>
              <a:off x="2476178" y="1238081"/>
              <a:ext cx="12201355" cy="9863052"/>
            </a:xfrm>
            <a:custGeom>
              <a:avLst/>
              <a:gdLst/>
              <a:ahLst/>
              <a:cxnLst/>
              <a:rect l="0" t="0" r="0" b="0"/>
              <a:pathLst>
                <a:path w="4111278" h="3643333">
                  <a:moveTo>
                    <a:pt x="6015" y="3643333"/>
                  </a:moveTo>
                  <a:lnTo>
                    <a:pt x="11278" y="3588684"/>
                  </a:lnTo>
                  <a:lnTo>
                    <a:pt x="29251" y="3501166"/>
                  </a:lnTo>
                  <a:lnTo>
                    <a:pt x="38540" y="3470540"/>
                  </a:lnTo>
                  <a:lnTo>
                    <a:pt x="60829" y="3421167"/>
                  </a:lnTo>
                  <a:lnTo>
                    <a:pt x="67594" y="3397418"/>
                  </a:lnTo>
                  <a:lnTo>
                    <a:pt x="69633" y="3368475"/>
                  </a:lnTo>
                  <a:lnTo>
                    <a:pt x="70310" y="3358910"/>
                  </a:lnTo>
                  <a:lnTo>
                    <a:pt x="69168" y="3353922"/>
                  </a:lnTo>
                  <a:lnTo>
                    <a:pt x="62059" y="3353566"/>
                  </a:lnTo>
                  <a:lnTo>
                    <a:pt x="40972" y="3307511"/>
                  </a:lnTo>
                  <a:lnTo>
                    <a:pt x="37311" y="3294997"/>
                  </a:lnTo>
                  <a:lnTo>
                    <a:pt x="33868" y="3266143"/>
                  </a:lnTo>
                  <a:lnTo>
                    <a:pt x="30737" y="3256632"/>
                  </a:lnTo>
                  <a:lnTo>
                    <a:pt x="27076" y="3235907"/>
                  </a:lnTo>
                  <a:lnTo>
                    <a:pt x="23923" y="3227526"/>
                  </a:lnTo>
                  <a:lnTo>
                    <a:pt x="28196" y="3215490"/>
                  </a:lnTo>
                  <a:lnTo>
                    <a:pt x="32764" y="3206431"/>
                  </a:lnTo>
                  <a:lnTo>
                    <a:pt x="32895" y="3198713"/>
                  </a:lnTo>
                  <a:lnTo>
                    <a:pt x="31710" y="3189682"/>
                  </a:lnTo>
                  <a:lnTo>
                    <a:pt x="8513" y="3182709"/>
                  </a:lnTo>
                  <a:lnTo>
                    <a:pt x="0" y="3158837"/>
                  </a:lnTo>
                  <a:lnTo>
                    <a:pt x="9661" y="3167609"/>
                  </a:lnTo>
                  <a:lnTo>
                    <a:pt x="27371" y="3178953"/>
                  </a:lnTo>
                  <a:lnTo>
                    <a:pt x="32305" y="3178584"/>
                  </a:lnTo>
                  <a:lnTo>
                    <a:pt x="36857" y="3176948"/>
                  </a:lnTo>
                  <a:lnTo>
                    <a:pt x="43420" y="3164188"/>
                  </a:lnTo>
                  <a:lnTo>
                    <a:pt x="53687" y="3128978"/>
                  </a:lnTo>
                  <a:lnTo>
                    <a:pt x="37709" y="3105632"/>
                  </a:lnTo>
                  <a:lnTo>
                    <a:pt x="40742" y="3102532"/>
                  </a:lnTo>
                  <a:lnTo>
                    <a:pt x="44130" y="3101034"/>
                  </a:lnTo>
                  <a:lnTo>
                    <a:pt x="57846" y="3103217"/>
                  </a:lnTo>
                  <a:lnTo>
                    <a:pt x="66813" y="3099693"/>
                  </a:lnTo>
                  <a:lnTo>
                    <a:pt x="77818" y="3084770"/>
                  </a:lnTo>
                  <a:lnTo>
                    <a:pt x="82157" y="3069669"/>
                  </a:lnTo>
                  <a:lnTo>
                    <a:pt x="70190" y="3074308"/>
                  </a:lnTo>
                  <a:lnTo>
                    <a:pt x="68644" y="3068438"/>
                  </a:lnTo>
                  <a:lnTo>
                    <a:pt x="68485" y="3062595"/>
                  </a:lnTo>
                  <a:lnTo>
                    <a:pt x="75250" y="3060645"/>
                  </a:lnTo>
                  <a:lnTo>
                    <a:pt x="84266" y="3059912"/>
                  </a:lnTo>
                  <a:lnTo>
                    <a:pt x="89731" y="3056259"/>
                  </a:lnTo>
                  <a:lnTo>
                    <a:pt x="93463" y="3051394"/>
                  </a:lnTo>
                  <a:lnTo>
                    <a:pt x="94966" y="3056847"/>
                  </a:lnTo>
                  <a:lnTo>
                    <a:pt x="98130" y="3060740"/>
                  </a:lnTo>
                  <a:lnTo>
                    <a:pt x="103960" y="3055581"/>
                  </a:lnTo>
                  <a:lnTo>
                    <a:pt x="107610" y="3051962"/>
                  </a:lnTo>
                  <a:lnTo>
                    <a:pt x="108987" y="3037860"/>
                  </a:lnTo>
                  <a:lnTo>
                    <a:pt x="111343" y="3023738"/>
                  </a:lnTo>
                  <a:lnTo>
                    <a:pt x="122217" y="3034993"/>
                  </a:lnTo>
                  <a:lnTo>
                    <a:pt x="135047" y="3031374"/>
                  </a:lnTo>
                  <a:lnTo>
                    <a:pt x="143206" y="3025920"/>
                  </a:lnTo>
                  <a:lnTo>
                    <a:pt x="150785" y="3018736"/>
                  </a:lnTo>
                  <a:lnTo>
                    <a:pt x="144697" y="3015671"/>
                  </a:lnTo>
                  <a:lnTo>
                    <a:pt x="139195" y="3014337"/>
                  </a:lnTo>
                  <a:lnTo>
                    <a:pt x="126282" y="2983499"/>
                  </a:lnTo>
                  <a:lnTo>
                    <a:pt x="129812" y="2981467"/>
                  </a:lnTo>
                  <a:lnTo>
                    <a:pt x="133484" y="2982527"/>
                  </a:lnTo>
                  <a:lnTo>
                    <a:pt x="135271" y="2986906"/>
                  </a:lnTo>
                  <a:lnTo>
                    <a:pt x="139042" y="2991976"/>
                  </a:lnTo>
                  <a:lnTo>
                    <a:pt x="147692" y="2999516"/>
                  </a:lnTo>
                  <a:lnTo>
                    <a:pt x="156042" y="2994385"/>
                  </a:lnTo>
                  <a:lnTo>
                    <a:pt x="156118" y="2990752"/>
                  </a:lnTo>
                  <a:lnTo>
                    <a:pt x="167096" y="2991018"/>
                  </a:lnTo>
                  <a:lnTo>
                    <a:pt x="185036" y="2995630"/>
                  </a:lnTo>
                  <a:lnTo>
                    <a:pt x="196675" y="2994268"/>
                  </a:lnTo>
                  <a:lnTo>
                    <a:pt x="183107" y="3004224"/>
                  </a:lnTo>
                  <a:lnTo>
                    <a:pt x="171664" y="3014302"/>
                  </a:lnTo>
                  <a:lnTo>
                    <a:pt x="177708" y="3012496"/>
                  </a:lnTo>
                  <a:lnTo>
                    <a:pt x="195626" y="3000591"/>
                  </a:lnTo>
                  <a:lnTo>
                    <a:pt x="214314" y="2993092"/>
                  </a:lnTo>
                  <a:lnTo>
                    <a:pt x="227860" y="2983088"/>
                  </a:lnTo>
                  <a:lnTo>
                    <a:pt x="236423" y="2978477"/>
                  </a:lnTo>
                  <a:lnTo>
                    <a:pt x="266439" y="2956924"/>
                  </a:lnTo>
                  <a:lnTo>
                    <a:pt x="279215" y="2947755"/>
                  </a:lnTo>
                  <a:lnTo>
                    <a:pt x="292794" y="2931587"/>
                  </a:lnTo>
                  <a:lnTo>
                    <a:pt x="294259" y="2919175"/>
                  </a:lnTo>
                  <a:lnTo>
                    <a:pt x="307772" y="2906332"/>
                  </a:lnTo>
                  <a:lnTo>
                    <a:pt x="322324" y="2890766"/>
                  </a:lnTo>
                  <a:lnTo>
                    <a:pt x="316996" y="2878170"/>
                  </a:lnTo>
                  <a:lnTo>
                    <a:pt x="310625" y="2868290"/>
                  </a:lnTo>
                  <a:lnTo>
                    <a:pt x="307264" y="2844274"/>
                  </a:lnTo>
                  <a:lnTo>
                    <a:pt x="311805" y="2842837"/>
                  </a:lnTo>
                  <a:lnTo>
                    <a:pt x="317668" y="2847380"/>
                  </a:lnTo>
                  <a:lnTo>
                    <a:pt x="322144" y="2847832"/>
                  </a:lnTo>
                  <a:lnTo>
                    <a:pt x="328586" y="2837233"/>
                  </a:lnTo>
                  <a:lnTo>
                    <a:pt x="338701" y="2837596"/>
                  </a:lnTo>
                  <a:lnTo>
                    <a:pt x="340668" y="2850870"/>
                  </a:lnTo>
                  <a:lnTo>
                    <a:pt x="334635" y="2865922"/>
                  </a:lnTo>
                  <a:lnTo>
                    <a:pt x="339744" y="2867674"/>
                  </a:lnTo>
                  <a:lnTo>
                    <a:pt x="353990" y="2863124"/>
                  </a:lnTo>
                  <a:lnTo>
                    <a:pt x="362837" y="2865909"/>
                  </a:lnTo>
                  <a:lnTo>
                    <a:pt x="337783" y="2884116"/>
                  </a:lnTo>
                  <a:lnTo>
                    <a:pt x="336723" y="2888844"/>
                  </a:lnTo>
                  <a:lnTo>
                    <a:pt x="357444" y="2874797"/>
                  </a:lnTo>
                  <a:lnTo>
                    <a:pt x="410580" y="2848749"/>
                  </a:lnTo>
                  <a:lnTo>
                    <a:pt x="433989" y="2846094"/>
                  </a:lnTo>
                  <a:lnTo>
                    <a:pt x="434448" y="2841427"/>
                  </a:lnTo>
                  <a:lnTo>
                    <a:pt x="427744" y="2828489"/>
                  </a:lnTo>
                  <a:lnTo>
                    <a:pt x="439476" y="2805403"/>
                  </a:lnTo>
                  <a:lnTo>
                    <a:pt x="444787" y="2805752"/>
                  </a:lnTo>
                  <a:lnTo>
                    <a:pt x="447579" y="2809249"/>
                  </a:lnTo>
                  <a:lnTo>
                    <a:pt x="447126" y="2814606"/>
                  </a:lnTo>
                  <a:lnTo>
                    <a:pt x="443131" y="2823467"/>
                  </a:lnTo>
                  <a:lnTo>
                    <a:pt x="438705" y="2827948"/>
                  </a:lnTo>
                  <a:lnTo>
                    <a:pt x="434727" y="2829187"/>
                  </a:lnTo>
                  <a:lnTo>
                    <a:pt x="436760" y="2836809"/>
                  </a:lnTo>
                  <a:lnTo>
                    <a:pt x="441153" y="2841078"/>
                  </a:lnTo>
                  <a:lnTo>
                    <a:pt x="447929" y="2837219"/>
                  </a:lnTo>
                  <a:lnTo>
                    <a:pt x="455885" y="2834804"/>
                  </a:lnTo>
                  <a:lnTo>
                    <a:pt x="490169" y="2833874"/>
                  </a:lnTo>
                  <a:lnTo>
                    <a:pt x="501950" y="2832074"/>
                  </a:lnTo>
                  <a:lnTo>
                    <a:pt x="513983" y="2833538"/>
                  </a:lnTo>
                  <a:lnTo>
                    <a:pt x="538972" y="2842618"/>
                  </a:lnTo>
                  <a:lnTo>
                    <a:pt x="556999" y="2853757"/>
                  </a:lnTo>
                  <a:lnTo>
                    <a:pt x="570431" y="2859026"/>
                  </a:lnTo>
                  <a:lnTo>
                    <a:pt x="616364" y="2864663"/>
                  </a:lnTo>
                  <a:lnTo>
                    <a:pt x="636151" y="2859621"/>
                  </a:lnTo>
                  <a:lnTo>
                    <a:pt x="638965" y="2856207"/>
                  </a:lnTo>
                  <a:lnTo>
                    <a:pt x="632801" y="2849132"/>
                  </a:lnTo>
                  <a:lnTo>
                    <a:pt x="630392" y="2844677"/>
                  </a:lnTo>
                  <a:lnTo>
                    <a:pt x="636577" y="2836090"/>
                  </a:lnTo>
                  <a:lnTo>
                    <a:pt x="643616" y="2830548"/>
                  </a:lnTo>
                  <a:lnTo>
                    <a:pt x="657512" y="2825540"/>
                  </a:lnTo>
                  <a:lnTo>
                    <a:pt x="665205" y="2837500"/>
                  </a:lnTo>
                  <a:lnTo>
                    <a:pt x="682211" y="2838143"/>
                  </a:lnTo>
                  <a:lnTo>
                    <a:pt x="694260" y="2857869"/>
                  </a:lnTo>
                  <a:lnTo>
                    <a:pt x="699921" y="2864869"/>
                  </a:lnTo>
                  <a:lnTo>
                    <a:pt x="720429" y="2870726"/>
                  </a:lnTo>
                  <a:lnTo>
                    <a:pt x="726385" y="2863815"/>
                  </a:lnTo>
                  <a:lnTo>
                    <a:pt x="729620" y="2863630"/>
                  </a:lnTo>
                  <a:lnTo>
                    <a:pt x="728341" y="2871861"/>
                  </a:lnTo>
                  <a:lnTo>
                    <a:pt x="730161" y="2878608"/>
                  </a:lnTo>
                  <a:lnTo>
                    <a:pt x="740079" y="2893551"/>
                  </a:lnTo>
                  <a:lnTo>
                    <a:pt x="740593" y="2898142"/>
                  </a:lnTo>
                  <a:lnTo>
                    <a:pt x="730888" y="2896315"/>
                  </a:lnTo>
                  <a:lnTo>
                    <a:pt x="725828" y="2897746"/>
                  </a:lnTo>
                  <a:lnTo>
                    <a:pt x="724997" y="2902200"/>
                  </a:lnTo>
                  <a:lnTo>
                    <a:pt x="757161" y="2915576"/>
                  </a:lnTo>
                  <a:lnTo>
                    <a:pt x="785330" y="2924355"/>
                  </a:lnTo>
                  <a:lnTo>
                    <a:pt x="793559" y="2921584"/>
                  </a:lnTo>
                  <a:lnTo>
                    <a:pt x="803772" y="2904642"/>
                  </a:lnTo>
                  <a:lnTo>
                    <a:pt x="813144" y="2900688"/>
                  </a:lnTo>
                  <a:lnTo>
                    <a:pt x="826941" y="2901338"/>
                  </a:lnTo>
                  <a:lnTo>
                    <a:pt x="835624" y="2906846"/>
                  </a:lnTo>
                  <a:lnTo>
                    <a:pt x="841766" y="2924334"/>
                  </a:lnTo>
                  <a:lnTo>
                    <a:pt x="845564" y="2927988"/>
                  </a:lnTo>
                  <a:lnTo>
                    <a:pt x="854176" y="2923623"/>
                  </a:lnTo>
                  <a:lnTo>
                    <a:pt x="858034" y="2917218"/>
                  </a:lnTo>
                  <a:lnTo>
                    <a:pt x="860121" y="2909097"/>
                  </a:lnTo>
                  <a:lnTo>
                    <a:pt x="861127" y="2901105"/>
                  </a:lnTo>
                  <a:lnTo>
                    <a:pt x="863471" y="2895494"/>
                  </a:lnTo>
                  <a:lnTo>
                    <a:pt x="863520" y="2882241"/>
                  </a:lnTo>
                  <a:lnTo>
                    <a:pt x="858100" y="2877766"/>
                  </a:lnTo>
                  <a:lnTo>
                    <a:pt x="853570" y="2875467"/>
                  </a:lnTo>
                  <a:lnTo>
                    <a:pt x="851384" y="2872012"/>
                  </a:lnTo>
                  <a:lnTo>
                    <a:pt x="851575" y="2867421"/>
                  </a:lnTo>
                  <a:lnTo>
                    <a:pt x="883116" y="2878512"/>
                  </a:lnTo>
                  <a:lnTo>
                    <a:pt x="889717" y="2884383"/>
                  </a:lnTo>
                  <a:lnTo>
                    <a:pt x="892055" y="2889357"/>
                  </a:lnTo>
                  <a:lnTo>
                    <a:pt x="892613" y="2896001"/>
                  </a:lnTo>
                  <a:lnTo>
                    <a:pt x="901050" y="2898847"/>
                  </a:lnTo>
                  <a:lnTo>
                    <a:pt x="906033" y="2898341"/>
                  </a:lnTo>
                  <a:lnTo>
                    <a:pt x="911875" y="2900318"/>
                  </a:lnTo>
                  <a:lnTo>
                    <a:pt x="916700" y="2905204"/>
                  </a:lnTo>
                  <a:lnTo>
                    <a:pt x="922897" y="2907762"/>
                  </a:lnTo>
                  <a:lnTo>
                    <a:pt x="931694" y="2915487"/>
                  </a:lnTo>
                  <a:lnTo>
                    <a:pt x="937733" y="2927974"/>
                  </a:lnTo>
                  <a:lnTo>
                    <a:pt x="941727" y="2932853"/>
                  </a:lnTo>
                  <a:lnTo>
                    <a:pt x="939197" y="2945306"/>
                  </a:lnTo>
                  <a:lnTo>
                    <a:pt x="944295" y="2942877"/>
                  </a:lnTo>
                  <a:lnTo>
                    <a:pt x="954869" y="2931327"/>
                  </a:lnTo>
                  <a:lnTo>
                    <a:pt x="959437" y="2935124"/>
                  </a:lnTo>
                  <a:lnTo>
                    <a:pt x="963885" y="2940366"/>
                  </a:lnTo>
                  <a:lnTo>
                    <a:pt x="966366" y="2936226"/>
                  </a:lnTo>
                  <a:lnTo>
                    <a:pt x="969033" y="2928864"/>
                  </a:lnTo>
                  <a:lnTo>
                    <a:pt x="978896" y="2922692"/>
                  </a:lnTo>
                  <a:lnTo>
                    <a:pt x="979530" y="2914263"/>
                  </a:lnTo>
                  <a:lnTo>
                    <a:pt x="973978" y="2912121"/>
                  </a:lnTo>
                  <a:lnTo>
                    <a:pt x="968213" y="2907906"/>
                  </a:lnTo>
                  <a:lnTo>
                    <a:pt x="961060" y="2895652"/>
                  </a:lnTo>
                  <a:lnTo>
                    <a:pt x="953793" y="2896001"/>
                  </a:lnTo>
                  <a:lnTo>
                    <a:pt x="923804" y="2883828"/>
                  </a:lnTo>
                  <a:lnTo>
                    <a:pt x="916345" y="2874585"/>
                  </a:lnTo>
                  <a:lnTo>
                    <a:pt x="905771" y="2867209"/>
                  </a:lnTo>
                  <a:lnTo>
                    <a:pt x="900613" y="2855912"/>
                  </a:lnTo>
                  <a:lnTo>
                    <a:pt x="904159" y="2852163"/>
                  </a:lnTo>
                  <a:lnTo>
                    <a:pt x="904859" y="2848126"/>
                  </a:lnTo>
                  <a:lnTo>
                    <a:pt x="907192" y="2846887"/>
                  </a:lnTo>
                  <a:lnTo>
                    <a:pt x="911831" y="2848229"/>
                  </a:lnTo>
                  <a:lnTo>
                    <a:pt x="918695" y="2844876"/>
                  </a:lnTo>
                  <a:lnTo>
                    <a:pt x="915165" y="2841058"/>
                  </a:lnTo>
                  <a:lnTo>
                    <a:pt x="921902" y="2834483"/>
                  </a:lnTo>
                  <a:lnTo>
                    <a:pt x="930323" y="2832779"/>
                  </a:lnTo>
                  <a:lnTo>
                    <a:pt x="941623" y="2827757"/>
                  </a:lnTo>
                  <a:lnTo>
                    <a:pt x="940689" y="2825013"/>
                  </a:lnTo>
                  <a:lnTo>
                    <a:pt x="941241" y="2813634"/>
                  </a:lnTo>
                  <a:lnTo>
                    <a:pt x="936421" y="2805691"/>
                  </a:lnTo>
                  <a:lnTo>
                    <a:pt x="934951" y="2801038"/>
                  </a:lnTo>
                  <a:lnTo>
                    <a:pt x="936443" y="2796112"/>
                  </a:lnTo>
                  <a:lnTo>
                    <a:pt x="925957" y="2794415"/>
                  </a:lnTo>
                  <a:lnTo>
                    <a:pt x="918241" y="2802269"/>
                  </a:lnTo>
                  <a:lnTo>
                    <a:pt x="915318" y="2814469"/>
                  </a:lnTo>
                  <a:lnTo>
                    <a:pt x="910596" y="2816043"/>
                  </a:lnTo>
                  <a:lnTo>
                    <a:pt x="898050" y="2812396"/>
                  </a:lnTo>
                  <a:lnTo>
                    <a:pt x="890061" y="2801544"/>
                  </a:lnTo>
                  <a:lnTo>
                    <a:pt x="894307" y="2796159"/>
                  </a:lnTo>
                  <a:lnTo>
                    <a:pt x="901307" y="2791589"/>
                  </a:lnTo>
                  <a:lnTo>
                    <a:pt x="906864" y="2786163"/>
                  </a:lnTo>
                  <a:lnTo>
                    <a:pt x="906585" y="2782311"/>
                  </a:lnTo>
                  <a:lnTo>
                    <a:pt x="898760" y="2778465"/>
                  </a:lnTo>
                  <a:lnTo>
                    <a:pt x="894766" y="2783337"/>
                  </a:lnTo>
                  <a:lnTo>
                    <a:pt x="890389" y="2785232"/>
                  </a:lnTo>
                  <a:lnTo>
                    <a:pt x="881236" y="2784925"/>
                  </a:lnTo>
                  <a:lnTo>
                    <a:pt x="870028" y="2794257"/>
                  </a:lnTo>
                  <a:lnTo>
                    <a:pt x="849755" y="2798486"/>
                  </a:lnTo>
                  <a:lnTo>
                    <a:pt x="837488" y="2793443"/>
                  </a:lnTo>
                  <a:lnTo>
                    <a:pt x="823155" y="2782899"/>
                  </a:lnTo>
                  <a:lnTo>
                    <a:pt x="832226" y="2763666"/>
                  </a:lnTo>
                  <a:lnTo>
                    <a:pt x="844165" y="2749414"/>
                  </a:lnTo>
                  <a:lnTo>
                    <a:pt x="855280" y="2750844"/>
                  </a:lnTo>
                  <a:lnTo>
                    <a:pt x="864318" y="2753320"/>
                  </a:lnTo>
                  <a:lnTo>
                    <a:pt x="874498" y="2764904"/>
                  </a:lnTo>
                  <a:lnTo>
                    <a:pt x="915432" y="2779307"/>
                  </a:lnTo>
                  <a:lnTo>
                    <a:pt x="923000" y="2775571"/>
                  </a:lnTo>
                  <a:lnTo>
                    <a:pt x="931656" y="2771295"/>
                  </a:lnTo>
                  <a:lnTo>
                    <a:pt x="945416" y="2754176"/>
                  </a:lnTo>
                  <a:lnTo>
                    <a:pt x="951793" y="2754408"/>
                  </a:lnTo>
                  <a:lnTo>
                    <a:pt x="956262" y="2755989"/>
                  </a:lnTo>
                  <a:lnTo>
                    <a:pt x="975240" y="2750960"/>
                  </a:lnTo>
                  <a:lnTo>
                    <a:pt x="991896" y="2744391"/>
                  </a:lnTo>
                  <a:lnTo>
                    <a:pt x="995508" y="2744227"/>
                  </a:lnTo>
                  <a:lnTo>
                    <a:pt x="1001442" y="2745602"/>
                  </a:lnTo>
                  <a:lnTo>
                    <a:pt x="1015748" y="2752766"/>
                  </a:lnTo>
                  <a:lnTo>
                    <a:pt x="1048480" y="2750604"/>
                  </a:lnTo>
                  <a:lnTo>
                    <a:pt x="1054043" y="2750228"/>
                  </a:lnTo>
                  <a:lnTo>
                    <a:pt x="1065310" y="2751671"/>
                  </a:lnTo>
                  <a:lnTo>
                    <a:pt x="1078043" y="2751192"/>
                  </a:lnTo>
                  <a:lnTo>
                    <a:pt x="1080157" y="2744364"/>
                  </a:lnTo>
                  <a:lnTo>
                    <a:pt x="1084430" y="2723222"/>
                  </a:lnTo>
                  <a:lnTo>
                    <a:pt x="1089572" y="2707101"/>
                  </a:lnTo>
                  <a:lnTo>
                    <a:pt x="1091933" y="2705288"/>
                  </a:lnTo>
                  <a:lnTo>
                    <a:pt x="1098922" y="2714717"/>
                  </a:lnTo>
                  <a:lnTo>
                    <a:pt x="1101818" y="2723878"/>
                  </a:lnTo>
                  <a:lnTo>
                    <a:pt x="1101671" y="2739554"/>
                  </a:lnTo>
                  <a:lnTo>
                    <a:pt x="1104660" y="2744528"/>
                  </a:lnTo>
                  <a:lnTo>
                    <a:pt x="1109190" y="2745472"/>
                  </a:lnTo>
                  <a:lnTo>
                    <a:pt x="1114097" y="2753957"/>
                  </a:lnTo>
                  <a:lnTo>
                    <a:pt x="1116671" y="2761675"/>
                  </a:lnTo>
                  <a:lnTo>
                    <a:pt x="1103944" y="2766259"/>
                  </a:lnTo>
                  <a:lnTo>
                    <a:pt x="1094878" y="2766916"/>
                  </a:lnTo>
                  <a:lnTo>
                    <a:pt x="1092534" y="2770207"/>
                  </a:lnTo>
                  <a:lnTo>
                    <a:pt x="1135474" y="2765465"/>
                  </a:lnTo>
                  <a:lnTo>
                    <a:pt x="1147670" y="2750980"/>
                  </a:lnTo>
                  <a:lnTo>
                    <a:pt x="1150331" y="2749639"/>
                  </a:lnTo>
                  <a:lnTo>
                    <a:pt x="1154943" y="2747333"/>
                  </a:lnTo>
                  <a:lnTo>
                    <a:pt x="1155452" y="2751582"/>
                  </a:lnTo>
                  <a:lnTo>
                    <a:pt x="1149075" y="2759225"/>
                  </a:lnTo>
                  <a:lnTo>
                    <a:pt x="1151867" y="2761326"/>
                  </a:lnTo>
                  <a:lnTo>
                    <a:pt x="1173659" y="2755024"/>
                  </a:lnTo>
                  <a:lnTo>
                    <a:pt x="1177014" y="2746978"/>
                  </a:lnTo>
                  <a:lnTo>
                    <a:pt x="1184446" y="2738986"/>
                  </a:lnTo>
                  <a:lnTo>
                    <a:pt x="1186020" y="2727067"/>
                  </a:lnTo>
                  <a:lnTo>
                    <a:pt x="1191817" y="2727040"/>
                  </a:lnTo>
                  <a:lnTo>
                    <a:pt x="1197052" y="2732438"/>
                  </a:lnTo>
                  <a:lnTo>
                    <a:pt x="1201320" y="2724946"/>
                  </a:lnTo>
                  <a:lnTo>
                    <a:pt x="1205385" y="2722647"/>
                  </a:lnTo>
                  <a:lnTo>
                    <a:pt x="1209014" y="2732233"/>
                  </a:lnTo>
                  <a:lnTo>
                    <a:pt x="1206702" y="2742188"/>
                  </a:lnTo>
                  <a:lnTo>
                    <a:pt x="1191260" y="2746978"/>
                  </a:lnTo>
                  <a:lnTo>
                    <a:pt x="1186790" y="2750125"/>
                  </a:lnTo>
                  <a:lnTo>
                    <a:pt x="1182599" y="2755024"/>
                  </a:lnTo>
                  <a:lnTo>
                    <a:pt x="1208735" y="2750385"/>
                  </a:lnTo>
                  <a:lnTo>
                    <a:pt x="1240964" y="2746109"/>
                  </a:lnTo>
                  <a:lnTo>
                    <a:pt x="1249199" y="2743050"/>
                  </a:lnTo>
                  <a:lnTo>
                    <a:pt x="1258450" y="2737111"/>
                  </a:lnTo>
                  <a:lnTo>
                    <a:pt x="1266893" y="2733115"/>
                  </a:lnTo>
                  <a:lnTo>
                    <a:pt x="1275150" y="2735011"/>
                  </a:lnTo>
                  <a:lnTo>
                    <a:pt x="1288221" y="2733478"/>
                  </a:lnTo>
                  <a:lnTo>
                    <a:pt x="1298483" y="2737508"/>
                  </a:lnTo>
                  <a:lnTo>
                    <a:pt x="1301614" y="2740690"/>
                  </a:lnTo>
                  <a:lnTo>
                    <a:pt x="1303166" y="2745698"/>
                  </a:lnTo>
                  <a:lnTo>
                    <a:pt x="1290155" y="2742434"/>
                  </a:lnTo>
                  <a:lnTo>
                    <a:pt x="1266166" y="2746636"/>
                  </a:lnTo>
                  <a:lnTo>
                    <a:pt x="1297423" y="2755968"/>
                  </a:lnTo>
                  <a:lnTo>
                    <a:pt x="1333176" y="2772520"/>
                  </a:lnTo>
                  <a:lnTo>
                    <a:pt x="1340439" y="2778465"/>
                  </a:lnTo>
                  <a:lnTo>
                    <a:pt x="1344351" y="2779163"/>
                  </a:lnTo>
                  <a:lnTo>
                    <a:pt x="1345788" y="2774360"/>
                  </a:lnTo>
                  <a:lnTo>
                    <a:pt x="1346029" y="2768318"/>
                  </a:lnTo>
                  <a:lnTo>
                    <a:pt x="1353296" y="2763426"/>
                  </a:lnTo>
                  <a:lnTo>
                    <a:pt x="1361395" y="2762379"/>
                  </a:lnTo>
                  <a:lnTo>
                    <a:pt x="1357203" y="2769365"/>
                  </a:lnTo>
                  <a:lnTo>
                    <a:pt x="1354690" y="2776016"/>
                  </a:lnTo>
                  <a:lnTo>
                    <a:pt x="1360641" y="2781770"/>
                  </a:lnTo>
                  <a:lnTo>
                    <a:pt x="1359160" y="2786156"/>
                  </a:lnTo>
                  <a:lnTo>
                    <a:pt x="1353307" y="2785479"/>
                  </a:lnTo>
                  <a:lnTo>
                    <a:pt x="1372498" y="2805957"/>
                  </a:lnTo>
                  <a:lnTo>
                    <a:pt x="1389362" y="2819977"/>
                  </a:lnTo>
                  <a:lnTo>
                    <a:pt x="1394597" y="2830890"/>
                  </a:lnTo>
                  <a:lnTo>
                    <a:pt x="1393695" y="2836460"/>
                  </a:lnTo>
                  <a:lnTo>
                    <a:pt x="1391285" y="2838978"/>
                  </a:lnTo>
                  <a:lnTo>
                    <a:pt x="1386023" y="2832683"/>
                  </a:lnTo>
                  <a:lnTo>
                    <a:pt x="1382624" y="2824637"/>
                  </a:lnTo>
                  <a:lnTo>
                    <a:pt x="1382624" y="2835133"/>
                  </a:lnTo>
                  <a:lnTo>
                    <a:pt x="1386815" y="2845273"/>
                  </a:lnTo>
                  <a:lnTo>
                    <a:pt x="1393241" y="2847373"/>
                  </a:lnTo>
                  <a:lnTo>
                    <a:pt x="1408115" y="2843494"/>
                  </a:lnTo>
                  <a:lnTo>
                    <a:pt x="1425656" y="2841646"/>
                  </a:lnTo>
                  <a:lnTo>
                    <a:pt x="1432383" y="2838253"/>
                  </a:lnTo>
                  <a:lnTo>
                    <a:pt x="1441367" y="2833723"/>
                  </a:lnTo>
                  <a:lnTo>
                    <a:pt x="1451257" y="2834366"/>
                  </a:lnTo>
                  <a:lnTo>
                    <a:pt x="1479295" y="2816878"/>
                  </a:lnTo>
                  <a:lnTo>
                    <a:pt x="1490033" y="2815153"/>
                  </a:lnTo>
                  <a:lnTo>
                    <a:pt x="1498005" y="2815543"/>
                  </a:lnTo>
                  <a:lnTo>
                    <a:pt x="1500705" y="2812458"/>
                  </a:lnTo>
                  <a:lnTo>
                    <a:pt x="1498841" y="2805047"/>
                  </a:lnTo>
                  <a:lnTo>
                    <a:pt x="1501049" y="2798499"/>
                  </a:lnTo>
                  <a:lnTo>
                    <a:pt x="1506191" y="2793491"/>
                  </a:lnTo>
                  <a:lnTo>
                    <a:pt x="1535896" y="2788017"/>
                  </a:lnTo>
                  <a:lnTo>
                    <a:pt x="1575048" y="2812936"/>
                  </a:lnTo>
                  <a:lnTo>
                    <a:pt x="1620250" y="2879367"/>
                  </a:lnTo>
                  <a:lnTo>
                    <a:pt x="1678572" y="2935467"/>
                  </a:lnTo>
                  <a:lnTo>
                    <a:pt x="1691763" y="2958456"/>
                  </a:lnTo>
                  <a:lnTo>
                    <a:pt x="1692593" y="2969034"/>
                  </a:lnTo>
                  <a:lnTo>
                    <a:pt x="1691861" y="2974932"/>
                  </a:lnTo>
                  <a:lnTo>
                    <a:pt x="1690735" y="3014740"/>
                  </a:lnTo>
                  <a:lnTo>
                    <a:pt x="1680899" y="3049635"/>
                  </a:lnTo>
                  <a:lnTo>
                    <a:pt x="1670271" y="3104400"/>
                  </a:lnTo>
                  <a:lnTo>
                    <a:pt x="1674293" y="3114130"/>
                  </a:lnTo>
                  <a:lnTo>
                    <a:pt x="1677905" y="3120042"/>
                  </a:lnTo>
                  <a:lnTo>
                    <a:pt x="1681533" y="3123545"/>
                  </a:lnTo>
                  <a:lnTo>
                    <a:pt x="1684615" y="3120220"/>
                  </a:lnTo>
                  <a:lnTo>
                    <a:pt x="1690708" y="3122279"/>
                  </a:lnTo>
                  <a:lnTo>
                    <a:pt x="1694610" y="3118413"/>
                  </a:lnTo>
                  <a:lnTo>
                    <a:pt x="1696293" y="3114034"/>
                  </a:lnTo>
                  <a:lnTo>
                    <a:pt x="1697905" y="3100582"/>
                  </a:lnTo>
                  <a:lnTo>
                    <a:pt x="1693741" y="3097148"/>
                  </a:lnTo>
                  <a:lnTo>
                    <a:pt x="1689107" y="3087897"/>
                  </a:lnTo>
                  <a:lnTo>
                    <a:pt x="1693500" y="3085454"/>
                  </a:lnTo>
                  <a:lnTo>
                    <a:pt x="1699806" y="3088643"/>
                  </a:lnTo>
                  <a:lnTo>
                    <a:pt x="1706407" y="3099932"/>
                  </a:lnTo>
                  <a:lnTo>
                    <a:pt x="1708921" y="3101328"/>
                  </a:lnTo>
                  <a:lnTo>
                    <a:pt x="1714790" y="3096436"/>
                  </a:lnTo>
                  <a:lnTo>
                    <a:pt x="1719260" y="3102033"/>
                  </a:lnTo>
                  <a:lnTo>
                    <a:pt x="1719844" y="3105885"/>
                  </a:lnTo>
                  <a:lnTo>
                    <a:pt x="1716489" y="3114890"/>
                  </a:lnTo>
                  <a:lnTo>
                    <a:pt x="1706380" y="3127903"/>
                  </a:lnTo>
                  <a:lnTo>
                    <a:pt x="1693511" y="3149443"/>
                  </a:lnTo>
                  <a:lnTo>
                    <a:pt x="1687817" y="3150743"/>
                  </a:lnTo>
                  <a:lnTo>
                    <a:pt x="1684697" y="3152939"/>
                  </a:lnTo>
                  <a:lnTo>
                    <a:pt x="1691326" y="3160000"/>
                  </a:lnTo>
                  <a:lnTo>
                    <a:pt x="1695233" y="3166747"/>
                  </a:lnTo>
                  <a:lnTo>
                    <a:pt x="1715276" y="3214587"/>
                  </a:lnTo>
                  <a:lnTo>
                    <a:pt x="1725047" y="3231953"/>
                  </a:lnTo>
                  <a:lnTo>
                    <a:pt x="1732210" y="3241053"/>
                  </a:lnTo>
                  <a:lnTo>
                    <a:pt x="1737489" y="3244125"/>
                  </a:lnTo>
                  <a:lnTo>
                    <a:pt x="1744451" y="3245357"/>
                  </a:lnTo>
                  <a:lnTo>
                    <a:pt x="1745800" y="3240553"/>
                  </a:lnTo>
                  <a:lnTo>
                    <a:pt x="1744401" y="3231809"/>
                  </a:lnTo>
                  <a:lnTo>
                    <a:pt x="1753959" y="3228073"/>
                  </a:lnTo>
                  <a:lnTo>
                    <a:pt x="1763183" y="3228333"/>
                  </a:lnTo>
                  <a:lnTo>
                    <a:pt x="1757177" y="3238145"/>
                  </a:lnTo>
                  <a:lnTo>
                    <a:pt x="1755953" y="3264378"/>
                  </a:lnTo>
                  <a:lnTo>
                    <a:pt x="1760237" y="3285719"/>
                  </a:lnTo>
                  <a:lnTo>
                    <a:pt x="1763953" y="3287429"/>
                  </a:lnTo>
                  <a:lnTo>
                    <a:pt x="1768008" y="3285719"/>
                  </a:lnTo>
                  <a:lnTo>
                    <a:pt x="1773560" y="3274593"/>
                  </a:lnTo>
                  <a:lnTo>
                    <a:pt x="1777926" y="3269934"/>
                  </a:lnTo>
                  <a:lnTo>
                    <a:pt x="1783844" y="3266800"/>
                  </a:lnTo>
                  <a:lnTo>
                    <a:pt x="1776363" y="3279396"/>
                  </a:lnTo>
                  <a:lnTo>
                    <a:pt x="1769265" y="3294422"/>
                  </a:lnTo>
                  <a:lnTo>
                    <a:pt x="1772336" y="3297569"/>
                  </a:lnTo>
                  <a:lnTo>
                    <a:pt x="1779603" y="3302119"/>
                  </a:lnTo>
                  <a:lnTo>
                    <a:pt x="1785767" y="3342605"/>
                  </a:lnTo>
                  <a:lnTo>
                    <a:pt x="1796510" y="3365437"/>
                  </a:lnTo>
                  <a:lnTo>
                    <a:pt x="1812985" y="3378273"/>
                  </a:lnTo>
                  <a:lnTo>
                    <a:pt x="1835739" y="3386751"/>
                  </a:lnTo>
                  <a:lnTo>
                    <a:pt x="1837963" y="3400654"/>
                  </a:lnTo>
                  <a:lnTo>
                    <a:pt x="1851160" y="3421454"/>
                  </a:lnTo>
                  <a:lnTo>
                    <a:pt x="1863897" y="3451745"/>
                  </a:lnTo>
                  <a:lnTo>
                    <a:pt x="1870220" y="3455823"/>
                  </a:lnTo>
                  <a:lnTo>
                    <a:pt x="1878777" y="3459531"/>
                  </a:lnTo>
                  <a:lnTo>
                    <a:pt x="1883247" y="3466182"/>
                  </a:lnTo>
                  <a:lnTo>
                    <a:pt x="1880455" y="3471772"/>
                  </a:lnTo>
                  <a:lnTo>
                    <a:pt x="1865652" y="3458484"/>
                  </a:lnTo>
                  <a:lnTo>
                    <a:pt x="1861357" y="3459812"/>
                  </a:lnTo>
                  <a:lnTo>
                    <a:pt x="1858821" y="3465511"/>
                  </a:lnTo>
                  <a:lnTo>
                    <a:pt x="1857848" y="3471183"/>
                  </a:lnTo>
                  <a:lnTo>
                    <a:pt x="1864214" y="3483862"/>
                  </a:lnTo>
                  <a:lnTo>
                    <a:pt x="1875242" y="3484532"/>
                  </a:lnTo>
                  <a:lnTo>
                    <a:pt x="1892001" y="3478518"/>
                  </a:lnTo>
                  <a:lnTo>
                    <a:pt x="1906066" y="3481296"/>
                  </a:lnTo>
                  <a:lnTo>
                    <a:pt x="1926088" y="3470636"/>
                  </a:lnTo>
                  <a:lnTo>
                    <a:pt x="1934252" y="3470999"/>
                  </a:lnTo>
                  <a:lnTo>
                    <a:pt x="1947427" y="3456787"/>
                  </a:lnTo>
                  <a:lnTo>
                    <a:pt x="1951815" y="3443356"/>
                  </a:lnTo>
                  <a:lnTo>
                    <a:pt x="1954825" y="3416528"/>
                  </a:lnTo>
                  <a:lnTo>
                    <a:pt x="1963973" y="3399265"/>
                  </a:lnTo>
                  <a:lnTo>
                    <a:pt x="1970705" y="3380127"/>
                  </a:lnTo>
                  <a:lnTo>
                    <a:pt x="1972497" y="3380729"/>
                  </a:lnTo>
                  <a:lnTo>
                    <a:pt x="1973241" y="3385129"/>
                  </a:lnTo>
                  <a:lnTo>
                    <a:pt x="1974350" y="3386408"/>
                  </a:lnTo>
                  <a:lnTo>
                    <a:pt x="1976115" y="3344637"/>
                  </a:lnTo>
                  <a:lnTo>
                    <a:pt x="1983869" y="3283399"/>
                  </a:lnTo>
                  <a:lnTo>
                    <a:pt x="1982891" y="3249893"/>
                  </a:lnTo>
                  <a:lnTo>
                    <a:pt x="1978568" y="3223797"/>
                  </a:lnTo>
                  <a:lnTo>
                    <a:pt x="1974415" y="3211317"/>
                  </a:lnTo>
                  <a:lnTo>
                    <a:pt x="1963186" y="3193937"/>
                  </a:lnTo>
                  <a:lnTo>
                    <a:pt x="1915738" y="3057470"/>
                  </a:lnTo>
                  <a:lnTo>
                    <a:pt x="1911678" y="3044682"/>
                  </a:lnTo>
                  <a:lnTo>
                    <a:pt x="1904711" y="3029430"/>
                  </a:lnTo>
                  <a:lnTo>
                    <a:pt x="1900394" y="3004258"/>
                  </a:lnTo>
                  <a:lnTo>
                    <a:pt x="1896903" y="2993755"/>
                  </a:lnTo>
                  <a:lnTo>
                    <a:pt x="1894690" y="2976650"/>
                  </a:lnTo>
                  <a:lnTo>
                    <a:pt x="1897990" y="2976472"/>
                  </a:lnTo>
                  <a:lnTo>
                    <a:pt x="1902209" y="2980180"/>
                  </a:lnTo>
                  <a:lnTo>
                    <a:pt x="1901214" y="2987118"/>
                  </a:lnTo>
                  <a:lnTo>
                    <a:pt x="1902777" y="2994145"/>
                  </a:lnTo>
                  <a:lnTo>
                    <a:pt x="1910126" y="2998613"/>
                  </a:lnTo>
                  <a:lnTo>
                    <a:pt x="1911443" y="3001754"/>
                  </a:lnTo>
                  <a:lnTo>
                    <a:pt x="1906902" y="3010484"/>
                  </a:lnTo>
                  <a:lnTo>
                    <a:pt x="1906602" y="3017956"/>
                  </a:lnTo>
                  <a:lnTo>
                    <a:pt x="1910881" y="3034480"/>
                  </a:lnTo>
                  <a:lnTo>
                    <a:pt x="1914017" y="3030286"/>
                  </a:lnTo>
                  <a:lnTo>
                    <a:pt x="1915312" y="3019455"/>
                  </a:lnTo>
                  <a:lnTo>
                    <a:pt x="1917667" y="3010231"/>
                  </a:lnTo>
                  <a:lnTo>
                    <a:pt x="1920569" y="3009547"/>
                  </a:lnTo>
                  <a:lnTo>
                    <a:pt x="1918788" y="3037928"/>
                  </a:lnTo>
                  <a:lnTo>
                    <a:pt x="1920225" y="3057935"/>
                  </a:lnTo>
                  <a:lnTo>
                    <a:pt x="1932585" y="3092002"/>
                  </a:lnTo>
                  <a:lnTo>
                    <a:pt x="1937361" y="3096737"/>
                  </a:lnTo>
                  <a:lnTo>
                    <a:pt x="1928826" y="3073002"/>
                  </a:lnTo>
                  <a:lnTo>
                    <a:pt x="1924383" y="3057477"/>
                  </a:lnTo>
                  <a:lnTo>
                    <a:pt x="1923028" y="3044764"/>
                  </a:lnTo>
                  <a:lnTo>
                    <a:pt x="1923454" y="3031716"/>
                  </a:lnTo>
                  <a:lnTo>
                    <a:pt x="1924946" y="3023060"/>
                  </a:lnTo>
                  <a:lnTo>
                    <a:pt x="1929837" y="3014706"/>
                  </a:lnTo>
                  <a:lnTo>
                    <a:pt x="1925339" y="3004853"/>
                  </a:lnTo>
                  <a:lnTo>
                    <a:pt x="1887772" y="2935706"/>
                  </a:lnTo>
                  <a:lnTo>
                    <a:pt x="1864881" y="2878656"/>
                  </a:lnTo>
                  <a:lnTo>
                    <a:pt x="1848657" y="2831458"/>
                  </a:lnTo>
                  <a:lnTo>
                    <a:pt x="1838854" y="2782776"/>
                  </a:lnTo>
                  <a:lnTo>
                    <a:pt x="1833411" y="2764733"/>
                  </a:lnTo>
                  <a:lnTo>
                    <a:pt x="1825417" y="2712774"/>
                  </a:lnTo>
                  <a:lnTo>
                    <a:pt x="1820182" y="2700068"/>
                  </a:lnTo>
                  <a:lnTo>
                    <a:pt x="1818811" y="2690208"/>
                  </a:lnTo>
                  <a:lnTo>
                    <a:pt x="1818341" y="2679999"/>
                  </a:lnTo>
                  <a:lnTo>
                    <a:pt x="1820559" y="2674519"/>
                  </a:lnTo>
                  <a:lnTo>
                    <a:pt x="1823827" y="2661170"/>
                  </a:lnTo>
                  <a:lnTo>
                    <a:pt x="1825860" y="2650065"/>
                  </a:lnTo>
                  <a:lnTo>
                    <a:pt x="1825062" y="2644632"/>
                  </a:lnTo>
                  <a:lnTo>
                    <a:pt x="1827144" y="2634451"/>
                  </a:lnTo>
                  <a:lnTo>
                    <a:pt x="1830406" y="2637290"/>
                  </a:lnTo>
                  <a:lnTo>
                    <a:pt x="1835745" y="2638351"/>
                  </a:lnTo>
                  <a:lnTo>
                    <a:pt x="1844297" y="2625453"/>
                  </a:lnTo>
                  <a:lnTo>
                    <a:pt x="1839745" y="2618468"/>
                  </a:lnTo>
                  <a:lnTo>
                    <a:pt x="1834308" y="2615867"/>
                  </a:lnTo>
                  <a:lnTo>
                    <a:pt x="1833947" y="2612932"/>
                  </a:lnTo>
                  <a:lnTo>
                    <a:pt x="1843570" y="2610421"/>
                  </a:lnTo>
                  <a:lnTo>
                    <a:pt x="1847717" y="2601335"/>
                  </a:lnTo>
                  <a:lnTo>
                    <a:pt x="1852083" y="2596278"/>
                  </a:lnTo>
                  <a:lnTo>
                    <a:pt x="1856947" y="2587986"/>
                  </a:lnTo>
                  <a:lnTo>
                    <a:pt x="1854679" y="2586918"/>
                  </a:lnTo>
                  <a:lnTo>
                    <a:pt x="1851581" y="2588382"/>
                  </a:lnTo>
                  <a:lnTo>
                    <a:pt x="1847553" y="2586918"/>
                  </a:lnTo>
                  <a:lnTo>
                    <a:pt x="1849455" y="2581958"/>
                  </a:lnTo>
                  <a:lnTo>
                    <a:pt x="1857564" y="2576915"/>
                  </a:lnTo>
                  <a:lnTo>
                    <a:pt x="1858056" y="2571893"/>
                  </a:lnTo>
                  <a:lnTo>
                    <a:pt x="1855701" y="2568978"/>
                  </a:lnTo>
                  <a:lnTo>
                    <a:pt x="1854433" y="2563757"/>
                  </a:lnTo>
                  <a:lnTo>
                    <a:pt x="1858439" y="2558222"/>
                  </a:lnTo>
                  <a:lnTo>
                    <a:pt x="1865570" y="2556867"/>
                  </a:lnTo>
                  <a:lnTo>
                    <a:pt x="1869182" y="2552016"/>
                  </a:lnTo>
                  <a:lnTo>
                    <a:pt x="1869302" y="2548444"/>
                  </a:lnTo>
                  <a:lnTo>
                    <a:pt x="1865892" y="2544599"/>
                  </a:lnTo>
                  <a:lnTo>
                    <a:pt x="1863903" y="2539317"/>
                  </a:lnTo>
                  <a:lnTo>
                    <a:pt x="1867307" y="2537148"/>
                  </a:lnTo>
                  <a:lnTo>
                    <a:pt x="1871482" y="2537435"/>
                  </a:lnTo>
                  <a:lnTo>
                    <a:pt x="1885149" y="2530025"/>
                  </a:lnTo>
                  <a:lnTo>
                    <a:pt x="1890864" y="2518161"/>
                  </a:lnTo>
                  <a:lnTo>
                    <a:pt x="1889777" y="2512694"/>
                  </a:lnTo>
                  <a:lnTo>
                    <a:pt x="1893455" y="2506344"/>
                  </a:lnTo>
                  <a:lnTo>
                    <a:pt x="1899990" y="2504675"/>
                  </a:lnTo>
                  <a:lnTo>
                    <a:pt x="1903662" y="2502383"/>
                  </a:lnTo>
                  <a:lnTo>
                    <a:pt x="1910799" y="2492078"/>
                  </a:lnTo>
                  <a:lnTo>
                    <a:pt x="1909924" y="2487850"/>
                  </a:lnTo>
                  <a:lnTo>
                    <a:pt x="1906367" y="2485127"/>
                  </a:lnTo>
                  <a:lnTo>
                    <a:pt x="1902842" y="2480501"/>
                  </a:lnTo>
                  <a:lnTo>
                    <a:pt x="1899198" y="2471388"/>
                  </a:lnTo>
                  <a:lnTo>
                    <a:pt x="1898679" y="2459523"/>
                  </a:lnTo>
                  <a:lnTo>
                    <a:pt x="1909110" y="2475076"/>
                  </a:lnTo>
                  <a:lnTo>
                    <a:pt x="1912050" y="2473454"/>
                  </a:lnTo>
                  <a:lnTo>
                    <a:pt x="1912640" y="2468904"/>
                  </a:lnTo>
                  <a:lnTo>
                    <a:pt x="1916061" y="2466824"/>
                  </a:lnTo>
                  <a:lnTo>
                    <a:pt x="1918454" y="2476588"/>
                  </a:lnTo>
                  <a:lnTo>
                    <a:pt x="1920427" y="2481275"/>
                  </a:lnTo>
                  <a:lnTo>
                    <a:pt x="1923656" y="2482048"/>
                  </a:lnTo>
                  <a:lnTo>
                    <a:pt x="1931012" y="2476848"/>
                  </a:lnTo>
                  <a:lnTo>
                    <a:pt x="1934132" y="2473009"/>
                  </a:lnTo>
                  <a:lnTo>
                    <a:pt x="1935416" y="2463068"/>
                  </a:lnTo>
                  <a:lnTo>
                    <a:pt x="1929175" y="2455692"/>
                  </a:lnTo>
                  <a:lnTo>
                    <a:pt x="1917520" y="2450601"/>
                  </a:lnTo>
                  <a:lnTo>
                    <a:pt x="1924454" y="2447522"/>
                  </a:lnTo>
                  <a:lnTo>
                    <a:pt x="1936902" y="2449253"/>
                  </a:lnTo>
                  <a:lnTo>
                    <a:pt x="1947886" y="2452141"/>
                  </a:lnTo>
                  <a:lnTo>
                    <a:pt x="1958459" y="2447009"/>
                  </a:lnTo>
                  <a:lnTo>
                    <a:pt x="1962787" y="2441521"/>
                  </a:lnTo>
                  <a:lnTo>
                    <a:pt x="1968312" y="2439229"/>
                  </a:lnTo>
                  <a:lnTo>
                    <a:pt x="1974776" y="2439756"/>
                  </a:lnTo>
                  <a:lnTo>
                    <a:pt x="1986055" y="2435439"/>
                  </a:lnTo>
                  <a:lnTo>
                    <a:pt x="1995126" y="2428822"/>
                  </a:lnTo>
                  <a:lnTo>
                    <a:pt x="2000393" y="2420194"/>
                  </a:lnTo>
                  <a:lnTo>
                    <a:pt x="1995978" y="2408795"/>
                  </a:lnTo>
                  <a:lnTo>
                    <a:pt x="2010317" y="2411970"/>
                  </a:lnTo>
                  <a:lnTo>
                    <a:pt x="2018147" y="2406729"/>
                  </a:lnTo>
                  <a:lnTo>
                    <a:pt x="2031584" y="2394892"/>
                  </a:lnTo>
                  <a:lnTo>
                    <a:pt x="2034699" y="2382056"/>
                  </a:lnTo>
                  <a:lnTo>
                    <a:pt x="2044595" y="2378354"/>
                  </a:lnTo>
                  <a:lnTo>
                    <a:pt x="2053409" y="2376220"/>
                  </a:lnTo>
                  <a:lnTo>
                    <a:pt x="2069513" y="2363206"/>
                  </a:lnTo>
                  <a:lnTo>
                    <a:pt x="2074748" y="2356233"/>
                  </a:lnTo>
                  <a:lnTo>
                    <a:pt x="2068917" y="2337978"/>
                  </a:lnTo>
                  <a:lnTo>
                    <a:pt x="2075059" y="2325444"/>
                  </a:lnTo>
                  <a:lnTo>
                    <a:pt x="2074961" y="2331287"/>
                  </a:lnTo>
                  <a:lnTo>
                    <a:pt x="2073726" y="2338437"/>
                  </a:lnTo>
                  <a:lnTo>
                    <a:pt x="2078715" y="2347968"/>
                  </a:lnTo>
                  <a:lnTo>
                    <a:pt x="2084939" y="2325300"/>
                  </a:lnTo>
                  <a:lnTo>
                    <a:pt x="2109321" y="2289878"/>
                  </a:lnTo>
                  <a:lnTo>
                    <a:pt x="2118146" y="2280716"/>
                  </a:lnTo>
                  <a:lnTo>
                    <a:pt x="2147665" y="2259813"/>
                  </a:lnTo>
                  <a:lnTo>
                    <a:pt x="2149168" y="2259334"/>
                  </a:lnTo>
                  <a:lnTo>
                    <a:pt x="2166894" y="2253600"/>
                  </a:lnTo>
                  <a:lnTo>
                    <a:pt x="2210823" y="2254408"/>
                  </a:lnTo>
                  <a:lnTo>
                    <a:pt x="2215610" y="2242975"/>
                  </a:lnTo>
                  <a:lnTo>
                    <a:pt x="2217544" y="2218370"/>
                  </a:lnTo>
                  <a:lnTo>
                    <a:pt x="2220593" y="2231801"/>
                  </a:lnTo>
                  <a:lnTo>
                    <a:pt x="2219828" y="2243529"/>
                  </a:lnTo>
                  <a:lnTo>
                    <a:pt x="2220391" y="2250494"/>
                  </a:lnTo>
                  <a:lnTo>
                    <a:pt x="2224844" y="2235024"/>
                  </a:lnTo>
                  <a:lnTo>
                    <a:pt x="2227888" y="2221148"/>
                  </a:lnTo>
                  <a:lnTo>
                    <a:pt x="2240210" y="2202120"/>
                  </a:lnTo>
                  <a:lnTo>
                    <a:pt x="2246227" y="2195531"/>
                  </a:lnTo>
                  <a:lnTo>
                    <a:pt x="2251522" y="2191952"/>
                  </a:lnTo>
                  <a:lnTo>
                    <a:pt x="2266292" y="2178802"/>
                  </a:lnTo>
                  <a:lnTo>
                    <a:pt x="2281724" y="2168258"/>
                  </a:lnTo>
                  <a:lnTo>
                    <a:pt x="2279232" y="2164310"/>
                  </a:lnTo>
                  <a:lnTo>
                    <a:pt x="2278013" y="2159076"/>
                  </a:lnTo>
                  <a:lnTo>
                    <a:pt x="2278090" y="2139644"/>
                  </a:lnTo>
                  <a:lnTo>
                    <a:pt x="2281199" y="2144748"/>
                  </a:lnTo>
                  <a:lnTo>
                    <a:pt x="2284117" y="2155134"/>
                  </a:lnTo>
                  <a:lnTo>
                    <a:pt x="2291073" y="2157563"/>
                  </a:lnTo>
                  <a:lnTo>
                    <a:pt x="2296051" y="2155784"/>
                  </a:lnTo>
                  <a:lnTo>
                    <a:pt x="2309242" y="2142853"/>
                  </a:lnTo>
                  <a:lnTo>
                    <a:pt x="2318685" y="2144331"/>
                  </a:lnTo>
                  <a:lnTo>
                    <a:pt x="2335876" y="2143756"/>
                  </a:lnTo>
                  <a:lnTo>
                    <a:pt x="2346980" y="2143380"/>
                  </a:lnTo>
                  <a:lnTo>
                    <a:pt x="2354083" y="2142983"/>
                  </a:lnTo>
                  <a:lnTo>
                    <a:pt x="2357007" y="2136654"/>
                  </a:lnTo>
                  <a:lnTo>
                    <a:pt x="2366974" y="2134163"/>
                  </a:lnTo>
                  <a:lnTo>
                    <a:pt x="2378291" y="2133137"/>
                  </a:lnTo>
                  <a:lnTo>
                    <a:pt x="2386919" y="2123934"/>
                  </a:lnTo>
                  <a:lnTo>
                    <a:pt x="2395602" y="2110818"/>
                  </a:lnTo>
                  <a:lnTo>
                    <a:pt x="2385023" y="2103414"/>
                  </a:lnTo>
                  <a:lnTo>
                    <a:pt x="2352767" y="2110195"/>
                  </a:lnTo>
                  <a:lnTo>
                    <a:pt x="2335570" y="2106090"/>
                  </a:lnTo>
                  <a:lnTo>
                    <a:pt x="2327029" y="2098392"/>
                  </a:lnTo>
                  <a:lnTo>
                    <a:pt x="2316363" y="2080253"/>
                  </a:lnTo>
                  <a:lnTo>
                    <a:pt x="2339778" y="2101225"/>
                  </a:lnTo>
                  <a:lnTo>
                    <a:pt x="2348941" y="2103277"/>
                  </a:lnTo>
                  <a:lnTo>
                    <a:pt x="2365854" y="2091646"/>
                  </a:lnTo>
                  <a:lnTo>
                    <a:pt x="2367493" y="2087328"/>
                  </a:lnTo>
                  <a:lnTo>
                    <a:pt x="2368149" y="2080486"/>
                  </a:lnTo>
                  <a:lnTo>
                    <a:pt x="2372799" y="2071769"/>
                  </a:lnTo>
                  <a:lnTo>
                    <a:pt x="2378733" y="2064031"/>
                  </a:lnTo>
                  <a:lnTo>
                    <a:pt x="2374275" y="2059097"/>
                  </a:lnTo>
                  <a:lnTo>
                    <a:pt x="2369499" y="2055724"/>
                  </a:lnTo>
                  <a:lnTo>
                    <a:pt x="2327084" y="2037688"/>
                  </a:lnTo>
                  <a:lnTo>
                    <a:pt x="2319751" y="2028020"/>
                  </a:lnTo>
                  <a:lnTo>
                    <a:pt x="2336843" y="2037031"/>
                  </a:lnTo>
                  <a:lnTo>
                    <a:pt x="2353165" y="2041458"/>
                  </a:lnTo>
                  <a:lnTo>
                    <a:pt x="2365171" y="2038413"/>
                  </a:lnTo>
                  <a:lnTo>
                    <a:pt x="2367755" y="2027698"/>
                  </a:lnTo>
                  <a:lnTo>
                    <a:pt x="2371542" y="2027329"/>
                  </a:lnTo>
                  <a:lnTo>
                    <a:pt x="2376548" y="2030675"/>
                  </a:lnTo>
                  <a:lnTo>
                    <a:pt x="2378433" y="2040760"/>
                  </a:lnTo>
                  <a:lnTo>
                    <a:pt x="2381356" y="2046289"/>
                  </a:lnTo>
                  <a:lnTo>
                    <a:pt x="2386154" y="2044783"/>
                  </a:lnTo>
                  <a:lnTo>
                    <a:pt x="2392466" y="2045693"/>
                  </a:lnTo>
                  <a:lnTo>
                    <a:pt x="2405334" y="2050209"/>
                  </a:lnTo>
                  <a:lnTo>
                    <a:pt x="2416684" y="2052296"/>
                  </a:lnTo>
                  <a:lnTo>
                    <a:pt x="2424553" y="2048636"/>
                  </a:lnTo>
                  <a:lnTo>
                    <a:pt x="2439946" y="2030682"/>
                  </a:lnTo>
                  <a:lnTo>
                    <a:pt x="2461438" y="2011264"/>
                  </a:lnTo>
                  <a:lnTo>
                    <a:pt x="2464705" y="1994658"/>
                  </a:lnTo>
                  <a:lnTo>
                    <a:pt x="2463126" y="1983758"/>
                  </a:lnTo>
                  <a:lnTo>
                    <a:pt x="2461629" y="1975821"/>
                  </a:lnTo>
                  <a:lnTo>
                    <a:pt x="2457175" y="1967993"/>
                  </a:lnTo>
                  <a:lnTo>
                    <a:pt x="2452487" y="1967378"/>
                  </a:lnTo>
                  <a:lnTo>
                    <a:pt x="2438498" y="1976375"/>
                  </a:lnTo>
                  <a:lnTo>
                    <a:pt x="2436006" y="2000727"/>
                  </a:lnTo>
                  <a:lnTo>
                    <a:pt x="2431023" y="2005071"/>
                  </a:lnTo>
                  <a:lnTo>
                    <a:pt x="2426782" y="2005160"/>
                  </a:lnTo>
                  <a:lnTo>
                    <a:pt x="2427667" y="1991565"/>
                  </a:lnTo>
                  <a:lnTo>
                    <a:pt x="2429416" y="1978797"/>
                  </a:lnTo>
                  <a:lnTo>
                    <a:pt x="2428329" y="1965954"/>
                  </a:lnTo>
                  <a:lnTo>
                    <a:pt x="2413023" y="1963026"/>
                  </a:lnTo>
                  <a:lnTo>
                    <a:pt x="2406640" y="1966406"/>
                  </a:lnTo>
                  <a:lnTo>
                    <a:pt x="2396039" y="1968397"/>
                  </a:lnTo>
                  <a:lnTo>
                    <a:pt x="2379788" y="1967952"/>
                  </a:lnTo>
                  <a:lnTo>
                    <a:pt x="2367745" y="1969690"/>
                  </a:lnTo>
                  <a:lnTo>
                    <a:pt x="2354865" y="1967733"/>
                  </a:lnTo>
                  <a:lnTo>
                    <a:pt x="2355701" y="1957101"/>
                  </a:lnTo>
                  <a:lnTo>
                    <a:pt x="2353318" y="1943115"/>
                  </a:lnTo>
                  <a:lnTo>
                    <a:pt x="2354034" y="1929684"/>
                  </a:lnTo>
                  <a:lnTo>
                    <a:pt x="2355827" y="1941042"/>
                  </a:lnTo>
                  <a:lnTo>
                    <a:pt x="2360160" y="1951244"/>
                  </a:lnTo>
                  <a:lnTo>
                    <a:pt x="2373537" y="1959646"/>
                  </a:lnTo>
                  <a:lnTo>
                    <a:pt x="2382553" y="1957846"/>
                  </a:lnTo>
                  <a:lnTo>
                    <a:pt x="2388651" y="1952270"/>
                  </a:lnTo>
                  <a:lnTo>
                    <a:pt x="2393198" y="1943081"/>
                  </a:lnTo>
                  <a:lnTo>
                    <a:pt x="2400192" y="1942431"/>
                  </a:lnTo>
                  <a:lnTo>
                    <a:pt x="2410689" y="1945537"/>
                  </a:lnTo>
                  <a:lnTo>
                    <a:pt x="2405853" y="1935185"/>
                  </a:lnTo>
                  <a:lnTo>
                    <a:pt x="2411318" y="1938408"/>
                  </a:lnTo>
                  <a:lnTo>
                    <a:pt x="2419351" y="1941370"/>
                  </a:lnTo>
                  <a:lnTo>
                    <a:pt x="2420351" y="1931655"/>
                  </a:lnTo>
                  <a:lnTo>
                    <a:pt x="2419591" y="1922657"/>
                  </a:lnTo>
                  <a:lnTo>
                    <a:pt x="2430012" y="1928931"/>
                  </a:lnTo>
                  <a:lnTo>
                    <a:pt x="2441711" y="1932510"/>
                  </a:lnTo>
                  <a:lnTo>
                    <a:pt x="2449230" y="1937176"/>
                  </a:lnTo>
                  <a:lnTo>
                    <a:pt x="2456274" y="1945982"/>
                  </a:lnTo>
                  <a:lnTo>
                    <a:pt x="2451066" y="1924258"/>
                  </a:lnTo>
                  <a:lnTo>
                    <a:pt x="2444547" y="1908124"/>
                  </a:lnTo>
                  <a:lnTo>
                    <a:pt x="2438547" y="1901658"/>
                  </a:lnTo>
                  <a:lnTo>
                    <a:pt x="2436946" y="1895405"/>
                  </a:lnTo>
                  <a:lnTo>
                    <a:pt x="2439891" y="1884532"/>
                  </a:lnTo>
                  <a:lnTo>
                    <a:pt x="2440640" y="1881775"/>
                  </a:lnTo>
                  <a:lnTo>
                    <a:pt x="2439110" y="1877724"/>
                  </a:lnTo>
                  <a:lnTo>
                    <a:pt x="2440017" y="1872449"/>
                  </a:lnTo>
                  <a:lnTo>
                    <a:pt x="2442126" y="1869438"/>
                  </a:lnTo>
                  <a:lnTo>
                    <a:pt x="2445328" y="1873140"/>
                  </a:lnTo>
                  <a:lnTo>
                    <a:pt x="2448050" y="1882411"/>
                  </a:lnTo>
                  <a:lnTo>
                    <a:pt x="2448552" y="1884656"/>
                  </a:lnTo>
                  <a:lnTo>
                    <a:pt x="2457427" y="1923813"/>
                  </a:lnTo>
                  <a:lnTo>
                    <a:pt x="2466552" y="1947262"/>
                  </a:lnTo>
                  <a:lnTo>
                    <a:pt x="2483088" y="1979735"/>
                  </a:lnTo>
                  <a:lnTo>
                    <a:pt x="2488268" y="1987145"/>
                  </a:lnTo>
                  <a:lnTo>
                    <a:pt x="2485525" y="1978702"/>
                  </a:lnTo>
                  <a:lnTo>
                    <a:pt x="2463235" y="1929670"/>
                  </a:lnTo>
                  <a:lnTo>
                    <a:pt x="2452093" y="1884642"/>
                  </a:lnTo>
                  <a:lnTo>
                    <a:pt x="2448399" y="1869726"/>
                  </a:lnTo>
                  <a:lnTo>
                    <a:pt x="2442678" y="1854522"/>
                  </a:lnTo>
                  <a:lnTo>
                    <a:pt x="2439902" y="1841009"/>
                  </a:lnTo>
                  <a:lnTo>
                    <a:pt x="2436203" y="1833907"/>
                  </a:lnTo>
                  <a:lnTo>
                    <a:pt x="2420023" y="1831389"/>
                  </a:lnTo>
                  <a:lnTo>
                    <a:pt x="2408804" y="1828303"/>
                  </a:lnTo>
                  <a:lnTo>
                    <a:pt x="2391422" y="1837102"/>
                  </a:lnTo>
                  <a:lnTo>
                    <a:pt x="2381542" y="1836096"/>
                  </a:lnTo>
                  <a:lnTo>
                    <a:pt x="2379662" y="1827126"/>
                  </a:lnTo>
                  <a:lnTo>
                    <a:pt x="2365193" y="1815022"/>
                  </a:lnTo>
                  <a:lnTo>
                    <a:pt x="2360947" y="1797431"/>
                  </a:lnTo>
                  <a:lnTo>
                    <a:pt x="2350477" y="1795864"/>
                  </a:lnTo>
                  <a:lnTo>
                    <a:pt x="2332597" y="1790137"/>
                  </a:lnTo>
                  <a:lnTo>
                    <a:pt x="2324007" y="1783685"/>
                  </a:lnTo>
                  <a:lnTo>
                    <a:pt x="2302270" y="1780230"/>
                  </a:lnTo>
                  <a:lnTo>
                    <a:pt x="2298816" y="1778355"/>
                  </a:lnTo>
                  <a:lnTo>
                    <a:pt x="2296150" y="1775536"/>
                  </a:lnTo>
                  <a:lnTo>
                    <a:pt x="2323444" y="1777151"/>
                  </a:lnTo>
                  <a:lnTo>
                    <a:pt x="2357406" y="1791164"/>
                  </a:lnTo>
                  <a:lnTo>
                    <a:pt x="2365531" y="1790596"/>
                  </a:lnTo>
                  <a:lnTo>
                    <a:pt x="2368734" y="1801646"/>
                  </a:lnTo>
                  <a:lnTo>
                    <a:pt x="2379417" y="1811533"/>
                  </a:lnTo>
                  <a:lnTo>
                    <a:pt x="2384433" y="1817356"/>
                  </a:lnTo>
                  <a:lnTo>
                    <a:pt x="2391274" y="1822884"/>
                  </a:lnTo>
                  <a:lnTo>
                    <a:pt x="2398280" y="1819826"/>
                  </a:lnTo>
                  <a:lnTo>
                    <a:pt x="2404433" y="1814283"/>
                  </a:lnTo>
                  <a:lnTo>
                    <a:pt x="2402476" y="1806128"/>
                  </a:lnTo>
                  <a:lnTo>
                    <a:pt x="2399547" y="1800750"/>
                  </a:lnTo>
                  <a:lnTo>
                    <a:pt x="2391247" y="1791862"/>
                  </a:lnTo>
                  <a:lnTo>
                    <a:pt x="2380477" y="1787072"/>
                  </a:lnTo>
                  <a:lnTo>
                    <a:pt x="2367772" y="1776467"/>
                  </a:lnTo>
                  <a:lnTo>
                    <a:pt x="2353537" y="1758780"/>
                  </a:lnTo>
                  <a:lnTo>
                    <a:pt x="2351548" y="1754517"/>
                  </a:lnTo>
                  <a:lnTo>
                    <a:pt x="2351340" y="1750843"/>
                  </a:lnTo>
                  <a:lnTo>
                    <a:pt x="2375887" y="1778314"/>
                  </a:lnTo>
                  <a:lnTo>
                    <a:pt x="2385340" y="1783336"/>
                  </a:lnTo>
                  <a:lnTo>
                    <a:pt x="2392138" y="1779635"/>
                  </a:lnTo>
                  <a:lnTo>
                    <a:pt x="2390761" y="1775153"/>
                  </a:lnTo>
                  <a:lnTo>
                    <a:pt x="2391263" y="1767558"/>
                  </a:lnTo>
                  <a:lnTo>
                    <a:pt x="2406651" y="1771636"/>
                  </a:lnTo>
                  <a:lnTo>
                    <a:pt x="2407668" y="1761325"/>
                  </a:lnTo>
                  <a:lnTo>
                    <a:pt x="2406083" y="1752280"/>
                  </a:lnTo>
                  <a:lnTo>
                    <a:pt x="2394996" y="1747360"/>
                  </a:lnTo>
                  <a:lnTo>
                    <a:pt x="2401941" y="1741585"/>
                  </a:lnTo>
                  <a:lnTo>
                    <a:pt x="2381963" y="1733546"/>
                  </a:lnTo>
                  <a:lnTo>
                    <a:pt x="2374646" y="1727901"/>
                  </a:lnTo>
                  <a:lnTo>
                    <a:pt x="2366772" y="1715858"/>
                  </a:lnTo>
                  <a:lnTo>
                    <a:pt x="2356073" y="1708140"/>
                  </a:lnTo>
                  <a:lnTo>
                    <a:pt x="2341105" y="1689913"/>
                  </a:lnTo>
                  <a:lnTo>
                    <a:pt x="2332608" y="1676913"/>
                  </a:lnTo>
                  <a:lnTo>
                    <a:pt x="2311794" y="1658322"/>
                  </a:lnTo>
                  <a:lnTo>
                    <a:pt x="2316319" y="1658110"/>
                  </a:lnTo>
                  <a:lnTo>
                    <a:pt x="2330942" y="1668162"/>
                  </a:lnTo>
                  <a:lnTo>
                    <a:pt x="2343406" y="1686930"/>
                  </a:lnTo>
                  <a:lnTo>
                    <a:pt x="2347417" y="1690228"/>
                  </a:lnTo>
                  <a:lnTo>
                    <a:pt x="2381023" y="1726067"/>
                  </a:lnTo>
                  <a:lnTo>
                    <a:pt x="2387274" y="1727723"/>
                  </a:lnTo>
                  <a:lnTo>
                    <a:pt x="2397624" y="1726984"/>
                  </a:lnTo>
                  <a:lnTo>
                    <a:pt x="2401935" y="1720552"/>
                  </a:lnTo>
                  <a:lnTo>
                    <a:pt x="2403323" y="1710357"/>
                  </a:lnTo>
                  <a:lnTo>
                    <a:pt x="2406837" y="1702824"/>
                  </a:lnTo>
                  <a:lnTo>
                    <a:pt x="2406564" y="1696454"/>
                  </a:lnTo>
                  <a:lnTo>
                    <a:pt x="2396416" y="1686690"/>
                  </a:lnTo>
                  <a:lnTo>
                    <a:pt x="2383340" y="1679971"/>
                  </a:lnTo>
                  <a:lnTo>
                    <a:pt x="2374641" y="1668298"/>
                  </a:lnTo>
                  <a:lnTo>
                    <a:pt x="2363969" y="1662770"/>
                  </a:lnTo>
                  <a:lnTo>
                    <a:pt x="2334707" y="1653923"/>
                  </a:lnTo>
                  <a:lnTo>
                    <a:pt x="2318991" y="1631556"/>
                  </a:lnTo>
                  <a:lnTo>
                    <a:pt x="2311925" y="1629674"/>
                  </a:lnTo>
                  <a:lnTo>
                    <a:pt x="2298270" y="1633889"/>
                  </a:lnTo>
                  <a:lnTo>
                    <a:pt x="2293647" y="1632247"/>
                  </a:lnTo>
                  <a:lnTo>
                    <a:pt x="2289122" y="1625959"/>
                  </a:lnTo>
                  <a:lnTo>
                    <a:pt x="2292467" y="1607382"/>
                  </a:lnTo>
                  <a:lnTo>
                    <a:pt x="2295084" y="1597461"/>
                  </a:lnTo>
                  <a:lnTo>
                    <a:pt x="2305800" y="1586733"/>
                  </a:lnTo>
                  <a:lnTo>
                    <a:pt x="2313942" y="1580711"/>
                  </a:lnTo>
                  <a:lnTo>
                    <a:pt x="2319122" y="1572829"/>
                  </a:lnTo>
                  <a:lnTo>
                    <a:pt x="2320827" y="1556928"/>
                  </a:lnTo>
                  <a:lnTo>
                    <a:pt x="2322193" y="1572555"/>
                  </a:lnTo>
                  <a:lnTo>
                    <a:pt x="2318193" y="1582634"/>
                  </a:lnTo>
                  <a:lnTo>
                    <a:pt x="2309128" y="1590441"/>
                  </a:lnTo>
                  <a:lnTo>
                    <a:pt x="2299505" y="1605733"/>
                  </a:lnTo>
                  <a:lnTo>
                    <a:pt x="2297188" y="1612199"/>
                  </a:lnTo>
                  <a:lnTo>
                    <a:pt x="2298204" y="1624406"/>
                  </a:lnTo>
                  <a:lnTo>
                    <a:pt x="2306778" y="1625890"/>
                  </a:lnTo>
                  <a:lnTo>
                    <a:pt x="2315641" y="1619637"/>
                  </a:lnTo>
                  <a:lnTo>
                    <a:pt x="2324095" y="1619144"/>
                  </a:lnTo>
                  <a:lnTo>
                    <a:pt x="2325526" y="1626342"/>
                  </a:lnTo>
                  <a:lnTo>
                    <a:pt x="2329794" y="1632911"/>
                  </a:lnTo>
                  <a:lnTo>
                    <a:pt x="2336565" y="1640608"/>
                  </a:lnTo>
                  <a:lnTo>
                    <a:pt x="2339024" y="1634293"/>
                  </a:lnTo>
                  <a:lnTo>
                    <a:pt x="2338985" y="1626848"/>
                  </a:lnTo>
                  <a:lnTo>
                    <a:pt x="2350062" y="1644693"/>
                  </a:lnTo>
                  <a:lnTo>
                    <a:pt x="2369706" y="1649544"/>
                  </a:lnTo>
                  <a:lnTo>
                    <a:pt x="2385285" y="1657221"/>
                  </a:lnTo>
                  <a:lnTo>
                    <a:pt x="2391154" y="1664015"/>
                  </a:lnTo>
                  <a:lnTo>
                    <a:pt x="2397957" y="1669345"/>
                  </a:lnTo>
                  <a:lnTo>
                    <a:pt x="2398881" y="1661812"/>
                  </a:lnTo>
                  <a:lnTo>
                    <a:pt x="2395209" y="1653950"/>
                  </a:lnTo>
                  <a:lnTo>
                    <a:pt x="2390389" y="1643947"/>
                  </a:lnTo>
                  <a:lnTo>
                    <a:pt x="2364291" y="1617871"/>
                  </a:lnTo>
                  <a:lnTo>
                    <a:pt x="2361318" y="1606219"/>
                  </a:lnTo>
                  <a:lnTo>
                    <a:pt x="2360335" y="1595785"/>
                  </a:lnTo>
                  <a:lnTo>
                    <a:pt x="2362368" y="1600328"/>
                  </a:lnTo>
                  <a:lnTo>
                    <a:pt x="2363745" y="1606075"/>
                  </a:lnTo>
                  <a:lnTo>
                    <a:pt x="2372078" y="1620471"/>
                  </a:lnTo>
                  <a:lnTo>
                    <a:pt x="2379072" y="1624974"/>
                  </a:lnTo>
                  <a:lnTo>
                    <a:pt x="2387034" y="1630878"/>
                  </a:lnTo>
                  <a:lnTo>
                    <a:pt x="2392034" y="1629832"/>
                  </a:lnTo>
                  <a:lnTo>
                    <a:pt x="2389537" y="1622654"/>
                  </a:lnTo>
                  <a:lnTo>
                    <a:pt x="2384826" y="1614984"/>
                  </a:lnTo>
                  <a:lnTo>
                    <a:pt x="2380034" y="1606965"/>
                  </a:lnTo>
                  <a:lnTo>
                    <a:pt x="2376056" y="1577475"/>
                  </a:lnTo>
                  <a:lnTo>
                    <a:pt x="2377821" y="1571078"/>
                  </a:lnTo>
                  <a:lnTo>
                    <a:pt x="2378444" y="1563743"/>
                  </a:lnTo>
                  <a:lnTo>
                    <a:pt x="2377996" y="1555655"/>
                  </a:lnTo>
                  <a:lnTo>
                    <a:pt x="2380881" y="1549087"/>
                  </a:lnTo>
                  <a:lnTo>
                    <a:pt x="2378078" y="1541246"/>
                  </a:lnTo>
                  <a:lnTo>
                    <a:pt x="2373630" y="1532269"/>
                  </a:lnTo>
                  <a:lnTo>
                    <a:pt x="2375007" y="1531885"/>
                  </a:lnTo>
                  <a:lnTo>
                    <a:pt x="2383192" y="1537120"/>
                  </a:lnTo>
                  <a:lnTo>
                    <a:pt x="2389127" y="1531058"/>
                  </a:lnTo>
                  <a:lnTo>
                    <a:pt x="2388285" y="1523750"/>
                  </a:lnTo>
                  <a:lnTo>
                    <a:pt x="2381373" y="1519173"/>
                  </a:lnTo>
                  <a:lnTo>
                    <a:pt x="2371908" y="1505776"/>
                  </a:lnTo>
                  <a:lnTo>
                    <a:pt x="2372302" y="1503668"/>
                  </a:lnTo>
                  <a:lnTo>
                    <a:pt x="2389034" y="1509881"/>
                  </a:lnTo>
                  <a:lnTo>
                    <a:pt x="2391061" y="1505981"/>
                  </a:lnTo>
                  <a:lnTo>
                    <a:pt x="2390739" y="1498824"/>
                  </a:lnTo>
                  <a:lnTo>
                    <a:pt x="2395963" y="1495916"/>
                  </a:lnTo>
                  <a:lnTo>
                    <a:pt x="2397520" y="1490333"/>
                  </a:lnTo>
                  <a:lnTo>
                    <a:pt x="2397285" y="1487103"/>
                  </a:lnTo>
                  <a:lnTo>
                    <a:pt x="2399116" y="1484811"/>
                  </a:lnTo>
                  <a:lnTo>
                    <a:pt x="2405209" y="1496183"/>
                  </a:lnTo>
                  <a:lnTo>
                    <a:pt x="2407394" y="1492064"/>
                  </a:lnTo>
                  <a:lnTo>
                    <a:pt x="2408422" y="1479946"/>
                  </a:lnTo>
                  <a:lnTo>
                    <a:pt x="2411176" y="1482512"/>
                  </a:lnTo>
                  <a:lnTo>
                    <a:pt x="2411984" y="1488171"/>
                  </a:lnTo>
                  <a:lnTo>
                    <a:pt x="2420318" y="1484907"/>
                  </a:lnTo>
                  <a:lnTo>
                    <a:pt x="2425252" y="1480720"/>
                  </a:lnTo>
                  <a:lnTo>
                    <a:pt x="2427105" y="1475506"/>
                  </a:lnTo>
                  <a:lnTo>
                    <a:pt x="2426618" y="1467562"/>
                  </a:lnTo>
                  <a:lnTo>
                    <a:pt x="2429088" y="1462779"/>
                  </a:lnTo>
                  <a:lnTo>
                    <a:pt x="2435432" y="1461719"/>
                  </a:lnTo>
                  <a:lnTo>
                    <a:pt x="2440733" y="1459427"/>
                  </a:lnTo>
                  <a:lnTo>
                    <a:pt x="2439449" y="1470703"/>
                  </a:lnTo>
                  <a:lnTo>
                    <a:pt x="2450356" y="1469820"/>
                  </a:lnTo>
                  <a:lnTo>
                    <a:pt x="2445820" y="1475779"/>
                  </a:lnTo>
                  <a:lnTo>
                    <a:pt x="2441203" y="1477004"/>
                  </a:lnTo>
                  <a:lnTo>
                    <a:pt x="2435788" y="1483840"/>
                  </a:lnTo>
                  <a:lnTo>
                    <a:pt x="2442995" y="1485557"/>
                  </a:lnTo>
                  <a:lnTo>
                    <a:pt x="2450017" y="1488725"/>
                  </a:lnTo>
                  <a:lnTo>
                    <a:pt x="2438826" y="1489943"/>
                  </a:lnTo>
                  <a:lnTo>
                    <a:pt x="2427815" y="1489724"/>
                  </a:lnTo>
                  <a:lnTo>
                    <a:pt x="2419001" y="1497264"/>
                  </a:lnTo>
                  <a:lnTo>
                    <a:pt x="2409760" y="1514561"/>
                  </a:lnTo>
                  <a:lnTo>
                    <a:pt x="2411870" y="1532494"/>
                  </a:lnTo>
                  <a:lnTo>
                    <a:pt x="2421258" y="1524181"/>
                  </a:lnTo>
                  <a:lnTo>
                    <a:pt x="2421006" y="1529901"/>
                  </a:lnTo>
                  <a:lnTo>
                    <a:pt x="2415356" y="1542710"/>
                  </a:lnTo>
                  <a:lnTo>
                    <a:pt x="2408717" y="1540123"/>
                  </a:lnTo>
                  <a:lnTo>
                    <a:pt x="2401138" y="1540096"/>
                  </a:lnTo>
                  <a:lnTo>
                    <a:pt x="2399252" y="1548026"/>
                  </a:lnTo>
                  <a:lnTo>
                    <a:pt x="2399132" y="1554218"/>
                  </a:lnTo>
                  <a:lnTo>
                    <a:pt x="2409187" y="1549388"/>
                  </a:lnTo>
                  <a:lnTo>
                    <a:pt x="2414755" y="1553240"/>
                  </a:lnTo>
                  <a:lnTo>
                    <a:pt x="2417318" y="1562046"/>
                  </a:lnTo>
                  <a:lnTo>
                    <a:pt x="2408498" y="1566261"/>
                  </a:lnTo>
                  <a:lnTo>
                    <a:pt x="2402526" y="1566883"/>
                  </a:lnTo>
                  <a:lnTo>
                    <a:pt x="2397957" y="1582094"/>
                  </a:lnTo>
                  <a:lnTo>
                    <a:pt x="2401657" y="1580246"/>
                  </a:lnTo>
                  <a:lnTo>
                    <a:pt x="2404990" y="1573294"/>
                  </a:lnTo>
                  <a:lnTo>
                    <a:pt x="2412301" y="1575279"/>
                  </a:lnTo>
                  <a:lnTo>
                    <a:pt x="2416553" y="1582511"/>
                  </a:lnTo>
                  <a:lnTo>
                    <a:pt x="2429766" y="1594485"/>
                  </a:lnTo>
                  <a:lnTo>
                    <a:pt x="2434241" y="1593944"/>
                  </a:lnTo>
                  <a:lnTo>
                    <a:pt x="2436033" y="1597222"/>
                  </a:lnTo>
                  <a:lnTo>
                    <a:pt x="2423498" y="1597242"/>
                  </a:lnTo>
                  <a:lnTo>
                    <a:pt x="2413935" y="1594847"/>
                  </a:lnTo>
                  <a:lnTo>
                    <a:pt x="2406575" y="1597468"/>
                  </a:lnTo>
                  <a:lnTo>
                    <a:pt x="2403138" y="1612227"/>
                  </a:lnTo>
                  <a:lnTo>
                    <a:pt x="2406520" y="1620382"/>
                  </a:lnTo>
                  <a:lnTo>
                    <a:pt x="2412449" y="1630906"/>
                  </a:lnTo>
                  <a:lnTo>
                    <a:pt x="2423099" y="1637023"/>
                  </a:lnTo>
                  <a:lnTo>
                    <a:pt x="2430405" y="1642366"/>
                  </a:lnTo>
                  <a:lnTo>
                    <a:pt x="2433864" y="1640218"/>
                  </a:lnTo>
                  <a:lnTo>
                    <a:pt x="2435389" y="1636311"/>
                  </a:lnTo>
                  <a:lnTo>
                    <a:pt x="2437733" y="1635025"/>
                  </a:lnTo>
                  <a:lnTo>
                    <a:pt x="2439787" y="1640711"/>
                  </a:lnTo>
                  <a:lnTo>
                    <a:pt x="2443159" y="1638145"/>
                  </a:lnTo>
                  <a:lnTo>
                    <a:pt x="2448580" y="1631720"/>
                  </a:lnTo>
                  <a:lnTo>
                    <a:pt x="2451951" y="1630803"/>
                  </a:lnTo>
                  <a:lnTo>
                    <a:pt x="2449929" y="1636872"/>
                  </a:lnTo>
                  <a:lnTo>
                    <a:pt x="2451367" y="1644932"/>
                  </a:lnTo>
                  <a:lnTo>
                    <a:pt x="2449011" y="1651556"/>
                  </a:lnTo>
                  <a:lnTo>
                    <a:pt x="2444186" y="1657823"/>
                  </a:lnTo>
                  <a:lnTo>
                    <a:pt x="2448301" y="1660909"/>
                  </a:lnTo>
                  <a:lnTo>
                    <a:pt x="2452296" y="1661867"/>
                  </a:lnTo>
                  <a:lnTo>
                    <a:pt x="2459044" y="1669393"/>
                  </a:lnTo>
                  <a:lnTo>
                    <a:pt x="2455268" y="1676947"/>
                  </a:lnTo>
                  <a:lnTo>
                    <a:pt x="2452831" y="1685520"/>
                  </a:lnTo>
                  <a:lnTo>
                    <a:pt x="2465776" y="1685219"/>
                  </a:lnTo>
                  <a:lnTo>
                    <a:pt x="2474268" y="1687990"/>
                  </a:lnTo>
                  <a:lnTo>
                    <a:pt x="2467547" y="1706567"/>
                  </a:lnTo>
                  <a:lnTo>
                    <a:pt x="2459372" y="1715681"/>
                  </a:lnTo>
                  <a:lnTo>
                    <a:pt x="2448656" y="1734907"/>
                  </a:lnTo>
                  <a:lnTo>
                    <a:pt x="2438930" y="1765834"/>
                  </a:lnTo>
                  <a:lnTo>
                    <a:pt x="2436432" y="1784698"/>
                  </a:lnTo>
                  <a:lnTo>
                    <a:pt x="2437869" y="1791930"/>
                  </a:lnTo>
                  <a:lnTo>
                    <a:pt x="2443481" y="1800380"/>
                  </a:lnTo>
                  <a:lnTo>
                    <a:pt x="2452476" y="1780100"/>
                  </a:lnTo>
                  <a:lnTo>
                    <a:pt x="2457170" y="1762084"/>
                  </a:lnTo>
                  <a:lnTo>
                    <a:pt x="2462224" y="1755386"/>
                  </a:lnTo>
                  <a:lnTo>
                    <a:pt x="2469842" y="1749310"/>
                  </a:lnTo>
                  <a:lnTo>
                    <a:pt x="2477372" y="1746648"/>
                  </a:lnTo>
                  <a:lnTo>
                    <a:pt x="2482344" y="1743378"/>
                  </a:lnTo>
                  <a:lnTo>
                    <a:pt x="2481306" y="1733217"/>
                  </a:lnTo>
                  <a:lnTo>
                    <a:pt x="2505973" y="1678035"/>
                  </a:lnTo>
                  <a:lnTo>
                    <a:pt x="2508486" y="1672424"/>
                  </a:lnTo>
                  <a:lnTo>
                    <a:pt x="2515393" y="1663434"/>
                  </a:lnTo>
                  <a:lnTo>
                    <a:pt x="2522819" y="1647587"/>
                  </a:lnTo>
                  <a:lnTo>
                    <a:pt x="2530142" y="1645794"/>
                  </a:lnTo>
                  <a:lnTo>
                    <a:pt x="2532213" y="1639760"/>
                  </a:lnTo>
                  <a:lnTo>
                    <a:pt x="2533027" y="1627683"/>
                  </a:lnTo>
                  <a:lnTo>
                    <a:pt x="2534983" y="1624618"/>
                  </a:lnTo>
                  <a:lnTo>
                    <a:pt x="2538005" y="1621929"/>
                  </a:lnTo>
                  <a:lnTo>
                    <a:pt x="2539836" y="1624084"/>
                  </a:lnTo>
                  <a:lnTo>
                    <a:pt x="2539726" y="1630290"/>
                  </a:lnTo>
                  <a:lnTo>
                    <a:pt x="2542311" y="1627868"/>
                  </a:lnTo>
                  <a:lnTo>
                    <a:pt x="2543710" y="1621792"/>
                  </a:lnTo>
                  <a:lnTo>
                    <a:pt x="2543836" y="1617700"/>
                  </a:lnTo>
                  <a:lnTo>
                    <a:pt x="2544032" y="1611009"/>
                  </a:lnTo>
                  <a:lnTo>
                    <a:pt x="2539896" y="1600444"/>
                  </a:lnTo>
                  <a:lnTo>
                    <a:pt x="2535644" y="1597550"/>
                  </a:lnTo>
                  <a:lnTo>
                    <a:pt x="2527109" y="1598706"/>
                  </a:lnTo>
                  <a:lnTo>
                    <a:pt x="2533672" y="1592918"/>
                  </a:lnTo>
                  <a:lnTo>
                    <a:pt x="2538650" y="1580253"/>
                  </a:lnTo>
                  <a:lnTo>
                    <a:pt x="2538125" y="1572583"/>
                  </a:lnTo>
                  <a:lnTo>
                    <a:pt x="2527338" y="1566719"/>
                  </a:lnTo>
                  <a:lnTo>
                    <a:pt x="2513311" y="1546097"/>
                  </a:lnTo>
                  <a:lnTo>
                    <a:pt x="2504158" y="1528410"/>
                  </a:lnTo>
                  <a:lnTo>
                    <a:pt x="2501869" y="1501978"/>
                  </a:lnTo>
                  <a:lnTo>
                    <a:pt x="2489874" y="1484962"/>
                  </a:lnTo>
                  <a:lnTo>
                    <a:pt x="2483825" y="1474575"/>
                  </a:lnTo>
                  <a:lnTo>
                    <a:pt x="2484563" y="1463922"/>
                  </a:lnTo>
                  <a:lnTo>
                    <a:pt x="2482962" y="1458811"/>
                  </a:lnTo>
                  <a:lnTo>
                    <a:pt x="2482290" y="1451620"/>
                  </a:lnTo>
                  <a:lnTo>
                    <a:pt x="2491852" y="1440884"/>
                  </a:lnTo>
                  <a:lnTo>
                    <a:pt x="2496076" y="1431976"/>
                  </a:lnTo>
                  <a:lnTo>
                    <a:pt x="2500934" y="1427145"/>
                  </a:lnTo>
                  <a:lnTo>
                    <a:pt x="2503213" y="1424880"/>
                  </a:lnTo>
                  <a:lnTo>
                    <a:pt x="2512136" y="1420241"/>
                  </a:lnTo>
                  <a:lnTo>
                    <a:pt x="2528694" y="1416027"/>
                  </a:lnTo>
                  <a:lnTo>
                    <a:pt x="2539748" y="1403594"/>
                  </a:lnTo>
                  <a:lnTo>
                    <a:pt x="2536431" y="1410833"/>
                  </a:lnTo>
                  <a:lnTo>
                    <a:pt x="2530836" y="1419427"/>
                  </a:lnTo>
                  <a:lnTo>
                    <a:pt x="2508524" y="1425140"/>
                  </a:lnTo>
                  <a:lnTo>
                    <a:pt x="2500836" y="1430751"/>
                  </a:lnTo>
                  <a:lnTo>
                    <a:pt x="2495268" y="1441582"/>
                  </a:lnTo>
                  <a:lnTo>
                    <a:pt x="2489459" y="1457073"/>
                  </a:lnTo>
                  <a:lnTo>
                    <a:pt x="2489940" y="1466878"/>
                  </a:lnTo>
                  <a:lnTo>
                    <a:pt x="2489383" y="1472721"/>
                  </a:lnTo>
                  <a:lnTo>
                    <a:pt x="2508497" y="1493788"/>
                  </a:lnTo>
                  <a:lnTo>
                    <a:pt x="2522191" y="1501575"/>
                  </a:lnTo>
                  <a:lnTo>
                    <a:pt x="2532814" y="1512283"/>
                  </a:lnTo>
                  <a:lnTo>
                    <a:pt x="2542431" y="1511865"/>
                  </a:lnTo>
                  <a:lnTo>
                    <a:pt x="2550814" y="1515033"/>
                  </a:lnTo>
                  <a:lnTo>
                    <a:pt x="2559573" y="1521027"/>
                  </a:lnTo>
                  <a:lnTo>
                    <a:pt x="2556967" y="1534800"/>
                  </a:lnTo>
                  <a:lnTo>
                    <a:pt x="2553163" y="1548423"/>
                  </a:lnTo>
                  <a:lnTo>
                    <a:pt x="2556617" y="1549662"/>
                  </a:lnTo>
                  <a:lnTo>
                    <a:pt x="2571048" y="1541143"/>
                  </a:lnTo>
                  <a:lnTo>
                    <a:pt x="2587671" y="1512283"/>
                  </a:lnTo>
                  <a:lnTo>
                    <a:pt x="2592278" y="1506727"/>
                  </a:lnTo>
                  <a:lnTo>
                    <a:pt x="2592480" y="1500411"/>
                  </a:lnTo>
                  <a:lnTo>
                    <a:pt x="2595196" y="1497113"/>
                  </a:lnTo>
                  <a:lnTo>
                    <a:pt x="2602081" y="1492803"/>
                  </a:lnTo>
                  <a:lnTo>
                    <a:pt x="2606873" y="1493405"/>
                  </a:lnTo>
                  <a:lnTo>
                    <a:pt x="2611971" y="1487151"/>
                  </a:lnTo>
                  <a:lnTo>
                    <a:pt x="2613982" y="1477716"/>
                  </a:lnTo>
                  <a:lnTo>
                    <a:pt x="2616332" y="1473193"/>
                  </a:lnTo>
                  <a:lnTo>
                    <a:pt x="2614409" y="1464510"/>
                  </a:lnTo>
                  <a:lnTo>
                    <a:pt x="2622960" y="1466317"/>
                  </a:lnTo>
                  <a:lnTo>
                    <a:pt x="2631250" y="1455390"/>
                  </a:lnTo>
                  <a:lnTo>
                    <a:pt x="2640250" y="1439591"/>
                  </a:lnTo>
                  <a:lnTo>
                    <a:pt x="2646796" y="1409951"/>
                  </a:lnTo>
                  <a:lnTo>
                    <a:pt x="2649217" y="1404648"/>
                  </a:lnTo>
                  <a:lnTo>
                    <a:pt x="2652731" y="1402246"/>
                  </a:lnTo>
                  <a:lnTo>
                    <a:pt x="2650561" y="1425229"/>
                  </a:lnTo>
                  <a:lnTo>
                    <a:pt x="2651015" y="1430970"/>
                  </a:lnTo>
                  <a:lnTo>
                    <a:pt x="2654485" y="1412065"/>
                  </a:lnTo>
                  <a:lnTo>
                    <a:pt x="2656791" y="1391053"/>
                  </a:lnTo>
                  <a:lnTo>
                    <a:pt x="2659512" y="1377272"/>
                  </a:lnTo>
                  <a:lnTo>
                    <a:pt x="2663097" y="1366174"/>
                  </a:lnTo>
                  <a:lnTo>
                    <a:pt x="2664703" y="1355268"/>
                  </a:lnTo>
                  <a:lnTo>
                    <a:pt x="2663064" y="1345182"/>
                  </a:lnTo>
                  <a:lnTo>
                    <a:pt x="2660135" y="1337923"/>
                  </a:lnTo>
                  <a:lnTo>
                    <a:pt x="2654381" y="1341050"/>
                  </a:lnTo>
                  <a:lnTo>
                    <a:pt x="2632933" y="1337348"/>
                  </a:lnTo>
                  <a:lnTo>
                    <a:pt x="2630392" y="1327208"/>
                  </a:lnTo>
                  <a:lnTo>
                    <a:pt x="2634589" y="1316083"/>
                  </a:lnTo>
                  <a:lnTo>
                    <a:pt x="2639015" y="1310479"/>
                  </a:lnTo>
                  <a:lnTo>
                    <a:pt x="2642824" y="1306941"/>
                  </a:lnTo>
                  <a:lnTo>
                    <a:pt x="2646949" y="1304971"/>
                  </a:lnTo>
                  <a:lnTo>
                    <a:pt x="2652425" y="1300441"/>
                  </a:lnTo>
                  <a:lnTo>
                    <a:pt x="2657108" y="1295289"/>
                  </a:lnTo>
                  <a:lnTo>
                    <a:pt x="2668107" y="1273168"/>
                  </a:lnTo>
                  <a:lnTo>
                    <a:pt x="2670025" y="1262241"/>
                  </a:lnTo>
                  <a:lnTo>
                    <a:pt x="2670118" y="1261701"/>
                  </a:lnTo>
                  <a:lnTo>
                    <a:pt x="2669173" y="1242125"/>
                  </a:lnTo>
                  <a:lnTo>
                    <a:pt x="2663326" y="1226162"/>
                  </a:lnTo>
                  <a:lnTo>
                    <a:pt x="2668315" y="1230596"/>
                  </a:lnTo>
                  <a:lnTo>
                    <a:pt x="2673140" y="1237247"/>
                  </a:lnTo>
                  <a:lnTo>
                    <a:pt x="2674288" y="1253422"/>
                  </a:lnTo>
                  <a:lnTo>
                    <a:pt x="2670397" y="1273421"/>
                  </a:lnTo>
                  <a:lnTo>
                    <a:pt x="2665714" y="1283746"/>
                  </a:lnTo>
                  <a:lnTo>
                    <a:pt x="2661403" y="1295994"/>
                  </a:lnTo>
                  <a:lnTo>
                    <a:pt x="2665867" y="1292409"/>
                  </a:lnTo>
                  <a:lnTo>
                    <a:pt x="2669954" y="1286921"/>
                  </a:lnTo>
                  <a:lnTo>
                    <a:pt x="2676605" y="1284779"/>
                  </a:lnTo>
                  <a:lnTo>
                    <a:pt x="2684692" y="1278190"/>
                  </a:lnTo>
                  <a:lnTo>
                    <a:pt x="2696736" y="1265936"/>
                  </a:lnTo>
                  <a:lnTo>
                    <a:pt x="2701315" y="1262296"/>
                  </a:lnTo>
                  <a:lnTo>
                    <a:pt x="2706626" y="1258088"/>
                  </a:lnTo>
                  <a:lnTo>
                    <a:pt x="2751473" y="1236515"/>
                  </a:lnTo>
                  <a:lnTo>
                    <a:pt x="2769216" y="1230822"/>
                  </a:lnTo>
                  <a:lnTo>
                    <a:pt x="2780297" y="1221195"/>
                  </a:lnTo>
                  <a:lnTo>
                    <a:pt x="2788975" y="1223898"/>
                  </a:lnTo>
                  <a:lnTo>
                    <a:pt x="2830133" y="1222509"/>
                  </a:lnTo>
                  <a:lnTo>
                    <a:pt x="2842259" y="1217411"/>
                  </a:lnTo>
                  <a:lnTo>
                    <a:pt x="2854094" y="1220285"/>
                  </a:lnTo>
                  <a:lnTo>
                    <a:pt x="2875515" y="1215454"/>
                  </a:lnTo>
                  <a:lnTo>
                    <a:pt x="2891624" y="1213361"/>
                  </a:lnTo>
                  <a:lnTo>
                    <a:pt x="2901422" y="1214141"/>
                  </a:lnTo>
                  <a:lnTo>
                    <a:pt x="2909602" y="1214784"/>
                  </a:lnTo>
                  <a:lnTo>
                    <a:pt x="2937181" y="1208051"/>
                  </a:lnTo>
                  <a:lnTo>
                    <a:pt x="2946028" y="1197576"/>
                  </a:lnTo>
                  <a:lnTo>
                    <a:pt x="2947957" y="1172410"/>
                  </a:lnTo>
                  <a:lnTo>
                    <a:pt x="2954995" y="1162680"/>
                  </a:lnTo>
                  <a:lnTo>
                    <a:pt x="2952033" y="1149708"/>
                  </a:lnTo>
                  <a:lnTo>
                    <a:pt x="2955498" y="1150980"/>
                  </a:lnTo>
                  <a:lnTo>
                    <a:pt x="2958694" y="1154340"/>
                  </a:lnTo>
                  <a:lnTo>
                    <a:pt x="2960918" y="1160279"/>
                  </a:lnTo>
                  <a:lnTo>
                    <a:pt x="2965356" y="1165691"/>
                  </a:lnTo>
                  <a:lnTo>
                    <a:pt x="2969530" y="1162147"/>
                  </a:lnTo>
                  <a:lnTo>
                    <a:pt x="2975738" y="1156892"/>
                  </a:lnTo>
                  <a:lnTo>
                    <a:pt x="2979049" y="1156659"/>
                  </a:lnTo>
                  <a:lnTo>
                    <a:pt x="2972831" y="1171315"/>
                  </a:lnTo>
                  <a:lnTo>
                    <a:pt x="2974607" y="1188790"/>
                  </a:lnTo>
                  <a:lnTo>
                    <a:pt x="2976831" y="1192574"/>
                  </a:lnTo>
                  <a:lnTo>
                    <a:pt x="2986765" y="1185752"/>
                  </a:lnTo>
                  <a:lnTo>
                    <a:pt x="2998579" y="1184288"/>
                  </a:lnTo>
                  <a:lnTo>
                    <a:pt x="3029142" y="1160984"/>
                  </a:lnTo>
                  <a:lnTo>
                    <a:pt x="3033022" y="1161647"/>
                  </a:lnTo>
                  <a:lnTo>
                    <a:pt x="3034262" y="1175941"/>
                  </a:lnTo>
                  <a:lnTo>
                    <a:pt x="3032841" y="1182920"/>
                  </a:lnTo>
                  <a:lnTo>
                    <a:pt x="3034065" y="1186293"/>
                  </a:lnTo>
                  <a:lnTo>
                    <a:pt x="3053737" y="1179533"/>
                  </a:lnTo>
                  <a:lnTo>
                    <a:pt x="3062316" y="1173306"/>
                  </a:lnTo>
                  <a:lnTo>
                    <a:pt x="3100944" y="1166238"/>
                  </a:lnTo>
                  <a:lnTo>
                    <a:pt x="3109086" y="1165308"/>
                  </a:lnTo>
                  <a:lnTo>
                    <a:pt x="3113354" y="1166266"/>
                  </a:lnTo>
                  <a:lnTo>
                    <a:pt x="3115010" y="1161599"/>
                  </a:lnTo>
                  <a:lnTo>
                    <a:pt x="3114141" y="1147949"/>
                  </a:lnTo>
                  <a:lnTo>
                    <a:pt x="3110081" y="1126451"/>
                  </a:lnTo>
                  <a:lnTo>
                    <a:pt x="3095414" y="1110050"/>
                  </a:lnTo>
                  <a:lnTo>
                    <a:pt x="3089715" y="1107416"/>
                  </a:lnTo>
                  <a:lnTo>
                    <a:pt x="3084830" y="1106869"/>
                  </a:lnTo>
                  <a:lnTo>
                    <a:pt x="3080628" y="1108244"/>
                  </a:lnTo>
                  <a:lnTo>
                    <a:pt x="3081136" y="1111070"/>
                  </a:lnTo>
                  <a:lnTo>
                    <a:pt x="3085644" y="1116106"/>
                  </a:lnTo>
                  <a:lnTo>
                    <a:pt x="3088294" y="1112226"/>
                  </a:lnTo>
                  <a:lnTo>
                    <a:pt x="3095267" y="1116804"/>
                  </a:lnTo>
                  <a:lnTo>
                    <a:pt x="3097529" y="1123872"/>
                  </a:lnTo>
                  <a:lnTo>
                    <a:pt x="3106922" y="1138918"/>
                  </a:lnTo>
                  <a:lnTo>
                    <a:pt x="3107447" y="1145383"/>
                  </a:lnTo>
                  <a:lnTo>
                    <a:pt x="3092496" y="1153272"/>
                  </a:lnTo>
                  <a:lnTo>
                    <a:pt x="3074540" y="1159006"/>
                  </a:lnTo>
                  <a:lnTo>
                    <a:pt x="3059857" y="1155038"/>
                  </a:lnTo>
                  <a:lnTo>
                    <a:pt x="3050005" y="1148586"/>
                  </a:lnTo>
                  <a:lnTo>
                    <a:pt x="3046174" y="1129626"/>
                  </a:lnTo>
                  <a:lnTo>
                    <a:pt x="3034175" y="1122838"/>
                  </a:lnTo>
                  <a:lnTo>
                    <a:pt x="3035399" y="1118001"/>
                  </a:lnTo>
                  <a:lnTo>
                    <a:pt x="3038480" y="1115360"/>
                  </a:lnTo>
                  <a:lnTo>
                    <a:pt x="3024983" y="1088956"/>
                  </a:lnTo>
                  <a:lnTo>
                    <a:pt x="3016065" y="1083899"/>
                  </a:lnTo>
                  <a:lnTo>
                    <a:pt x="2996060" y="1078987"/>
                  </a:lnTo>
                  <a:lnTo>
                    <a:pt x="2990525" y="1074628"/>
                  </a:lnTo>
                  <a:lnTo>
                    <a:pt x="3003475" y="1060492"/>
                  </a:lnTo>
                  <a:lnTo>
                    <a:pt x="3010142" y="1051433"/>
                  </a:lnTo>
                  <a:lnTo>
                    <a:pt x="3014590" y="1043592"/>
                  </a:lnTo>
                  <a:lnTo>
                    <a:pt x="3023464" y="1041101"/>
                  </a:lnTo>
                  <a:lnTo>
                    <a:pt x="3033584" y="1034615"/>
                  </a:lnTo>
                  <a:lnTo>
                    <a:pt x="3039011" y="1033691"/>
                  </a:lnTo>
                  <a:lnTo>
                    <a:pt x="3039994" y="1029983"/>
                  </a:lnTo>
                  <a:lnTo>
                    <a:pt x="3037776" y="1026890"/>
                  </a:lnTo>
                  <a:lnTo>
                    <a:pt x="3034322" y="1026582"/>
                  </a:lnTo>
                  <a:lnTo>
                    <a:pt x="3029617" y="1027896"/>
                  </a:lnTo>
                  <a:lnTo>
                    <a:pt x="3025273" y="1027239"/>
                  </a:lnTo>
                  <a:lnTo>
                    <a:pt x="3020164" y="1019959"/>
                  </a:lnTo>
                  <a:lnTo>
                    <a:pt x="3018044" y="1012563"/>
                  </a:lnTo>
                  <a:lnTo>
                    <a:pt x="3014825" y="1005372"/>
                  </a:lnTo>
                  <a:lnTo>
                    <a:pt x="3017393" y="998167"/>
                  </a:lnTo>
                  <a:lnTo>
                    <a:pt x="3020579" y="989224"/>
                  </a:lnTo>
                  <a:lnTo>
                    <a:pt x="3025563" y="971085"/>
                  </a:lnTo>
                  <a:lnTo>
                    <a:pt x="3030257" y="965577"/>
                  </a:lnTo>
                  <a:lnTo>
                    <a:pt x="3035721" y="962060"/>
                  </a:lnTo>
                  <a:lnTo>
                    <a:pt x="3049333" y="932016"/>
                  </a:lnTo>
                  <a:lnTo>
                    <a:pt x="3067354" y="913604"/>
                  </a:lnTo>
                  <a:lnTo>
                    <a:pt x="3084934" y="893159"/>
                  </a:lnTo>
                  <a:lnTo>
                    <a:pt x="3080983" y="888945"/>
                  </a:lnTo>
                  <a:lnTo>
                    <a:pt x="3077475" y="886741"/>
                  </a:lnTo>
                  <a:lnTo>
                    <a:pt x="3087595" y="873509"/>
                  </a:lnTo>
                  <a:lnTo>
                    <a:pt x="3100627" y="863943"/>
                  </a:lnTo>
                  <a:lnTo>
                    <a:pt x="3111496" y="861076"/>
                  </a:lnTo>
                  <a:lnTo>
                    <a:pt x="3110458" y="866263"/>
                  </a:lnTo>
                  <a:lnTo>
                    <a:pt x="3110480" y="870491"/>
                  </a:lnTo>
                  <a:lnTo>
                    <a:pt x="3115933" y="869212"/>
                  </a:lnTo>
                  <a:lnTo>
                    <a:pt x="3121873" y="866058"/>
                  </a:lnTo>
                  <a:lnTo>
                    <a:pt x="3125474" y="870211"/>
                  </a:lnTo>
                  <a:lnTo>
                    <a:pt x="3129053" y="872674"/>
                  </a:lnTo>
                  <a:lnTo>
                    <a:pt x="3130928" y="868062"/>
                  </a:lnTo>
                  <a:lnTo>
                    <a:pt x="3129627" y="859427"/>
                  </a:lnTo>
                  <a:lnTo>
                    <a:pt x="3130512" y="853290"/>
                  </a:lnTo>
                  <a:lnTo>
                    <a:pt x="3133091" y="854918"/>
                  </a:lnTo>
                  <a:lnTo>
                    <a:pt x="3134239" y="860290"/>
                  </a:lnTo>
                  <a:lnTo>
                    <a:pt x="3137840" y="861507"/>
                  </a:lnTo>
                  <a:lnTo>
                    <a:pt x="3141277" y="847070"/>
                  </a:lnTo>
                  <a:lnTo>
                    <a:pt x="3146452" y="841624"/>
                  </a:lnTo>
                  <a:lnTo>
                    <a:pt x="3148255" y="847939"/>
                  </a:lnTo>
                  <a:lnTo>
                    <a:pt x="3149692" y="857498"/>
                  </a:lnTo>
                  <a:lnTo>
                    <a:pt x="3153490" y="856663"/>
                  </a:lnTo>
                  <a:lnTo>
                    <a:pt x="3157217" y="843184"/>
                  </a:lnTo>
                  <a:lnTo>
                    <a:pt x="3158911" y="846010"/>
                  </a:lnTo>
                  <a:lnTo>
                    <a:pt x="3161239" y="855151"/>
                  </a:lnTo>
                  <a:lnTo>
                    <a:pt x="3165703" y="854070"/>
                  </a:lnTo>
                  <a:lnTo>
                    <a:pt x="3170840" y="846893"/>
                  </a:lnTo>
                  <a:lnTo>
                    <a:pt x="3180960" y="840639"/>
                  </a:lnTo>
                  <a:lnTo>
                    <a:pt x="3194217" y="842664"/>
                  </a:lnTo>
                  <a:lnTo>
                    <a:pt x="3204156" y="835466"/>
                  </a:lnTo>
                  <a:lnTo>
                    <a:pt x="3211867" y="827098"/>
                  </a:lnTo>
                  <a:lnTo>
                    <a:pt x="3212402" y="816616"/>
                  </a:lnTo>
                  <a:lnTo>
                    <a:pt x="3224424" y="791991"/>
                  </a:lnTo>
                  <a:lnTo>
                    <a:pt x="3223828" y="779976"/>
                  </a:lnTo>
                  <a:lnTo>
                    <a:pt x="3236599" y="772798"/>
                  </a:lnTo>
                  <a:lnTo>
                    <a:pt x="3241877" y="763780"/>
                  </a:lnTo>
                  <a:lnTo>
                    <a:pt x="3246074" y="760790"/>
                  </a:lnTo>
                  <a:lnTo>
                    <a:pt x="3245757" y="769336"/>
                  </a:lnTo>
                  <a:lnTo>
                    <a:pt x="3242467" y="777082"/>
                  </a:lnTo>
                  <a:lnTo>
                    <a:pt x="3244473" y="778265"/>
                  </a:lnTo>
                  <a:lnTo>
                    <a:pt x="3249074" y="777082"/>
                  </a:lnTo>
                  <a:lnTo>
                    <a:pt x="3251959" y="778751"/>
                  </a:lnTo>
                  <a:lnTo>
                    <a:pt x="3242582" y="787276"/>
                  </a:lnTo>
                  <a:lnTo>
                    <a:pt x="3240566" y="793215"/>
                  </a:lnTo>
                  <a:lnTo>
                    <a:pt x="3250484" y="792805"/>
                  </a:lnTo>
                  <a:lnTo>
                    <a:pt x="3262937" y="797252"/>
                  </a:lnTo>
                  <a:lnTo>
                    <a:pt x="3267374" y="802815"/>
                  </a:lnTo>
                  <a:lnTo>
                    <a:pt x="3271833" y="804526"/>
                  </a:lnTo>
                  <a:lnTo>
                    <a:pt x="3273855" y="798183"/>
                  </a:lnTo>
                  <a:lnTo>
                    <a:pt x="3273074" y="787489"/>
                  </a:lnTo>
                  <a:lnTo>
                    <a:pt x="3277773" y="778320"/>
                  </a:lnTo>
                  <a:lnTo>
                    <a:pt x="3281002" y="769637"/>
                  </a:lnTo>
                  <a:lnTo>
                    <a:pt x="3284778" y="775036"/>
                  </a:lnTo>
                  <a:lnTo>
                    <a:pt x="3289603" y="778395"/>
                  </a:lnTo>
                  <a:lnTo>
                    <a:pt x="3295980" y="774365"/>
                  </a:lnTo>
                  <a:lnTo>
                    <a:pt x="3300379" y="769671"/>
                  </a:lnTo>
                  <a:lnTo>
                    <a:pt x="3303926" y="768631"/>
                  </a:lnTo>
                  <a:lnTo>
                    <a:pt x="3309243" y="768570"/>
                  </a:lnTo>
                  <a:lnTo>
                    <a:pt x="3314412" y="770424"/>
                  </a:lnTo>
                  <a:lnTo>
                    <a:pt x="3318303" y="772018"/>
                  </a:lnTo>
                  <a:lnTo>
                    <a:pt x="3320942" y="779278"/>
                  </a:lnTo>
                  <a:lnTo>
                    <a:pt x="3325089" y="786914"/>
                  </a:lnTo>
                  <a:lnTo>
                    <a:pt x="3329865" y="784594"/>
                  </a:lnTo>
                  <a:lnTo>
                    <a:pt x="3333122" y="781892"/>
                  </a:lnTo>
                  <a:lnTo>
                    <a:pt x="3335603" y="775706"/>
                  </a:lnTo>
                  <a:lnTo>
                    <a:pt x="3341832" y="777205"/>
                  </a:lnTo>
                  <a:lnTo>
                    <a:pt x="3349439" y="760017"/>
                  </a:lnTo>
                  <a:lnTo>
                    <a:pt x="3354876" y="758697"/>
                  </a:lnTo>
                  <a:lnTo>
                    <a:pt x="3362002" y="761386"/>
                  </a:lnTo>
                  <a:lnTo>
                    <a:pt x="3370264" y="761960"/>
                  </a:lnTo>
                  <a:lnTo>
                    <a:pt x="3376297" y="759942"/>
                  </a:lnTo>
                  <a:lnTo>
                    <a:pt x="3381116" y="750418"/>
                  </a:lnTo>
                  <a:lnTo>
                    <a:pt x="3392105" y="748769"/>
                  </a:lnTo>
                  <a:lnTo>
                    <a:pt x="3402597" y="743117"/>
                  </a:lnTo>
                  <a:lnTo>
                    <a:pt x="3421935" y="746100"/>
                  </a:lnTo>
                  <a:lnTo>
                    <a:pt x="3444793" y="724787"/>
                  </a:lnTo>
                  <a:lnTo>
                    <a:pt x="3444296" y="721715"/>
                  </a:lnTo>
                  <a:lnTo>
                    <a:pt x="3441771" y="719169"/>
                  </a:lnTo>
                  <a:lnTo>
                    <a:pt x="3431394" y="716747"/>
                  </a:lnTo>
                  <a:lnTo>
                    <a:pt x="3430591" y="708434"/>
                  </a:lnTo>
                  <a:lnTo>
                    <a:pt x="3434334" y="702160"/>
                  </a:lnTo>
                  <a:lnTo>
                    <a:pt x="3431897" y="688345"/>
                  </a:lnTo>
                  <a:lnTo>
                    <a:pt x="3428750" y="681161"/>
                  </a:lnTo>
                  <a:lnTo>
                    <a:pt x="3429367" y="676898"/>
                  </a:lnTo>
                  <a:lnTo>
                    <a:pt x="3433930" y="680470"/>
                  </a:lnTo>
                  <a:lnTo>
                    <a:pt x="3445962" y="678616"/>
                  </a:lnTo>
                  <a:lnTo>
                    <a:pt x="3452438" y="680237"/>
                  </a:lnTo>
                  <a:lnTo>
                    <a:pt x="3453613" y="686956"/>
                  </a:lnTo>
                  <a:lnTo>
                    <a:pt x="3457613" y="691212"/>
                  </a:lnTo>
                  <a:lnTo>
                    <a:pt x="3476110" y="688954"/>
                  </a:lnTo>
                  <a:lnTo>
                    <a:pt x="3498071" y="680552"/>
                  </a:lnTo>
                  <a:lnTo>
                    <a:pt x="3506027" y="687202"/>
                  </a:lnTo>
                  <a:lnTo>
                    <a:pt x="3515863" y="681975"/>
                  </a:lnTo>
                  <a:lnTo>
                    <a:pt x="3527098" y="674154"/>
                  </a:lnTo>
                  <a:lnTo>
                    <a:pt x="3539164" y="668749"/>
                  </a:lnTo>
                  <a:lnTo>
                    <a:pt x="3543240" y="664637"/>
                  </a:lnTo>
                  <a:lnTo>
                    <a:pt x="3534803" y="653669"/>
                  </a:lnTo>
                  <a:lnTo>
                    <a:pt x="3545207" y="648004"/>
                  </a:lnTo>
                  <a:lnTo>
                    <a:pt x="3547989" y="644473"/>
                  </a:lnTo>
                  <a:lnTo>
                    <a:pt x="3552278" y="642126"/>
                  </a:lnTo>
                  <a:lnTo>
                    <a:pt x="3547792" y="650268"/>
                  </a:lnTo>
                  <a:lnTo>
                    <a:pt x="3542967" y="656276"/>
                  </a:lnTo>
                  <a:lnTo>
                    <a:pt x="3560218" y="669467"/>
                  </a:lnTo>
                  <a:lnTo>
                    <a:pt x="3568180" y="669406"/>
                  </a:lnTo>
                  <a:lnTo>
                    <a:pt x="3606168" y="653375"/>
                  </a:lnTo>
                  <a:lnTo>
                    <a:pt x="3635567" y="634346"/>
                  </a:lnTo>
                  <a:lnTo>
                    <a:pt x="3660752" y="624377"/>
                  </a:lnTo>
                  <a:lnTo>
                    <a:pt x="3678588" y="612924"/>
                  </a:lnTo>
                  <a:lnTo>
                    <a:pt x="3691949" y="611179"/>
                  </a:lnTo>
                  <a:lnTo>
                    <a:pt x="3712637" y="586622"/>
                  </a:lnTo>
                  <a:lnTo>
                    <a:pt x="3707222" y="572657"/>
                  </a:lnTo>
                  <a:lnTo>
                    <a:pt x="3708266" y="567991"/>
                  </a:lnTo>
                  <a:lnTo>
                    <a:pt x="3719052" y="579205"/>
                  </a:lnTo>
                  <a:lnTo>
                    <a:pt x="3725107" y="587648"/>
                  </a:lnTo>
                  <a:lnTo>
                    <a:pt x="3733856" y="584768"/>
                  </a:lnTo>
                  <a:lnTo>
                    <a:pt x="3743861" y="583536"/>
                  </a:lnTo>
                  <a:lnTo>
                    <a:pt x="3739779" y="590892"/>
                  </a:lnTo>
                  <a:lnTo>
                    <a:pt x="3734637" y="594723"/>
                  </a:lnTo>
                  <a:lnTo>
                    <a:pt x="3716397" y="612992"/>
                  </a:lnTo>
                  <a:lnTo>
                    <a:pt x="3686479" y="634004"/>
                  </a:lnTo>
                  <a:lnTo>
                    <a:pt x="3676911" y="648120"/>
                  </a:lnTo>
                  <a:lnTo>
                    <a:pt x="3681359" y="650953"/>
                  </a:lnTo>
                  <a:lnTo>
                    <a:pt x="3685971" y="651561"/>
                  </a:lnTo>
                  <a:lnTo>
                    <a:pt x="3695512" y="655188"/>
                  </a:lnTo>
                  <a:lnTo>
                    <a:pt x="3702850" y="646977"/>
                  </a:lnTo>
                  <a:lnTo>
                    <a:pt x="3711905" y="643180"/>
                  </a:lnTo>
                  <a:lnTo>
                    <a:pt x="3741424" y="646053"/>
                  </a:lnTo>
                  <a:lnTo>
                    <a:pt x="3769320" y="643063"/>
                  </a:lnTo>
                  <a:lnTo>
                    <a:pt x="3789543" y="647648"/>
                  </a:lnTo>
                  <a:lnTo>
                    <a:pt x="3822221" y="645410"/>
                  </a:lnTo>
                  <a:lnTo>
                    <a:pt x="3849800" y="649522"/>
                  </a:lnTo>
                  <a:lnTo>
                    <a:pt x="3839477" y="655646"/>
                  </a:lnTo>
                  <a:lnTo>
                    <a:pt x="3807237" y="657076"/>
                  </a:lnTo>
                  <a:lnTo>
                    <a:pt x="3768647" y="670220"/>
                  </a:lnTo>
                  <a:lnTo>
                    <a:pt x="3758626" y="680039"/>
                  </a:lnTo>
                  <a:lnTo>
                    <a:pt x="3763910" y="697411"/>
                  </a:lnTo>
                  <a:lnTo>
                    <a:pt x="3752773" y="684623"/>
                  </a:lnTo>
                  <a:lnTo>
                    <a:pt x="3739429" y="681270"/>
                  </a:lnTo>
                  <a:lnTo>
                    <a:pt x="3738145" y="674401"/>
                  </a:lnTo>
                  <a:lnTo>
                    <a:pt x="3738916" y="667257"/>
                  </a:lnTo>
                  <a:lnTo>
                    <a:pt x="3740976" y="663056"/>
                  </a:lnTo>
                  <a:lnTo>
                    <a:pt x="3742058" y="657295"/>
                  </a:lnTo>
                  <a:lnTo>
                    <a:pt x="3728921" y="653354"/>
                  </a:lnTo>
                  <a:lnTo>
                    <a:pt x="3733539" y="657802"/>
                  </a:lnTo>
                  <a:lnTo>
                    <a:pt x="3728845" y="664760"/>
                  </a:lnTo>
                  <a:lnTo>
                    <a:pt x="3694998" y="675386"/>
                  </a:lnTo>
                  <a:lnTo>
                    <a:pt x="3678026" y="683713"/>
                  </a:lnTo>
                  <a:lnTo>
                    <a:pt x="3593666" y="734229"/>
                  </a:lnTo>
                  <a:lnTo>
                    <a:pt x="3589715" y="737315"/>
                  </a:lnTo>
                  <a:lnTo>
                    <a:pt x="3585666" y="743083"/>
                  </a:lnTo>
                  <a:lnTo>
                    <a:pt x="3601453" y="738683"/>
                  </a:lnTo>
                  <a:lnTo>
                    <a:pt x="3610955" y="734215"/>
                  </a:lnTo>
                  <a:lnTo>
                    <a:pt x="3608966" y="738102"/>
                  </a:lnTo>
                  <a:lnTo>
                    <a:pt x="3598250" y="745423"/>
                  </a:lnTo>
                  <a:lnTo>
                    <a:pt x="3590857" y="749555"/>
                  </a:lnTo>
                  <a:lnTo>
                    <a:pt x="3580130" y="750219"/>
                  </a:lnTo>
                  <a:lnTo>
                    <a:pt x="3564535" y="754578"/>
                  </a:lnTo>
                  <a:lnTo>
                    <a:pt x="3552825" y="762056"/>
                  </a:lnTo>
                  <a:lnTo>
                    <a:pt x="3545109" y="770014"/>
                  </a:lnTo>
                  <a:lnTo>
                    <a:pt x="3541229" y="774947"/>
                  </a:lnTo>
                  <a:lnTo>
                    <a:pt x="3538869" y="779682"/>
                  </a:lnTo>
                  <a:lnTo>
                    <a:pt x="3561748" y="760120"/>
                  </a:lnTo>
                  <a:lnTo>
                    <a:pt x="3570021" y="761064"/>
                  </a:lnTo>
                  <a:lnTo>
                    <a:pt x="3544109" y="789274"/>
                  </a:lnTo>
                  <a:lnTo>
                    <a:pt x="3533645" y="820612"/>
                  </a:lnTo>
                  <a:lnTo>
                    <a:pt x="3533705" y="829602"/>
                  </a:lnTo>
                  <a:lnTo>
                    <a:pt x="3541180" y="866858"/>
                  </a:lnTo>
                  <a:lnTo>
                    <a:pt x="3551038" y="876896"/>
                  </a:lnTo>
                  <a:lnTo>
                    <a:pt x="3555010" y="871860"/>
                  </a:lnTo>
                  <a:lnTo>
                    <a:pt x="3557666" y="866714"/>
                  </a:lnTo>
                  <a:lnTo>
                    <a:pt x="3567906" y="869465"/>
                  </a:lnTo>
                  <a:lnTo>
                    <a:pt x="3573682" y="877990"/>
                  </a:lnTo>
                  <a:lnTo>
                    <a:pt x="3584557" y="902321"/>
                  </a:lnTo>
                  <a:lnTo>
                    <a:pt x="3593087" y="906064"/>
                  </a:lnTo>
                  <a:lnTo>
                    <a:pt x="3603994" y="903368"/>
                  </a:lnTo>
                  <a:lnTo>
                    <a:pt x="3613256" y="908301"/>
                  </a:lnTo>
                  <a:lnTo>
                    <a:pt x="3616753" y="907439"/>
                  </a:lnTo>
                  <a:lnTo>
                    <a:pt x="3619206" y="902225"/>
                  </a:lnTo>
                  <a:lnTo>
                    <a:pt x="3623955" y="901685"/>
                  </a:lnTo>
                  <a:lnTo>
                    <a:pt x="3628633" y="903881"/>
                  </a:lnTo>
                  <a:lnTo>
                    <a:pt x="3630277" y="887275"/>
                  </a:lnTo>
                  <a:lnTo>
                    <a:pt x="3640873" y="879058"/>
                  </a:lnTo>
                  <a:lnTo>
                    <a:pt x="3647906" y="878408"/>
                  </a:lnTo>
                  <a:lnTo>
                    <a:pt x="3657446" y="878996"/>
                  </a:lnTo>
                  <a:lnTo>
                    <a:pt x="3682566" y="859284"/>
                  </a:lnTo>
                  <a:lnTo>
                    <a:pt x="3686676" y="850669"/>
                  </a:lnTo>
                  <a:lnTo>
                    <a:pt x="3701676" y="837779"/>
                  </a:lnTo>
                  <a:lnTo>
                    <a:pt x="3714337" y="820865"/>
                  </a:lnTo>
                  <a:lnTo>
                    <a:pt x="3726610" y="814823"/>
                  </a:lnTo>
                  <a:lnTo>
                    <a:pt x="3736746" y="798231"/>
                  </a:lnTo>
                  <a:lnTo>
                    <a:pt x="3741631" y="799852"/>
                  </a:lnTo>
                  <a:lnTo>
                    <a:pt x="3748221" y="793954"/>
                  </a:lnTo>
                  <a:lnTo>
                    <a:pt x="3744129" y="782651"/>
                  </a:lnTo>
                  <a:lnTo>
                    <a:pt x="3741189" y="778429"/>
                  </a:lnTo>
                  <a:lnTo>
                    <a:pt x="3747058" y="763650"/>
                  </a:lnTo>
                  <a:lnTo>
                    <a:pt x="3760385" y="758560"/>
                  </a:lnTo>
                  <a:lnTo>
                    <a:pt x="3767784" y="772463"/>
                  </a:lnTo>
                  <a:lnTo>
                    <a:pt x="3774079" y="764341"/>
                  </a:lnTo>
                  <a:lnTo>
                    <a:pt x="3774046" y="758389"/>
                  </a:lnTo>
                  <a:lnTo>
                    <a:pt x="3779106" y="750397"/>
                  </a:lnTo>
                  <a:lnTo>
                    <a:pt x="3787614" y="756151"/>
                  </a:lnTo>
                  <a:lnTo>
                    <a:pt x="3791237" y="764211"/>
                  </a:lnTo>
                  <a:lnTo>
                    <a:pt x="3799144" y="769213"/>
                  </a:lnTo>
                  <a:lnTo>
                    <a:pt x="3805806" y="772607"/>
                  </a:lnTo>
                  <a:lnTo>
                    <a:pt x="3822745" y="773510"/>
                  </a:lnTo>
                  <a:lnTo>
                    <a:pt x="3827456" y="768679"/>
                  </a:lnTo>
                  <a:lnTo>
                    <a:pt x="3830013" y="764574"/>
                  </a:lnTo>
                  <a:lnTo>
                    <a:pt x="3828510" y="755207"/>
                  </a:lnTo>
                  <a:lnTo>
                    <a:pt x="3823390" y="745033"/>
                  </a:lnTo>
                  <a:lnTo>
                    <a:pt x="3830068" y="748974"/>
                  </a:lnTo>
                  <a:lnTo>
                    <a:pt x="3839860" y="751095"/>
                  </a:lnTo>
                  <a:lnTo>
                    <a:pt x="3848368" y="749419"/>
                  </a:lnTo>
                  <a:lnTo>
                    <a:pt x="3856707" y="750725"/>
                  </a:lnTo>
                  <a:lnTo>
                    <a:pt x="3873559" y="741092"/>
                  </a:lnTo>
                  <a:lnTo>
                    <a:pt x="3881001" y="741482"/>
                  </a:lnTo>
                  <a:lnTo>
                    <a:pt x="3887422" y="740606"/>
                  </a:lnTo>
                  <a:lnTo>
                    <a:pt x="3916941" y="730753"/>
                  </a:lnTo>
                  <a:lnTo>
                    <a:pt x="3945372" y="722549"/>
                  </a:lnTo>
                  <a:lnTo>
                    <a:pt x="3973241" y="709542"/>
                  </a:lnTo>
                  <a:lnTo>
                    <a:pt x="3999896" y="701414"/>
                  </a:lnTo>
                  <a:lnTo>
                    <a:pt x="4025962" y="688810"/>
                  </a:lnTo>
                  <a:lnTo>
                    <a:pt x="4034317" y="687401"/>
                  </a:lnTo>
                  <a:lnTo>
                    <a:pt x="4042355" y="682351"/>
                  </a:lnTo>
                  <a:lnTo>
                    <a:pt x="4051158" y="679088"/>
                  </a:lnTo>
                  <a:lnTo>
                    <a:pt x="4059087" y="678636"/>
                  </a:lnTo>
                  <a:lnTo>
                    <a:pt x="4071469" y="674709"/>
                  </a:lnTo>
                  <a:lnTo>
                    <a:pt x="4083048" y="667641"/>
                  </a:lnTo>
                  <a:lnTo>
                    <a:pt x="4096305" y="664753"/>
                  </a:lnTo>
                  <a:lnTo>
                    <a:pt x="4103496" y="667928"/>
                  </a:lnTo>
                  <a:lnTo>
                    <a:pt x="4107234" y="665212"/>
                  </a:lnTo>
                  <a:lnTo>
                    <a:pt x="4111278" y="659758"/>
                  </a:lnTo>
                  <a:lnTo>
                    <a:pt x="4106884" y="654374"/>
                  </a:lnTo>
                  <a:lnTo>
                    <a:pt x="4102862" y="651787"/>
                  </a:lnTo>
                  <a:lnTo>
                    <a:pt x="4063218" y="649256"/>
                  </a:lnTo>
                  <a:lnTo>
                    <a:pt x="4072715" y="643105"/>
                  </a:lnTo>
                  <a:lnTo>
                    <a:pt x="4083251" y="638835"/>
                  </a:lnTo>
                  <a:lnTo>
                    <a:pt x="4083803" y="633936"/>
                  </a:lnTo>
                  <a:lnTo>
                    <a:pt x="4075584" y="620252"/>
                  </a:lnTo>
                  <a:lnTo>
                    <a:pt x="4066950" y="609797"/>
                  </a:lnTo>
                  <a:lnTo>
                    <a:pt x="4059715" y="604371"/>
                  </a:lnTo>
                  <a:lnTo>
                    <a:pt x="4041295" y="610652"/>
                  </a:lnTo>
                  <a:lnTo>
                    <a:pt x="4027907" y="608770"/>
                  </a:lnTo>
                  <a:lnTo>
                    <a:pt x="4016634" y="600560"/>
                  </a:lnTo>
                  <a:lnTo>
                    <a:pt x="4012787" y="588661"/>
                  </a:lnTo>
                  <a:lnTo>
                    <a:pt x="4011448" y="581367"/>
                  </a:lnTo>
                  <a:lnTo>
                    <a:pt x="4007874" y="578986"/>
                  </a:lnTo>
                  <a:lnTo>
                    <a:pt x="3978530" y="598227"/>
                  </a:lnTo>
                  <a:lnTo>
                    <a:pt x="3955684" y="607505"/>
                  </a:lnTo>
                  <a:lnTo>
                    <a:pt x="3952842" y="610885"/>
                  </a:lnTo>
                  <a:lnTo>
                    <a:pt x="3948837" y="613505"/>
                  </a:lnTo>
                  <a:lnTo>
                    <a:pt x="3937356" y="608059"/>
                  </a:lnTo>
                  <a:lnTo>
                    <a:pt x="3918952" y="609804"/>
                  </a:lnTo>
                  <a:lnTo>
                    <a:pt x="3922504" y="604515"/>
                  </a:lnTo>
                  <a:lnTo>
                    <a:pt x="3924482" y="596865"/>
                  </a:lnTo>
                  <a:lnTo>
                    <a:pt x="3900968" y="591850"/>
                  </a:lnTo>
                  <a:lnTo>
                    <a:pt x="3878909" y="591001"/>
                  </a:lnTo>
                  <a:lnTo>
                    <a:pt x="3866712" y="594429"/>
                  </a:lnTo>
                  <a:lnTo>
                    <a:pt x="3858220" y="595271"/>
                  </a:lnTo>
                  <a:lnTo>
                    <a:pt x="3855630" y="591357"/>
                  </a:lnTo>
                  <a:lnTo>
                    <a:pt x="3850920" y="586957"/>
                  </a:lnTo>
                  <a:lnTo>
                    <a:pt x="3833997" y="578069"/>
                  </a:lnTo>
                  <a:lnTo>
                    <a:pt x="3827456" y="577618"/>
                  </a:lnTo>
                  <a:lnTo>
                    <a:pt x="3812325" y="580409"/>
                  </a:lnTo>
                  <a:lnTo>
                    <a:pt x="3793095" y="566226"/>
                  </a:lnTo>
                  <a:lnTo>
                    <a:pt x="3775609" y="558733"/>
                  </a:lnTo>
                  <a:lnTo>
                    <a:pt x="3772762" y="557522"/>
                  </a:lnTo>
                  <a:lnTo>
                    <a:pt x="3797882" y="545494"/>
                  </a:lnTo>
                  <a:lnTo>
                    <a:pt x="3793325" y="540027"/>
                  </a:lnTo>
                  <a:lnTo>
                    <a:pt x="3788483" y="537276"/>
                  </a:lnTo>
                  <a:lnTo>
                    <a:pt x="3762844" y="533486"/>
                  </a:lnTo>
                  <a:lnTo>
                    <a:pt x="3755369" y="529654"/>
                  </a:lnTo>
                  <a:lnTo>
                    <a:pt x="3718473" y="526835"/>
                  </a:lnTo>
                  <a:lnTo>
                    <a:pt x="3716757" y="516873"/>
                  </a:lnTo>
                  <a:lnTo>
                    <a:pt x="3706572" y="510633"/>
                  </a:lnTo>
                  <a:lnTo>
                    <a:pt x="3707298" y="500876"/>
                  </a:lnTo>
                  <a:lnTo>
                    <a:pt x="3701910" y="488724"/>
                  </a:lnTo>
                  <a:lnTo>
                    <a:pt x="3697840" y="466425"/>
                  </a:lnTo>
                  <a:lnTo>
                    <a:pt x="3687676" y="462607"/>
                  </a:lnTo>
                  <a:lnTo>
                    <a:pt x="3680310" y="445208"/>
                  </a:lnTo>
                  <a:lnTo>
                    <a:pt x="3677709" y="436087"/>
                  </a:lnTo>
                  <a:lnTo>
                    <a:pt x="3682173" y="426296"/>
                  </a:lnTo>
                  <a:lnTo>
                    <a:pt x="3686031" y="411866"/>
                  </a:lnTo>
                  <a:lnTo>
                    <a:pt x="3673605" y="408308"/>
                  </a:lnTo>
                  <a:lnTo>
                    <a:pt x="3662419" y="407938"/>
                  </a:lnTo>
                  <a:lnTo>
                    <a:pt x="3645665" y="413439"/>
                  </a:lnTo>
                  <a:lnTo>
                    <a:pt x="3638042" y="410682"/>
                  </a:lnTo>
                  <a:lnTo>
                    <a:pt x="3631474" y="406200"/>
                  </a:lnTo>
                  <a:lnTo>
                    <a:pt x="3657523" y="387624"/>
                  </a:lnTo>
                  <a:lnTo>
                    <a:pt x="3676987" y="368726"/>
                  </a:lnTo>
                  <a:lnTo>
                    <a:pt x="3683709" y="340529"/>
                  </a:lnTo>
                  <a:lnTo>
                    <a:pt x="3693315" y="326010"/>
                  </a:lnTo>
                  <a:lnTo>
                    <a:pt x="3700375" y="318812"/>
                  </a:lnTo>
                  <a:lnTo>
                    <a:pt x="3681266" y="308672"/>
                  </a:lnTo>
                  <a:lnTo>
                    <a:pt x="3661971" y="309260"/>
                  </a:lnTo>
                  <a:lnTo>
                    <a:pt x="3666976" y="301720"/>
                  </a:lnTo>
                  <a:lnTo>
                    <a:pt x="3641627" y="306701"/>
                  </a:lnTo>
                  <a:lnTo>
                    <a:pt x="3628671" y="312777"/>
                  </a:lnTo>
                  <a:lnTo>
                    <a:pt x="3613054" y="324114"/>
                  </a:lnTo>
                  <a:lnTo>
                    <a:pt x="3599207" y="326495"/>
                  </a:lnTo>
                  <a:lnTo>
                    <a:pt x="3592578" y="322835"/>
                  </a:lnTo>
                  <a:lnTo>
                    <a:pt x="3582589" y="299907"/>
                  </a:lnTo>
                  <a:lnTo>
                    <a:pt x="3572103" y="292722"/>
                  </a:lnTo>
                  <a:lnTo>
                    <a:pt x="3531727" y="281857"/>
                  </a:lnTo>
                  <a:lnTo>
                    <a:pt x="3515005" y="271758"/>
                  </a:lnTo>
                  <a:lnTo>
                    <a:pt x="3507262" y="270875"/>
                  </a:lnTo>
                  <a:lnTo>
                    <a:pt x="3484574" y="278703"/>
                  </a:lnTo>
                  <a:lnTo>
                    <a:pt x="3476421" y="277109"/>
                  </a:lnTo>
                  <a:lnTo>
                    <a:pt x="3505006" y="263493"/>
                  </a:lnTo>
                  <a:lnTo>
                    <a:pt x="3518962" y="266537"/>
                  </a:lnTo>
                  <a:lnTo>
                    <a:pt x="3527426" y="263814"/>
                  </a:lnTo>
                  <a:lnTo>
                    <a:pt x="3545950" y="265867"/>
                  </a:lnTo>
                  <a:lnTo>
                    <a:pt x="3553847" y="259702"/>
                  </a:lnTo>
                  <a:lnTo>
                    <a:pt x="3563453" y="253790"/>
                  </a:lnTo>
                  <a:lnTo>
                    <a:pt x="3582704" y="264608"/>
                  </a:lnTo>
                  <a:lnTo>
                    <a:pt x="3613906" y="275843"/>
                  </a:lnTo>
                  <a:lnTo>
                    <a:pt x="3626873" y="278696"/>
                  </a:lnTo>
                  <a:lnTo>
                    <a:pt x="3638130" y="277280"/>
                  </a:lnTo>
                  <a:lnTo>
                    <a:pt x="3663124" y="265367"/>
                  </a:lnTo>
                  <a:lnTo>
                    <a:pt x="3671649" y="257855"/>
                  </a:lnTo>
                  <a:lnTo>
                    <a:pt x="3687075" y="252723"/>
                  </a:lnTo>
                  <a:lnTo>
                    <a:pt x="3693517" y="248296"/>
                  </a:lnTo>
                  <a:lnTo>
                    <a:pt x="3700091" y="236733"/>
                  </a:lnTo>
                  <a:lnTo>
                    <a:pt x="3708216" y="229740"/>
                  </a:lnTo>
                  <a:lnTo>
                    <a:pt x="3740036" y="220955"/>
                  </a:lnTo>
                  <a:lnTo>
                    <a:pt x="3750675" y="203131"/>
                  </a:lnTo>
                  <a:lnTo>
                    <a:pt x="3751533" y="183411"/>
                  </a:lnTo>
                  <a:lnTo>
                    <a:pt x="3732681" y="167647"/>
                  </a:lnTo>
                  <a:lnTo>
                    <a:pt x="3721582" y="162392"/>
                  </a:lnTo>
                  <a:lnTo>
                    <a:pt x="3737582" y="162693"/>
                  </a:lnTo>
                  <a:lnTo>
                    <a:pt x="3755708" y="167284"/>
                  </a:lnTo>
                  <a:lnTo>
                    <a:pt x="3754877" y="157835"/>
                  </a:lnTo>
                  <a:lnTo>
                    <a:pt x="3749773" y="151075"/>
                  </a:lnTo>
                  <a:lnTo>
                    <a:pt x="3715539" y="125444"/>
                  </a:lnTo>
                  <a:lnTo>
                    <a:pt x="3685479" y="113258"/>
                  </a:lnTo>
                  <a:lnTo>
                    <a:pt x="3622829" y="103406"/>
                  </a:lnTo>
                  <a:lnTo>
                    <a:pt x="3608589" y="102831"/>
                  </a:lnTo>
                  <a:lnTo>
                    <a:pt x="3568365" y="108503"/>
                  </a:lnTo>
                  <a:lnTo>
                    <a:pt x="3535311" y="110262"/>
                  </a:lnTo>
                  <a:lnTo>
                    <a:pt x="3488317" y="122420"/>
                  </a:lnTo>
                  <a:lnTo>
                    <a:pt x="3430192" y="145150"/>
                  </a:lnTo>
                  <a:lnTo>
                    <a:pt x="3380570" y="160312"/>
                  </a:lnTo>
                  <a:lnTo>
                    <a:pt x="3343849" y="177835"/>
                  </a:lnTo>
                  <a:lnTo>
                    <a:pt x="3304773" y="192477"/>
                  </a:lnTo>
                  <a:lnTo>
                    <a:pt x="3283139" y="204349"/>
                  </a:lnTo>
                  <a:lnTo>
                    <a:pt x="3269653" y="216172"/>
                  </a:lnTo>
                  <a:lnTo>
                    <a:pt x="3247937" y="227509"/>
                  </a:lnTo>
                  <a:lnTo>
                    <a:pt x="3240145" y="228967"/>
                  </a:lnTo>
                  <a:lnTo>
                    <a:pt x="3220965" y="241721"/>
                  </a:lnTo>
                  <a:lnTo>
                    <a:pt x="3185233" y="273667"/>
                  </a:lnTo>
                  <a:lnTo>
                    <a:pt x="3166801" y="284840"/>
                  </a:lnTo>
                  <a:lnTo>
                    <a:pt x="3154490" y="304963"/>
                  </a:lnTo>
                  <a:lnTo>
                    <a:pt x="3129736" y="333023"/>
                  </a:lnTo>
                  <a:lnTo>
                    <a:pt x="3105687" y="354323"/>
                  </a:lnTo>
                  <a:lnTo>
                    <a:pt x="3099819" y="367446"/>
                  </a:lnTo>
                  <a:lnTo>
                    <a:pt x="3083234" y="379769"/>
                  </a:lnTo>
                  <a:lnTo>
                    <a:pt x="3064174" y="403997"/>
                  </a:lnTo>
                  <a:lnTo>
                    <a:pt x="3049469" y="415827"/>
                  </a:lnTo>
                  <a:lnTo>
                    <a:pt x="2996448" y="441095"/>
                  </a:lnTo>
                  <a:lnTo>
                    <a:pt x="2978683" y="445734"/>
                  </a:lnTo>
                  <a:lnTo>
                    <a:pt x="2966465" y="454540"/>
                  </a:lnTo>
                  <a:lnTo>
                    <a:pt x="2946542" y="459515"/>
                  </a:lnTo>
                  <a:lnTo>
                    <a:pt x="2920569" y="468902"/>
                  </a:lnTo>
                  <a:lnTo>
                    <a:pt x="2894870" y="471961"/>
                  </a:lnTo>
                  <a:lnTo>
                    <a:pt x="2871553" y="483271"/>
                  </a:lnTo>
                  <a:lnTo>
                    <a:pt x="2862832" y="488833"/>
                  </a:lnTo>
                  <a:lnTo>
                    <a:pt x="2856909" y="498563"/>
                  </a:lnTo>
                  <a:lnTo>
                    <a:pt x="2842805" y="503791"/>
                  </a:lnTo>
                  <a:lnTo>
                    <a:pt x="2828253" y="511091"/>
                  </a:lnTo>
                  <a:lnTo>
                    <a:pt x="2801702" y="535032"/>
                  </a:lnTo>
                  <a:lnTo>
                    <a:pt x="2772997" y="545993"/>
                  </a:lnTo>
                  <a:lnTo>
                    <a:pt x="2754014" y="559103"/>
                  </a:lnTo>
                  <a:lnTo>
                    <a:pt x="2743555" y="579616"/>
                  </a:lnTo>
                  <a:lnTo>
                    <a:pt x="2730593" y="594450"/>
                  </a:lnTo>
                  <a:lnTo>
                    <a:pt x="2719801" y="612034"/>
                  </a:lnTo>
                  <a:lnTo>
                    <a:pt x="2717686" y="618418"/>
                  </a:lnTo>
                  <a:lnTo>
                    <a:pt x="2713812" y="636324"/>
                  </a:lnTo>
                  <a:lnTo>
                    <a:pt x="2709413" y="641072"/>
                  </a:lnTo>
                  <a:lnTo>
                    <a:pt x="2686298" y="645226"/>
                  </a:lnTo>
                  <a:lnTo>
                    <a:pt x="2654386" y="666813"/>
                  </a:lnTo>
                  <a:lnTo>
                    <a:pt x="2629851" y="674257"/>
                  </a:lnTo>
                  <a:lnTo>
                    <a:pt x="2596584" y="694811"/>
                  </a:lnTo>
                  <a:lnTo>
                    <a:pt x="2580627" y="700100"/>
                  </a:lnTo>
                  <a:lnTo>
                    <a:pt x="2619862" y="671719"/>
                  </a:lnTo>
                  <a:lnTo>
                    <a:pt x="2621862" y="670590"/>
                  </a:lnTo>
                  <a:lnTo>
                    <a:pt x="2648982" y="655236"/>
                  </a:lnTo>
                  <a:lnTo>
                    <a:pt x="2662889" y="652280"/>
                  </a:lnTo>
                  <a:lnTo>
                    <a:pt x="2660004" y="639916"/>
                  </a:lnTo>
                  <a:lnTo>
                    <a:pt x="2632244" y="631575"/>
                  </a:lnTo>
                  <a:lnTo>
                    <a:pt x="2624698" y="626225"/>
                  </a:lnTo>
                  <a:lnTo>
                    <a:pt x="2655725" y="630316"/>
                  </a:lnTo>
                  <a:lnTo>
                    <a:pt x="2671441" y="621586"/>
                  </a:lnTo>
                  <a:lnTo>
                    <a:pt x="2682583" y="608866"/>
                  </a:lnTo>
                  <a:lnTo>
                    <a:pt x="2692206" y="600984"/>
                  </a:lnTo>
                  <a:lnTo>
                    <a:pt x="2718533" y="597193"/>
                  </a:lnTo>
                  <a:lnTo>
                    <a:pt x="2740139" y="574546"/>
                  </a:lnTo>
                  <a:lnTo>
                    <a:pt x="2751762" y="557009"/>
                  </a:lnTo>
                  <a:lnTo>
                    <a:pt x="2755598" y="551221"/>
                  </a:lnTo>
                  <a:lnTo>
                    <a:pt x="2769418" y="543660"/>
                  </a:lnTo>
                  <a:lnTo>
                    <a:pt x="2773997" y="531125"/>
                  </a:lnTo>
                  <a:lnTo>
                    <a:pt x="2789478" y="523742"/>
                  </a:lnTo>
                  <a:lnTo>
                    <a:pt x="2807669" y="520253"/>
                  </a:lnTo>
                  <a:lnTo>
                    <a:pt x="2855062" y="492542"/>
                  </a:lnTo>
                  <a:lnTo>
                    <a:pt x="2860881" y="482197"/>
                  </a:lnTo>
                  <a:lnTo>
                    <a:pt x="2880597" y="475395"/>
                  </a:lnTo>
                  <a:lnTo>
                    <a:pt x="2897258" y="464270"/>
                  </a:lnTo>
                  <a:lnTo>
                    <a:pt x="2910946" y="466124"/>
                  </a:lnTo>
                  <a:lnTo>
                    <a:pt x="2925777" y="462648"/>
                  </a:lnTo>
                  <a:lnTo>
                    <a:pt x="2965727" y="448978"/>
                  </a:lnTo>
                  <a:lnTo>
                    <a:pt x="2982754" y="430901"/>
                  </a:lnTo>
                  <a:lnTo>
                    <a:pt x="2998749" y="419447"/>
                  </a:lnTo>
                  <a:lnTo>
                    <a:pt x="3028612" y="400795"/>
                  </a:lnTo>
                  <a:lnTo>
                    <a:pt x="3057464" y="361049"/>
                  </a:lnTo>
                  <a:lnTo>
                    <a:pt x="3074021" y="349896"/>
                  </a:lnTo>
                  <a:lnTo>
                    <a:pt x="3108228" y="316704"/>
                  </a:lnTo>
                  <a:lnTo>
                    <a:pt x="3118174" y="303766"/>
                  </a:lnTo>
                  <a:lnTo>
                    <a:pt x="3125529" y="286900"/>
                  </a:lnTo>
                  <a:lnTo>
                    <a:pt x="3132785" y="266510"/>
                  </a:lnTo>
                  <a:lnTo>
                    <a:pt x="3122654" y="256117"/>
                  </a:lnTo>
                  <a:lnTo>
                    <a:pt x="3110829" y="251423"/>
                  </a:lnTo>
                  <a:lnTo>
                    <a:pt x="3091343" y="246127"/>
                  </a:lnTo>
                  <a:lnTo>
                    <a:pt x="3051579" y="230602"/>
                  </a:lnTo>
                  <a:lnTo>
                    <a:pt x="3032502" y="230759"/>
                  </a:lnTo>
                  <a:lnTo>
                    <a:pt x="3013738" y="228775"/>
                  </a:lnTo>
                  <a:lnTo>
                    <a:pt x="3004355" y="221078"/>
                  </a:lnTo>
                  <a:lnTo>
                    <a:pt x="2993650" y="216411"/>
                  </a:lnTo>
                  <a:lnTo>
                    <a:pt x="3064666" y="228898"/>
                  </a:lnTo>
                  <a:lnTo>
                    <a:pt x="3095223" y="241303"/>
                  </a:lnTo>
                  <a:lnTo>
                    <a:pt x="3107491" y="242289"/>
                  </a:lnTo>
                  <a:lnTo>
                    <a:pt x="3124201" y="251197"/>
                  </a:lnTo>
                  <a:lnTo>
                    <a:pt x="3134250" y="253469"/>
                  </a:lnTo>
                  <a:lnTo>
                    <a:pt x="3144102" y="252347"/>
                  </a:lnTo>
                  <a:lnTo>
                    <a:pt x="3157955" y="245114"/>
                  </a:lnTo>
                  <a:lnTo>
                    <a:pt x="3177555" y="226107"/>
                  </a:lnTo>
                  <a:lnTo>
                    <a:pt x="3193692" y="199874"/>
                  </a:lnTo>
                  <a:lnTo>
                    <a:pt x="3227457" y="164096"/>
                  </a:lnTo>
                  <a:lnTo>
                    <a:pt x="3256555" y="148605"/>
                  </a:lnTo>
                  <a:lnTo>
                    <a:pt x="3261161" y="139122"/>
                  </a:lnTo>
                  <a:lnTo>
                    <a:pt x="3270565" y="132259"/>
                  </a:lnTo>
                  <a:lnTo>
                    <a:pt x="3285052" y="126183"/>
                  </a:lnTo>
                  <a:lnTo>
                    <a:pt x="3298467" y="124103"/>
                  </a:lnTo>
                  <a:lnTo>
                    <a:pt x="3306740" y="119156"/>
                  </a:lnTo>
                  <a:lnTo>
                    <a:pt x="3299877" y="112499"/>
                  </a:lnTo>
                  <a:lnTo>
                    <a:pt x="3325133" y="104145"/>
                  </a:lnTo>
                  <a:lnTo>
                    <a:pt x="3381870" y="93567"/>
                  </a:lnTo>
                  <a:lnTo>
                    <a:pt x="3390826" y="93238"/>
                  </a:lnTo>
                  <a:lnTo>
                    <a:pt x="3401706" y="91302"/>
                  </a:lnTo>
                  <a:lnTo>
                    <a:pt x="3414028" y="76906"/>
                  </a:lnTo>
                  <a:lnTo>
                    <a:pt x="3417110" y="55804"/>
                  </a:lnTo>
                  <a:lnTo>
                    <a:pt x="3449924" y="882"/>
                  </a:lnTo>
                  <a:lnTo>
                    <a:pt x="345189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89" name="pl67">
              <a:extLst>
                <a:ext uri="{FF2B5EF4-FFF2-40B4-BE49-F238E27FC236}">
                  <a16:creationId xmlns:a16="http://schemas.microsoft.com/office/drawing/2014/main" id="{D86FFEDE-AF47-45A2-0D2B-08980FEFE190}"/>
                </a:ext>
              </a:extLst>
            </p:cNvPr>
            <p:cNvSpPr/>
            <p:nvPr/>
          </p:nvSpPr>
          <p:spPr>
            <a:xfrm>
              <a:off x="7775953" y="10882360"/>
              <a:ext cx="24162" cy="13038"/>
            </a:xfrm>
            <a:custGeom>
              <a:avLst/>
              <a:gdLst/>
              <a:ahLst/>
              <a:cxnLst/>
              <a:rect l="0" t="0" r="0" b="0"/>
              <a:pathLst>
                <a:path w="8141" h="4816">
                  <a:moveTo>
                    <a:pt x="3087" y="4502"/>
                  </a:moveTo>
                  <a:lnTo>
                    <a:pt x="8021" y="3113"/>
                  </a:lnTo>
                  <a:lnTo>
                    <a:pt x="8141" y="177"/>
                  </a:lnTo>
                  <a:lnTo>
                    <a:pt x="4896" y="0"/>
                  </a:lnTo>
                  <a:lnTo>
                    <a:pt x="0" y="2647"/>
                  </a:lnTo>
                  <a:lnTo>
                    <a:pt x="245" y="4816"/>
                  </a:lnTo>
                  <a:lnTo>
                    <a:pt x="3087" y="450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0" name="rc68">
              <a:extLst>
                <a:ext uri="{FF2B5EF4-FFF2-40B4-BE49-F238E27FC236}">
                  <a16:creationId xmlns:a16="http://schemas.microsoft.com/office/drawing/2014/main" id="{027DFCC4-0231-B5A1-4967-C49370245D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1" name="rc69">
              <a:extLst>
                <a:ext uri="{FF2B5EF4-FFF2-40B4-BE49-F238E27FC236}">
                  <a16:creationId xmlns:a16="http://schemas.microsoft.com/office/drawing/2014/main" id="{026BBDAC-5E8A-440C-E5B7-69C45323D19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2" name="rc70">
              <a:extLst>
                <a:ext uri="{FF2B5EF4-FFF2-40B4-BE49-F238E27FC236}">
                  <a16:creationId xmlns:a16="http://schemas.microsoft.com/office/drawing/2014/main" id="{0ED2CAD4-B4AC-E4F3-ED54-7FF8DD87C82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3" name="rc71">
              <a:extLst>
                <a:ext uri="{FF2B5EF4-FFF2-40B4-BE49-F238E27FC236}">
                  <a16:creationId xmlns:a16="http://schemas.microsoft.com/office/drawing/2014/main" id="{1CAE9DD9-D755-2FE7-9CC1-A44EC2FF2ED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4" name="rc72">
              <a:extLst>
                <a:ext uri="{FF2B5EF4-FFF2-40B4-BE49-F238E27FC236}">
                  <a16:creationId xmlns:a16="http://schemas.microsoft.com/office/drawing/2014/main" id="{A1C75517-9A98-FEC4-CE87-4873069CEA4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5" name="rc73">
              <a:extLst>
                <a:ext uri="{FF2B5EF4-FFF2-40B4-BE49-F238E27FC236}">
                  <a16:creationId xmlns:a16="http://schemas.microsoft.com/office/drawing/2014/main" id="{C1380C13-0B28-7B96-4F65-968A5C4B61E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6" name="rc74">
              <a:extLst>
                <a:ext uri="{FF2B5EF4-FFF2-40B4-BE49-F238E27FC236}">
                  <a16:creationId xmlns:a16="http://schemas.microsoft.com/office/drawing/2014/main" id="{118B0A15-93B2-891D-35CA-17350B51F2B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7" name="rc75">
              <a:extLst>
                <a:ext uri="{FF2B5EF4-FFF2-40B4-BE49-F238E27FC236}">
                  <a16:creationId xmlns:a16="http://schemas.microsoft.com/office/drawing/2014/main" id="{3DE345A0-AD07-B24C-9B51-92EB2B11205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8" name="rc76">
              <a:extLst>
                <a:ext uri="{FF2B5EF4-FFF2-40B4-BE49-F238E27FC236}">
                  <a16:creationId xmlns:a16="http://schemas.microsoft.com/office/drawing/2014/main" id="{E744F955-C7B1-8402-0083-5D58F185F77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99" name="rc77">
              <a:extLst>
                <a:ext uri="{FF2B5EF4-FFF2-40B4-BE49-F238E27FC236}">
                  <a16:creationId xmlns:a16="http://schemas.microsoft.com/office/drawing/2014/main" id="{17EBBDFE-114E-C88E-FA15-FA9613E997A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0" name="rc78">
              <a:extLst>
                <a:ext uri="{FF2B5EF4-FFF2-40B4-BE49-F238E27FC236}">
                  <a16:creationId xmlns:a16="http://schemas.microsoft.com/office/drawing/2014/main" id="{336D76D6-4674-29B0-7F0E-DCFBC5A9319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1" name="rc79">
              <a:extLst>
                <a:ext uri="{FF2B5EF4-FFF2-40B4-BE49-F238E27FC236}">
                  <a16:creationId xmlns:a16="http://schemas.microsoft.com/office/drawing/2014/main" id="{443FF17D-5A15-0E4D-B041-1811908C68F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2" name="rc80">
              <a:extLst>
                <a:ext uri="{FF2B5EF4-FFF2-40B4-BE49-F238E27FC236}">
                  <a16:creationId xmlns:a16="http://schemas.microsoft.com/office/drawing/2014/main" id="{269A3238-01BD-0EFA-5ACA-C143BF68E5D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3" name="rc81">
              <a:extLst>
                <a:ext uri="{FF2B5EF4-FFF2-40B4-BE49-F238E27FC236}">
                  <a16:creationId xmlns:a16="http://schemas.microsoft.com/office/drawing/2014/main" id="{FD15D4BB-A524-5FBE-56F9-2E551DEFE5C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4" name="rc82">
              <a:extLst>
                <a:ext uri="{FF2B5EF4-FFF2-40B4-BE49-F238E27FC236}">
                  <a16:creationId xmlns:a16="http://schemas.microsoft.com/office/drawing/2014/main" id="{0FB9253B-EC64-5F0B-C348-E56FBA35B49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5" name="rc83">
              <a:extLst>
                <a:ext uri="{FF2B5EF4-FFF2-40B4-BE49-F238E27FC236}">
                  <a16:creationId xmlns:a16="http://schemas.microsoft.com/office/drawing/2014/main" id="{2A7698A6-0263-C098-A8CB-7CCD07250D1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6" name="rc84">
              <a:extLst>
                <a:ext uri="{FF2B5EF4-FFF2-40B4-BE49-F238E27FC236}">
                  <a16:creationId xmlns:a16="http://schemas.microsoft.com/office/drawing/2014/main" id="{DA52B75C-23A9-863B-B56D-DF65C1EB4FA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7" name="rc85">
              <a:extLst>
                <a:ext uri="{FF2B5EF4-FFF2-40B4-BE49-F238E27FC236}">
                  <a16:creationId xmlns:a16="http://schemas.microsoft.com/office/drawing/2014/main" id="{27D650F8-DD70-F898-E86B-C7F19449818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8" name="rc86">
              <a:extLst>
                <a:ext uri="{FF2B5EF4-FFF2-40B4-BE49-F238E27FC236}">
                  <a16:creationId xmlns:a16="http://schemas.microsoft.com/office/drawing/2014/main" id="{046D2CE9-420A-E1BA-662A-B9C663A6C85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09" name="rc87">
              <a:extLst>
                <a:ext uri="{FF2B5EF4-FFF2-40B4-BE49-F238E27FC236}">
                  <a16:creationId xmlns:a16="http://schemas.microsoft.com/office/drawing/2014/main" id="{1ED63ED8-E183-B3B5-6A6C-58AFE1A25A7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0" name="rc88">
              <a:extLst>
                <a:ext uri="{FF2B5EF4-FFF2-40B4-BE49-F238E27FC236}">
                  <a16:creationId xmlns:a16="http://schemas.microsoft.com/office/drawing/2014/main" id="{03213349-DADB-1437-FAB6-078E6D14229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1" name="rc89">
              <a:extLst>
                <a:ext uri="{FF2B5EF4-FFF2-40B4-BE49-F238E27FC236}">
                  <a16:creationId xmlns:a16="http://schemas.microsoft.com/office/drawing/2014/main" id="{B67FD6C3-4B7F-3F18-2F5F-B2ECBCFC8CC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2" name="rc90">
              <a:extLst>
                <a:ext uri="{FF2B5EF4-FFF2-40B4-BE49-F238E27FC236}">
                  <a16:creationId xmlns:a16="http://schemas.microsoft.com/office/drawing/2014/main" id="{0D8F6C48-C559-8208-D45F-019D2A3C7CE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3" name="rc91">
              <a:extLst>
                <a:ext uri="{FF2B5EF4-FFF2-40B4-BE49-F238E27FC236}">
                  <a16:creationId xmlns:a16="http://schemas.microsoft.com/office/drawing/2014/main" id="{367A139F-FACB-210D-AD51-75B6A859875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4" name="rc92">
              <a:extLst>
                <a:ext uri="{FF2B5EF4-FFF2-40B4-BE49-F238E27FC236}">
                  <a16:creationId xmlns:a16="http://schemas.microsoft.com/office/drawing/2014/main" id="{ADBAFD1F-48E1-FAC4-AF8F-CC2493E1111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5" name="rc93">
              <a:extLst>
                <a:ext uri="{FF2B5EF4-FFF2-40B4-BE49-F238E27FC236}">
                  <a16:creationId xmlns:a16="http://schemas.microsoft.com/office/drawing/2014/main" id="{B80127D3-2DDB-CFCB-4756-55D76647C69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6" name="rc94">
              <a:extLst>
                <a:ext uri="{FF2B5EF4-FFF2-40B4-BE49-F238E27FC236}">
                  <a16:creationId xmlns:a16="http://schemas.microsoft.com/office/drawing/2014/main" id="{2F402A0B-398F-5330-1554-35F0E6873D1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7" name="rc95">
              <a:extLst>
                <a:ext uri="{FF2B5EF4-FFF2-40B4-BE49-F238E27FC236}">
                  <a16:creationId xmlns:a16="http://schemas.microsoft.com/office/drawing/2014/main" id="{E640952C-2009-3E03-D207-F8E15BC9003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8" name="rc96">
              <a:extLst>
                <a:ext uri="{FF2B5EF4-FFF2-40B4-BE49-F238E27FC236}">
                  <a16:creationId xmlns:a16="http://schemas.microsoft.com/office/drawing/2014/main" id="{D36FD76B-7CB3-8511-CF9C-8EEA36A133C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19" name="rc97">
              <a:extLst>
                <a:ext uri="{FF2B5EF4-FFF2-40B4-BE49-F238E27FC236}">
                  <a16:creationId xmlns:a16="http://schemas.microsoft.com/office/drawing/2014/main" id="{2413F8FF-6A04-4512-5B3B-8C3C11E8845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0" name="rc98">
              <a:extLst>
                <a:ext uri="{FF2B5EF4-FFF2-40B4-BE49-F238E27FC236}">
                  <a16:creationId xmlns:a16="http://schemas.microsoft.com/office/drawing/2014/main" id="{0C9CF6D7-12CB-A8C5-E15D-78E9938EC9E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1" name="rc99">
              <a:extLst>
                <a:ext uri="{FF2B5EF4-FFF2-40B4-BE49-F238E27FC236}">
                  <a16:creationId xmlns:a16="http://schemas.microsoft.com/office/drawing/2014/main" id="{05523FC3-E320-D4B3-3ECA-D237EFF1E34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2" name="rc100">
              <a:extLst>
                <a:ext uri="{FF2B5EF4-FFF2-40B4-BE49-F238E27FC236}">
                  <a16:creationId xmlns:a16="http://schemas.microsoft.com/office/drawing/2014/main" id="{E72A8458-7293-5C0D-E7EE-5FF100B38AA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3" name="rc101">
              <a:extLst>
                <a:ext uri="{FF2B5EF4-FFF2-40B4-BE49-F238E27FC236}">
                  <a16:creationId xmlns:a16="http://schemas.microsoft.com/office/drawing/2014/main" id="{FE01C1F2-61B8-16CA-F51F-F9B077DB361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4" name="rc102">
              <a:extLst>
                <a:ext uri="{FF2B5EF4-FFF2-40B4-BE49-F238E27FC236}">
                  <a16:creationId xmlns:a16="http://schemas.microsoft.com/office/drawing/2014/main" id="{C20A9E10-8197-00F5-F153-1088464B8AC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5" name="rc103">
              <a:extLst>
                <a:ext uri="{FF2B5EF4-FFF2-40B4-BE49-F238E27FC236}">
                  <a16:creationId xmlns:a16="http://schemas.microsoft.com/office/drawing/2014/main" id="{6A781D39-0BEA-2DF2-DC13-5823B96CBDD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6" name="rc104">
              <a:extLst>
                <a:ext uri="{FF2B5EF4-FFF2-40B4-BE49-F238E27FC236}">
                  <a16:creationId xmlns:a16="http://schemas.microsoft.com/office/drawing/2014/main" id="{298D9750-541D-F212-DD59-D5E0347B0A4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7" name="rc105">
              <a:extLst>
                <a:ext uri="{FF2B5EF4-FFF2-40B4-BE49-F238E27FC236}">
                  <a16:creationId xmlns:a16="http://schemas.microsoft.com/office/drawing/2014/main" id="{37DBB23B-A79C-9E28-E8DA-E180799921B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8" name="rc106">
              <a:extLst>
                <a:ext uri="{FF2B5EF4-FFF2-40B4-BE49-F238E27FC236}">
                  <a16:creationId xmlns:a16="http://schemas.microsoft.com/office/drawing/2014/main" id="{5E132981-E673-8CBC-A64A-C2A4DDD8338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29" name="rc107">
              <a:extLst>
                <a:ext uri="{FF2B5EF4-FFF2-40B4-BE49-F238E27FC236}">
                  <a16:creationId xmlns:a16="http://schemas.microsoft.com/office/drawing/2014/main" id="{F270F7B3-D9E3-EC52-76AB-D8D52E602A3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0" name="rc108">
              <a:extLst>
                <a:ext uri="{FF2B5EF4-FFF2-40B4-BE49-F238E27FC236}">
                  <a16:creationId xmlns:a16="http://schemas.microsoft.com/office/drawing/2014/main" id="{2E1AEA95-FA0C-6058-0A0E-CD71A5AD103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1" name="rc109">
              <a:extLst>
                <a:ext uri="{FF2B5EF4-FFF2-40B4-BE49-F238E27FC236}">
                  <a16:creationId xmlns:a16="http://schemas.microsoft.com/office/drawing/2014/main" id="{E0137F46-9041-4C25-B145-89ADE3E624A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2" name="rc110">
              <a:extLst>
                <a:ext uri="{FF2B5EF4-FFF2-40B4-BE49-F238E27FC236}">
                  <a16:creationId xmlns:a16="http://schemas.microsoft.com/office/drawing/2014/main" id="{FA6CAFDF-228F-3FB9-6FC3-2516C6013DB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3" name="rc111">
              <a:extLst>
                <a:ext uri="{FF2B5EF4-FFF2-40B4-BE49-F238E27FC236}">
                  <a16:creationId xmlns:a16="http://schemas.microsoft.com/office/drawing/2014/main" id="{A59ADDCB-18C7-CC12-FC4F-DBE90530262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4" name="rc112">
              <a:extLst>
                <a:ext uri="{FF2B5EF4-FFF2-40B4-BE49-F238E27FC236}">
                  <a16:creationId xmlns:a16="http://schemas.microsoft.com/office/drawing/2014/main" id="{69F3DC09-E270-5B8D-1BF4-32018CC24F8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5" name="rc113">
              <a:extLst>
                <a:ext uri="{FF2B5EF4-FFF2-40B4-BE49-F238E27FC236}">
                  <a16:creationId xmlns:a16="http://schemas.microsoft.com/office/drawing/2014/main" id="{7E097BDD-57CB-932A-406C-F67C3A1C39F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6" name="rc114">
              <a:extLst>
                <a:ext uri="{FF2B5EF4-FFF2-40B4-BE49-F238E27FC236}">
                  <a16:creationId xmlns:a16="http://schemas.microsoft.com/office/drawing/2014/main" id="{4F762E6A-EA15-FC77-A82A-E08D249468B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7" name="rc115">
              <a:extLst>
                <a:ext uri="{FF2B5EF4-FFF2-40B4-BE49-F238E27FC236}">
                  <a16:creationId xmlns:a16="http://schemas.microsoft.com/office/drawing/2014/main" id="{554579CA-9215-AB8E-296D-DFCE70BD16C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8" name="rc116">
              <a:extLst>
                <a:ext uri="{FF2B5EF4-FFF2-40B4-BE49-F238E27FC236}">
                  <a16:creationId xmlns:a16="http://schemas.microsoft.com/office/drawing/2014/main" id="{F04E45BD-D410-698E-AEA8-918B525210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39" name="rc117">
              <a:extLst>
                <a:ext uri="{FF2B5EF4-FFF2-40B4-BE49-F238E27FC236}">
                  <a16:creationId xmlns:a16="http://schemas.microsoft.com/office/drawing/2014/main" id="{3A43647F-DB72-F540-39DC-F74A52FE872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0" name="rc118">
              <a:extLst>
                <a:ext uri="{FF2B5EF4-FFF2-40B4-BE49-F238E27FC236}">
                  <a16:creationId xmlns:a16="http://schemas.microsoft.com/office/drawing/2014/main" id="{B8109431-8638-0576-0EC7-166890E05D8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1" name="rc119">
              <a:extLst>
                <a:ext uri="{FF2B5EF4-FFF2-40B4-BE49-F238E27FC236}">
                  <a16:creationId xmlns:a16="http://schemas.microsoft.com/office/drawing/2014/main" id="{53DE053B-8227-1E2B-FA90-DB5A9E9A57A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2" name="rc120">
              <a:extLst>
                <a:ext uri="{FF2B5EF4-FFF2-40B4-BE49-F238E27FC236}">
                  <a16:creationId xmlns:a16="http://schemas.microsoft.com/office/drawing/2014/main" id="{07C6FA2F-137A-3F1F-9630-DEE05C60733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3" name="rc121">
              <a:extLst>
                <a:ext uri="{FF2B5EF4-FFF2-40B4-BE49-F238E27FC236}">
                  <a16:creationId xmlns:a16="http://schemas.microsoft.com/office/drawing/2014/main" id="{DFE88D2D-27C4-81B3-0DA0-FC58484D824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4" name="rc122">
              <a:extLst>
                <a:ext uri="{FF2B5EF4-FFF2-40B4-BE49-F238E27FC236}">
                  <a16:creationId xmlns:a16="http://schemas.microsoft.com/office/drawing/2014/main" id="{D28F50DC-633A-57E7-7CC2-2356203508C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5" name="rc123">
              <a:extLst>
                <a:ext uri="{FF2B5EF4-FFF2-40B4-BE49-F238E27FC236}">
                  <a16:creationId xmlns:a16="http://schemas.microsoft.com/office/drawing/2014/main" id="{51EA891D-199C-A281-AC60-6D811D5686A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6" name="rc124">
              <a:extLst>
                <a:ext uri="{FF2B5EF4-FFF2-40B4-BE49-F238E27FC236}">
                  <a16:creationId xmlns:a16="http://schemas.microsoft.com/office/drawing/2014/main" id="{D36DB4B8-A42C-5848-F8DB-883491205E8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7" name="rc125">
              <a:extLst>
                <a:ext uri="{FF2B5EF4-FFF2-40B4-BE49-F238E27FC236}">
                  <a16:creationId xmlns:a16="http://schemas.microsoft.com/office/drawing/2014/main" id="{E106D596-EA15-D83A-4AA1-772F1663A74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8" name="rc126">
              <a:extLst>
                <a:ext uri="{FF2B5EF4-FFF2-40B4-BE49-F238E27FC236}">
                  <a16:creationId xmlns:a16="http://schemas.microsoft.com/office/drawing/2014/main" id="{B1B341FB-BFFA-2552-2790-82ED00254E7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49" name="rc127">
              <a:extLst>
                <a:ext uri="{FF2B5EF4-FFF2-40B4-BE49-F238E27FC236}">
                  <a16:creationId xmlns:a16="http://schemas.microsoft.com/office/drawing/2014/main" id="{6F58442A-9E3C-0885-8CAE-A6341EB202B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0" name="rc128">
              <a:extLst>
                <a:ext uri="{FF2B5EF4-FFF2-40B4-BE49-F238E27FC236}">
                  <a16:creationId xmlns:a16="http://schemas.microsoft.com/office/drawing/2014/main" id="{F94CBD03-A702-FA2C-9CC6-B5A76D6ABCC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1" name="rc129">
              <a:extLst>
                <a:ext uri="{FF2B5EF4-FFF2-40B4-BE49-F238E27FC236}">
                  <a16:creationId xmlns:a16="http://schemas.microsoft.com/office/drawing/2014/main" id="{B57EFEC9-621A-3166-5D81-73CE4A976F3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2" name="rc130">
              <a:extLst>
                <a:ext uri="{FF2B5EF4-FFF2-40B4-BE49-F238E27FC236}">
                  <a16:creationId xmlns:a16="http://schemas.microsoft.com/office/drawing/2014/main" id="{68D0E127-B6B4-9EE5-81CC-ED0A602E73E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3" name="rc131">
              <a:extLst>
                <a:ext uri="{FF2B5EF4-FFF2-40B4-BE49-F238E27FC236}">
                  <a16:creationId xmlns:a16="http://schemas.microsoft.com/office/drawing/2014/main" id="{6F4C8B15-3881-571B-7669-576E8386491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4" name="rc132">
              <a:extLst>
                <a:ext uri="{FF2B5EF4-FFF2-40B4-BE49-F238E27FC236}">
                  <a16:creationId xmlns:a16="http://schemas.microsoft.com/office/drawing/2014/main" id="{A3D34293-C51C-FF7A-A52F-ACD5F9D46AB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5" name="rc133">
              <a:extLst>
                <a:ext uri="{FF2B5EF4-FFF2-40B4-BE49-F238E27FC236}">
                  <a16:creationId xmlns:a16="http://schemas.microsoft.com/office/drawing/2014/main" id="{7E934984-8297-D797-2637-3C338086F38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6" name="rc134">
              <a:extLst>
                <a:ext uri="{FF2B5EF4-FFF2-40B4-BE49-F238E27FC236}">
                  <a16:creationId xmlns:a16="http://schemas.microsoft.com/office/drawing/2014/main" id="{3C8E7275-4E9B-32D5-C94E-9A954078A37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7" name="rc135">
              <a:extLst>
                <a:ext uri="{FF2B5EF4-FFF2-40B4-BE49-F238E27FC236}">
                  <a16:creationId xmlns:a16="http://schemas.microsoft.com/office/drawing/2014/main" id="{C43505D9-BC2C-B5B4-A162-22281ED71C5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8" name="rc136">
              <a:extLst>
                <a:ext uri="{FF2B5EF4-FFF2-40B4-BE49-F238E27FC236}">
                  <a16:creationId xmlns:a16="http://schemas.microsoft.com/office/drawing/2014/main" id="{501BD540-26CD-9BDC-5B50-057CF4028E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59" name="rc137">
              <a:extLst>
                <a:ext uri="{FF2B5EF4-FFF2-40B4-BE49-F238E27FC236}">
                  <a16:creationId xmlns:a16="http://schemas.microsoft.com/office/drawing/2014/main" id="{DD9C2FE6-D5B8-E6AD-5918-ED4CFA2663F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0" name="rc138">
              <a:extLst>
                <a:ext uri="{FF2B5EF4-FFF2-40B4-BE49-F238E27FC236}">
                  <a16:creationId xmlns:a16="http://schemas.microsoft.com/office/drawing/2014/main" id="{2199338D-10BD-96CB-3B2E-9D148721574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1" name="rc139">
              <a:extLst>
                <a:ext uri="{FF2B5EF4-FFF2-40B4-BE49-F238E27FC236}">
                  <a16:creationId xmlns:a16="http://schemas.microsoft.com/office/drawing/2014/main" id="{C82719E0-49E6-C282-582F-E3F4B78799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2" name="rc140">
              <a:extLst>
                <a:ext uri="{FF2B5EF4-FFF2-40B4-BE49-F238E27FC236}">
                  <a16:creationId xmlns:a16="http://schemas.microsoft.com/office/drawing/2014/main" id="{8F5DBD80-5846-6D9A-806A-F96057DBF5D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3" name="rc141">
              <a:extLst>
                <a:ext uri="{FF2B5EF4-FFF2-40B4-BE49-F238E27FC236}">
                  <a16:creationId xmlns:a16="http://schemas.microsoft.com/office/drawing/2014/main" id="{C8637DF2-63B2-1813-DB6F-371784079F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4" name="rc142">
              <a:extLst>
                <a:ext uri="{FF2B5EF4-FFF2-40B4-BE49-F238E27FC236}">
                  <a16:creationId xmlns:a16="http://schemas.microsoft.com/office/drawing/2014/main" id="{801DA8C7-D31D-8BD9-44A5-F0E221F430F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5" name="rc143">
              <a:extLst>
                <a:ext uri="{FF2B5EF4-FFF2-40B4-BE49-F238E27FC236}">
                  <a16:creationId xmlns:a16="http://schemas.microsoft.com/office/drawing/2014/main" id="{8D7CE503-7232-6388-CD66-657479F9F78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6" name="rc144">
              <a:extLst>
                <a:ext uri="{FF2B5EF4-FFF2-40B4-BE49-F238E27FC236}">
                  <a16:creationId xmlns:a16="http://schemas.microsoft.com/office/drawing/2014/main" id="{ABAFAA7E-0E71-02BF-2AD9-797AE59212D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7" name="rc145">
              <a:extLst>
                <a:ext uri="{FF2B5EF4-FFF2-40B4-BE49-F238E27FC236}">
                  <a16:creationId xmlns:a16="http://schemas.microsoft.com/office/drawing/2014/main" id="{B76E8F05-7557-020B-94B7-7D7122B7DDF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8" name="rc146">
              <a:extLst>
                <a:ext uri="{FF2B5EF4-FFF2-40B4-BE49-F238E27FC236}">
                  <a16:creationId xmlns:a16="http://schemas.microsoft.com/office/drawing/2014/main" id="{28089D5B-F651-C0E6-BDA5-5BA60EFFF6B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69" name="rc147">
              <a:extLst>
                <a:ext uri="{FF2B5EF4-FFF2-40B4-BE49-F238E27FC236}">
                  <a16:creationId xmlns:a16="http://schemas.microsoft.com/office/drawing/2014/main" id="{39CF1023-EFFF-BF81-C894-C6013BF3321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0" name="rc148">
              <a:extLst>
                <a:ext uri="{FF2B5EF4-FFF2-40B4-BE49-F238E27FC236}">
                  <a16:creationId xmlns:a16="http://schemas.microsoft.com/office/drawing/2014/main" id="{52EE5AF5-ED26-ABA6-1695-C6257C4E8A8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1" name="rc149">
              <a:extLst>
                <a:ext uri="{FF2B5EF4-FFF2-40B4-BE49-F238E27FC236}">
                  <a16:creationId xmlns:a16="http://schemas.microsoft.com/office/drawing/2014/main" id="{3D241573-0803-AA55-F701-7BABC97DAC8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2" name="rc150">
              <a:extLst>
                <a:ext uri="{FF2B5EF4-FFF2-40B4-BE49-F238E27FC236}">
                  <a16:creationId xmlns:a16="http://schemas.microsoft.com/office/drawing/2014/main" id="{841F3A67-427F-AF7E-5BF4-EAABB3A1FCC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3" name="rc151">
              <a:extLst>
                <a:ext uri="{FF2B5EF4-FFF2-40B4-BE49-F238E27FC236}">
                  <a16:creationId xmlns:a16="http://schemas.microsoft.com/office/drawing/2014/main" id="{97C22F4A-033C-C1E2-7F48-1FC36F24630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4" name="rc152">
              <a:extLst>
                <a:ext uri="{FF2B5EF4-FFF2-40B4-BE49-F238E27FC236}">
                  <a16:creationId xmlns:a16="http://schemas.microsoft.com/office/drawing/2014/main" id="{B800057F-0538-9ED6-908E-866680BE538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5" name="rc153">
              <a:extLst>
                <a:ext uri="{FF2B5EF4-FFF2-40B4-BE49-F238E27FC236}">
                  <a16:creationId xmlns:a16="http://schemas.microsoft.com/office/drawing/2014/main" id="{9B8B4F07-AE39-5672-146D-1D83F74D8F1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6" name="rc154">
              <a:extLst>
                <a:ext uri="{FF2B5EF4-FFF2-40B4-BE49-F238E27FC236}">
                  <a16:creationId xmlns:a16="http://schemas.microsoft.com/office/drawing/2014/main" id="{2ADF921B-E572-EC4A-5CE7-701D5CC8C72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7" name="rc155">
              <a:extLst>
                <a:ext uri="{FF2B5EF4-FFF2-40B4-BE49-F238E27FC236}">
                  <a16:creationId xmlns:a16="http://schemas.microsoft.com/office/drawing/2014/main" id="{2401BEFE-7E91-3C58-9B53-5EA15927ABF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8" name="rc156">
              <a:extLst>
                <a:ext uri="{FF2B5EF4-FFF2-40B4-BE49-F238E27FC236}">
                  <a16:creationId xmlns:a16="http://schemas.microsoft.com/office/drawing/2014/main" id="{85E666BA-2CA3-07AE-AD6D-119DB5E641B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79" name="rc157">
              <a:extLst>
                <a:ext uri="{FF2B5EF4-FFF2-40B4-BE49-F238E27FC236}">
                  <a16:creationId xmlns:a16="http://schemas.microsoft.com/office/drawing/2014/main" id="{76E497BA-6628-F05D-918D-98EEFC00A98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0" name="rc158">
              <a:extLst>
                <a:ext uri="{FF2B5EF4-FFF2-40B4-BE49-F238E27FC236}">
                  <a16:creationId xmlns:a16="http://schemas.microsoft.com/office/drawing/2014/main" id="{EAF4ABB1-6528-CE6E-9D93-678F221486F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1" name="rc159">
              <a:extLst>
                <a:ext uri="{FF2B5EF4-FFF2-40B4-BE49-F238E27FC236}">
                  <a16:creationId xmlns:a16="http://schemas.microsoft.com/office/drawing/2014/main" id="{C735EF2B-5BAE-9285-4045-B4B3AFAA5BE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2" name="rc160">
              <a:extLst>
                <a:ext uri="{FF2B5EF4-FFF2-40B4-BE49-F238E27FC236}">
                  <a16:creationId xmlns:a16="http://schemas.microsoft.com/office/drawing/2014/main" id="{0C711051-A7E2-BFA1-9C71-89C954EC862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3" name="rc161">
              <a:extLst>
                <a:ext uri="{FF2B5EF4-FFF2-40B4-BE49-F238E27FC236}">
                  <a16:creationId xmlns:a16="http://schemas.microsoft.com/office/drawing/2014/main" id="{A44576D6-2104-A359-AE17-23E4762FEDA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4" name="rc162">
              <a:extLst>
                <a:ext uri="{FF2B5EF4-FFF2-40B4-BE49-F238E27FC236}">
                  <a16:creationId xmlns:a16="http://schemas.microsoft.com/office/drawing/2014/main" id="{43DD540B-5ECB-6268-D5DE-4829FDC5A58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5" name="rc163">
              <a:extLst>
                <a:ext uri="{FF2B5EF4-FFF2-40B4-BE49-F238E27FC236}">
                  <a16:creationId xmlns:a16="http://schemas.microsoft.com/office/drawing/2014/main" id="{4F7C6404-B858-A634-D8B4-7E6A80380CE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6" name="rc164">
              <a:extLst>
                <a:ext uri="{FF2B5EF4-FFF2-40B4-BE49-F238E27FC236}">
                  <a16:creationId xmlns:a16="http://schemas.microsoft.com/office/drawing/2014/main" id="{C097D45A-983C-C9A8-3BFC-59605CFD880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7" name="rc165">
              <a:extLst>
                <a:ext uri="{FF2B5EF4-FFF2-40B4-BE49-F238E27FC236}">
                  <a16:creationId xmlns:a16="http://schemas.microsoft.com/office/drawing/2014/main" id="{34EDF472-9394-D297-8523-72FFFA1C0FC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8" name="rc166">
              <a:extLst>
                <a:ext uri="{FF2B5EF4-FFF2-40B4-BE49-F238E27FC236}">
                  <a16:creationId xmlns:a16="http://schemas.microsoft.com/office/drawing/2014/main" id="{16539628-E226-D934-2D2E-3B9B09A667E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89" name="rc167">
              <a:extLst>
                <a:ext uri="{FF2B5EF4-FFF2-40B4-BE49-F238E27FC236}">
                  <a16:creationId xmlns:a16="http://schemas.microsoft.com/office/drawing/2014/main" id="{FC58CA02-DA71-FDA2-A4A5-9162F71E652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0" name="rc168">
              <a:extLst>
                <a:ext uri="{FF2B5EF4-FFF2-40B4-BE49-F238E27FC236}">
                  <a16:creationId xmlns:a16="http://schemas.microsoft.com/office/drawing/2014/main" id="{B6D578A3-871C-9C24-3894-0F5901837F7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1" name="rc169">
              <a:extLst>
                <a:ext uri="{FF2B5EF4-FFF2-40B4-BE49-F238E27FC236}">
                  <a16:creationId xmlns:a16="http://schemas.microsoft.com/office/drawing/2014/main" id="{604084D4-F8A2-4739-06A4-42AB8558708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2" name="rc170">
              <a:extLst>
                <a:ext uri="{FF2B5EF4-FFF2-40B4-BE49-F238E27FC236}">
                  <a16:creationId xmlns:a16="http://schemas.microsoft.com/office/drawing/2014/main" id="{66ABA6A9-785A-CEB6-EAAA-A1C7A7A92E3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3" name="rc171">
              <a:extLst>
                <a:ext uri="{FF2B5EF4-FFF2-40B4-BE49-F238E27FC236}">
                  <a16:creationId xmlns:a16="http://schemas.microsoft.com/office/drawing/2014/main" id="{FD8CA37F-B54D-FFBF-129F-12A063247EF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4" name="rc172">
              <a:extLst>
                <a:ext uri="{FF2B5EF4-FFF2-40B4-BE49-F238E27FC236}">
                  <a16:creationId xmlns:a16="http://schemas.microsoft.com/office/drawing/2014/main" id="{A72B8139-250E-8652-8075-D9734E16C39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5" name="rc173">
              <a:extLst>
                <a:ext uri="{FF2B5EF4-FFF2-40B4-BE49-F238E27FC236}">
                  <a16:creationId xmlns:a16="http://schemas.microsoft.com/office/drawing/2014/main" id="{6BDD2316-3904-1A5A-46F7-C145C147D3C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6" name="rc174">
              <a:extLst>
                <a:ext uri="{FF2B5EF4-FFF2-40B4-BE49-F238E27FC236}">
                  <a16:creationId xmlns:a16="http://schemas.microsoft.com/office/drawing/2014/main" id="{4F250F93-B30F-68E7-1BD1-0B66FA07EE2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7" name="rc175">
              <a:extLst>
                <a:ext uri="{FF2B5EF4-FFF2-40B4-BE49-F238E27FC236}">
                  <a16:creationId xmlns:a16="http://schemas.microsoft.com/office/drawing/2014/main" id="{A36251C4-C026-21CD-EC40-A86C494BF3C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8" name="rc176">
              <a:extLst>
                <a:ext uri="{FF2B5EF4-FFF2-40B4-BE49-F238E27FC236}">
                  <a16:creationId xmlns:a16="http://schemas.microsoft.com/office/drawing/2014/main" id="{6DC23AA6-E524-20E3-6600-73E0C63BE4D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99" name="rc177">
              <a:extLst>
                <a:ext uri="{FF2B5EF4-FFF2-40B4-BE49-F238E27FC236}">
                  <a16:creationId xmlns:a16="http://schemas.microsoft.com/office/drawing/2014/main" id="{5B2BAE59-551F-9A6A-6787-259ACB6900F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0" name="rc178">
              <a:extLst>
                <a:ext uri="{FF2B5EF4-FFF2-40B4-BE49-F238E27FC236}">
                  <a16:creationId xmlns:a16="http://schemas.microsoft.com/office/drawing/2014/main" id="{9FFDBF37-87F3-1115-539C-D5CB882CDE8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1" name="rc179">
              <a:extLst>
                <a:ext uri="{FF2B5EF4-FFF2-40B4-BE49-F238E27FC236}">
                  <a16:creationId xmlns:a16="http://schemas.microsoft.com/office/drawing/2014/main" id="{CFD5F454-ABC7-85EF-F9DB-1397F096B63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2" name="rc180">
              <a:extLst>
                <a:ext uri="{FF2B5EF4-FFF2-40B4-BE49-F238E27FC236}">
                  <a16:creationId xmlns:a16="http://schemas.microsoft.com/office/drawing/2014/main" id="{1212F74D-0DEA-F6A6-BFA8-19A597B13D6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3" name="rc181">
              <a:extLst>
                <a:ext uri="{FF2B5EF4-FFF2-40B4-BE49-F238E27FC236}">
                  <a16:creationId xmlns:a16="http://schemas.microsoft.com/office/drawing/2014/main" id="{C7030784-4DF7-B6C5-548D-5A6E58313F3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4" name="rc182">
              <a:extLst>
                <a:ext uri="{FF2B5EF4-FFF2-40B4-BE49-F238E27FC236}">
                  <a16:creationId xmlns:a16="http://schemas.microsoft.com/office/drawing/2014/main" id="{2592B99D-672C-8757-DB2A-178E3B64A8A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5" name="rc183">
              <a:extLst>
                <a:ext uri="{FF2B5EF4-FFF2-40B4-BE49-F238E27FC236}">
                  <a16:creationId xmlns:a16="http://schemas.microsoft.com/office/drawing/2014/main" id="{6306C6B1-5CD6-C068-532C-79756A815CC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6" name="rc184">
              <a:extLst>
                <a:ext uri="{FF2B5EF4-FFF2-40B4-BE49-F238E27FC236}">
                  <a16:creationId xmlns:a16="http://schemas.microsoft.com/office/drawing/2014/main" id="{3E376332-E5F0-0D86-704B-A8EEC039E8F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7" name="rc185">
              <a:extLst>
                <a:ext uri="{FF2B5EF4-FFF2-40B4-BE49-F238E27FC236}">
                  <a16:creationId xmlns:a16="http://schemas.microsoft.com/office/drawing/2014/main" id="{197F687B-A472-F176-C0FF-1FAD83E02D5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8" name="rc186">
              <a:extLst>
                <a:ext uri="{FF2B5EF4-FFF2-40B4-BE49-F238E27FC236}">
                  <a16:creationId xmlns:a16="http://schemas.microsoft.com/office/drawing/2014/main" id="{F3EED37D-ADD7-9FB6-3343-6CF9D8F829B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09" name="rc187">
              <a:extLst>
                <a:ext uri="{FF2B5EF4-FFF2-40B4-BE49-F238E27FC236}">
                  <a16:creationId xmlns:a16="http://schemas.microsoft.com/office/drawing/2014/main" id="{4CC29CCC-8A2B-E620-70D3-5A6AEDE59B8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0" name="rc188">
              <a:extLst>
                <a:ext uri="{FF2B5EF4-FFF2-40B4-BE49-F238E27FC236}">
                  <a16:creationId xmlns:a16="http://schemas.microsoft.com/office/drawing/2014/main" id="{F743F071-A04E-827B-0524-990C636AC4E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1" name="rc189">
              <a:extLst>
                <a:ext uri="{FF2B5EF4-FFF2-40B4-BE49-F238E27FC236}">
                  <a16:creationId xmlns:a16="http://schemas.microsoft.com/office/drawing/2014/main" id="{D5443CCD-3D19-8A39-1A25-8FE2D4E769F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2" name="rc190">
              <a:extLst>
                <a:ext uri="{FF2B5EF4-FFF2-40B4-BE49-F238E27FC236}">
                  <a16:creationId xmlns:a16="http://schemas.microsoft.com/office/drawing/2014/main" id="{FE363C29-BC72-CD75-CB25-B8838DF4F26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3" name="rc191">
              <a:extLst>
                <a:ext uri="{FF2B5EF4-FFF2-40B4-BE49-F238E27FC236}">
                  <a16:creationId xmlns:a16="http://schemas.microsoft.com/office/drawing/2014/main" id="{2ADB4CD0-9F2A-B476-8652-DBC4DA77499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4" name="rc192">
              <a:extLst>
                <a:ext uri="{FF2B5EF4-FFF2-40B4-BE49-F238E27FC236}">
                  <a16:creationId xmlns:a16="http://schemas.microsoft.com/office/drawing/2014/main" id="{F250D167-7E88-C07E-211E-496DC737EC1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5" name="rc193">
              <a:extLst>
                <a:ext uri="{FF2B5EF4-FFF2-40B4-BE49-F238E27FC236}">
                  <a16:creationId xmlns:a16="http://schemas.microsoft.com/office/drawing/2014/main" id="{2EAB8141-4FCB-7A53-19A5-1861147BB84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6" name="rc194">
              <a:extLst>
                <a:ext uri="{FF2B5EF4-FFF2-40B4-BE49-F238E27FC236}">
                  <a16:creationId xmlns:a16="http://schemas.microsoft.com/office/drawing/2014/main" id="{B4603F30-AB6E-7541-D572-F7E8B8D24FE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7" name="rc195">
              <a:extLst>
                <a:ext uri="{FF2B5EF4-FFF2-40B4-BE49-F238E27FC236}">
                  <a16:creationId xmlns:a16="http://schemas.microsoft.com/office/drawing/2014/main" id="{6B434F92-CD1D-4F35-7CCF-404E841A52D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8" name="rc196">
              <a:extLst>
                <a:ext uri="{FF2B5EF4-FFF2-40B4-BE49-F238E27FC236}">
                  <a16:creationId xmlns:a16="http://schemas.microsoft.com/office/drawing/2014/main" id="{6842FF4B-6DBC-F5A5-C1C2-6CAFF30C4A4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19" name="rc197">
              <a:extLst>
                <a:ext uri="{FF2B5EF4-FFF2-40B4-BE49-F238E27FC236}">
                  <a16:creationId xmlns:a16="http://schemas.microsoft.com/office/drawing/2014/main" id="{E2556C83-55B0-FC64-A244-9A4A0623DC1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0" name="rc198">
              <a:extLst>
                <a:ext uri="{FF2B5EF4-FFF2-40B4-BE49-F238E27FC236}">
                  <a16:creationId xmlns:a16="http://schemas.microsoft.com/office/drawing/2014/main" id="{9CDEAFDB-8ED6-0008-9634-A8356F163D1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1" name="rc199">
              <a:extLst>
                <a:ext uri="{FF2B5EF4-FFF2-40B4-BE49-F238E27FC236}">
                  <a16:creationId xmlns:a16="http://schemas.microsoft.com/office/drawing/2014/main" id="{E3E362A4-FD9C-469C-CE24-A278936EAA8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2" name="rc200">
              <a:extLst>
                <a:ext uri="{FF2B5EF4-FFF2-40B4-BE49-F238E27FC236}">
                  <a16:creationId xmlns:a16="http://schemas.microsoft.com/office/drawing/2014/main" id="{22541689-740D-85DD-22FD-A87230333FA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3" name="rc201">
              <a:extLst>
                <a:ext uri="{FF2B5EF4-FFF2-40B4-BE49-F238E27FC236}">
                  <a16:creationId xmlns:a16="http://schemas.microsoft.com/office/drawing/2014/main" id="{7D6556EF-FF6A-CBD2-6941-440DFB28AA8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4" name="rc202">
              <a:extLst>
                <a:ext uri="{FF2B5EF4-FFF2-40B4-BE49-F238E27FC236}">
                  <a16:creationId xmlns:a16="http://schemas.microsoft.com/office/drawing/2014/main" id="{7D7EACEB-E94C-743F-03D3-404AF350118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5" name="rc203">
              <a:extLst>
                <a:ext uri="{FF2B5EF4-FFF2-40B4-BE49-F238E27FC236}">
                  <a16:creationId xmlns:a16="http://schemas.microsoft.com/office/drawing/2014/main" id="{E2C6747F-3DD1-A1A8-B509-129469A1F19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6" name="rc204">
              <a:extLst>
                <a:ext uri="{FF2B5EF4-FFF2-40B4-BE49-F238E27FC236}">
                  <a16:creationId xmlns:a16="http://schemas.microsoft.com/office/drawing/2014/main" id="{D946074E-E62B-0833-1A31-53F1B59E063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7" name="rc205">
              <a:extLst>
                <a:ext uri="{FF2B5EF4-FFF2-40B4-BE49-F238E27FC236}">
                  <a16:creationId xmlns:a16="http://schemas.microsoft.com/office/drawing/2014/main" id="{7C0A524A-E29A-A80C-8CF3-7BC3CDAEA27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8" name="rc206">
              <a:extLst>
                <a:ext uri="{FF2B5EF4-FFF2-40B4-BE49-F238E27FC236}">
                  <a16:creationId xmlns:a16="http://schemas.microsoft.com/office/drawing/2014/main" id="{8A02C5BF-5294-497C-D7C0-0158307D974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29" name="rc207">
              <a:extLst>
                <a:ext uri="{FF2B5EF4-FFF2-40B4-BE49-F238E27FC236}">
                  <a16:creationId xmlns:a16="http://schemas.microsoft.com/office/drawing/2014/main" id="{33D3E476-DF81-F714-4162-C9FB56F025C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0" name="rc208">
              <a:extLst>
                <a:ext uri="{FF2B5EF4-FFF2-40B4-BE49-F238E27FC236}">
                  <a16:creationId xmlns:a16="http://schemas.microsoft.com/office/drawing/2014/main" id="{F23ACD19-46C9-0A4F-5CA6-69D0047B258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1" name="rc209">
              <a:extLst>
                <a:ext uri="{FF2B5EF4-FFF2-40B4-BE49-F238E27FC236}">
                  <a16:creationId xmlns:a16="http://schemas.microsoft.com/office/drawing/2014/main" id="{8328CC0E-73AC-77D0-7A75-57859553EB5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2" name="rc210">
              <a:extLst>
                <a:ext uri="{FF2B5EF4-FFF2-40B4-BE49-F238E27FC236}">
                  <a16:creationId xmlns:a16="http://schemas.microsoft.com/office/drawing/2014/main" id="{7CCC1199-BC84-A117-BF22-644EB030A6C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3" name="rc211">
              <a:extLst>
                <a:ext uri="{FF2B5EF4-FFF2-40B4-BE49-F238E27FC236}">
                  <a16:creationId xmlns:a16="http://schemas.microsoft.com/office/drawing/2014/main" id="{E485F3B7-9173-DBB7-D063-6FB29CC2B7C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4" name="rc212">
              <a:extLst>
                <a:ext uri="{FF2B5EF4-FFF2-40B4-BE49-F238E27FC236}">
                  <a16:creationId xmlns:a16="http://schemas.microsoft.com/office/drawing/2014/main" id="{F1C4A9CA-883D-32DE-0048-AFD2BA008CA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5" name="rc213">
              <a:extLst>
                <a:ext uri="{FF2B5EF4-FFF2-40B4-BE49-F238E27FC236}">
                  <a16:creationId xmlns:a16="http://schemas.microsoft.com/office/drawing/2014/main" id="{3A3988A7-DC68-EE34-085D-A1D5E22DD3C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6" name="rc214">
              <a:extLst>
                <a:ext uri="{FF2B5EF4-FFF2-40B4-BE49-F238E27FC236}">
                  <a16:creationId xmlns:a16="http://schemas.microsoft.com/office/drawing/2014/main" id="{4D0F64AF-4CE4-641C-A168-399C87E826A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7" name="rc215">
              <a:extLst>
                <a:ext uri="{FF2B5EF4-FFF2-40B4-BE49-F238E27FC236}">
                  <a16:creationId xmlns:a16="http://schemas.microsoft.com/office/drawing/2014/main" id="{18B09A16-7106-7FD0-4D74-0B5B26C614B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8" name="rc216">
              <a:extLst>
                <a:ext uri="{FF2B5EF4-FFF2-40B4-BE49-F238E27FC236}">
                  <a16:creationId xmlns:a16="http://schemas.microsoft.com/office/drawing/2014/main" id="{629BFB1D-250A-6AA2-AA79-135DC51F4FF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39" name="rc217">
              <a:extLst>
                <a:ext uri="{FF2B5EF4-FFF2-40B4-BE49-F238E27FC236}">
                  <a16:creationId xmlns:a16="http://schemas.microsoft.com/office/drawing/2014/main" id="{F22DD400-A9D7-C36D-365D-4172187C3F3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0" name="rc218">
              <a:extLst>
                <a:ext uri="{FF2B5EF4-FFF2-40B4-BE49-F238E27FC236}">
                  <a16:creationId xmlns:a16="http://schemas.microsoft.com/office/drawing/2014/main" id="{59AAB957-E29C-65C9-31BF-AE0835A9668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1" name="rc219">
              <a:extLst>
                <a:ext uri="{FF2B5EF4-FFF2-40B4-BE49-F238E27FC236}">
                  <a16:creationId xmlns:a16="http://schemas.microsoft.com/office/drawing/2014/main" id="{883FCFF0-276B-15CB-7A76-4004F2CAF13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2" name="rc220">
              <a:extLst>
                <a:ext uri="{FF2B5EF4-FFF2-40B4-BE49-F238E27FC236}">
                  <a16:creationId xmlns:a16="http://schemas.microsoft.com/office/drawing/2014/main" id="{92A36EAA-D659-1BD7-58EC-6B282AA73AA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3" name="rc221">
              <a:extLst>
                <a:ext uri="{FF2B5EF4-FFF2-40B4-BE49-F238E27FC236}">
                  <a16:creationId xmlns:a16="http://schemas.microsoft.com/office/drawing/2014/main" id="{F644AFA7-7086-EF4C-E709-633D594A45A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4" name="rc222">
              <a:extLst>
                <a:ext uri="{FF2B5EF4-FFF2-40B4-BE49-F238E27FC236}">
                  <a16:creationId xmlns:a16="http://schemas.microsoft.com/office/drawing/2014/main" id="{F37A6207-567E-EBC7-2E57-BE678747571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5" name="rc223">
              <a:extLst>
                <a:ext uri="{FF2B5EF4-FFF2-40B4-BE49-F238E27FC236}">
                  <a16:creationId xmlns:a16="http://schemas.microsoft.com/office/drawing/2014/main" id="{62BA97AA-E3BD-F64D-25C7-D27E8149DCE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6" name="rc224">
              <a:extLst>
                <a:ext uri="{FF2B5EF4-FFF2-40B4-BE49-F238E27FC236}">
                  <a16:creationId xmlns:a16="http://schemas.microsoft.com/office/drawing/2014/main" id="{47C64881-1203-E05C-A157-89D191CAAB0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7" name="rc225">
              <a:extLst>
                <a:ext uri="{FF2B5EF4-FFF2-40B4-BE49-F238E27FC236}">
                  <a16:creationId xmlns:a16="http://schemas.microsoft.com/office/drawing/2014/main" id="{73445921-476E-630F-6226-C2BD4FAED35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8" name="rc226">
              <a:extLst>
                <a:ext uri="{FF2B5EF4-FFF2-40B4-BE49-F238E27FC236}">
                  <a16:creationId xmlns:a16="http://schemas.microsoft.com/office/drawing/2014/main" id="{BE44A720-149B-BCDF-6DCB-CA165E2DBA2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49" name="rc227">
              <a:extLst>
                <a:ext uri="{FF2B5EF4-FFF2-40B4-BE49-F238E27FC236}">
                  <a16:creationId xmlns:a16="http://schemas.microsoft.com/office/drawing/2014/main" id="{AC97886C-FC65-CBFC-B15F-8C4E6D79AB7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0" name="rc228">
              <a:extLst>
                <a:ext uri="{FF2B5EF4-FFF2-40B4-BE49-F238E27FC236}">
                  <a16:creationId xmlns:a16="http://schemas.microsoft.com/office/drawing/2014/main" id="{BF22AEFB-8A37-2151-5229-1E44C0ED263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1" name="rc229">
              <a:extLst>
                <a:ext uri="{FF2B5EF4-FFF2-40B4-BE49-F238E27FC236}">
                  <a16:creationId xmlns:a16="http://schemas.microsoft.com/office/drawing/2014/main" id="{04195B35-96A8-50E7-F0F2-4981B4A50DB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2" name="rc230">
              <a:extLst>
                <a:ext uri="{FF2B5EF4-FFF2-40B4-BE49-F238E27FC236}">
                  <a16:creationId xmlns:a16="http://schemas.microsoft.com/office/drawing/2014/main" id="{9A58442D-4583-F329-6A6E-6F64EEC164D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3" name="rc231">
              <a:extLst>
                <a:ext uri="{FF2B5EF4-FFF2-40B4-BE49-F238E27FC236}">
                  <a16:creationId xmlns:a16="http://schemas.microsoft.com/office/drawing/2014/main" id="{DFB8527C-AC46-A8F9-0138-E21AB9366C8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4" name="rc232">
              <a:extLst>
                <a:ext uri="{FF2B5EF4-FFF2-40B4-BE49-F238E27FC236}">
                  <a16:creationId xmlns:a16="http://schemas.microsoft.com/office/drawing/2014/main" id="{15D835C5-74C5-2134-4160-FB96DFD4782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5" name="rc233">
              <a:extLst>
                <a:ext uri="{FF2B5EF4-FFF2-40B4-BE49-F238E27FC236}">
                  <a16:creationId xmlns:a16="http://schemas.microsoft.com/office/drawing/2014/main" id="{361D9597-459B-07AA-8F28-45E8E67165C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6" name="rc234">
              <a:extLst>
                <a:ext uri="{FF2B5EF4-FFF2-40B4-BE49-F238E27FC236}">
                  <a16:creationId xmlns:a16="http://schemas.microsoft.com/office/drawing/2014/main" id="{1F12E494-9F9F-5D98-D9BF-28E3942F7DA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7" name="rc235">
              <a:extLst>
                <a:ext uri="{FF2B5EF4-FFF2-40B4-BE49-F238E27FC236}">
                  <a16:creationId xmlns:a16="http://schemas.microsoft.com/office/drawing/2014/main" id="{07D1486A-5598-BF99-AC5A-3D28FECB938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8" name="rc236">
              <a:extLst>
                <a:ext uri="{FF2B5EF4-FFF2-40B4-BE49-F238E27FC236}">
                  <a16:creationId xmlns:a16="http://schemas.microsoft.com/office/drawing/2014/main" id="{31081C76-B2E6-D175-AB12-BD940FE33B8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59" name="rc237">
              <a:extLst>
                <a:ext uri="{FF2B5EF4-FFF2-40B4-BE49-F238E27FC236}">
                  <a16:creationId xmlns:a16="http://schemas.microsoft.com/office/drawing/2014/main" id="{6E4AE195-211A-1A89-D243-53B53DC9F71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0" name="rc238">
              <a:extLst>
                <a:ext uri="{FF2B5EF4-FFF2-40B4-BE49-F238E27FC236}">
                  <a16:creationId xmlns:a16="http://schemas.microsoft.com/office/drawing/2014/main" id="{27D63CE5-095C-93E2-360F-B326C7A8385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1" name="rc239">
              <a:extLst>
                <a:ext uri="{FF2B5EF4-FFF2-40B4-BE49-F238E27FC236}">
                  <a16:creationId xmlns:a16="http://schemas.microsoft.com/office/drawing/2014/main" id="{AAEF8C68-DCBA-1FD2-F4DF-E8C339A21F7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2" name="rc240">
              <a:extLst>
                <a:ext uri="{FF2B5EF4-FFF2-40B4-BE49-F238E27FC236}">
                  <a16:creationId xmlns:a16="http://schemas.microsoft.com/office/drawing/2014/main" id="{509A922C-DFCE-D1D7-A8D4-C5BBCCA2964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3" name="rc241">
              <a:extLst>
                <a:ext uri="{FF2B5EF4-FFF2-40B4-BE49-F238E27FC236}">
                  <a16:creationId xmlns:a16="http://schemas.microsoft.com/office/drawing/2014/main" id="{6E80E81E-1D72-1EE9-B4D3-D6F8D6EA2C6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4" name="rc242">
              <a:extLst>
                <a:ext uri="{FF2B5EF4-FFF2-40B4-BE49-F238E27FC236}">
                  <a16:creationId xmlns:a16="http://schemas.microsoft.com/office/drawing/2014/main" id="{2A366A02-6ADF-7B12-BC2A-8EF2536ED04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5" name="rc243">
              <a:extLst>
                <a:ext uri="{FF2B5EF4-FFF2-40B4-BE49-F238E27FC236}">
                  <a16:creationId xmlns:a16="http://schemas.microsoft.com/office/drawing/2014/main" id="{D3E96451-E9DE-1DEB-550D-A9B67C1D824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6" name="rc244">
              <a:extLst>
                <a:ext uri="{FF2B5EF4-FFF2-40B4-BE49-F238E27FC236}">
                  <a16:creationId xmlns:a16="http://schemas.microsoft.com/office/drawing/2014/main" id="{B01D0706-DAF7-6B29-AD45-386476CFD0F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7" name="rc245">
              <a:extLst>
                <a:ext uri="{FF2B5EF4-FFF2-40B4-BE49-F238E27FC236}">
                  <a16:creationId xmlns:a16="http://schemas.microsoft.com/office/drawing/2014/main" id="{326AA925-2AF0-D5BB-C0F8-35A80452665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8" name="rc246">
              <a:extLst>
                <a:ext uri="{FF2B5EF4-FFF2-40B4-BE49-F238E27FC236}">
                  <a16:creationId xmlns:a16="http://schemas.microsoft.com/office/drawing/2014/main" id="{4B4469A3-AB31-7A25-C98F-778B20E7EA5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69" name="rc247">
              <a:extLst>
                <a:ext uri="{FF2B5EF4-FFF2-40B4-BE49-F238E27FC236}">
                  <a16:creationId xmlns:a16="http://schemas.microsoft.com/office/drawing/2014/main" id="{F2DFF0A8-A4FD-FF9A-97F7-E159E3C87B9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0" name="rc248">
              <a:extLst>
                <a:ext uri="{FF2B5EF4-FFF2-40B4-BE49-F238E27FC236}">
                  <a16:creationId xmlns:a16="http://schemas.microsoft.com/office/drawing/2014/main" id="{DB48056A-C6CA-97D6-E44B-B5B807AF059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1" name="rc249">
              <a:extLst>
                <a:ext uri="{FF2B5EF4-FFF2-40B4-BE49-F238E27FC236}">
                  <a16:creationId xmlns:a16="http://schemas.microsoft.com/office/drawing/2014/main" id="{F27514E1-E859-2995-FB3A-425BF7277EB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2" name="rc250">
              <a:extLst>
                <a:ext uri="{FF2B5EF4-FFF2-40B4-BE49-F238E27FC236}">
                  <a16:creationId xmlns:a16="http://schemas.microsoft.com/office/drawing/2014/main" id="{DC7F7ABD-2BF0-543E-E73B-EFC180F13B2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3" name="rc251">
              <a:extLst>
                <a:ext uri="{FF2B5EF4-FFF2-40B4-BE49-F238E27FC236}">
                  <a16:creationId xmlns:a16="http://schemas.microsoft.com/office/drawing/2014/main" id="{D5371380-D1CA-A80B-B133-B1A849C92F7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4" name="rc252">
              <a:extLst>
                <a:ext uri="{FF2B5EF4-FFF2-40B4-BE49-F238E27FC236}">
                  <a16:creationId xmlns:a16="http://schemas.microsoft.com/office/drawing/2014/main" id="{01F345E0-1385-5AD5-73EA-7A35012BCFE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5" name="rc253">
              <a:extLst>
                <a:ext uri="{FF2B5EF4-FFF2-40B4-BE49-F238E27FC236}">
                  <a16:creationId xmlns:a16="http://schemas.microsoft.com/office/drawing/2014/main" id="{DA6FF871-9A3B-4EC4-3BC9-366A841238B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6" name="rc254">
              <a:extLst>
                <a:ext uri="{FF2B5EF4-FFF2-40B4-BE49-F238E27FC236}">
                  <a16:creationId xmlns:a16="http://schemas.microsoft.com/office/drawing/2014/main" id="{4358DA12-9331-41F6-2A91-B3F1352682B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7" name="rc255">
              <a:extLst>
                <a:ext uri="{FF2B5EF4-FFF2-40B4-BE49-F238E27FC236}">
                  <a16:creationId xmlns:a16="http://schemas.microsoft.com/office/drawing/2014/main" id="{F46B3FAD-8466-EEEA-1FA2-58E1F8928D1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8" name="rc256">
              <a:extLst>
                <a:ext uri="{FF2B5EF4-FFF2-40B4-BE49-F238E27FC236}">
                  <a16:creationId xmlns:a16="http://schemas.microsoft.com/office/drawing/2014/main" id="{339B3A0C-FD82-2686-0B2B-D665A14E030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79" name="rc257">
              <a:extLst>
                <a:ext uri="{FF2B5EF4-FFF2-40B4-BE49-F238E27FC236}">
                  <a16:creationId xmlns:a16="http://schemas.microsoft.com/office/drawing/2014/main" id="{5149D677-CF99-0FEF-2A03-E931506A538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0" name="rc258">
              <a:extLst>
                <a:ext uri="{FF2B5EF4-FFF2-40B4-BE49-F238E27FC236}">
                  <a16:creationId xmlns:a16="http://schemas.microsoft.com/office/drawing/2014/main" id="{11807B9B-927C-49DB-3107-306D38A9F12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1" name="rc259">
              <a:extLst>
                <a:ext uri="{FF2B5EF4-FFF2-40B4-BE49-F238E27FC236}">
                  <a16:creationId xmlns:a16="http://schemas.microsoft.com/office/drawing/2014/main" id="{F4FEEAEC-4680-73FC-94EE-2AB3C218B0A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2" name="rc260">
              <a:extLst>
                <a:ext uri="{FF2B5EF4-FFF2-40B4-BE49-F238E27FC236}">
                  <a16:creationId xmlns:a16="http://schemas.microsoft.com/office/drawing/2014/main" id="{128C462D-ECE3-8928-D977-EABE95337D7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3" name="rc261">
              <a:extLst>
                <a:ext uri="{FF2B5EF4-FFF2-40B4-BE49-F238E27FC236}">
                  <a16:creationId xmlns:a16="http://schemas.microsoft.com/office/drawing/2014/main" id="{821CF34A-4930-6167-889D-F9546D134B2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4" name="rc262">
              <a:extLst>
                <a:ext uri="{FF2B5EF4-FFF2-40B4-BE49-F238E27FC236}">
                  <a16:creationId xmlns:a16="http://schemas.microsoft.com/office/drawing/2014/main" id="{0D36C0B3-69BF-8063-3C3A-CF225CBD243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5" name="rc263">
              <a:extLst>
                <a:ext uri="{FF2B5EF4-FFF2-40B4-BE49-F238E27FC236}">
                  <a16:creationId xmlns:a16="http://schemas.microsoft.com/office/drawing/2014/main" id="{7C67E2CA-5FF6-64E7-FCB7-873D494E058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6" name="rc264">
              <a:extLst>
                <a:ext uri="{FF2B5EF4-FFF2-40B4-BE49-F238E27FC236}">
                  <a16:creationId xmlns:a16="http://schemas.microsoft.com/office/drawing/2014/main" id="{C5EB2CF1-5796-8D22-1A00-3B471EFC1B8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7" name="rc265">
              <a:extLst>
                <a:ext uri="{FF2B5EF4-FFF2-40B4-BE49-F238E27FC236}">
                  <a16:creationId xmlns:a16="http://schemas.microsoft.com/office/drawing/2014/main" id="{AF8808AA-54AE-136D-72E4-E3D865168C4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8" name="rc266">
              <a:extLst>
                <a:ext uri="{FF2B5EF4-FFF2-40B4-BE49-F238E27FC236}">
                  <a16:creationId xmlns:a16="http://schemas.microsoft.com/office/drawing/2014/main" id="{2D8620EC-4A50-1748-CAD8-8CDCDE9A877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89" name="rc267">
              <a:extLst>
                <a:ext uri="{FF2B5EF4-FFF2-40B4-BE49-F238E27FC236}">
                  <a16:creationId xmlns:a16="http://schemas.microsoft.com/office/drawing/2014/main" id="{1E8BD1E0-B729-E879-ACFF-B967B1B9B68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0" name="rc268">
              <a:extLst>
                <a:ext uri="{FF2B5EF4-FFF2-40B4-BE49-F238E27FC236}">
                  <a16:creationId xmlns:a16="http://schemas.microsoft.com/office/drawing/2014/main" id="{B0D9A97D-87CA-BAB2-E987-744AF381CCC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1" name="rc269">
              <a:extLst>
                <a:ext uri="{FF2B5EF4-FFF2-40B4-BE49-F238E27FC236}">
                  <a16:creationId xmlns:a16="http://schemas.microsoft.com/office/drawing/2014/main" id="{25ECC113-9700-1EF2-2CC3-0E72500E696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2" name="rc270">
              <a:extLst>
                <a:ext uri="{FF2B5EF4-FFF2-40B4-BE49-F238E27FC236}">
                  <a16:creationId xmlns:a16="http://schemas.microsoft.com/office/drawing/2014/main" id="{33E091AD-FE8C-342E-89E9-756F9445EC4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3" name="rc271">
              <a:extLst>
                <a:ext uri="{FF2B5EF4-FFF2-40B4-BE49-F238E27FC236}">
                  <a16:creationId xmlns:a16="http://schemas.microsoft.com/office/drawing/2014/main" id="{A258AD8E-118D-9ACE-9324-279BE1943A5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4" name="rc272">
              <a:extLst>
                <a:ext uri="{FF2B5EF4-FFF2-40B4-BE49-F238E27FC236}">
                  <a16:creationId xmlns:a16="http://schemas.microsoft.com/office/drawing/2014/main" id="{B27D98C1-A2AA-80C0-079A-E5FDB2C2D35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5" name="rc273">
              <a:extLst>
                <a:ext uri="{FF2B5EF4-FFF2-40B4-BE49-F238E27FC236}">
                  <a16:creationId xmlns:a16="http://schemas.microsoft.com/office/drawing/2014/main" id="{2C5C3A14-C7BF-F780-AA85-FAC0BAC1EB4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6" name="rc274">
              <a:extLst>
                <a:ext uri="{FF2B5EF4-FFF2-40B4-BE49-F238E27FC236}">
                  <a16:creationId xmlns:a16="http://schemas.microsoft.com/office/drawing/2014/main" id="{9D8872E5-E051-D40A-3E84-29D5F2FC277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7" name="rc275">
              <a:extLst>
                <a:ext uri="{FF2B5EF4-FFF2-40B4-BE49-F238E27FC236}">
                  <a16:creationId xmlns:a16="http://schemas.microsoft.com/office/drawing/2014/main" id="{E8B59A0F-6675-2015-DD60-BC087C46CAC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8" name="rc276">
              <a:extLst>
                <a:ext uri="{FF2B5EF4-FFF2-40B4-BE49-F238E27FC236}">
                  <a16:creationId xmlns:a16="http://schemas.microsoft.com/office/drawing/2014/main" id="{BF75E150-84D2-64FB-FBC6-EF3C251BD62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99" name="rc277">
              <a:extLst>
                <a:ext uri="{FF2B5EF4-FFF2-40B4-BE49-F238E27FC236}">
                  <a16:creationId xmlns:a16="http://schemas.microsoft.com/office/drawing/2014/main" id="{0C01BF78-CC7A-0A7D-C285-20332F3978B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0" name="rc278">
              <a:extLst>
                <a:ext uri="{FF2B5EF4-FFF2-40B4-BE49-F238E27FC236}">
                  <a16:creationId xmlns:a16="http://schemas.microsoft.com/office/drawing/2014/main" id="{0539A318-0C7C-4FFE-71C1-95309312B6E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1" name="rc279">
              <a:extLst>
                <a:ext uri="{FF2B5EF4-FFF2-40B4-BE49-F238E27FC236}">
                  <a16:creationId xmlns:a16="http://schemas.microsoft.com/office/drawing/2014/main" id="{4D9F09D8-83D2-42CB-57FC-11A223870A6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2" name="rc280">
              <a:extLst>
                <a:ext uri="{FF2B5EF4-FFF2-40B4-BE49-F238E27FC236}">
                  <a16:creationId xmlns:a16="http://schemas.microsoft.com/office/drawing/2014/main" id="{8565D0BE-DC64-C3D4-DFAF-A42405CB5C1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3" name="rc281">
              <a:extLst>
                <a:ext uri="{FF2B5EF4-FFF2-40B4-BE49-F238E27FC236}">
                  <a16:creationId xmlns:a16="http://schemas.microsoft.com/office/drawing/2014/main" id="{AF5B0820-DB89-D5CE-E31D-4AD1A51018C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4" name="rc282">
              <a:extLst>
                <a:ext uri="{FF2B5EF4-FFF2-40B4-BE49-F238E27FC236}">
                  <a16:creationId xmlns:a16="http://schemas.microsoft.com/office/drawing/2014/main" id="{EE85A9D5-4A67-1EDB-6C91-A6E9D0A246A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5" name="rc283">
              <a:extLst>
                <a:ext uri="{FF2B5EF4-FFF2-40B4-BE49-F238E27FC236}">
                  <a16:creationId xmlns:a16="http://schemas.microsoft.com/office/drawing/2014/main" id="{BEC9F5CA-BF7C-3447-8985-4FD7C30CB07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6" name="rc284">
              <a:extLst>
                <a:ext uri="{FF2B5EF4-FFF2-40B4-BE49-F238E27FC236}">
                  <a16:creationId xmlns:a16="http://schemas.microsoft.com/office/drawing/2014/main" id="{DA336D63-81F8-2CA2-A45B-6FA2632117E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7" name="rc285">
              <a:extLst>
                <a:ext uri="{FF2B5EF4-FFF2-40B4-BE49-F238E27FC236}">
                  <a16:creationId xmlns:a16="http://schemas.microsoft.com/office/drawing/2014/main" id="{026F534B-CF49-A7E1-4A30-57C8E5073C8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8" name="rc286">
              <a:extLst>
                <a:ext uri="{FF2B5EF4-FFF2-40B4-BE49-F238E27FC236}">
                  <a16:creationId xmlns:a16="http://schemas.microsoft.com/office/drawing/2014/main" id="{5DCE369E-13B6-C843-1002-76122263852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09" name="rc287">
              <a:extLst>
                <a:ext uri="{FF2B5EF4-FFF2-40B4-BE49-F238E27FC236}">
                  <a16:creationId xmlns:a16="http://schemas.microsoft.com/office/drawing/2014/main" id="{C03D4A32-DC16-15B1-7C39-97BDD61911A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0" name="rc288">
              <a:extLst>
                <a:ext uri="{FF2B5EF4-FFF2-40B4-BE49-F238E27FC236}">
                  <a16:creationId xmlns:a16="http://schemas.microsoft.com/office/drawing/2014/main" id="{A33E6F0F-6CCF-86CF-6441-3BA0EFECDD0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1" name="rc289">
              <a:extLst>
                <a:ext uri="{FF2B5EF4-FFF2-40B4-BE49-F238E27FC236}">
                  <a16:creationId xmlns:a16="http://schemas.microsoft.com/office/drawing/2014/main" id="{7ABFE52F-1513-F407-731A-05BD1ED7C16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2" name="rc290">
              <a:extLst>
                <a:ext uri="{FF2B5EF4-FFF2-40B4-BE49-F238E27FC236}">
                  <a16:creationId xmlns:a16="http://schemas.microsoft.com/office/drawing/2014/main" id="{76BC4D7F-C2FA-A8D2-3295-8EE7F56379A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3" name="rc291">
              <a:extLst>
                <a:ext uri="{FF2B5EF4-FFF2-40B4-BE49-F238E27FC236}">
                  <a16:creationId xmlns:a16="http://schemas.microsoft.com/office/drawing/2014/main" id="{7368FF48-4907-7F45-FC1E-EB5F3E9756A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4" name="rc292">
              <a:extLst>
                <a:ext uri="{FF2B5EF4-FFF2-40B4-BE49-F238E27FC236}">
                  <a16:creationId xmlns:a16="http://schemas.microsoft.com/office/drawing/2014/main" id="{ED38AD2B-8002-C71E-D35A-39F5B5CE70E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5" name="rc293">
              <a:extLst>
                <a:ext uri="{FF2B5EF4-FFF2-40B4-BE49-F238E27FC236}">
                  <a16:creationId xmlns:a16="http://schemas.microsoft.com/office/drawing/2014/main" id="{46934AC4-479E-9472-7442-691C6CCD377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6" name="rc294">
              <a:extLst>
                <a:ext uri="{FF2B5EF4-FFF2-40B4-BE49-F238E27FC236}">
                  <a16:creationId xmlns:a16="http://schemas.microsoft.com/office/drawing/2014/main" id="{7189FC4F-0D5F-23D1-4094-7B1A1F9D438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7" name="rc295">
              <a:extLst>
                <a:ext uri="{FF2B5EF4-FFF2-40B4-BE49-F238E27FC236}">
                  <a16:creationId xmlns:a16="http://schemas.microsoft.com/office/drawing/2014/main" id="{5F5C6CE2-CE48-AC65-9C17-82A224633FB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8" name="rc296">
              <a:extLst>
                <a:ext uri="{FF2B5EF4-FFF2-40B4-BE49-F238E27FC236}">
                  <a16:creationId xmlns:a16="http://schemas.microsoft.com/office/drawing/2014/main" id="{603C1116-1C9A-FF70-8676-4FECB8328F3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19" name="rc297">
              <a:extLst>
                <a:ext uri="{FF2B5EF4-FFF2-40B4-BE49-F238E27FC236}">
                  <a16:creationId xmlns:a16="http://schemas.microsoft.com/office/drawing/2014/main" id="{5CEC2B4A-D958-639D-D58B-8FF28F413FD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0" name="rc298">
              <a:extLst>
                <a:ext uri="{FF2B5EF4-FFF2-40B4-BE49-F238E27FC236}">
                  <a16:creationId xmlns:a16="http://schemas.microsoft.com/office/drawing/2014/main" id="{CC474D9C-FB37-351E-00C1-653476F2F3D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1" name="rc299">
              <a:extLst>
                <a:ext uri="{FF2B5EF4-FFF2-40B4-BE49-F238E27FC236}">
                  <a16:creationId xmlns:a16="http://schemas.microsoft.com/office/drawing/2014/main" id="{FA2CB625-CD17-AE81-5659-122CD7080D1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2" name="rc300">
              <a:extLst>
                <a:ext uri="{FF2B5EF4-FFF2-40B4-BE49-F238E27FC236}">
                  <a16:creationId xmlns:a16="http://schemas.microsoft.com/office/drawing/2014/main" id="{A15CF40C-5B17-65E7-21BC-8CB3E206CE6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3" name="rc301">
              <a:extLst>
                <a:ext uri="{FF2B5EF4-FFF2-40B4-BE49-F238E27FC236}">
                  <a16:creationId xmlns:a16="http://schemas.microsoft.com/office/drawing/2014/main" id="{886C67BC-AFA0-9DE9-428F-5784AAE4371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4" name="rc302">
              <a:extLst>
                <a:ext uri="{FF2B5EF4-FFF2-40B4-BE49-F238E27FC236}">
                  <a16:creationId xmlns:a16="http://schemas.microsoft.com/office/drawing/2014/main" id="{84AF242A-99FC-CB57-4C44-43F55CEF10F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5" name="rc303">
              <a:extLst>
                <a:ext uri="{FF2B5EF4-FFF2-40B4-BE49-F238E27FC236}">
                  <a16:creationId xmlns:a16="http://schemas.microsoft.com/office/drawing/2014/main" id="{8A212F44-20F1-18F1-8F5F-F06FB204DEE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6" name="rc304">
              <a:extLst>
                <a:ext uri="{FF2B5EF4-FFF2-40B4-BE49-F238E27FC236}">
                  <a16:creationId xmlns:a16="http://schemas.microsoft.com/office/drawing/2014/main" id="{107EE5B3-EEA2-15C0-94ED-E913DA1D604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7" name="rc305">
              <a:extLst>
                <a:ext uri="{FF2B5EF4-FFF2-40B4-BE49-F238E27FC236}">
                  <a16:creationId xmlns:a16="http://schemas.microsoft.com/office/drawing/2014/main" id="{CF7AE688-8BBF-E7A9-A30A-FFC68347A4D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8" name="rc306">
              <a:extLst>
                <a:ext uri="{FF2B5EF4-FFF2-40B4-BE49-F238E27FC236}">
                  <a16:creationId xmlns:a16="http://schemas.microsoft.com/office/drawing/2014/main" id="{78FA6DCE-87D3-5E3F-D95F-C0D8A2A8C89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29" name="rc307">
              <a:extLst>
                <a:ext uri="{FF2B5EF4-FFF2-40B4-BE49-F238E27FC236}">
                  <a16:creationId xmlns:a16="http://schemas.microsoft.com/office/drawing/2014/main" id="{FC801256-5B12-4846-635C-0EEAEA2D84F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0" name="rc308">
              <a:extLst>
                <a:ext uri="{FF2B5EF4-FFF2-40B4-BE49-F238E27FC236}">
                  <a16:creationId xmlns:a16="http://schemas.microsoft.com/office/drawing/2014/main" id="{970EFD8C-EC51-3FAE-6550-9BA18AB68A7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1" name="rc309">
              <a:extLst>
                <a:ext uri="{FF2B5EF4-FFF2-40B4-BE49-F238E27FC236}">
                  <a16:creationId xmlns:a16="http://schemas.microsoft.com/office/drawing/2014/main" id="{FD29E9F0-614E-C279-E462-98BC7971F26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2" name="rc310">
              <a:extLst>
                <a:ext uri="{FF2B5EF4-FFF2-40B4-BE49-F238E27FC236}">
                  <a16:creationId xmlns:a16="http://schemas.microsoft.com/office/drawing/2014/main" id="{56DD2C0C-FC43-A6A6-EB9F-DDC2D93B3BC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3" name="rc311">
              <a:extLst>
                <a:ext uri="{FF2B5EF4-FFF2-40B4-BE49-F238E27FC236}">
                  <a16:creationId xmlns:a16="http://schemas.microsoft.com/office/drawing/2014/main" id="{2ACD86E4-2598-4937-5280-1A95640A1C7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4" name="rc312">
              <a:extLst>
                <a:ext uri="{FF2B5EF4-FFF2-40B4-BE49-F238E27FC236}">
                  <a16:creationId xmlns:a16="http://schemas.microsoft.com/office/drawing/2014/main" id="{2B0C34DB-9235-E8CA-FDAF-1DD2C735ED8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5" name="rc313">
              <a:extLst>
                <a:ext uri="{FF2B5EF4-FFF2-40B4-BE49-F238E27FC236}">
                  <a16:creationId xmlns:a16="http://schemas.microsoft.com/office/drawing/2014/main" id="{6B7B16C8-2665-1B14-F2FD-F2F8CA59146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6" name="rc314">
              <a:extLst>
                <a:ext uri="{FF2B5EF4-FFF2-40B4-BE49-F238E27FC236}">
                  <a16:creationId xmlns:a16="http://schemas.microsoft.com/office/drawing/2014/main" id="{0CEF928C-8241-4294-8236-713AF3EA9B3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7" name="rc315">
              <a:extLst>
                <a:ext uri="{FF2B5EF4-FFF2-40B4-BE49-F238E27FC236}">
                  <a16:creationId xmlns:a16="http://schemas.microsoft.com/office/drawing/2014/main" id="{9904824D-7796-6478-83A2-803F3FBB121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8" name="rc316">
              <a:extLst>
                <a:ext uri="{FF2B5EF4-FFF2-40B4-BE49-F238E27FC236}">
                  <a16:creationId xmlns:a16="http://schemas.microsoft.com/office/drawing/2014/main" id="{1C61C41E-344F-855C-4659-B4369D25837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39" name="rc317">
              <a:extLst>
                <a:ext uri="{FF2B5EF4-FFF2-40B4-BE49-F238E27FC236}">
                  <a16:creationId xmlns:a16="http://schemas.microsoft.com/office/drawing/2014/main" id="{276D6CC0-3D0F-7D0B-9EAE-84B1384E45F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0" name="rc318">
              <a:extLst>
                <a:ext uri="{FF2B5EF4-FFF2-40B4-BE49-F238E27FC236}">
                  <a16:creationId xmlns:a16="http://schemas.microsoft.com/office/drawing/2014/main" id="{16BDC7BB-84A5-9B87-7AEC-6C00C8C28AF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1" name="rc319">
              <a:extLst>
                <a:ext uri="{FF2B5EF4-FFF2-40B4-BE49-F238E27FC236}">
                  <a16:creationId xmlns:a16="http://schemas.microsoft.com/office/drawing/2014/main" id="{69167C2D-68AB-37CE-F22F-C36FE3864DA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2" name="rc320">
              <a:extLst>
                <a:ext uri="{FF2B5EF4-FFF2-40B4-BE49-F238E27FC236}">
                  <a16:creationId xmlns:a16="http://schemas.microsoft.com/office/drawing/2014/main" id="{F3EE369B-578B-5E40-09E3-243A0968077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3" name="rc321">
              <a:extLst>
                <a:ext uri="{FF2B5EF4-FFF2-40B4-BE49-F238E27FC236}">
                  <a16:creationId xmlns:a16="http://schemas.microsoft.com/office/drawing/2014/main" id="{0D5AD3ED-7EE8-0449-02E3-B4451F30753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4" name="rc322">
              <a:extLst>
                <a:ext uri="{FF2B5EF4-FFF2-40B4-BE49-F238E27FC236}">
                  <a16:creationId xmlns:a16="http://schemas.microsoft.com/office/drawing/2014/main" id="{FA75D9CD-2AA2-6256-FD8C-43E607DFE50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5" name="rc323">
              <a:extLst>
                <a:ext uri="{FF2B5EF4-FFF2-40B4-BE49-F238E27FC236}">
                  <a16:creationId xmlns:a16="http://schemas.microsoft.com/office/drawing/2014/main" id="{1C3347BA-DA25-80CB-04DC-DF74C5C98F8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6" name="rc324">
              <a:extLst>
                <a:ext uri="{FF2B5EF4-FFF2-40B4-BE49-F238E27FC236}">
                  <a16:creationId xmlns:a16="http://schemas.microsoft.com/office/drawing/2014/main" id="{9033A201-A1A2-C251-E658-D2E7596A282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7" name="rc325">
              <a:extLst>
                <a:ext uri="{FF2B5EF4-FFF2-40B4-BE49-F238E27FC236}">
                  <a16:creationId xmlns:a16="http://schemas.microsoft.com/office/drawing/2014/main" id="{610A99A0-0D83-5695-E94C-BA9B5FC413E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8" name="rc326">
              <a:extLst>
                <a:ext uri="{FF2B5EF4-FFF2-40B4-BE49-F238E27FC236}">
                  <a16:creationId xmlns:a16="http://schemas.microsoft.com/office/drawing/2014/main" id="{AB3A1549-B3FD-0C5E-4830-1E2A748CF16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49" name="rc327">
              <a:extLst>
                <a:ext uri="{FF2B5EF4-FFF2-40B4-BE49-F238E27FC236}">
                  <a16:creationId xmlns:a16="http://schemas.microsoft.com/office/drawing/2014/main" id="{79C38106-2922-CE40-FE99-32C6A385F69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0" name="rc328">
              <a:extLst>
                <a:ext uri="{FF2B5EF4-FFF2-40B4-BE49-F238E27FC236}">
                  <a16:creationId xmlns:a16="http://schemas.microsoft.com/office/drawing/2014/main" id="{14A389A5-D30B-46E9-F4D1-074CF7E31BB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1" name="rc329">
              <a:extLst>
                <a:ext uri="{FF2B5EF4-FFF2-40B4-BE49-F238E27FC236}">
                  <a16:creationId xmlns:a16="http://schemas.microsoft.com/office/drawing/2014/main" id="{826C93EE-55B4-2019-091A-C5CBC3558D6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2" name="rc330">
              <a:extLst>
                <a:ext uri="{FF2B5EF4-FFF2-40B4-BE49-F238E27FC236}">
                  <a16:creationId xmlns:a16="http://schemas.microsoft.com/office/drawing/2014/main" id="{9AC12152-F490-BC5B-3511-D38561A779A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3" name="rc331">
              <a:extLst>
                <a:ext uri="{FF2B5EF4-FFF2-40B4-BE49-F238E27FC236}">
                  <a16:creationId xmlns:a16="http://schemas.microsoft.com/office/drawing/2014/main" id="{F583200A-9229-D8A1-AFA3-6DD99D59199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4" name="rc332">
              <a:extLst>
                <a:ext uri="{FF2B5EF4-FFF2-40B4-BE49-F238E27FC236}">
                  <a16:creationId xmlns:a16="http://schemas.microsoft.com/office/drawing/2014/main" id="{84AC52AD-E5AA-D567-833A-08108F4B0E4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5" name="rc333">
              <a:extLst>
                <a:ext uri="{FF2B5EF4-FFF2-40B4-BE49-F238E27FC236}">
                  <a16:creationId xmlns:a16="http://schemas.microsoft.com/office/drawing/2014/main" id="{369FD728-1FA2-EE18-A9C8-1EAA13E3DA0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6" name="rc334">
              <a:extLst>
                <a:ext uri="{FF2B5EF4-FFF2-40B4-BE49-F238E27FC236}">
                  <a16:creationId xmlns:a16="http://schemas.microsoft.com/office/drawing/2014/main" id="{74E734C0-C4C1-305B-E99A-1EFE4DD2C38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7" name="rc335">
              <a:extLst>
                <a:ext uri="{FF2B5EF4-FFF2-40B4-BE49-F238E27FC236}">
                  <a16:creationId xmlns:a16="http://schemas.microsoft.com/office/drawing/2014/main" id="{F2B25CBA-F9AA-0D96-32F7-647AF5E03A3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8" name="rc336">
              <a:extLst>
                <a:ext uri="{FF2B5EF4-FFF2-40B4-BE49-F238E27FC236}">
                  <a16:creationId xmlns:a16="http://schemas.microsoft.com/office/drawing/2014/main" id="{4CB9082F-8F98-9143-EFD8-B48288804C2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59" name="rc337">
              <a:extLst>
                <a:ext uri="{FF2B5EF4-FFF2-40B4-BE49-F238E27FC236}">
                  <a16:creationId xmlns:a16="http://schemas.microsoft.com/office/drawing/2014/main" id="{30590554-DA14-6CE4-8FC9-FAF68F272DB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0" name="rc338">
              <a:extLst>
                <a:ext uri="{FF2B5EF4-FFF2-40B4-BE49-F238E27FC236}">
                  <a16:creationId xmlns:a16="http://schemas.microsoft.com/office/drawing/2014/main" id="{DE7E5AEE-A0D5-D6D1-6144-C283ABA1C55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1" name="rc339">
              <a:extLst>
                <a:ext uri="{FF2B5EF4-FFF2-40B4-BE49-F238E27FC236}">
                  <a16:creationId xmlns:a16="http://schemas.microsoft.com/office/drawing/2014/main" id="{D285EFB5-C5AC-76A4-CDD3-16090574F99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2" name="rc340">
              <a:extLst>
                <a:ext uri="{FF2B5EF4-FFF2-40B4-BE49-F238E27FC236}">
                  <a16:creationId xmlns:a16="http://schemas.microsoft.com/office/drawing/2014/main" id="{BCC7BD1C-A2B5-40A3-B606-6827CB10BA1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3" name="rc341">
              <a:extLst>
                <a:ext uri="{FF2B5EF4-FFF2-40B4-BE49-F238E27FC236}">
                  <a16:creationId xmlns:a16="http://schemas.microsoft.com/office/drawing/2014/main" id="{A44B133A-15EB-522B-CC65-CFCBDFDF870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4" name="rc342">
              <a:extLst>
                <a:ext uri="{FF2B5EF4-FFF2-40B4-BE49-F238E27FC236}">
                  <a16:creationId xmlns:a16="http://schemas.microsoft.com/office/drawing/2014/main" id="{44574ABB-9C32-7977-27AB-E45A3D878DA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5" name="rc343">
              <a:extLst>
                <a:ext uri="{FF2B5EF4-FFF2-40B4-BE49-F238E27FC236}">
                  <a16:creationId xmlns:a16="http://schemas.microsoft.com/office/drawing/2014/main" id="{13A03F65-E3BE-B9EB-6DBB-637FA82BD6B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6" name="rc344">
              <a:extLst>
                <a:ext uri="{FF2B5EF4-FFF2-40B4-BE49-F238E27FC236}">
                  <a16:creationId xmlns:a16="http://schemas.microsoft.com/office/drawing/2014/main" id="{4A810C4F-D4B1-CFC9-244A-943BA675E3B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7" name="rc345">
              <a:extLst>
                <a:ext uri="{FF2B5EF4-FFF2-40B4-BE49-F238E27FC236}">
                  <a16:creationId xmlns:a16="http://schemas.microsoft.com/office/drawing/2014/main" id="{2FCACEA1-D60B-DA7B-04B3-0593DB95837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8" name="rc346">
              <a:extLst>
                <a:ext uri="{FF2B5EF4-FFF2-40B4-BE49-F238E27FC236}">
                  <a16:creationId xmlns:a16="http://schemas.microsoft.com/office/drawing/2014/main" id="{07026B01-79C6-BF08-9FCC-48219BEFE9E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69" name="rc347">
              <a:extLst>
                <a:ext uri="{FF2B5EF4-FFF2-40B4-BE49-F238E27FC236}">
                  <a16:creationId xmlns:a16="http://schemas.microsoft.com/office/drawing/2014/main" id="{3D396525-6177-5428-DC5A-0BBDE6C649D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0" name="rc348">
              <a:extLst>
                <a:ext uri="{FF2B5EF4-FFF2-40B4-BE49-F238E27FC236}">
                  <a16:creationId xmlns:a16="http://schemas.microsoft.com/office/drawing/2014/main" id="{CFF41234-7EAD-5AC8-DD5B-AAD5DDA50C0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1" name="rc349">
              <a:extLst>
                <a:ext uri="{FF2B5EF4-FFF2-40B4-BE49-F238E27FC236}">
                  <a16:creationId xmlns:a16="http://schemas.microsoft.com/office/drawing/2014/main" id="{52453E00-5384-BBCF-8383-3A2E2A751C5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2" name="rc350">
              <a:extLst>
                <a:ext uri="{FF2B5EF4-FFF2-40B4-BE49-F238E27FC236}">
                  <a16:creationId xmlns:a16="http://schemas.microsoft.com/office/drawing/2014/main" id="{9D502EF4-AC1F-868C-2FCF-C0F7E148C13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3" name="rc351">
              <a:extLst>
                <a:ext uri="{FF2B5EF4-FFF2-40B4-BE49-F238E27FC236}">
                  <a16:creationId xmlns:a16="http://schemas.microsoft.com/office/drawing/2014/main" id="{BDA38343-EDEA-ECC4-5931-730734C6DA1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4" name="rc352">
              <a:extLst>
                <a:ext uri="{FF2B5EF4-FFF2-40B4-BE49-F238E27FC236}">
                  <a16:creationId xmlns:a16="http://schemas.microsoft.com/office/drawing/2014/main" id="{A1DE98EE-B727-73CD-D83B-CD285E30413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5" name="rc353">
              <a:extLst>
                <a:ext uri="{FF2B5EF4-FFF2-40B4-BE49-F238E27FC236}">
                  <a16:creationId xmlns:a16="http://schemas.microsoft.com/office/drawing/2014/main" id="{505851E1-E35D-A2FC-E0CC-ADB16B6CECE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6" name="rc354">
              <a:extLst>
                <a:ext uri="{FF2B5EF4-FFF2-40B4-BE49-F238E27FC236}">
                  <a16:creationId xmlns:a16="http://schemas.microsoft.com/office/drawing/2014/main" id="{B27F0F07-957B-44C7-710B-A02CE222B32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7" name="rc355">
              <a:extLst>
                <a:ext uri="{FF2B5EF4-FFF2-40B4-BE49-F238E27FC236}">
                  <a16:creationId xmlns:a16="http://schemas.microsoft.com/office/drawing/2014/main" id="{F289878D-64CF-C6FD-2A9F-0AF178B8FF8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8" name="rc356">
              <a:extLst>
                <a:ext uri="{FF2B5EF4-FFF2-40B4-BE49-F238E27FC236}">
                  <a16:creationId xmlns:a16="http://schemas.microsoft.com/office/drawing/2014/main" id="{23D0CAAF-22E6-A016-AD98-23345F8AC4F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79" name="rc357">
              <a:extLst>
                <a:ext uri="{FF2B5EF4-FFF2-40B4-BE49-F238E27FC236}">
                  <a16:creationId xmlns:a16="http://schemas.microsoft.com/office/drawing/2014/main" id="{99089C86-DDA8-B495-4567-E0CC3BA9854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0" name="rc358">
              <a:extLst>
                <a:ext uri="{FF2B5EF4-FFF2-40B4-BE49-F238E27FC236}">
                  <a16:creationId xmlns:a16="http://schemas.microsoft.com/office/drawing/2014/main" id="{3C537284-6EB2-42F6-2D25-CB3EC09EFB2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1" name="rc359">
              <a:extLst>
                <a:ext uri="{FF2B5EF4-FFF2-40B4-BE49-F238E27FC236}">
                  <a16:creationId xmlns:a16="http://schemas.microsoft.com/office/drawing/2014/main" id="{76488852-73B8-DC20-E9C2-F45A5990D03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2" name="rc360">
              <a:extLst>
                <a:ext uri="{FF2B5EF4-FFF2-40B4-BE49-F238E27FC236}">
                  <a16:creationId xmlns:a16="http://schemas.microsoft.com/office/drawing/2014/main" id="{9AD35CDB-81B3-E803-D174-E1AF15D8549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3" name="rc361">
              <a:extLst>
                <a:ext uri="{FF2B5EF4-FFF2-40B4-BE49-F238E27FC236}">
                  <a16:creationId xmlns:a16="http://schemas.microsoft.com/office/drawing/2014/main" id="{FBDD2F59-6BB9-9BD3-A362-3F8B83B659D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4" name="rc362">
              <a:extLst>
                <a:ext uri="{FF2B5EF4-FFF2-40B4-BE49-F238E27FC236}">
                  <a16:creationId xmlns:a16="http://schemas.microsoft.com/office/drawing/2014/main" id="{0085A290-FFAA-62F4-973C-B2A166B56CC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5" name="rc363">
              <a:extLst>
                <a:ext uri="{FF2B5EF4-FFF2-40B4-BE49-F238E27FC236}">
                  <a16:creationId xmlns:a16="http://schemas.microsoft.com/office/drawing/2014/main" id="{C905B507-CAA4-F5E9-F000-F523248EA07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6" name="rc364">
              <a:extLst>
                <a:ext uri="{FF2B5EF4-FFF2-40B4-BE49-F238E27FC236}">
                  <a16:creationId xmlns:a16="http://schemas.microsoft.com/office/drawing/2014/main" id="{B0512C2E-BF29-47E0-CF95-07A6525B495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7" name="rc365">
              <a:extLst>
                <a:ext uri="{FF2B5EF4-FFF2-40B4-BE49-F238E27FC236}">
                  <a16:creationId xmlns:a16="http://schemas.microsoft.com/office/drawing/2014/main" id="{8EDBA0F6-5B70-4220-6887-3FB6705D66A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8" name="rc366">
              <a:extLst>
                <a:ext uri="{FF2B5EF4-FFF2-40B4-BE49-F238E27FC236}">
                  <a16:creationId xmlns:a16="http://schemas.microsoft.com/office/drawing/2014/main" id="{54ED1AE4-38F4-F931-CF5D-5B728A27977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89" name="rc367">
              <a:extLst>
                <a:ext uri="{FF2B5EF4-FFF2-40B4-BE49-F238E27FC236}">
                  <a16:creationId xmlns:a16="http://schemas.microsoft.com/office/drawing/2014/main" id="{14C423C0-2913-BCEC-D66A-224176B3B12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0" name="rc368">
              <a:extLst>
                <a:ext uri="{FF2B5EF4-FFF2-40B4-BE49-F238E27FC236}">
                  <a16:creationId xmlns:a16="http://schemas.microsoft.com/office/drawing/2014/main" id="{758F28F3-0441-8266-5CDD-C5F48099993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1" name="rc369">
              <a:extLst>
                <a:ext uri="{FF2B5EF4-FFF2-40B4-BE49-F238E27FC236}">
                  <a16:creationId xmlns:a16="http://schemas.microsoft.com/office/drawing/2014/main" id="{F6F8C7B5-0585-A3D0-8286-52319485B2F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2" name="rc370">
              <a:extLst>
                <a:ext uri="{FF2B5EF4-FFF2-40B4-BE49-F238E27FC236}">
                  <a16:creationId xmlns:a16="http://schemas.microsoft.com/office/drawing/2014/main" id="{20C67759-B895-4E68-A208-F87D7E131AE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3" name="rc371">
              <a:extLst>
                <a:ext uri="{FF2B5EF4-FFF2-40B4-BE49-F238E27FC236}">
                  <a16:creationId xmlns:a16="http://schemas.microsoft.com/office/drawing/2014/main" id="{D6DD3847-30DC-0FE7-0A9B-C1AEB17FC32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4" name="rc372">
              <a:extLst>
                <a:ext uri="{FF2B5EF4-FFF2-40B4-BE49-F238E27FC236}">
                  <a16:creationId xmlns:a16="http://schemas.microsoft.com/office/drawing/2014/main" id="{146B2478-614C-B9E1-EDFA-06934A0459A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5" name="rc373">
              <a:extLst>
                <a:ext uri="{FF2B5EF4-FFF2-40B4-BE49-F238E27FC236}">
                  <a16:creationId xmlns:a16="http://schemas.microsoft.com/office/drawing/2014/main" id="{52D1660E-C310-C733-6962-068BFB51A64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6" name="rc374">
              <a:extLst>
                <a:ext uri="{FF2B5EF4-FFF2-40B4-BE49-F238E27FC236}">
                  <a16:creationId xmlns:a16="http://schemas.microsoft.com/office/drawing/2014/main" id="{DCD94F30-623E-CDDC-9C0B-03118A3217D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7" name="rc375">
              <a:extLst>
                <a:ext uri="{FF2B5EF4-FFF2-40B4-BE49-F238E27FC236}">
                  <a16:creationId xmlns:a16="http://schemas.microsoft.com/office/drawing/2014/main" id="{1CCD5C68-5CBF-00B2-DD77-93467F91511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8" name="rc376">
              <a:extLst>
                <a:ext uri="{FF2B5EF4-FFF2-40B4-BE49-F238E27FC236}">
                  <a16:creationId xmlns:a16="http://schemas.microsoft.com/office/drawing/2014/main" id="{3C94D922-A1A9-B264-8A58-2F864B949B1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99" name="rc377">
              <a:extLst>
                <a:ext uri="{FF2B5EF4-FFF2-40B4-BE49-F238E27FC236}">
                  <a16:creationId xmlns:a16="http://schemas.microsoft.com/office/drawing/2014/main" id="{0880B15E-8DFB-D369-D965-06F39FAC7C3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0" name="rc378">
              <a:extLst>
                <a:ext uri="{FF2B5EF4-FFF2-40B4-BE49-F238E27FC236}">
                  <a16:creationId xmlns:a16="http://schemas.microsoft.com/office/drawing/2014/main" id="{298CBC02-0212-9769-D4FC-5A4FF48B8B7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1" name="rc379">
              <a:extLst>
                <a:ext uri="{FF2B5EF4-FFF2-40B4-BE49-F238E27FC236}">
                  <a16:creationId xmlns:a16="http://schemas.microsoft.com/office/drawing/2014/main" id="{FDE3E2E6-F82E-1F29-3653-0B5944042FB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2" name="rc380">
              <a:extLst>
                <a:ext uri="{FF2B5EF4-FFF2-40B4-BE49-F238E27FC236}">
                  <a16:creationId xmlns:a16="http://schemas.microsoft.com/office/drawing/2014/main" id="{3FE335B4-C5D3-AADA-A4C8-154C33A6F34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3" name="rc381">
              <a:extLst>
                <a:ext uri="{FF2B5EF4-FFF2-40B4-BE49-F238E27FC236}">
                  <a16:creationId xmlns:a16="http://schemas.microsoft.com/office/drawing/2014/main" id="{1B9FFD75-6B02-C366-8410-15F3A0008CE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4" name="rc382">
              <a:extLst>
                <a:ext uri="{FF2B5EF4-FFF2-40B4-BE49-F238E27FC236}">
                  <a16:creationId xmlns:a16="http://schemas.microsoft.com/office/drawing/2014/main" id="{F2871E79-8671-AD41-D5CE-D3BF9C4B36E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5" name="rc383">
              <a:extLst>
                <a:ext uri="{FF2B5EF4-FFF2-40B4-BE49-F238E27FC236}">
                  <a16:creationId xmlns:a16="http://schemas.microsoft.com/office/drawing/2014/main" id="{698E10AE-4AD1-95FE-DEFE-2374AC522DC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6" name="rc384">
              <a:extLst>
                <a:ext uri="{FF2B5EF4-FFF2-40B4-BE49-F238E27FC236}">
                  <a16:creationId xmlns:a16="http://schemas.microsoft.com/office/drawing/2014/main" id="{F231F946-5614-461B-BBF4-4F97A64CD5E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7" name="rc385">
              <a:extLst>
                <a:ext uri="{FF2B5EF4-FFF2-40B4-BE49-F238E27FC236}">
                  <a16:creationId xmlns:a16="http://schemas.microsoft.com/office/drawing/2014/main" id="{1E135BDF-26D3-0FA8-7C20-381E1A7F1E0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8" name="rc386">
              <a:extLst>
                <a:ext uri="{FF2B5EF4-FFF2-40B4-BE49-F238E27FC236}">
                  <a16:creationId xmlns:a16="http://schemas.microsoft.com/office/drawing/2014/main" id="{F391AE83-0115-0DEE-4F5D-68CC28C0FB3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09" name="rc387">
              <a:extLst>
                <a:ext uri="{FF2B5EF4-FFF2-40B4-BE49-F238E27FC236}">
                  <a16:creationId xmlns:a16="http://schemas.microsoft.com/office/drawing/2014/main" id="{7B608EDD-1686-EBEB-D87A-DBCCC2D9907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0" name="rc388">
              <a:extLst>
                <a:ext uri="{FF2B5EF4-FFF2-40B4-BE49-F238E27FC236}">
                  <a16:creationId xmlns:a16="http://schemas.microsoft.com/office/drawing/2014/main" id="{F42E8E16-ECE9-DB7E-76C5-8317B2FC64D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1" name="rc389">
              <a:extLst>
                <a:ext uri="{FF2B5EF4-FFF2-40B4-BE49-F238E27FC236}">
                  <a16:creationId xmlns:a16="http://schemas.microsoft.com/office/drawing/2014/main" id="{2B1DC3E5-6EC3-0A7C-51DA-50AB6058A7F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2" name="rc390">
              <a:extLst>
                <a:ext uri="{FF2B5EF4-FFF2-40B4-BE49-F238E27FC236}">
                  <a16:creationId xmlns:a16="http://schemas.microsoft.com/office/drawing/2014/main" id="{BEF3D825-60F1-3CE2-2B68-A391B4FEA13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3" name="rc391">
              <a:extLst>
                <a:ext uri="{FF2B5EF4-FFF2-40B4-BE49-F238E27FC236}">
                  <a16:creationId xmlns:a16="http://schemas.microsoft.com/office/drawing/2014/main" id="{38066442-4D8E-041E-628F-7E48EA444E3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4" name="rc392">
              <a:extLst>
                <a:ext uri="{FF2B5EF4-FFF2-40B4-BE49-F238E27FC236}">
                  <a16:creationId xmlns:a16="http://schemas.microsoft.com/office/drawing/2014/main" id="{61742DF6-7347-F65C-7464-11F371E2120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5" name="rc393">
              <a:extLst>
                <a:ext uri="{FF2B5EF4-FFF2-40B4-BE49-F238E27FC236}">
                  <a16:creationId xmlns:a16="http://schemas.microsoft.com/office/drawing/2014/main" id="{836E6EFF-50AA-2DEA-F063-A557499A59E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6" name="rc394">
              <a:extLst>
                <a:ext uri="{FF2B5EF4-FFF2-40B4-BE49-F238E27FC236}">
                  <a16:creationId xmlns:a16="http://schemas.microsoft.com/office/drawing/2014/main" id="{D65B0678-00AE-ACA7-0EF1-8A6D5D234BE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7" name="rc395">
              <a:extLst>
                <a:ext uri="{FF2B5EF4-FFF2-40B4-BE49-F238E27FC236}">
                  <a16:creationId xmlns:a16="http://schemas.microsoft.com/office/drawing/2014/main" id="{1BD35C1D-8BF9-9B8A-7C5D-66ACD3C22FD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8" name="rc396">
              <a:extLst>
                <a:ext uri="{FF2B5EF4-FFF2-40B4-BE49-F238E27FC236}">
                  <a16:creationId xmlns:a16="http://schemas.microsoft.com/office/drawing/2014/main" id="{BCE1A46E-179B-9D79-0A59-B3FE6C6A6AF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19" name="rc397">
              <a:extLst>
                <a:ext uri="{FF2B5EF4-FFF2-40B4-BE49-F238E27FC236}">
                  <a16:creationId xmlns:a16="http://schemas.microsoft.com/office/drawing/2014/main" id="{2140B88F-5869-08CE-550E-6DD39E2DEFF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0" name="rc398">
              <a:extLst>
                <a:ext uri="{FF2B5EF4-FFF2-40B4-BE49-F238E27FC236}">
                  <a16:creationId xmlns:a16="http://schemas.microsoft.com/office/drawing/2014/main" id="{0633C003-D11D-4C68-934D-99CAFAE2309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1" name="rc399">
              <a:extLst>
                <a:ext uri="{FF2B5EF4-FFF2-40B4-BE49-F238E27FC236}">
                  <a16:creationId xmlns:a16="http://schemas.microsoft.com/office/drawing/2014/main" id="{39BD7D11-F326-880D-32AA-8E804D13DB8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2" name="rc400">
              <a:extLst>
                <a:ext uri="{FF2B5EF4-FFF2-40B4-BE49-F238E27FC236}">
                  <a16:creationId xmlns:a16="http://schemas.microsoft.com/office/drawing/2014/main" id="{9287EA1F-61D9-5498-E143-2F19BD07EF9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3" name="rc401">
              <a:extLst>
                <a:ext uri="{FF2B5EF4-FFF2-40B4-BE49-F238E27FC236}">
                  <a16:creationId xmlns:a16="http://schemas.microsoft.com/office/drawing/2014/main" id="{8F91085B-D86B-E8AA-3CBD-D6CC47B4CFB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4" name="rc402">
              <a:extLst>
                <a:ext uri="{FF2B5EF4-FFF2-40B4-BE49-F238E27FC236}">
                  <a16:creationId xmlns:a16="http://schemas.microsoft.com/office/drawing/2014/main" id="{4344C1DA-FEA2-504E-3B95-08CCCD521B5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5" name="rc403">
              <a:extLst>
                <a:ext uri="{FF2B5EF4-FFF2-40B4-BE49-F238E27FC236}">
                  <a16:creationId xmlns:a16="http://schemas.microsoft.com/office/drawing/2014/main" id="{8584EFD8-A921-593E-94B6-79B6A33CCF7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6" name="rc404">
              <a:extLst>
                <a:ext uri="{FF2B5EF4-FFF2-40B4-BE49-F238E27FC236}">
                  <a16:creationId xmlns:a16="http://schemas.microsoft.com/office/drawing/2014/main" id="{415DF520-447B-DE64-F69A-835D682FFB4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7" name="rc405">
              <a:extLst>
                <a:ext uri="{FF2B5EF4-FFF2-40B4-BE49-F238E27FC236}">
                  <a16:creationId xmlns:a16="http://schemas.microsoft.com/office/drawing/2014/main" id="{AA62FEF4-8770-1FC3-0A13-0223AD89326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8" name="rc406">
              <a:extLst>
                <a:ext uri="{FF2B5EF4-FFF2-40B4-BE49-F238E27FC236}">
                  <a16:creationId xmlns:a16="http://schemas.microsoft.com/office/drawing/2014/main" id="{29453EC0-1A3A-2D60-4736-0890EC2715C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29" name="rc407">
              <a:extLst>
                <a:ext uri="{FF2B5EF4-FFF2-40B4-BE49-F238E27FC236}">
                  <a16:creationId xmlns:a16="http://schemas.microsoft.com/office/drawing/2014/main" id="{20B9B077-E577-6758-932D-AD4FA2EED8D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0" name="rc408">
              <a:extLst>
                <a:ext uri="{FF2B5EF4-FFF2-40B4-BE49-F238E27FC236}">
                  <a16:creationId xmlns:a16="http://schemas.microsoft.com/office/drawing/2014/main" id="{7F45D812-2210-B424-874B-B41D904CA49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1" name="rc409">
              <a:extLst>
                <a:ext uri="{FF2B5EF4-FFF2-40B4-BE49-F238E27FC236}">
                  <a16:creationId xmlns:a16="http://schemas.microsoft.com/office/drawing/2014/main" id="{417B6285-1C48-132B-FA6A-BCFA5B8F83E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2" name="rc410">
              <a:extLst>
                <a:ext uri="{FF2B5EF4-FFF2-40B4-BE49-F238E27FC236}">
                  <a16:creationId xmlns:a16="http://schemas.microsoft.com/office/drawing/2014/main" id="{4E6E4F0B-884E-6C84-C7BC-65B2AD42AC8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3" name="rc411">
              <a:extLst>
                <a:ext uri="{FF2B5EF4-FFF2-40B4-BE49-F238E27FC236}">
                  <a16:creationId xmlns:a16="http://schemas.microsoft.com/office/drawing/2014/main" id="{41AEFA5C-D365-4170-667A-118E4E7E1E4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4" name="rc412">
              <a:extLst>
                <a:ext uri="{FF2B5EF4-FFF2-40B4-BE49-F238E27FC236}">
                  <a16:creationId xmlns:a16="http://schemas.microsoft.com/office/drawing/2014/main" id="{1461371E-0D4F-D71F-A193-8016F3A1891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5" name="rc413">
              <a:extLst>
                <a:ext uri="{FF2B5EF4-FFF2-40B4-BE49-F238E27FC236}">
                  <a16:creationId xmlns:a16="http://schemas.microsoft.com/office/drawing/2014/main" id="{070DE7DE-FC98-7D54-6FE9-EB4919B8030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6" name="rc414">
              <a:extLst>
                <a:ext uri="{FF2B5EF4-FFF2-40B4-BE49-F238E27FC236}">
                  <a16:creationId xmlns:a16="http://schemas.microsoft.com/office/drawing/2014/main" id="{77375B4D-4A2D-01BE-6229-FB629475D02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7" name="rc415">
              <a:extLst>
                <a:ext uri="{FF2B5EF4-FFF2-40B4-BE49-F238E27FC236}">
                  <a16:creationId xmlns:a16="http://schemas.microsoft.com/office/drawing/2014/main" id="{69E1BB41-4585-D1CC-880F-43244723601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8" name="rc416">
              <a:extLst>
                <a:ext uri="{FF2B5EF4-FFF2-40B4-BE49-F238E27FC236}">
                  <a16:creationId xmlns:a16="http://schemas.microsoft.com/office/drawing/2014/main" id="{968653CB-0B41-17D7-17BF-C5ED08E8C53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39" name="rc417">
              <a:extLst>
                <a:ext uri="{FF2B5EF4-FFF2-40B4-BE49-F238E27FC236}">
                  <a16:creationId xmlns:a16="http://schemas.microsoft.com/office/drawing/2014/main" id="{4428FEBD-16C4-6C66-558D-49B641AE7E1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0" name="rc418">
              <a:extLst>
                <a:ext uri="{FF2B5EF4-FFF2-40B4-BE49-F238E27FC236}">
                  <a16:creationId xmlns:a16="http://schemas.microsoft.com/office/drawing/2014/main" id="{50395519-130B-643A-5793-29ADC493C60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1" name="rc419">
              <a:extLst>
                <a:ext uri="{FF2B5EF4-FFF2-40B4-BE49-F238E27FC236}">
                  <a16:creationId xmlns:a16="http://schemas.microsoft.com/office/drawing/2014/main" id="{C980C3FC-F668-2E5A-2AAD-C168B422394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2" name="rc420">
              <a:extLst>
                <a:ext uri="{FF2B5EF4-FFF2-40B4-BE49-F238E27FC236}">
                  <a16:creationId xmlns:a16="http://schemas.microsoft.com/office/drawing/2014/main" id="{3E748649-E4B7-3787-B254-4F90DE021BE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3" name="rc421">
              <a:extLst>
                <a:ext uri="{FF2B5EF4-FFF2-40B4-BE49-F238E27FC236}">
                  <a16:creationId xmlns:a16="http://schemas.microsoft.com/office/drawing/2014/main" id="{087414EC-08F8-7A26-AD60-1BE696EA03F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4" name="rc422">
              <a:extLst>
                <a:ext uri="{FF2B5EF4-FFF2-40B4-BE49-F238E27FC236}">
                  <a16:creationId xmlns:a16="http://schemas.microsoft.com/office/drawing/2014/main" id="{31A37CB6-D3A9-8F1D-14E6-E83BC46C3C9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5" name="rc423">
              <a:extLst>
                <a:ext uri="{FF2B5EF4-FFF2-40B4-BE49-F238E27FC236}">
                  <a16:creationId xmlns:a16="http://schemas.microsoft.com/office/drawing/2014/main" id="{8EDB8DEB-8CB7-D5AA-0A78-BE928F350B7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6" name="rc424">
              <a:extLst>
                <a:ext uri="{FF2B5EF4-FFF2-40B4-BE49-F238E27FC236}">
                  <a16:creationId xmlns:a16="http://schemas.microsoft.com/office/drawing/2014/main" id="{995ED3BB-4708-80C5-D6BA-C8B75B17217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7" name="rc425">
              <a:extLst>
                <a:ext uri="{FF2B5EF4-FFF2-40B4-BE49-F238E27FC236}">
                  <a16:creationId xmlns:a16="http://schemas.microsoft.com/office/drawing/2014/main" id="{5C134A15-69D1-A6B7-E8FD-74B23A2AA85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8" name="rc426">
              <a:extLst>
                <a:ext uri="{FF2B5EF4-FFF2-40B4-BE49-F238E27FC236}">
                  <a16:creationId xmlns:a16="http://schemas.microsoft.com/office/drawing/2014/main" id="{55571391-58FC-31D0-99D7-A712F4C7A9E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49" name="rc427">
              <a:extLst>
                <a:ext uri="{FF2B5EF4-FFF2-40B4-BE49-F238E27FC236}">
                  <a16:creationId xmlns:a16="http://schemas.microsoft.com/office/drawing/2014/main" id="{0F9602DF-DEAE-C9F5-5FEF-CBA8827DD01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0" name="rc428">
              <a:extLst>
                <a:ext uri="{FF2B5EF4-FFF2-40B4-BE49-F238E27FC236}">
                  <a16:creationId xmlns:a16="http://schemas.microsoft.com/office/drawing/2014/main" id="{FCDF5657-3B65-9BD6-BC1D-913CDC5D51C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1" name="rc429">
              <a:extLst>
                <a:ext uri="{FF2B5EF4-FFF2-40B4-BE49-F238E27FC236}">
                  <a16:creationId xmlns:a16="http://schemas.microsoft.com/office/drawing/2014/main" id="{60D2532D-07B7-F4B9-2FE7-460925421A2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2" name="rc430">
              <a:extLst>
                <a:ext uri="{FF2B5EF4-FFF2-40B4-BE49-F238E27FC236}">
                  <a16:creationId xmlns:a16="http://schemas.microsoft.com/office/drawing/2014/main" id="{413FD773-7B95-735D-96C8-06A41F8FB4B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3" name="rc431">
              <a:extLst>
                <a:ext uri="{FF2B5EF4-FFF2-40B4-BE49-F238E27FC236}">
                  <a16:creationId xmlns:a16="http://schemas.microsoft.com/office/drawing/2014/main" id="{3306B1A9-7065-40F7-70ED-0ABC1F952B4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4" name="rc432">
              <a:extLst>
                <a:ext uri="{FF2B5EF4-FFF2-40B4-BE49-F238E27FC236}">
                  <a16:creationId xmlns:a16="http://schemas.microsoft.com/office/drawing/2014/main" id="{1E00B8BE-E047-0E7E-1DF7-BB26256059C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5" name="rc433">
              <a:extLst>
                <a:ext uri="{FF2B5EF4-FFF2-40B4-BE49-F238E27FC236}">
                  <a16:creationId xmlns:a16="http://schemas.microsoft.com/office/drawing/2014/main" id="{28A6B345-CBEF-54DC-CFD3-77D76DD637C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6" name="rc434">
              <a:extLst>
                <a:ext uri="{FF2B5EF4-FFF2-40B4-BE49-F238E27FC236}">
                  <a16:creationId xmlns:a16="http://schemas.microsoft.com/office/drawing/2014/main" id="{849FDCB0-5BEA-81CC-F4FB-0466D824ACE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7" name="rc435">
              <a:extLst>
                <a:ext uri="{FF2B5EF4-FFF2-40B4-BE49-F238E27FC236}">
                  <a16:creationId xmlns:a16="http://schemas.microsoft.com/office/drawing/2014/main" id="{7E2106AF-B2D5-8121-2250-F56EFD63CF8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8" name="rc436">
              <a:extLst>
                <a:ext uri="{FF2B5EF4-FFF2-40B4-BE49-F238E27FC236}">
                  <a16:creationId xmlns:a16="http://schemas.microsoft.com/office/drawing/2014/main" id="{B0653876-8909-1D8A-4C4F-64132ABF2AD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59" name="rc437">
              <a:extLst>
                <a:ext uri="{FF2B5EF4-FFF2-40B4-BE49-F238E27FC236}">
                  <a16:creationId xmlns:a16="http://schemas.microsoft.com/office/drawing/2014/main" id="{DC30124D-9FB2-13F9-3A06-52995D73F6C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0" name="rc438">
              <a:extLst>
                <a:ext uri="{FF2B5EF4-FFF2-40B4-BE49-F238E27FC236}">
                  <a16:creationId xmlns:a16="http://schemas.microsoft.com/office/drawing/2014/main" id="{4DB2C4BA-61C7-501D-3897-8D4B1BDD5AC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1" name="rc439">
              <a:extLst>
                <a:ext uri="{FF2B5EF4-FFF2-40B4-BE49-F238E27FC236}">
                  <a16:creationId xmlns:a16="http://schemas.microsoft.com/office/drawing/2014/main" id="{9A78A71C-0749-7CAC-02FD-B1864464B97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2" name="rc440">
              <a:extLst>
                <a:ext uri="{FF2B5EF4-FFF2-40B4-BE49-F238E27FC236}">
                  <a16:creationId xmlns:a16="http://schemas.microsoft.com/office/drawing/2014/main" id="{CD539F57-1194-CEA3-E94D-38B71C4DB96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3" name="rc441">
              <a:extLst>
                <a:ext uri="{FF2B5EF4-FFF2-40B4-BE49-F238E27FC236}">
                  <a16:creationId xmlns:a16="http://schemas.microsoft.com/office/drawing/2014/main" id="{739B6AFF-3863-7A37-726F-DEE3AD1AE4D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4" name="rc442">
              <a:extLst>
                <a:ext uri="{FF2B5EF4-FFF2-40B4-BE49-F238E27FC236}">
                  <a16:creationId xmlns:a16="http://schemas.microsoft.com/office/drawing/2014/main" id="{C6409B33-D15F-6E4F-6BB4-63D24B84213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5" name="rc443">
              <a:extLst>
                <a:ext uri="{FF2B5EF4-FFF2-40B4-BE49-F238E27FC236}">
                  <a16:creationId xmlns:a16="http://schemas.microsoft.com/office/drawing/2014/main" id="{2FF70053-2C4F-450C-88FD-35A1EFA4FE6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6" name="rc444">
              <a:extLst>
                <a:ext uri="{FF2B5EF4-FFF2-40B4-BE49-F238E27FC236}">
                  <a16:creationId xmlns:a16="http://schemas.microsoft.com/office/drawing/2014/main" id="{0FCF5883-A7BF-D78B-2CAB-887A6BFEDF7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7" name="rc445">
              <a:extLst>
                <a:ext uri="{FF2B5EF4-FFF2-40B4-BE49-F238E27FC236}">
                  <a16:creationId xmlns:a16="http://schemas.microsoft.com/office/drawing/2014/main" id="{FBC2AAAA-AEDD-1431-5423-0C7BFCED6C6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8" name="rc446">
              <a:extLst>
                <a:ext uri="{FF2B5EF4-FFF2-40B4-BE49-F238E27FC236}">
                  <a16:creationId xmlns:a16="http://schemas.microsoft.com/office/drawing/2014/main" id="{9E830E2A-1612-55F6-0BCD-BB66E4089F1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69" name="rc447">
              <a:extLst>
                <a:ext uri="{FF2B5EF4-FFF2-40B4-BE49-F238E27FC236}">
                  <a16:creationId xmlns:a16="http://schemas.microsoft.com/office/drawing/2014/main" id="{BBD196F1-B08E-BB03-CD3C-E584932E66F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0" name="rc448">
              <a:extLst>
                <a:ext uri="{FF2B5EF4-FFF2-40B4-BE49-F238E27FC236}">
                  <a16:creationId xmlns:a16="http://schemas.microsoft.com/office/drawing/2014/main" id="{17DCC5FD-A045-3DDD-C60D-C9DC2E33F9C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1" name="rc449">
              <a:extLst>
                <a:ext uri="{FF2B5EF4-FFF2-40B4-BE49-F238E27FC236}">
                  <a16:creationId xmlns:a16="http://schemas.microsoft.com/office/drawing/2014/main" id="{02050B53-3D9F-B000-D0F5-F15E545F3E2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2" name="rc450">
              <a:extLst>
                <a:ext uri="{FF2B5EF4-FFF2-40B4-BE49-F238E27FC236}">
                  <a16:creationId xmlns:a16="http://schemas.microsoft.com/office/drawing/2014/main" id="{EF7EE24D-0558-8571-EF2C-FD965018F02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3" name="rc451">
              <a:extLst>
                <a:ext uri="{FF2B5EF4-FFF2-40B4-BE49-F238E27FC236}">
                  <a16:creationId xmlns:a16="http://schemas.microsoft.com/office/drawing/2014/main" id="{7C0B2567-0304-E1AC-80F1-2D16D6AC4C2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4" name="rc452">
              <a:extLst>
                <a:ext uri="{FF2B5EF4-FFF2-40B4-BE49-F238E27FC236}">
                  <a16:creationId xmlns:a16="http://schemas.microsoft.com/office/drawing/2014/main" id="{EDE25E42-196A-4E9C-8B51-1F342FF134E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5" name="rc453">
              <a:extLst>
                <a:ext uri="{FF2B5EF4-FFF2-40B4-BE49-F238E27FC236}">
                  <a16:creationId xmlns:a16="http://schemas.microsoft.com/office/drawing/2014/main" id="{AF126FED-2A0F-5B35-E8F1-2B434203869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6" name="rc454">
              <a:extLst>
                <a:ext uri="{FF2B5EF4-FFF2-40B4-BE49-F238E27FC236}">
                  <a16:creationId xmlns:a16="http://schemas.microsoft.com/office/drawing/2014/main" id="{D9DC7A26-4ED7-53F2-E754-EC9E0C3BCFD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7" name="rc455">
              <a:extLst>
                <a:ext uri="{FF2B5EF4-FFF2-40B4-BE49-F238E27FC236}">
                  <a16:creationId xmlns:a16="http://schemas.microsoft.com/office/drawing/2014/main" id="{B58FC589-03C5-6156-B516-D780382B3FC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8" name="rc456">
              <a:extLst>
                <a:ext uri="{FF2B5EF4-FFF2-40B4-BE49-F238E27FC236}">
                  <a16:creationId xmlns:a16="http://schemas.microsoft.com/office/drawing/2014/main" id="{D625D3C1-5086-1C08-EDB9-9788277B259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79" name="rc457">
              <a:extLst>
                <a:ext uri="{FF2B5EF4-FFF2-40B4-BE49-F238E27FC236}">
                  <a16:creationId xmlns:a16="http://schemas.microsoft.com/office/drawing/2014/main" id="{CE311140-FC26-F9CA-A9A4-59DFC70D4CB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0" name="rc458">
              <a:extLst>
                <a:ext uri="{FF2B5EF4-FFF2-40B4-BE49-F238E27FC236}">
                  <a16:creationId xmlns:a16="http://schemas.microsoft.com/office/drawing/2014/main" id="{768C27EC-BA87-FC94-31B1-79C9CB58347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1" name="rc459">
              <a:extLst>
                <a:ext uri="{FF2B5EF4-FFF2-40B4-BE49-F238E27FC236}">
                  <a16:creationId xmlns:a16="http://schemas.microsoft.com/office/drawing/2014/main" id="{9716193C-98B9-66FE-B276-3338BF0CC2B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2" name="rc460">
              <a:extLst>
                <a:ext uri="{FF2B5EF4-FFF2-40B4-BE49-F238E27FC236}">
                  <a16:creationId xmlns:a16="http://schemas.microsoft.com/office/drawing/2014/main" id="{8718809A-369D-E92E-17AA-E216E95C18F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3" name="rc461">
              <a:extLst>
                <a:ext uri="{FF2B5EF4-FFF2-40B4-BE49-F238E27FC236}">
                  <a16:creationId xmlns:a16="http://schemas.microsoft.com/office/drawing/2014/main" id="{029A0EDC-9A1E-DA1D-479E-968FBE47047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4" name="rc462">
              <a:extLst>
                <a:ext uri="{FF2B5EF4-FFF2-40B4-BE49-F238E27FC236}">
                  <a16:creationId xmlns:a16="http://schemas.microsoft.com/office/drawing/2014/main" id="{76674181-121A-422D-09F9-0C5ED696790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5" name="rc463">
              <a:extLst>
                <a:ext uri="{FF2B5EF4-FFF2-40B4-BE49-F238E27FC236}">
                  <a16:creationId xmlns:a16="http://schemas.microsoft.com/office/drawing/2014/main" id="{301C110B-D3E7-0089-386C-CFA0A67D953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6" name="rc464">
              <a:extLst>
                <a:ext uri="{FF2B5EF4-FFF2-40B4-BE49-F238E27FC236}">
                  <a16:creationId xmlns:a16="http://schemas.microsoft.com/office/drawing/2014/main" id="{2F6604BC-466A-A8E9-8551-D90915C3C5C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7" name="rc465">
              <a:extLst>
                <a:ext uri="{FF2B5EF4-FFF2-40B4-BE49-F238E27FC236}">
                  <a16:creationId xmlns:a16="http://schemas.microsoft.com/office/drawing/2014/main" id="{DFCD2A12-A971-9225-0C53-BF87D0607E9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8" name="rc466">
              <a:extLst>
                <a:ext uri="{FF2B5EF4-FFF2-40B4-BE49-F238E27FC236}">
                  <a16:creationId xmlns:a16="http://schemas.microsoft.com/office/drawing/2014/main" id="{3ABCA5DA-CC77-8A7B-E8ED-DA8DF5E98E9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89" name="rc467">
              <a:extLst>
                <a:ext uri="{FF2B5EF4-FFF2-40B4-BE49-F238E27FC236}">
                  <a16:creationId xmlns:a16="http://schemas.microsoft.com/office/drawing/2014/main" id="{800EE9E7-7561-1AEA-520D-F3DBF33A5EC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0" name="rc468">
              <a:extLst>
                <a:ext uri="{FF2B5EF4-FFF2-40B4-BE49-F238E27FC236}">
                  <a16:creationId xmlns:a16="http://schemas.microsoft.com/office/drawing/2014/main" id="{E96C7DF1-258A-F118-3D99-7C58DF3C686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1" name="rc469">
              <a:extLst>
                <a:ext uri="{FF2B5EF4-FFF2-40B4-BE49-F238E27FC236}">
                  <a16:creationId xmlns:a16="http://schemas.microsoft.com/office/drawing/2014/main" id="{52AE459D-F17D-5347-C09F-849AAD0E3B0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2" name="rc470">
              <a:extLst>
                <a:ext uri="{FF2B5EF4-FFF2-40B4-BE49-F238E27FC236}">
                  <a16:creationId xmlns:a16="http://schemas.microsoft.com/office/drawing/2014/main" id="{A94643D9-B709-4139-30DC-DB64121B338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3" name="rc471">
              <a:extLst>
                <a:ext uri="{FF2B5EF4-FFF2-40B4-BE49-F238E27FC236}">
                  <a16:creationId xmlns:a16="http://schemas.microsoft.com/office/drawing/2014/main" id="{360656E1-A96D-1333-3B22-E8D36305351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4" name="rc472">
              <a:extLst>
                <a:ext uri="{FF2B5EF4-FFF2-40B4-BE49-F238E27FC236}">
                  <a16:creationId xmlns:a16="http://schemas.microsoft.com/office/drawing/2014/main" id="{E923DF7A-57CD-5E59-39E5-B51E889531A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5" name="rc473">
              <a:extLst>
                <a:ext uri="{FF2B5EF4-FFF2-40B4-BE49-F238E27FC236}">
                  <a16:creationId xmlns:a16="http://schemas.microsoft.com/office/drawing/2014/main" id="{EACAB554-44AF-B837-3C67-EB482A4C0B9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6" name="rc474">
              <a:extLst>
                <a:ext uri="{FF2B5EF4-FFF2-40B4-BE49-F238E27FC236}">
                  <a16:creationId xmlns:a16="http://schemas.microsoft.com/office/drawing/2014/main" id="{7C60918D-DBFF-7C9D-197D-75351020CA8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7" name="rc475">
              <a:extLst>
                <a:ext uri="{FF2B5EF4-FFF2-40B4-BE49-F238E27FC236}">
                  <a16:creationId xmlns:a16="http://schemas.microsoft.com/office/drawing/2014/main" id="{C9721CAF-EB9D-C8F9-BA62-039C686ABAA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8" name="rc476">
              <a:extLst>
                <a:ext uri="{FF2B5EF4-FFF2-40B4-BE49-F238E27FC236}">
                  <a16:creationId xmlns:a16="http://schemas.microsoft.com/office/drawing/2014/main" id="{0D0A92C8-FCEC-FEF0-B485-2FF22F6F3CE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99" name="rc477">
              <a:extLst>
                <a:ext uri="{FF2B5EF4-FFF2-40B4-BE49-F238E27FC236}">
                  <a16:creationId xmlns:a16="http://schemas.microsoft.com/office/drawing/2014/main" id="{1DFA28EF-D736-066A-873D-D2E6DE542C2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0" name="rc478">
              <a:extLst>
                <a:ext uri="{FF2B5EF4-FFF2-40B4-BE49-F238E27FC236}">
                  <a16:creationId xmlns:a16="http://schemas.microsoft.com/office/drawing/2014/main" id="{3F10034B-4880-FB92-CCCE-3D69A78B9B0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1" name="rc479">
              <a:extLst>
                <a:ext uri="{FF2B5EF4-FFF2-40B4-BE49-F238E27FC236}">
                  <a16:creationId xmlns:a16="http://schemas.microsoft.com/office/drawing/2014/main" id="{ABA80952-4737-D2F0-1F83-939373BB6BB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2" name="rc480">
              <a:extLst>
                <a:ext uri="{FF2B5EF4-FFF2-40B4-BE49-F238E27FC236}">
                  <a16:creationId xmlns:a16="http://schemas.microsoft.com/office/drawing/2014/main" id="{612A1F66-B103-3157-96D2-F772BE5EEDD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3" name="rc481">
              <a:extLst>
                <a:ext uri="{FF2B5EF4-FFF2-40B4-BE49-F238E27FC236}">
                  <a16:creationId xmlns:a16="http://schemas.microsoft.com/office/drawing/2014/main" id="{F2829E9F-357F-5B9C-B290-3C4F052478B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4" name="rc482">
              <a:extLst>
                <a:ext uri="{FF2B5EF4-FFF2-40B4-BE49-F238E27FC236}">
                  <a16:creationId xmlns:a16="http://schemas.microsoft.com/office/drawing/2014/main" id="{1F68740A-AB49-E0BC-DFCC-57804405519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5" name="rc483">
              <a:extLst>
                <a:ext uri="{FF2B5EF4-FFF2-40B4-BE49-F238E27FC236}">
                  <a16:creationId xmlns:a16="http://schemas.microsoft.com/office/drawing/2014/main" id="{750BF295-DED2-F7B7-0A10-CFBD5F25313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6" name="rc484">
              <a:extLst>
                <a:ext uri="{FF2B5EF4-FFF2-40B4-BE49-F238E27FC236}">
                  <a16:creationId xmlns:a16="http://schemas.microsoft.com/office/drawing/2014/main" id="{378070D3-AC5C-8757-7194-CDB33658325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7" name="rc485">
              <a:extLst>
                <a:ext uri="{FF2B5EF4-FFF2-40B4-BE49-F238E27FC236}">
                  <a16:creationId xmlns:a16="http://schemas.microsoft.com/office/drawing/2014/main" id="{57F187B9-2853-6D8F-B7BD-D38A8278985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8" name="rc486">
              <a:extLst>
                <a:ext uri="{FF2B5EF4-FFF2-40B4-BE49-F238E27FC236}">
                  <a16:creationId xmlns:a16="http://schemas.microsoft.com/office/drawing/2014/main" id="{9B258422-6058-6132-5007-45DA4DB3A79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09" name="rc487">
              <a:extLst>
                <a:ext uri="{FF2B5EF4-FFF2-40B4-BE49-F238E27FC236}">
                  <a16:creationId xmlns:a16="http://schemas.microsoft.com/office/drawing/2014/main" id="{32BDEA98-4F05-B1E3-0C81-945A980DB1A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0" name="rc488">
              <a:extLst>
                <a:ext uri="{FF2B5EF4-FFF2-40B4-BE49-F238E27FC236}">
                  <a16:creationId xmlns:a16="http://schemas.microsoft.com/office/drawing/2014/main" id="{C3A2345D-9CFC-957B-EAD4-0FA17013EBB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1" name="rc489">
              <a:extLst>
                <a:ext uri="{FF2B5EF4-FFF2-40B4-BE49-F238E27FC236}">
                  <a16:creationId xmlns:a16="http://schemas.microsoft.com/office/drawing/2014/main" id="{6021CC6F-D46F-F1A7-1EFC-98753F32588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2" name="rc490">
              <a:extLst>
                <a:ext uri="{FF2B5EF4-FFF2-40B4-BE49-F238E27FC236}">
                  <a16:creationId xmlns:a16="http://schemas.microsoft.com/office/drawing/2014/main" id="{80969E2F-062C-8300-D844-769603BE671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3" name="rc491">
              <a:extLst>
                <a:ext uri="{FF2B5EF4-FFF2-40B4-BE49-F238E27FC236}">
                  <a16:creationId xmlns:a16="http://schemas.microsoft.com/office/drawing/2014/main" id="{7EEE06ED-5B33-ADF8-B76C-114B66C646F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4" name="rc492">
              <a:extLst>
                <a:ext uri="{FF2B5EF4-FFF2-40B4-BE49-F238E27FC236}">
                  <a16:creationId xmlns:a16="http://schemas.microsoft.com/office/drawing/2014/main" id="{A255B459-61FD-D04A-D897-636B6777496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5" name="rc493">
              <a:extLst>
                <a:ext uri="{FF2B5EF4-FFF2-40B4-BE49-F238E27FC236}">
                  <a16:creationId xmlns:a16="http://schemas.microsoft.com/office/drawing/2014/main" id="{3A82329C-72BB-2AB3-0B3D-A0F0505C50C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6" name="rc494">
              <a:extLst>
                <a:ext uri="{FF2B5EF4-FFF2-40B4-BE49-F238E27FC236}">
                  <a16:creationId xmlns:a16="http://schemas.microsoft.com/office/drawing/2014/main" id="{FFDDFD44-A367-D4B8-3324-F463751E6F2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7" name="rc495">
              <a:extLst>
                <a:ext uri="{FF2B5EF4-FFF2-40B4-BE49-F238E27FC236}">
                  <a16:creationId xmlns:a16="http://schemas.microsoft.com/office/drawing/2014/main" id="{5B6E8B9A-81C7-A601-52BE-78AA47027FB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8" name="rc496">
              <a:extLst>
                <a:ext uri="{FF2B5EF4-FFF2-40B4-BE49-F238E27FC236}">
                  <a16:creationId xmlns:a16="http://schemas.microsoft.com/office/drawing/2014/main" id="{5A76C62C-9713-C5A3-C03E-78580612CAC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19" name="rc497">
              <a:extLst>
                <a:ext uri="{FF2B5EF4-FFF2-40B4-BE49-F238E27FC236}">
                  <a16:creationId xmlns:a16="http://schemas.microsoft.com/office/drawing/2014/main" id="{79F7DE1B-C5E8-D4B8-EC6F-213D6988109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0" name="rc498">
              <a:extLst>
                <a:ext uri="{FF2B5EF4-FFF2-40B4-BE49-F238E27FC236}">
                  <a16:creationId xmlns:a16="http://schemas.microsoft.com/office/drawing/2014/main" id="{71DBF12F-2A5B-3287-D8F9-8E2B0B40F30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1" name="rc499">
              <a:extLst>
                <a:ext uri="{FF2B5EF4-FFF2-40B4-BE49-F238E27FC236}">
                  <a16:creationId xmlns:a16="http://schemas.microsoft.com/office/drawing/2014/main" id="{0942AF7A-67C8-2BCC-A057-CC44D7BEC9B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2" name="rc500">
              <a:extLst>
                <a:ext uri="{FF2B5EF4-FFF2-40B4-BE49-F238E27FC236}">
                  <a16:creationId xmlns:a16="http://schemas.microsoft.com/office/drawing/2014/main" id="{A584A75F-3FA0-D91C-7C18-72D21A59686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3" name="rc501">
              <a:extLst>
                <a:ext uri="{FF2B5EF4-FFF2-40B4-BE49-F238E27FC236}">
                  <a16:creationId xmlns:a16="http://schemas.microsoft.com/office/drawing/2014/main" id="{DF3B6EFE-0381-E245-D3F4-8D1A64152D3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4" name="rc502">
              <a:extLst>
                <a:ext uri="{FF2B5EF4-FFF2-40B4-BE49-F238E27FC236}">
                  <a16:creationId xmlns:a16="http://schemas.microsoft.com/office/drawing/2014/main" id="{F234D2E7-C907-09BB-2C6B-57038399CC4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5" name="rc503">
              <a:extLst>
                <a:ext uri="{FF2B5EF4-FFF2-40B4-BE49-F238E27FC236}">
                  <a16:creationId xmlns:a16="http://schemas.microsoft.com/office/drawing/2014/main" id="{C797C5B8-5EAF-908E-D155-E565521A015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6" name="rc504">
              <a:extLst>
                <a:ext uri="{FF2B5EF4-FFF2-40B4-BE49-F238E27FC236}">
                  <a16:creationId xmlns:a16="http://schemas.microsoft.com/office/drawing/2014/main" id="{08DEDB28-8A6B-B3B7-ACCF-F0447F48242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7" name="rc505">
              <a:extLst>
                <a:ext uri="{FF2B5EF4-FFF2-40B4-BE49-F238E27FC236}">
                  <a16:creationId xmlns:a16="http://schemas.microsoft.com/office/drawing/2014/main" id="{375C8CED-8A84-99C5-66AF-2EF632F8B2C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8" name="rc506">
              <a:extLst>
                <a:ext uri="{FF2B5EF4-FFF2-40B4-BE49-F238E27FC236}">
                  <a16:creationId xmlns:a16="http://schemas.microsoft.com/office/drawing/2014/main" id="{3E7CA69C-2122-C159-D558-282153B3FE1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29" name="rc507">
              <a:extLst>
                <a:ext uri="{FF2B5EF4-FFF2-40B4-BE49-F238E27FC236}">
                  <a16:creationId xmlns:a16="http://schemas.microsoft.com/office/drawing/2014/main" id="{2DFCF9EB-EBD1-3547-7ADA-F6213EFF504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0" name="rc508">
              <a:extLst>
                <a:ext uri="{FF2B5EF4-FFF2-40B4-BE49-F238E27FC236}">
                  <a16:creationId xmlns:a16="http://schemas.microsoft.com/office/drawing/2014/main" id="{63716B56-1289-2FB1-C310-A8C7D22962B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1" name="rc509">
              <a:extLst>
                <a:ext uri="{FF2B5EF4-FFF2-40B4-BE49-F238E27FC236}">
                  <a16:creationId xmlns:a16="http://schemas.microsoft.com/office/drawing/2014/main" id="{B3C39530-6AD0-B091-7BD9-CE1C379E1EB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2" name="rc510">
              <a:extLst>
                <a:ext uri="{FF2B5EF4-FFF2-40B4-BE49-F238E27FC236}">
                  <a16:creationId xmlns:a16="http://schemas.microsoft.com/office/drawing/2014/main" id="{166803A6-8286-A94F-331D-4F1E89627DE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3" name="rc511">
              <a:extLst>
                <a:ext uri="{FF2B5EF4-FFF2-40B4-BE49-F238E27FC236}">
                  <a16:creationId xmlns:a16="http://schemas.microsoft.com/office/drawing/2014/main" id="{16E6D737-DD8E-E4B0-761A-D221252C3E0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4" name="rc512">
              <a:extLst>
                <a:ext uri="{FF2B5EF4-FFF2-40B4-BE49-F238E27FC236}">
                  <a16:creationId xmlns:a16="http://schemas.microsoft.com/office/drawing/2014/main" id="{4A918AA0-F49D-8C9B-9803-2474A15E4B7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5" name="rc513">
              <a:extLst>
                <a:ext uri="{FF2B5EF4-FFF2-40B4-BE49-F238E27FC236}">
                  <a16:creationId xmlns:a16="http://schemas.microsoft.com/office/drawing/2014/main" id="{AFA1CF86-F9F7-5CAA-42BB-D8657265342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6" name="rc514">
              <a:extLst>
                <a:ext uri="{FF2B5EF4-FFF2-40B4-BE49-F238E27FC236}">
                  <a16:creationId xmlns:a16="http://schemas.microsoft.com/office/drawing/2014/main" id="{6EE60CE3-D3B4-4802-BC20-6514C5C4A6C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7" name="rc515">
              <a:extLst>
                <a:ext uri="{FF2B5EF4-FFF2-40B4-BE49-F238E27FC236}">
                  <a16:creationId xmlns:a16="http://schemas.microsoft.com/office/drawing/2014/main" id="{EE1ED4B0-EB32-BFC8-4321-C92D8083357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8" name="rc516">
              <a:extLst>
                <a:ext uri="{FF2B5EF4-FFF2-40B4-BE49-F238E27FC236}">
                  <a16:creationId xmlns:a16="http://schemas.microsoft.com/office/drawing/2014/main" id="{B64C65E3-A607-6F49-CB89-33E70378C0A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39" name="rc517">
              <a:extLst>
                <a:ext uri="{FF2B5EF4-FFF2-40B4-BE49-F238E27FC236}">
                  <a16:creationId xmlns:a16="http://schemas.microsoft.com/office/drawing/2014/main" id="{DFA7F8C3-A6DD-FDD8-14BD-DD315A259C8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0" name="rc518">
              <a:extLst>
                <a:ext uri="{FF2B5EF4-FFF2-40B4-BE49-F238E27FC236}">
                  <a16:creationId xmlns:a16="http://schemas.microsoft.com/office/drawing/2014/main" id="{7E225CE6-C9F7-D219-4297-0558AACB8A1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1" name="rc519">
              <a:extLst>
                <a:ext uri="{FF2B5EF4-FFF2-40B4-BE49-F238E27FC236}">
                  <a16:creationId xmlns:a16="http://schemas.microsoft.com/office/drawing/2014/main" id="{3B82682B-DABB-F05F-5B29-D4CB39389A9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2" name="rc520">
              <a:extLst>
                <a:ext uri="{FF2B5EF4-FFF2-40B4-BE49-F238E27FC236}">
                  <a16:creationId xmlns:a16="http://schemas.microsoft.com/office/drawing/2014/main" id="{2498216B-DF6D-ECDA-90F8-7783C9F80C2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3" name="rc521">
              <a:extLst>
                <a:ext uri="{FF2B5EF4-FFF2-40B4-BE49-F238E27FC236}">
                  <a16:creationId xmlns:a16="http://schemas.microsoft.com/office/drawing/2014/main" id="{07CC4B74-FE9B-1C6F-0E21-8AC9BEEE528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4" name="rc522">
              <a:extLst>
                <a:ext uri="{FF2B5EF4-FFF2-40B4-BE49-F238E27FC236}">
                  <a16:creationId xmlns:a16="http://schemas.microsoft.com/office/drawing/2014/main" id="{663740D5-8C55-6665-A023-36097EC8E4F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5" name="rc523">
              <a:extLst>
                <a:ext uri="{FF2B5EF4-FFF2-40B4-BE49-F238E27FC236}">
                  <a16:creationId xmlns:a16="http://schemas.microsoft.com/office/drawing/2014/main" id="{E839D119-367C-B5A9-BAAA-E2881BC2AFB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6" name="rc524">
              <a:extLst>
                <a:ext uri="{FF2B5EF4-FFF2-40B4-BE49-F238E27FC236}">
                  <a16:creationId xmlns:a16="http://schemas.microsoft.com/office/drawing/2014/main" id="{2BC1654E-788A-9FDC-84A0-C42EB2BE04C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7" name="rc525">
              <a:extLst>
                <a:ext uri="{FF2B5EF4-FFF2-40B4-BE49-F238E27FC236}">
                  <a16:creationId xmlns:a16="http://schemas.microsoft.com/office/drawing/2014/main" id="{69DC6BFE-108F-1150-AB1A-36B7BF7167C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8" name="rc526">
              <a:extLst>
                <a:ext uri="{FF2B5EF4-FFF2-40B4-BE49-F238E27FC236}">
                  <a16:creationId xmlns:a16="http://schemas.microsoft.com/office/drawing/2014/main" id="{0A712893-360C-1A1F-A99E-4689E395BEF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49" name="rc527">
              <a:extLst>
                <a:ext uri="{FF2B5EF4-FFF2-40B4-BE49-F238E27FC236}">
                  <a16:creationId xmlns:a16="http://schemas.microsoft.com/office/drawing/2014/main" id="{1C1972A6-97E7-B0CD-2D21-95C1C7922E1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0" name="rc528">
              <a:extLst>
                <a:ext uri="{FF2B5EF4-FFF2-40B4-BE49-F238E27FC236}">
                  <a16:creationId xmlns:a16="http://schemas.microsoft.com/office/drawing/2014/main" id="{7D03330E-9E30-482B-11E6-3B16717AFF9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1" name="rc529">
              <a:extLst>
                <a:ext uri="{FF2B5EF4-FFF2-40B4-BE49-F238E27FC236}">
                  <a16:creationId xmlns:a16="http://schemas.microsoft.com/office/drawing/2014/main" id="{9D808812-E34C-3B8C-F698-0006986DFEE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2" name="rc530">
              <a:extLst>
                <a:ext uri="{FF2B5EF4-FFF2-40B4-BE49-F238E27FC236}">
                  <a16:creationId xmlns:a16="http://schemas.microsoft.com/office/drawing/2014/main" id="{D8F0FF71-92D4-1EF9-011F-56F02D0741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3" name="rc531">
              <a:extLst>
                <a:ext uri="{FF2B5EF4-FFF2-40B4-BE49-F238E27FC236}">
                  <a16:creationId xmlns:a16="http://schemas.microsoft.com/office/drawing/2014/main" id="{5A165078-75E3-7F7A-F92E-142A93FCF9C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4" name="rc532">
              <a:extLst>
                <a:ext uri="{FF2B5EF4-FFF2-40B4-BE49-F238E27FC236}">
                  <a16:creationId xmlns:a16="http://schemas.microsoft.com/office/drawing/2014/main" id="{903D7B31-9DD1-E7FE-3653-D6C72EF9ADA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5" name="rc533">
              <a:extLst>
                <a:ext uri="{FF2B5EF4-FFF2-40B4-BE49-F238E27FC236}">
                  <a16:creationId xmlns:a16="http://schemas.microsoft.com/office/drawing/2014/main" id="{6FFC3F4D-6E68-2452-9092-3C0EA79C6AB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6" name="rc534">
              <a:extLst>
                <a:ext uri="{FF2B5EF4-FFF2-40B4-BE49-F238E27FC236}">
                  <a16:creationId xmlns:a16="http://schemas.microsoft.com/office/drawing/2014/main" id="{F3890BE3-03A5-F8E0-CA0E-E21999B8BCE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7" name="rc535">
              <a:extLst>
                <a:ext uri="{FF2B5EF4-FFF2-40B4-BE49-F238E27FC236}">
                  <a16:creationId xmlns:a16="http://schemas.microsoft.com/office/drawing/2014/main" id="{CBF88EC6-1952-A1D0-BB40-1CE5321D5D7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8" name="rc536">
              <a:extLst>
                <a:ext uri="{FF2B5EF4-FFF2-40B4-BE49-F238E27FC236}">
                  <a16:creationId xmlns:a16="http://schemas.microsoft.com/office/drawing/2014/main" id="{A0031C92-653F-10AA-E535-03291DA6FD5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59" name="rc537">
              <a:extLst>
                <a:ext uri="{FF2B5EF4-FFF2-40B4-BE49-F238E27FC236}">
                  <a16:creationId xmlns:a16="http://schemas.microsoft.com/office/drawing/2014/main" id="{0E7DA60B-1AAB-9FAA-A158-605853F121B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0" name="rc538">
              <a:extLst>
                <a:ext uri="{FF2B5EF4-FFF2-40B4-BE49-F238E27FC236}">
                  <a16:creationId xmlns:a16="http://schemas.microsoft.com/office/drawing/2014/main" id="{365C50E6-8449-C9F0-1799-65FE8F86A9B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1" name="rc539">
              <a:extLst>
                <a:ext uri="{FF2B5EF4-FFF2-40B4-BE49-F238E27FC236}">
                  <a16:creationId xmlns:a16="http://schemas.microsoft.com/office/drawing/2014/main" id="{838DA511-229F-936A-23FA-987FDD84842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2" name="rc540">
              <a:extLst>
                <a:ext uri="{FF2B5EF4-FFF2-40B4-BE49-F238E27FC236}">
                  <a16:creationId xmlns:a16="http://schemas.microsoft.com/office/drawing/2014/main" id="{45F9D215-AEEF-6AAA-E7D0-045B2C7CC6E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3" name="rc541">
              <a:extLst>
                <a:ext uri="{FF2B5EF4-FFF2-40B4-BE49-F238E27FC236}">
                  <a16:creationId xmlns:a16="http://schemas.microsoft.com/office/drawing/2014/main" id="{45972608-540E-F730-56FB-00805CD44E9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4" name="rc542">
              <a:extLst>
                <a:ext uri="{FF2B5EF4-FFF2-40B4-BE49-F238E27FC236}">
                  <a16:creationId xmlns:a16="http://schemas.microsoft.com/office/drawing/2014/main" id="{011C6E14-EF79-BB88-75E1-0D6F41C0734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5" name="rc543">
              <a:extLst>
                <a:ext uri="{FF2B5EF4-FFF2-40B4-BE49-F238E27FC236}">
                  <a16:creationId xmlns:a16="http://schemas.microsoft.com/office/drawing/2014/main" id="{638453C0-C054-143F-B5CC-2CDBF3D5155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6" name="rc544">
              <a:extLst>
                <a:ext uri="{FF2B5EF4-FFF2-40B4-BE49-F238E27FC236}">
                  <a16:creationId xmlns:a16="http://schemas.microsoft.com/office/drawing/2014/main" id="{8EED08F4-426A-0D4D-6F19-C3098A063FA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7" name="rc545">
              <a:extLst>
                <a:ext uri="{FF2B5EF4-FFF2-40B4-BE49-F238E27FC236}">
                  <a16:creationId xmlns:a16="http://schemas.microsoft.com/office/drawing/2014/main" id="{96A55E49-459D-1013-9312-C9B8A0C8FB2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8" name="rc546">
              <a:extLst>
                <a:ext uri="{FF2B5EF4-FFF2-40B4-BE49-F238E27FC236}">
                  <a16:creationId xmlns:a16="http://schemas.microsoft.com/office/drawing/2014/main" id="{D22568F9-56F0-547A-58E9-6429945B9BF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69" name="rc547">
              <a:extLst>
                <a:ext uri="{FF2B5EF4-FFF2-40B4-BE49-F238E27FC236}">
                  <a16:creationId xmlns:a16="http://schemas.microsoft.com/office/drawing/2014/main" id="{79DE9D29-59A2-AC8E-6D95-65CEFACD40D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0" name="rc548">
              <a:extLst>
                <a:ext uri="{FF2B5EF4-FFF2-40B4-BE49-F238E27FC236}">
                  <a16:creationId xmlns:a16="http://schemas.microsoft.com/office/drawing/2014/main" id="{0C9645C8-447F-7125-574F-1BFAC91098C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1" name="rc549">
              <a:extLst>
                <a:ext uri="{FF2B5EF4-FFF2-40B4-BE49-F238E27FC236}">
                  <a16:creationId xmlns:a16="http://schemas.microsoft.com/office/drawing/2014/main" id="{7B8E100E-C7C7-2038-86CF-CFA5CC904E0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2" name="rc550">
              <a:extLst>
                <a:ext uri="{FF2B5EF4-FFF2-40B4-BE49-F238E27FC236}">
                  <a16:creationId xmlns:a16="http://schemas.microsoft.com/office/drawing/2014/main" id="{A748F0CA-8F53-51A5-E33D-0FA6CE9EA4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3" name="rc551">
              <a:extLst>
                <a:ext uri="{FF2B5EF4-FFF2-40B4-BE49-F238E27FC236}">
                  <a16:creationId xmlns:a16="http://schemas.microsoft.com/office/drawing/2014/main" id="{993FA797-A634-D5B3-4868-8E1559FF99D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4" name="rc552">
              <a:extLst>
                <a:ext uri="{FF2B5EF4-FFF2-40B4-BE49-F238E27FC236}">
                  <a16:creationId xmlns:a16="http://schemas.microsoft.com/office/drawing/2014/main" id="{A9A098B8-10F0-F831-F8F6-E4F5E8A2022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5" name="rc553">
              <a:extLst>
                <a:ext uri="{FF2B5EF4-FFF2-40B4-BE49-F238E27FC236}">
                  <a16:creationId xmlns:a16="http://schemas.microsoft.com/office/drawing/2014/main" id="{F45F60B0-8DE8-5328-5B13-C126E9850EC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6" name="rc554">
              <a:extLst>
                <a:ext uri="{FF2B5EF4-FFF2-40B4-BE49-F238E27FC236}">
                  <a16:creationId xmlns:a16="http://schemas.microsoft.com/office/drawing/2014/main" id="{34137E3B-5923-D517-FEA2-CC1095E3E1A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7" name="rc555">
              <a:extLst>
                <a:ext uri="{FF2B5EF4-FFF2-40B4-BE49-F238E27FC236}">
                  <a16:creationId xmlns:a16="http://schemas.microsoft.com/office/drawing/2014/main" id="{29F55658-4B06-D482-5D79-752CAF2B7C3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8" name="rc556">
              <a:extLst>
                <a:ext uri="{FF2B5EF4-FFF2-40B4-BE49-F238E27FC236}">
                  <a16:creationId xmlns:a16="http://schemas.microsoft.com/office/drawing/2014/main" id="{108BC6F7-9F39-C024-5724-9B513E7A6FF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79" name="rc557">
              <a:extLst>
                <a:ext uri="{FF2B5EF4-FFF2-40B4-BE49-F238E27FC236}">
                  <a16:creationId xmlns:a16="http://schemas.microsoft.com/office/drawing/2014/main" id="{9D89DEE1-AFF0-906B-BFA8-F2D5190DF0E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0" name="rc558">
              <a:extLst>
                <a:ext uri="{FF2B5EF4-FFF2-40B4-BE49-F238E27FC236}">
                  <a16:creationId xmlns:a16="http://schemas.microsoft.com/office/drawing/2014/main" id="{42798021-6108-A7B4-A092-5EA111D563E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1" name="rc559">
              <a:extLst>
                <a:ext uri="{FF2B5EF4-FFF2-40B4-BE49-F238E27FC236}">
                  <a16:creationId xmlns:a16="http://schemas.microsoft.com/office/drawing/2014/main" id="{50FE004C-1B9C-3757-D268-5BE40D2AC0B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2" name="rc560">
              <a:extLst>
                <a:ext uri="{FF2B5EF4-FFF2-40B4-BE49-F238E27FC236}">
                  <a16:creationId xmlns:a16="http://schemas.microsoft.com/office/drawing/2014/main" id="{CFF57B74-D8E6-AC26-BAA7-C96020932EB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3" name="rc561">
              <a:extLst>
                <a:ext uri="{FF2B5EF4-FFF2-40B4-BE49-F238E27FC236}">
                  <a16:creationId xmlns:a16="http://schemas.microsoft.com/office/drawing/2014/main" id="{984A8413-8CCF-74FC-2971-047D1640382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4" name="rc562">
              <a:extLst>
                <a:ext uri="{FF2B5EF4-FFF2-40B4-BE49-F238E27FC236}">
                  <a16:creationId xmlns:a16="http://schemas.microsoft.com/office/drawing/2014/main" id="{B04347A2-171D-109A-075C-E73D6403B78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5" name="rc563">
              <a:extLst>
                <a:ext uri="{FF2B5EF4-FFF2-40B4-BE49-F238E27FC236}">
                  <a16:creationId xmlns:a16="http://schemas.microsoft.com/office/drawing/2014/main" id="{4139791B-9910-AC95-5CDA-269862703D2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6" name="rc564">
              <a:extLst>
                <a:ext uri="{FF2B5EF4-FFF2-40B4-BE49-F238E27FC236}">
                  <a16:creationId xmlns:a16="http://schemas.microsoft.com/office/drawing/2014/main" id="{6B37A847-5123-DE88-06A2-0AC55E00E7B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7" name="rc565">
              <a:extLst>
                <a:ext uri="{FF2B5EF4-FFF2-40B4-BE49-F238E27FC236}">
                  <a16:creationId xmlns:a16="http://schemas.microsoft.com/office/drawing/2014/main" id="{64A943AA-6E6A-4B39-6632-E766E0DC24A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8" name="rc566">
              <a:extLst>
                <a:ext uri="{FF2B5EF4-FFF2-40B4-BE49-F238E27FC236}">
                  <a16:creationId xmlns:a16="http://schemas.microsoft.com/office/drawing/2014/main" id="{631C9836-2320-6FDA-A1B2-21C8E4923AB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89" name="rc567">
              <a:extLst>
                <a:ext uri="{FF2B5EF4-FFF2-40B4-BE49-F238E27FC236}">
                  <a16:creationId xmlns:a16="http://schemas.microsoft.com/office/drawing/2014/main" id="{0089CF9D-ABB8-A478-B8BD-F89AB2D88E8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0" name="rc568">
              <a:extLst>
                <a:ext uri="{FF2B5EF4-FFF2-40B4-BE49-F238E27FC236}">
                  <a16:creationId xmlns:a16="http://schemas.microsoft.com/office/drawing/2014/main" id="{0453053F-892F-9F0A-9445-530C910BCDC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1" name="rc569">
              <a:extLst>
                <a:ext uri="{FF2B5EF4-FFF2-40B4-BE49-F238E27FC236}">
                  <a16:creationId xmlns:a16="http://schemas.microsoft.com/office/drawing/2014/main" id="{09DD8472-C95E-F4BF-3E25-D6022A69EDC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2" name="rc570">
              <a:extLst>
                <a:ext uri="{FF2B5EF4-FFF2-40B4-BE49-F238E27FC236}">
                  <a16:creationId xmlns:a16="http://schemas.microsoft.com/office/drawing/2014/main" id="{DD2932E4-57E2-0688-3D4F-D83512CA92D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3" name="rc571">
              <a:extLst>
                <a:ext uri="{FF2B5EF4-FFF2-40B4-BE49-F238E27FC236}">
                  <a16:creationId xmlns:a16="http://schemas.microsoft.com/office/drawing/2014/main" id="{4C879013-9860-497F-C559-A15CDBB94DE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4" name="rc572">
              <a:extLst>
                <a:ext uri="{FF2B5EF4-FFF2-40B4-BE49-F238E27FC236}">
                  <a16:creationId xmlns:a16="http://schemas.microsoft.com/office/drawing/2014/main" id="{76A823E6-93DD-C300-E08E-0FEC4F8B93A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5" name="rc573">
              <a:extLst>
                <a:ext uri="{FF2B5EF4-FFF2-40B4-BE49-F238E27FC236}">
                  <a16:creationId xmlns:a16="http://schemas.microsoft.com/office/drawing/2014/main" id="{C9997D7E-5814-E5CC-DAAD-E826280E391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6" name="rc574">
              <a:extLst>
                <a:ext uri="{FF2B5EF4-FFF2-40B4-BE49-F238E27FC236}">
                  <a16:creationId xmlns:a16="http://schemas.microsoft.com/office/drawing/2014/main" id="{CCD69D56-D569-FFC8-4504-2F4D6CBF11F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7" name="rc575">
              <a:extLst>
                <a:ext uri="{FF2B5EF4-FFF2-40B4-BE49-F238E27FC236}">
                  <a16:creationId xmlns:a16="http://schemas.microsoft.com/office/drawing/2014/main" id="{AD44A51C-B6AC-1B1A-2F9C-257EE53649F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8" name="rc576">
              <a:extLst>
                <a:ext uri="{FF2B5EF4-FFF2-40B4-BE49-F238E27FC236}">
                  <a16:creationId xmlns:a16="http://schemas.microsoft.com/office/drawing/2014/main" id="{12304909-C542-1E8D-4E7B-4DA66DCEE49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99" name="rc577">
              <a:extLst>
                <a:ext uri="{FF2B5EF4-FFF2-40B4-BE49-F238E27FC236}">
                  <a16:creationId xmlns:a16="http://schemas.microsoft.com/office/drawing/2014/main" id="{6F74573E-C821-D386-329C-1427CA7ED1B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0" name="rc578">
              <a:extLst>
                <a:ext uri="{FF2B5EF4-FFF2-40B4-BE49-F238E27FC236}">
                  <a16:creationId xmlns:a16="http://schemas.microsoft.com/office/drawing/2014/main" id="{090D4213-EC09-2422-F287-163F1884941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1" name="rc579">
              <a:extLst>
                <a:ext uri="{FF2B5EF4-FFF2-40B4-BE49-F238E27FC236}">
                  <a16:creationId xmlns:a16="http://schemas.microsoft.com/office/drawing/2014/main" id="{14D48A98-0F6B-E711-8A1C-C8E4C01C66F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2" name="rc580">
              <a:extLst>
                <a:ext uri="{FF2B5EF4-FFF2-40B4-BE49-F238E27FC236}">
                  <a16:creationId xmlns:a16="http://schemas.microsoft.com/office/drawing/2014/main" id="{0B33BF26-6EFF-0CC9-99C5-FAE17E8E225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3" name="rc581">
              <a:extLst>
                <a:ext uri="{FF2B5EF4-FFF2-40B4-BE49-F238E27FC236}">
                  <a16:creationId xmlns:a16="http://schemas.microsoft.com/office/drawing/2014/main" id="{AAE76AF7-2F45-61A4-18F9-99B4A8BC5B0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4" name="rc582">
              <a:extLst>
                <a:ext uri="{FF2B5EF4-FFF2-40B4-BE49-F238E27FC236}">
                  <a16:creationId xmlns:a16="http://schemas.microsoft.com/office/drawing/2014/main" id="{7A36AC5C-260B-FB3E-24F9-218621688E8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5" name="rc583">
              <a:extLst>
                <a:ext uri="{FF2B5EF4-FFF2-40B4-BE49-F238E27FC236}">
                  <a16:creationId xmlns:a16="http://schemas.microsoft.com/office/drawing/2014/main" id="{1B7E03B0-6CEA-D899-289E-ACECF14840E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6" name="rc584">
              <a:extLst>
                <a:ext uri="{FF2B5EF4-FFF2-40B4-BE49-F238E27FC236}">
                  <a16:creationId xmlns:a16="http://schemas.microsoft.com/office/drawing/2014/main" id="{94D4C26C-4E06-D5B5-C9E5-54F807BF395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7" name="rc585">
              <a:extLst>
                <a:ext uri="{FF2B5EF4-FFF2-40B4-BE49-F238E27FC236}">
                  <a16:creationId xmlns:a16="http://schemas.microsoft.com/office/drawing/2014/main" id="{109E9198-9055-AFB4-08F3-0E569B8114C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8" name="rc586">
              <a:extLst>
                <a:ext uri="{FF2B5EF4-FFF2-40B4-BE49-F238E27FC236}">
                  <a16:creationId xmlns:a16="http://schemas.microsoft.com/office/drawing/2014/main" id="{119D93C5-2C26-2276-AD9F-219ED995D8F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09" name="rc587">
              <a:extLst>
                <a:ext uri="{FF2B5EF4-FFF2-40B4-BE49-F238E27FC236}">
                  <a16:creationId xmlns:a16="http://schemas.microsoft.com/office/drawing/2014/main" id="{6D8B6CD8-ED73-F873-A8D1-DB0B8B081F1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0" name="rc588">
              <a:extLst>
                <a:ext uri="{FF2B5EF4-FFF2-40B4-BE49-F238E27FC236}">
                  <a16:creationId xmlns:a16="http://schemas.microsoft.com/office/drawing/2014/main" id="{CA58D3E3-AAAB-D8F2-7579-FEC81EC72B8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1" name="rc589">
              <a:extLst>
                <a:ext uri="{FF2B5EF4-FFF2-40B4-BE49-F238E27FC236}">
                  <a16:creationId xmlns:a16="http://schemas.microsoft.com/office/drawing/2014/main" id="{493C728D-9901-7E72-8425-7B054FE0E9D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2" name="rc590">
              <a:extLst>
                <a:ext uri="{FF2B5EF4-FFF2-40B4-BE49-F238E27FC236}">
                  <a16:creationId xmlns:a16="http://schemas.microsoft.com/office/drawing/2014/main" id="{AF36933B-15CF-668A-427E-8FF3635DE5B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3" name="rc591">
              <a:extLst>
                <a:ext uri="{FF2B5EF4-FFF2-40B4-BE49-F238E27FC236}">
                  <a16:creationId xmlns:a16="http://schemas.microsoft.com/office/drawing/2014/main" id="{809FE116-C31B-6D64-7387-A9480817A03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4" name="rc592">
              <a:extLst>
                <a:ext uri="{FF2B5EF4-FFF2-40B4-BE49-F238E27FC236}">
                  <a16:creationId xmlns:a16="http://schemas.microsoft.com/office/drawing/2014/main" id="{7AAD277B-BE54-774C-9D6F-D366836B769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5" name="rc593">
              <a:extLst>
                <a:ext uri="{FF2B5EF4-FFF2-40B4-BE49-F238E27FC236}">
                  <a16:creationId xmlns:a16="http://schemas.microsoft.com/office/drawing/2014/main" id="{F8601F2E-B3EA-26D2-54FB-427F988F426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6" name="rc594">
              <a:extLst>
                <a:ext uri="{FF2B5EF4-FFF2-40B4-BE49-F238E27FC236}">
                  <a16:creationId xmlns:a16="http://schemas.microsoft.com/office/drawing/2014/main" id="{958C9CF9-EA8B-A1B7-527C-02CF1B9A89F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7" name="rc595">
              <a:extLst>
                <a:ext uri="{FF2B5EF4-FFF2-40B4-BE49-F238E27FC236}">
                  <a16:creationId xmlns:a16="http://schemas.microsoft.com/office/drawing/2014/main" id="{62270ECA-F113-74BE-BFE7-D93F7791309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8" name="rc596">
              <a:extLst>
                <a:ext uri="{FF2B5EF4-FFF2-40B4-BE49-F238E27FC236}">
                  <a16:creationId xmlns:a16="http://schemas.microsoft.com/office/drawing/2014/main" id="{AD2E97C0-3431-0884-B9B2-6AE68A1614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19" name="rc597">
              <a:extLst>
                <a:ext uri="{FF2B5EF4-FFF2-40B4-BE49-F238E27FC236}">
                  <a16:creationId xmlns:a16="http://schemas.microsoft.com/office/drawing/2014/main" id="{712ACF11-7175-F787-D409-64CAD9DA3E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0" name="rc598">
              <a:extLst>
                <a:ext uri="{FF2B5EF4-FFF2-40B4-BE49-F238E27FC236}">
                  <a16:creationId xmlns:a16="http://schemas.microsoft.com/office/drawing/2014/main" id="{465908B9-62D4-EAC3-013E-EC0EDA361C8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1" name="rc599">
              <a:extLst>
                <a:ext uri="{FF2B5EF4-FFF2-40B4-BE49-F238E27FC236}">
                  <a16:creationId xmlns:a16="http://schemas.microsoft.com/office/drawing/2014/main" id="{07DD6632-7507-0280-A4A7-61AF3603AFF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2" name="rc600">
              <a:extLst>
                <a:ext uri="{FF2B5EF4-FFF2-40B4-BE49-F238E27FC236}">
                  <a16:creationId xmlns:a16="http://schemas.microsoft.com/office/drawing/2014/main" id="{54F7851F-B485-7A71-5704-A9C2275599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3" name="rc601">
              <a:extLst>
                <a:ext uri="{FF2B5EF4-FFF2-40B4-BE49-F238E27FC236}">
                  <a16:creationId xmlns:a16="http://schemas.microsoft.com/office/drawing/2014/main" id="{F22E7E13-F294-1078-1E6F-F523C4552FD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4" name="rc602">
              <a:extLst>
                <a:ext uri="{FF2B5EF4-FFF2-40B4-BE49-F238E27FC236}">
                  <a16:creationId xmlns:a16="http://schemas.microsoft.com/office/drawing/2014/main" id="{D842ACBE-E01C-25E4-CF1B-7A6EA5D0048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5" name="rc603">
              <a:extLst>
                <a:ext uri="{FF2B5EF4-FFF2-40B4-BE49-F238E27FC236}">
                  <a16:creationId xmlns:a16="http://schemas.microsoft.com/office/drawing/2014/main" id="{F9D41FD2-7516-862A-C54B-267F7875FD1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6" name="rc604">
              <a:extLst>
                <a:ext uri="{FF2B5EF4-FFF2-40B4-BE49-F238E27FC236}">
                  <a16:creationId xmlns:a16="http://schemas.microsoft.com/office/drawing/2014/main" id="{B6AE016C-2B1D-3789-E9B2-BCE375D174C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7" name="rc605">
              <a:extLst>
                <a:ext uri="{FF2B5EF4-FFF2-40B4-BE49-F238E27FC236}">
                  <a16:creationId xmlns:a16="http://schemas.microsoft.com/office/drawing/2014/main" id="{C6F6D7A9-8AE2-909E-8816-504E850F5C5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8" name="rc606">
              <a:extLst>
                <a:ext uri="{FF2B5EF4-FFF2-40B4-BE49-F238E27FC236}">
                  <a16:creationId xmlns:a16="http://schemas.microsoft.com/office/drawing/2014/main" id="{1EF27584-5FC9-D7E4-4942-73C987EDCBA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29" name="rc607">
              <a:extLst>
                <a:ext uri="{FF2B5EF4-FFF2-40B4-BE49-F238E27FC236}">
                  <a16:creationId xmlns:a16="http://schemas.microsoft.com/office/drawing/2014/main" id="{D0FD7178-84C4-E006-15D8-9C18E1B008B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0" name="rc608">
              <a:extLst>
                <a:ext uri="{FF2B5EF4-FFF2-40B4-BE49-F238E27FC236}">
                  <a16:creationId xmlns:a16="http://schemas.microsoft.com/office/drawing/2014/main" id="{C9EC00E0-7A64-FC88-3BE0-BFCB965753F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1" name="rc609">
              <a:extLst>
                <a:ext uri="{FF2B5EF4-FFF2-40B4-BE49-F238E27FC236}">
                  <a16:creationId xmlns:a16="http://schemas.microsoft.com/office/drawing/2014/main" id="{BE3D6D72-C16B-F36C-F5E3-1B70103F574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2" name="rc610">
              <a:extLst>
                <a:ext uri="{FF2B5EF4-FFF2-40B4-BE49-F238E27FC236}">
                  <a16:creationId xmlns:a16="http://schemas.microsoft.com/office/drawing/2014/main" id="{66ABADFD-93BB-F59A-1447-3073F3C2691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3" name="rc611">
              <a:extLst>
                <a:ext uri="{FF2B5EF4-FFF2-40B4-BE49-F238E27FC236}">
                  <a16:creationId xmlns:a16="http://schemas.microsoft.com/office/drawing/2014/main" id="{B82AB86B-E6F0-6087-CAD6-C7CC78B90B6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4" name="rc612">
              <a:extLst>
                <a:ext uri="{FF2B5EF4-FFF2-40B4-BE49-F238E27FC236}">
                  <a16:creationId xmlns:a16="http://schemas.microsoft.com/office/drawing/2014/main" id="{A4040F00-31B7-7129-DF5D-49141A480DA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5" name="rc613">
              <a:extLst>
                <a:ext uri="{FF2B5EF4-FFF2-40B4-BE49-F238E27FC236}">
                  <a16:creationId xmlns:a16="http://schemas.microsoft.com/office/drawing/2014/main" id="{75F9AE8A-E052-8D6F-B980-39F252ADF56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6" name="rc614">
              <a:extLst>
                <a:ext uri="{FF2B5EF4-FFF2-40B4-BE49-F238E27FC236}">
                  <a16:creationId xmlns:a16="http://schemas.microsoft.com/office/drawing/2014/main" id="{3812AA84-E68D-84A8-498F-A814B634DD6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7" name="rc615">
              <a:extLst>
                <a:ext uri="{FF2B5EF4-FFF2-40B4-BE49-F238E27FC236}">
                  <a16:creationId xmlns:a16="http://schemas.microsoft.com/office/drawing/2014/main" id="{AD189490-105C-B374-D3CC-35BC75298C3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8" name="rc616">
              <a:extLst>
                <a:ext uri="{FF2B5EF4-FFF2-40B4-BE49-F238E27FC236}">
                  <a16:creationId xmlns:a16="http://schemas.microsoft.com/office/drawing/2014/main" id="{F8A25761-9E01-CBCE-E430-7D1D12F4F66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39" name="rc617">
              <a:extLst>
                <a:ext uri="{FF2B5EF4-FFF2-40B4-BE49-F238E27FC236}">
                  <a16:creationId xmlns:a16="http://schemas.microsoft.com/office/drawing/2014/main" id="{71966ADE-7F6E-7454-BA57-B0588C765DD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0" name="rc618">
              <a:extLst>
                <a:ext uri="{FF2B5EF4-FFF2-40B4-BE49-F238E27FC236}">
                  <a16:creationId xmlns:a16="http://schemas.microsoft.com/office/drawing/2014/main" id="{8E0C44A3-FBB4-0C40-2971-5FFCCB0CB8D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1" name="rc619">
              <a:extLst>
                <a:ext uri="{FF2B5EF4-FFF2-40B4-BE49-F238E27FC236}">
                  <a16:creationId xmlns:a16="http://schemas.microsoft.com/office/drawing/2014/main" id="{6536186E-E211-4FA3-D29F-C0825EA0913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2" name="rc620">
              <a:extLst>
                <a:ext uri="{FF2B5EF4-FFF2-40B4-BE49-F238E27FC236}">
                  <a16:creationId xmlns:a16="http://schemas.microsoft.com/office/drawing/2014/main" id="{705DB47F-DF73-4122-3C94-8187EF1CB88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3" name="rc621">
              <a:extLst>
                <a:ext uri="{FF2B5EF4-FFF2-40B4-BE49-F238E27FC236}">
                  <a16:creationId xmlns:a16="http://schemas.microsoft.com/office/drawing/2014/main" id="{E9188996-B5C7-D85A-38BB-FF81ECA3C2A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4" name="rc622">
              <a:extLst>
                <a:ext uri="{FF2B5EF4-FFF2-40B4-BE49-F238E27FC236}">
                  <a16:creationId xmlns:a16="http://schemas.microsoft.com/office/drawing/2014/main" id="{C1C9745B-F680-EBB4-2030-731E362C6B5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5" name="rc623">
              <a:extLst>
                <a:ext uri="{FF2B5EF4-FFF2-40B4-BE49-F238E27FC236}">
                  <a16:creationId xmlns:a16="http://schemas.microsoft.com/office/drawing/2014/main" id="{24F276FD-13D8-116D-F65D-B4B334B7AAE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6" name="rc624">
              <a:extLst>
                <a:ext uri="{FF2B5EF4-FFF2-40B4-BE49-F238E27FC236}">
                  <a16:creationId xmlns:a16="http://schemas.microsoft.com/office/drawing/2014/main" id="{34D82CC1-56BA-801A-4D4B-4D1F4C88C55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7" name="rc625">
              <a:extLst>
                <a:ext uri="{FF2B5EF4-FFF2-40B4-BE49-F238E27FC236}">
                  <a16:creationId xmlns:a16="http://schemas.microsoft.com/office/drawing/2014/main" id="{3B17B170-3C4D-1616-3E87-99FB487EC8C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8" name="rc626">
              <a:extLst>
                <a:ext uri="{FF2B5EF4-FFF2-40B4-BE49-F238E27FC236}">
                  <a16:creationId xmlns:a16="http://schemas.microsoft.com/office/drawing/2014/main" id="{0C5B638D-2653-C858-7E88-F69865A5F0F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49" name="rc627">
              <a:extLst>
                <a:ext uri="{FF2B5EF4-FFF2-40B4-BE49-F238E27FC236}">
                  <a16:creationId xmlns:a16="http://schemas.microsoft.com/office/drawing/2014/main" id="{5EEC47D3-A77E-716E-C4BF-50E4DBCCB75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0" name="rc628">
              <a:extLst>
                <a:ext uri="{FF2B5EF4-FFF2-40B4-BE49-F238E27FC236}">
                  <a16:creationId xmlns:a16="http://schemas.microsoft.com/office/drawing/2014/main" id="{3E67A6BD-E8DE-CF07-C7AD-08E675C31E0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1" name="rc629">
              <a:extLst>
                <a:ext uri="{FF2B5EF4-FFF2-40B4-BE49-F238E27FC236}">
                  <a16:creationId xmlns:a16="http://schemas.microsoft.com/office/drawing/2014/main" id="{3F71E124-C039-7DEE-8132-77C5D9A66C8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2" name="rc630">
              <a:extLst>
                <a:ext uri="{FF2B5EF4-FFF2-40B4-BE49-F238E27FC236}">
                  <a16:creationId xmlns:a16="http://schemas.microsoft.com/office/drawing/2014/main" id="{96298265-3764-1C72-C1F7-A466A7193E5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3" name="rc631">
              <a:extLst>
                <a:ext uri="{FF2B5EF4-FFF2-40B4-BE49-F238E27FC236}">
                  <a16:creationId xmlns:a16="http://schemas.microsoft.com/office/drawing/2014/main" id="{076EF561-D323-F3D2-7CBE-CA2DFB582D4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4" name="rc632">
              <a:extLst>
                <a:ext uri="{FF2B5EF4-FFF2-40B4-BE49-F238E27FC236}">
                  <a16:creationId xmlns:a16="http://schemas.microsoft.com/office/drawing/2014/main" id="{D98307D3-2F8B-2B0F-F659-75D0D334D32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5" name="rc633">
              <a:extLst>
                <a:ext uri="{FF2B5EF4-FFF2-40B4-BE49-F238E27FC236}">
                  <a16:creationId xmlns:a16="http://schemas.microsoft.com/office/drawing/2014/main" id="{C6A31B35-6F0B-D954-D18C-09E91FD65CE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6" name="rc634">
              <a:extLst>
                <a:ext uri="{FF2B5EF4-FFF2-40B4-BE49-F238E27FC236}">
                  <a16:creationId xmlns:a16="http://schemas.microsoft.com/office/drawing/2014/main" id="{57FECB73-25F5-D7C4-DF60-D639A62B462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7" name="rc635">
              <a:extLst>
                <a:ext uri="{FF2B5EF4-FFF2-40B4-BE49-F238E27FC236}">
                  <a16:creationId xmlns:a16="http://schemas.microsoft.com/office/drawing/2014/main" id="{CA121E84-D536-A973-816F-B0D9F4E6407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8" name="rc636">
              <a:extLst>
                <a:ext uri="{FF2B5EF4-FFF2-40B4-BE49-F238E27FC236}">
                  <a16:creationId xmlns:a16="http://schemas.microsoft.com/office/drawing/2014/main" id="{034521B0-46B3-F715-5BE2-9DE0EF9AACC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59" name="rc637">
              <a:extLst>
                <a:ext uri="{FF2B5EF4-FFF2-40B4-BE49-F238E27FC236}">
                  <a16:creationId xmlns:a16="http://schemas.microsoft.com/office/drawing/2014/main" id="{1C68AD48-BF98-C3B1-584E-AFBE7136E7B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0" name="rc638">
              <a:extLst>
                <a:ext uri="{FF2B5EF4-FFF2-40B4-BE49-F238E27FC236}">
                  <a16:creationId xmlns:a16="http://schemas.microsoft.com/office/drawing/2014/main" id="{9DE0EEE7-5CB3-34BD-D52A-877BC86863C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1" name="rc639">
              <a:extLst>
                <a:ext uri="{FF2B5EF4-FFF2-40B4-BE49-F238E27FC236}">
                  <a16:creationId xmlns:a16="http://schemas.microsoft.com/office/drawing/2014/main" id="{9AD4CD80-C9BD-E5A1-6DBF-E60D4AD2E9F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2" name="rc640">
              <a:extLst>
                <a:ext uri="{FF2B5EF4-FFF2-40B4-BE49-F238E27FC236}">
                  <a16:creationId xmlns:a16="http://schemas.microsoft.com/office/drawing/2014/main" id="{D913646C-F305-2C82-C869-72D16C867CE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3" name="rc641">
              <a:extLst>
                <a:ext uri="{FF2B5EF4-FFF2-40B4-BE49-F238E27FC236}">
                  <a16:creationId xmlns:a16="http://schemas.microsoft.com/office/drawing/2014/main" id="{436FC10E-083A-A760-0552-FC5FBCAFF97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4" name="rc642">
              <a:extLst>
                <a:ext uri="{FF2B5EF4-FFF2-40B4-BE49-F238E27FC236}">
                  <a16:creationId xmlns:a16="http://schemas.microsoft.com/office/drawing/2014/main" id="{983E980C-1463-6583-D457-FF382BAD5BB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5" name="rc643">
              <a:extLst>
                <a:ext uri="{FF2B5EF4-FFF2-40B4-BE49-F238E27FC236}">
                  <a16:creationId xmlns:a16="http://schemas.microsoft.com/office/drawing/2014/main" id="{20F04B21-8A62-493B-3D27-AF6023DEE6E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6" name="rc644">
              <a:extLst>
                <a:ext uri="{FF2B5EF4-FFF2-40B4-BE49-F238E27FC236}">
                  <a16:creationId xmlns:a16="http://schemas.microsoft.com/office/drawing/2014/main" id="{63B3E724-64C6-D1F6-6D2F-2269F648C1F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7" name="rc645">
              <a:extLst>
                <a:ext uri="{FF2B5EF4-FFF2-40B4-BE49-F238E27FC236}">
                  <a16:creationId xmlns:a16="http://schemas.microsoft.com/office/drawing/2014/main" id="{4CC5B50E-935A-8E8B-0106-62C1BFE6CF6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8" name="rc646">
              <a:extLst>
                <a:ext uri="{FF2B5EF4-FFF2-40B4-BE49-F238E27FC236}">
                  <a16:creationId xmlns:a16="http://schemas.microsoft.com/office/drawing/2014/main" id="{FC699D11-8153-80F7-4F85-9713C63C502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69" name="rc647">
              <a:extLst>
                <a:ext uri="{FF2B5EF4-FFF2-40B4-BE49-F238E27FC236}">
                  <a16:creationId xmlns:a16="http://schemas.microsoft.com/office/drawing/2014/main" id="{4EA1CB7B-EAB9-A2D0-0D5F-77F04DA3784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0" name="rc648">
              <a:extLst>
                <a:ext uri="{FF2B5EF4-FFF2-40B4-BE49-F238E27FC236}">
                  <a16:creationId xmlns:a16="http://schemas.microsoft.com/office/drawing/2014/main" id="{A17EB3E0-C814-7D05-F300-7C1CC600BA2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1" name="rc649">
              <a:extLst>
                <a:ext uri="{FF2B5EF4-FFF2-40B4-BE49-F238E27FC236}">
                  <a16:creationId xmlns:a16="http://schemas.microsoft.com/office/drawing/2014/main" id="{0464EC1E-67B2-DB13-F81C-B859FCDB684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2" name="rc650">
              <a:extLst>
                <a:ext uri="{FF2B5EF4-FFF2-40B4-BE49-F238E27FC236}">
                  <a16:creationId xmlns:a16="http://schemas.microsoft.com/office/drawing/2014/main" id="{DC2DBAAF-66F0-7D38-3956-5FC9F6FB159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3" name="rc651">
              <a:extLst>
                <a:ext uri="{FF2B5EF4-FFF2-40B4-BE49-F238E27FC236}">
                  <a16:creationId xmlns:a16="http://schemas.microsoft.com/office/drawing/2014/main" id="{BD028D22-F435-6EE4-F30E-D1F27C20AE2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4" name="rc652">
              <a:extLst>
                <a:ext uri="{FF2B5EF4-FFF2-40B4-BE49-F238E27FC236}">
                  <a16:creationId xmlns:a16="http://schemas.microsoft.com/office/drawing/2014/main" id="{8526D0E0-1C10-117B-9E77-FE12C475E1A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5" name="rc653">
              <a:extLst>
                <a:ext uri="{FF2B5EF4-FFF2-40B4-BE49-F238E27FC236}">
                  <a16:creationId xmlns:a16="http://schemas.microsoft.com/office/drawing/2014/main" id="{94AAD119-B9A1-5FAF-9AC0-88FFE09C8B1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6" name="rc654">
              <a:extLst>
                <a:ext uri="{FF2B5EF4-FFF2-40B4-BE49-F238E27FC236}">
                  <a16:creationId xmlns:a16="http://schemas.microsoft.com/office/drawing/2014/main" id="{DDAAD26F-4BE4-DF71-92B0-A285B56E4F4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7" name="rc655">
              <a:extLst>
                <a:ext uri="{FF2B5EF4-FFF2-40B4-BE49-F238E27FC236}">
                  <a16:creationId xmlns:a16="http://schemas.microsoft.com/office/drawing/2014/main" id="{BA6993D5-49AF-5FAA-C1E1-7BB6623D308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8" name="rc656">
              <a:extLst>
                <a:ext uri="{FF2B5EF4-FFF2-40B4-BE49-F238E27FC236}">
                  <a16:creationId xmlns:a16="http://schemas.microsoft.com/office/drawing/2014/main" id="{9C651FD3-6D32-D995-74CB-2FC2430121A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79" name="rc657">
              <a:extLst>
                <a:ext uri="{FF2B5EF4-FFF2-40B4-BE49-F238E27FC236}">
                  <a16:creationId xmlns:a16="http://schemas.microsoft.com/office/drawing/2014/main" id="{EB1EDF99-DCC5-00B7-198A-6E259FA0FB4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0" name="rc658">
              <a:extLst>
                <a:ext uri="{FF2B5EF4-FFF2-40B4-BE49-F238E27FC236}">
                  <a16:creationId xmlns:a16="http://schemas.microsoft.com/office/drawing/2014/main" id="{311018F4-EBB1-223B-42C3-B799F22ED57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1" name="rc659">
              <a:extLst>
                <a:ext uri="{FF2B5EF4-FFF2-40B4-BE49-F238E27FC236}">
                  <a16:creationId xmlns:a16="http://schemas.microsoft.com/office/drawing/2014/main" id="{FC6D56E7-06B0-9D82-905D-0765F8F792B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2" name="rc660">
              <a:extLst>
                <a:ext uri="{FF2B5EF4-FFF2-40B4-BE49-F238E27FC236}">
                  <a16:creationId xmlns:a16="http://schemas.microsoft.com/office/drawing/2014/main" id="{AEDB6B7F-2EF6-AA8B-DB69-399BC594AAB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3" name="rc661">
              <a:extLst>
                <a:ext uri="{FF2B5EF4-FFF2-40B4-BE49-F238E27FC236}">
                  <a16:creationId xmlns:a16="http://schemas.microsoft.com/office/drawing/2014/main" id="{97C6F37F-1D67-6CA0-A6BE-CD862AC890F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4" name="rc662">
              <a:extLst>
                <a:ext uri="{FF2B5EF4-FFF2-40B4-BE49-F238E27FC236}">
                  <a16:creationId xmlns:a16="http://schemas.microsoft.com/office/drawing/2014/main" id="{7794060D-D0BF-EC48-7330-F73F239736B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5" name="rc663">
              <a:extLst>
                <a:ext uri="{FF2B5EF4-FFF2-40B4-BE49-F238E27FC236}">
                  <a16:creationId xmlns:a16="http://schemas.microsoft.com/office/drawing/2014/main" id="{E75CF53E-941E-F563-15ED-10C59104FD4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6" name="rc664">
              <a:extLst>
                <a:ext uri="{FF2B5EF4-FFF2-40B4-BE49-F238E27FC236}">
                  <a16:creationId xmlns:a16="http://schemas.microsoft.com/office/drawing/2014/main" id="{E1FA56C9-A369-8C27-8631-A0A1D7D752A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7" name="rc665">
              <a:extLst>
                <a:ext uri="{FF2B5EF4-FFF2-40B4-BE49-F238E27FC236}">
                  <a16:creationId xmlns:a16="http://schemas.microsoft.com/office/drawing/2014/main" id="{763150B5-0AED-998F-06E0-63D84D8D152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8" name="rc666">
              <a:extLst>
                <a:ext uri="{FF2B5EF4-FFF2-40B4-BE49-F238E27FC236}">
                  <a16:creationId xmlns:a16="http://schemas.microsoft.com/office/drawing/2014/main" id="{5B4AB7CE-AA12-92F4-25D1-E9341A6FEBF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89" name="rc667">
              <a:extLst>
                <a:ext uri="{FF2B5EF4-FFF2-40B4-BE49-F238E27FC236}">
                  <a16:creationId xmlns:a16="http://schemas.microsoft.com/office/drawing/2014/main" id="{1B7A1986-BE8B-227B-32B3-49EC12CDC0A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0" name="rc668">
              <a:extLst>
                <a:ext uri="{FF2B5EF4-FFF2-40B4-BE49-F238E27FC236}">
                  <a16:creationId xmlns:a16="http://schemas.microsoft.com/office/drawing/2014/main" id="{FA01CC62-B04D-3A5B-819B-B8ABD40087B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1" name="rc669">
              <a:extLst>
                <a:ext uri="{FF2B5EF4-FFF2-40B4-BE49-F238E27FC236}">
                  <a16:creationId xmlns:a16="http://schemas.microsoft.com/office/drawing/2014/main" id="{083E4634-6F43-CD2D-4C0A-7F2B3695954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2" name="rc670">
              <a:extLst>
                <a:ext uri="{FF2B5EF4-FFF2-40B4-BE49-F238E27FC236}">
                  <a16:creationId xmlns:a16="http://schemas.microsoft.com/office/drawing/2014/main" id="{B7E254D0-C2B8-3EAF-ECF6-69E1AE629E7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3" name="rc671">
              <a:extLst>
                <a:ext uri="{FF2B5EF4-FFF2-40B4-BE49-F238E27FC236}">
                  <a16:creationId xmlns:a16="http://schemas.microsoft.com/office/drawing/2014/main" id="{6E176555-7275-80EC-D609-31D61C43349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4" name="rc672">
              <a:extLst>
                <a:ext uri="{FF2B5EF4-FFF2-40B4-BE49-F238E27FC236}">
                  <a16:creationId xmlns:a16="http://schemas.microsoft.com/office/drawing/2014/main" id="{4E5B93EC-55E7-5548-055B-5F9249D468E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5" name="rc673">
              <a:extLst>
                <a:ext uri="{FF2B5EF4-FFF2-40B4-BE49-F238E27FC236}">
                  <a16:creationId xmlns:a16="http://schemas.microsoft.com/office/drawing/2014/main" id="{A18FB98B-50C3-36D9-ED33-265DC9180E7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6" name="rc674">
              <a:extLst>
                <a:ext uri="{FF2B5EF4-FFF2-40B4-BE49-F238E27FC236}">
                  <a16:creationId xmlns:a16="http://schemas.microsoft.com/office/drawing/2014/main" id="{2FA44706-0E43-C669-FD02-09456A03EE7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7" name="rc675">
              <a:extLst>
                <a:ext uri="{FF2B5EF4-FFF2-40B4-BE49-F238E27FC236}">
                  <a16:creationId xmlns:a16="http://schemas.microsoft.com/office/drawing/2014/main" id="{30DE038F-E604-1F67-C2D1-A719AE9AB3D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8" name="rc676">
              <a:extLst>
                <a:ext uri="{FF2B5EF4-FFF2-40B4-BE49-F238E27FC236}">
                  <a16:creationId xmlns:a16="http://schemas.microsoft.com/office/drawing/2014/main" id="{2200AD17-A1CD-E82A-720F-3347CEFCFC0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99" name="rc677">
              <a:extLst>
                <a:ext uri="{FF2B5EF4-FFF2-40B4-BE49-F238E27FC236}">
                  <a16:creationId xmlns:a16="http://schemas.microsoft.com/office/drawing/2014/main" id="{01A15E04-F893-78A6-AA5E-B0058508548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0" name="rc678">
              <a:extLst>
                <a:ext uri="{FF2B5EF4-FFF2-40B4-BE49-F238E27FC236}">
                  <a16:creationId xmlns:a16="http://schemas.microsoft.com/office/drawing/2014/main" id="{8CAE2279-C470-5EB8-9219-3BDEBB5FD9F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1" name="rc679">
              <a:extLst>
                <a:ext uri="{FF2B5EF4-FFF2-40B4-BE49-F238E27FC236}">
                  <a16:creationId xmlns:a16="http://schemas.microsoft.com/office/drawing/2014/main" id="{D1BF4454-4644-B6BC-5831-1C5EABEEBEC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2" name="rc680">
              <a:extLst>
                <a:ext uri="{FF2B5EF4-FFF2-40B4-BE49-F238E27FC236}">
                  <a16:creationId xmlns:a16="http://schemas.microsoft.com/office/drawing/2014/main" id="{6DA65176-0229-47CC-2A6B-10244E8AAD0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3" name="rc681">
              <a:extLst>
                <a:ext uri="{FF2B5EF4-FFF2-40B4-BE49-F238E27FC236}">
                  <a16:creationId xmlns:a16="http://schemas.microsoft.com/office/drawing/2014/main" id="{F6792842-4B12-8E2B-1607-7E0A48EBE7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4" name="rc682">
              <a:extLst>
                <a:ext uri="{FF2B5EF4-FFF2-40B4-BE49-F238E27FC236}">
                  <a16:creationId xmlns:a16="http://schemas.microsoft.com/office/drawing/2014/main" id="{39CBE3C8-B3CB-8FCE-6DD7-C56380395C7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5" name="rc683">
              <a:extLst>
                <a:ext uri="{FF2B5EF4-FFF2-40B4-BE49-F238E27FC236}">
                  <a16:creationId xmlns:a16="http://schemas.microsoft.com/office/drawing/2014/main" id="{02273B9F-9624-CB5C-3FED-9EDC4672AD6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6" name="rc684">
              <a:extLst>
                <a:ext uri="{FF2B5EF4-FFF2-40B4-BE49-F238E27FC236}">
                  <a16:creationId xmlns:a16="http://schemas.microsoft.com/office/drawing/2014/main" id="{F3676124-9C32-F9AF-954A-11F3938787A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7" name="rc685">
              <a:extLst>
                <a:ext uri="{FF2B5EF4-FFF2-40B4-BE49-F238E27FC236}">
                  <a16:creationId xmlns:a16="http://schemas.microsoft.com/office/drawing/2014/main" id="{12CEC3FE-1311-43AC-79DD-7B3AB88BD8D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8" name="rc686">
              <a:extLst>
                <a:ext uri="{FF2B5EF4-FFF2-40B4-BE49-F238E27FC236}">
                  <a16:creationId xmlns:a16="http://schemas.microsoft.com/office/drawing/2014/main" id="{5AF5FA2C-08AE-4F84-9F53-A458056C3E7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09" name="rc687">
              <a:extLst>
                <a:ext uri="{FF2B5EF4-FFF2-40B4-BE49-F238E27FC236}">
                  <a16:creationId xmlns:a16="http://schemas.microsoft.com/office/drawing/2014/main" id="{EAAEE1DB-B1BF-E076-0D12-3C90E3ACE10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0" name="rc688">
              <a:extLst>
                <a:ext uri="{FF2B5EF4-FFF2-40B4-BE49-F238E27FC236}">
                  <a16:creationId xmlns:a16="http://schemas.microsoft.com/office/drawing/2014/main" id="{4EA58C7C-0925-4D8C-4CD1-29701164766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1" name="rc689">
              <a:extLst>
                <a:ext uri="{FF2B5EF4-FFF2-40B4-BE49-F238E27FC236}">
                  <a16:creationId xmlns:a16="http://schemas.microsoft.com/office/drawing/2014/main" id="{5CAF0BCB-4BC4-B93C-FD51-3C685AC293F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2" name="rc690">
              <a:extLst>
                <a:ext uri="{FF2B5EF4-FFF2-40B4-BE49-F238E27FC236}">
                  <a16:creationId xmlns:a16="http://schemas.microsoft.com/office/drawing/2014/main" id="{07E8A570-BDE7-E4F4-30B4-7FD82F22E80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3" name="rc691">
              <a:extLst>
                <a:ext uri="{FF2B5EF4-FFF2-40B4-BE49-F238E27FC236}">
                  <a16:creationId xmlns:a16="http://schemas.microsoft.com/office/drawing/2014/main" id="{A797A352-C7D5-056F-CB31-36FDB09C939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4" name="rc692">
              <a:extLst>
                <a:ext uri="{FF2B5EF4-FFF2-40B4-BE49-F238E27FC236}">
                  <a16:creationId xmlns:a16="http://schemas.microsoft.com/office/drawing/2014/main" id="{0206E38E-992E-767F-0B86-CAB94A097CB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5" name="rc693">
              <a:extLst>
                <a:ext uri="{FF2B5EF4-FFF2-40B4-BE49-F238E27FC236}">
                  <a16:creationId xmlns:a16="http://schemas.microsoft.com/office/drawing/2014/main" id="{F31EAC20-7EC6-EE01-5BBC-321E0A30E59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6" name="rc694">
              <a:extLst>
                <a:ext uri="{FF2B5EF4-FFF2-40B4-BE49-F238E27FC236}">
                  <a16:creationId xmlns:a16="http://schemas.microsoft.com/office/drawing/2014/main" id="{5527246C-85CB-D815-B75E-2B18E6772F6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7" name="rc695">
              <a:extLst>
                <a:ext uri="{FF2B5EF4-FFF2-40B4-BE49-F238E27FC236}">
                  <a16:creationId xmlns:a16="http://schemas.microsoft.com/office/drawing/2014/main" id="{AB7F76F6-B4D4-BAF0-5E01-815624982D1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8" name="rc696">
              <a:extLst>
                <a:ext uri="{FF2B5EF4-FFF2-40B4-BE49-F238E27FC236}">
                  <a16:creationId xmlns:a16="http://schemas.microsoft.com/office/drawing/2014/main" id="{9A3E4672-43B8-CBA1-5235-D9A305A8218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19" name="rc697">
              <a:extLst>
                <a:ext uri="{FF2B5EF4-FFF2-40B4-BE49-F238E27FC236}">
                  <a16:creationId xmlns:a16="http://schemas.microsoft.com/office/drawing/2014/main" id="{D004AE4A-2511-B8BB-4991-B1F22CD0FBB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0" name="rc698">
              <a:extLst>
                <a:ext uri="{FF2B5EF4-FFF2-40B4-BE49-F238E27FC236}">
                  <a16:creationId xmlns:a16="http://schemas.microsoft.com/office/drawing/2014/main" id="{73B20CB8-8918-D7F6-740D-7E8527C305A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1" name="rc699">
              <a:extLst>
                <a:ext uri="{FF2B5EF4-FFF2-40B4-BE49-F238E27FC236}">
                  <a16:creationId xmlns:a16="http://schemas.microsoft.com/office/drawing/2014/main" id="{8D3D9C2B-D830-44E3-CB55-83D42B05E01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2" name="rc700">
              <a:extLst>
                <a:ext uri="{FF2B5EF4-FFF2-40B4-BE49-F238E27FC236}">
                  <a16:creationId xmlns:a16="http://schemas.microsoft.com/office/drawing/2014/main" id="{01BC5699-5530-74C8-0E94-253458DED27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3" name="rc701">
              <a:extLst>
                <a:ext uri="{FF2B5EF4-FFF2-40B4-BE49-F238E27FC236}">
                  <a16:creationId xmlns:a16="http://schemas.microsoft.com/office/drawing/2014/main" id="{C2D3DC6D-28BE-8E1F-EC7F-0AEB90B972C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4" name="rc702">
              <a:extLst>
                <a:ext uri="{FF2B5EF4-FFF2-40B4-BE49-F238E27FC236}">
                  <a16:creationId xmlns:a16="http://schemas.microsoft.com/office/drawing/2014/main" id="{88DD149D-7D11-E128-0B4A-488BBD90C3A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5" name="rc703">
              <a:extLst>
                <a:ext uri="{FF2B5EF4-FFF2-40B4-BE49-F238E27FC236}">
                  <a16:creationId xmlns:a16="http://schemas.microsoft.com/office/drawing/2014/main" id="{2A38F126-8BAC-B8F1-269D-3CA9491D9E2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6" name="rc704">
              <a:extLst>
                <a:ext uri="{FF2B5EF4-FFF2-40B4-BE49-F238E27FC236}">
                  <a16:creationId xmlns:a16="http://schemas.microsoft.com/office/drawing/2014/main" id="{F4B962E3-DD64-AEEC-CBC0-56B85E3BDBC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7" name="rc705">
              <a:extLst>
                <a:ext uri="{FF2B5EF4-FFF2-40B4-BE49-F238E27FC236}">
                  <a16:creationId xmlns:a16="http://schemas.microsoft.com/office/drawing/2014/main" id="{64EA75DA-E922-BDE4-F6C3-CC17B7C8EFB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8" name="rc706">
              <a:extLst>
                <a:ext uri="{FF2B5EF4-FFF2-40B4-BE49-F238E27FC236}">
                  <a16:creationId xmlns:a16="http://schemas.microsoft.com/office/drawing/2014/main" id="{343B1954-F17B-EB85-9711-58AC43CFF11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29" name="rc707">
              <a:extLst>
                <a:ext uri="{FF2B5EF4-FFF2-40B4-BE49-F238E27FC236}">
                  <a16:creationId xmlns:a16="http://schemas.microsoft.com/office/drawing/2014/main" id="{B943A709-7BAD-6BEF-C000-7A2C60BC208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0" name="rc708">
              <a:extLst>
                <a:ext uri="{FF2B5EF4-FFF2-40B4-BE49-F238E27FC236}">
                  <a16:creationId xmlns:a16="http://schemas.microsoft.com/office/drawing/2014/main" id="{FC1444CC-546C-200E-E0A9-413A5509AA3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1" name="rc709">
              <a:extLst>
                <a:ext uri="{FF2B5EF4-FFF2-40B4-BE49-F238E27FC236}">
                  <a16:creationId xmlns:a16="http://schemas.microsoft.com/office/drawing/2014/main" id="{688627D0-E2C0-D602-3E21-2657E7C8713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2" name="rc710">
              <a:extLst>
                <a:ext uri="{FF2B5EF4-FFF2-40B4-BE49-F238E27FC236}">
                  <a16:creationId xmlns:a16="http://schemas.microsoft.com/office/drawing/2014/main" id="{085CF817-29A0-30B9-A928-036DD802948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3" name="rc711">
              <a:extLst>
                <a:ext uri="{FF2B5EF4-FFF2-40B4-BE49-F238E27FC236}">
                  <a16:creationId xmlns:a16="http://schemas.microsoft.com/office/drawing/2014/main" id="{83B24ACF-EC35-6340-1DC7-A79440A3E57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4" name="rc712">
              <a:extLst>
                <a:ext uri="{FF2B5EF4-FFF2-40B4-BE49-F238E27FC236}">
                  <a16:creationId xmlns:a16="http://schemas.microsoft.com/office/drawing/2014/main" id="{DAC6621A-95CB-5BC6-D40D-61743143B7B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5" name="rc713">
              <a:extLst>
                <a:ext uri="{FF2B5EF4-FFF2-40B4-BE49-F238E27FC236}">
                  <a16:creationId xmlns:a16="http://schemas.microsoft.com/office/drawing/2014/main" id="{D6FFD638-3D2E-1856-75DC-5A376E63E1D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6" name="rc714">
              <a:extLst>
                <a:ext uri="{FF2B5EF4-FFF2-40B4-BE49-F238E27FC236}">
                  <a16:creationId xmlns:a16="http://schemas.microsoft.com/office/drawing/2014/main" id="{30E80109-649D-E25B-B2F3-AFABA4CD721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7" name="rc715">
              <a:extLst>
                <a:ext uri="{FF2B5EF4-FFF2-40B4-BE49-F238E27FC236}">
                  <a16:creationId xmlns:a16="http://schemas.microsoft.com/office/drawing/2014/main" id="{A8A2EA62-5536-F456-BD8D-AF7E6C7A871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8" name="rc716">
              <a:extLst>
                <a:ext uri="{FF2B5EF4-FFF2-40B4-BE49-F238E27FC236}">
                  <a16:creationId xmlns:a16="http://schemas.microsoft.com/office/drawing/2014/main" id="{51F7594C-FFB7-AC7B-0593-F5EF46F4003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39" name="rc717">
              <a:extLst>
                <a:ext uri="{FF2B5EF4-FFF2-40B4-BE49-F238E27FC236}">
                  <a16:creationId xmlns:a16="http://schemas.microsoft.com/office/drawing/2014/main" id="{B0915747-41AA-59F9-D87C-9C609303985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0" name="rc718">
              <a:extLst>
                <a:ext uri="{FF2B5EF4-FFF2-40B4-BE49-F238E27FC236}">
                  <a16:creationId xmlns:a16="http://schemas.microsoft.com/office/drawing/2014/main" id="{9E56C074-276A-AAFF-2666-452422D25BE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1" name="rc719">
              <a:extLst>
                <a:ext uri="{FF2B5EF4-FFF2-40B4-BE49-F238E27FC236}">
                  <a16:creationId xmlns:a16="http://schemas.microsoft.com/office/drawing/2014/main" id="{22EC8CE3-6133-D85F-C6E9-E7AF4AEDD7B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2" name="rc720">
              <a:extLst>
                <a:ext uri="{FF2B5EF4-FFF2-40B4-BE49-F238E27FC236}">
                  <a16:creationId xmlns:a16="http://schemas.microsoft.com/office/drawing/2014/main" id="{C470EA62-38EC-B475-922A-7486396B4D6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3" name="rc721">
              <a:extLst>
                <a:ext uri="{FF2B5EF4-FFF2-40B4-BE49-F238E27FC236}">
                  <a16:creationId xmlns:a16="http://schemas.microsoft.com/office/drawing/2014/main" id="{1CAFCCB8-6CEB-B6ED-B1B8-6213C83C9E7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4" name="rc722">
              <a:extLst>
                <a:ext uri="{FF2B5EF4-FFF2-40B4-BE49-F238E27FC236}">
                  <a16:creationId xmlns:a16="http://schemas.microsoft.com/office/drawing/2014/main" id="{5DF99439-3D6E-67B2-855E-E61830A138B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5" name="rc723">
              <a:extLst>
                <a:ext uri="{FF2B5EF4-FFF2-40B4-BE49-F238E27FC236}">
                  <a16:creationId xmlns:a16="http://schemas.microsoft.com/office/drawing/2014/main" id="{3B314C7A-26E9-3977-9F36-96FC82EE87C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6" name="rc724">
              <a:extLst>
                <a:ext uri="{FF2B5EF4-FFF2-40B4-BE49-F238E27FC236}">
                  <a16:creationId xmlns:a16="http://schemas.microsoft.com/office/drawing/2014/main" id="{1F5EC8B5-1538-9553-E426-1A69F4050A9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7" name="rc725">
              <a:extLst>
                <a:ext uri="{FF2B5EF4-FFF2-40B4-BE49-F238E27FC236}">
                  <a16:creationId xmlns:a16="http://schemas.microsoft.com/office/drawing/2014/main" id="{F29623CF-F66B-A5E1-5976-A06C5D295C4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8" name="rc726">
              <a:extLst>
                <a:ext uri="{FF2B5EF4-FFF2-40B4-BE49-F238E27FC236}">
                  <a16:creationId xmlns:a16="http://schemas.microsoft.com/office/drawing/2014/main" id="{5AE024D6-E6E2-E23A-9568-9C2FB6DD3F8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49" name="rc727">
              <a:extLst>
                <a:ext uri="{FF2B5EF4-FFF2-40B4-BE49-F238E27FC236}">
                  <a16:creationId xmlns:a16="http://schemas.microsoft.com/office/drawing/2014/main" id="{9A825D1A-946A-05B7-CAEE-60E48769922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0" name="rc728">
              <a:extLst>
                <a:ext uri="{FF2B5EF4-FFF2-40B4-BE49-F238E27FC236}">
                  <a16:creationId xmlns:a16="http://schemas.microsoft.com/office/drawing/2014/main" id="{4BD571EF-6736-C305-F0FF-C28D689D09F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1" name="rc729">
              <a:extLst>
                <a:ext uri="{FF2B5EF4-FFF2-40B4-BE49-F238E27FC236}">
                  <a16:creationId xmlns:a16="http://schemas.microsoft.com/office/drawing/2014/main" id="{A1178F6F-CA3D-8DD6-BC64-6786B5786BE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2" name="rc730">
              <a:extLst>
                <a:ext uri="{FF2B5EF4-FFF2-40B4-BE49-F238E27FC236}">
                  <a16:creationId xmlns:a16="http://schemas.microsoft.com/office/drawing/2014/main" id="{B5E5AA55-AC0A-233A-38F3-F93A7E6FE45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3" name="rc731">
              <a:extLst>
                <a:ext uri="{FF2B5EF4-FFF2-40B4-BE49-F238E27FC236}">
                  <a16:creationId xmlns:a16="http://schemas.microsoft.com/office/drawing/2014/main" id="{4541E91B-240F-AFB2-0BF4-8E21002FE19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4" name="rc732">
              <a:extLst>
                <a:ext uri="{FF2B5EF4-FFF2-40B4-BE49-F238E27FC236}">
                  <a16:creationId xmlns:a16="http://schemas.microsoft.com/office/drawing/2014/main" id="{8ED55DF5-73D9-4EF2-CB8E-B7FB12533F8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5" name="rc733">
              <a:extLst>
                <a:ext uri="{FF2B5EF4-FFF2-40B4-BE49-F238E27FC236}">
                  <a16:creationId xmlns:a16="http://schemas.microsoft.com/office/drawing/2014/main" id="{B255FCF6-C505-9309-A247-819E2BC4AED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6" name="rc734">
              <a:extLst>
                <a:ext uri="{FF2B5EF4-FFF2-40B4-BE49-F238E27FC236}">
                  <a16:creationId xmlns:a16="http://schemas.microsoft.com/office/drawing/2014/main" id="{8E5864D9-4B26-5716-662A-A483D3EC641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7" name="rc735">
              <a:extLst>
                <a:ext uri="{FF2B5EF4-FFF2-40B4-BE49-F238E27FC236}">
                  <a16:creationId xmlns:a16="http://schemas.microsoft.com/office/drawing/2014/main" id="{F05D031B-9562-4BB0-ED58-5B89B77E83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8" name="rc736">
              <a:extLst>
                <a:ext uri="{FF2B5EF4-FFF2-40B4-BE49-F238E27FC236}">
                  <a16:creationId xmlns:a16="http://schemas.microsoft.com/office/drawing/2014/main" id="{2C8E4652-00F9-F1FC-D20E-FBC843BED9E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59" name="rc737">
              <a:extLst>
                <a:ext uri="{FF2B5EF4-FFF2-40B4-BE49-F238E27FC236}">
                  <a16:creationId xmlns:a16="http://schemas.microsoft.com/office/drawing/2014/main" id="{21C004D6-676B-5451-8085-A824656863C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0" name="rc738">
              <a:extLst>
                <a:ext uri="{FF2B5EF4-FFF2-40B4-BE49-F238E27FC236}">
                  <a16:creationId xmlns:a16="http://schemas.microsoft.com/office/drawing/2014/main" id="{D2954D33-2EC8-110A-AA18-BDBF0C72278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1" name="rc739">
              <a:extLst>
                <a:ext uri="{FF2B5EF4-FFF2-40B4-BE49-F238E27FC236}">
                  <a16:creationId xmlns:a16="http://schemas.microsoft.com/office/drawing/2014/main" id="{CA159FD9-C2BC-117D-1FAA-8EC8230A783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2" name="rc740">
              <a:extLst>
                <a:ext uri="{FF2B5EF4-FFF2-40B4-BE49-F238E27FC236}">
                  <a16:creationId xmlns:a16="http://schemas.microsoft.com/office/drawing/2014/main" id="{1123AF23-56CB-9BC6-F867-8F841EF84AA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3" name="rc741">
              <a:extLst>
                <a:ext uri="{FF2B5EF4-FFF2-40B4-BE49-F238E27FC236}">
                  <a16:creationId xmlns:a16="http://schemas.microsoft.com/office/drawing/2014/main" id="{A64014BE-20FC-044B-AEAC-2625A125B8A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4" name="rc742">
              <a:extLst>
                <a:ext uri="{FF2B5EF4-FFF2-40B4-BE49-F238E27FC236}">
                  <a16:creationId xmlns:a16="http://schemas.microsoft.com/office/drawing/2014/main" id="{3ECEA42A-8C4C-7191-730F-38AEB885A19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5" name="rc743">
              <a:extLst>
                <a:ext uri="{FF2B5EF4-FFF2-40B4-BE49-F238E27FC236}">
                  <a16:creationId xmlns:a16="http://schemas.microsoft.com/office/drawing/2014/main" id="{1A4D77F8-6EF9-7C7B-A19A-D179431C0E3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6" name="rc744">
              <a:extLst>
                <a:ext uri="{FF2B5EF4-FFF2-40B4-BE49-F238E27FC236}">
                  <a16:creationId xmlns:a16="http://schemas.microsoft.com/office/drawing/2014/main" id="{D1BE5AE6-5AE2-7EFE-F586-F728B50C4A2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7" name="rc745">
              <a:extLst>
                <a:ext uri="{FF2B5EF4-FFF2-40B4-BE49-F238E27FC236}">
                  <a16:creationId xmlns:a16="http://schemas.microsoft.com/office/drawing/2014/main" id="{6BEF6A6E-A9C0-7A38-C7A0-D3BFB5C5051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8" name="rc746">
              <a:extLst>
                <a:ext uri="{FF2B5EF4-FFF2-40B4-BE49-F238E27FC236}">
                  <a16:creationId xmlns:a16="http://schemas.microsoft.com/office/drawing/2014/main" id="{3268720C-D0B9-F3AD-3FE1-7D017E0A4E0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69" name="rc747">
              <a:extLst>
                <a:ext uri="{FF2B5EF4-FFF2-40B4-BE49-F238E27FC236}">
                  <a16:creationId xmlns:a16="http://schemas.microsoft.com/office/drawing/2014/main" id="{4FC31717-94B7-3CD2-C322-475A02D9FF1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0" name="rc748">
              <a:extLst>
                <a:ext uri="{FF2B5EF4-FFF2-40B4-BE49-F238E27FC236}">
                  <a16:creationId xmlns:a16="http://schemas.microsoft.com/office/drawing/2014/main" id="{F38A2C22-1C6F-FA33-E60F-E40F0D06F03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1" name="rc749">
              <a:extLst>
                <a:ext uri="{FF2B5EF4-FFF2-40B4-BE49-F238E27FC236}">
                  <a16:creationId xmlns:a16="http://schemas.microsoft.com/office/drawing/2014/main" id="{8DD132E2-9B2E-FADC-39B1-E39B1343AD2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2" name="rc750">
              <a:extLst>
                <a:ext uri="{FF2B5EF4-FFF2-40B4-BE49-F238E27FC236}">
                  <a16:creationId xmlns:a16="http://schemas.microsoft.com/office/drawing/2014/main" id="{CEFCA2BB-A634-ECD6-1666-4B819AF2CBE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3" name="rc751">
              <a:extLst>
                <a:ext uri="{FF2B5EF4-FFF2-40B4-BE49-F238E27FC236}">
                  <a16:creationId xmlns:a16="http://schemas.microsoft.com/office/drawing/2014/main" id="{8E866FC9-14D9-E0FA-A0BB-0D109333C3A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4" name="rc752">
              <a:extLst>
                <a:ext uri="{FF2B5EF4-FFF2-40B4-BE49-F238E27FC236}">
                  <a16:creationId xmlns:a16="http://schemas.microsoft.com/office/drawing/2014/main" id="{A92D9F4F-2D90-EB0D-4112-976E8CD0661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5" name="rc753">
              <a:extLst>
                <a:ext uri="{FF2B5EF4-FFF2-40B4-BE49-F238E27FC236}">
                  <a16:creationId xmlns:a16="http://schemas.microsoft.com/office/drawing/2014/main" id="{F12ECD26-0965-89F5-F8EA-2AD65D15975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6" name="rc754">
              <a:extLst>
                <a:ext uri="{FF2B5EF4-FFF2-40B4-BE49-F238E27FC236}">
                  <a16:creationId xmlns:a16="http://schemas.microsoft.com/office/drawing/2014/main" id="{81A7D94A-6B27-6920-F5A5-C8A3E40D883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7" name="rc755">
              <a:extLst>
                <a:ext uri="{FF2B5EF4-FFF2-40B4-BE49-F238E27FC236}">
                  <a16:creationId xmlns:a16="http://schemas.microsoft.com/office/drawing/2014/main" id="{366AA444-6EAB-E1DE-7FCE-C879C9C3914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8" name="rc756">
              <a:extLst>
                <a:ext uri="{FF2B5EF4-FFF2-40B4-BE49-F238E27FC236}">
                  <a16:creationId xmlns:a16="http://schemas.microsoft.com/office/drawing/2014/main" id="{7CCE42A2-6F2B-CB4F-0AE2-ED76A43F0A7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79" name="rc757">
              <a:extLst>
                <a:ext uri="{FF2B5EF4-FFF2-40B4-BE49-F238E27FC236}">
                  <a16:creationId xmlns:a16="http://schemas.microsoft.com/office/drawing/2014/main" id="{F2688073-1426-40B6-1947-78A9120F97E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0" name="rc758">
              <a:extLst>
                <a:ext uri="{FF2B5EF4-FFF2-40B4-BE49-F238E27FC236}">
                  <a16:creationId xmlns:a16="http://schemas.microsoft.com/office/drawing/2014/main" id="{B8776F79-8956-5C06-FB81-36959BD7A93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1" name="rc759">
              <a:extLst>
                <a:ext uri="{FF2B5EF4-FFF2-40B4-BE49-F238E27FC236}">
                  <a16:creationId xmlns:a16="http://schemas.microsoft.com/office/drawing/2014/main" id="{E0EFE5D0-89CB-1727-EA03-ECAC9A22D62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2" name="rc760">
              <a:extLst>
                <a:ext uri="{FF2B5EF4-FFF2-40B4-BE49-F238E27FC236}">
                  <a16:creationId xmlns:a16="http://schemas.microsoft.com/office/drawing/2014/main" id="{EEC7024D-916E-D71F-AE31-95FF2EFCE55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3" name="rc761">
              <a:extLst>
                <a:ext uri="{FF2B5EF4-FFF2-40B4-BE49-F238E27FC236}">
                  <a16:creationId xmlns:a16="http://schemas.microsoft.com/office/drawing/2014/main" id="{F67C4565-ED7E-D70C-63F3-E312879F78C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4" name="rc762">
              <a:extLst>
                <a:ext uri="{FF2B5EF4-FFF2-40B4-BE49-F238E27FC236}">
                  <a16:creationId xmlns:a16="http://schemas.microsoft.com/office/drawing/2014/main" id="{E20F2F84-8184-95CF-4B31-C774EF5475D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5" name="rc763">
              <a:extLst>
                <a:ext uri="{FF2B5EF4-FFF2-40B4-BE49-F238E27FC236}">
                  <a16:creationId xmlns:a16="http://schemas.microsoft.com/office/drawing/2014/main" id="{8C0F028E-619D-92E5-1271-809E7CCDBA2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6" name="rc764">
              <a:extLst>
                <a:ext uri="{FF2B5EF4-FFF2-40B4-BE49-F238E27FC236}">
                  <a16:creationId xmlns:a16="http://schemas.microsoft.com/office/drawing/2014/main" id="{D4C0FE2A-99FE-7832-3F84-A03C87FAE51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7" name="rc765">
              <a:extLst>
                <a:ext uri="{FF2B5EF4-FFF2-40B4-BE49-F238E27FC236}">
                  <a16:creationId xmlns:a16="http://schemas.microsoft.com/office/drawing/2014/main" id="{8F150C88-9571-5673-5719-049D9235DBE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8" name="rc766">
              <a:extLst>
                <a:ext uri="{FF2B5EF4-FFF2-40B4-BE49-F238E27FC236}">
                  <a16:creationId xmlns:a16="http://schemas.microsoft.com/office/drawing/2014/main" id="{E542291B-BDE7-466F-BBDB-F7B92E2DF41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89" name="rc767">
              <a:extLst>
                <a:ext uri="{FF2B5EF4-FFF2-40B4-BE49-F238E27FC236}">
                  <a16:creationId xmlns:a16="http://schemas.microsoft.com/office/drawing/2014/main" id="{6DA37124-B1A9-8D5A-26D6-ACECFCB4BE2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0" name="rc768">
              <a:extLst>
                <a:ext uri="{FF2B5EF4-FFF2-40B4-BE49-F238E27FC236}">
                  <a16:creationId xmlns:a16="http://schemas.microsoft.com/office/drawing/2014/main" id="{F264CDE4-067C-EE12-C095-7B6F79051DD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1" name="rc769">
              <a:extLst>
                <a:ext uri="{FF2B5EF4-FFF2-40B4-BE49-F238E27FC236}">
                  <a16:creationId xmlns:a16="http://schemas.microsoft.com/office/drawing/2014/main" id="{CCD3B49F-3A71-B937-FC27-82CC0E852E2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2" name="rc770">
              <a:extLst>
                <a:ext uri="{FF2B5EF4-FFF2-40B4-BE49-F238E27FC236}">
                  <a16:creationId xmlns:a16="http://schemas.microsoft.com/office/drawing/2014/main" id="{C0F24365-F5B0-D413-83A9-66364E437E0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3" name="rc771">
              <a:extLst>
                <a:ext uri="{FF2B5EF4-FFF2-40B4-BE49-F238E27FC236}">
                  <a16:creationId xmlns:a16="http://schemas.microsoft.com/office/drawing/2014/main" id="{8C14366A-7DF0-B6CC-F750-7CA8E78DFC4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4" name="rc772">
              <a:extLst>
                <a:ext uri="{FF2B5EF4-FFF2-40B4-BE49-F238E27FC236}">
                  <a16:creationId xmlns:a16="http://schemas.microsoft.com/office/drawing/2014/main" id="{3E2EE6C4-2503-0765-30AD-574D09B072D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5" name="rc773">
              <a:extLst>
                <a:ext uri="{FF2B5EF4-FFF2-40B4-BE49-F238E27FC236}">
                  <a16:creationId xmlns:a16="http://schemas.microsoft.com/office/drawing/2014/main" id="{A5BDB5D0-5803-3813-74EE-87841B891D6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6" name="rc774">
              <a:extLst>
                <a:ext uri="{FF2B5EF4-FFF2-40B4-BE49-F238E27FC236}">
                  <a16:creationId xmlns:a16="http://schemas.microsoft.com/office/drawing/2014/main" id="{FF44AB87-FE0C-220F-7A0E-1FC6E310C98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7" name="rc775">
              <a:extLst>
                <a:ext uri="{FF2B5EF4-FFF2-40B4-BE49-F238E27FC236}">
                  <a16:creationId xmlns:a16="http://schemas.microsoft.com/office/drawing/2014/main" id="{FB6C5490-24DB-5636-09C0-3F5C470E12D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8" name="rc776">
              <a:extLst>
                <a:ext uri="{FF2B5EF4-FFF2-40B4-BE49-F238E27FC236}">
                  <a16:creationId xmlns:a16="http://schemas.microsoft.com/office/drawing/2014/main" id="{2CC22E86-EA1D-8285-FD54-30C869E5A96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99" name="rc777">
              <a:extLst>
                <a:ext uri="{FF2B5EF4-FFF2-40B4-BE49-F238E27FC236}">
                  <a16:creationId xmlns:a16="http://schemas.microsoft.com/office/drawing/2014/main" id="{A9A48AAA-20A7-A4E8-CEF1-5A135649A1D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0" name="rc778">
              <a:extLst>
                <a:ext uri="{FF2B5EF4-FFF2-40B4-BE49-F238E27FC236}">
                  <a16:creationId xmlns:a16="http://schemas.microsoft.com/office/drawing/2014/main" id="{AE96E11A-C049-1024-A701-62D882EF63A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1" name="rc779">
              <a:extLst>
                <a:ext uri="{FF2B5EF4-FFF2-40B4-BE49-F238E27FC236}">
                  <a16:creationId xmlns:a16="http://schemas.microsoft.com/office/drawing/2014/main" id="{DD90DBCC-628A-FDEA-CADC-0DA20063D56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2" name="rc780">
              <a:extLst>
                <a:ext uri="{FF2B5EF4-FFF2-40B4-BE49-F238E27FC236}">
                  <a16:creationId xmlns:a16="http://schemas.microsoft.com/office/drawing/2014/main" id="{1986088E-B263-4419-FC6A-E62CF6A49E5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3" name="rc781">
              <a:extLst>
                <a:ext uri="{FF2B5EF4-FFF2-40B4-BE49-F238E27FC236}">
                  <a16:creationId xmlns:a16="http://schemas.microsoft.com/office/drawing/2014/main" id="{E74B2FF4-C473-4C0E-F6A5-92EB055D793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4" name="rc782">
              <a:extLst>
                <a:ext uri="{FF2B5EF4-FFF2-40B4-BE49-F238E27FC236}">
                  <a16:creationId xmlns:a16="http://schemas.microsoft.com/office/drawing/2014/main" id="{1CB35548-B54D-810A-0BD5-9AC945DDB9F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5" name="rc783">
              <a:extLst>
                <a:ext uri="{FF2B5EF4-FFF2-40B4-BE49-F238E27FC236}">
                  <a16:creationId xmlns:a16="http://schemas.microsoft.com/office/drawing/2014/main" id="{C29ACE3A-2382-54BA-52F8-C69AC671AFD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6" name="rc784">
              <a:extLst>
                <a:ext uri="{FF2B5EF4-FFF2-40B4-BE49-F238E27FC236}">
                  <a16:creationId xmlns:a16="http://schemas.microsoft.com/office/drawing/2014/main" id="{9EA5A184-070D-CE00-88A0-32294810C6B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7" name="rc785">
              <a:extLst>
                <a:ext uri="{FF2B5EF4-FFF2-40B4-BE49-F238E27FC236}">
                  <a16:creationId xmlns:a16="http://schemas.microsoft.com/office/drawing/2014/main" id="{62FFCB6F-3FDD-696B-0FAC-92354A18097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8" name="rc786">
              <a:extLst>
                <a:ext uri="{FF2B5EF4-FFF2-40B4-BE49-F238E27FC236}">
                  <a16:creationId xmlns:a16="http://schemas.microsoft.com/office/drawing/2014/main" id="{600D7883-A94E-C227-9D00-C2B54D1D5DE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09" name="rc787">
              <a:extLst>
                <a:ext uri="{FF2B5EF4-FFF2-40B4-BE49-F238E27FC236}">
                  <a16:creationId xmlns:a16="http://schemas.microsoft.com/office/drawing/2014/main" id="{2F7BB45E-D33D-2C9D-F576-018712FEDF9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0" name="rc788">
              <a:extLst>
                <a:ext uri="{FF2B5EF4-FFF2-40B4-BE49-F238E27FC236}">
                  <a16:creationId xmlns:a16="http://schemas.microsoft.com/office/drawing/2014/main" id="{288AE460-B575-5E26-4B72-9B8F60F5251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1" name="rc789">
              <a:extLst>
                <a:ext uri="{FF2B5EF4-FFF2-40B4-BE49-F238E27FC236}">
                  <a16:creationId xmlns:a16="http://schemas.microsoft.com/office/drawing/2014/main" id="{2B02A03F-4986-CF5F-5440-25E18DCC7C9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2" name="rc790">
              <a:extLst>
                <a:ext uri="{FF2B5EF4-FFF2-40B4-BE49-F238E27FC236}">
                  <a16:creationId xmlns:a16="http://schemas.microsoft.com/office/drawing/2014/main" id="{D312C49C-F0A6-1F3E-6778-CB06D5B6275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3" name="rc791">
              <a:extLst>
                <a:ext uri="{FF2B5EF4-FFF2-40B4-BE49-F238E27FC236}">
                  <a16:creationId xmlns:a16="http://schemas.microsoft.com/office/drawing/2014/main" id="{85F6DC46-7F13-60C6-2E7C-ECC542327AD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4" name="rc792">
              <a:extLst>
                <a:ext uri="{FF2B5EF4-FFF2-40B4-BE49-F238E27FC236}">
                  <a16:creationId xmlns:a16="http://schemas.microsoft.com/office/drawing/2014/main" id="{3C4DF4F1-2264-87BA-2133-2E03B0DD517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5" name="rc793">
              <a:extLst>
                <a:ext uri="{FF2B5EF4-FFF2-40B4-BE49-F238E27FC236}">
                  <a16:creationId xmlns:a16="http://schemas.microsoft.com/office/drawing/2014/main" id="{93E15A7C-E5B5-3606-B736-5479FE3FCC4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6" name="rc794">
              <a:extLst>
                <a:ext uri="{FF2B5EF4-FFF2-40B4-BE49-F238E27FC236}">
                  <a16:creationId xmlns:a16="http://schemas.microsoft.com/office/drawing/2014/main" id="{CC630884-B9E3-9C04-E25A-AEB27D71A77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7" name="rc795">
              <a:extLst>
                <a:ext uri="{FF2B5EF4-FFF2-40B4-BE49-F238E27FC236}">
                  <a16:creationId xmlns:a16="http://schemas.microsoft.com/office/drawing/2014/main" id="{2234AA67-18C5-4F79-C112-CAB02A6AA2D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8" name="rc796">
              <a:extLst>
                <a:ext uri="{FF2B5EF4-FFF2-40B4-BE49-F238E27FC236}">
                  <a16:creationId xmlns:a16="http://schemas.microsoft.com/office/drawing/2014/main" id="{B2769052-4438-1C48-99C5-D991230601A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19" name="rc797">
              <a:extLst>
                <a:ext uri="{FF2B5EF4-FFF2-40B4-BE49-F238E27FC236}">
                  <a16:creationId xmlns:a16="http://schemas.microsoft.com/office/drawing/2014/main" id="{294B4717-AAA7-37F6-CED2-175AA3832BE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0" name="rc798">
              <a:extLst>
                <a:ext uri="{FF2B5EF4-FFF2-40B4-BE49-F238E27FC236}">
                  <a16:creationId xmlns:a16="http://schemas.microsoft.com/office/drawing/2014/main" id="{292054A4-9AFB-8C14-44A9-AD6957964C9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1" name="rc799">
              <a:extLst>
                <a:ext uri="{FF2B5EF4-FFF2-40B4-BE49-F238E27FC236}">
                  <a16:creationId xmlns:a16="http://schemas.microsoft.com/office/drawing/2014/main" id="{42D89A77-9CA7-01E3-F0D2-9682E2081B9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2" name="rc800">
              <a:extLst>
                <a:ext uri="{FF2B5EF4-FFF2-40B4-BE49-F238E27FC236}">
                  <a16:creationId xmlns:a16="http://schemas.microsoft.com/office/drawing/2014/main" id="{5C83E502-AEE1-5BEA-CB50-6950CF13314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3" name="rc801">
              <a:extLst>
                <a:ext uri="{FF2B5EF4-FFF2-40B4-BE49-F238E27FC236}">
                  <a16:creationId xmlns:a16="http://schemas.microsoft.com/office/drawing/2014/main" id="{11EF0D85-9108-79CF-54A1-DCF1AD4BE38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4" name="rc802">
              <a:extLst>
                <a:ext uri="{FF2B5EF4-FFF2-40B4-BE49-F238E27FC236}">
                  <a16:creationId xmlns:a16="http://schemas.microsoft.com/office/drawing/2014/main" id="{464F1A1B-929A-076E-79B1-5F9C6899D47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5" name="rc803">
              <a:extLst>
                <a:ext uri="{FF2B5EF4-FFF2-40B4-BE49-F238E27FC236}">
                  <a16:creationId xmlns:a16="http://schemas.microsoft.com/office/drawing/2014/main" id="{FDE19CD8-92B6-A812-8073-F6D29DB7A3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6" name="rc804">
              <a:extLst>
                <a:ext uri="{FF2B5EF4-FFF2-40B4-BE49-F238E27FC236}">
                  <a16:creationId xmlns:a16="http://schemas.microsoft.com/office/drawing/2014/main" id="{F7DB612B-FD27-6EB2-418F-5733E2D62D4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7" name="rc805">
              <a:extLst>
                <a:ext uri="{FF2B5EF4-FFF2-40B4-BE49-F238E27FC236}">
                  <a16:creationId xmlns:a16="http://schemas.microsoft.com/office/drawing/2014/main" id="{95F4A18A-2A6B-BA7F-D9DF-839B0396714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8" name="rc806">
              <a:extLst>
                <a:ext uri="{FF2B5EF4-FFF2-40B4-BE49-F238E27FC236}">
                  <a16:creationId xmlns:a16="http://schemas.microsoft.com/office/drawing/2014/main" id="{3208A07F-8B90-4C2C-C4F0-4401F4AD266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29" name="rc807">
              <a:extLst>
                <a:ext uri="{FF2B5EF4-FFF2-40B4-BE49-F238E27FC236}">
                  <a16:creationId xmlns:a16="http://schemas.microsoft.com/office/drawing/2014/main" id="{CC8F2D64-AD56-D07E-14B5-C6ACA69E5E7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0" name="rc808">
              <a:extLst>
                <a:ext uri="{FF2B5EF4-FFF2-40B4-BE49-F238E27FC236}">
                  <a16:creationId xmlns:a16="http://schemas.microsoft.com/office/drawing/2014/main" id="{1935221F-4599-1D3F-2AE7-48750BB97F1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1" name="rc809">
              <a:extLst>
                <a:ext uri="{FF2B5EF4-FFF2-40B4-BE49-F238E27FC236}">
                  <a16:creationId xmlns:a16="http://schemas.microsoft.com/office/drawing/2014/main" id="{AA5FE606-C639-2CBA-5AFC-75F9847B476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2" name="rc810">
              <a:extLst>
                <a:ext uri="{FF2B5EF4-FFF2-40B4-BE49-F238E27FC236}">
                  <a16:creationId xmlns:a16="http://schemas.microsoft.com/office/drawing/2014/main" id="{C9E2B492-BAE5-2A97-0863-50824458E53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3" name="rc811">
              <a:extLst>
                <a:ext uri="{FF2B5EF4-FFF2-40B4-BE49-F238E27FC236}">
                  <a16:creationId xmlns:a16="http://schemas.microsoft.com/office/drawing/2014/main" id="{F6361B9F-7DE7-BF66-CDD4-27981BD866D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4" name="rc812">
              <a:extLst>
                <a:ext uri="{FF2B5EF4-FFF2-40B4-BE49-F238E27FC236}">
                  <a16:creationId xmlns:a16="http://schemas.microsoft.com/office/drawing/2014/main" id="{4D23FCC2-5DDC-5215-13A4-60D5B359498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5" name="rc813">
              <a:extLst>
                <a:ext uri="{FF2B5EF4-FFF2-40B4-BE49-F238E27FC236}">
                  <a16:creationId xmlns:a16="http://schemas.microsoft.com/office/drawing/2014/main" id="{1CB85D24-20C6-7E0A-238C-7C31D4F964D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6" name="rc814">
              <a:extLst>
                <a:ext uri="{FF2B5EF4-FFF2-40B4-BE49-F238E27FC236}">
                  <a16:creationId xmlns:a16="http://schemas.microsoft.com/office/drawing/2014/main" id="{05A092A5-49E9-F8F9-922D-A627C2FC58E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7" name="rc815">
              <a:extLst>
                <a:ext uri="{FF2B5EF4-FFF2-40B4-BE49-F238E27FC236}">
                  <a16:creationId xmlns:a16="http://schemas.microsoft.com/office/drawing/2014/main" id="{F6ECFE73-9B6B-F7D8-1DA1-E542AC6BAB4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8" name="rc816">
              <a:extLst>
                <a:ext uri="{FF2B5EF4-FFF2-40B4-BE49-F238E27FC236}">
                  <a16:creationId xmlns:a16="http://schemas.microsoft.com/office/drawing/2014/main" id="{D0CFA354-B752-9192-20B9-E9DC8BC0767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39" name="rc817">
              <a:extLst>
                <a:ext uri="{FF2B5EF4-FFF2-40B4-BE49-F238E27FC236}">
                  <a16:creationId xmlns:a16="http://schemas.microsoft.com/office/drawing/2014/main" id="{E1198BFF-833A-50BC-D13C-353BBA46589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0" name="rc818">
              <a:extLst>
                <a:ext uri="{FF2B5EF4-FFF2-40B4-BE49-F238E27FC236}">
                  <a16:creationId xmlns:a16="http://schemas.microsoft.com/office/drawing/2014/main" id="{2A9B998D-40F4-0046-26B4-B47B91C9049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1" name="rc819">
              <a:extLst>
                <a:ext uri="{FF2B5EF4-FFF2-40B4-BE49-F238E27FC236}">
                  <a16:creationId xmlns:a16="http://schemas.microsoft.com/office/drawing/2014/main" id="{8308742C-DC1E-3A63-4871-BEDB8066154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2" name="rc820">
              <a:extLst>
                <a:ext uri="{FF2B5EF4-FFF2-40B4-BE49-F238E27FC236}">
                  <a16:creationId xmlns:a16="http://schemas.microsoft.com/office/drawing/2014/main" id="{793F7639-D625-A9DB-DDB4-F2536D814EB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3" name="rc821">
              <a:extLst>
                <a:ext uri="{FF2B5EF4-FFF2-40B4-BE49-F238E27FC236}">
                  <a16:creationId xmlns:a16="http://schemas.microsoft.com/office/drawing/2014/main" id="{7626A2AB-0E7D-D6FC-7494-8A1F7A84F3F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4" name="rc822">
              <a:extLst>
                <a:ext uri="{FF2B5EF4-FFF2-40B4-BE49-F238E27FC236}">
                  <a16:creationId xmlns:a16="http://schemas.microsoft.com/office/drawing/2014/main" id="{C0C82908-E459-FCFA-0B82-F693524BD56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5" name="rc823">
              <a:extLst>
                <a:ext uri="{FF2B5EF4-FFF2-40B4-BE49-F238E27FC236}">
                  <a16:creationId xmlns:a16="http://schemas.microsoft.com/office/drawing/2014/main" id="{A56A7ADF-8C2B-56FD-BB6A-335DF2D42FF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6" name="rc824">
              <a:extLst>
                <a:ext uri="{FF2B5EF4-FFF2-40B4-BE49-F238E27FC236}">
                  <a16:creationId xmlns:a16="http://schemas.microsoft.com/office/drawing/2014/main" id="{C6A338A8-9A45-E25D-ECFD-22C87E78CCB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7" name="rc825">
              <a:extLst>
                <a:ext uri="{FF2B5EF4-FFF2-40B4-BE49-F238E27FC236}">
                  <a16:creationId xmlns:a16="http://schemas.microsoft.com/office/drawing/2014/main" id="{AD5A02C4-2915-1DE6-62E4-E3AF58F7405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8" name="rc826">
              <a:extLst>
                <a:ext uri="{FF2B5EF4-FFF2-40B4-BE49-F238E27FC236}">
                  <a16:creationId xmlns:a16="http://schemas.microsoft.com/office/drawing/2014/main" id="{2C4D3E4D-9A98-EA6E-8DC0-F2EB7265AF9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49" name="rc827">
              <a:extLst>
                <a:ext uri="{FF2B5EF4-FFF2-40B4-BE49-F238E27FC236}">
                  <a16:creationId xmlns:a16="http://schemas.microsoft.com/office/drawing/2014/main" id="{689272EA-D784-F445-02B2-50C491DE8DB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0" name="rc828">
              <a:extLst>
                <a:ext uri="{FF2B5EF4-FFF2-40B4-BE49-F238E27FC236}">
                  <a16:creationId xmlns:a16="http://schemas.microsoft.com/office/drawing/2014/main" id="{71771848-2308-E002-65E6-A7B00D58A0D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1" name="rc829">
              <a:extLst>
                <a:ext uri="{FF2B5EF4-FFF2-40B4-BE49-F238E27FC236}">
                  <a16:creationId xmlns:a16="http://schemas.microsoft.com/office/drawing/2014/main" id="{2D5A4A87-CA62-43E3-4467-A919F77C923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2" name="rc830">
              <a:extLst>
                <a:ext uri="{FF2B5EF4-FFF2-40B4-BE49-F238E27FC236}">
                  <a16:creationId xmlns:a16="http://schemas.microsoft.com/office/drawing/2014/main" id="{8AAB6B99-95C9-5DF7-7421-8F5B0F88FF5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3" name="rc831">
              <a:extLst>
                <a:ext uri="{FF2B5EF4-FFF2-40B4-BE49-F238E27FC236}">
                  <a16:creationId xmlns:a16="http://schemas.microsoft.com/office/drawing/2014/main" id="{B400AB81-B817-A218-EE7E-935F6F2F420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4" name="rc832">
              <a:extLst>
                <a:ext uri="{FF2B5EF4-FFF2-40B4-BE49-F238E27FC236}">
                  <a16:creationId xmlns:a16="http://schemas.microsoft.com/office/drawing/2014/main" id="{8953F91B-8FA1-D82F-60B8-4A9C3DDE0FA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5" name="rc833">
              <a:extLst>
                <a:ext uri="{FF2B5EF4-FFF2-40B4-BE49-F238E27FC236}">
                  <a16:creationId xmlns:a16="http://schemas.microsoft.com/office/drawing/2014/main" id="{122C68B1-F489-2093-51B8-B09257FD2D2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6" name="rc834">
              <a:extLst>
                <a:ext uri="{FF2B5EF4-FFF2-40B4-BE49-F238E27FC236}">
                  <a16:creationId xmlns:a16="http://schemas.microsoft.com/office/drawing/2014/main" id="{271118AA-2C6C-9A1B-148B-EE9F46DA3B5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7" name="rc835">
              <a:extLst>
                <a:ext uri="{FF2B5EF4-FFF2-40B4-BE49-F238E27FC236}">
                  <a16:creationId xmlns:a16="http://schemas.microsoft.com/office/drawing/2014/main" id="{4987A0BF-8D5E-203E-9E6A-70E61B080C6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8" name="rc836">
              <a:extLst>
                <a:ext uri="{FF2B5EF4-FFF2-40B4-BE49-F238E27FC236}">
                  <a16:creationId xmlns:a16="http://schemas.microsoft.com/office/drawing/2014/main" id="{CF6A8245-9780-3566-284D-85A8A92B64D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59" name="rc837">
              <a:extLst>
                <a:ext uri="{FF2B5EF4-FFF2-40B4-BE49-F238E27FC236}">
                  <a16:creationId xmlns:a16="http://schemas.microsoft.com/office/drawing/2014/main" id="{673C9069-2E0D-619A-87F6-A9D8D9A7A61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0" name="rc838">
              <a:extLst>
                <a:ext uri="{FF2B5EF4-FFF2-40B4-BE49-F238E27FC236}">
                  <a16:creationId xmlns:a16="http://schemas.microsoft.com/office/drawing/2014/main" id="{8A97DCB8-B227-A2B0-0742-09A3550A22A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1" name="rc839">
              <a:extLst>
                <a:ext uri="{FF2B5EF4-FFF2-40B4-BE49-F238E27FC236}">
                  <a16:creationId xmlns:a16="http://schemas.microsoft.com/office/drawing/2014/main" id="{C17B5FF3-6B83-3201-A994-AF1D2692749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2" name="rc840">
              <a:extLst>
                <a:ext uri="{FF2B5EF4-FFF2-40B4-BE49-F238E27FC236}">
                  <a16:creationId xmlns:a16="http://schemas.microsoft.com/office/drawing/2014/main" id="{61BFD3F3-8E95-668B-4C8C-C0F28405491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3" name="rc841">
              <a:extLst>
                <a:ext uri="{FF2B5EF4-FFF2-40B4-BE49-F238E27FC236}">
                  <a16:creationId xmlns:a16="http://schemas.microsoft.com/office/drawing/2014/main" id="{1179266F-E2DA-E91B-CF6C-E4DACF26F47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4" name="rc842">
              <a:extLst>
                <a:ext uri="{FF2B5EF4-FFF2-40B4-BE49-F238E27FC236}">
                  <a16:creationId xmlns:a16="http://schemas.microsoft.com/office/drawing/2014/main" id="{F67E288B-710A-6D98-D63E-7AFB7C25988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5" name="rc843">
              <a:extLst>
                <a:ext uri="{FF2B5EF4-FFF2-40B4-BE49-F238E27FC236}">
                  <a16:creationId xmlns:a16="http://schemas.microsoft.com/office/drawing/2014/main" id="{79A3DA7F-3647-5C0A-8440-3EB989D7FC9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6" name="rc844">
              <a:extLst>
                <a:ext uri="{FF2B5EF4-FFF2-40B4-BE49-F238E27FC236}">
                  <a16:creationId xmlns:a16="http://schemas.microsoft.com/office/drawing/2014/main" id="{883E1322-5597-86B0-256F-C4D23C3DCFD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7" name="rc845">
              <a:extLst>
                <a:ext uri="{FF2B5EF4-FFF2-40B4-BE49-F238E27FC236}">
                  <a16:creationId xmlns:a16="http://schemas.microsoft.com/office/drawing/2014/main" id="{B4463E67-771F-2C60-5592-6282D7F7944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8" name="rc846">
              <a:extLst>
                <a:ext uri="{FF2B5EF4-FFF2-40B4-BE49-F238E27FC236}">
                  <a16:creationId xmlns:a16="http://schemas.microsoft.com/office/drawing/2014/main" id="{38F8FA0D-E638-7BEA-0717-A80781DB72D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69" name="rc847">
              <a:extLst>
                <a:ext uri="{FF2B5EF4-FFF2-40B4-BE49-F238E27FC236}">
                  <a16:creationId xmlns:a16="http://schemas.microsoft.com/office/drawing/2014/main" id="{6F6042C8-9D92-26C8-41A2-C61213E96FD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0" name="rc848">
              <a:extLst>
                <a:ext uri="{FF2B5EF4-FFF2-40B4-BE49-F238E27FC236}">
                  <a16:creationId xmlns:a16="http://schemas.microsoft.com/office/drawing/2014/main" id="{2E99BD1A-C2D7-C2AF-EAAE-E9E6E7AFF1C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1" name="rc849">
              <a:extLst>
                <a:ext uri="{FF2B5EF4-FFF2-40B4-BE49-F238E27FC236}">
                  <a16:creationId xmlns:a16="http://schemas.microsoft.com/office/drawing/2014/main" id="{CBBE48CD-94DE-2DE6-FE61-FCB4DB1A40B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2" name="rc850">
              <a:extLst>
                <a:ext uri="{FF2B5EF4-FFF2-40B4-BE49-F238E27FC236}">
                  <a16:creationId xmlns:a16="http://schemas.microsoft.com/office/drawing/2014/main" id="{3DAAC8C6-7CF2-C195-C6C9-5BD115DA405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3" name="rc851">
              <a:extLst>
                <a:ext uri="{FF2B5EF4-FFF2-40B4-BE49-F238E27FC236}">
                  <a16:creationId xmlns:a16="http://schemas.microsoft.com/office/drawing/2014/main" id="{662EF815-0F69-24EE-F2F3-D95BF085747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4" name="rc852">
              <a:extLst>
                <a:ext uri="{FF2B5EF4-FFF2-40B4-BE49-F238E27FC236}">
                  <a16:creationId xmlns:a16="http://schemas.microsoft.com/office/drawing/2014/main" id="{4CDBC5D7-8F75-6BEF-CC98-C58BD2022F6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5" name="rc853">
              <a:extLst>
                <a:ext uri="{FF2B5EF4-FFF2-40B4-BE49-F238E27FC236}">
                  <a16:creationId xmlns:a16="http://schemas.microsoft.com/office/drawing/2014/main" id="{A87DEEC0-6969-1CEF-7D42-73A603E28D6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6" name="rc854">
              <a:extLst>
                <a:ext uri="{FF2B5EF4-FFF2-40B4-BE49-F238E27FC236}">
                  <a16:creationId xmlns:a16="http://schemas.microsoft.com/office/drawing/2014/main" id="{4062C566-64B8-CAE2-7964-6CC88A78F0E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7" name="rc855">
              <a:extLst>
                <a:ext uri="{FF2B5EF4-FFF2-40B4-BE49-F238E27FC236}">
                  <a16:creationId xmlns:a16="http://schemas.microsoft.com/office/drawing/2014/main" id="{BCF10A49-0BA0-7EBA-1B55-73E1FEE77A6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8" name="rc856">
              <a:extLst>
                <a:ext uri="{FF2B5EF4-FFF2-40B4-BE49-F238E27FC236}">
                  <a16:creationId xmlns:a16="http://schemas.microsoft.com/office/drawing/2014/main" id="{6DE45B3F-99BB-43AF-C1F1-1F9875443BD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79" name="rc857">
              <a:extLst>
                <a:ext uri="{FF2B5EF4-FFF2-40B4-BE49-F238E27FC236}">
                  <a16:creationId xmlns:a16="http://schemas.microsoft.com/office/drawing/2014/main" id="{57A09B49-75DB-8490-F8A2-F0E4D500C50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0" name="rc858">
              <a:extLst>
                <a:ext uri="{FF2B5EF4-FFF2-40B4-BE49-F238E27FC236}">
                  <a16:creationId xmlns:a16="http://schemas.microsoft.com/office/drawing/2014/main" id="{CD031954-CC81-F0BB-C114-254FEF78B22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1" name="rc859">
              <a:extLst>
                <a:ext uri="{FF2B5EF4-FFF2-40B4-BE49-F238E27FC236}">
                  <a16:creationId xmlns:a16="http://schemas.microsoft.com/office/drawing/2014/main" id="{C6650815-F0F7-F121-093D-66E7F50E4FC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2" name="rc860">
              <a:extLst>
                <a:ext uri="{FF2B5EF4-FFF2-40B4-BE49-F238E27FC236}">
                  <a16:creationId xmlns:a16="http://schemas.microsoft.com/office/drawing/2014/main" id="{753B7696-4AD4-91A1-FC8E-ABDC7227345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3" name="rc861">
              <a:extLst>
                <a:ext uri="{FF2B5EF4-FFF2-40B4-BE49-F238E27FC236}">
                  <a16:creationId xmlns:a16="http://schemas.microsoft.com/office/drawing/2014/main" id="{FFB2991B-E75C-56A8-C351-3CDC513242C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4" name="rc862">
              <a:extLst>
                <a:ext uri="{FF2B5EF4-FFF2-40B4-BE49-F238E27FC236}">
                  <a16:creationId xmlns:a16="http://schemas.microsoft.com/office/drawing/2014/main" id="{78888B51-1AD5-7B93-8FAA-A542A160569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5" name="rc863">
              <a:extLst>
                <a:ext uri="{FF2B5EF4-FFF2-40B4-BE49-F238E27FC236}">
                  <a16:creationId xmlns:a16="http://schemas.microsoft.com/office/drawing/2014/main" id="{4EDFA260-B21F-0215-CA6B-7616D27672D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6" name="rc864">
              <a:extLst>
                <a:ext uri="{FF2B5EF4-FFF2-40B4-BE49-F238E27FC236}">
                  <a16:creationId xmlns:a16="http://schemas.microsoft.com/office/drawing/2014/main" id="{3114F443-E04C-29BB-42AB-C252CF6C7EC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7" name="rc865">
              <a:extLst>
                <a:ext uri="{FF2B5EF4-FFF2-40B4-BE49-F238E27FC236}">
                  <a16:creationId xmlns:a16="http://schemas.microsoft.com/office/drawing/2014/main" id="{F29093C7-7D7F-45AB-495D-6ED79DCE6C8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8" name="rc866">
              <a:extLst>
                <a:ext uri="{FF2B5EF4-FFF2-40B4-BE49-F238E27FC236}">
                  <a16:creationId xmlns:a16="http://schemas.microsoft.com/office/drawing/2014/main" id="{56FFA3C7-9707-1671-B971-FAB0EE2B99E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89" name="rc867">
              <a:extLst>
                <a:ext uri="{FF2B5EF4-FFF2-40B4-BE49-F238E27FC236}">
                  <a16:creationId xmlns:a16="http://schemas.microsoft.com/office/drawing/2014/main" id="{C1186A62-4DAC-2BCF-72F0-C729D6F8137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0" name="rc868">
              <a:extLst>
                <a:ext uri="{FF2B5EF4-FFF2-40B4-BE49-F238E27FC236}">
                  <a16:creationId xmlns:a16="http://schemas.microsoft.com/office/drawing/2014/main" id="{080A7A8F-8102-7E3E-D7BC-B96A405F739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1" name="rc869">
              <a:extLst>
                <a:ext uri="{FF2B5EF4-FFF2-40B4-BE49-F238E27FC236}">
                  <a16:creationId xmlns:a16="http://schemas.microsoft.com/office/drawing/2014/main" id="{D56807B0-0253-B9DB-9BEF-7CCFE5B2CC6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2" name="rc870">
              <a:extLst>
                <a:ext uri="{FF2B5EF4-FFF2-40B4-BE49-F238E27FC236}">
                  <a16:creationId xmlns:a16="http://schemas.microsoft.com/office/drawing/2014/main" id="{7F66E5DD-D3E4-1821-E7BE-73AC1FFE4C5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3" name="rc871">
              <a:extLst>
                <a:ext uri="{FF2B5EF4-FFF2-40B4-BE49-F238E27FC236}">
                  <a16:creationId xmlns:a16="http://schemas.microsoft.com/office/drawing/2014/main" id="{BBB4C1E4-59C5-D956-87BC-57DEF73C542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4" name="rc872">
              <a:extLst>
                <a:ext uri="{FF2B5EF4-FFF2-40B4-BE49-F238E27FC236}">
                  <a16:creationId xmlns:a16="http://schemas.microsoft.com/office/drawing/2014/main" id="{4C6B88E3-4B37-091E-4231-8E50C277A23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5" name="rc873">
              <a:extLst>
                <a:ext uri="{FF2B5EF4-FFF2-40B4-BE49-F238E27FC236}">
                  <a16:creationId xmlns:a16="http://schemas.microsoft.com/office/drawing/2014/main" id="{722AD165-4146-E641-246E-0D82979AB2C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6" name="rc874">
              <a:extLst>
                <a:ext uri="{FF2B5EF4-FFF2-40B4-BE49-F238E27FC236}">
                  <a16:creationId xmlns:a16="http://schemas.microsoft.com/office/drawing/2014/main" id="{EFF81D87-0C44-72D5-8F9E-4598B5FA4C9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7" name="rc875">
              <a:extLst>
                <a:ext uri="{FF2B5EF4-FFF2-40B4-BE49-F238E27FC236}">
                  <a16:creationId xmlns:a16="http://schemas.microsoft.com/office/drawing/2014/main" id="{4261D2DB-4327-7890-A59B-BD66E3BF563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8" name="rc876">
              <a:extLst>
                <a:ext uri="{FF2B5EF4-FFF2-40B4-BE49-F238E27FC236}">
                  <a16:creationId xmlns:a16="http://schemas.microsoft.com/office/drawing/2014/main" id="{598FE27A-439E-1480-3A55-3C107AA371D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99" name="rc877">
              <a:extLst>
                <a:ext uri="{FF2B5EF4-FFF2-40B4-BE49-F238E27FC236}">
                  <a16:creationId xmlns:a16="http://schemas.microsoft.com/office/drawing/2014/main" id="{E9899501-5F5E-841F-AE48-4342079BB6B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0" name="rc878">
              <a:extLst>
                <a:ext uri="{FF2B5EF4-FFF2-40B4-BE49-F238E27FC236}">
                  <a16:creationId xmlns:a16="http://schemas.microsoft.com/office/drawing/2014/main" id="{11255C3B-C817-9DF2-E8B5-E843C701601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1" name="rc879">
              <a:extLst>
                <a:ext uri="{FF2B5EF4-FFF2-40B4-BE49-F238E27FC236}">
                  <a16:creationId xmlns:a16="http://schemas.microsoft.com/office/drawing/2014/main" id="{1B5C1123-A407-59BD-2D91-9F7FBF854DF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2" name="rc880">
              <a:extLst>
                <a:ext uri="{FF2B5EF4-FFF2-40B4-BE49-F238E27FC236}">
                  <a16:creationId xmlns:a16="http://schemas.microsoft.com/office/drawing/2014/main" id="{6B568B76-4B2D-FE12-A190-794B8C47789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3" name="rc881">
              <a:extLst>
                <a:ext uri="{FF2B5EF4-FFF2-40B4-BE49-F238E27FC236}">
                  <a16:creationId xmlns:a16="http://schemas.microsoft.com/office/drawing/2014/main" id="{273C412B-A87E-F4D5-1E4E-5E0FB59BA8F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4" name="rc882">
              <a:extLst>
                <a:ext uri="{FF2B5EF4-FFF2-40B4-BE49-F238E27FC236}">
                  <a16:creationId xmlns:a16="http://schemas.microsoft.com/office/drawing/2014/main" id="{4D005893-46B2-3925-BBCB-B3E6978247C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5" name="rc883">
              <a:extLst>
                <a:ext uri="{FF2B5EF4-FFF2-40B4-BE49-F238E27FC236}">
                  <a16:creationId xmlns:a16="http://schemas.microsoft.com/office/drawing/2014/main" id="{F84FA53C-C08E-69F3-6FBC-BE5624AED6C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6" name="rc884">
              <a:extLst>
                <a:ext uri="{FF2B5EF4-FFF2-40B4-BE49-F238E27FC236}">
                  <a16:creationId xmlns:a16="http://schemas.microsoft.com/office/drawing/2014/main" id="{E08E161B-84A7-1462-79A6-FBD1C0B0592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7" name="rc885">
              <a:extLst>
                <a:ext uri="{FF2B5EF4-FFF2-40B4-BE49-F238E27FC236}">
                  <a16:creationId xmlns:a16="http://schemas.microsoft.com/office/drawing/2014/main" id="{CA61F151-24C7-218F-A7BD-B28302AF8D3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8" name="rc886">
              <a:extLst>
                <a:ext uri="{FF2B5EF4-FFF2-40B4-BE49-F238E27FC236}">
                  <a16:creationId xmlns:a16="http://schemas.microsoft.com/office/drawing/2014/main" id="{9B254D77-01F2-0010-1390-2C0C71C5A26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09" name="rc887">
              <a:extLst>
                <a:ext uri="{FF2B5EF4-FFF2-40B4-BE49-F238E27FC236}">
                  <a16:creationId xmlns:a16="http://schemas.microsoft.com/office/drawing/2014/main" id="{DEC124C6-B66C-9835-D83C-89097A82268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0" name="rc888">
              <a:extLst>
                <a:ext uri="{FF2B5EF4-FFF2-40B4-BE49-F238E27FC236}">
                  <a16:creationId xmlns:a16="http://schemas.microsoft.com/office/drawing/2014/main" id="{F7511FAB-7B3D-8510-4976-3F7B9418109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1" name="rc889">
              <a:extLst>
                <a:ext uri="{FF2B5EF4-FFF2-40B4-BE49-F238E27FC236}">
                  <a16:creationId xmlns:a16="http://schemas.microsoft.com/office/drawing/2014/main" id="{8F780095-FF83-7333-41C7-5F2B87E538D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2" name="rc890">
              <a:extLst>
                <a:ext uri="{FF2B5EF4-FFF2-40B4-BE49-F238E27FC236}">
                  <a16:creationId xmlns:a16="http://schemas.microsoft.com/office/drawing/2014/main" id="{E6D2C0B7-4FE1-7E9E-965D-722BA2CF785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3" name="rc891">
              <a:extLst>
                <a:ext uri="{FF2B5EF4-FFF2-40B4-BE49-F238E27FC236}">
                  <a16:creationId xmlns:a16="http://schemas.microsoft.com/office/drawing/2014/main" id="{2F72BAE9-C1E1-F673-D09F-321AD918A17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4" name="rc892">
              <a:extLst>
                <a:ext uri="{FF2B5EF4-FFF2-40B4-BE49-F238E27FC236}">
                  <a16:creationId xmlns:a16="http://schemas.microsoft.com/office/drawing/2014/main" id="{B534BF47-A0A5-8FAA-2D69-0276B8301CB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5" name="rc893">
              <a:extLst>
                <a:ext uri="{FF2B5EF4-FFF2-40B4-BE49-F238E27FC236}">
                  <a16:creationId xmlns:a16="http://schemas.microsoft.com/office/drawing/2014/main" id="{FF95BA1A-55AA-ACFC-B318-DABB4329046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6" name="rc894">
              <a:extLst>
                <a:ext uri="{FF2B5EF4-FFF2-40B4-BE49-F238E27FC236}">
                  <a16:creationId xmlns:a16="http://schemas.microsoft.com/office/drawing/2014/main" id="{ACC01AFC-5AD9-82DB-9849-14EFD78F457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7" name="rc895">
              <a:extLst>
                <a:ext uri="{FF2B5EF4-FFF2-40B4-BE49-F238E27FC236}">
                  <a16:creationId xmlns:a16="http://schemas.microsoft.com/office/drawing/2014/main" id="{33187396-8522-5D66-113D-BCEAE1E9704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8" name="rc896">
              <a:extLst>
                <a:ext uri="{FF2B5EF4-FFF2-40B4-BE49-F238E27FC236}">
                  <a16:creationId xmlns:a16="http://schemas.microsoft.com/office/drawing/2014/main" id="{0F6251EC-652F-9246-B381-68B81BBDF86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19" name="rc897">
              <a:extLst>
                <a:ext uri="{FF2B5EF4-FFF2-40B4-BE49-F238E27FC236}">
                  <a16:creationId xmlns:a16="http://schemas.microsoft.com/office/drawing/2014/main" id="{F559B2A8-18B5-C9ED-B1C3-1625092924F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0" name="rc898">
              <a:extLst>
                <a:ext uri="{FF2B5EF4-FFF2-40B4-BE49-F238E27FC236}">
                  <a16:creationId xmlns:a16="http://schemas.microsoft.com/office/drawing/2014/main" id="{284EADF9-4F22-7888-7F51-87F985EA69B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1" name="rc899">
              <a:extLst>
                <a:ext uri="{FF2B5EF4-FFF2-40B4-BE49-F238E27FC236}">
                  <a16:creationId xmlns:a16="http://schemas.microsoft.com/office/drawing/2014/main" id="{513813DB-2F4F-12FF-445F-8B2785F3886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2" name="rc900">
              <a:extLst>
                <a:ext uri="{FF2B5EF4-FFF2-40B4-BE49-F238E27FC236}">
                  <a16:creationId xmlns:a16="http://schemas.microsoft.com/office/drawing/2014/main" id="{49BC8C06-9985-D4E3-EC0C-F9826D18980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3" name="rc901">
              <a:extLst>
                <a:ext uri="{FF2B5EF4-FFF2-40B4-BE49-F238E27FC236}">
                  <a16:creationId xmlns:a16="http://schemas.microsoft.com/office/drawing/2014/main" id="{67E5BFB4-5D9A-BA90-A7E6-D2B17F4E72F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4" name="rc902">
              <a:extLst>
                <a:ext uri="{FF2B5EF4-FFF2-40B4-BE49-F238E27FC236}">
                  <a16:creationId xmlns:a16="http://schemas.microsoft.com/office/drawing/2014/main" id="{97425D79-2466-65F2-4BF0-D564E550D5F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5" name="rc903">
              <a:extLst>
                <a:ext uri="{FF2B5EF4-FFF2-40B4-BE49-F238E27FC236}">
                  <a16:creationId xmlns:a16="http://schemas.microsoft.com/office/drawing/2014/main" id="{E978F687-6420-147F-9E30-EFA70FEA732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6" name="rc904">
              <a:extLst>
                <a:ext uri="{FF2B5EF4-FFF2-40B4-BE49-F238E27FC236}">
                  <a16:creationId xmlns:a16="http://schemas.microsoft.com/office/drawing/2014/main" id="{AF2A3789-00D5-4F1D-E811-9B738E0439B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7" name="rc905">
              <a:extLst>
                <a:ext uri="{FF2B5EF4-FFF2-40B4-BE49-F238E27FC236}">
                  <a16:creationId xmlns:a16="http://schemas.microsoft.com/office/drawing/2014/main" id="{98DF7DA8-7830-28ED-4365-31EF451C227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8" name="rc906">
              <a:extLst>
                <a:ext uri="{FF2B5EF4-FFF2-40B4-BE49-F238E27FC236}">
                  <a16:creationId xmlns:a16="http://schemas.microsoft.com/office/drawing/2014/main" id="{03A25C66-FBA2-8326-9FE4-DB458040913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29" name="rc907">
              <a:extLst>
                <a:ext uri="{FF2B5EF4-FFF2-40B4-BE49-F238E27FC236}">
                  <a16:creationId xmlns:a16="http://schemas.microsoft.com/office/drawing/2014/main" id="{41BBEA1E-F3C0-C5FA-8A13-F37B476D5F5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0" name="rc908">
              <a:extLst>
                <a:ext uri="{FF2B5EF4-FFF2-40B4-BE49-F238E27FC236}">
                  <a16:creationId xmlns:a16="http://schemas.microsoft.com/office/drawing/2014/main" id="{EDDD09D0-C8D8-1675-FBEA-E45CD4F0656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1" name="rc909">
              <a:extLst>
                <a:ext uri="{FF2B5EF4-FFF2-40B4-BE49-F238E27FC236}">
                  <a16:creationId xmlns:a16="http://schemas.microsoft.com/office/drawing/2014/main" id="{E000E520-F3DD-2C71-2DE0-2570E265B8D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2" name="rc910">
              <a:extLst>
                <a:ext uri="{FF2B5EF4-FFF2-40B4-BE49-F238E27FC236}">
                  <a16:creationId xmlns:a16="http://schemas.microsoft.com/office/drawing/2014/main" id="{2EF140E0-C9BD-3905-6A3B-443085C375F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3" name="rc911">
              <a:extLst>
                <a:ext uri="{FF2B5EF4-FFF2-40B4-BE49-F238E27FC236}">
                  <a16:creationId xmlns:a16="http://schemas.microsoft.com/office/drawing/2014/main" id="{092CDD92-97B2-87D3-3992-7689F5540AF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4" name="rc912">
              <a:extLst>
                <a:ext uri="{FF2B5EF4-FFF2-40B4-BE49-F238E27FC236}">
                  <a16:creationId xmlns:a16="http://schemas.microsoft.com/office/drawing/2014/main" id="{BC94597C-B66F-68E1-1749-9DFD126A3C7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5" name="rc913">
              <a:extLst>
                <a:ext uri="{FF2B5EF4-FFF2-40B4-BE49-F238E27FC236}">
                  <a16:creationId xmlns:a16="http://schemas.microsoft.com/office/drawing/2014/main" id="{3BB724C6-41EB-2DEA-2FF8-9F6D5C9384D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6" name="rc914">
              <a:extLst>
                <a:ext uri="{FF2B5EF4-FFF2-40B4-BE49-F238E27FC236}">
                  <a16:creationId xmlns:a16="http://schemas.microsoft.com/office/drawing/2014/main" id="{EB3A6BC7-1CB9-7F39-E250-C26B3537D9B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7" name="rc915">
              <a:extLst>
                <a:ext uri="{FF2B5EF4-FFF2-40B4-BE49-F238E27FC236}">
                  <a16:creationId xmlns:a16="http://schemas.microsoft.com/office/drawing/2014/main" id="{E8D98A51-38C9-1149-3DD7-58BCEBB6869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8" name="rc916">
              <a:extLst>
                <a:ext uri="{FF2B5EF4-FFF2-40B4-BE49-F238E27FC236}">
                  <a16:creationId xmlns:a16="http://schemas.microsoft.com/office/drawing/2014/main" id="{3FABD688-62BC-4767-A4E6-E7725A57774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39" name="rc917">
              <a:extLst>
                <a:ext uri="{FF2B5EF4-FFF2-40B4-BE49-F238E27FC236}">
                  <a16:creationId xmlns:a16="http://schemas.microsoft.com/office/drawing/2014/main" id="{B68F6D82-C9D0-6B46-33A1-A9341E1A3B9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0" name="rc918">
              <a:extLst>
                <a:ext uri="{FF2B5EF4-FFF2-40B4-BE49-F238E27FC236}">
                  <a16:creationId xmlns:a16="http://schemas.microsoft.com/office/drawing/2014/main" id="{0CFB2DA2-B471-794C-CC6D-E7AB5DB135B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1" name="rc919">
              <a:extLst>
                <a:ext uri="{FF2B5EF4-FFF2-40B4-BE49-F238E27FC236}">
                  <a16:creationId xmlns:a16="http://schemas.microsoft.com/office/drawing/2014/main" id="{0B955210-7191-1ADC-53FA-C546317AD67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2" name="rc920">
              <a:extLst>
                <a:ext uri="{FF2B5EF4-FFF2-40B4-BE49-F238E27FC236}">
                  <a16:creationId xmlns:a16="http://schemas.microsoft.com/office/drawing/2014/main" id="{EDC6523F-F40D-23AB-1532-C50CBA4861C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3" name="rc921">
              <a:extLst>
                <a:ext uri="{FF2B5EF4-FFF2-40B4-BE49-F238E27FC236}">
                  <a16:creationId xmlns:a16="http://schemas.microsoft.com/office/drawing/2014/main" id="{581F5F9A-C537-BA8A-E4A4-F10D0A582A6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4" name="rc922">
              <a:extLst>
                <a:ext uri="{FF2B5EF4-FFF2-40B4-BE49-F238E27FC236}">
                  <a16:creationId xmlns:a16="http://schemas.microsoft.com/office/drawing/2014/main" id="{0940E182-B96F-184E-0092-213213B7B13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5" name="rc923">
              <a:extLst>
                <a:ext uri="{FF2B5EF4-FFF2-40B4-BE49-F238E27FC236}">
                  <a16:creationId xmlns:a16="http://schemas.microsoft.com/office/drawing/2014/main" id="{AF65F11A-43AE-700F-699A-3223E8D9021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6" name="rc924">
              <a:extLst>
                <a:ext uri="{FF2B5EF4-FFF2-40B4-BE49-F238E27FC236}">
                  <a16:creationId xmlns:a16="http://schemas.microsoft.com/office/drawing/2014/main" id="{AC19D3B5-D6B2-563C-41E6-AD400669151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7" name="rc925">
              <a:extLst>
                <a:ext uri="{FF2B5EF4-FFF2-40B4-BE49-F238E27FC236}">
                  <a16:creationId xmlns:a16="http://schemas.microsoft.com/office/drawing/2014/main" id="{6099F2C3-6A2C-18ED-14DA-5D56ECF869F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8" name="rc926">
              <a:extLst>
                <a:ext uri="{FF2B5EF4-FFF2-40B4-BE49-F238E27FC236}">
                  <a16:creationId xmlns:a16="http://schemas.microsoft.com/office/drawing/2014/main" id="{A1C13B4E-B645-6997-882F-B80324552BD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49" name="rc927">
              <a:extLst>
                <a:ext uri="{FF2B5EF4-FFF2-40B4-BE49-F238E27FC236}">
                  <a16:creationId xmlns:a16="http://schemas.microsoft.com/office/drawing/2014/main" id="{C22C5836-6FCB-408E-7243-29F05A34D92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0" name="rc928">
              <a:extLst>
                <a:ext uri="{FF2B5EF4-FFF2-40B4-BE49-F238E27FC236}">
                  <a16:creationId xmlns:a16="http://schemas.microsoft.com/office/drawing/2014/main" id="{1438185B-99CD-45C9-9F8B-DC36A974800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1" name="rc929">
              <a:extLst>
                <a:ext uri="{FF2B5EF4-FFF2-40B4-BE49-F238E27FC236}">
                  <a16:creationId xmlns:a16="http://schemas.microsoft.com/office/drawing/2014/main" id="{293B7224-23E5-70E6-2932-F671382D06E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2" name="rc930">
              <a:extLst>
                <a:ext uri="{FF2B5EF4-FFF2-40B4-BE49-F238E27FC236}">
                  <a16:creationId xmlns:a16="http://schemas.microsoft.com/office/drawing/2014/main" id="{B0ABE7C7-A07A-9624-C2D4-434A00A79A0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3" name="rc931">
              <a:extLst>
                <a:ext uri="{FF2B5EF4-FFF2-40B4-BE49-F238E27FC236}">
                  <a16:creationId xmlns:a16="http://schemas.microsoft.com/office/drawing/2014/main" id="{EB733928-04C7-A6E9-3A72-116D94EBFBA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4" name="rc932">
              <a:extLst>
                <a:ext uri="{FF2B5EF4-FFF2-40B4-BE49-F238E27FC236}">
                  <a16:creationId xmlns:a16="http://schemas.microsoft.com/office/drawing/2014/main" id="{3422D7B1-5E55-CC7C-1ECD-DFC0FD5BC21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5" name="rc933">
              <a:extLst>
                <a:ext uri="{FF2B5EF4-FFF2-40B4-BE49-F238E27FC236}">
                  <a16:creationId xmlns:a16="http://schemas.microsoft.com/office/drawing/2014/main" id="{F81A76E6-3615-7C61-45CD-70782603651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6" name="rc934">
              <a:extLst>
                <a:ext uri="{FF2B5EF4-FFF2-40B4-BE49-F238E27FC236}">
                  <a16:creationId xmlns:a16="http://schemas.microsoft.com/office/drawing/2014/main" id="{5CCEFA5A-EF82-F851-62EC-9D138A80020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7" name="rc935">
              <a:extLst>
                <a:ext uri="{FF2B5EF4-FFF2-40B4-BE49-F238E27FC236}">
                  <a16:creationId xmlns:a16="http://schemas.microsoft.com/office/drawing/2014/main" id="{CC2F242E-326B-948B-8882-0575222225E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8" name="rc936">
              <a:extLst>
                <a:ext uri="{FF2B5EF4-FFF2-40B4-BE49-F238E27FC236}">
                  <a16:creationId xmlns:a16="http://schemas.microsoft.com/office/drawing/2014/main" id="{94821C89-57FF-10D1-1868-FBD9AF585C3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59" name="rc937">
              <a:extLst>
                <a:ext uri="{FF2B5EF4-FFF2-40B4-BE49-F238E27FC236}">
                  <a16:creationId xmlns:a16="http://schemas.microsoft.com/office/drawing/2014/main" id="{719EFF46-BC28-2C51-7996-08A93DF4C31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0" name="rc938">
              <a:extLst>
                <a:ext uri="{FF2B5EF4-FFF2-40B4-BE49-F238E27FC236}">
                  <a16:creationId xmlns:a16="http://schemas.microsoft.com/office/drawing/2014/main" id="{BC16C187-67B7-F5DA-6A77-65DD1F79D48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1" name="rc939">
              <a:extLst>
                <a:ext uri="{FF2B5EF4-FFF2-40B4-BE49-F238E27FC236}">
                  <a16:creationId xmlns:a16="http://schemas.microsoft.com/office/drawing/2014/main" id="{2333006A-4CDB-FCDE-4CE2-FFA54928464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2" name="rc940">
              <a:extLst>
                <a:ext uri="{FF2B5EF4-FFF2-40B4-BE49-F238E27FC236}">
                  <a16:creationId xmlns:a16="http://schemas.microsoft.com/office/drawing/2014/main" id="{0075CB9F-C068-17B4-4784-1050F92C087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3" name="rc941">
              <a:extLst>
                <a:ext uri="{FF2B5EF4-FFF2-40B4-BE49-F238E27FC236}">
                  <a16:creationId xmlns:a16="http://schemas.microsoft.com/office/drawing/2014/main" id="{28CA98ED-A459-4375-3F15-D3FE0B193E0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4" name="rc942">
              <a:extLst>
                <a:ext uri="{FF2B5EF4-FFF2-40B4-BE49-F238E27FC236}">
                  <a16:creationId xmlns:a16="http://schemas.microsoft.com/office/drawing/2014/main" id="{854D6567-9B17-A7AD-A8A1-282E4830E34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5" name="rc943">
              <a:extLst>
                <a:ext uri="{FF2B5EF4-FFF2-40B4-BE49-F238E27FC236}">
                  <a16:creationId xmlns:a16="http://schemas.microsoft.com/office/drawing/2014/main" id="{BD69445B-5EA4-6309-1013-F80D388D2D9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6" name="rc944">
              <a:extLst>
                <a:ext uri="{FF2B5EF4-FFF2-40B4-BE49-F238E27FC236}">
                  <a16:creationId xmlns:a16="http://schemas.microsoft.com/office/drawing/2014/main" id="{08C20511-3F06-DDB0-6B67-6EE3D77B6E6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7" name="rc945">
              <a:extLst>
                <a:ext uri="{FF2B5EF4-FFF2-40B4-BE49-F238E27FC236}">
                  <a16:creationId xmlns:a16="http://schemas.microsoft.com/office/drawing/2014/main" id="{0F867B26-1240-1381-DB3E-B33CAFA7A96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8" name="rc946">
              <a:extLst>
                <a:ext uri="{FF2B5EF4-FFF2-40B4-BE49-F238E27FC236}">
                  <a16:creationId xmlns:a16="http://schemas.microsoft.com/office/drawing/2014/main" id="{CD83C21B-804E-DC9A-6649-1D6351B2F27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69" name="rc947">
              <a:extLst>
                <a:ext uri="{FF2B5EF4-FFF2-40B4-BE49-F238E27FC236}">
                  <a16:creationId xmlns:a16="http://schemas.microsoft.com/office/drawing/2014/main" id="{FB78AF93-C114-2747-FDAE-D267EB094FD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0" name="rc948">
              <a:extLst>
                <a:ext uri="{FF2B5EF4-FFF2-40B4-BE49-F238E27FC236}">
                  <a16:creationId xmlns:a16="http://schemas.microsoft.com/office/drawing/2014/main" id="{BC2B0945-15E8-3F9F-D317-4F05503879C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1" name="rc949">
              <a:extLst>
                <a:ext uri="{FF2B5EF4-FFF2-40B4-BE49-F238E27FC236}">
                  <a16:creationId xmlns:a16="http://schemas.microsoft.com/office/drawing/2014/main" id="{326A9329-7F49-F338-1FF0-C47FF1C39CA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2" name="rc950">
              <a:extLst>
                <a:ext uri="{FF2B5EF4-FFF2-40B4-BE49-F238E27FC236}">
                  <a16:creationId xmlns:a16="http://schemas.microsoft.com/office/drawing/2014/main" id="{6C5AED0E-F8C5-46B3-9B30-9E1ADBFB6F8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3" name="rc951">
              <a:extLst>
                <a:ext uri="{FF2B5EF4-FFF2-40B4-BE49-F238E27FC236}">
                  <a16:creationId xmlns:a16="http://schemas.microsoft.com/office/drawing/2014/main" id="{1E383797-647F-025A-F518-C0C7CB66E93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4" name="rc952">
              <a:extLst>
                <a:ext uri="{FF2B5EF4-FFF2-40B4-BE49-F238E27FC236}">
                  <a16:creationId xmlns:a16="http://schemas.microsoft.com/office/drawing/2014/main" id="{0E4016AD-6A60-0F4F-E9A2-AE46B5CBF46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5" name="rc953">
              <a:extLst>
                <a:ext uri="{FF2B5EF4-FFF2-40B4-BE49-F238E27FC236}">
                  <a16:creationId xmlns:a16="http://schemas.microsoft.com/office/drawing/2014/main" id="{585E4F8F-7394-BE60-86F2-27987F91BB3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6" name="rc954">
              <a:extLst>
                <a:ext uri="{FF2B5EF4-FFF2-40B4-BE49-F238E27FC236}">
                  <a16:creationId xmlns:a16="http://schemas.microsoft.com/office/drawing/2014/main" id="{DC36DD34-A56D-5D1B-986B-E8E5C5694A4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7" name="rc955">
              <a:extLst>
                <a:ext uri="{FF2B5EF4-FFF2-40B4-BE49-F238E27FC236}">
                  <a16:creationId xmlns:a16="http://schemas.microsoft.com/office/drawing/2014/main" id="{5E8DBCF7-DDBE-9CB4-4C7A-F1324CD3A43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8" name="rc956">
              <a:extLst>
                <a:ext uri="{FF2B5EF4-FFF2-40B4-BE49-F238E27FC236}">
                  <a16:creationId xmlns:a16="http://schemas.microsoft.com/office/drawing/2014/main" id="{D30B6645-F0A5-4198-A588-6D4B98A9EB1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79" name="rc957">
              <a:extLst>
                <a:ext uri="{FF2B5EF4-FFF2-40B4-BE49-F238E27FC236}">
                  <a16:creationId xmlns:a16="http://schemas.microsoft.com/office/drawing/2014/main" id="{BD41FAB5-4117-107F-D35F-CE12EE2656D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0" name="rc958">
              <a:extLst>
                <a:ext uri="{FF2B5EF4-FFF2-40B4-BE49-F238E27FC236}">
                  <a16:creationId xmlns:a16="http://schemas.microsoft.com/office/drawing/2014/main" id="{2408E650-019B-0FBE-296D-5E6241A3552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1" name="rc959">
              <a:extLst>
                <a:ext uri="{FF2B5EF4-FFF2-40B4-BE49-F238E27FC236}">
                  <a16:creationId xmlns:a16="http://schemas.microsoft.com/office/drawing/2014/main" id="{38297199-90F5-579F-1055-83A31688E72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2" name="rc960">
              <a:extLst>
                <a:ext uri="{FF2B5EF4-FFF2-40B4-BE49-F238E27FC236}">
                  <a16:creationId xmlns:a16="http://schemas.microsoft.com/office/drawing/2014/main" id="{5B6EFCBA-BDC4-31F8-77FA-34E75EDDD73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3" name="rc961">
              <a:extLst>
                <a:ext uri="{FF2B5EF4-FFF2-40B4-BE49-F238E27FC236}">
                  <a16:creationId xmlns:a16="http://schemas.microsoft.com/office/drawing/2014/main" id="{C48C6E1D-B6D9-71BD-4C48-865EE3CFD14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4" name="rc962">
              <a:extLst>
                <a:ext uri="{FF2B5EF4-FFF2-40B4-BE49-F238E27FC236}">
                  <a16:creationId xmlns:a16="http://schemas.microsoft.com/office/drawing/2014/main" id="{3476BB83-B52C-A495-5F3B-72B0FD2F6DE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5" name="rc963">
              <a:extLst>
                <a:ext uri="{FF2B5EF4-FFF2-40B4-BE49-F238E27FC236}">
                  <a16:creationId xmlns:a16="http://schemas.microsoft.com/office/drawing/2014/main" id="{5A43E34C-C52B-890A-F6B4-E482B8654D4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6" name="rc964">
              <a:extLst>
                <a:ext uri="{FF2B5EF4-FFF2-40B4-BE49-F238E27FC236}">
                  <a16:creationId xmlns:a16="http://schemas.microsoft.com/office/drawing/2014/main" id="{E8F73FF2-EF1C-BA7C-A9EB-185611EC63A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7" name="rc965">
              <a:extLst>
                <a:ext uri="{FF2B5EF4-FFF2-40B4-BE49-F238E27FC236}">
                  <a16:creationId xmlns:a16="http://schemas.microsoft.com/office/drawing/2014/main" id="{243B13AE-29F5-9AF8-301D-CB8F1F71F17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8" name="rc966">
              <a:extLst>
                <a:ext uri="{FF2B5EF4-FFF2-40B4-BE49-F238E27FC236}">
                  <a16:creationId xmlns:a16="http://schemas.microsoft.com/office/drawing/2014/main" id="{EB9D7524-BAAD-B3F0-CA96-900DC54F62E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89" name="rc967">
              <a:extLst>
                <a:ext uri="{FF2B5EF4-FFF2-40B4-BE49-F238E27FC236}">
                  <a16:creationId xmlns:a16="http://schemas.microsoft.com/office/drawing/2014/main" id="{9E2E8271-EB17-8B22-BFD1-DC5D28F15A5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0" name="rc968">
              <a:extLst>
                <a:ext uri="{FF2B5EF4-FFF2-40B4-BE49-F238E27FC236}">
                  <a16:creationId xmlns:a16="http://schemas.microsoft.com/office/drawing/2014/main" id="{36C52D03-B5DB-8D93-F4F7-79F31CF3F8F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1" name="rc969">
              <a:extLst>
                <a:ext uri="{FF2B5EF4-FFF2-40B4-BE49-F238E27FC236}">
                  <a16:creationId xmlns:a16="http://schemas.microsoft.com/office/drawing/2014/main" id="{9B5B5F2B-C120-47BE-7A10-DDA13D8A8D1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2" name="rc970">
              <a:extLst>
                <a:ext uri="{FF2B5EF4-FFF2-40B4-BE49-F238E27FC236}">
                  <a16:creationId xmlns:a16="http://schemas.microsoft.com/office/drawing/2014/main" id="{2247469C-070B-3870-749F-73D09F045FF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3" name="rc971">
              <a:extLst>
                <a:ext uri="{FF2B5EF4-FFF2-40B4-BE49-F238E27FC236}">
                  <a16:creationId xmlns:a16="http://schemas.microsoft.com/office/drawing/2014/main" id="{3B88F589-9349-00DD-29FA-F1C6CD17D81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4" name="rc972">
              <a:extLst>
                <a:ext uri="{FF2B5EF4-FFF2-40B4-BE49-F238E27FC236}">
                  <a16:creationId xmlns:a16="http://schemas.microsoft.com/office/drawing/2014/main" id="{BDC3A932-C611-678A-1BAA-0FD535B4AAE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5" name="rc973">
              <a:extLst>
                <a:ext uri="{FF2B5EF4-FFF2-40B4-BE49-F238E27FC236}">
                  <a16:creationId xmlns:a16="http://schemas.microsoft.com/office/drawing/2014/main" id="{306FB314-7265-1ED3-A566-82CB3304153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6" name="rc974">
              <a:extLst>
                <a:ext uri="{FF2B5EF4-FFF2-40B4-BE49-F238E27FC236}">
                  <a16:creationId xmlns:a16="http://schemas.microsoft.com/office/drawing/2014/main" id="{3F8AA6D1-A530-6CC9-99D0-0FD8F9D3188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7" name="rc975">
              <a:extLst>
                <a:ext uri="{FF2B5EF4-FFF2-40B4-BE49-F238E27FC236}">
                  <a16:creationId xmlns:a16="http://schemas.microsoft.com/office/drawing/2014/main" id="{EC5D59A1-9974-6FE4-3172-F35379D76E2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8" name="rc976">
              <a:extLst>
                <a:ext uri="{FF2B5EF4-FFF2-40B4-BE49-F238E27FC236}">
                  <a16:creationId xmlns:a16="http://schemas.microsoft.com/office/drawing/2014/main" id="{F5919CD3-CF2C-4604-190A-6400206BFB9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99" name="rc977">
              <a:extLst>
                <a:ext uri="{FF2B5EF4-FFF2-40B4-BE49-F238E27FC236}">
                  <a16:creationId xmlns:a16="http://schemas.microsoft.com/office/drawing/2014/main" id="{FE22DFD3-DED9-9DB7-D91C-64BBECDB6D9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0" name="rc978">
              <a:extLst>
                <a:ext uri="{FF2B5EF4-FFF2-40B4-BE49-F238E27FC236}">
                  <a16:creationId xmlns:a16="http://schemas.microsoft.com/office/drawing/2014/main" id="{F7C5097A-2904-19FD-41E2-24FFCD1C68D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1" name="rc979">
              <a:extLst>
                <a:ext uri="{FF2B5EF4-FFF2-40B4-BE49-F238E27FC236}">
                  <a16:creationId xmlns:a16="http://schemas.microsoft.com/office/drawing/2014/main" id="{ADB1E5BD-CAF1-ABE5-B379-DA893F07A72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2" name="rc980">
              <a:extLst>
                <a:ext uri="{FF2B5EF4-FFF2-40B4-BE49-F238E27FC236}">
                  <a16:creationId xmlns:a16="http://schemas.microsoft.com/office/drawing/2014/main" id="{619384EB-B6AD-AF89-D0DA-27A9D03526E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3" name="rc981">
              <a:extLst>
                <a:ext uri="{FF2B5EF4-FFF2-40B4-BE49-F238E27FC236}">
                  <a16:creationId xmlns:a16="http://schemas.microsoft.com/office/drawing/2014/main" id="{2DDC0713-3721-0FDD-008D-994329DB78F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4" name="rc982">
              <a:extLst>
                <a:ext uri="{FF2B5EF4-FFF2-40B4-BE49-F238E27FC236}">
                  <a16:creationId xmlns:a16="http://schemas.microsoft.com/office/drawing/2014/main" id="{454E148B-BA77-9455-2E40-9DB05B201AE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5" name="rc983">
              <a:extLst>
                <a:ext uri="{FF2B5EF4-FFF2-40B4-BE49-F238E27FC236}">
                  <a16:creationId xmlns:a16="http://schemas.microsoft.com/office/drawing/2014/main" id="{69736984-169E-500C-839B-663921572B1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6" name="rc984">
              <a:extLst>
                <a:ext uri="{FF2B5EF4-FFF2-40B4-BE49-F238E27FC236}">
                  <a16:creationId xmlns:a16="http://schemas.microsoft.com/office/drawing/2014/main" id="{F8DCCD7C-F05E-A1A3-9D53-CC850EDF96E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7" name="rc985">
              <a:extLst>
                <a:ext uri="{FF2B5EF4-FFF2-40B4-BE49-F238E27FC236}">
                  <a16:creationId xmlns:a16="http://schemas.microsoft.com/office/drawing/2014/main" id="{DEBB5C9E-8567-3AA8-C575-C8168049F9B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8" name="rc986">
              <a:extLst>
                <a:ext uri="{FF2B5EF4-FFF2-40B4-BE49-F238E27FC236}">
                  <a16:creationId xmlns:a16="http://schemas.microsoft.com/office/drawing/2014/main" id="{39BFA38E-6313-0BF4-3C1D-E6AAF7F0477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09" name="rc987">
              <a:extLst>
                <a:ext uri="{FF2B5EF4-FFF2-40B4-BE49-F238E27FC236}">
                  <a16:creationId xmlns:a16="http://schemas.microsoft.com/office/drawing/2014/main" id="{4180CC10-E063-6BBE-44E7-7E24F42597D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0" name="rc988">
              <a:extLst>
                <a:ext uri="{FF2B5EF4-FFF2-40B4-BE49-F238E27FC236}">
                  <a16:creationId xmlns:a16="http://schemas.microsoft.com/office/drawing/2014/main" id="{49079070-59B8-1958-0218-5BB076E7D63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1" name="rc989">
              <a:extLst>
                <a:ext uri="{FF2B5EF4-FFF2-40B4-BE49-F238E27FC236}">
                  <a16:creationId xmlns:a16="http://schemas.microsoft.com/office/drawing/2014/main" id="{207A4903-7543-57D8-FB58-85643052F38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2" name="rc990">
              <a:extLst>
                <a:ext uri="{FF2B5EF4-FFF2-40B4-BE49-F238E27FC236}">
                  <a16:creationId xmlns:a16="http://schemas.microsoft.com/office/drawing/2014/main" id="{EDA464CC-3F51-E8CD-3C02-F4277CDE580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3" name="rc991">
              <a:extLst>
                <a:ext uri="{FF2B5EF4-FFF2-40B4-BE49-F238E27FC236}">
                  <a16:creationId xmlns:a16="http://schemas.microsoft.com/office/drawing/2014/main" id="{7F5C849F-3D3F-7830-486C-1CDDE8C3594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4" name="rc992">
              <a:extLst>
                <a:ext uri="{FF2B5EF4-FFF2-40B4-BE49-F238E27FC236}">
                  <a16:creationId xmlns:a16="http://schemas.microsoft.com/office/drawing/2014/main" id="{ABF638BD-13C2-A4FD-8F01-33E303DCC52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5" name="rc993">
              <a:extLst>
                <a:ext uri="{FF2B5EF4-FFF2-40B4-BE49-F238E27FC236}">
                  <a16:creationId xmlns:a16="http://schemas.microsoft.com/office/drawing/2014/main" id="{FC3237A8-B5E5-EB3A-4D02-F49177DEFAD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6" name="rc994">
              <a:extLst>
                <a:ext uri="{FF2B5EF4-FFF2-40B4-BE49-F238E27FC236}">
                  <a16:creationId xmlns:a16="http://schemas.microsoft.com/office/drawing/2014/main" id="{7673EF76-D0CB-A4A1-858C-4345AD9B432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7" name="rc995">
              <a:extLst>
                <a:ext uri="{FF2B5EF4-FFF2-40B4-BE49-F238E27FC236}">
                  <a16:creationId xmlns:a16="http://schemas.microsoft.com/office/drawing/2014/main" id="{E4607BC4-57C7-6FEC-AA24-ABEC47AA22C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8" name="rc996">
              <a:extLst>
                <a:ext uri="{FF2B5EF4-FFF2-40B4-BE49-F238E27FC236}">
                  <a16:creationId xmlns:a16="http://schemas.microsoft.com/office/drawing/2014/main" id="{1064D8F9-5367-725D-E510-19A4E458406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19" name="rc997">
              <a:extLst>
                <a:ext uri="{FF2B5EF4-FFF2-40B4-BE49-F238E27FC236}">
                  <a16:creationId xmlns:a16="http://schemas.microsoft.com/office/drawing/2014/main" id="{63F07A99-5284-1D9C-2639-BA4E1EE283B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0" name="rc998">
              <a:extLst>
                <a:ext uri="{FF2B5EF4-FFF2-40B4-BE49-F238E27FC236}">
                  <a16:creationId xmlns:a16="http://schemas.microsoft.com/office/drawing/2014/main" id="{326D2EAC-0B47-64F4-EF0D-0AFB01C661C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1" name="rc999">
              <a:extLst>
                <a:ext uri="{FF2B5EF4-FFF2-40B4-BE49-F238E27FC236}">
                  <a16:creationId xmlns:a16="http://schemas.microsoft.com/office/drawing/2014/main" id="{9D2053E7-B00B-7E7E-4CC6-7B0C94FFE2A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2" name="rc1000">
              <a:extLst>
                <a:ext uri="{FF2B5EF4-FFF2-40B4-BE49-F238E27FC236}">
                  <a16:creationId xmlns:a16="http://schemas.microsoft.com/office/drawing/2014/main" id="{CFF2EC47-AE60-9C0F-902A-F6D21758FA5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3" name="rc1001">
              <a:extLst>
                <a:ext uri="{FF2B5EF4-FFF2-40B4-BE49-F238E27FC236}">
                  <a16:creationId xmlns:a16="http://schemas.microsoft.com/office/drawing/2014/main" id="{EAA5752B-2563-047C-B81E-D235F50A1D3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4" name="rc1002">
              <a:extLst>
                <a:ext uri="{FF2B5EF4-FFF2-40B4-BE49-F238E27FC236}">
                  <a16:creationId xmlns:a16="http://schemas.microsoft.com/office/drawing/2014/main" id="{DD9278EA-3B3C-BC57-377A-C5B37CAB216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5" name="rc1003">
              <a:extLst>
                <a:ext uri="{FF2B5EF4-FFF2-40B4-BE49-F238E27FC236}">
                  <a16:creationId xmlns:a16="http://schemas.microsoft.com/office/drawing/2014/main" id="{536977A5-F0C0-BBD6-AF30-09AAC879539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6" name="rc1004">
              <a:extLst>
                <a:ext uri="{FF2B5EF4-FFF2-40B4-BE49-F238E27FC236}">
                  <a16:creationId xmlns:a16="http://schemas.microsoft.com/office/drawing/2014/main" id="{14947582-4E53-9D6B-6A15-578A9567FE7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7" name="rc1005">
              <a:extLst>
                <a:ext uri="{FF2B5EF4-FFF2-40B4-BE49-F238E27FC236}">
                  <a16:creationId xmlns:a16="http://schemas.microsoft.com/office/drawing/2014/main" id="{D4B5382C-5CAA-6087-AAD8-A3CFC0F106F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8" name="rc1006">
              <a:extLst>
                <a:ext uri="{FF2B5EF4-FFF2-40B4-BE49-F238E27FC236}">
                  <a16:creationId xmlns:a16="http://schemas.microsoft.com/office/drawing/2014/main" id="{0E12B9DA-3378-D6D6-9E27-266D8697DF5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29" name="rc1007">
              <a:extLst>
                <a:ext uri="{FF2B5EF4-FFF2-40B4-BE49-F238E27FC236}">
                  <a16:creationId xmlns:a16="http://schemas.microsoft.com/office/drawing/2014/main" id="{1B188F01-791E-3CB7-9061-3AA827B25F3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0" name="rc1008">
              <a:extLst>
                <a:ext uri="{FF2B5EF4-FFF2-40B4-BE49-F238E27FC236}">
                  <a16:creationId xmlns:a16="http://schemas.microsoft.com/office/drawing/2014/main" id="{2259C697-61BE-C730-1EAA-AD0DA9CA812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1" name="rc1009">
              <a:extLst>
                <a:ext uri="{FF2B5EF4-FFF2-40B4-BE49-F238E27FC236}">
                  <a16:creationId xmlns:a16="http://schemas.microsoft.com/office/drawing/2014/main" id="{A2E1DD77-0EE5-CBB2-92D6-2152AB50EF8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2" name="rc1010">
              <a:extLst>
                <a:ext uri="{FF2B5EF4-FFF2-40B4-BE49-F238E27FC236}">
                  <a16:creationId xmlns:a16="http://schemas.microsoft.com/office/drawing/2014/main" id="{5B79F5C2-3968-2A5B-D20E-1BEB76C96F1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3" name="rc1011">
              <a:extLst>
                <a:ext uri="{FF2B5EF4-FFF2-40B4-BE49-F238E27FC236}">
                  <a16:creationId xmlns:a16="http://schemas.microsoft.com/office/drawing/2014/main" id="{8FE3A374-B407-F624-4D2B-D2EAAC57BA0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4" name="rc1012">
              <a:extLst>
                <a:ext uri="{FF2B5EF4-FFF2-40B4-BE49-F238E27FC236}">
                  <a16:creationId xmlns:a16="http://schemas.microsoft.com/office/drawing/2014/main" id="{328325E6-42B0-CD63-8092-547BBBF6F1E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5" name="rc1013">
              <a:extLst>
                <a:ext uri="{FF2B5EF4-FFF2-40B4-BE49-F238E27FC236}">
                  <a16:creationId xmlns:a16="http://schemas.microsoft.com/office/drawing/2014/main" id="{5C064E34-1A24-4928-C759-FAC3FA80750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6" name="rc1014">
              <a:extLst>
                <a:ext uri="{FF2B5EF4-FFF2-40B4-BE49-F238E27FC236}">
                  <a16:creationId xmlns:a16="http://schemas.microsoft.com/office/drawing/2014/main" id="{3570F37F-3594-4C52-AAB1-D54B8B77729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7" name="rc1015">
              <a:extLst>
                <a:ext uri="{FF2B5EF4-FFF2-40B4-BE49-F238E27FC236}">
                  <a16:creationId xmlns:a16="http://schemas.microsoft.com/office/drawing/2014/main" id="{313C1750-D49D-CEAA-701C-A1258915997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8" name="rc1016">
              <a:extLst>
                <a:ext uri="{FF2B5EF4-FFF2-40B4-BE49-F238E27FC236}">
                  <a16:creationId xmlns:a16="http://schemas.microsoft.com/office/drawing/2014/main" id="{C6A5E19A-163C-EDA4-2511-40C5A8ADD47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39" name="rc1017">
              <a:extLst>
                <a:ext uri="{FF2B5EF4-FFF2-40B4-BE49-F238E27FC236}">
                  <a16:creationId xmlns:a16="http://schemas.microsoft.com/office/drawing/2014/main" id="{4CE83D90-CC5D-3E83-E045-243B9A65261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0" name="rc1018">
              <a:extLst>
                <a:ext uri="{FF2B5EF4-FFF2-40B4-BE49-F238E27FC236}">
                  <a16:creationId xmlns:a16="http://schemas.microsoft.com/office/drawing/2014/main" id="{B9BD0E55-B5F8-8BF1-9AA4-90A8A55918D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1" name="rc1019">
              <a:extLst>
                <a:ext uri="{FF2B5EF4-FFF2-40B4-BE49-F238E27FC236}">
                  <a16:creationId xmlns:a16="http://schemas.microsoft.com/office/drawing/2014/main" id="{5CCAACA2-DD24-F831-733D-78EB4234DD0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2" name="rc1020">
              <a:extLst>
                <a:ext uri="{FF2B5EF4-FFF2-40B4-BE49-F238E27FC236}">
                  <a16:creationId xmlns:a16="http://schemas.microsoft.com/office/drawing/2014/main" id="{2220D47A-6B73-3063-063F-DD647A5ECD3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3" name="rc1021">
              <a:extLst>
                <a:ext uri="{FF2B5EF4-FFF2-40B4-BE49-F238E27FC236}">
                  <a16:creationId xmlns:a16="http://schemas.microsoft.com/office/drawing/2014/main" id="{40B4A2AA-8381-60F4-5E8B-1BD6FD43CBD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4" name="rc1022">
              <a:extLst>
                <a:ext uri="{FF2B5EF4-FFF2-40B4-BE49-F238E27FC236}">
                  <a16:creationId xmlns:a16="http://schemas.microsoft.com/office/drawing/2014/main" id="{FD7267B3-F6C7-2AE1-8B86-FF59B25505D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5" name="rc1023">
              <a:extLst>
                <a:ext uri="{FF2B5EF4-FFF2-40B4-BE49-F238E27FC236}">
                  <a16:creationId xmlns:a16="http://schemas.microsoft.com/office/drawing/2014/main" id="{518EEF88-1D4F-B4BE-BF9C-FA733CC0418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6" name="rc1024">
              <a:extLst>
                <a:ext uri="{FF2B5EF4-FFF2-40B4-BE49-F238E27FC236}">
                  <a16:creationId xmlns:a16="http://schemas.microsoft.com/office/drawing/2014/main" id="{2FBDC5DC-0E22-3658-D93B-B516C85ADCC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7" name="rc1025">
              <a:extLst>
                <a:ext uri="{FF2B5EF4-FFF2-40B4-BE49-F238E27FC236}">
                  <a16:creationId xmlns:a16="http://schemas.microsoft.com/office/drawing/2014/main" id="{37B59EE2-2D3D-AB9D-6EC8-E5532CDBE0E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8" name="rc1026">
              <a:extLst>
                <a:ext uri="{FF2B5EF4-FFF2-40B4-BE49-F238E27FC236}">
                  <a16:creationId xmlns:a16="http://schemas.microsoft.com/office/drawing/2014/main" id="{A391783A-275A-838B-1C67-5BFAA449D13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49" name="rc1027">
              <a:extLst>
                <a:ext uri="{FF2B5EF4-FFF2-40B4-BE49-F238E27FC236}">
                  <a16:creationId xmlns:a16="http://schemas.microsoft.com/office/drawing/2014/main" id="{A620FCA6-1CC3-F52C-750C-1A51B5F67E3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0" name="rc1028">
              <a:extLst>
                <a:ext uri="{FF2B5EF4-FFF2-40B4-BE49-F238E27FC236}">
                  <a16:creationId xmlns:a16="http://schemas.microsoft.com/office/drawing/2014/main" id="{24628627-2FCD-DB5B-9237-2771F7666B7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1" name="rc1029">
              <a:extLst>
                <a:ext uri="{FF2B5EF4-FFF2-40B4-BE49-F238E27FC236}">
                  <a16:creationId xmlns:a16="http://schemas.microsoft.com/office/drawing/2014/main" id="{3051B846-D21C-8D78-478E-845D0AA77A0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2" name="rc1030">
              <a:extLst>
                <a:ext uri="{FF2B5EF4-FFF2-40B4-BE49-F238E27FC236}">
                  <a16:creationId xmlns:a16="http://schemas.microsoft.com/office/drawing/2014/main" id="{9BAA9175-0D8C-0384-345D-300D815EADE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3" name="rc1031">
              <a:extLst>
                <a:ext uri="{FF2B5EF4-FFF2-40B4-BE49-F238E27FC236}">
                  <a16:creationId xmlns:a16="http://schemas.microsoft.com/office/drawing/2014/main" id="{2A6EC59C-5AC4-0760-62DE-42C48DC8C21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4" name="rc1032">
              <a:extLst>
                <a:ext uri="{FF2B5EF4-FFF2-40B4-BE49-F238E27FC236}">
                  <a16:creationId xmlns:a16="http://schemas.microsoft.com/office/drawing/2014/main" id="{9675A539-84C9-BF48-547F-6FC19978E64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5" name="rc1033">
              <a:extLst>
                <a:ext uri="{FF2B5EF4-FFF2-40B4-BE49-F238E27FC236}">
                  <a16:creationId xmlns:a16="http://schemas.microsoft.com/office/drawing/2014/main" id="{B40511E0-1550-2A34-82E9-D05B678E89D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6" name="rc1034">
              <a:extLst>
                <a:ext uri="{FF2B5EF4-FFF2-40B4-BE49-F238E27FC236}">
                  <a16:creationId xmlns:a16="http://schemas.microsoft.com/office/drawing/2014/main" id="{ABF5E5C6-5ED5-450F-44C6-03EE425200F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7" name="rc1035">
              <a:extLst>
                <a:ext uri="{FF2B5EF4-FFF2-40B4-BE49-F238E27FC236}">
                  <a16:creationId xmlns:a16="http://schemas.microsoft.com/office/drawing/2014/main" id="{EB7BD144-1A4E-E8CF-197A-4C168AB919A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8" name="rc1036">
              <a:extLst>
                <a:ext uri="{FF2B5EF4-FFF2-40B4-BE49-F238E27FC236}">
                  <a16:creationId xmlns:a16="http://schemas.microsoft.com/office/drawing/2014/main" id="{E4312231-C9A7-8ECA-E353-862F8209EF0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59" name="rc1037">
              <a:extLst>
                <a:ext uri="{FF2B5EF4-FFF2-40B4-BE49-F238E27FC236}">
                  <a16:creationId xmlns:a16="http://schemas.microsoft.com/office/drawing/2014/main" id="{407AB15D-3D82-9C6E-E8CC-CAAF8BE98FD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0" name="rc1038">
              <a:extLst>
                <a:ext uri="{FF2B5EF4-FFF2-40B4-BE49-F238E27FC236}">
                  <a16:creationId xmlns:a16="http://schemas.microsoft.com/office/drawing/2014/main" id="{236C7A95-B3E9-084E-536D-53B390A9E75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1" name="rc1039">
              <a:extLst>
                <a:ext uri="{FF2B5EF4-FFF2-40B4-BE49-F238E27FC236}">
                  <a16:creationId xmlns:a16="http://schemas.microsoft.com/office/drawing/2014/main" id="{9355FAD2-5606-2483-5AC4-3F6F95445B6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2" name="rc1040">
              <a:extLst>
                <a:ext uri="{FF2B5EF4-FFF2-40B4-BE49-F238E27FC236}">
                  <a16:creationId xmlns:a16="http://schemas.microsoft.com/office/drawing/2014/main" id="{EFC6CCAC-6012-2AA8-445B-7ED40C87B5D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3" name="rc1041">
              <a:extLst>
                <a:ext uri="{FF2B5EF4-FFF2-40B4-BE49-F238E27FC236}">
                  <a16:creationId xmlns:a16="http://schemas.microsoft.com/office/drawing/2014/main" id="{C31D07F3-45DB-44D1-09A9-0140EACC483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4" name="rc1042">
              <a:extLst>
                <a:ext uri="{FF2B5EF4-FFF2-40B4-BE49-F238E27FC236}">
                  <a16:creationId xmlns:a16="http://schemas.microsoft.com/office/drawing/2014/main" id="{C097A8A1-642B-2048-4B8A-B4741E4B396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5" name="rc1043">
              <a:extLst>
                <a:ext uri="{FF2B5EF4-FFF2-40B4-BE49-F238E27FC236}">
                  <a16:creationId xmlns:a16="http://schemas.microsoft.com/office/drawing/2014/main" id="{9BD14FE9-96DB-6D5D-0B4D-7885A05B984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6" name="rc1044">
              <a:extLst>
                <a:ext uri="{FF2B5EF4-FFF2-40B4-BE49-F238E27FC236}">
                  <a16:creationId xmlns:a16="http://schemas.microsoft.com/office/drawing/2014/main" id="{55C769A4-3008-D160-0158-60771475A44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7" name="rc1045">
              <a:extLst>
                <a:ext uri="{FF2B5EF4-FFF2-40B4-BE49-F238E27FC236}">
                  <a16:creationId xmlns:a16="http://schemas.microsoft.com/office/drawing/2014/main" id="{75274612-5420-66CC-1C7A-BE8CE5D6B18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8" name="rc1046">
              <a:extLst>
                <a:ext uri="{FF2B5EF4-FFF2-40B4-BE49-F238E27FC236}">
                  <a16:creationId xmlns:a16="http://schemas.microsoft.com/office/drawing/2014/main" id="{ABF44412-85A2-F499-5B8E-51074AF99BD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69" name="rc1047">
              <a:extLst>
                <a:ext uri="{FF2B5EF4-FFF2-40B4-BE49-F238E27FC236}">
                  <a16:creationId xmlns:a16="http://schemas.microsoft.com/office/drawing/2014/main" id="{69B1660D-185D-83AA-0035-66734E40F75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0" name="rc1048">
              <a:extLst>
                <a:ext uri="{FF2B5EF4-FFF2-40B4-BE49-F238E27FC236}">
                  <a16:creationId xmlns:a16="http://schemas.microsoft.com/office/drawing/2014/main" id="{1AD4265A-2598-8D99-E562-746BDBD7043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1" name="rc1049">
              <a:extLst>
                <a:ext uri="{FF2B5EF4-FFF2-40B4-BE49-F238E27FC236}">
                  <a16:creationId xmlns:a16="http://schemas.microsoft.com/office/drawing/2014/main" id="{75CC5837-627E-124D-A1E7-C1F43A5D9D6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2" name="rc1050">
              <a:extLst>
                <a:ext uri="{FF2B5EF4-FFF2-40B4-BE49-F238E27FC236}">
                  <a16:creationId xmlns:a16="http://schemas.microsoft.com/office/drawing/2014/main" id="{AFD16DAD-07C1-4540-CF3C-C4913377412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3" name="rc1051">
              <a:extLst>
                <a:ext uri="{FF2B5EF4-FFF2-40B4-BE49-F238E27FC236}">
                  <a16:creationId xmlns:a16="http://schemas.microsoft.com/office/drawing/2014/main" id="{30C7F6B9-7D0C-03FE-3E2A-B7F394646A7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4" name="rc1052">
              <a:extLst>
                <a:ext uri="{FF2B5EF4-FFF2-40B4-BE49-F238E27FC236}">
                  <a16:creationId xmlns:a16="http://schemas.microsoft.com/office/drawing/2014/main" id="{A8C42246-5587-2B91-3DB1-5293EA1AAE9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5" name="rc1053">
              <a:extLst>
                <a:ext uri="{FF2B5EF4-FFF2-40B4-BE49-F238E27FC236}">
                  <a16:creationId xmlns:a16="http://schemas.microsoft.com/office/drawing/2014/main" id="{13B1D96E-474E-BB13-814E-433469A8B6E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6" name="rc1054">
              <a:extLst>
                <a:ext uri="{FF2B5EF4-FFF2-40B4-BE49-F238E27FC236}">
                  <a16:creationId xmlns:a16="http://schemas.microsoft.com/office/drawing/2014/main" id="{F450F6CD-2025-C93A-3D67-D7D4F5C6A95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7" name="rc1055">
              <a:extLst>
                <a:ext uri="{FF2B5EF4-FFF2-40B4-BE49-F238E27FC236}">
                  <a16:creationId xmlns:a16="http://schemas.microsoft.com/office/drawing/2014/main" id="{2EE065AF-A5C2-A8C4-E8BA-851AABE8F7F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8" name="rc1056">
              <a:extLst>
                <a:ext uri="{FF2B5EF4-FFF2-40B4-BE49-F238E27FC236}">
                  <a16:creationId xmlns:a16="http://schemas.microsoft.com/office/drawing/2014/main" id="{C24D6B78-0521-2040-C11E-D6E36AA07D5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79" name="rc1057">
              <a:extLst>
                <a:ext uri="{FF2B5EF4-FFF2-40B4-BE49-F238E27FC236}">
                  <a16:creationId xmlns:a16="http://schemas.microsoft.com/office/drawing/2014/main" id="{E02CD2C4-3A61-50B3-3C03-A7EFDBC9448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0" name="rc1058">
              <a:extLst>
                <a:ext uri="{FF2B5EF4-FFF2-40B4-BE49-F238E27FC236}">
                  <a16:creationId xmlns:a16="http://schemas.microsoft.com/office/drawing/2014/main" id="{2BA58CCB-8402-93DD-98C9-14F0FEB0A00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1" name="rc1059">
              <a:extLst>
                <a:ext uri="{FF2B5EF4-FFF2-40B4-BE49-F238E27FC236}">
                  <a16:creationId xmlns:a16="http://schemas.microsoft.com/office/drawing/2014/main" id="{C90D0C56-DF4C-6B6A-FC82-ECEAA8251E8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2" name="rc1060">
              <a:extLst>
                <a:ext uri="{FF2B5EF4-FFF2-40B4-BE49-F238E27FC236}">
                  <a16:creationId xmlns:a16="http://schemas.microsoft.com/office/drawing/2014/main" id="{2C597FC7-38E3-8642-BCCB-8E256368DA2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3" name="rc1061">
              <a:extLst>
                <a:ext uri="{FF2B5EF4-FFF2-40B4-BE49-F238E27FC236}">
                  <a16:creationId xmlns:a16="http://schemas.microsoft.com/office/drawing/2014/main" id="{F962A57E-5167-608C-31F1-8D5A5012DE9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4" name="rc1062">
              <a:extLst>
                <a:ext uri="{FF2B5EF4-FFF2-40B4-BE49-F238E27FC236}">
                  <a16:creationId xmlns:a16="http://schemas.microsoft.com/office/drawing/2014/main" id="{F19EA49A-7053-A74D-F1F5-B122438C66F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5" name="rc1063">
              <a:extLst>
                <a:ext uri="{FF2B5EF4-FFF2-40B4-BE49-F238E27FC236}">
                  <a16:creationId xmlns:a16="http://schemas.microsoft.com/office/drawing/2014/main" id="{DA284EED-E788-62B4-396B-3BA08EDD3DD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6" name="rc1064">
              <a:extLst>
                <a:ext uri="{FF2B5EF4-FFF2-40B4-BE49-F238E27FC236}">
                  <a16:creationId xmlns:a16="http://schemas.microsoft.com/office/drawing/2014/main" id="{A8714369-57C6-4711-988C-774479A5E7F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7" name="rc1065">
              <a:extLst>
                <a:ext uri="{FF2B5EF4-FFF2-40B4-BE49-F238E27FC236}">
                  <a16:creationId xmlns:a16="http://schemas.microsoft.com/office/drawing/2014/main" id="{9EA7D13F-7BE9-E852-B644-B391235C275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8" name="rc1066">
              <a:extLst>
                <a:ext uri="{FF2B5EF4-FFF2-40B4-BE49-F238E27FC236}">
                  <a16:creationId xmlns:a16="http://schemas.microsoft.com/office/drawing/2014/main" id="{42B41B47-8AEA-4E35-EB81-D611A073B72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89" name="rc1067">
              <a:extLst>
                <a:ext uri="{FF2B5EF4-FFF2-40B4-BE49-F238E27FC236}">
                  <a16:creationId xmlns:a16="http://schemas.microsoft.com/office/drawing/2014/main" id="{791CB994-295A-38A5-81AF-33A37C3E8C8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0" name="rc1068">
              <a:extLst>
                <a:ext uri="{FF2B5EF4-FFF2-40B4-BE49-F238E27FC236}">
                  <a16:creationId xmlns:a16="http://schemas.microsoft.com/office/drawing/2014/main" id="{67637C00-A23B-A2CA-FA8F-990DE00109E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1" name="rc1069">
              <a:extLst>
                <a:ext uri="{FF2B5EF4-FFF2-40B4-BE49-F238E27FC236}">
                  <a16:creationId xmlns:a16="http://schemas.microsoft.com/office/drawing/2014/main" id="{A8F73DB3-5A3B-3663-A61E-B5922A9D022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2" name="rc1070">
              <a:extLst>
                <a:ext uri="{FF2B5EF4-FFF2-40B4-BE49-F238E27FC236}">
                  <a16:creationId xmlns:a16="http://schemas.microsoft.com/office/drawing/2014/main" id="{CBF6A769-2175-2822-985D-C919699C931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3" name="rc1071">
              <a:extLst>
                <a:ext uri="{FF2B5EF4-FFF2-40B4-BE49-F238E27FC236}">
                  <a16:creationId xmlns:a16="http://schemas.microsoft.com/office/drawing/2014/main" id="{4F8001D3-A89B-C606-0BB1-7AE4F4138D4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4" name="rc1072">
              <a:extLst>
                <a:ext uri="{FF2B5EF4-FFF2-40B4-BE49-F238E27FC236}">
                  <a16:creationId xmlns:a16="http://schemas.microsoft.com/office/drawing/2014/main" id="{667E1B8E-EEFF-2D35-97A4-52B992E48B7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5" name="rc1073">
              <a:extLst>
                <a:ext uri="{FF2B5EF4-FFF2-40B4-BE49-F238E27FC236}">
                  <a16:creationId xmlns:a16="http://schemas.microsoft.com/office/drawing/2014/main" id="{E2848786-C6FF-DCC4-513A-8ADC19B3971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6" name="rc1074">
              <a:extLst>
                <a:ext uri="{FF2B5EF4-FFF2-40B4-BE49-F238E27FC236}">
                  <a16:creationId xmlns:a16="http://schemas.microsoft.com/office/drawing/2014/main" id="{DD39A514-AEC8-6F15-285A-EA05F36A1E9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7" name="rc1075">
              <a:extLst>
                <a:ext uri="{FF2B5EF4-FFF2-40B4-BE49-F238E27FC236}">
                  <a16:creationId xmlns:a16="http://schemas.microsoft.com/office/drawing/2014/main" id="{68A014E8-5F02-9857-B17A-BEF64D082E5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8" name="rc1076">
              <a:extLst>
                <a:ext uri="{FF2B5EF4-FFF2-40B4-BE49-F238E27FC236}">
                  <a16:creationId xmlns:a16="http://schemas.microsoft.com/office/drawing/2014/main" id="{5823BE6E-2ADB-DE84-C1F7-696F328DF2D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699" name="rc1077">
              <a:extLst>
                <a:ext uri="{FF2B5EF4-FFF2-40B4-BE49-F238E27FC236}">
                  <a16:creationId xmlns:a16="http://schemas.microsoft.com/office/drawing/2014/main" id="{F41C143B-762A-210A-47F0-A62E50B79F1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0" name="rc1078">
              <a:extLst>
                <a:ext uri="{FF2B5EF4-FFF2-40B4-BE49-F238E27FC236}">
                  <a16:creationId xmlns:a16="http://schemas.microsoft.com/office/drawing/2014/main" id="{778FB635-4B6F-0882-F485-6A9C7FEA88D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1" name="rc1079">
              <a:extLst>
                <a:ext uri="{FF2B5EF4-FFF2-40B4-BE49-F238E27FC236}">
                  <a16:creationId xmlns:a16="http://schemas.microsoft.com/office/drawing/2014/main" id="{CB2FACCA-3F20-7B42-84E7-160ADBBDC65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2" name="rc1080">
              <a:extLst>
                <a:ext uri="{FF2B5EF4-FFF2-40B4-BE49-F238E27FC236}">
                  <a16:creationId xmlns:a16="http://schemas.microsoft.com/office/drawing/2014/main" id="{F51EDB15-0ED1-0A98-42E8-58F03C38D91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3" name="rc1081">
              <a:extLst>
                <a:ext uri="{FF2B5EF4-FFF2-40B4-BE49-F238E27FC236}">
                  <a16:creationId xmlns:a16="http://schemas.microsoft.com/office/drawing/2014/main" id="{E429D517-9C72-8267-AEAD-B8212BD32B9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4" name="rc1082">
              <a:extLst>
                <a:ext uri="{FF2B5EF4-FFF2-40B4-BE49-F238E27FC236}">
                  <a16:creationId xmlns:a16="http://schemas.microsoft.com/office/drawing/2014/main" id="{087F652F-3D61-4515-E7B2-828D5AC786C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5" name="rc1083">
              <a:extLst>
                <a:ext uri="{FF2B5EF4-FFF2-40B4-BE49-F238E27FC236}">
                  <a16:creationId xmlns:a16="http://schemas.microsoft.com/office/drawing/2014/main" id="{4B0A5BD3-5556-5AE0-7B67-816CAA8A177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6" name="rc1084">
              <a:extLst>
                <a:ext uri="{FF2B5EF4-FFF2-40B4-BE49-F238E27FC236}">
                  <a16:creationId xmlns:a16="http://schemas.microsoft.com/office/drawing/2014/main" id="{03536F65-B41B-6F37-16D3-43D6D94821F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7" name="rc1085">
              <a:extLst>
                <a:ext uri="{FF2B5EF4-FFF2-40B4-BE49-F238E27FC236}">
                  <a16:creationId xmlns:a16="http://schemas.microsoft.com/office/drawing/2014/main" id="{2885D8D1-E76B-F8E4-ED0B-F675191B98D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8" name="rc1086">
              <a:extLst>
                <a:ext uri="{FF2B5EF4-FFF2-40B4-BE49-F238E27FC236}">
                  <a16:creationId xmlns:a16="http://schemas.microsoft.com/office/drawing/2014/main" id="{75DA39E4-70CE-06CE-FE70-5141FD20C7B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09" name="rc1087">
              <a:extLst>
                <a:ext uri="{FF2B5EF4-FFF2-40B4-BE49-F238E27FC236}">
                  <a16:creationId xmlns:a16="http://schemas.microsoft.com/office/drawing/2014/main" id="{0E5CD9A4-3B22-E8FE-D77C-9A3BE0CC883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0" name="rc1088">
              <a:extLst>
                <a:ext uri="{FF2B5EF4-FFF2-40B4-BE49-F238E27FC236}">
                  <a16:creationId xmlns:a16="http://schemas.microsoft.com/office/drawing/2014/main" id="{D0821C1A-ED40-C511-CE1F-5E6032DC2D6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1" name="rc1089">
              <a:extLst>
                <a:ext uri="{FF2B5EF4-FFF2-40B4-BE49-F238E27FC236}">
                  <a16:creationId xmlns:a16="http://schemas.microsoft.com/office/drawing/2014/main" id="{C31D0995-ABFE-642D-D2D1-42DC87E0BDD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2" name="rc1090">
              <a:extLst>
                <a:ext uri="{FF2B5EF4-FFF2-40B4-BE49-F238E27FC236}">
                  <a16:creationId xmlns:a16="http://schemas.microsoft.com/office/drawing/2014/main" id="{0600BA4C-7D0E-1AA2-92F0-6CD12285A56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3" name="rc1091">
              <a:extLst>
                <a:ext uri="{FF2B5EF4-FFF2-40B4-BE49-F238E27FC236}">
                  <a16:creationId xmlns:a16="http://schemas.microsoft.com/office/drawing/2014/main" id="{2ADBCE79-711D-BA0B-7656-54E27398005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4" name="rc1092">
              <a:extLst>
                <a:ext uri="{FF2B5EF4-FFF2-40B4-BE49-F238E27FC236}">
                  <a16:creationId xmlns:a16="http://schemas.microsoft.com/office/drawing/2014/main" id="{662B2EA5-6DBA-752A-900B-F20ACB640C2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5" name="rc1093">
              <a:extLst>
                <a:ext uri="{FF2B5EF4-FFF2-40B4-BE49-F238E27FC236}">
                  <a16:creationId xmlns:a16="http://schemas.microsoft.com/office/drawing/2014/main" id="{197ACBEC-0AD1-236E-1FCF-600FE89AF5F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6" name="rc1094">
              <a:extLst>
                <a:ext uri="{FF2B5EF4-FFF2-40B4-BE49-F238E27FC236}">
                  <a16:creationId xmlns:a16="http://schemas.microsoft.com/office/drawing/2014/main" id="{509EAFC3-D9D9-357C-A127-AE11FE86FD8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7" name="rc1095">
              <a:extLst>
                <a:ext uri="{FF2B5EF4-FFF2-40B4-BE49-F238E27FC236}">
                  <a16:creationId xmlns:a16="http://schemas.microsoft.com/office/drawing/2014/main" id="{0F327675-4B16-B670-5544-F29B5E3AEF6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8" name="rc1096">
              <a:extLst>
                <a:ext uri="{FF2B5EF4-FFF2-40B4-BE49-F238E27FC236}">
                  <a16:creationId xmlns:a16="http://schemas.microsoft.com/office/drawing/2014/main" id="{4DB86AA0-06D5-0CF5-451C-3E36A46F513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19" name="rc1097">
              <a:extLst>
                <a:ext uri="{FF2B5EF4-FFF2-40B4-BE49-F238E27FC236}">
                  <a16:creationId xmlns:a16="http://schemas.microsoft.com/office/drawing/2014/main" id="{7F1F25FE-FF05-05C6-65BC-A308AE8196C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0" name="rc1098">
              <a:extLst>
                <a:ext uri="{FF2B5EF4-FFF2-40B4-BE49-F238E27FC236}">
                  <a16:creationId xmlns:a16="http://schemas.microsoft.com/office/drawing/2014/main" id="{BA698B43-B375-11B9-3AB7-249533C16C0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1" name="rc1099">
              <a:extLst>
                <a:ext uri="{FF2B5EF4-FFF2-40B4-BE49-F238E27FC236}">
                  <a16:creationId xmlns:a16="http://schemas.microsoft.com/office/drawing/2014/main" id="{9EEA4D85-6E38-B2A8-128E-86599543DC7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2" name="rc1100">
              <a:extLst>
                <a:ext uri="{FF2B5EF4-FFF2-40B4-BE49-F238E27FC236}">
                  <a16:creationId xmlns:a16="http://schemas.microsoft.com/office/drawing/2014/main" id="{53B10FAD-E640-8762-BDA0-D61A4FED0D9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3" name="rc1101">
              <a:extLst>
                <a:ext uri="{FF2B5EF4-FFF2-40B4-BE49-F238E27FC236}">
                  <a16:creationId xmlns:a16="http://schemas.microsoft.com/office/drawing/2014/main" id="{0092E913-ACAD-A48D-F072-7D923B8A990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4" name="rc1102">
              <a:extLst>
                <a:ext uri="{FF2B5EF4-FFF2-40B4-BE49-F238E27FC236}">
                  <a16:creationId xmlns:a16="http://schemas.microsoft.com/office/drawing/2014/main" id="{92756BAB-0E28-2BC3-85C3-6B95BD357C9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5" name="rc1103">
              <a:extLst>
                <a:ext uri="{FF2B5EF4-FFF2-40B4-BE49-F238E27FC236}">
                  <a16:creationId xmlns:a16="http://schemas.microsoft.com/office/drawing/2014/main" id="{47FF3FB6-6E4D-6A4E-7413-9476E02C207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6" name="rc1104">
              <a:extLst>
                <a:ext uri="{FF2B5EF4-FFF2-40B4-BE49-F238E27FC236}">
                  <a16:creationId xmlns:a16="http://schemas.microsoft.com/office/drawing/2014/main" id="{0773285B-6CE9-318D-8511-B5BC5C2FB22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7" name="rc1105">
              <a:extLst>
                <a:ext uri="{FF2B5EF4-FFF2-40B4-BE49-F238E27FC236}">
                  <a16:creationId xmlns:a16="http://schemas.microsoft.com/office/drawing/2014/main" id="{054B51EF-7BCA-7713-1FFB-7C05A1C9A1A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8" name="rc1106">
              <a:extLst>
                <a:ext uri="{FF2B5EF4-FFF2-40B4-BE49-F238E27FC236}">
                  <a16:creationId xmlns:a16="http://schemas.microsoft.com/office/drawing/2014/main" id="{D294E08D-CFD5-F3F7-87B3-9DF90529FCC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29" name="rc1107">
              <a:extLst>
                <a:ext uri="{FF2B5EF4-FFF2-40B4-BE49-F238E27FC236}">
                  <a16:creationId xmlns:a16="http://schemas.microsoft.com/office/drawing/2014/main" id="{A872C088-19A4-42E9-9946-144E2B10D8A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0" name="rc1108">
              <a:extLst>
                <a:ext uri="{FF2B5EF4-FFF2-40B4-BE49-F238E27FC236}">
                  <a16:creationId xmlns:a16="http://schemas.microsoft.com/office/drawing/2014/main" id="{7587BAF2-8614-A6C1-CCD8-E5BF7CE5BDF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1" name="rc1109">
              <a:extLst>
                <a:ext uri="{FF2B5EF4-FFF2-40B4-BE49-F238E27FC236}">
                  <a16:creationId xmlns:a16="http://schemas.microsoft.com/office/drawing/2014/main" id="{EAE23B1C-CA1E-2DE6-67E1-A4BF2A07CE9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2" name="rc1110">
              <a:extLst>
                <a:ext uri="{FF2B5EF4-FFF2-40B4-BE49-F238E27FC236}">
                  <a16:creationId xmlns:a16="http://schemas.microsoft.com/office/drawing/2014/main" id="{E5DA57A6-615B-35FA-3EBB-8C9E5521007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3" name="rc1111">
              <a:extLst>
                <a:ext uri="{FF2B5EF4-FFF2-40B4-BE49-F238E27FC236}">
                  <a16:creationId xmlns:a16="http://schemas.microsoft.com/office/drawing/2014/main" id="{53826FE4-9F72-D9D3-3E84-B172CDBD2B2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4" name="rc1112">
              <a:extLst>
                <a:ext uri="{FF2B5EF4-FFF2-40B4-BE49-F238E27FC236}">
                  <a16:creationId xmlns:a16="http://schemas.microsoft.com/office/drawing/2014/main" id="{45652B3F-7DAB-9738-0A83-C07A1FEC508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5" name="rc1113">
              <a:extLst>
                <a:ext uri="{FF2B5EF4-FFF2-40B4-BE49-F238E27FC236}">
                  <a16:creationId xmlns:a16="http://schemas.microsoft.com/office/drawing/2014/main" id="{56EEE2FA-050E-49B0-9814-DCC461EE13A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6" name="rc1114">
              <a:extLst>
                <a:ext uri="{FF2B5EF4-FFF2-40B4-BE49-F238E27FC236}">
                  <a16:creationId xmlns:a16="http://schemas.microsoft.com/office/drawing/2014/main" id="{149C51C6-2E2A-C0A9-0A70-F0B28917E56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7" name="rc1115">
              <a:extLst>
                <a:ext uri="{FF2B5EF4-FFF2-40B4-BE49-F238E27FC236}">
                  <a16:creationId xmlns:a16="http://schemas.microsoft.com/office/drawing/2014/main" id="{AD517016-D263-047F-25D6-458055B0EB2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8" name="rc1116">
              <a:extLst>
                <a:ext uri="{FF2B5EF4-FFF2-40B4-BE49-F238E27FC236}">
                  <a16:creationId xmlns:a16="http://schemas.microsoft.com/office/drawing/2014/main" id="{ECFE2312-4F78-D12C-65B0-C936326C9B3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39" name="rc1117">
              <a:extLst>
                <a:ext uri="{FF2B5EF4-FFF2-40B4-BE49-F238E27FC236}">
                  <a16:creationId xmlns:a16="http://schemas.microsoft.com/office/drawing/2014/main" id="{970D8D5B-CCE8-EAF7-E856-4AD16C3A62D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0" name="rc1118">
              <a:extLst>
                <a:ext uri="{FF2B5EF4-FFF2-40B4-BE49-F238E27FC236}">
                  <a16:creationId xmlns:a16="http://schemas.microsoft.com/office/drawing/2014/main" id="{F51DE550-8BE9-E25A-9E8E-BD18836B2F0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1" name="rc1119">
              <a:extLst>
                <a:ext uri="{FF2B5EF4-FFF2-40B4-BE49-F238E27FC236}">
                  <a16:creationId xmlns:a16="http://schemas.microsoft.com/office/drawing/2014/main" id="{D7DF280D-1A98-6051-C4D2-505C3D9AC19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2" name="rc1120">
              <a:extLst>
                <a:ext uri="{FF2B5EF4-FFF2-40B4-BE49-F238E27FC236}">
                  <a16:creationId xmlns:a16="http://schemas.microsoft.com/office/drawing/2014/main" id="{1473499D-DE9C-8CE8-29B5-D092B8399CC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3" name="rc1121">
              <a:extLst>
                <a:ext uri="{FF2B5EF4-FFF2-40B4-BE49-F238E27FC236}">
                  <a16:creationId xmlns:a16="http://schemas.microsoft.com/office/drawing/2014/main" id="{62726A55-97EF-6BD7-05AE-E0C2D4F7749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4" name="rc1122">
              <a:extLst>
                <a:ext uri="{FF2B5EF4-FFF2-40B4-BE49-F238E27FC236}">
                  <a16:creationId xmlns:a16="http://schemas.microsoft.com/office/drawing/2014/main" id="{D9BF4B88-0192-A84A-E57A-B51E559C91A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5" name="rc1123">
              <a:extLst>
                <a:ext uri="{FF2B5EF4-FFF2-40B4-BE49-F238E27FC236}">
                  <a16:creationId xmlns:a16="http://schemas.microsoft.com/office/drawing/2014/main" id="{17F684CC-1BB5-F8B9-033A-94E608CC600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6" name="rc1124">
              <a:extLst>
                <a:ext uri="{FF2B5EF4-FFF2-40B4-BE49-F238E27FC236}">
                  <a16:creationId xmlns:a16="http://schemas.microsoft.com/office/drawing/2014/main" id="{E423F913-7CAB-1DBD-6419-3CFDE01D876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7" name="rc1125">
              <a:extLst>
                <a:ext uri="{FF2B5EF4-FFF2-40B4-BE49-F238E27FC236}">
                  <a16:creationId xmlns:a16="http://schemas.microsoft.com/office/drawing/2014/main" id="{84B16F8C-C74D-53B7-FEDE-5CDCC175174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8" name="rc1126">
              <a:extLst>
                <a:ext uri="{FF2B5EF4-FFF2-40B4-BE49-F238E27FC236}">
                  <a16:creationId xmlns:a16="http://schemas.microsoft.com/office/drawing/2014/main" id="{5D1E1B7E-AC69-13C4-0B56-9F710119EAC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49" name="rc1127">
              <a:extLst>
                <a:ext uri="{FF2B5EF4-FFF2-40B4-BE49-F238E27FC236}">
                  <a16:creationId xmlns:a16="http://schemas.microsoft.com/office/drawing/2014/main" id="{03E026DF-0785-2993-2E04-6B40411545F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0" name="rc1128">
              <a:extLst>
                <a:ext uri="{FF2B5EF4-FFF2-40B4-BE49-F238E27FC236}">
                  <a16:creationId xmlns:a16="http://schemas.microsoft.com/office/drawing/2014/main" id="{5B4CBE31-9F8B-F6FA-579B-89D713C5883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1" name="rc1129">
              <a:extLst>
                <a:ext uri="{FF2B5EF4-FFF2-40B4-BE49-F238E27FC236}">
                  <a16:creationId xmlns:a16="http://schemas.microsoft.com/office/drawing/2014/main" id="{F94428F7-0012-76F0-4367-3B9C67D17E7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2" name="rc1130">
              <a:extLst>
                <a:ext uri="{FF2B5EF4-FFF2-40B4-BE49-F238E27FC236}">
                  <a16:creationId xmlns:a16="http://schemas.microsoft.com/office/drawing/2014/main" id="{3FBDCEEE-90B7-A28E-5C7F-12CC43CC40C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3" name="rc1131">
              <a:extLst>
                <a:ext uri="{FF2B5EF4-FFF2-40B4-BE49-F238E27FC236}">
                  <a16:creationId xmlns:a16="http://schemas.microsoft.com/office/drawing/2014/main" id="{172A1ED6-56CE-28AC-2BA6-33F481CAF34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4" name="rc1132">
              <a:extLst>
                <a:ext uri="{FF2B5EF4-FFF2-40B4-BE49-F238E27FC236}">
                  <a16:creationId xmlns:a16="http://schemas.microsoft.com/office/drawing/2014/main" id="{B9445CEF-B5CF-7E9D-3328-FDF0AAE0BE5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5" name="rc1133">
              <a:extLst>
                <a:ext uri="{FF2B5EF4-FFF2-40B4-BE49-F238E27FC236}">
                  <a16:creationId xmlns:a16="http://schemas.microsoft.com/office/drawing/2014/main" id="{5C4F22BE-6E0D-BB63-4A07-BDDFC149876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6" name="rc1134">
              <a:extLst>
                <a:ext uri="{FF2B5EF4-FFF2-40B4-BE49-F238E27FC236}">
                  <a16:creationId xmlns:a16="http://schemas.microsoft.com/office/drawing/2014/main" id="{D0011987-C63A-9A9B-DFFF-51DB55E592A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7" name="rc1135">
              <a:extLst>
                <a:ext uri="{FF2B5EF4-FFF2-40B4-BE49-F238E27FC236}">
                  <a16:creationId xmlns:a16="http://schemas.microsoft.com/office/drawing/2014/main" id="{5B62C299-A4E4-720D-2CD9-887CFB26DE9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8" name="rc1136">
              <a:extLst>
                <a:ext uri="{FF2B5EF4-FFF2-40B4-BE49-F238E27FC236}">
                  <a16:creationId xmlns:a16="http://schemas.microsoft.com/office/drawing/2014/main" id="{F3AC7023-D563-2197-C601-F378E2E79BA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59" name="rc1137">
              <a:extLst>
                <a:ext uri="{FF2B5EF4-FFF2-40B4-BE49-F238E27FC236}">
                  <a16:creationId xmlns:a16="http://schemas.microsoft.com/office/drawing/2014/main" id="{8F4C3DC5-8CB7-4A2D-61EC-5CC4284A20B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0" name="rc1138">
              <a:extLst>
                <a:ext uri="{FF2B5EF4-FFF2-40B4-BE49-F238E27FC236}">
                  <a16:creationId xmlns:a16="http://schemas.microsoft.com/office/drawing/2014/main" id="{B2CA04C9-CC1B-7661-9A41-1621D2F25D4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1" name="rc1139">
              <a:extLst>
                <a:ext uri="{FF2B5EF4-FFF2-40B4-BE49-F238E27FC236}">
                  <a16:creationId xmlns:a16="http://schemas.microsoft.com/office/drawing/2014/main" id="{A8A3143D-1D56-6ECB-CDCC-80B75A4A355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2" name="rc1140">
              <a:extLst>
                <a:ext uri="{FF2B5EF4-FFF2-40B4-BE49-F238E27FC236}">
                  <a16:creationId xmlns:a16="http://schemas.microsoft.com/office/drawing/2014/main" id="{0BC64346-85BD-0D94-6FDA-9710C4BC1F3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3" name="rc1141">
              <a:extLst>
                <a:ext uri="{FF2B5EF4-FFF2-40B4-BE49-F238E27FC236}">
                  <a16:creationId xmlns:a16="http://schemas.microsoft.com/office/drawing/2014/main" id="{EE868B29-1FB2-2DC4-1DA8-9A245FFF05A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4" name="rc1142">
              <a:extLst>
                <a:ext uri="{FF2B5EF4-FFF2-40B4-BE49-F238E27FC236}">
                  <a16:creationId xmlns:a16="http://schemas.microsoft.com/office/drawing/2014/main" id="{997E6557-F657-E493-1373-A52F2BC539B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5" name="rc1143">
              <a:extLst>
                <a:ext uri="{FF2B5EF4-FFF2-40B4-BE49-F238E27FC236}">
                  <a16:creationId xmlns:a16="http://schemas.microsoft.com/office/drawing/2014/main" id="{A0E2BD2D-5C1D-1C2D-52B4-958E05AC6BD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6" name="rc1144">
              <a:extLst>
                <a:ext uri="{FF2B5EF4-FFF2-40B4-BE49-F238E27FC236}">
                  <a16:creationId xmlns:a16="http://schemas.microsoft.com/office/drawing/2014/main" id="{C0E9B858-6356-92E2-D8C4-2B82D4B1AE5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7" name="rc1145">
              <a:extLst>
                <a:ext uri="{FF2B5EF4-FFF2-40B4-BE49-F238E27FC236}">
                  <a16:creationId xmlns:a16="http://schemas.microsoft.com/office/drawing/2014/main" id="{CD8245EC-3BFC-EABD-0FE8-891447988D7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8" name="rc1146">
              <a:extLst>
                <a:ext uri="{FF2B5EF4-FFF2-40B4-BE49-F238E27FC236}">
                  <a16:creationId xmlns:a16="http://schemas.microsoft.com/office/drawing/2014/main" id="{DC08F55E-0488-8AF5-D610-86672B7A241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69" name="rc1147">
              <a:extLst>
                <a:ext uri="{FF2B5EF4-FFF2-40B4-BE49-F238E27FC236}">
                  <a16:creationId xmlns:a16="http://schemas.microsoft.com/office/drawing/2014/main" id="{F8532235-14E3-E2B3-3A95-0F0AEB9879D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0" name="rc1148">
              <a:extLst>
                <a:ext uri="{FF2B5EF4-FFF2-40B4-BE49-F238E27FC236}">
                  <a16:creationId xmlns:a16="http://schemas.microsoft.com/office/drawing/2014/main" id="{6AC34C53-971A-8D2D-3278-062B767F743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1" name="rc1149">
              <a:extLst>
                <a:ext uri="{FF2B5EF4-FFF2-40B4-BE49-F238E27FC236}">
                  <a16:creationId xmlns:a16="http://schemas.microsoft.com/office/drawing/2014/main" id="{96154E9B-EF23-42F9-70B7-4C5506B1495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2" name="rc1150">
              <a:extLst>
                <a:ext uri="{FF2B5EF4-FFF2-40B4-BE49-F238E27FC236}">
                  <a16:creationId xmlns:a16="http://schemas.microsoft.com/office/drawing/2014/main" id="{7E497A20-4387-A4DE-1523-E18A2E1B6B0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3" name="rc1151">
              <a:extLst>
                <a:ext uri="{FF2B5EF4-FFF2-40B4-BE49-F238E27FC236}">
                  <a16:creationId xmlns:a16="http://schemas.microsoft.com/office/drawing/2014/main" id="{2935C33E-C2B4-FC0C-9395-493E82FFA48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4" name="rc1152">
              <a:extLst>
                <a:ext uri="{FF2B5EF4-FFF2-40B4-BE49-F238E27FC236}">
                  <a16:creationId xmlns:a16="http://schemas.microsoft.com/office/drawing/2014/main" id="{C156D162-B5A2-3636-A236-156F5F32914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5" name="rc1153">
              <a:extLst>
                <a:ext uri="{FF2B5EF4-FFF2-40B4-BE49-F238E27FC236}">
                  <a16:creationId xmlns:a16="http://schemas.microsoft.com/office/drawing/2014/main" id="{F42EA0B6-42D4-A68C-0D07-8C8B73EB322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6" name="rc1154">
              <a:extLst>
                <a:ext uri="{FF2B5EF4-FFF2-40B4-BE49-F238E27FC236}">
                  <a16:creationId xmlns:a16="http://schemas.microsoft.com/office/drawing/2014/main" id="{D0A2DB30-1B57-5252-1849-281B6282111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7" name="rc1155">
              <a:extLst>
                <a:ext uri="{FF2B5EF4-FFF2-40B4-BE49-F238E27FC236}">
                  <a16:creationId xmlns:a16="http://schemas.microsoft.com/office/drawing/2014/main" id="{1EFFE057-0E40-B5F8-AB43-BAD88EB44D4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8" name="rc1156">
              <a:extLst>
                <a:ext uri="{FF2B5EF4-FFF2-40B4-BE49-F238E27FC236}">
                  <a16:creationId xmlns:a16="http://schemas.microsoft.com/office/drawing/2014/main" id="{2E8D0489-C94D-1A55-24A5-DBCE163ABB3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79" name="rc1157">
              <a:extLst>
                <a:ext uri="{FF2B5EF4-FFF2-40B4-BE49-F238E27FC236}">
                  <a16:creationId xmlns:a16="http://schemas.microsoft.com/office/drawing/2014/main" id="{1024135A-5D53-2863-4111-796C116F4B2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0" name="rc1158">
              <a:extLst>
                <a:ext uri="{FF2B5EF4-FFF2-40B4-BE49-F238E27FC236}">
                  <a16:creationId xmlns:a16="http://schemas.microsoft.com/office/drawing/2014/main" id="{8186FA92-3480-2CD5-BC0D-B4BEC5D05E3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1" name="rc1159">
              <a:extLst>
                <a:ext uri="{FF2B5EF4-FFF2-40B4-BE49-F238E27FC236}">
                  <a16:creationId xmlns:a16="http://schemas.microsoft.com/office/drawing/2014/main" id="{99B988F0-8CA0-BB23-1C9F-4D7B6117A2E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2" name="rc1160">
              <a:extLst>
                <a:ext uri="{FF2B5EF4-FFF2-40B4-BE49-F238E27FC236}">
                  <a16:creationId xmlns:a16="http://schemas.microsoft.com/office/drawing/2014/main" id="{B5E48732-A4D6-D63E-7D1A-CC35D0A76BF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3" name="rc1161">
              <a:extLst>
                <a:ext uri="{FF2B5EF4-FFF2-40B4-BE49-F238E27FC236}">
                  <a16:creationId xmlns:a16="http://schemas.microsoft.com/office/drawing/2014/main" id="{E48210D0-B4F5-AD0A-7000-0032C6F6380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4" name="rc1162">
              <a:extLst>
                <a:ext uri="{FF2B5EF4-FFF2-40B4-BE49-F238E27FC236}">
                  <a16:creationId xmlns:a16="http://schemas.microsoft.com/office/drawing/2014/main" id="{8127B3CC-5042-E5E5-E969-86B3E1B0E01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5" name="rc1163">
              <a:extLst>
                <a:ext uri="{FF2B5EF4-FFF2-40B4-BE49-F238E27FC236}">
                  <a16:creationId xmlns:a16="http://schemas.microsoft.com/office/drawing/2014/main" id="{6A330CA4-8FAD-CD53-9C02-885E7920BEC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6" name="rc1164">
              <a:extLst>
                <a:ext uri="{FF2B5EF4-FFF2-40B4-BE49-F238E27FC236}">
                  <a16:creationId xmlns:a16="http://schemas.microsoft.com/office/drawing/2014/main" id="{64211CDE-6C56-E1E0-B9E7-88308D0AA96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7" name="rc1165">
              <a:extLst>
                <a:ext uri="{FF2B5EF4-FFF2-40B4-BE49-F238E27FC236}">
                  <a16:creationId xmlns:a16="http://schemas.microsoft.com/office/drawing/2014/main" id="{FA914CFA-4D6B-7E5B-14AD-B4FFFB06AA0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8" name="rc1166">
              <a:extLst>
                <a:ext uri="{FF2B5EF4-FFF2-40B4-BE49-F238E27FC236}">
                  <a16:creationId xmlns:a16="http://schemas.microsoft.com/office/drawing/2014/main" id="{88F73FB0-A86C-F021-683C-CFE2B3F4839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89" name="rc1167">
              <a:extLst>
                <a:ext uri="{FF2B5EF4-FFF2-40B4-BE49-F238E27FC236}">
                  <a16:creationId xmlns:a16="http://schemas.microsoft.com/office/drawing/2014/main" id="{9EA8191C-D0C1-02B9-983F-AED187D11A0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0" name="rc1168">
              <a:extLst>
                <a:ext uri="{FF2B5EF4-FFF2-40B4-BE49-F238E27FC236}">
                  <a16:creationId xmlns:a16="http://schemas.microsoft.com/office/drawing/2014/main" id="{59593AAA-C6AC-47E3-58DD-4B719AA3E7A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1" name="rc1169">
              <a:extLst>
                <a:ext uri="{FF2B5EF4-FFF2-40B4-BE49-F238E27FC236}">
                  <a16:creationId xmlns:a16="http://schemas.microsoft.com/office/drawing/2014/main" id="{8BBAA68B-446C-82C6-0005-7C933275E98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2" name="rc1170">
              <a:extLst>
                <a:ext uri="{FF2B5EF4-FFF2-40B4-BE49-F238E27FC236}">
                  <a16:creationId xmlns:a16="http://schemas.microsoft.com/office/drawing/2014/main" id="{A14A6F46-23F8-ACD7-6D43-654115AD3A9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3" name="rc1171">
              <a:extLst>
                <a:ext uri="{FF2B5EF4-FFF2-40B4-BE49-F238E27FC236}">
                  <a16:creationId xmlns:a16="http://schemas.microsoft.com/office/drawing/2014/main" id="{2B13B269-44A0-8B65-8D75-1EBEE23BA7A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4" name="rc1172">
              <a:extLst>
                <a:ext uri="{FF2B5EF4-FFF2-40B4-BE49-F238E27FC236}">
                  <a16:creationId xmlns:a16="http://schemas.microsoft.com/office/drawing/2014/main" id="{F0D97FFD-FDA5-C8B7-BD2E-C7DAD964D42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5" name="rc1173">
              <a:extLst>
                <a:ext uri="{FF2B5EF4-FFF2-40B4-BE49-F238E27FC236}">
                  <a16:creationId xmlns:a16="http://schemas.microsoft.com/office/drawing/2014/main" id="{603E71EC-1B61-1685-1577-EA75898CB57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6" name="rc1174">
              <a:extLst>
                <a:ext uri="{FF2B5EF4-FFF2-40B4-BE49-F238E27FC236}">
                  <a16:creationId xmlns:a16="http://schemas.microsoft.com/office/drawing/2014/main" id="{31468F0B-B1A2-DD9C-7F41-5E8D939B15D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7" name="rc1175">
              <a:extLst>
                <a:ext uri="{FF2B5EF4-FFF2-40B4-BE49-F238E27FC236}">
                  <a16:creationId xmlns:a16="http://schemas.microsoft.com/office/drawing/2014/main" id="{9DA24EDD-4A77-FE2E-970C-285FC08DED6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8" name="rc1176">
              <a:extLst>
                <a:ext uri="{FF2B5EF4-FFF2-40B4-BE49-F238E27FC236}">
                  <a16:creationId xmlns:a16="http://schemas.microsoft.com/office/drawing/2014/main" id="{D427BB96-735F-9194-2408-4B994F2C879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799" name="rc1177">
              <a:extLst>
                <a:ext uri="{FF2B5EF4-FFF2-40B4-BE49-F238E27FC236}">
                  <a16:creationId xmlns:a16="http://schemas.microsoft.com/office/drawing/2014/main" id="{1A5E7B15-7CF2-37C5-3C8E-EB83D26EFDB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0" name="rc1178">
              <a:extLst>
                <a:ext uri="{FF2B5EF4-FFF2-40B4-BE49-F238E27FC236}">
                  <a16:creationId xmlns:a16="http://schemas.microsoft.com/office/drawing/2014/main" id="{82E72068-7081-2B6E-B002-555EFCD884C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1" name="rc1179">
              <a:extLst>
                <a:ext uri="{FF2B5EF4-FFF2-40B4-BE49-F238E27FC236}">
                  <a16:creationId xmlns:a16="http://schemas.microsoft.com/office/drawing/2014/main" id="{9D9455FA-6A89-4039-3C37-0B69A1064D6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2" name="rc1180">
              <a:extLst>
                <a:ext uri="{FF2B5EF4-FFF2-40B4-BE49-F238E27FC236}">
                  <a16:creationId xmlns:a16="http://schemas.microsoft.com/office/drawing/2014/main" id="{3C097F49-1DB2-BDAC-0170-36532815857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3" name="rc1181">
              <a:extLst>
                <a:ext uri="{FF2B5EF4-FFF2-40B4-BE49-F238E27FC236}">
                  <a16:creationId xmlns:a16="http://schemas.microsoft.com/office/drawing/2014/main" id="{3D120359-B9DE-0566-A295-4EA5267A337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4" name="rc1182">
              <a:extLst>
                <a:ext uri="{FF2B5EF4-FFF2-40B4-BE49-F238E27FC236}">
                  <a16:creationId xmlns:a16="http://schemas.microsoft.com/office/drawing/2014/main" id="{70A3E7B7-7273-B191-56B8-69FE3A831F8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5" name="rc1183">
              <a:extLst>
                <a:ext uri="{FF2B5EF4-FFF2-40B4-BE49-F238E27FC236}">
                  <a16:creationId xmlns:a16="http://schemas.microsoft.com/office/drawing/2014/main" id="{0A3CB9E2-0581-9BBF-0396-BEC859F5CC2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6" name="rc1184">
              <a:extLst>
                <a:ext uri="{FF2B5EF4-FFF2-40B4-BE49-F238E27FC236}">
                  <a16:creationId xmlns:a16="http://schemas.microsoft.com/office/drawing/2014/main" id="{5D7BB255-AA6D-8908-7D21-C8C119E980C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7" name="rc1185">
              <a:extLst>
                <a:ext uri="{FF2B5EF4-FFF2-40B4-BE49-F238E27FC236}">
                  <a16:creationId xmlns:a16="http://schemas.microsoft.com/office/drawing/2014/main" id="{414D879B-C4C7-E06F-14F5-6B89A25898B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8" name="rc1186">
              <a:extLst>
                <a:ext uri="{FF2B5EF4-FFF2-40B4-BE49-F238E27FC236}">
                  <a16:creationId xmlns:a16="http://schemas.microsoft.com/office/drawing/2014/main" id="{26FFD29F-03E8-96C1-1204-9177B897E16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09" name="rc1187">
              <a:extLst>
                <a:ext uri="{FF2B5EF4-FFF2-40B4-BE49-F238E27FC236}">
                  <a16:creationId xmlns:a16="http://schemas.microsoft.com/office/drawing/2014/main" id="{596C51D4-7CB4-37D1-8139-C9C1099C607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0" name="rc1188">
              <a:extLst>
                <a:ext uri="{FF2B5EF4-FFF2-40B4-BE49-F238E27FC236}">
                  <a16:creationId xmlns:a16="http://schemas.microsoft.com/office/drawing/2014/main" id="{85722792-9EC7-EBDA-BA41-21087B9B952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1" name="rc1189">
              <a:extLst>
                <a:ext uri="{FF2B5EF4-FFF2-40B4-BE49-F238E27FC236}">
                  <a16:creationId xmlns:a16="http://schemas.microsoft.com/office/drawing/2014/main" id="{14729BF4-2C9D-EDB3-C1F1-DAFFAE8FCE6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2" name="rc1190">
              <a:extLst>
                <a:ext uri="{FF2B5EF4-FFF2-40B4-BE49-F238E27FC236}">
                  <a16:creationId xmlns:a16="http://schemas.microsoft.com/office/drawing/2014/main" id="{9AB0FF7E-DCF6-B6B1-C9E3-3AB36CF453A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3" name="rc1191">
              <a:extLst>
                <a:ext uri="{FF2B5EF4-FFF2-40B4-BE49-F238E27FC236}">
                  <a16:creationId xmlns:a16="http://schemas.microsoft.com/office/drawing/2014/main" id="{A620BDED-F164-60C8-F8DC-F93834DA4E2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4" name="rc1192">
              <a:extLst>
                <a:ext uri="{FF2B5EF4-FFF2-40B4-BE49-F238E27FC236}">
                  <a16:creationId xmlns:a16="http://schemas.microsoft.com/office/drawing/2014/main" id="{227767B7-9591-9449-79B5-A88085EA2A3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5" name="rc1193">
              <a:extLst>
                <a:ext uri="{FF2B5EF4-FFF2-40B4-BE49-F238E27FC236}">
                  <a16:creationId xmlns:a16="http://schemas.microsoft.com/office/drawing/2014/main" id="{A600E106-56BE-C4F6-BD48-413E6DCDF59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6" name="rc1194">
              <a:extLst>
                <a:ext uri="{FF2B5EF4-FFF2-40B4-BE49-F238E27FC236}">
                  <a16:creationId xmlns:a16="http://schemas.microsoft.com/office/drawing/2014/main" id="{C9A4FEAA-A3CC-8D72-E4A9-A8FDC956F79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7" name="rc1195">
              <a:extLst>
                <a:ext uri="{FF2B5EF4-FFF2-40B4-BE49-F238E27FC236}">
                  <a16:creationId xmlns:a16="http://schemas.microsoft.com/office/drawing/2014/main" id="{6A6780F7-A2FC-FF5E-873B-FEE38FFD335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8" name="rc1196">
              <a:extLst>
                <a:ext uri="{FF2B5EF4-FFF2-40B4-BE49-F238E27FC236}">
                  <a16:creationId xmlns:a16="http://schemas.microsoft.com/office/drawing/2014/main" id="{51C91985-0A77-C55E-5A02-5B8D45A6C88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19" name="rc1197">
              <a:extLst>
                <a:ext uri="{FF2B5EF4-FFF2-40B4-BE49-F238E27FC236}">
                  <a16:creationId xmlns:a16="http://schemas.microsoft.com/office/drawing/2014/main" id="{FC4981FB-0E62-D67B-4053-7BC6E80F033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0" name="rc1198">
              <a:extLst>
                <a:ext uri="{FF2B5EF4-FFF2-40B4-BE49-F238E27FC236}">
                  <a16:creationId xmlns:a16="http://schemas.microsoft.com/office/drawing/2014/main" id="{0E43B624-63E0-CDE9-626C-2A0A20484D4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1" name="rc1199">
              <a:extLst>
                <a:ext uri="{FF2B5EF4-FFF2-40B4-BE49-F238E27FC236}">
                  <a16:creationId xmlns:a16="http://schemas.microsoft.com/office/drawing/2014/main" id="{9BB1B9DA-A3A2-FFC3-FA25-5A9CE124A7E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2" name="rc1200">
              <a:extLst>
                <a:ext uri="{FF2B5EF4-FFF2-40B4-BE49-F238E27FC236}">
                  <a16:creationId xmlns:a16="http://schemas.microsoft.com/office/drawing/2014/main" id="{46DDB030-D23B-1EBE-7A81-87B744C7560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3" name="rc1201">
              <a:extLst>
                <a:ext uri="{FF2B5EF4-FFF2-40B4-BE49-F238E27FC236}">
                  <a16:creationId xmlns:a16="http://schemas.microsoft.com/office/drawing/2014/main" id="{09AE74D5-6F5E-AD23-FCF3-A5ECF127521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4" name="rc1202">
              <a:extLst>
                <a:ext uri="{FF2B5EF4-FFF2-40B4-BE49-F238E27FC236}">
                  <a16:creationId xmlns:a16="http://schemas.microsoft.com/office/drawing/2014/main" id="{A1071B03-2C4B-E3C5-AEBB-BF0E90525EB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5" name="rc1203">
              <a:extLst>
                <a:ext uri="{FF2B5EF4-FFF2-40B4-BE49-F238E27FC236}">
                  <a16:creationId xmlns:a16="http://schemas.microsoft.com/office/drawing/2014/main" id="{AE73EB19-6F91-F03B-715D-0ADBBB661E0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6" name="rc1204">
              <a:extLst>
                <a:ext uri="{FF2B5EF4-FFF2-40B4-BE49-F238E27FC236}">
                  <a16:creationId xmlns:a16="http://schemas.microsoft.com/office/drawing/2014/main" id="{8BC08228-9FA8-D1CD-8D52-FA68FCCFE3E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7" name="rc1205">
              <a:extLst>
                <a:ext uri="{FF2B5EF4-FFF2-40B4-BE49-F238E27FC236}">
                  <a16:creationId xmlns:a16="http://schemas.microsoft.com/office/drawing/2014/main" id="{47F10F30-D32D-86FE-0B77-F625447827B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8" name="rc1206">
              <a:extLst>
                <a:ext uri="{FF2B5EF4-FFF2-40B4-BE49-F238E27FC236}">
                  <a16:creationId xmlns:a16="http://schemas.microsoft.com/office/drawing/2014/main" id="{F114B2E8-13EB-3EC8-CF8B-FCAA69416FB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29" name="rc1207">
              <a:extLst>
                <a:ext uri="{FF2B5EF4-FFF2-40B4-BE49-F238E27FC236}">
                  <a16:creationId xmlns:a16="http://schemas.microsoft.com/office/drawing/2014/main" id="{4D1A2DB6-2BCA-FA7A-244E-08F932FF161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0" name="rc1208">
              <a:extLst>
                <a:ext uri="{FF2B5EF4-FFF2-40B4-BE49-F238E27FC236}">
                  <a16:creationId xmlns:a16="http://schemas.microsoft.com/office/drawing/2014/main" id="{52DEA742-3502-DE2B-9762-E40B636327E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1" name="rc1209">
              <a:extLst>
                <a:ext uri="{FF2B5EF4-FFF2-40B4-BE49-F238E27FC236}">
                  <a16:creationId xmlns:a16="http://schemas.microsoft.com/office/drawing/2014/main" id="{D04496D5-F244-7C1A-EB39-E13E25CF84A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2" name="rc1210">
              <a:extLst>
                <a:ext uri="{FF2B5EF4-FFF2-40B4-BE49-F238E27FC236}">
                  <a16:creationId xmlns:a16="http://schemas.microsoft.com/office/drawing/2014/main" id="{9C8485FB-CAE9-26C6-3481-B48D86A7B53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3" name="rc1211">
              <a:extLst>
                <a:ext uri="{FF2B5EF4-FFF2-40B4-BE49-F238E27FC236}">
                  <a16:creationId xmlns:a16="http://schemas.microsoft.com/office/drawing/2014/main" id="{1446E055-0B54-AFB7-4559-ED78CE53538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4" name="rc1212">
              <a:extLst>
                <a:ext uri="{FF2B5EF4-FFF2-40B4-BE49-F238E27FC236}">
                  <a16:creationId xmlns:a16="http://schemas.microsoft.com/office/drawing/2014/main" id="{94205834-5A77-7C45-286E-3C2E67797F8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5" name="rc1213">
              <a:extLst>
                <a:ext uri="{FF2B5EF4-FFF2-40B4-BE49-F238E27FC236}">
                  <a16:creationId xmlns:a16="http://schemas.microsoft.com/office/drawing/2014/main" id="{6560E218-C8B3-809E-E6B0-2D8C76EF62B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6" name="rc1214">
              <a:extLst>
                <a:ext uri="{FF2B5EF4-FFF2-40B4-BE49-F238E27FC236}">
                  <a16:creationId xmlns:a16="http://schemas.microsoft.com/office/drawing/2014/main" id="{175F4D74-A31D-D0AB-D116-513EF69D846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7" name="rc1215">
              <a:extLst>
                <a:ext uri="{FF2B5EF4-FFF2-40B4-BE49-F238E27FC236}">
                  <a16:creationId xmlns:a16="http://schemas.microsoft.com/office/drawing/2014/main" id="{C264CED4-A563-B080-C103-6142BEDA55E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8" name="rc1216">
              <a:extLst>
                <a:ext uri="{FF2B5EF4-FFF2-40B4-BE49-F238E27FC236}">
                  <a16:creationId xmlns:a16="http://schemas.microsoft.com/office/drawing/2014/main" id="{8DAB805E-04EB-5B78-75D6-67E8B7AE340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39" name="rc1217">
              <a:extLst>
                <a:ext uri="{FF2B5EF4-FFF2-40B4-BE49-F238E27FC236}">
                  <a16:creationId xmlns:a16="http://schemas.microsoft.com/office/drawing/2014/main" id="{CC6628A4-E561-99A2-BEC3-57716E68008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0" name="rc1218">
              <a:extLst>
                <a:ext uri="{FF2B5EF4-FFF2-40B4-BE49-F238E27FC236}">
                  <a16:creationId xmlns:a16="http://schemas.microsoft.com/office/drawing/2014/main" id="{0FD06B78-6AA3-C886-8EF5-76CADD14F21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1" name="rc1219">
              <a:extLst>
                <a:ext uri="{FF2B5EF4-FFF2-40B4-BE49-F238E27FC236}">
                  <a16:creationId xmlns:a16="http://schemas.microsoft.com/office/drawing/2014/main" id="{B3D6EEAF-B27E-ADEB-C9A6-0991402DF73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2" name="rc1220">
              <a:extLst>
                <a:ext uri="{FF2B5EF4-FFF2-40B4-BE49-F238E27FC236}">
                  <a16:creationId xmlns:a16="http://schemas.microsoft.com/office/drawing/2014/main" id="{786C7848-B105-94E6-7624-45C1B8CF0E4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3" name="rc1221">
              <a:extLst>
                <a:ext uri="{FF2B5EF4-FFF2-40B4-BE49-F238E27FC236}">
                  <a16:creationId xmlns:a16="http://schemas.microsoft.com/office/drawing/2014/main" id="{CCBD5236-4B9B-C244-F721-A310C389DEF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4" name="rc1222">
              <a:extLst>
                <a:ext uri="{FF2B5EF4-FFF2-40B4-BE49-F238E27FC236}">
                  <a16:creationId xmlns:a16="http://schemas.microsoft.com/office/drawing/2014/main" id="{7682B13D-8A3D-EF80-7042-4A8DFAA1493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5" name="rc1223">
              <a:extLst>
                <a:ext uri="{FF2B5EF4-FFF2-40B4-BE49-F238E27FC236}">
                  <a16:creationId xmlns:a16="http://schemas.microsoft.com/office/drawing/2014/main" id="{BED90DA7-C204-B199-28DF-9504A0C8133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6" name="rc1224">
              <a:extLst>
                <a:ext uri="{FF2B5EF4-FFF2-40B4-BE49-F238E27FC236}">
                  <a16:creationId xmlns:a16="http://schemas.microsoft.com/office/drawing/2014/main" id="{404A8055-3A66-984C-0969-D219D6A3B72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7" name="rc1225">
              <a:extLst>
                <a:ext uri="{FF2B5EF4-FFF2-40B4-BE49-F238E27FC236}">
                  <a16:creationId xmlns:a16="http://schemas.microsoft.com/office/drawing/2014/main" id="{B5B565AD-34E3-AE61-719A-D76A4B470D6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8" name="rc1226">
              <a:extLst>
                <a:ext uri="{FF2B5EF4-FFF2-40B4-BE49-F238E27FC236}">
                  <a16:creationId xmlns:a16="http://schemas.microsoft.com/office/drawing/2014/main" id="{A1ED4025-0CD5-7377-A5EC-38F839038BA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49" name="rc1227">
              <a:extLst>
                <a:ext uri="{FF2B5EF4-FFF2-40B4-BE49-F238E27FC236}">
                  <a16:creationId xmlns:a16="http://schemas.microsoft.com/office/drawing/2014/main" id="{A4423661-C2A9-F352-A5DD-0257FADAB34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0" name="rc1228">
              <a:extLst>
                <a:ext uri="{FF2B5EF4-FFF2-40B4-BE49-F238E27FC236}">
                  <a16:creationId xmlns:a16="http://schemas.microsoft.com/office/drawing/2014/main" id="{949EBF2E-9A31-2436-BA76-09E6B6352CD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1" name="rc1229">
              <a:extLst>
                <a:ext uri="{FF2B5EF4-FFF2-40B4-BE49-F238E27FC236}">
                  <a16:creationId xmlns:a16="http://schemas.microsoft.com/office/drawing/2014/main" id="{6039BF7D-B384-9F0A-98C1-43F1C8642E5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2" name="rc1230">
              <a:extLst>
                <a:ext uri="{FF2B5EF4-FFF2-40B4-BE49-F238E27FC236}">
                  <a16:creationId xmlns:a16="http://schemas.microsoft.com/office/drawing/2014/main" id="{92DC2AD7-8C45-A461-EF28-E0B1341A5E2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3" name="rc1231">
              <a:extLst>
                <a:ext uri="{FF2B5EF4-FFF2-40B4-BE49-F238E27FC236}">
                  <a16:creationId xmlns:a16="http://schemas.microsoft.com/office/drawing/2014/main" id="{A58EEDD7-18FC-5214-DBE1-EC7F979A90D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4" name="rc1232">
              <a:extLst>
                <a:ext uri="{FF2B5EF4-FFF2-40B4-BE49-F238E27FC236}">
                  <a16:creationId xmlns:a16="http://schemas.microsoft.com/office/drawing/2014/main" id="{E5BA2FCF-0699-ABD7-32BF-5CD91976482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5" name="rc1233">
              <a:extLst>
                <a:ext uri="{FF2B5EF4-FFF2-40B4-BE49-F238E27FC236}">
                  <a16:creationId xmlns:a16="http://schemas.microsoft.com/office/drawing/2014/main" id="{0F0FE7A3-4161-733A-AEA1-475A7FEC923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6" name="rc1234">
              <a:extLst>
                <a:ext uri="{FF2B5EF4-FFF2-40B4-BE49-F238E27FC236}">
                  <a16:creationId xmlns:a16="http://schemas.microsoft.com/office/drawing/2014/main" id="{37C9ED10-502B-11F7-0304-D5B251EAD97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7" name="rc1235">
              <a:extLst>
                <a:ext uri="{FF2B5EF4-FFF2-40B4-BE49-F238E27FC236}">
                  <a16:creationId xmlns:a16="http://schemas.microsoft.com/office/drawing/2014/main" id="{C43CE6C8-7515-6374-B1FF-E4B62F19181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8" name="rc1236">
              <a:extLst>
                <a:ext uri="{FF2B5EF4-FFF2-40B4-BE49-F238E27FC236}">
                  <a16:creationId xmlns:a16="http://schemas.microsoft.com/office/drawing/2014/main" id="{25E21D0B-711F-F58F-ED15-8A0B27EE30A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59" name="rc1237">
              <a:extLst>
                <a:ext uri="{FF2B5EF4-FFF2-40B4-BE49-F238E27FC236}">
                  <a16:creationId xmlns:a16="http://schemas.microsoft.com/office/drawing/2014/main" id="{DDD868AB-8BEA-4367-4EDE-C6560CF5DDA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0" name="rc1238">
              <a:extLst>
                <a:ext uri="{FF2B5EF4-FFF2-40B4-BE49-F238E27FC236}">
                  <a16:creationId xmlns:a16="http://schemas.microsoft.com/office/drawing/2014/main" id="{3484A3D6-8AD9-41BF-CDA8-33A642A1B71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1" name="rc1239">
              <a:extLst>
                <a:ext uri="{FF2B5EF4-FFF2-40B4-BE49-F238E27FC236}">
                  <a16:creationId xmlns:a16="http://schemas.microsoft.com/office/drawing/2014/main" id="{F7FFF979-4B48-59B1-EED2-3816ABB4B6E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2" name="rc1240">
              <a:extLst>
                <a:ext uri="{FF2B5EF4-FFF2-40B4-BE49-F238E27FC236}">
                  <a16:creationId xmlns:a16="http://schemas.microsoft.com/office/drawing/2014/main" id="{4C3E3B08-D26D-4E4E-FA89-F161A5200F5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3" name="rc1241">
              <a:extLst>
                <a:ext uri="{FF2B5EF4-FFF2-40B4-BE49-F238E27FC236}">
                  <a16:creationId xmlns:a16="http://schemas.microsoft.com/office/drawing/2014/main" id="{40403885-103D-CDF4-CC31-3F69454F6CD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4" name="rc1242">
              <a:extLst>
                <a:ext uri="{FF2B5EF4-FFF2-40B4-BE49-F238E27FC236}">
                  <a16:creationId xmlns:a16="http://schemas.microsoft.com/office/drawing/2014/main" id="{4481DB7F-601F-6868-A73F-4497CB0C031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5" name="rc1243">
              <a:extLst>
                <a:ext uri="{FF2B5EF4-FFF2-40B4-BE49-F238E27FC236}">
                  <a16:creationId xmlns:a16="http://schemas.microsoft.com/office/drawing/2014/main" id="{80BA3B47-673F-099A-B581-6FFE1378545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6" name="rc1244">
              <a:extLst>
                <a:ext uri="{FF2B5EF4-FFF2-40B4-BE49-F238E27FC236}">
                  <a16:creationId xmlns:a16="http://schemas.microsoft.com/office/drawing/2014/main" id="{1D382082-50AA-100C-EEE4-05E3604C7FB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7" name="rc1245">
              <a:extLst>
                <a:ext uri="{FF2B5EF4-FFF2-40B4-BE49-F238E27FC236}">
                  <a16:creationId xmlns:a16="http://schemas.microsoft.com/office/drawing/2014/main" id="{10B7F4CF-DCB4-8319-9A6F-D9D43DDB5DC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8" name="rc1246">
              <a:extLst>
                <a:ext uri="{FF2B5EF4-FFF2-40B4-BE49-F238E27FC236}">
                  <a16:creationId xmlns:a16="http://schemas.microsoft.com/office/drawing/2014/main" id="{F839D60F-E0E6-228E-1A13-DA1F5DC6E63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69" name="rc1247">
              <a:extLst>
                <a:ext uri="{FF2B5EF4-FFF2-40B4-BE49-F238E27FC236}">
                  <a16:creationId xmlns:a16="http://schemas.microsoft.com/office/drawing/2014/main" id="{F878C498-783D-8F00-E8E5-FA948F10618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0" name="rc1248">
              <a:extLst>
                <a:ext uri="{FF2B5EF4-FFF2-40B4-BE49-F238E27FC236}">
                  <a16:creationId xmlns:a16="http://schemas.microsoft.com/office/drawing/2014/main" id="{16AE9FE9-D201-6DE7-3D80-E5E758B65F4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1" name="rc1249">
              <a:extLst>
                <a:ext uri="{FF2B5EF4-FFF2-40B4-BE49-F238E27FC236}">
                  <a16:creationId xmlns:a16="http://schemas.microsoft.com/office/drawing/2014/main" id="{39835822-D880-74EC-D8E1-13F892F58B8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2" name="rc1250">
              <a:extLst>
                <a:ext uri="{FF2B5EF4-FFF2-40B4-BE49-F238E27FC236}">
                  <a16:creationId xmlns:a16="http://schemas.microsoft.com/office/drawing/2014/main" id="{5AB267ED-95D0-99E4-91E6-BC282F739E6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3" name="rc1251">
              <a:extLst>
                <a:ext uri="{FF2B5EF4-FFF2-40B4-BE49-F238E27FC236}">
                  <a16:creationId xmlns:a16="http://schemas.microsoft.com/office/drawing/2014/main" id="{2C338368-6E1F-F581-66F5-6EF458380A7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4" name="rc1252">
              <a:extLst>
                <a:ext uri="{FF2B5EF4-FFF2-40B4-BE49-F238E27FC236}">
                  <a16:creationId xmlns:a16="http://schemas.microsoft.com/office/drawing/2014/main" id="{62809FAD-D84C-AE01-B431-88E35D26351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5" name="rc1253">
              <a:extLst>
                <a:ext uri="{FF2B5EF4-FFF2-40B4-BE49-F238E27FC236}">
                  <a16:creationId xmlns:a16="http://schemas.microsoft.com/office/drawing/2014/main" id="{6B6C0992-6649-7F3A-13C6-58BDFD85FBD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6" name="rc1254">
              <a:extLst>
                <a:ext uri="{FF2B5EF4-FFF2-40B4-BE49-F238E27FC236}">
                  <a16:creationId xmlns:a16="http://schemas.microsoft.com/office/drawing/2014/main" id="{20439961-895D-5C03-87C8-E693AD45171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7" name="rc1255">
              <a:extLst>
                <a:ext uri="{FF2B5EF4-FFF2-40B4-BE49-F238E27FC236}">
                  <a16:creationId xmlns:a16="http://schemas.microsoft.com/office/drawing/2014/main" id="{2B44FC49-D609-FF7D-A8D3-8DD229A417E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8" name="rc1256">
              <a:extLst>
                <a:ext uri="{FF2B5EF4-FFF2-40B4-BE49-F238E27FC236}">
                  <a16:creationId xmlns:a16="http://schemas.microsoft.com/office/drawing/2014/main" id="{CFC0047C-66AB-9908-A43C-AC3EE265100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79" name="rc1257">
              <a:extLst>
                <a:ext uri="{FF2B5EF4-FFF2-40B4-BE49-F238E27FC236}">
                  <a16:creationId xmlns:a16="http://schemas.microsoft.com/office/drawing/2014/main" id="{3791805E-DCF9-C841-8B50-30A7663391C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0" name="rc1258">
              <a:extLst>
                <a:ext uri="{FF2B5EF4-FFF2-40B4-BE49-F238E27FC236}">
                  <a16:creationId xmlns:a16="http://schemas.microsoft.com/office/drawing/2014/main" id="{5C2C4CDE-D695-BA69-58F5-A591AA8F871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1" name="rc1259">
              <a:extLst>
                <a:ext uri="{FF2B5EF4-FFF2-40B4-BE49-F238E27FC236}">
                  <a16:creationId xmlns:a16="http://schemas.microsoft.com/office/drawing/2014/main" id="{A658D4DD-B515-3EAB-D52D-705B687BB88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2" name="rc1260">
              <a:extLst>
                <a:ext uri="{FF2B5EF4-FFF2-40B4-BE49-F238E27FC236}">
                  <a16:creationId xmlns:a16="http://schemas.microsoft.com/office/drawing/2014/main" id="{7A70DC82-D769-19E3-9A0D-B72EC3ABE4E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3" name="rc1261">
              <a:extLst>
                <a:ext uri="{FF2B5EF4-FFF2-40B4-BE49-F238E27FC236}">
                  <a16:creationId xmlns:a16="http://schemas.microsoft.com/office/drawing/2014/main" id="{E305B497-B33E-6E8E-475E-1603CF70544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4" name="rc1262">
              <a:extLst>
                <a:ext uri="{FF2B5EF4-FFF2-40B4-BE49-F238E27FC236}">
                  <a16:creationId xmlns:a16="http://schemas.microsoft.com/office/drawing/2014/main" id="{AE857AE2-06C3-CA93-262D-FE6DEE8CB07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5" name="rc1263">
              <a:extLst>
                <a:ext uri="{FF2B5EF4-FFF2-40B4-BE49-F238E27FC236}">
                  <a16:creationId xmlns:a16="http://schemas.microsoft.com/office/drawing/2014/main" id="{7449461A-67F9-170E-713C-8DCB7A30EA5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6" name="rc1264">
              <a:extLst>
                <a:ext uri="{FF2B5EF4-FFF2-40B4-BE49-F238E27FC236}">
                  <a16:creationId xmlns:a16="http://schemas.microsoft.com/office/drawing/2014/main" id="{604C636B-A17D-C06C-5CA7-76682AC4A1C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7" name="rc1265">
              <a:extLst>
                <a:ext uri="{FF2B5EF4-FFF2-40B4-BE49-F238E27FC236}">
                  <a16:creationId xmlns:a16="http://schemas.microsoft.com/office/drawing/2014/main" id="{E76C40AA-C69C-5391-EB56-343B2E78295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8" name="rc1266">
              <a:extLst>
                <a:ext uri="{FF2B5EF4-FFF2-40B4-BE49-F238E27FC236}">
                  <a16:creationId xmlns:a16="http://schemas.microsoft.com/office/drawing/2014/main" id="{50BE0274-D12A-DFCC-FB38-7B7DDD5472E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89" name="rc1267">
              <a:extLst>
                <a:ext uri="{FF2B5EF4-FFF2-40B4-BE49-F238E27FC236}">
                  <a16:creationId xmlns:a16="http://schemas.microsoft.com/office/drawing/2014/main" id="{0C3F5BF7-8253-42D0-3531-5265002E065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0" name="rc1268">
              <a:extLst>
                <a:ext uri="{FF2B5EF4-FFF2-40B4-BE49-F238E27FC236}">
                  <a16:creationId xmlns:a16="http://schemas.microsoft.com/office/drawing/2014/main" id="{F0F0C1BF-1033-C5C5-CE84-82BF14A4BC6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1" name="rc1269">
              <a:extLst>
                <a:ext uri="{FF2B5EF4-FFF2-40B4-BE49-F238E27FC236}">
                  <a16:creationId xmlns:a16="http://schemas.microsoft.com/office/drawing/2014/main" id="{1709D407-EB04-78B6-B638-687CE6CEB0A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2" name="rc1270">
              <a:extLst>
                <a:ext uri="{FF2B5EF4-FFF2-40B4-BE49-F238E27FC236}">
                  <a16:creationId xmlns:a16="http://schemas.microsoft.com/office/drawing/2014/main" id="{FC5FABD0-5C6D-5C0F-26DD-CA668E635EC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3" name="rc1271">
              <a:extLst>
                <a:ext uri="{FF2B5EF4-FFF2-40B4-BE49-F238E27FC236}">
                  <a16:creationId xmlns:a16="http://schemas.microsoft.com/office/drawing/2014/main" id="{C238A5DE-6DD8-0A94-B09A-FE86DC40969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4" name="rc1272">
              <a:extLst>
                <a:ext uri="{FF2B5EF4-FFF2-40B4-BE49-F238E27FC236}">
                  <a16:creationId xmlns:a16="http://schemas.microsoft.com/office/drawing/2014/main" id="{25DAA341-1282-1B5D-3A7E-CE978461F82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5" name="rc1273">
              <a:extLst>
                <a:ext uri="{FF2B5EF4-FFF2-40B4-BE49-F238E27FC236}">
                  <a16:creationId xmlns:a16="http://schemas.microsoft.com/office/drawing/2014/main" id="{42FB94E2-18BA-7EF0-F74A-E8A0DEF67D4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6" name="rc1274">
              <a:extLst>
                <a:ext uri="{FF2B5EF4-FFF2-40B4-BE49-F238E27FC236}">
                  <a16:creationId xmlns:a16="http://schemas.microsoft.com/office/drawing/2014/main" id="{E1981EDB-D501-546D-A569-BECDD0F090F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7" name="rc1275">
              <a:extLst>
                <a:ext uri="{FF2B5EF4-FFF2-40B4-BE49-F238E27FC236}">
                  <a16:creationId xmlns:a16="http://schemas.microsoft.com/office/drawing/2014/main" id="{7ABBEB8D-597C-0335-BA23-2A7EE48AB84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8" name="rc1276">
              <a:extLst>
                <a:ext uri="{FF2B5EF4-FFF2-40B4-BE49-F238E27FC236}">
                  <a16:creationId xmlns:a16="http://schemas.microsoft.com/office/drawing/2014/main" id="{DF2EACFE-E23F-BB16-CD5B-67C0C114B46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899" name="rc1277">
              <a:extLst>
                <a:ext uri="{FF2B5EF4-FFF2-40B4-BE49-F238E27FC236}">
                  <a16:creationId xmlns:a16="http://schemas.microsoft.com/office/drawing/2014/main" id="{FC278271-786F-EA81-6099-32ADF00DE07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0" name="rc1278">
              <a:extLst>
                <a:ext uri="{FF2B5EF4-FFF2-40B4-BE49-F238E27FC236}">
                  <a16:creationId xmlns:a16="http://schemas.microsoft.com/office/drawing/2014/main" id="{4D75D1AC-7017-0A43-10F7-527D3BEBC2C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1" name="rc1279">
              <a:extLst>
                <a:ext uri="{FF2B5EF4-FFF2-40B4-BE49-F238E27FC236}">
                  <a16:creationId xmlns:a16="http://schemas.microsoft.com/office/drawing/2014/main" id="{46F3E755-CBF1-FA83-AA48-3CCA19AB918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2" name="rc1280">
              <a:extLst>
                <a:ext uri="{FF2B5EF4-FFF2-40B4-BE49-F238E27FC236}">
                  <a16:creationId xmlns:a16="http://schemas.microsoft.com/office/drawing/2014/main" id="{D228ED23-2688-EB8F-E923-DD50353062F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3" name="rc1281">
              <a:extLst>
                <a:ext uri="{FF2B5EF4-FFF2-40B4-BE49-F238E27FC236}">
                  <a16:creationId xmlns:a16="http://schemas.microsoft.com/office/drawing/2014/main" id="{306DA8A3-0EFF-31E5-5AA5-CA83E384AF6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4" name="rc1282">
              <a:extLst>
                <a:ext uri="{FF2B5EF4-FFF2-40B4-BE49-F238E27FC236}">
                  <a16:creationId xmlns:a16="http://schemas.microsoft.com/office/drawing/2014/main" id="{FD51B6BD-C300-8A16-962D-F025D1BCD04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5" name="rc1283">
              <a:extLst>
                <a:ext uri="{FF2B5EF4-FFF2-40B4-BE49-F238E27FC236}">
                  <a16:creationId xmlns:a16="http://schemas.microsoft.com/office/drawing/2014/main" id="{6E7F3E7F-9BEF-82C8-93E0-03852AEB5A2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6" name="rc1284">
              <a:extLst>
                <a:ext uri="{FF2B5EF4-FFF2-40B4-BE49-F238E27FC236}">
                  <a16:creationId xmlns:a16="http://schemas.microsoft.com/office/drawing/2014/main" id="{24B3AC9A-DFA6-F77B-01F4-CF187657048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7" name="rc1285">
              <a:extLst>
                <a:ext uri="{FF2B5EF4-FFF2-40B4-BE49-F238E27FC236}">
                  <a16:creationId xmlns:a16="http://schemas.microsoft.com/office/drawing/2014/main" id="{EDDD667C-585E-F1B4-B12F-7E78571F3AC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8" name="rc1286">
              <a:extLst>
                <a:ext uri="{FF2B5EF4-FFF2-40B4-BE49-F238E27FC236}">
                  <a16:creationId xmlns:a16="http://schemas.microsoft.com/office/drawing/2014/main" id="{9B827E9B-1DD4-E963-1EF9-88E8F141135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09" name="rc1287">
              <a:extLst>
                <a:ext uri="{FF2B5EF4-FFF2-40B4-BE49-F238E27FC236}">
                  <a16:creationId xmlns:a16="http://schemas.microsoft.com/office/drawing/2014/main" id="{1FECA9AD-BE2F-0C7F-9B3D-20883DEECF6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0" name="rc1288">
              <a:extLst>
                <a:ext uri="{FF2B5EF4-FFF2-40B4-BE49-F238E27FC236}">
                  <a16:creationId xmlns:a16="http://schemas.microsoft.com/office/drawing/2014/main" id="{E7AB1F6A-3617-4671-BFD7-AAE767803EC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1" name="rc1289">
              <a:extLst>
                <a:ext uri="{FF2B5EF4-FFF2-40B4-BE49-F238E27FC236}">
                  <a16:creationId xmlns:a16="http://schemas.microsoft.com/office/drawing/2014/main" id="{16895A14-5AFE-69A1-0822-BA543A91E0F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2" name="rc1290">
              <a:extLst>
                <a:ext uri="{FF2B5EF4-FFF2-40B4-BE49-F238E27FC236}">
                  <a16:creationId xmlns:a16="http://schemas.microsoft.com/office/drawing/2014/main" id="{B887EF4F-72E8-DE0C-D14E-A16DB34D393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3" name="rc1291">
              <a:extLst>
                <a:ext uri="{FF2B5EF4-FFF2-40B4-BE49-F238E27FC236}">
                  <a16:creationId xmlns:a16="http://schemas.microsoft.com/office/drawing/2014/main" id="{6FE633EF-9761-82DE-80D4-BC24F8E9FDE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4" name="rc1292">
              <a:extLst>
                <a:ext uri="{FF2B5EF4-FFF2-40B4-BE49-F238E27FC236}">
                  <a16:creationId xmlns:a16="http://schemas.microsoft.com/office/drawing/2014/main" id="{49BDABD2-4ACB-5129-E940-8CD2187524A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5" name="rc1293">
              <a:extLst>
                <a:ext uri="{FF2B5EF4-FFF2-40B4-BE49-F238E27FC236}">
                  <a16:creationId xmlns:a16="http://schemas.microsoft.com/office/drawing/2014/main" id="{77BBC082-40AB-7701-8569-0B89D854CF3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6" name="rc1294">
              <a:extLst>
                <a:ext uri="{FF2B5EF4-FFF2-40B4-BE49-F238E27FC236}">
                  <a16:creationId xmlns:a16="http://schemas.microsoft.com/office/drawing/2014/main" id="{7800D24E-EE7C-4E20-8A4C-FD933FB7811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7" name="rc1295">
              <a:extLst>
                <a:ext uri="{FF2B5EF4-FFF2-40B4-BE49-F238E27FC236}">
                  <a16:creationId xmlns:a16="http://schemas.microsoft.com/office/drawing/2014/main" id="{64538BDE-3CEF-B706-0625-1CF6D12F959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8" name="rc1296">
              <a:extLst>
                <a:ext uri="{FF2B5EF4-FFF2-40B4-BE49-F238E27FC236}">
                  <a16:creationId xmlns:a16="http://schemas.microsoft.com/office/drawing/2014/main" id="{2EE1C99B-1AE5-FAAF-110E-B9E7DBED96F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19" name="rc1297">
              <a:extLst>
                <a:ext uri="{FF2B5EF4-FFF2-40B4-BE49-F238E27FC236}">
                  <a16:creationId xmlns:a16="http://schemas.microsoft.com/office/drawing/2014/main" id="{CB55281F-BAF9-6E29-830E-EE416F913DD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0" name="rc1298">
              <a:extLst>
                <a:ext uri="{FF2B5EF4-FFF2-40B4-BE49-F238E27FC236}">
                  <a16:creationId xmlns:a16="http://schemas.microsoft.com/office/drawing/2014/main" id="{553A6FDA-EFA6-0AF3-3E83-828C4BB666A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1" name="rc1299">
              <a:extLst>
                <a:ext uri="{FF2B5EF4-FFF2-40B4-BE49-F238E27FC236}">
                  <a16:creationId xmlns:a16="http://schemas.microsoft.com/office/drawing/2014/main" id="{2F769C5A-DF7F-148A-1F80-CFE44440985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2" name="rc1300">
              <a:extLst>
                <a:ext uri="{FF2B5EF4-FFF2-40B4-BE49-F238E27FC236}">
                  <a16:creationId xmlns:a16="http://schemas.microsoft.com/office/drawing/2014/main" id="{66FE24EC-D9F0-F03E-D88D-8FC2D235A87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3" name="rc1301">
              <a:extLst>
                <a:ext uri="{FF2B5EF4-FFF2-40B4-BE49-F238E27FC236}">
                  <a16:creationId xmlns:a16="http://schemas.microsoft.com/office/drawing/2014/main" id="{9D75087D-C606-5A68-76F8-DD2DCFCFD1B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4" name="rc1302">
              <a:extLst>
                <a:ext uri="{FF2B5EF4-FFF2-40B4-BE49-F238E27FC236}">
                  <a16:creationId xmlns:a16="http://schemas.microsoft.com/office/drawing/2014/main" id="{147F44D5-11C3-DF9B-B9FB-0FAB86739D9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5" name="rc1303">
              <a:extLst>
                <a:ext uri="{FF2B5EF4-FFF2-40B4-BE49-F238E27FC236}">
                  <a16:creationId xmlns:a16="http://schemas.microsoft.com/office/drawing/2014/main" id="{18F1038B-B984-006C-C5C0-5CB4145759C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6" name="rc1304">
              <a:extLst>
                <a:ext uri="{FF2B5EF4-FFF2-40B4-BE49-F238E27FC236}">
                  <a16:creationId xmlns:a16="http://schemas.microsoft.com/office/drawing/2014/main" id="{64778D77-A849-0D36-E3DC-7F23B921F31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7" name="rc1305">
              <a:extLst>
                <a:ext uri="{FF2B5EF4-FFF2-40B4-BE49-F238E27FC236}">
                  <a16:creationId xmlns:a16="http://schemas.microsoft.com/office/drawing/2014/main" id="{1006C337-AFF9-9D4E-BFE0-30C26E10CE2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8" name="rc1306">
              <a:extLst>
                <a:ext uri="{FF2B5EF4-FFF2-40B4-BE49-F238E27FC236}">
                  <a16:creationId xmlns:a16="http://schemas.microsoft.com/office/drawing/2014/main" id="{4DE9C522-E6CB-C375-66A6-14E1B40F082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29" name="rc1307">
              <a:extLst>
                <a:ext uri="{FF2B5EF4-FFF2-40B4-BE49-F238E27FC236}">
                  <a16:creationId xmlns:a16="http://schemas.microsoft.com/office/drawing/2014/main" id="{AD0A609B-1C30-B735-4006-5E7E896C0F6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0" name="rc1308">
              <a:extLst>
                <a:ext uri="{FF2B5EF4-FFF2-40B4-BE49-F238E27FC236}">
                  <a16:creationId xmlns:a16="http://schemas.microsoft.com/office/drawing/2014/main" id="{5F0C6976-8030-4405-04F0-4EAED6B6ECC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1" name="rc1309">
              <a:extLst>
                <a:ext uri="{FF2B5EF4-FFF2-40B4-BE49-F238E27FC236}">
                  <a16:creationId xmlns:a16="http://schemas.microsoft.com/office/drawing/2014/main" id="{408E7965-658D-F083-38E8-A377EFFCA7A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2" name="rc1310">
              <a:extLst>
                <a:ext uri="{FF2B5EF4-FFF2-40B4-BE49-F238E27FC236}">
                  <a16:creationId xmlns:a16="http://schemas.microsoft.com/office/drawing/2014/main" id="{797EEEF7-8CC9-F582-CCAD-84E7EE7A0BC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3" name="rc1311">
              <a:extLst>
                <a:ext uri="{FF2B5EF4-FFF2-40B4-BE49-F238E27FC236}">
                  <a16:creationId xmlns:a16="http://schemas.microsoft.com/office/drawing/2014/main" id="{00CC2CC6-FD89-95C8-759E-B2EC82CAF60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4" name="rc1312">
              <a:extLst>
                <a:ext uri="{FF2B5EF4-FFF2-40B4-BE49-F238E27FC236}">
                  <a16:creationId xmlns:a16="http://schemas.microsoft.com/office/drawing/2014/main" id="{185AA28F-EAB1-2D04-9CF0-BAC2CF41795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5" name="rc1313">
              <a:extLst>
                <a:ext uri="{FF2B5EF4-FFF2-40B4-BE49-F238E27FC236}">
                  <a16:creationId xmlns:a16="http://schemas.microsoft.com/office/drawing/2014/main" id="{552B91DE-7184-DCF9-52E3-1965A87C191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6" name="rc1314">
              <a:extLst>
                <a:ext uri="{FF2B5EF4-FFF2-40B4-BE49-F238E27FC236}">
                  <a16:creationId xmlns:a16="http://schemas.microsoft.com/office/drawing/2014/main" id="{22206BFA-A5A7-5587-8486-9A0996512AD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7" name="rc1315">
              <a:extLst>
                <a:ext uri="{FF2B5EF4-FFF2-40B4-BE49-F238E27FC236}">
                  <a16:creationId xmlns:a16="http://schemas.microsoft.com/office/drawing/2014/main" id="{BC007741-7B4D-1F81-5879-49E259FE3C6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8" name="rc1316">
              <a:extLst>
                <a:ext uri="{FF2B5EF4-FFF2-40B4-BE49-F238E27FC236}">
                  <a16:creationId xmlns:a16="http://schemas.microsoft.com/office/drawing/2014/main" id="{D1B949B7-768D-3401-AE14-B63F4CDD55B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39" name="rc1317">
              <a:extLst>
                <a:ext uri="{FF2B5EF4-FFF2-40B4-BE49-F238E27FC236}">
                  <a16:creationId xmlns:a16="http://schemas.microsoft.com/office/drawing/2014/main" id="{344547AE-2E2C-A19A-1B53-AAD3D598793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0" name="rc1318">
              <a:extLst>
                <a:ext uri="{FF2B5EF4-FFF2-40B4-BE49-F238E27FC236}">
                  <a16:creationId xmlns:a16="http://schemas.microsoft.com/office/drawing/2014/main" id="{4B71D0CF-21C0-A0B3-87DF-94A91D94A29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1" name="rc1319">
              <a:extLst>
                <a:ext uri="{FF2B5EF4-FFF2-40B4-BE49-F238E27FC236}">
                  <a16:creationId xmlns:a16="http://schemas.microsoft.com/office/drawing/2014/main" id="{BFEE2025-2BB2-8736-7EB2-873106DF84A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2" name="rc1320">
              <a:extLst>
                <a:ext uri="{FF2B5EF4-FFF2-40B4-BE49-F238E27FC236}">
                  <a16:creationId xmlns:a16="http://schemas.microsoft.com/office/drawing/2014/main" id="{BF673320-B10C-684D-1501-B35A994A43F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3" name="rc1321">
              <a:extLst>
                <a:ext uri="{FF2B5EF4-FFF2-40B4-BE49-F238E27FC236}">
                  <a16:creationId xmlns:a16="http://schemas.microsoft.com/office/drawing/2014/main" id="{F3230CF4-1BC0-0CA9-1728-BEBFC2813A4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4" name="rc1322">
              <a:extLst>
                <a:ext uri="{FF2B5EF4-FFF2-40B4-BE49-F238E27FC236}">
                  <a16:creationId xmlns:a16="http://schemas.microsoft.com/office/drawing/2014/main" id="{FB6531A2-A422-D684-54D4-73C825A36FA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5" name="rc1323">
              <a:extLst>
                <a:ext uri="{FF2B5EF4-FFF2-40B4-BE49-F238E27FC236}">
                  <a16:creationId xmlns:a16="http://schemas.microsoft.com/office/drawing/2014/main" id="{93424BD2-2357-A9F4-F3F7-A816A313DDB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6" name="rc1324">
              <a:extLst>
                <a:ext uri="{FF2B5EF4-FFF2-40B4-BE49-F238E27FC236}">
                  <a16:creationId xmlns:a16="http://schemas.microsoft.com/office/drawing/2014/main" id="{0E40CA51-A8BF-50B8-6295-C2BFCFDAA90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7" name="rc1325">
              <a:extLst>
                <a:ext uri="{FF2B5EF4-FFF2-40B4-BE49-F238E27FC236}">
                  <a16:creationId xmlns:a16="http://schemas.microsoft.com/office/drawing/2014/main" id="{A66F39CA-6F38-52D5-6BB0-20A4C590B6A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8" name="rc1326">
              <a:extLst>
                <a:ext uri="{FF2B5EF4-FFF2-40B4-BE49-F238E27FC236}">
                  <a16:creationId xmlns:a16="http://schemas.microsoft.com/office/drawing/2014/main" id="{EEBD7C42-1BE7-A9A6-7733-405B87BF126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49" name="rc1327">
              <a:extLst>
                <a:ext uri="{FF2B5EF4-FFF2-40B4-BE49-F238E27FC236}">
                  <a16:creationId xmlns:a16="http://schemas.microsoft.com/office/drawing/2014/main" id="{5691E6DD-6D8B-B240-53EF-B95CAC44A5E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0" name="rc1328">
              <a:extLst>
                <a:ext uri="{FF2B5EF4-FFF2-40B4-BE49-F238E27FC236}">
                  <a16:creationId xmlns:a16="http://schemas.microsoft.com/office/drawing/2014/main" id="{D3770B16-621D-47EB-D162-7C74F0319BD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1" name="rc1329">
              <a:extLst>
                <a:ext uri="{FF2B5EF4-FFF2-40B4-BE49-F238E27FC236}">
                  <a16:creationId xmlns:a16="http://schemas.microsoft.com/office/drawing/2014/main" id="{D04931EF-AD0A-7E69-7177-65DD2914BE3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2" name="rc1330">
              <a:extLst>
                <a:ext uri="{FF2B5EF4-FFF2-40B4-BE49-F238E27FC236}">
                  <a16:creationId xmlns:a16="http://schemas.microsoft.com/office/drawing/2014/main" id="{E8E93E05-4E34-AEC2-A844-38E979A242E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3" name="rc1331">
              <a:extLst>
                <a:ext uri="{FF2B5EF4-FFF2-40B4-BE49-F238E27FC236}">
                  <a16:creationId xmlns:a16="http://schemas.microsoft.com/office/drawing/2014/main" id="{A6F715C0-1D78-173B-B17C-BA8C158FD49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4" name="rc1332">
              <a:extLst>
                <a:ext uri="{FF2B5EF4-FFF2-40B4-BE49-F238E27FC236}">
                  <a16:creationId xmlns:a16="http://schemas.microsoft.com/office/drawing/2014/main" id="{C542577E-78B3-7595-A6AD-209A537F502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5" name="rc1333">
              <a:extLst>
                <a:ext uri="{FF2B5EF4-FFF2-40B4-BE49-F238E27FC236}">
                  <a16:creationId xmlns:a16="http://schemas.microsoft.com/office/drawing/2014/main" id="{DB392C0F-0D35-2741-941F-EA720593704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6" name="rc1334">
              <a:extLst>
                <a:ext uri="{FF2B5EF4-FFF2-40B4-BE49-F238E27FC236}">
                  <a16:creationId xmlns:a16="http://schemas.microsoft.com/office/drawing/2014/main" id="{DB5CF683-4A30-6B67-B69A-C42D4BA05FC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7" name="rc1335">
              <a:extLst>
                <a:ext uri="{FF2B5EF4-FFF2-40B4-BE49-F238E27FC236}">
                  <a16:creationId xmlns:a16="http://schemas.microsoft.com/office/drawing/2014/main" id="{D73F968F-4173-DDE9-A646-15C5E3DB2DA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8" name="rc1336">
              <a:extLst>
                <a:ext uri="{FF2B5EF4-FFF2-40B4-BE49-F238E27FC236}">
                  <a16:creationId xmlns:a16="http://schemas.microsoft.com/office/drawing/2014/main" id="{76F5B177-6EF8-713B-CD60-5DCEF7A66DF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59" name="rc1337">
              <a:extLst>
                <a:ext uri="{FF2B5EF4-FFF2-40B4-BE49-F238E27FC236}">
                  <a16:creationId xmlns:a16="http://schemas.microsoft.com/office/drawing/2014/main" id="{7E3471D4-08CD-9213-072A-37F9F5D8D9A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0" name="rc1338">
              <a:extLst>
                <a:ext uri="{FF2B5EF4-FFF2-40B4-BE49-F238E27FC236}">
                  <a16:creationId xmlns:a16="http://schemas.microsoft.com/office/drawing/2014/main" id="{4516356A-BB05-4706-979E-E1076205B4D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1" name="rc1339">
              <a:extLst>
                <a:ext uri="{FF2B5EF4-FFF2-40B4-BE49-F238E27FC236}">
                  <a16:creationId xmlns:a16="http://schemas.microsoft.com/office/drawing/2014/main" id="{E25B955F-E3BD-DCC0-5AFF-7FC87AC7877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2" name="rc1340">
              <a:extLst>
                <a:ext uri="{FF2B5EF4-FFF2-40B4-BE49-F238E27FC236}">
                  <a16:creationId xmlns:a16="http://schemas.microsoft.com/office/drawing/2014/main" id="{B808CBEB-FF84-B7F1-0E31-550BBF9AF3A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3" name="rc1341">
              <a:extLst>
                <a:ext uri="{FF2B5EF4-FFF2-40B4-BE49-F238E27FC236}">
                  <a16:creationId xmlns:a16="http://schemas.microsoft.com/office/drawing/2014/main" id="{3F36F686-DF7F-F060-3427-1C937D90984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4" name="rc1342">
              <a:extLst>
                <a:ext uri="{FF2B5EF4-FFF2-40B4-BE49-F238E27FC236}">
                  <a16:creationId xmlns:a16="http://schemas.microsoft.com/office/drawing/2014/main" id="{51B1D5A1-B6BC-8248-5BDE-91E597E8323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5" name="rc1343">
              <a:extLst>
                <a:ext uri="{FF2B5EF4-FFF2-40B4-BE49-F238E27FC236}">
                  <a16:creationId xmlns:a16="http://schemas.microsoft.com/office/drawing/2014/main" id="{8BBDAA38-610F-1E2D-D393-68246FDF405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6" name="rc1344">
              <a:extLst>
                <a:ext uri="{FF2B5EF4-FFF2-40B4-BE49-F238E27FC236}">
                  <a16:creationId xmlns:a16="http://schemas.microsoft.com/office/drawing/2014/main" id="{95AA6D54-12F9-C96B-D653-10E35B29960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7" name="rc1345">
              <a:extLst>
                <a:ext uri="{FF2B5EF4-FFF2-40B4-BE49-F238E27FC236}">
                  <a16:creationId xmlns:a16="http://schemas.microsoft.com/office/drawing/2014/main" id="{3B69349A-B21B-EFA5-FE33-0332A839923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8" name="rc1346">
              <a:extLst>
                <a:ext uri="{FF2B5EF4-FFF2-40B4-BE49-F238E27FC236}">
                  <a16:creationId xmlns:a16="http://schemas.microsoft.com/office/drawing/2014/main" id="{E9E0AFBA-EB8E-5C61-7F24-9C492B2B574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69" name="rc1347">
              <a:extLst>
                <a:ext uri="{FF2B5EF4-FFF2-40B4-BE49-F238E27FC236}">
                  <a16:creationId xmlns:a16="http://schemas.microsoft.com/office/drawing/2014/main" id="{98114988-EEC8-86A3-38E3-2EC34EF053B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0" name="rc1348">
              <a:extLst>
                <a:ext uri="{FF2B5EF4-FFF2-40B4-BE49-F238E27FC236}">
                  <a16:creationId xmlns:a16="http://schemas.microsoft.com/office/drawing/2014/main" id="{A79114D2-BF69-4A4F-015A-D3B02D10371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1" name="rc1349">
              <a:extLst>
                <a:ext uri="{FF2B5EF4-FFF2-40B4-BE49-F238E27FC236}">
                  <a16:creationId xmlns:a16="http://schemas.microsoft.com/office/drawing/2014/main" id="{3236A2D1-E7DE-0290-0E3C-9105AAEB1B2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2" name="rc1350">
              <a:extLst>
                <a:ext uri="{FF2B5EF4-FFF2-40B4-BE49-F238E27FC236}">
                  <a16:creationId xmlns:a16="http://schemas.microsoft.com/office/drawing/2014/main" id="{15483EA4-2CD9-45C8-402D-A4883C02952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3" name="rc1351">
              <a:extLst>
                <a:ext uri="{FF2B5EF4-FFF2-40B4-BE49-F238E27FC236}">
                  <a16:creationId xmlns:a16="http://schemas.microsoft.com/office/drawing/2014/main" id="{ECC17C4E-644D-4155-D008-4E32676AE95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4" name="rc1352">
              <a:extLst>
                <a:ext uri="{FF2B5EF4-FFF2-40B4-BE49-F238E27FC236}">
                  <a16:creationId xmlns:a16="http://schemas.microsoft.com/office/drawing/2014/main" id="{CF958675-E7DA-5CAF-4C8E-0C5502644AE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5" name="rc1353">
              <a:extLst>
                <a:ext uri="{FF2B5EF4-FFF2-40B4-BE49-F238E27FC236}">
                  <a16:creationId xmlns:a16="http://schemas.microsoft.com/office/drawing/2014/main" id="{B0F7331C-FAB2-4523-11EA-E881C1BAD78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6" name="rc1354">
              <a:extLst>
                <a:ext uri="{FF2B5EF4-FFF2-40B4-BE49-F238E27FC236}">
                  <a16:creationId xmlns:a16="http://schemas.microsoft.com/office/drawing/2014/main" id="{D74ABEDE-90C6-60D9-999A-77C936CDE57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7" name="rc1355">
              <a:extLst>
                <a:ext uri="{FF2B5EF4-FFF2-40B4-BE49-F238E27FC236}">
                  <a16:creationId xmlns:a16="http://schemas.microsoft.com/office/drawing/2014/main" id="{AE401C1F-7BEC-3D12-8589-3C2482F037F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8" name="rc1356">
              <a:extLst>
                <a:ext uri="{FF2B5EF4-FFF2-40B4-BE49-F238E27FC236}">
                  <a16:creationId xmlns:a16="http://schemas.microsoft.com/office/drawing/2014/main" id="{913532EC-18C0-C2E9-307B-4E338073723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79" name="rc1357">
              <a:extLst>
                <a:ext uri="{FF2B5EF4-FFF2-40B4-BE49-F238E27FC236}">
                  <a16:creationId xmlns:a16="http://schemas.microsoft.com/office/drawing/2014/main" id="{BA20CD4E-DE41-0731-D4D9-5B16750A176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0" name="rc1358">
              <a:extLst>
                <a:ext uri="{FF2B5EF4-FFF2-40B4-BE49-F238E27FC236}">
                  <a16:creationId xmlns:a16="http://schemas.microsoft.com/office/drawing/2014/main" id="{4193E07C-52AC-34BF-1299-4AA235E8BEE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1" name="rc1359">
              <a:extLst>
                <a:ext uri="{FF2B5EF4-FFF2-40B4-BE49-F238E27FC236}">
                  <a16:creationId xmlns:a16="http://schemas.microsoft.com/office/drawing/2014/main" id="{CA17F792-580A-4B7D-D705-AD87CBB64B8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2" name="rc1360">
              <a:extLst>
                <a:ext uri="{FF2B5EF4-FFF2-40B4-BE49-F238E27FC236}">
                  <a16:creationId xmlns:a16="http://schemas.microsoft.com/office/drawing/2014/main" id="{2734D19C-F1B5-17D1-EB5F-B56C154BF30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3" name="rc1361">
              <a:extLst>
                <a:ext uri="{FF2B5EF4-FFF2-40B4-BE49-F238E27FC236}">
                  <a16:creationId xmlns:a16="http://schemas.microsoft.com/office/drawing/2014/main" id="{02C5E877-636A-56F8-03DF-01F1CE7FCF5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4" name="rc1362">
              <a:extLst>
                <a:ext uri="{FF2B5EF4-FFF2-40B4-BE49-F238E27FC236}">
                  <a16:creationId xmlns:a16="http://schemas.microsoft.com/office/drawing/2014/main" id="{CD1D479D-1AA4-5840-5023-CAC08095F9B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5" name="rc1363">
              <a:extLst>
                <a:ext uri="{FF2B5EF4-FFF2-40B4-BE49-F238E27FC236}">
                  <a16:creationId xmlns:a16="http://schemas.microsoft.com/office/drawing/2014/main" id="{F41A9B89-9722-9647-879B-EDA97E94B87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6" name="rc1364">
              <a:extLst>
                <a:ext uri="{FF2B5EF4-FFF2-40B4-BE49-F238E27FC236}">
                  <a16:creationId xmlns:a16="http://schemas.microsoft.com/office/drawing/2014/main" id="{75A6FE29-990D-1DE2-5812-96530226605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7" name="rc1365">
              <a:extLst>
                <a:ext uri="{FF2B5EF4-FFF2-40B4-BE49-F238E27FC236}">
                  <a16:creationId xmlns:a16="http://schemas.microsoft.com/office/drawing/2014/main" id="{7CDAE199-FCC3-F451-9FA1-332FF48C20E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8" name="rc1366">
              <a:extLst>
                <a:ext uri="{FF2B5EF4-FFF2-40B4-BE49-F238E27FC236}">
                  <a16:creationId xmlns:a16="http://schemas.microsoft.com/office/drawing/2014/main" id="{157A624E-D6ED-9C46-03CB-EA74CFD21A8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89" name="rc1367">
              <a:extLst>
                <a:ext uri="{FF2B5EF4-FFF2-40B4-BE49-F238E27FC236}">
                  <a16:creationId xmlns:a16="http://schemas.microsoft.com/office/drawing/2014/main" id="{27EC4471-EC38-339D-4852-10C62014984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0" name="rc1368">
              <a:extLst>
                <a:ext uri="{FF2B5EF4-FFF2-40B4-BE49-F238E27FC236}">
                  <a16:creationId xmlns:a16="http://schemas.microsoft.com/office/drawing/2014/main" id="{9611E8CA-62AB-0073-4CE6-D503B6C6366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1" name="rc1369">
              <a:extLst>
                <a:ext uri="{FF2B5EF4-FFF2-40B4-BE49-F238E27FC236}">
                  <a16:creationId xmlns:a16="http://schemas.microsoft.com/office/drawing/2014/main" id="{77E4ED57-3A39-ED31-EC99-C20A712E007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2" name="rc1370">
              <a:extLst>
                <a:ext uri="{FF2B5EF4-FFF2-40B4-BE49-F238E27FC236}">
                  <a16:creationId xmlns:a16="http://schemas.microsoft.com/office/drawing/2014/main" id="{F643B990-A094-F094-8593-B2BE855A549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3" name="rc1371">
              <a:extLst>
                <a:ext uri="{FF2B5EF4-FFF2-40B4-BE49-F238E27FC236}">
                  <a16:creationId xmlns:a16="http://schemas.microsoft.com/office/drawing/2014/main" id="{F07B3538-C3C4-ABD8-ACBF-2ACC1850BA7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4" name="rc1372">
              <a:extLst>
                <a:ext uri="{FF2B5EF4-FFF2-40B4-BE49-F238E27FC236}">
                  <a16:creationId xmlns:a16="http://schemas.microsoft.com/office/drawing/2014/main" id="{B4BBAAE2-DD8E-4121-7787-CF4904E47D3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5" name="rc1373">
              <a:extLst>
                <a:ext uri="{FF2B5EF4-FFF2-40B4-BE49-F238E27FC236}">
                  <a16:creationId xmlns:a16="http://schemas.microsoft.com/office/drawing/2014/main" id="{6D376D90-F6C1-1A04-9B03-67F70F4B9C0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6" name="rc1374">
              <a:extLst>
                <a:ext uri="{FF2B5EF4-FFF2-40B4-BE49-F238E27FC236}">
                  <a16:creationId xmlns:a16="http://schemas.microsoft.com/office/drawing/2014/main" id="{BD048E8F-1D6E-A3AC-6509-0B0F0E2C440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7" name="rc1375">
              <a:extLst>
                <a:ext uri="{FF2B5EF4-FFF2-40B4-BE49-F238E27FC236}">
                  <a16:creationId xmlns:a16="http://schemas.microsoft.com/office/drawing/2014/main" id="{3E9B9587-4202-90BF-6F6F-D6D58433C25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8" name="rc1376">
              <a:extLst>
                <a:ext uri="{FF2B5EF4-FFF2-40B4-BE49-F238E27FC236}">
                  <a16:creationId xmlns:a16="http://schemas.microsoft.com/office/drawing/2014/main" id="{9165325D-7DF6-72F9-7BD7-EF35994286B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999" name="rc1377">
              <a:extLst>
                <a:ext uri="{FF2B5EF4-FFF2-40B4-BE49-F238E27FC236}">
                  <a16:creationId xmlns:a16="http://schemas.microsoft.com/office/drawing/2014/main" id="{28548BE7-F220-471E-FA43-7E32B27C393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0" name="rc1378">
              <a:extLst>
                <a:ext uri="{FF2B5EF4-FFF2-40B4-BE49-F238E27FC236}">
                  <a16:creationId xmlns:a16="http://schemas.microsoft.com/office/drawing/2014/main" id="{9EDCF05B-5737-3815-1F35-12B0E0AC809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1" name="rc1379">
              <a:extLst>
                <a:ext uri="{FF2B5EF4-FFF2-40B4-BE49-F238E27FC236}">
                  <a16:creationId xmlns:a16="http://schemas.microsoft.com/office/drawing/2014/main" id="{A2ECC7BB-677B-FE8E-1EFE-1DEB38933B1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2" name="rc1380">
              <a:extLst>
                <a:ext uri="{FF2B5EF4-FFF2-40B4-BE49-F238E27FC236}">
                  <a16:creationId xmlns:a16="http://schemas.microsoft.com/office/drawing/2014/main" id="{3165F581-2817-4FDA-23C4-B0AC4B381E0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3" name="rc1381">
              <a:extLst>
                <a:ext uri="{FF2B5EF4-FFF2-40B4-BE49-F238E27FC236}">
                  <a16:creationId xmlns:a16="http://schemas.microsoft.com/office/drawing/2014/main" id="{6A5EF0D1-F6B3-B5BE-57C4-B501437983A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4" name="rc1382">
              <a:extLst>
                <a:ext uri="{FF2B5EF4-FFF2-40B4-BE49-F238E27FC236}">
                  <a16:creationId xmlns:a16="http://schemas.microsoft.com/office/drawing/2014/main" id="{82ECFB17-16A0-6A4C-3DDB-CBBD6197C1C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5" name="rc1383">
              <a:extLst>
                <a:ext uri="{FF2B5EF4-FFF2-40B4-BE49-F238E27FC236}">
                  <a16:creationId xmlns:a16="http://schemas.microsoft.com/office/drawing/2014/main" id="{B184FBD9-9560-E651-E999-C8C3E330BF0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6" name="rc1384">
              <a:extLst>
                <a:ext uri="{FF2B5EF4-FFF2-40B4-BE49-F238E27FC236}">
                  <a16:creationId xmlns:a16="http://schemas.microsoft.com/office/drawing/2014/main" id="{4C233695-3395-21AB-9ED1-E454C6F0476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7" name="rc1385">
              <a:extLst>
                <a:ext uri="{FF2B5EF4-FFF2-40B4-BE49-F238E27FC236}">
                  <a16:creationId xmlns:a16="http://schemas.microsoft.com/office/drawing/2014/main" id="{753A80F1-647A-BE17-1225-634D84B95CF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8" name="rc1386">
              <a:extLst>
                <a:ext uri="{FF2B5EF4-FFF2-40B4-BE49-F238E27FC236}">
                  <a16:creationId xmlns:a16="http://schemas.microsoft.com/office/drawing/2014/main" id="{6B81A769-C594-C07D-E365-BCA059931E7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09" name="rc1387">
              <a:extLst>
                <a:ext uri="{FF2B5EF4-FFF2-40B4-BE49-F238E27FC236}">
                  <a16:creationId xmlns:a16="http://schemas.microsoft.com/office/drawing/2014/main" id="{A6C81F6C-02C6-AF3F-57A5-D2A27DAEAD0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0" name="rc1388">
              <a:extLst>
                <a:ext uri="{FF2B5EF4-FFF2-40B4-BE49-F238E27FC236}">
                  <a16:creationId xmlns:a16="http://schemas.microsoft.com/office/drawing/2014/main" id="{B22DFE3F-FD6B-7003-FB82-8E8919604FB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1" name="rc1389">
              <a:extLst>
                <a:ext uri="{FF2B5EF4-FFF2-40B4-BE49-F238E27FC236}">
                  <a16:creationId xmlns:a16="http://schemas.microsoft.com/office/drawing/2014/main" id="{0C47007C-8B70-1219-0325-5527C6D3AC8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2" name="rc1390">
              <a:extLst>
                <a:ext uri="{FF2B5EF4-FFF2-40B4-BE49-F238E27FC236}">
                  <a16:creationId xmlns:a16="http://schemas.microsoft.com/office/drawing/2014/main" id="{E52D3CDF-249D-C7CE-7C27-70F42111671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3" name="rc1391">
              <a:extLst>
                <a:ext uri="{FF2B5EF4-FFF2-40B4-BE49-F238E27FC236}">
                  <a16:creationId xmlns:a16="http://schemas.microsoft.com/office/drawing/2014/main" id="{78C00E2B-30B8-E27A-F2A4-AA5ED158374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4" name="rc1392">
              <a:extLst>
                <a:ext uri="{FF2B5EF4-FFF2-40B4-BE49-F238E27FC236}">
                  <a16:creationId xmlns:a16="http://schemas.microsoft.com/office/drawing/2014/main" id="{52613CDA-299C-A74E-A578-97215451BEB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5" name="rc1393">
              <a:extLst>
                <a:ext uri="{FF2B5EF4-FFF2-40B4-BE49-F238E27FC236}">
                  <a16:creationId xmlns:a16="http://schemas.microsoft.com/office/drawing/2014/main" id="{20A33557-F873-D54E-D066-6A2806093C5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6" name="rc1394">
              <a:extLst>
                <a:ext uri="{FF2B5EF4-FFF2-40B4-BE49-F238E27FC236}">
                  <a16:creationId xmlns:a16="http://schemas.microsoft.com/office/drawing/2014/main" id="{0E8A8952-69A7-7018-DD68-ABD305F153A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7" name="rc1395">
              <a:extLst>
                <a:ext uri="{FF2B5EF4-FFF2-40B4-BE49-F238E27FC236}">
                  <a16:creationId xmlns:a16="http://schemas.microsoft.com/office/drawing/2014/main" id="{816DA9A0-818C-627F-E7CA-75AF628BF57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8" name="rc1396">
              <a:extLst>
                <a:ext uri="{FF2B5EF4-FFF2-40B4-BE49-F238E27FC236}">
                  <a16:creationId xmlns:a16="http://schemas.microsoft.com/office/drawing/2014/main" id="{36FF2FF9-CD16-E347-DCF4-60F23CA98D4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19" name="rc1397">
              <a:extLst>
                <a:ext uri="{FF2B5EF4-FFF2-40B4-BE49-F238E27FC236}">
                  <a16:creationId xmlns:a16="http://schemas.microsoft.com/office/drawing/2014/main" id="{E932CAD7-E306-FAB5-7524-2FEDAFCE0D5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0" name="rc1398">
              <a:extLst>
                <a:ext uri="{FF2B5EF4-FFF2-40B4-BE49-F238E27FC236}">
                  <a16:creationId xmlns:a16="http://schemas.microsoft.com/office/drawing/2014/main" id="{32B48717-A01E-C822-157C-DEBDFC7D76C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1" name="rc1399">
              <a:extLst>
                <a:ext uri="{FF2B5EF4-FFF2-40B4-BE49-F238E27FC236}">
                  <a16:creationId xmlns:a16="http://schemas.microsoft.com/office/drawing/2014/main" id="{435A28A3-2135-94F3-5260-A8298155627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2" name="rc1400">
              <a:extLst>
                <a:ext uri="{FF2B5EF4-FFF2-40B4-BE49-F238E27FC236}">
                  <a16:creationId xmlns:a16="http://schemas.microsoft.com/office/drawing/2014/main" id="{E6FAEBF2-81CC-EF68-007C-DD8F43771B1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3" name="rc1401">
              <a:extLst>
                <a:ext uri="{FF2B5EF4-FFF2-40B4-BE49-F238E27FC236}">
                  <a16:creationId xmlns:a16="http://schemas.microsoft.com/office/drawing/2014/main" id="{A41045F5-12A5-3BBD-C670-1BFC5BDF937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4" name="rc1402">
              <a:extLst>
                <a:ext uri="{FF2B5EF4-FFF2-40B4-BE49-F238E27FC236}">
                  <a16:creationId xmlns:a16="http://schemas.microsoft.com/office/drawing/2014/main" id="{D9581E4E-ED7B-67DB-919A-68082BBE8E0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5" name="rc1403">
              <a:extLst>
                <a:ext uri="{FF2B5EF4-FFF2-40B4-BE49-F238E27FC236}">
                  <a16:creationId xmlns:a16="http://schemas.microsoft.com/office/drawing/2014/main" id="{8072E998-E641-57B5-B58A-AD84DA6870B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6" name="rc1404">
              <a:extLst>
                <a:ext uri="{FF2B5EF4-FFF2-40B4-BE49-F238E27FC236}">
                  <a16:creationId xmlns:a16="http://schemas.microsoft.com/office/drawing/2014/main" id="{1C80D228-B8DA-4997-0253-6381807BF8C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7" name="rc1405">
              <a:extLst>
                <a:ext uri="{FF2B5EF4-FFF2-40B4-BE49-F238E27FC236}">
                  <a16:creationId xmlns:a16="http://schemas.microsoft.com/office/drawing/2014/main" id="{2F6A176C-0E83-D2CC-CC5A-1F901730FCE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8" name="rc1406">
              <a:extLst>
                <a:ext uri="{FF2B5EF4-FFF2-40B4-BE49-F238E27FC236}">
                  <a16:creationId xmlns:a16="http://schemas.microsoft.com/office/drawing/2014/main" id="{2C05D5E8-1492-4182-F0E0-C9E1B84D63E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29" name="rc1407">
              <a:extLst>
                <a:ext uri="{FF2B5EF4-FFF2-40B4-BE49-F238E27FC236}">
                  <a16:creationId xmlns:a16="http://schemas.microsoft.com/office/drawing/2014/main" id="{AFFC937A-63E9-C5F2-E328-25B8A22DF8F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0" name="rc1408">
              <a:extLst>
                <a:ext uri="{FF2B5EF4-FFF2-40B4-BE49-F238E27FC236}">
                  <a16:creationId xmlns:a16="http://schemas.microsoft.com/office/drawing/2014/main" id="{7773E37E-DE20-7C01-5B30-B3A6D041156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1" name="rc1409">
              <a:extLst>
                <a:ext uri="{FF2B5EF4-FFF2-40B4-BE49-F238E27FC236}">
                  <a16:creationId xmlns:a16="http://schemas.microsoft.com/office/drawing/2014/main" id="{C89D8D25-5A87-5F96-0862-C76263767ED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2" name="rc1410">
              <a:extLst>
                <a:ext uri="{FF2B5EF4-FFF2-40B4-BE49-F238E27FC236}">
                  <a16:creationId xmlns:a16="http://schemas.microsoft.com/office/drawing/2014/main" id="{17D11884-782F-BE7A-773E-2C73C904834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3" name="rc1411">
              <a:extLst>
                <a:ext uri="{FF2B5EF4-FFF2-40B4-BE49-F238E27FC236}">
                  <a16:creationId xmlns:a16="http://schemas.microsoft.com/office/drawing/2014/main" id="{B4878C39-1A50-BB5B-7526-01D8B501A44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4" name="rc1412">
              <a:extLst>
                <a:ext uri="{FF2B5EF4-FFF2-40B4-BE49-F238E27FC236}">
                  <a16:creationId xmlns:a16="http://schemas.microsoft.com/office/drawing/2014/main" id="{5BD763F8-BE64-1CC0-E5F2-00F8274EBFE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5" name="rc1413">
              <a:extLst>
                <a:ext uri="{FF2B5EF4-FFF2-40B4-BE49-F238E27FC236}">
                  <a16:creationId xmlns:a16="http://schemas.microsoft.com/office/drawing/2014/main" id="{BB67917B-1865-5921-AF32-EDB0522D1F5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6" name="rc1414">
              <a:extLst>
                <a:ext uri="{FF2B5EF4-FFF2-40B4-BE49-F238E27FC236}">
                  <a16:creationId xmlns:a16="http://schemas.microsoft.com/office/drawing/2014/main" id="{7F0FCE6D-0374-B982-4124-E998C7F0067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7" name="rc1415">
              <a:extLst>
                <a:ext uri="{FF2B5EF4-FFF2-40B4-BE49-F238E27FC236}">
                  <a16:creationId xmlns:a16="http://schemas.microsoft.com/office/drawing/2014/main" id="{DD289546-A5BD-016F-6133-15173D2FAC3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8" name="rc1416">
              <a:extLst>
                <a:ext uri="{FF2B5EF4-FFF2-40B4-BE49-F238E27FC236}">
                  <a16:creationId xmlns:a16="http://schemas.microsoft.com/office/drawing/2014/main" id="{5F9D46A0-BC34-2522-2B55-FA6E5DAED5E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39" name="rc1417">
              <a:extLst>
                <a:ext uri="{FF2B5EF4-FFF2-40B4-BE49-F238E27FC236}">
                  <a16:creationId xmlns:a16="http://schemas.microsoft.com/office/drawing/2014/main" id="{07A4111B-24C9-80AB-C8ED-B1871368245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0" name="rc1418">
              <a:extLst>
                <a:ext uri="{FF2B5EF4-FFF2-40B4-BE49-F238E27FC236}">
                  <a16:creationId xmlns:a16="http://schemas.microsoft.com/office/drawing/2014/main" id="{593A746F-25CE-14BC-E1AD-67BE409C588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1" name="rc1419">
              <a:extLst>
                <a:ext uri="{FF2B5EF4-FFF2-40B4-BE49-F238E27FC236}">
                  <a16:creationId xmlns:a16="http://schemas.microsoft.com/office/drawing/2014/main" id="{2FAA6DE0-8E73-1175-A6A8-3238CB71ED5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2" name="rc1420">
              <a:extLst>
                <a:ext uri="{FF2B5EF4-FFF2-40B4-BE49-F238E27FC236}">
                  <a16:creationId xmlns:a16="http://schemas.microsoft.com/office/drawing/2014/main" id="{7A479BDA-1188-D3FD-5CA3-57131870B78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3" name="rc1421">
              <a:extLst>
                <a:ext uri="{FF2B5EF4-FFF2-40B4-BE49-F238E27FC236}">
                  <a16:creationId xmlns:a16="http://schemas.microsoft.com/office/drawing/2014/main" id="{9363349A-BD1B-89D5-A69E-0F173AC9EF1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4" name="rc1422">
              <a:extLst>
                <a:ext uri="{FF2B5EF4-FFF2-40B4-BE49-F238E27FC236}">
                  <a16:creationId xmlns:a16="http://schemas.microsoft.com/office/drawing/2014/main" id="{2838D71E-5418-3C06-42FE-248531E02BD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5" name="rc1423">
              <a:extLst>
                <a:ext uri="{FF2B5EF4-FFF2-40B4-BE49-F238E27FC236}">
                  <a16:creationId xmlns:a16="http://schemas.microsoft.com/office/drawing/2014/main" id="{E94BCA11-BE1B-4B39-299C-F6CFD4AC31C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6" name="rc1424">
              <a:extLst>
                <a:ext uri="{FF2B5EF4-FFF2-40B4-BE49-F238E27FC236}">
                  <a16:creationId xmlns:a16="http://schemas.microsoft.com/office/drawing/2014/main" id="{4B142396-06BE-D641-A35F-041C74396C2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7" name="rc1425">
              <a:extLst>
                <a:ext uri="{FF2B5EF4-FFF2-40B4-BE49-F238E27FC236}">
                  <a16:creationId xmlns:a16="http://schemas.microsoft.com/office/drawing/2014/main" id="{0088D210-7C1E-87D8-66C1-37A271DFBD8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8" name="rc1426">
              <a:extLst>
                <a:ext uri="{FF2B5EF4-FFF2-40B4-BE49-F238E27FC236}">
                  <a16:creationId xmlns:a16="http://schemas.microsoft.com/office/drawing/2014/main" id="{FF1B7761-A52C-69FA-86DC-74D661B705F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49" name="rc1427">
              <a:extLst>
                <a:ext uri="{FF2B5EF4-FFF2-40B4-BE49-F238E27FC236}">
                  <a16:creationId xmlns:a16="http://schemas.microsoft.com/office/drawing/2014/main" id="{61676F20-0987-DB8A-10E3-20F2DC2A8DB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0" name="rc1428">
              <a:extLst>
                <a:ext uri="{FF2B5EF4-FFF2-40B4-BE49-F238E27FC236}">
                  <a16:creationId xmlns:a16="http://schemas.microsoft.com/office/drawing/2014/main" id="{D0CA8E52-8C13-42C0-1053-B453DAAF257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1" name="rc1429">
              <a:extLst>
                <a:ext uri="{FF2B5EF4-FFF2-40B4-BE49-F238E27FC236}">
                  <a16:creationId xmlns:a16="http://schemas.microsoft.com/office/drawing/2014/main" id="{D13B7D64-6B78-1EA0-F287-3576F6D6554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2" name="rc1430">
              <a:extLst>
                <a:ext uri="{FF2B5EF4-FFF2-40B4-BE49-F238E27FC236}">
                  <a16:creationId xmlns:a16="http://schemas.microsoft.com/office/drawing/2014/main" id="{65AA3FAE-0BF7-7C21-D7A1-5277E649508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3" name="rc1431">
              <a:extLst>
                <a:ext uri="{FF2B5EF4-FFF2-40B4-BE49-F238E27FC236}">
                  <a16:creationId xmlns:a16="http://schemas.microsoft.com/office/drawing/2014/main" id="{1629AC80-28C2-F492-3DFE-24386E30918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4" name="rc1432">
              <a:extLst>
                <a:ext uri="{FF2B5EF4-FFF2-40B4-BE49-F238E27FC236}">
                  <a16:creationId xmlns:a16="http://schemas.microsoft.com/office/drawing/2014/main" id="{7FE44A1A-36D0-EE4F-357D-57DE24ACCDF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5" name="rc1433">
              <a:extLst>
                <a:ext uri="{FF2B5EF4-FFF2-40B4-BE49-F238E27FC236}">
                  <a16:creationId xmlns:a16="http://schemas.microsoft.com/office/drawing/2014/main" id="{AECA99CF-1937-A10D-B3D6-57ABFFB9AD6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6" name="rc1434">
              <a:extLst>
                <a:ext uri="{FF2B5EF4-FFF2-40B4-BE49-F238E27FC236}">
                  <a16:creationId xmlns:a16="http://schemas.microsoft.com/office/drawing/2014/main" id="{3F666A32-4CA6-CDD9-6B66-C6661FB2277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7" name="rc1435">
              <a:extLst>
                <a:ext uri="{FF2B5EF4-FFF2-40B4-BE49-F238E27FC236}">
                  <a16:creationId xmlns:a16="http://schemas.microsoft.com/office/drawing/2014/main" id="{53164CA8-4FB6-72CF-56C5-004B00B4943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8" name="rc1436">
              <a:extLst>
                <a:ext uri="{FF2B5EF4-FFF2-40B4-BE49-F238E27FC236}">
                  <a16:creationId xmlns:a16="http://schemas.microsoft.com/office/drawing/2014/main" id="{A6EFEDEC-EEDC-02FB-9948-B019476C62D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59" name="rc1437">
              <a:extLst>
                <a:ext uri="{FF2B5EF4-FFF2-40B4-BE49-F238E27FC236}">
                  <a16:creationId xmlns:a16="http://schemas.microsoft.com/office/drawing/2014/main" id="{311AF37D-7B80-9E59-72A2-C3685376AD3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0" name="rc1438">
              <a:extLst>
                <a:ext uri="{FF2B5EF4-FFF2-40B4-BE49-F238E27FC236}">
                  <a16:creationId xmlns:a16="http://schemas.microsoft.com/office/drawing/2014/main" id="{8DEB66FB-2893-BE86-9770-FA0654343BF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1" name="rc1439">
              <a:extLst>
                <a:ext uri="{FF2B5EF4-FFF2-40B4-BE49-F238E27FC236}">
                  <a16:creationId xmlns:a16="http://schemas.microsoft.com/office/drawing/2014/main" id="{88312147-A8ED-84E1-17F4-62031BE1CA7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2" name="rc1440">
              <a:extLst>
                <a:ext uri="{FF2B5EF4-FFF2-40B4-BE49-F238E27FC236}">
                  <a16:creationId xmlns:a16="http://schemas.microsoft.com/office/drawing/2014/main" id="{D926DCA2-7BF2-FA71-CB8B-1911CA20E89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3" name="rc1441">
              <a:extLst>
                <a:ext uri="{FF2B5EF4-FFF2-40B4-BE49-F238E27FC236}">
                  <a16:creationId xmlns:a16="http://schemas.microsoft.com/office/drawing/2014/main" id="{9C6B5231-BF19-415B-59CF-61C7603A7D4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4" name="rc1442">
              <a:extLst>
                <a:ext uri="{FF2B5EF4-FFF2-40B4-BE49-F238E27FC236}">
                  <a16:creationId xmlns:a16="http://schemas.microsoft.com/office/drawing/2014/main" id="{A6C6D8C0-6DF3-625C-F7EF-8E8D8517EC9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5" name="rc1443">
              <a:extLst>
                <a:ext uri="{FF2B5EF4-FFF2-40B4-BE49-F238E27FC236}">
                  <a16:creationId xmlns:a16="http://schemas.microsoft.com/office/drawing/2014/main" id="{A1B2B38F-3C46-B45D-1DBC-7327F7E00F5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6" name="rc1444">
              <a:extLst>
                <a:ext uri="{FF2B5EF4-FFF2-40B4-BE49-F238E27FC236}">
                  <a16:creationId xmlns:a16="http://schemas.microsoft.com/office/drawing/2014/main" id="{1F2739D4-1870-C75B-76E9-BB916A993BB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7" name="rc1445">
              <a:extLst>
                <a:ext uri="{FF2B5EF4-FFF2-40B4-BE49-F238E27FC236}">
                  <a16:creationId xmlns:a16="http://schemas.microsoft.com/office/drawing/2014/main" id="{A67A17D9-0BC0-D52B-5C9A-637F316528A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8" name="rc1446">
              <a:extLst>
                <a:ext uri="{FF2B5EF4-FFF2-40B4-BE49-F238E27FC236}">
                  <a16:creationId xmlns:a16="http://schemas.microsoft.com/office/drawing/2014/main" id="{BC6C278F-0D5A-6A06-8E11-51AC2C62C81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69" name="rc1447">
              <a:extLst>
                <a:ext uri="{FF2B5EF4-FFF2-40B4-BE49-F238E27FC236}">
                  <a16:creationId xmlns:a16="http://schemas.microsoft.com/office/drawing/2014/main" id="{522E70CB-E007-DD9A-5031-FB7CE3C6A5B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0" name="rc1448">
              <a:extLst>
                <a:ext uri="{FF2B5EF4-FFF2-40B4-BE49-F238E27FC236}">
                  <a16:creationId xmlns:a16="http://schemas.microsoft.com/office/drawing/2014/main" id="{9F525C44-98FF-D108-987C-0D1A174DCF1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1" name="rc1449">
              <a:extLst>
                <a:ext uri="{FF2B5EF4-FFF2-40B4-BE49-F238E27FC236}">
                  <a16:creationId xmlns:a16="http://schemas.microsoft.com/office/drawing/2014/main" id="{67D0587D-10D6-88D7-0844-7B769C19D3F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2" name="rc1450">
              <a:extLst>
                <a:ext uri="{FF2B5EF4-FFF2-40B4-BE49-F238E27FC236}">
                  <a16:creationId xmlns:a16="http://schemas.microsoft.com/office/drawing/2014/main" id="{FD224BB1-2FD0-0362-CA1D-7BFD4F5425D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3" name="rc1451">
              <a:extLst>
                <a:ext uri="{FF2B5EF4-FFF2-40B4-BE49-F238E27FC236}">
                  <a16:creationId xmlns:a16="http://schemas.microsoft.com/office/drawing/2014/main" id="{ACD9777E-2205-6301-A138-95981C9641C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4" name="rc1452">
              <a:extLst>
                <a:ext uri="{FF2B5EF4-FFF2-40B4-BE49-F238E27FC236}">
                  <a16:creationId xmlns:a16="http://schemas.microsoft.com/office/drawing/2014/main" id="{867FAF1E-E789-6667-CF49-8FF83104A55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5" name="rc1453">
              <a:extLst>
                <a:ext uri="{FF2B5EF4-FFF2-40B4-BE49-F238E27FC236}">
                  <a16:creationId xmlns:a16="http://schemas.microsoft.com/office/drawing/2014/main" id="{C4DD20DF-B4AF-EE7F-143A-50E27938C3E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6" name="rc1454">
              <a:extLst>
                <a:ext uri="{FF2B5EF4-FFF2-40B4-BE49-F238E27FC236}">
                  <a16:creationId xmlns:a16="http://schemas.microsoft.com/office/drawing/2014/main" id="{D873458B-B553-0D94-207F-44A157D8521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7" name="rc1455">
              <a:extLst>
                <a:ext uri="{FF2B5EF4-FFF2-40B4-BE49-F238E27FC236}">
                  <a16:creationId xmlns:a16="http://schemas.microsoft.com/office/drawing/2014/main" id="{E13D7C7B-7E46-ABC2-064D-796DDD3035A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8" name="rc1456">
              <a:extLst>
                <a:ext uri="{FF2B5EF4-FFF2-40B4-BE49-F238E27FC236}">
                  <a16:creationId xmlns:a16="http://schemas.microsoft.com/office/drawing/2014/main" id="{26C7CEDB-01FC-10A1-9CAB-0C8580E9659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79" name="rc1457">
              <a:extLst>
                <a:ext uri="{FF2B5EF4-FFF2-40B4-BE49-F238E27FC236}">
                  <a16:creationId xmlns:a16="http://schemas.microsoft.com/office/drawing/2014/main" id="{A4995694-B10C-E4BB-9FCB-D71F223D948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0" name="rc1458">
              <a:extLst>
                <a:ext uri="{FF2B5EF4-FFF2-40B4-BE49-F238E27FC236}">
                  <a16:creationId xmlns:a16="http://schemas.microsoft.com/office/drawing/2014/main" id="{FDCF7DB8-8A16-9679-6428-42A97787D58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1" name="rc1459">
              <a:extLst>
                <a:ext uri="{FF2B5EF4-FFF2-40B4-BE49-F238E27FC236}">
                  <a16:creationId xmlns:a16="http://schemas.microsoft.com/office/drawing/2014/main" id="{E04425DD-C064-FA8D-067C-E5DC31B55EE7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2" name="rc1460">
              <a:extLst>
                <a:ext uri="{FF2B5EF4-FFF2-40B4-BE49-F238E27FC236}">
                  <a16:creationId xmlns:a16="http://schemas.microsoft.com/office/drawing/2014/main" id="{8D3881BA-2856-3642-7CF3-8A4AB73D1DB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3" name="rc1461">
              <a:extLst>
                <a:ext uri="{FF2B5EF4-FFF2-40B4-BE49-F238E27FC236}">
                  <a16:creationId xmlns:a16="http://schemas.microsoft.com/office/drawing/2014/main" id="{C10634B4-8DC4-86E0-0C19-4F5B584563D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4" name="rc1462">
              <a:extLst>
                <a:ext uri="{FF2B5EF4-FFF2-40B4-BE49-F238E27FC236}">
                  <a16:creationId xmlns:a16="http://schemas.microsoft.com/office/drawing/2014/main" id="{B203E806-0259-7B21-EFB2-48C24EA06D9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5" name="rc1463">
              <a:extLst>
                <a:ext uri="{FF2B5EF4-FFF2-40B4-BE49-F238E27FC236}">
                  <a16:creationId xmlns:a16="http://schemas.microsoft.com/office/drawing/2014/main" id="{4A8B09B6-D3D0-14A5-21BD-940E6F38785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6" name="rc1464">
              <a:extLst>
                <a:ext uri="{FF2B5EF4-FFF2-40B4-BE49-F238E27FC236}">
                  <a16:creationId xmlns:a16="http://schemas.microsoft.com/office/drawing/2014/main" id="{9B17A73A-3E1D-0FC7-860A-EB3622BE658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7" name="rc1465">
              <a:extLst>
                <a:ext uri="{FF2B5EF4-FFF2-40B4-BE49-F238E27FC236}">
                  <a16:creationId xmlns:a16="http://schemas.microsoft.com/office/drawing/2014/main" id="{44C93996-FA32-E22B-8A50-BF40059665A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8" name="rc1466">
              <a:extLst>
                <a:ext uri="{FF2B5EF4-FFF2-40B4-BE49-F238E27FC236}">
                  <a16:creationId xmlns:a16="http://schemas.microsoft.com/office/drawing/2014/main" id="{AF008761-4852-D667-7308-2D7E7B33E2F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89" name="rc1467">
              <a:extLst>
                <a:ext uri="{FF2B5EF4-FFF2-40B4-BE49-F238E27FC236}">
                  <a16:creationId xmlns:a16="http://schemas.microsoft.com/office/drawing/2014/main" id="{44EF7264-C884-B303-37C3-9519DCCB89A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0" name="rc1468">
              <a:extLst>
                <a:ext uri="{FF2B5EF4-FFF2-40B4-BE49-F238E27FC236}">
                  <a16:creationId xmlns:a16="http://schemas.microsoft.com/office/drawing/2014/main" id="{DE2A521C-E361-9194-7900-B9388205996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1" name="rc1469">
              <a:extLst>
                <a:ext uri="{FF2B5EF4-FFF2-40B4-BE49-F238E27FC236}">
                  <a16:creationId xmlns:a16="http://schemas.microsoft.com/office/drawing/2014/main" id="{187ACAA8-BAA6-3369-A064-E63A145C389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2" name="rc1470">
              <a:extLst>
                <a:ext uri="{FF2B5EF4-FFF2-40B4-BE49-F238E27FC236}">
                  <a16:creationId xmlns:a16="http://schemas.microsoft.com/office/drawing/2014/main" id="{B30C75AD-E41A-C222-AFAA-3FF9EBE759C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3" name="rc1471">
              <a:extLst>
                <a:ext uri="{FF2B5EF4-FFF2-40B4-BE49-F238E27FC236}">
                  <a16:creationId xmlns:a16="http://schemas.microsoft.com/office/drawing/2014/main" id="{63786629-DFA8-829D-9F54-A65056C34A1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4" name="rc1472">
              <a:extLst>
                <a:ext uri="{FF2B5EF4-FFF2-40B4-BE49-F238E27FC236}">
                  <a16:creationId xmlns:a16="http://schemas.microsoft.com/office/drawing/2014/main" id="{FA83A57D-0176-2408-D242-82B4D110B86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5" name="rc1473">
              <a:extLst>
                <a:ext uri="{FF2B5EF4-FFF2-40B4-BE49-F238E27FC236}">
                  <a16:creationId xmlns:a16="http://schemas.microsoft.com/office/drawing/2014/main" id="{886406E1-4465-0638-E21F-5D9FC94E0F5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6" name="rc1474">
              <a:extLst>
                <a:ext uri="{FF2B5EF4-FFF2-40B4-BE49-F238E27FC236}">
                  <a16:creationId xmlns:a16="http://schemas.microsoft.com/office/drawing/2014/main" id="{EDE07AD3-39BE-9669-0C8B-5B2EC52BCA2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7" name="rc1475">
              <a:extLst>
                <a:ext uri="{FF2B5EF4-FFF2-40B4-BE49-F238E27FC236}">
                  <a16:creationId xmlns:a16="http://schemas.microsoft.com/office/drawing/2014/main" id="{3C689933-90BC-CEDA-460B-75BEC073305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8" name="rc1476">
              <a:extLst>
                <a:ext uri="{FF2B5EF4-FFF2-40B4-BE49-F238E27FC236}">
                  <a16:creationId xmlns:a16="http://schemas.microsoft.com/office/drawing/2014/main" id="{CDFD3435-A2B9-6198-3AAE-4B185F64CEC0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99" name="rc1477">
              <a:extLst>
                <a:ext uri="{FF2B5EF4-FFF2-40B4-BE49-F238E27FC236}">
                  <a16:creationId xmlns:a16="http://schemas.microsoft.com/office/drawing/2014/main" id="{E7ABA7BF-DFCD-E3A9-961E-FF2F8D5D1218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0" name="rc1478">
              <a:extLst>
                <a:ext uri="{FF2B5EF4-FFF2-40B4-BE49-F238E27FC236}">
                  <a16:creationId xmlns:a16="http://schemas.microsoft.com/office/drawing/2014/main" id="{D271C2DF-57E0-7E75-BD7C-594CBD3D9B8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1" name="rc1479">
              <a:extLst>
                <a:ext uri="{FF2B5EF4-FFF2-40B4-BE49-F238E27FC236}">
                  <a16:creationId xmlns:a16="http://schemas.microsoft.com/office/drawing/2014/main" id="{CC384F7A-0EFB-E925-3EB8-E2B6FC9805AB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2" name="rc1480">
              <a:extLst>
                <a:ext uri="{FF2B5EF4-FFF2-40B4-BE49-F238E27FC236}">
                  <a16:creationId xmlns:a16="http://schemas.microsoft.com/office/drawing/2014/main" id="{6C720A73-D48F-918E-6E72-44C6ABCE293F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3" name="rc1481">
              <a:extLst>
                <a:ext uri="{FF2B5EF4-FFF2-40B4-BE49-F238E27FC236}">
                  <a16:creationId xmlns:a16="http://schemas.microsoft.com/office/drawing/2014/main" id="{601A60A8-4337-D950-FD8B-8ACE8B3EA97E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4" name="rc1482">
              <a:extLst>
                <a:ext uri="{FF2B5EF4-FFF2-40B4-BE49-F238E27FC236}">
                  <a16:creationId xmlns:a16="http://schemas.microsoft.com/office/drawing/2014/main" id="{79EE9043-10E8-1B4E-24DD-292918AEF94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5" name="rc1483">
              <a:extLst>
                <a:ext uri="{FF2B5EF4-FFF2-40B4-BE49-F238E27FC236}">
                  <a16:creationId xmlns:a16="http://schemas.microsoft.com/office/drawing/2014/main" id="{90B5139C-197B-DB75-B860-2E0D8DDC904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6" name="rc1484">
              <a:extLst>
                <a:ext uri="{FF2B5EF4-FFF2-40B4-BE49-F238E27FC236}">
                  <a16:creationId xmlns:a16="http://schemas.microsoft.com/office/drawing/2014/main" id="{815F970B-9C57-2A3D-D52A-50456E5CE1BD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7" name="rc1485">
              <a:extLst>
                <a:ext uri="{FF2B5EF4-FFF2-40B4-BE49-F238E27FC236}">
                  <a16:creationId xmlns:a16="http://schemas.microsoft.com/office/drawing/2014/main" id="{3263AAA7-E394-F629-703F-357737435683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8" name="rc1486">
              <a:extLst>
                <a:ext uri="{FF2B5EF4-FFF2-40B4-BE49-F238E27FC236}">
                  <a16:creationId xmlns:a16="http://schemas.microsoft.com/office/drawing/2014/main" id="{7593F0D4-5A4B-9FED-DAAB-F1590FD5B139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09" name="rc1487">
              <a:extLst>
                <a:ext uri="{FF2B5EF4-FFF2-40B4-BE49-F238E27FC236}">
                  <a16:creationId xmlns:a16="http://schemas.microsoft.com/office/drawing/2014/main" id="{B78D96BC-AA0A-0649-BD82-F59D52E45C8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0" name="rc1488">
              <a:extLst>
                <a:ext uri="{FF2B5EF4-FFF2-40B4-BE49-F238E27FC236}">
                  <a16:creationId xmlns:a16="http://schemas.microsoft.com/office/drawing/2014/main" id="{52284252-4463-5001-D6D3-C146DDD9395A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1" name="rc1489">
              <a:extLst>
                <a:ext uri="{FF2B5EF4-FFF2-40B4-BE49-F238E27FC236}">
                  <a16:creationId xmlns:a16="http://schemas.microsoft.com/office/drawing/2014/main" id="{DE853570-1FC2-B126-A058-684569FE2032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2" name="rc1490">
              <a:extLst>
                <a:ext uri="{FF2B5EF4-FFF2-40B4-BE49-F238E27FC236}">
                  <a16:creationId xmlns:a16="http://schemas.microsoft.com/office/drawing/2014/main" id="{2BE11FF5-254B-E70E-C889-DEAC01F7987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3" name="rc1491">
              <a:extLst>
                <a:ext uri="{FF2B5EF4-FFF2-40B4-BE49-F238E27FC236}">
                  <a16:creationId xmlns:a16="http://schemas.microsoft.com/office/drawing/2014/main" id="{6028B67A-00B0-F207-A471-F67FF3FF7631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4" name="rc1492">
              <a:extLst>
                <a:ext uri="{FF2B5EF4-FFF2-40B4-BE49-F238E27FC236}">
                  <a16:creationId xmlns:a16="http://schemas.microsoft.com/office/drawing/2014/main" id="{8E2F6FC3-9E50-160F-C8BE-133A88F9B1C5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5" name="rc1493">
              <a:extLst>
                <a:ext uri="{FF2B5EF4-FFF2-40B4-BE49-F238E27FC236}">
                  <a16:creationId xmlns:a16="http://schemas.microsoft.com/office/drawing/2014/main" id="{8C8C74A5-1BEE-4CF9-5E73-26B71BEEE286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6" name="rc1494">
              <a:extLst>
                <a:ext uri="{FF2B5EF4-FFF2-40B4-BE49-F238E27FC236}">
                  <a16:creationId xmlns:a16="http://schemas.microsoft.com/office/drawing/2014/main" id="{3FC4105C-E665-AA69-2DE4-0CDE56D287A4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7" name="rc1495">
              <a:extLst>
                <a:ext uri="{FF2B5EF4-FFF2-40B4-BE49-F238E27FC236}">
                  <a16:creationId xmlns:a16="http://schemas.microsoft.com/office/drawing/2014/main" id="{60929995-6823-E495-93F3-A64CE0D43F3C}"/>
                </a:ext>
              </a:extLst>
            </p:cNvPr>
            <p:cNvSpPr/>
            <p:nvPr/>
          </p:nvSpPr>
          <p:spPr>
            <a:xfrm>
              <a:off x="9089502" y="5054643"/>
              <a:ext cx="1691755" cy="1486895"/>
            </a:xfrm>
            <a:prstGeom prst="rect">
              <a:avLst/>
            </a:pr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8" name="pt1496">
              <a:extLst>
                <a:ext uri="{FF2B5EF4-FFF2-40B4-BE49-F238E27FC236}">
                  <a16:creationId xmlns:a16="http://schemas.microsoft.com/office/drawing/2014/main" id="{723ADD5B-262D-769D-9C80-EFB8908A430F}"/>
                </a:ext>
              </a:extLst>
            </p:cNvPr>
            <p:cNvSpPr/>
            <p:nvPr/>
          </p:nvSpPr>
          <p:spPr>
            <a:xfrm>
              <a:off x="5008726" y="8764572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19" name="pt1497">
              <a:extLst>
                <a:ext uri="{FF2B5EF4-FFF2-40B4-BE49-F238E27FC236}">
                  <a16:creationId xmlns:a16="http://schemas.microsoft.com/office/drawing/2014/main" id="{3B97B019-292B-8BF6-E6D9-D56A4CF77C21}"/>
                </a:ext>
              </a:extLst>
            </p:cNvPr>
            <p:cNvSpPr/>
            <p:nvPr/>
          </p:nvSpPr>
          <p:spPr>
            <a:xfrm>
              <a:off x="8474737" y="7292801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0" name="pt1498">
              <a:extLst>
                <a:ext uri="{FF2B5EF4-FFF2-40B4-BE49-F238E27FC236}">
                  <a16:creationId xmlns:a16="http://schemas.microsoft.com/office/drawing/2014/main" id="{712833E2-E116-5205-4B4E-9854ACCF4E29}"/>
                </a:ext>
              </a:extLst>
            </p:cNvPr>
            <p:cNvSpPr/>
            <p:nvPr/>
          </p:nvSpPr>
          <p:spPr>
            <a:xfrm>
              <a:off x="3194976" y="8776760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1" name="pt1499">
              <a:extLst>
                <a:ext uri="{FF2B5EF4-FFF2-40B4-BE49-F238E27FC236}">
                  <a16:creationId xmlns:a16="http://schemas.microsoft.com/office/drawing/2014/main" id="{810C5811-B6B5-E6FF-4DCC-564C2860A6B1}"/>
                </a:ext>
              </a:extLst>
            </p:cNvPr>
            <p:cNvSpPr/>
            <p:nvPr/>
          </p:nvSpPr>
          <p:spPr>
            <a:xfrm>
              <a:off x="2459185" y="9351724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2" name="pt1500">
              <a:extLst>
                <a:ext uri="{FF2B5EF4-FFF2-40B4-BE49-F238E27FC236}">
                  <a16:creationId xmlns:a16="http://schemas.microsoft.com/office/drawing/2014/main" id="{8F24EF22-BD5C-4320-3FCF-9D988F75F3C0}"/>
                </a:ext>
              </a:extLst>
            </p:cNvPr>
            <p:cNvSpPr/>
            <p:nvPr/>
          </p:nvSpPr>
          <p:spPr>
            <a:xfrm>
              <a:off x="7856918" y="7864221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3" name="pt1501">
              <a:extLst>
                <a:ext uri="{FF2B5EF4-FFF2-40B4-BE49-F238E27FC236}">
                  <a16:creationId xmlns:a16="http://schemas.microsoft.com/office/drawing/2014/main" id="{711D03C7-1BFD-9DD2-2DC8-DED1576DF188}"/>
                </a:ext>
              </a:extLst>
            </p:cNvPr>
            <p:cNvSpPr/>
            <p:nvPr/>
          </p:nvSpPr>
          <p:spPr>
            <a:xfrm>
              <a:off x="7823803" y="7874562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4" name="pt1502">
              <a:extLst>
                <a:ext uri="{FF2B5EF4-FFF2-40B4-BE49-F238E27FC236}">
                  <a16:creationId xmlns:a16="http://schemas.microsoft.com/office/drawing/2014/main" id="{1A8BA5B4-2F0E-A84C-8520-3D746D7DA675}"/>
                </a:ext>
              </a:extLst>
            </p:cNvPr>
            <p:cNvSpPr/>
            <p:nvPr/>
          </p:nvSpPr>
          <p:spPr>
            <a:xfrm>
              <a:off x="4835513" y="8848093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5" name="pt1503">
              <a:extLst>
                <a:ext uri="{FF2B5EF4-FFF2-40B4-BE49-F238E27FC236}">
                  <a16:creationId xmlns:a16="http://schemas.microsoft.com/office/drawing/2014/main" id="{3E80A414-4E7E-6C63-E4B6-4F747E0DA264}"/>
                </a:ext>
              </a:extLst>
            </p:cNvPr>
            <p:cNvSpPr/>
            <p:nvPr/>
          </p:nvSpPr>
          <p:spPr>
            <a:xfrm>
              <a:off x="2774938" y="9125028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6" name="pt1504">
              <a:extLst>
                <a:ext uri="{FF2B5EF4-FFF2-40B4-BE49-F238E27FC236}">
                  <a16:creationId xmlns:a16="http://schemas.microsoft.com/office/drawing/2014/main" id="{9A7614B9-0ECB-DFE0-CDD9-B7B1340F3E63}"/>
                </a:ext>
              </a:extLst>
            </p:cNvPr>
            <p:cNvSpPr/>
            <p:nvPr/>
          </p:nvSpPr>
          <p:spPr>
            <a:xfrm>
              <a:off x="9603278" y="5740095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7" name="pt1505">
              <a:extLst>
                <a:ext uri="{FF2B5EF4-FFF2-40B4-BE49-F238E27FC236}">
                  <a16:creationId xmlns:a16="http://schemas.microsoft.com/office/drawing/2014/main" id="{B6B874F4-FE10-2092-A09D-F239D34720E2}"/>
                </a:ext>
              </a:extLst>
            </p:cNvPr>
            <p:cNvSpPr/>
            <p:nvPr/>
          </p:nvSpPr>
          <p:spPr>
            <a:xfrm>
              <a:off x="7732787" y="8091616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8" name="pt1506">
              <a:extLst>
                <a:ext uri="{FF2B5EF4-FFF2-40B4-BE49-F238E27FC236}">
                  <a16:creationId xmlns:a16="http://schemas.microsoft.com/office/drawing/2014/main" id="{58EF230C-F7E4-8FA6-5FE1-BC6BB9FF34C9}"/>
                </a:ext>
              </a:extLst>
            </p:cNvPr>
            <p:cNvSpPr/>
            <p:nvPr/>
          </p:nvSpPr>
          <p:spPr>
            <a:xfrm>
              <a:off x="7710400" y="8078059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29" name="pt1507">
              <a:extLst>
                <a:ext uri="{FF2B5EF4-FFF2-40B4-BE49-F238E27FC236}">
                  <a16:creationId xmlns:a16="http://schemas.microsoft.com/office/drawing/2014/main" id="{DC13A87D-E07E-57F4-57A7-E7CD3DF9E492}"/>
                </a:ext>
              </a:extLst>
            </p:cNvPr>
            <p:cNvSpPr/>
            <p:nvPr/>
          </p:nvSpPr>
          <p:spPr>
            <a:xfrm>
              <a:off x="4274872" y="8849620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0" name="pt1508">
              <a:extLst>
                <a:ext uri="{FF2B5EF4-FFF2-40B4-BE49-F238E27FC236}">
                  <a16:creationId xmlns:a16="http://schemas.microsoft.com/office/drawing/2014/main" id="{1028AB8D-6EEB-9FDD-0C07-7ECB387088D4}"/>
                </a:ext>
              </a:extLst>
            </p:cNvPr>
            <p:cNvSpPr/>
            <p:nvPr/>
          </p:nvSpPr>
          <p:spPr>
            <a:xfrm>
              <a:off x="4539181" y="8917779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1" name="pt1509">
              <a:extLst>
                <a:ext uri="{FF2B5EF4-FFF2-40B4-BE49-F238E27FC236}">
                  <a16:creationId xmlns:a16="http://schemas.microsoft.com/office/drawing/2014/main" id="{157DC16D-E251-8B26-47E1-1ECA8A113B7F}"/>
                </a:ext>
              </a:extLst>
            </p:cNvPr>
            <p:cNvSpPr/>
            <p:nvPr/>
          </p:nvSpPr>
          <p:spPr>
            <a:xfrm>
              <a:off x="8197134" y="7585362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2" name="pt1510">
              <a:extLst>
                <a:ext uri="{FF2B5EF4-FFF2-40B4-BE49-F238E27FC236}">
                  <a16:creationId xmlns:a16="http://schemas.microsoft.com/office/drawing/2014/main" id="{3A9D82B7-A991-7AB8-51BE-7EACA956B912}"/>
                </a:ext>
              </a:extLst>
            </p:cNvPr>
            <p:cNvSpPr/>
            <p:nvPr/>
          </p:nvSpPr>
          <p:spPr>
            <a:xfrm>
              <a:off x="3739901" y="8688247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3" name="pt1511">
              <a:extLst>
                <a:ext uri="{FF2B5EF4-FFF2-40B4-BE49-F238E27FC236}">
                  <a16:creationId xmlns:a16="http://schemas.microsoft.com/office/drawing/2014/main" id="{033F3AF3-4F62-984B-F9E6-94DBA6719CA0}"/>
                </a:ext>
              </a:extLst>
            </p:cNvPr>
            <p:cNvSpPr/>
            <p:nvPr/>
          </p:nvSpPr>
          <p:spPr>
            <a:xfrm>
              <a:off x="11181678" y="3677531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4" name="pt1512">
              <a:extLst>
                <a:ext uri="{FF2B5EF4-FFF2-40B4-BE49-F238E27FC236}">
                  <a16:creationId xmlns:a16="http://schemas.microsoft.com/office/drawing/2014/main" id="{8A8A3878-0F32-C3A3-255E-C9B59BC43FBA}"/>
                </a:ext>
              </a:extLst>
            </p:cNvPr>
            <p:cNvSpPr/>
            <p:nvPr/>
          </p:nvSpPr>
          <p:spPr>
            <a:xfrm>
              <a:off x="11001847" y="4265044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5" name="pt1513">
              <a:extLst>
                <a:ext uri="{FF2B5EF4-FFF2-40B4-BE49-F238E27FC236}">
                  <a16:creationId xmlns:a16="http://schemas.microsoft.com/office/drawing/2014/main" id="{E17EE075-6E30-C9A8-9ECC-07A09DE53D49}"/>
                </a:ext>
              </a:extLst>
            </p:cNvPr>
            <p:cNvSpPr/>
            <p:nvPr/>
          </p:nvSpPr>
          <p:spPr>
            <a:xfrm>
              <a:off x="11006868" y="4244571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6" name="pt1514">
              <a:extLst>
                <a:ext uri="{FF2B5EF4-FFF2-40B4-BE49-F238E27FC236}">
                  <a16:creationId xmlns:a16="http://schemas.microsoft.com/office/drawing/2014/main" id="{8A87567D-D520-7B1A-4411-ACE933689134}"/>
                </a:ext>
              </a:extLst>
            </p:cNvPr>
            <p:cNvSpPr/>
            <p:nvPr/>
          </p:nvSpPr>
          <p:spPr>
            <a:xfrm>
              <a:off x="7686086" y="8462523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7" name="pt1515">
              <a:extLst>
                <a:ext uri="{FF2B5EF4-FFF2-40B4-BE49-F238E27FC236}">
                  <a16:creationId xmlns:a16="http://schemas.microsoft.com/office/drawing/2014/main" id="{FB2BC68B-48DF-29B8-2E4B-F7BB40ED4FCE}"/>
                </a:ext>
              </a:extLst>
            </p:cNvPr>
            <p:cNvSpPr/>
            <p:nvPr/>
          </p:nvSpPr>
          <p:spPr>
            <a:xfrm>
              <a:off x="5400400" y="8488031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8" name="pt1516">
              <a:extLst>
                <a:ext uri="{FF2B5EF4-FFF2-40B4-BE49-F238E27FC236}">
                  <a16:creationId xmlns:a16="http://schemas.microsoft.com/office/drawing/2014/main" id="{8A49C328-B2E5-0024-1C1A-870244AAAE12}"/>
                </a:ext>
              </a:extLst>
            </p:cNvPr>
            <p:cNvSpPr/>
            <p:nvPr/>
          </p:nvSpPr>
          <p:spPr>
            <a:xfrm>
              <a:off x="11206578" y="3792100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39" name="pt1517">
              <a:extLst>
                <a:ext uri="{FF2B5EF4-FFF2-40B4-BE49-F238E27FC236}">
                  <a16:creationId xmlns:a16="http://schemas.microsoft.com/office/drawing/2014/main" id="{15472278-E892-5E23-620F-9CF65D97122A}"/>
                </a:ext>
              </a:extLst>
            </p:cNvPr>
            <p:cNvSpPr/>
            <p:nvPr/>
          </p:nvSpPr>
          <p:spPr>
            <a:xfrm>
              <a:off x="9852678" y="5187395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0" name="pt1518">
              <a:extLst>
                <a:ext uri="{FF2B5EF4-FFF2-40B4-BE49-F238E27FC236}">
                  <a16:creationId xmlns:a16="http://schemas.microsoft.com/office/drawing/2014/main" id="{2E93FA53-03CA-9634-02E8-2111EFA4CB51}"/>
                </a:ext>
              </a:extLst>
            </p:cNvPr>
            <p:cNvSpPr/>
            <p:nvPr/>
          </p:nvSpPr>
          <p:spPr>
            <a:xfrm>
              <a:off x="9652096" y="5050403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1" name="pt1519">
              <a:extLst>
                <a:ext uri="{FF2B5EF4-FFF2-40B4-BE49-F238E27FC236}">
                  <a16:creationId xmlns:a16="http://schemas.microsoft.com/office/drawing/2014/main" id="{B5C8470B-C82E-8664-5C7D-0442B9B627EF}"/>
                </a:ext>
              </a:extLst>
            </p:cNvPr>
            <p:cNvSpPr/>
            <p:nvPr/>
          </p:nvSpPr>
          <p:spPr>
            <a:xfrm>
              <a:off x="12842648" y="3389703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2" name="pt1520">
              <a:extLst>
                <a:ext uri="{FF2B5EF4-FFF2-40B4-BE49-F238E27FC236}">
                  <a16:creationId xmlns:a16="http://schemas.microsoft.com/office/drawing/2014/main" id="{4180CF56-26A6-1CFC-5E3D-4631D42F417B}"/>
                </a:ext>
              </a:extLst>
            </p:cNvPr>
            <p:cNvSpPr/>
            <p:nvPr/>
          </p:nvSpPr>
          <p:spPr>
            <a:xfrm>
              <a:off x="12845900" y="3384023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3" name="pt1521">
              <a:extLst>
                <a:ext uri="{FF2B5EF4-FFF2-40B4-BE49-F238E27FC236}">
                  <a16:creationId xmlns:a16="http://schemas.microsoft.com/office/drawing/2014/main" id="{CD7C130B-B952-09E4-F565-540963BB03B1}"/>
                </a:ext>
              </a:extLst>
            </p:cNvPr>
            <p:cNvSpPr/>
            <p:nvPr/>
          </p:nvSpPr>
          <p:spPr>
            <a:xfrm>
              <a:off x="3540571" y="8711007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4" name="pt1522">
              <a:extLst>
                <a:ext uri="{FF2B5EF4-FFF2-40B4-BE49-F238E27FC236}">
                  <a16:creationId xmlns:a16="http://schemas.microsoft.com/office/drawing/2014/main" id="{A47530A0-6261-5BA8-4B8A-568F6B24C3F5}"/>
                </a:ext>
              </a:extLst>
            </p:cNvPr>
            <p:cNvSpPr/>
            <p:nvPr/>
          </p:nvSpPr>
          <p:spPr>
            <a:xfrm>
              <a:off x="9304743" y="5949800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5" name="pt1523">
              <a:extLst>
                <a:ext uri="{FF2B5EF4-FFF2-40B4-BE49-F238E27FC236}">
                  <a16:creationId xmlns:a16="http://schemas.microsoft.com/office/drawing/2014/main" id="{0367DD23-4B7C-20F6-474E-F58803D34B77}"/>
                </a:ext>
              </a:extLst>
            </p:cNvPr>
            <p:cNvSpPr/>
            <p:nvPr/>
          </p:nvSpPr>
          <p:spPr>
            <a:xfrm>
              <a:off x="9280580" y="5917531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6" name="pt1524">
              <a:extLst>
                <a:ext uri="{FF2B5EF4-FFF2-40B4-BE49-F238E27FC236}">
                  <a16:creationId xmlns:a16="http://schemas.microsoft.com/office/drawing/2014/main" id="{FE022A57-DF34-A174-6C04-4C96BE06BB11}"/>
                </a:ext>
              </a:extLst>
            </p:cNvPr>
            <p:cNvSpPr/>
            <p:nvPr/>
          </p:nvSpPr>
          <p:spPr>
            <a:xfrm>
              <a:off x="9641192" y="6431544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7" name="pt1525">
              <a:extLst>
                <a:ext uri="{FF2B5EF4-FFF2-40B4-BE49-F238E27FC236}">
                  <a16:creationId xmlns:a16="http://schemas.microsoft.com/office/drawing/2014/main" id="{DC0B6F4A-12DC-0F57-3A76-1ADE417D6DD9}"/>
                </a:ext>
              </a:extLst>
            </p:cNvPr>
            <p:cNvSpPr/>
            <p:nvPr/>
          </p:nvSpPr>
          <p:spPr>
            <a:xfrm>
              <a:off x="13846704" y="2504519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8" name="pt1526">
              <a:extLst>
                <a:ext uri="{FF2B5EF4-FFF2-40B4-BE49-F238E27FC236}">
                  <a16:creationId xmlns:a16="http://schemas.microsoft.com/office/drawing/2014/main" id="{99BC3F94-F9C2-6ECD-0F5B-3D00B9B76675}"/>
                </a:ext>
              </a:extLst>
            </p:cNvPr>
            <p:cNvSpPr/>
            <p:nvPr/>
          </p:nvSpPr>
          <p:spPr>
            <a:xfrm>
              <a:off x="9167274" y="5466835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49" name="pt1527">
              <a:extLst>
                <a:ext uri="{FF2B5EF4-FFF2-40B4-BE49-F238E27FC236}">
                  <a16:creationId xmlns:a16="http://schemas.microsoft.com/office/drawing/2014/main" id="{716F570F-87D0-2120-8BDB-23484E42F5F4}"/>
                </a:ext>
              </a:extLst>
            </p:cNvPr>
            <p:cNvSpPr/>
            <p:nvPr/>
          </p:nvSpPr>
          <p:spPr>
            <a:xfrm>
              <a:off x="11639853" y="3309268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0" name="pt1528">
              <a:extLst>
                <a:ext uri="{FF2B5EF4-FFF2-40B4-BE49-F238E27FC236}">
                  <a16:creationId xmlns:a16="http://schemas.microsoft.com/office/drawing/2014/main" id="{BE0BC155-D115-8620-06BC-A6D31FD1FC28}"/>
                </a:ext>
              </a:extLst>
            </p:cNvPr>
            <p:cNvSpPr/>
            <p:nvPr/>
          </p:nvSpPr>
          <p:spPr>
            <a:xfrm>
              <a:off x="11512554" y="3382544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1" name="pt1529">
              <a:extLst>
                <a:ext uri="{FF2B5EF4-FFF2-40B4-BE49-F238E27FC236}">
                  <a16:creationId xmlns:a16="http://schemas.microsoft.com/office/drawing/2014/main" id="{9A36F750-4457-3C17-19E6-BA62A4F2BDA0}"/>
                </a:ext>
              </a:extLst>
            </p:cNvPr>
            <p:cNvSpPr/>
            <p:nvPr/>
          </p:nvSpPr>
          <p:spPr>
            <a:xfrm>
              <a:off x="8872698" y="7058856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2" name="pt1530">
              <a:extLst>
                <a:ext uri="{FF2B5EF4-FFF2-40B4-BE49-F238E27FC236}">
                  <a16:creationId xmlns:a16="http://schemas.microsoft.com/office/drawing/2014/main" id="{8D7C559E-8D0F-B67C-6ABE-D64701B7EC3E}"/>
                </a:ext>
              </a:extLst>
            </p:cNvPr>
            <p:cNvSpPr/>
            <p:nvPr/>
          </p:nvSpPr>
          <p:spPr>
            <a:xfrm>
              <a:off x="8846724" y="7127724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3" name="pt1531">
              <a:extLst>
                <a:ext uri="{FF2B5EF4-FFF2-40B4-BE49-F238E27FC236}">
                  <a16:creationId xmlns:a16="http://schemas.microsoft.com/office/drawing/2014/main" id="{971C258B-F772-1875-B3F9-8FF0ED1D98B4}"/>
                </a:ext>
              </a:extLst>
            </p:cNvPr>
            <p:cNvSpPr/>
            <p:nvPr/>
          </p:nvSpPr>
          <p:spPr>
            <a:xfrm>
              <a:off x="10409742" y="4401067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4" name="pt1532">
              <a:extLst>
                <a:ext uri="{FF2B5EF4-FFF2-40B4-BE49-F238E27FC236}">
                  <a16:creationId xmlns:a16="http://schemas.microsoft.com/office/drawing/2014/main" id="{E7913961-A4D0-0B1A-7AC5-4D05C339E840}"/>
                </a:ext>
              </a:extLst>
            </p:cNvPr>
            <p:cNvSpPr/>
            <p:nvPr/>
          </p:nvSpPr>
          <p:spPr>
            <a:xfrm>
              <a:off x="6429193" y="8747382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5" name="pt1533">
              <a:extLst>
                <a:ext uri="{FF2B5EF4-FFF2-40B4-BE49-F238E27FC236}">
                  <a16:creationId xmlns:a16="http://schemas.microsoft.com/office/drawing/2014/main" id="{55E24006-19C1-6E94-8014-1A4173B5E6A1}"/>
                </a:ext>
              </a:extLst>
            </p:cNvPr>
            <p:cNvSpPr/>
            <p:nvPr/>
          </p:nvSpPr>
          <p:spPr>
            <a:xfrm>
              <a:off x="6572484" y="8744889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6" name="pt1534">
              <a:extLst>
                <a:ext uri="{FF2B5EF4-FFF2-40B4-BE49-F238E27FC236}">
                  <a16:creationId xmlns:a16="http://schemas.microsoft.com/office/drawing/2014/main" id="{FC3E1EAB-8ADA-675C-0029-CAA9744D1C4A}"/>
                </a:ext>
              </a:extLst>
            </p:cNvPr>
            <p:cNvSpPr/>
            <p:nvPr/>
          </p:nvSpPr>
          <p:spPr>
            <a:xfrm>
              <a:off x="10625503" y="4353438"/>
              <a:ext cx="428862" cy="391200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7" name="rc1535">
              <a:extLst>
                <a:ext uri="{FF2B5EF4-FFF2-40B4-BE49-F238E27FC236}">
                  <a16:creationId xmlns:a16="http://schemas.microsoft.com/office/drawing/2014/main" id="{58814AF4-E9D0-B788-B5C2-0A5585DF085F}"/>
                </a:ext>
              </a:extLst>
            </p:cNvPr>
            <p:cNvSpPr/>
            <p:nvPr/>
          </p:nvSpPr>
          <p:spPr>
            <a:xfrm>
              <a:off x="2072011" y="9378493"/>
              <a:ext cx="380069" cy="346692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8" name="rc1536">
              <a:extLst>
                <a:ext uri="{FF2B5EF4-FFF2-40B4-BE49-F238E27FC236}">
                  <a16:creationId xmlns:a16="http://schemas.microsoft.com/office/drawing/2014/main" id="{C05B00A9-AFD4-8977-D0E6-BB68532C330D}"/>
                </a:ext>
              </a:extLst>
            </p:cNvPr>
            <p:cNvSpPr/>
            <p:nvPr/>
          </p:nvSpPr>
          <p:spPr>
            <a:xfrm>
              <a:off x="4560341" y="8566494"/>
              <a:ext cx="380069" cy="346692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59" name="rc1537">
              <a:extLst>
                <a:ext uri="{FF2B5EF4-FFF2-40B4-BE49-F238E27FC236}">
                  <a16:creationId xmlns:a16="http://schemas.microsoft.com/office/drawing/2014/main" id="{DC619DD3-9CBB-083E-E8EC-909D8800B3AE}"/>
                </a:ext>
              </a:extLst>
            </p:cNvPr>
            <p:cNvSpPr/>
            <p:nvPr/>
          </p:nvSpPr>
          <p:spPr>
            <a:xfrm>
              <a:off x="7308565" y="8484348"/>
              <a:ext cx="380069" cy="346692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0" name="rc1538">
              <a:extLst>
                <a:ext uri="{FF2B5EF4-FFF2-40B4-BE49-F238E27FC236}">
                  <a16:creationId xmlns:a16="http://schemas.microsoft.com/office/drawing/2014/main" id="{5480F14B-1053-C423-A6D2-079BE9E83430}"/>
                </a:ext>
              </a:extLst>
            </p:cNvPr>
            <p:cNvSpPr/>
            <p:nvPr/>
          </p:nvSpPr>
          <p:spPr>
            <a:xfrm>
              <a:off x="9254671" y="5916220"/>
              <a:ext cx="380069" cy="346692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1" name="rc1539">
              <a:extLst>
                <a:ext uri="{FF2B5EF4-FFF2-40B4-BE49-F238E27FC236}">
                  <a16:creationId xmlns:a16="http://schemas.microsoft.com/office/drawing/2014/main" id="{6C9F9DED-A57C-E28A-FC5B-9DAAACE86587}"/>
                </a:ext>
              </a:extLst>
            </p:cNvPr>
            <p:cNvSpPr/>
            <p:nvPr/>
          </p:nvSpPr>
          <p:spPr>
            <a:xfrm>
              <a:off x="9362649" y="5624389"/>
              <a:ext cx="380069" cy="346692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2" name="rc1540">
              <a:extLst>
                <a:ext uri="{FF2B5EF4-FFF2-40B4-BE49-F238E27FC236}">
                  <a16:creationId xmlns:a16="http://schemas.microsoft.com/office/drawing/2014/main" id="{3622C6CD-842D-628D-7941-6294CAF414EF}"/>
                </a:ext>
              </a:extLst>
            </p:cNvPr>
            <p:cNvSpPr/>
            <p:nvPr/>
          </p:nvSpPr>
          <p:spPr>
            <a:xfrm>
              <a:off x="9350202" y="5902457"/>
              <a:ext cx="380069" cy="346692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3" name="rc1541">
              <a:extLst>
                <a:ext uri="{FF2B5EF4-FFF2-40B4-BE49-F238E27FC236}">
                  <a16:creationId xmlns:a16="http://schemas.microsoft.com/office/drawing/2014/main" id="{3277B429-7459-54B3-2018-CAD4ACD4836D}"/>
                </a:ext>
              </a:extLst>
            </p:cNvPr>
            <p:cNvSpPr/>
            <p:nvPr/>
          </p:nvSpPr>
          <p:spPr>
            <a:xfrm>
              <a:off x="10836957" y="3700294"/>
              <a:ext cx="380069" cy="346692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4" name="rc1542">
              <a:extLst>
                <a:ext uri="{FF2B5EF4-FFF2-40B4-BE49-F238E27FC236}">
                  <a16:creationId xmlns:a16="http://schemas.microsoft.com/office/drawing/2014/main" id="{89925C9C-7855-CC9A-BED7-5481181388BD}"/>
                </a:ext>
              </a:extLst>
            </p:cNvPr>
            <p:cNvSpPr/>
            <p:nvPr/>
          </p:nvSpPr>
          <p:spPr>
            <a:xfrm>
              <a:off x="11145018" y="3346138"/>
              <a:ext cx="380069" cy="346692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5" name="pl1543">
              <a:extLst>
                <a:ext uri="{FF2B5EF4-FFF2-40B4-BE49-F238E27FC236}">
                  <a16:creationId xmlns:a16="http://schemas.microsoft.com/office/drawing/2014/main" id="{7156254B-68D9-462B-2C27-8D272935D8A7}"/>
                </a:ext>
              </a:extLst>
            </p:cNvPr>
            <p:cNvSpPr/>
            <p:nvPr/>
          </p:nvSpPr>
          <p:spPr>
            <a:xfrm flipH="1">
              <a:off x="2288035" y="8954109"/>
              <a:ext cx="365042" cy="561856"/>
            </a:xfrm>
            <a:custGeom>
              <a:avLst/>
              <a:gdLst/>
              <a:ahLst/>
              <a:cxnLst/>
              <a:rect l="0" t="0" r="0" b="0"/>
              <a:pathLst>
                <a:path w="3674" h="207552">
                  <a:moveTo>
                    <a:pt x="0" y="0"/>
                  </a:moveTo>
                  <a:lnTo>
                    <a:pt x="3674" y="20755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6" name="pl1544">
              <a:extLst>
                <a:ext uri="{FF2B5EF4-FFF2-40B4-BE49-F238E27FC236}">
                  <a16:creationId xmlns:a16="http://schemas.microsoft.com/office/drawing/2014/main" id="{42DD2B57-4978-7FBC-B3A8-C994DA560208}"/>
                </a:ext>
              </a:extLst>
            </p:cNvPr>
            <p:cNvSpPr/>
            <p:nvPr/>
          </p:nvSpPr>
          <p:spPr>
            <a:xfrm>
              <a:off x="4365037" y="8186953"/>
              <a:ext cx="348381" cy="486224"/>
            </a:xfrm>
            <a:custGeom>
              <a:avLst/>
              <a:gdLst/>
              <a:ahLst/>
              <a:cxnLst/>
              <a:rect l="0" t="0" r="0" b="0"/>
              <a:pathLst>
                <a:path w="125021" h="328267">
                  <a:moveTo>
                    <a:pt x="0" y="0"/>
                  </a:moveTo>
                  <a:lnTo>
                    <a:pt x="125021" y="32826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7" name="pl1545">
              <a:extLst>
                <a:ext uri="{FF2B5EF4-FFF2-40B4-BE49-F238E27FC236}">
                  <a16:creationId xmlns:a16="http://schemas.microsoft.com/office/drawing/2014/main" id="{B2ED99FB-C814-9888-02A0-5F88B37A8667}"/>
                </a:ext>
              </a:extLst>
            </p:cNvPr>
            <p:cNvSpPr/>
            <p:nvPr/>
          </p:nvSpPr>
          <p:spPr>
            <a:xfrm>
              <a:off x="7359579" y="7969124"/>
              <a:ext cx="185041" cy="657582"/>
            </a:xfrm>
            <a:custGeom>
              <a:avLst/>
              <a:gdLst/>
              <a:ahLst/>
              <a:cxnLst/>
              <a:rect l="0" t="0" r="0" b="0"/>
              <a:pathLst>
                <a:path w="173779" h="242905">
                  <a:moveTo>
                    <a:pt x="0" y="0"/>
                  </a:moveTo>
                  <a:lnTo>
                    <a:pt x="173779" y="24290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8" name="pl1546">
              <a:extLst>
                <a:ext uri="{FF2B5EF4-FFF2-40B4-BE49-F238E27FC236}">
                  <a16:creationId xmlns:a16="http://schemas.microsoft.com/office/drawing/2014/main" id="{5DD6D7ED-21F7-E3EE-5EB3-C95228A42BF0}"/>
                </a:ext>
              </a:extLst>
            </p:cNvPr>
            <p:cNvSpPr/>
            <p:nvPr/>
          </p:nvSpPr>
          <p:spPr>
            <a:xfrm>
              <a:off x="10587939" y="3559918"/>
              <a:ext cx="388866" cy="278342"/>
            </a:xfrm>
            <a:custGeom>
              <a:avLst/>
              <a:gdLst/>
              <a:ahLst/>
              <a:cxnLst/>
              <a:rect l="0" t="0" r="0" b="0"/>
              <a:pathLst>
                <a:path w="40372" h="199621">
                  <a:moveTo>
                    <a:pt x="0" y="0"/>
                  </a:moveTo>
                  <a:lnTo>
                    <a:pt x="40372" y="199621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69" name="pl1547">
              <a:extLst>
                <a:ext uri="{FF2B5EF4-FFF2-40B4-BE49-F238E27FC236}">
                  <a16:creationId xmlns:a16="http://schemas.microsoft.com/office/drawing/2014/main" id="{8A183997-37F9-93BF-8EC1-BC359AE6537B}"/>
                </a:ext>
              </a:extLst>
            </p:cNvPr>
            <p:cNvSpPr/>
            <p:nvPr/>
          </p:nvSpPr>
          <p:spPr>
            <a:xfrm flipH="1">
              <a:off x="11375450" y="2692924"/>
              <a:ext cx="127161" cy="866994"/>
            </a:xfrm>
            <a:custGeom>
              <a:avLst/>
              <a:gdLst/>
              <a:ahLst/>
              <a:cxnLst/>
              <a:rect l="0" t="0" r="0" b="0"/>
              <a:pathLst>
                <a:path w="111659" h="292673">
                  <a:moveTo>
                    <a:pt x="0" y="0"/>
                  </a:moveTo>
                  <a:lnTo>
                    <a:pt x="111659" y="29267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70" name="pg1548">
              <a:extLst>
                <a:ext uri="{FF2B5EF4-FFF2-40B4-BE49-F238E27FC236}">
                  <a16:creationId xmlns:a16="http://schemas.microsoft.com/office/drawing/2014/main" id="{80082811-B6EA-536C-E348-424B2BFB9B0C}"/>
                </a:ext>
              </a:extLst>
            </p:cNvPr>
            <p:cNvSpPr/>
            <p:nvPr/>
          </p:nvSpPr>
          <p:spPr>
            <a:xfrm>
              <a:off x="1870706" y="8434520"/>
              <a:ext cx="1564740" cy="519589"/>
            </a:xfrm>
            <a:custGeom>
              <a:avLst/>
              <a:gdLst/>
              <a:ahLst/>
              <a:cxnLst/>
              <a:rect l="0" t="0" r="0" b="0"/>
              <a:pathLst>
                <a:path w="527243" h="191932">
                  <a:moveTo>
                    <a:pt x="27432" y="191932"/>
                  </a:moveTo>
                  <a:lnTo>
                    <a:pt x="499811" y="191932"/>
                  </a:lnTo>
                  <a:lnTo>
                    <a:pt x="498706" y="191910"/>
                  </a:lnTo>
                  <a:lnTo>
                    <a:pt x="503117" y="191732"/>
                  </a:lnTo>
                  <a:lnTo>
                    <a:pt x="507443" y="190849"/>
                  </a:lnTo>
                  <a:lnTo>
                    <a:pt x="511570" y="189284"/>
                  </a:lnTo>
                  <a:lnTo>
                    <a:pt x="515394" y="187076"/>
                  </a:lnTo>
                  <a:lnTo>
                    <a:pt x="518813" y="184284"/>
                  </a:lnTo>
                  <a:lnTo>
                    <a:pt x="521741" y="180980"/>
                  </a:lnTo>
                  <a:lnTo>
                    <a:pt x="524100" y="177248"/>
                  </a:lnTo>
                  <a:lnTo>
                    <a:pt x="525831" y="173187"/>
                  </a:lnTo>
                  <a:lnTo>
                    <a:pt x="526887" y="168900"/>
                  </a:lnTo>
                  <a:lnTo>
                    <a:pt x="527243" y="164500"/>
                  </a:lnTo>
                  <a:lnTo>
                    <a:pt x="527243" y="27432"/>
                  </a:lnTo>
                  <a:lnTo>
                    <a:pt x="526887" y="23031"/>
                  </a:lnTo>
                  <a:lnTo>
                    <a:pt x="525831" y="18745"/>
                  </a:lnTo>
                  <a:lnTo>
                    <a:pt x="524100" y="14683"/>
                  </a:lnTo>
                  <a:lnTo>
                    <a:pt x="521741" y="10952"/>
                  </a:lnTo>
                  <a:lnTo>
                    <a:pt x="518813" y="7647"/>
                  </a:lnTo>
                  <a:lnTo>
                    <a:pt x="515394" y="4855"/>
                  </a:lnTo>
                  <a:lnTo>
                    <a:pt x="511570" y="2648"/>
                  </a:lnTo>
                  <a:lnTo>
                    <a:pt x="507443" y="1083"/>
                  </a:lnTo>
                  <a:lnTo>
                    <a:pt x="503117" y="200"/>
                  </a:lnTo>
                  <a:lnTo>
                    <a:pt x="499811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6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71" name="tx1549">
              <a:extLst>
                <a:ext uri="{FF2B5EF4-FFF2-40B4-BE49-F238E27FC236}">
                  <a16:creationId xmlns:a16="http://schemas.microsoft.com/office/drawing/2014/main" id="{09CEC516-FAEF-099F-7C72-5971A392AA22}"/>
                </a:ext>
              </a:extLst>
            </p:cNvPr>
            <p:cNvSpPr/>
            <p:nvPr/>
          </p:nvSpPr>
          <p:spPr>
            <a:xfrm>
              <a:off x="2006393" y="8622869"/>
              <a:ext cx="1293367" cy="2720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5"/>
                </a:lnSpc>
              </a:pPr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W1-TX</a:t>
              </a:r>
            </a:p>
          </p:txBody>
        </p:sp>
        <p:sp>
          <p:nvSpPr>
            <p:cNvPr id="3172" name="pg1550">
              <a:extLst>
                <a:ext uri="{FF2B5EF4-FFF2-40B4-BE49-F238E27FC236}">
                  <a16:creationId xmlns:a16="http://schemas.microsoft.com/office/drawing/2014/main" id="{309EFE9F-F5BF-A71C-2E3C-576715AB2257}"/>
                </a:ext>
              </a:extLst>
            </p:cNvPr>
            <p:cNvSpPr/>
            <p:nvPr/>
          </p:nvSpPr>
          <p:spPr>
            <a:xfrm>
              <a:off x="3574103" y="7667362"/>
              <a:ext cx="1541944" cy="519589"/>
            </a:xfrm>
            <a:custGeom>
              <a:avLst/>
              <a:gdLst/>
              <a:ahLst/>
              <a:cxnLst/>
              <a:rect l="0" t="0" r="0" b="0"/>
              <a:pathLst>
                <a:path w="519562" h="191932">
                  <a:moveTo>
                    <a:pt x="27431" y="191932"/>
                  </a:moveTo>
                  <a:lnTo>
                    <a:pt x="492130" y="191932"/>
                  </a:lnTo>
                  <a:lnTo>
                    <a:pt x="491025" y="191910"/>
                  </a:lnTo>
                  <a:lnTo>
                    <a:pt x="495436" y="191732"/>
                  </a:lnTo>
                  <a:lnTo>
                    <a:pt x="499762" y="190849"/>
                  </a:lnTo>
                  <a:lnTo>
                    <a:pt x="503889" y="189284"/>
                  </a:lnTo>
                  <a:lnTo>
                    <a:pt x="507713" y="187076"/>
                  </a:lnTo>
                  <a:lnTo>
                    <a:pt x="511132" y="184284"/>
                  </a:lnTo>
                  <a:lnTo>
                    <a:pt x="514060" y="180980"/>
                  </a:lnTo>
                  <a:lnTo>
                    <a:pt x="516419" y="177248"/>
                  </a:lnTo>
                  <a:lnTo>
                    <a:pt x="518150" y="173187"/>
                  </a:lnTo>
                  <a:lnTo>
                    <a:pt x="519206" y="168900"/>
                  </a:lnTo>
                  <a:lnTo>
                    <a:pt x="519562" y="164500"/>
                  </a:lnTo>
                  <a:lnTo>
                    <a:pt x="519562" y="27431"/>
                  </a:lnTo>
                  <a:lnTo>
                    <a:pt x="519206" y="23031"/>
                  </a:lnTo>
                  <a:lnTo>
                    <a:pt x="518150" y="18745"/>
                  </a:lnTo>
                  <a:lnTo>
                    <a:pt x="516419" y="14683"/>
                  </a:lnTo>
                  <a:lnTo>
                    <a:pt x="514060" y="10952"/>
                  </a:lnTo>
                  <a:lnTo>
                    <a:pt x="511132" y="7647"/>
                  </a:lnTo>
                  <a:lnTo>
                    <a:pt x="507713" y="4855"/>
                  </a:lnTo>
                  <a:lnTo>
                    <a:pt x="503889" y="2648"/>
                  </a:lnTo>
                  <a:lnTo>
                    <a:pt x="499762" y="1083"/>
                  </a:lnTo>
                  <a:lnTo>
                    <a:pt x="495436" y="200"/>
                  </a:lnTo>
                  <a:lnTo>
                    <a:pt x="49213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6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73" name="tx1551">
              <a:extLst>
                <a:ext uri="{FF2B5EF4-FFF2-40B4-BE49-F238E27FC236}">
                  <a16:creationId xmlns:a16="http://schemas.microsoft.com/office/drawing/2014/main" id="{742195E5-8E3C-3D54-D679-53C62D832E02}"/>
                </a:ext>
              </a:extLst>
            </p:cNvPr>
            <p:cNvSpPr/>
            <p:nvPr/>
          </p:nvSpPr>
          <p:spPr>
            <a:xfrm>
              <a:off x="3709790" y="7834655"/>
              <a:ext cx="1270570" cy="2720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5"/>
                </a:lnSpc>
              </a:pPr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W2-LA</a:t>
              </a:r>
            </a:p>
          </p:txBody>
        </p:sp>
        <p:sp>
          <p:nvSpPr>
            <p:cNvPr id="3174" name="pg1552">
              <a:extLst>
                <a:ext uri="{FF2B5EF4-FFF2-40B4-BE49-F238E27FC236}">
                  <a16:creationId xmlns:a16="http://schemas.microsoft.com/office/drawing/2014/main" id="{79F7C737-7823-5B97-89C9-65100CEA33E0}"/>
                </a:ext>
              </a:extLst>
            </p:cNvPr>
            <p:cNvSpPr/>
            <p:nvPr/>
          </p:nvSpPr>
          <p:spPr>
            <a:xfrm>
              <a:off x="6476055" y="7449534"/>
              <a:ext cx="1518605" cy="519589"/>
            </a:xfrm>
            <a:custGeom>
              <a:avLst/>
              <a:gdLst/>
              <a:ahLst/>
              <a:cxnLst/>
              <a:rect l="0" t="0" r="0" b="0"/>
              <a:pathLst>
                <a:path w="511698" h="191932">
                  <a:moveTo>
                    <a:pt x="27432" y="191932"/>
                  </a:moveTo>
                  <a:lnTo>
                    <a:pt x="484266" y="191932"/>
                  </a:lnTo>
                  <a:lnTo>
                    <a:pt x="483161" y="191910"/>
                  </a:lnTo>
                  <a:lnTo>
                    <a:pt x="487572" y="191732"/>
                  </a:lnTo>
                  <a:lnTo>
                    <a:pt x="491898" y="190849"/>
                  </a:lnTo>
                  <a:lnTo>
                    <a:pt x="496026" y="189284"/>
                  </a:lnTo>
                  <a:lnTo>
                    <a:pt x="499849" y="187076"/>
                  </a:lnTo>
                  <a:lnTo>
                    <a:pt x="503269" y="184284"/>
                  </a:lnTo>
                  <a:lnTo>
                    <a:pt x="506196" y="180980"/>
                  </a:lnTo>
                  <a:lnTo>
                    <a:pt x="508556" y="177248"/>
                  </a:lnTo>
                  <a:lnTo>
                    <a:pt x="510286" y="173187"/>
                  </a:lnTo>
                  <a:lnTo>
                    <a:pt x="511343" y="168900"/>
                  </a:lnTo>
                  <a:lnTo>
                    <a:pt x="511698" y="164500"/>
                  </a:lnTo>
                  <a:lnTo>
                    <a:pt x="511698" y="27432"/>
                  </a:lnTo>
                  <a:lnTo>
                    <a:pt x="511343" y="23031"/>
                  </a:lnTo>
                  <a:lnTo>
                    <a:pt x="510286" y="18745"/>
                  </a:lnTo>
                  <a:lnTo>
                    <a:pt x="508556" y="14683"/>
                  </a:lnTo>
                  <a:lnTo>
                    <a:pt x="506196" y="10952"/>
                  </a:lnTo>
                  <a:lnTo>
                    <a:pt x="503269" y="7647"/>
                  </a:lnTo>
                  <a:lnTo>
                    <a:pt x="499849" y="4855"/>
                  </a:lnTo>
                  <a:lnTo>
                    <a:pt x="496026" y="2648"/>
                  </a:lnTo>
                  <a:lnTo>
                    <a:pt x="491898" y="1083"/>
                  </a:lnTo>
                  <a:lnTo>
                    <a:pt x="487572" y="200"/>
                  </a:lnTo>
                  <a:lnTo>
                    <a:pt x="484266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5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75" name="tx1553">
              <a:extLst>
                <a:ext uri="{FF2B5EF4-FFF2-40B4-BE49-F238E27FC236}">
                  <a16:creationId xmlns:a16="http://schemas.microsoft.com/office/drawing/2014/main" id="{5F520282-0BEF-FC46-0420-234DD647EE4B}"/>
                </a:ext>
              </a:extLst>
            </p:cNvPr>
            <p:cNvSpPr/>
            <p:nvPr/>
          </p:nvSpPr>
          <p:spPr>
            <a:xfrm>
              <a:off x="6611741" y="7637604"/>
              <a:ext cx="1247232" cy="2720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5"/>
                </a:lnSpc>
              </a:pPr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W3-FL</a:t>
              </a:r>
            </a:p>
          </p:txBody>
        </p:sp>
        <p:sp>
          <p:nvSpPr>
            <p:cNvPr id="3178" name="pg1556">
              <a:extLst>
                <a:ext uri="{FF2B5EF4-FFF2-40B4-BE49-F238E27FC236}">
                  <a16:creationId xmlns:a16="http://schemas.microsoft.com/office/drawing/2014/main" id="{344D3E54-F47E-1599-8EE1-DA625DC191E0}"/>
                </a:ext>
              </a:extLst>
            </p:cNvPr>
            <p:cNvSpPr/>
            <p:nvPr/>
          </p:nvSpPr>
          <p:spPr>
            <a:xfrm>
              <a:off x="10656130" y="2173335"/>
              <a:ext cx="1657005" cy="519589"/>
            </a:xfrm>
            <a:custGeom>
              <a:avLst/>
              <a:gdLst/>
              <a:ahLst/>
              <a:cxnLst/>
              <a:rect l="0" t="0" r="0" b="0"/>
              <a:pathLst>
                <a:path w="558332" h="191932">
                  <a:moveTo>
                    <a:pt x="27432" y="191932"/>
                  </a:moveTo>
                  <a:lnTo>
                    <a:pt x="530900" y="191932"/>
                  </a:lnTo>
                  <a:lnTo>
                    <a:pt x="529796" y="191910"/>
                  </a:lnTo>
                  <a:lnTo>
                    <a:pt x="534207" y="191732"/>
                  </a:lnTo>
                  <a:lnTo>
                    <a:pt x="538532" y="190849"/>
                  </a:lnTo>
                  <a:lnTo>
                    <a:pt x="542660" y="189284"/>
                  </a:lnTo>
                  <a:lnTo>
                    <a:pt x="546483" y="187076"/>
                  </a:lnTo>
                  <a:lnTo>
                    <a:pt x="549903" y="184284"/>
                  </a:lnTo>
                  <a:lnTo>
                    <a:pt x="552830" y="180980"/>
                  </a:lnTo>
                  <a:lnTo>
                    <a:pt x="555190" y="177248"/>
                  </a:lnTo>
                  <a:lnTo>
                    <a:pt x="556920" y="173187"/>
                  </a:lnTo>
                  <a:lnTo>
                    <a:pt x="557977" y="168900"/>
                  </a:lnTo>
                  <a:lnTo>
                    <a:pt x="558332" y="164500"/>
                  </a:lnTo>
                  <a:lnTo>
                    <a:pt x="558332" y="27431"/>
                  </a:lnTo>
                  <a:lnTo>
                    <a:pt x="557977" y="23031"/>
                  </a:lnTo>
                  <a:lnTo>
                    <a:pt x="556920" y="18745"/>
                  </a:lnTo>
                  <a:lnTo>
                    <a:pt x="555190" y="14683"/>
                  </a:lnTo>
                  <a:lnTo>
                    <a:pt x="552830" y="10952"/>
                  </a:lnTo>
                  <a:lnTo>
                    <a:pt x="549903" y="7647"/>
                  </a:lnTo>
                  <a:lnTo>
                    <a:pt x="546483" y="4855"/>
                  </a:lnTo>
                  <a:lnTo>
                    <a:pt x="542660" y="2648"/>
                  </a:lnTo>
                  <a:lnTo>
                    <a:pt x="538532" y="1083"/>
                  </a:lnTo>
                  <a:lnTo>
                    <a:pt x="534207" y="200"/>
                  </a:lnTo>
                  <a:lnTo>
                    <a:pt x="530900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6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79" name="tx1557">
              <a:extLst>
                <a:ext uri="{FF2B5EF4-FFF2-40B4-BE49-F238E27FC236}">
                  <a16:creationId xmlns:a16="http://schemas.microsoft.com/office/drawing/2014/main" id="{DC053EA3-B55A-FD10-6141-F5A6B6F7DC0D}"/>
                </a:ext>
              </a:extLst>
            </p:cNvPr>
            <p:cNvSpPr/>
            <p:nvPr/>
          </p:nvSpPr>
          <p:spPr>
            <a:xfrm>
              <a:off x="10791817" y="2382854"/>
              <a:ext cx="1385631" cy="2720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5"/>
                </a:lnSpc>
              </a:pPr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W6-ME</a:t>
              </a:r>
            </a:p>
          </p:txBody>
        </p:sp>
        <p:sp>
          <p:nvSpPr>
            <p:cNvPr id="3180" name="pl1558">
              <a:extLst>
                <a:ext uri="{FF2B5EF4-FFF2-40B4-BE49-F238E27FC236}">
                  <a16:creationId xmlns:a16="http://schemas.microsoft.com/office/drawing/2014/main" id="{3B607172-4279-D2D2-D523-73640E694994}"/>
                </a:ext>
              </a:extLst>
            </p:cNvPr>
            <p:cNvSpPr/>
            <p:nvPr/>
          </p:nvSpPr>
          <p:spPr>
            <a:xfrm>
              <a:off x="1735019" y="1238081"/>
              <a:ext cx="0" cy="9863052"/>
            </a:xfrm>
            <a:custGeom>
              <a:avLst/>
              <a:gdLst/>
              <a:ahLst/>
              <a:cxnLst/>
              <a:rect l="0" t="0" r="0" b="0"/>
              <a:pathLst>
                <a:path h="3643333">
                  <a:moveTo>
                    <a:pt x="0" y="3643333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81" name="tx1559">
              <a:extLst>
                <a:ext uri="{FF2B5EF4-FFF2-40B4-BE49-F238E27FC236}">
                  <a16:creationId xmlns:a16="http://schemas.microsoft.com/office/drawing/2014/main" id="{4CC61718-498E-D56A-4185-5F217F151EE9}"/>
                </a:ext>
              </a:extLst>
            </p:cNvPr>
            <p:cNvSpPr/>
            <p:nvPr/>
          </p:nvSpPr>
          <p:spPr>
            <a:xfrm>
              <a:off x="808029" y="10610766"/>
              <a:ext cx="369067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182" name="tx1560">
              <a:extLst>
                <a:ext uri="{FF2B5EF4-FFF2-40B4-BE49-F238E27FC236}">
                  <a16:creationId xmlns:a16="http://schemas.microsoft.com/office/drawing/2014/main" id="{270E3DD7-C2CD-9BB9-C56E-7339FDB80BBE}"/>
                </a:ext>
              </a:extLst>
            </p:cNvPr>
            <p:cNvSpPr/>
            <p:nvPr/>
          </p:nvSpPr>
          <p:spPr>
            <a:xfrm>
              <a:off x="1177095" y="10561008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183" name="tx1561">
              <a:extLst>
                <a:ext uri="{FF2B5EF4-FFF2-40B4-BE49-F238E27FC236}">
                  <a16:creationId xmlns:a16="http://schemas.microsoft.com/office/drawing/2014/main" id="{BD89D6AA-690A-5CFA-801B-5D6ABDA84048}"/>
                </a:ext>
              </a:extLst>
            </p:cNvPr>
            <p:cNvSpPr/>
            <p:nvPr/>
          </p:nvSpPr>
          <p:spPr>
            <a:xfrm>
              <a:off x="1309796" y="10610766"/>
              <a:ext cx="239351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3184" name="tx1562">
              <a:extLst>
                <a:ext uri="{FF2B5EF4-FFF2-40B4-BE49-F238E27FC236}">
                  <a16:creationId xmlns:a16="http://schemas.microsoft.com/office/drawing/2014/main" id="{C56B6796-4595-ED6E-CDEB-33512C0E8173}"/>
                </a:ext>
              </a:extLst>
            </p:cNvPr>
            <p:cNvSpPr/>
            <p:nvPr/>
          </p:nvSpPr>
          <p:spPr>
            <a:xfrm>
              <a:off x="808029" y="8713775"/>
              <a:ext cx="369067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3185" name="tx1563">
              <a:extLst>
                <a:ext uri="{FF2B5EF4-FFF2-40B4-BE49-F238E27FC236}">
                  <a16:creationId xmlns:a16="http://schemas.microsoft.com/office/drawing/2014/main" id="{DB6FAD67-7B15-568A-01EE-A7423A01B447}"/>
                </a:ext>
              </a:extLst>
            </p:cNvPr>
            <p:cNvSpPr/>
            <p:nvPr/>
          </p:nvSpPr>
          <p:spPr>
            <a:xfrm>
              <a:off x="1177095" y="8664021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186" name="tx1564">
              <a:extLst>
                <a:ext uri="{FF2B5EF4-FFF2-40B4-BE49-F238E27FC236}">
                  <a16:creationId xmlns:a16="http://schemas.microsoft.com/office/drawing/2014/main" id="{17DA2E84-0AC9-14D6-E948-FED3569AE774}"/>
                </a:ext>
              </a:extLst>
            </p:cNvPr>
            <p:cNvSpPr/>
            <p:nvPr/>
          </p:nvSpPr>
          <p:spPr>
            <a:xfrm>
              <a:off x="1309796" y="8713775"/>
              <a:ext cx="239351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3187" name="tx1565">
              <a:extLst>
                <a:ext uri="{FF2B5EF4-FFF2-40B4-BE49-F238E27FC236}">
                  <a16:creationId xmlns:a16="http://schemas.microsoft.com/office/drawing/2014/main" id="{8DA2DAE8-E96D-FDC8-95D9-E3A01CE7BE0C}"/>
                </a:ext>
              </a:extLst>
            </p:cNvPr>
            <p:cNvSpPr/>
            <p:nvPr/>
          </p:nvSpPr>
          <p:spPr>
            <a:xfrm>
              <a:off x="808029" y="6817035"/>
              <a:ext cx="369067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35</a:t>
              </a:r>
            </a:p>
          </p:txBody>
        </p:sp>
        <p:sp>
          <p:nvSpPr>
            <p:cNvPr id="3188" name="tx1566">
              <a:extLst>
                <a:ext uri="{FF2B5EF4-FFF2-40B4-BE49-F238E27FC236}">
                  <a16:creationId xmlns:a16="http://schemas.microsoft.com/office/drawing/2014/main" id="{9D7A18DC-4C52-2749-19E1-B2B482060D13}"/>
                </a:ext>
              </a:extLst>
            </p:cNvPr>
            <p:cNvSpPr/>
            <p:nvPr/>
          </p:nvSpPr>
          <p:spPr>
            <a:xfrm>
              <a:off x="1177095" y="6767280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189" name="tx1567">
              <a:extLst>
                <a:ext uri="{FF2B5EF4-FFF2-40B4-BE49-F238E27FC236}">
                  <a16:creationId xmlns:a16="http://schemas.microsoft.com/office/drawing/2014/main" id="{7EA08F56-CCE2-A5D0-6924-7D9ADAE16705}"/>
                </a:ext>
              </a:extLst>
            </p:cNvPr>
            <p:cNvSpPr/>
            <p:nvPr/>
          </p:nvSpPr>
          <p:spPr>
            <a:xfrm>
              <a:off x="1309796" y="6817035"/>
              <a:ext cx="239351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3190" name="tx1568">
              <a:extLst>
                <a:ext uri="{FF2B5EF4-FFF2-40B4-BE49-F238E27FC236}">
                  <a16:creationId xmlns:a16="http://schemas.microsoft.com/office/drawing/2014/main" id="{0DABF8EB-9CA6-8154-0D3C-1715A7817F5C}"/>
                </a:ext>
              </a:extLst>
            </p:cNvPr>
            <p:cNvSpPr/>
            <p:nvPr/>
          </p:nvSpPr>
          <p:spPr>
            <a:xfrm>
              <a:off x="808029" y="4920294"/>
              <a:ext cx="369067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191" name="tx1569">
              <a:extLst>
                <a:ext uri="{FF2B5EF4-FFF2-40B4-BE49-F238E27FC236}">
                  <a16:creationId xmlns:a16="http://schemas.microsoft.com/office/drawing/2014/main" id="{A7C3F57F-EC7E-9613-28F3-3130191B1DCF}"/>
                </a:ext>
              </a:extLst>
            </p:cNvPr>
            <p:cNvSpPr/>
            <p:nvPr/>
          </p:nvSpPr>
          <p:spPr>
            <a:xfrm>
              <a:off x="1177095" y="4870540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192" name="tx1570">
              <a:extLst>
                <a:ext uri="{FF2B5EF4-FFF2-40B4-BE49-F238E27FC236}">
                  <a16:creationId xmlns:a16="http://schemas.microsoft.com/office/drawing/2014/main" id="{0F947231-3CE6-5C3E-F693-64A621C48D97}"/>
                </a:ext>
              </a:extLst>
            </p:cNvPr>
            <p:cNvSpPr/>
            <p:nvPr/>
          </p:nvSpPr>
          <p:spPr>
            <a:xfrm>
              <a:off x="1309796" y="4920294"/>
              <a:ext cx="239351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3193" name="tx1571">
              <a:extLst>
                <a:ext uri="{FF2B5EF4-FFF2-40B4-BE49-F238E27FC236}">
                  <a16:creationId xmlns:a16="http://schemas.microsoft.com/office/drawing/2014/main" id="{67BD170B-E199-85B6-6A83-ADCBB588BCD7}"/>
                </a:ext>
              </a:extLst>
            </p:cNvPr>
            <p:cNvSpPr/>
            <p:nvPr/>
          </p:nvSpPr>
          <p:spPr>
            <a:xfrm>
              <a:off x="808029" y="3023799"/>
              <a:ext cx="369067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45</a:t>
              </a:r>
            </a:p>
          </p:txBody>
        </p:sp>
        <p:sp>
          <p:nvSpPr>
            <p:cNvPr id="3194" name="tx1572">
              <a:extLst>
                <a:ext uri="{FF2B5EF4-FFF2-40B4-BE49-F238E27FC236}">
                  <a16:creationId xmlns:a16="http://schemas.microsoft.com/office/drawing/2014/main" id="{161754DD-703B-2DDD-B018-7EB8F8959239}"/>
                </a:ext>
              </a:extLst>
            </p:cNvPr>
            <p:cNvSpPr/>
            <p:nvPr/>
          </p:nvSpPr>
          <p:spPr>
            <a:xfrm>
              <a:off x="1177095" y="2974045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195" name="tx1573">
              <a:extLst>
                <a:ext uri="{FF2B5EF4-FFF2-40B4-BE49-F238E27FC236}">
                  <a16:creationId xmlns:a16="http://schemas.microsoft.com/office/drawing/2014/main" id="{ADB99F65-111E-B391-64A2-EBA929727684}"/>
                </a:ext>
              </a:extLst>
            </p:cNvPr>
            <p:cNvSpPr/>
            <p:nvPr/>
          </p:nvSpPr>
          <p:spPr>
            <a:xfrm>
              <a:off x="1309796" y="3023799"/>
              <a:ext cx="239351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3196" name="tx1574">
              <a:extLst>
                <a:ext uri="{FF2B5EF4-FFF2-40B4-BE49-F238E27FC236}">
                  <a16:creationId xmlns:a16="http://schemas.microsoft.com/office/drawing/2014/main" id="{EF154F30-7B99-9D7C-619D-1515484B4F8F}"/>
                </a:ext>
              </a:extLst>
            </p:cNvPr>
            <p:cNvSpPr/>
            <p:nvPr/>
          </p:nvSpPr>
          <p:spPr>
            <a:xfrm>
              <a:off x="808029" y="1126812"/>
              <a:ext cx="369067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197" name="tx1575">
              <a:extLst>
                <a:ext uri="{FF2B5EF4-FFF2-40B4-BE49-F238E27FC236}">
                  <a16:creationId xmlns:a16="http://schemas.microsoft.com/office/drawing/2014/main" id="{C94C36FD-0062-2F07-9F7C-0B38900DBDED}"/>
                </a:ext>
              </a:extLst>
            </p:cNvPr>
            <p:cNvSpPr/>
            <p:nvPr/>
          </p:nvSpPr>
          <p:spPr>
            <a:xfrm>
              <a:off x="1177095" y="1077055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198" name="tx1576">
              <a:extLst>
                <a:ext uri="{FF2B5EF4-FFF2-40B4-BE49-F238E27FC236}">
                  <a16:creationId xmlns:a16="http://schemas.microsoft.com/office/drawing/2014/main" id="{47B40036-0B09-960B-83CC-646A0D1A779D}"/>
                </a:ext>
              </a:extLst>
            </p:cNvPr>
            <p:cNvSpPr/>
            <p:nvPr/>
          </p:nvSpPr>
          <p:spPr>
            <a:xfrm>
              <a:off x="1309796" y="1126812"/>
              <a:ext cx="239351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</a:t>
              </a:r>
            </a:p>
          </p:txBody>
        </p:sp>
        <p:sp>
          <p:nvSpPr>
            <p:cNvPr id="3199" name="pl1577">
              <a:extLst>
                <a:ext uri="{FF2B5EF4-FFF2-40B4-BE49-F238E27FC236}">
                  <a16:creationId xmlns:a16="http://schemas.microsoft.com/office/drawing/2014/main" id="{AB7DAD84-254C-F737-E497-13CF56665389}"/>
                </a:ext>
              </a:extLst>
            </p:cNvPr>
            <p:cNvSpPr/>
            <p:nvPr/>
          </p:nvSpPr>
          <p:spPr>
            <a:xfrm>
              <a:off x="1631759" y="10721786"/>
              <a:ext cx="103261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0" name="pl1578">
              <a:extLst>
                <a:ext uri="{FF2B5EF4-FFF2-40B4-BE49-F238E27FC236}">
                  <a16:creationId xmlns:a16="http://schemas.microsoft.com/office/drawing/2014/main" id="{9D01BE15-1387-2B47-6C17-C564CD851482}"/>
                </a:ext>
              </a:extLst>
            </p:cNvPr>
            <p:cNvSpPr/>
            <p:nvPr/>
          </p:nvSpPr>
          <p:spPr>
            <a:xfrm>
              <a:off x="1631759" y="8825044"/>
              <a:ext cx="103261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1" name="pl1579">
              <a:extLst>
                <a:ext uri="{FF2B5EF4-FFF2-40B4-BE49-F238E27FC236}">
                  <a16:creationId xmlns:a16="http://schemas.microsoft.com/office/drawing/2014/main" id="{832B2CA8-C26B-4254-936A-1096A8A19DCF}"/>
                </a:ext>
              </a:extLst>
            </p:cNvPr>
            <p:cNvSpPr/>
            <p:nvPr/>
          </p:nvSpPr>
          <p:spPr>
            <a:xfrm>
              <a:off x="1631759" y="6928304"/>
              <a:ext cx="103261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2" name="pl1580">
              <a:extLst>
                <a:ext uri="{FF2B5EF4-FFF2-40B4-BE49-F238E27FC236}">
                  <a16:creationId xmlns:a16="http://schemas.microsoft.com/office/drawing/2014/main" id="{0945D8E3-BC64-2FBC-790B-08FFC4C73ABD}"/>
                </a:ext>
              </a:extLst>
            </p:cNvPr>
            <p:cNvSpPr/>
            <p:nvPr/>
          </p:nvSpPr>
          <p:spPr>
            <a:xfrm>
              <a:off x="1631759" y="5031563"/>
              <a:ext cx="103261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3" name="pl1581">
              <a:extLst>
                <a:ext uri="{FF2B5EF4-FFF2-40B4-BE49-F238E27FC236}">
                  <a16:creationId xmlns:a16="http://schemas.microsoft.com/office/drawing/2014/main" id="{018FDEE4-6999-FF67-2360-764059669093}"/>
                </a:ext>
              </a:extLst>
            </p:cNvPr>
            <p:cNvSpPr/>
            <p:nvPr/>
          </p:nvSpPr>
          <p:spPr>
            <a:xfrm>
              <a:off x="1631759" y="3134823"/>
              <a:ext cx="103261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4" name="pl1582">
              <a:extLst>
                <a:ext uri="{FF2B5EF4-FFF2-40B4-BE49-F238E27FC236}">
                  <a16:creationId xmlns:a16="http://schemas.microsoft.com/office/drawing/2014/main" id="{D2AEB80F-F5F6-A7D0-4D90-335E65456FFC}"/>
                </a:ext>
              </a:extLst>
            </p:cNvPr>
            <p:cNvSpPr/>
            <p:nvPr/>
          </p:nvSpPr>
          <p:spPr>
            <a:xfrm>
              <a:off x="1631759" y="1238081"/>
              <a:ext cx="103261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5" name="pl1583">
              <a:extLst>
                <a:ext uri="{FF2B5EF4-FFF2-40B4-BE49-F238E27FC236}">
                  <a16:creationId xmlns:a16="http://schemas.microsoft.com/office/drawing/2014/main" id="{B2EF300D-997F-D33F-A63D-E533CD565667}"/>
                </a:ext>
              </a:extLst>
            </p:cNvPr>
            <p:cNvSpPr/>
            <p:nvPr/>
          </p:nvSpPr>
          <p:spPr>
            <a:xfrm>
              <a:off x="1735019" y="11101135"/>
              <a:ext cx="13285116" cy="0"/>
            </a:xfrm>
            <a:custGeom>
              <a:avLst/>
              <a:gdLst/>
              <a:ahLst/>
              <a:cxnLst/>
              <a:rect l="0" t="0" r="0" b="0"/>
              <a:pathLst>
                <a:path w="4476454">
                  <a:moveTo>
                    <a:pt x="0" y="0"/>
                  </a:moveTo>
                  <a:lnTo>
                    <a:pt x="4476454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6" name="pl1584">
              <a:extLst>
                <a:ext uri="{FF2B5EF4-FFF2-40B4-BE49-F238E27FC236}">
                  <a16:creationId xmlns:a16="http://schemas.microsoft.com/office/drawing/2014/main" id="{D8A82774-55A7-C9D7-C498-52C910B7FAAF}"/>
                </a:ext>
              </a:extLst>
            </p:cNvPr>
            <p:cNvSpPr/>
            <p:nvPr/>
          </p:nvSpPr>
          <p:spPr>
            <a:xfrm>
              <a:off x="1735019" y="11101135"/>
              <a:ext cx="0" cy="94193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7" name="pl1585">
              <a:extLst>
                <a:ext uri="{FF2B5EF4-FFF2-40B4-BE49-F238E27FC236}">
                  <a16:creationId xmlns:a16="http://schemas.microsoft.com/office/drawing/2014/main" id="{6C77D8F7-CC8D-B360-BFDB-596A53C4E02C}"/>
                </a:ext>
              </a:extLst>
            </p:cNvPr>
            <p:cNvSpPr/>
            <p:nvPr/>
          </p:nvSpPr>
          <p:spPr>
            <a:xfrm>
              <a:off x="3395661" y="11101135"/>
              <a:ext cx="0" cy="94193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8" name="pl1586">
              <a:extLst>
                <a:ext uri="{FF2B5EF4-FFF2-40B4-BE49-F238E27FC236}">
                  <a16:creationId xmlns:a16="http://schemas.microsoft.com/office/drawing/2014/main" id="{A174CE3F-AEA1-4BFA-61BA-AC65990D967F}"/>
                </a:ext>
              </a:extLst>
            </p:cNvPr>
            <p:cNvSpPr/>
            <p:nvPr/>
          </p:nvSpPr>
          <p:spPr>
            <a:xfrm>
              <a:off x="5056300" y="11101135"/>
              <a:ext cx="0" cy="94193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09" name="pl1587">
              <a:extLst>
                <a:ext uri="{FF2B5EF4-FFF2-40B4-BE49-F238E27FC236}">
                  <a16:creationId xmlns:a16="http://schemas.microsoft.com/office/drawing/2014/main" id="{391B81AD-E95F-A58F-B795-6B00CB97CD13}"/>
                </a:ext>
              </a:extLst>
            </p:cNvPr>
            <p:cNvSpPr/>
            <p:nvPr/>
          </p:nvSpPr>
          <p:spPr>
            <a:xfrm>
              <a:off x="6716941" y="11101135"/>
              <a:ext cx="0" cy="94193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10" name="pl1588">
              <a:extLst>
                <a:ext uri="{FF2B5EF4-FFF2-40B4-BE49-F238E27FC236}">
                  <a16:creationId xmlns:a16="http://schemas.microsoft.com/office/drawing/2014/main" id="{3E67ABE4-34C1-1D3D-B9CA-0F64034BFC95}"/>
                </a:ext>
              </a:extLst>
            </p:cNvPr>
            <p:cNvSpPr/>
            <p:nvPr/>
          </p:nvSpPr>
          <p:spPr>
            <a:xfrm>
              <a:off x="8377580" y="11101135"/>
              <a:ext cx="0" cy="94193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11" name="pl1589">
              <a:extLst>
                <a:ext uri="{FF2B5EF4-FFF2-40B4-BE49-F238E27FC236}">
                  <a16:creationId xmlns:a16="http://schemas.microsoft.com/office/drawing/2014/main" id="{1BD74B51-D1F0-B089-0E2B-3AA13601F1CC}"/>
                </a:ext>
              </a:extLst>
            </p:cNvPr>
            <p:cNvSpPr/>
            <p:nvPr/>
          </p:nvSpPr>
          <p:spPr>
            <a:xfrm>
              <a:off x="10038218" y="11101135"/>
              <a:ext cx="0" cy="94193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12" name="pl1590">
              <a:extLst>
                <a:ext uri="{FF2B5EF4-FFF2-40B4-BE49-F238E27FC236}">
                  <a16:creationId xmlns:a16="http://schemas.microsoft.com/office/drawing/2014/main" id="{D9F889DA-C9FA-AED1-CD36-BFAA3082A78A}"/>
                </a:ext>
              </a:extLst>
            </p:cNvPr>
            <p:cNvSpPr/>
            <p:nvPr/>
          </p:nvSpPr>
          <p:spPr>
            <a:xfrm>
              <a:off x="11698859" y="11101135"/>
              <a:ext cx="0" cy="94193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13" name="pl1591">
              <a:extLst>
                <a:ext uri="{FF2B5EF4-FFF2-40B4-BE49-F238E27FC236}">
                  <a16:creationId xmlns:a16="http://schemas.microsoft.com/office/drawing/2014/main" id="{30857EAD-6958-9A1E-6567-FAAD48441CF2}"/>
                </a:ext>
              </a:extLst>
            </p:cNvPr>
            <p:cNvSpPr/>
            <p:nvPr/>
          </p:nvSpPr>
          <p:spPr>
            <a:xfrm>
              <a:off x="13359498" y="11101135"/>
              <a:ext cx="0" cy="94193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14" name="pl1592">
              <a:extLst>
                <a:ext uri="{FF2B5EF4-FFF2-40B4-BE49-F238E27FC236}">
                  <a16:creationId xmlns:a16="http://schemas.microsoft.com/office/drawing/2014/main" id="{016748F9-915B-5FD5-E73E-45D3972D88CC}"/>
                </a:ext>
              </a:extLst>
            </p:cNvPr>
            <p:cNvSpPr/>
            <p:nvPr/>
          </p:nvSpPr>
          <p:spPr>
            <a:xfrm>
              <a:off x="15020139" y="11101135"/>
              <a:ext cx="0" cy="94193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15" name="tx1593">
              <a:extLst>
                <a:ext uri="{FF2B5EF4-FFF2-40B4-BE49-F238E27FC236}">
                  <a16:creationId xmlns:a16="http://schemas.microsoft.com/office/drawing/2014/main" id="{3387862D-ECA0-B3F9-3A48-98D3CF916996}"/>
                </a:ext>
              </a:extLst>
            </p:cNvPr>
            <p:cNvSpPr/>
            <p:nvPr/>
          </p:nvSpPr>
          <p:spPr>
            <a:xfrm>
              <a:off x="1235422" y="11270684"/>
              <a:ext cx="553601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216" name="tx1594">
              <a:extLst>
                <a:ext uri="{FF2B5EF4-FFF2-40B4-BE49-F238E27FC236}">
                  <a16:creationId xmlns:a16="http://schemas.microsoft.com/office/drawing/2014/main" id="{ADA765D3-0F42-65EC-2D36-FA17FF6FDC49}"/>
                </a:ext>
              </a:extLst>
            </p:cNvPr>
            <p:cNvSpPr/>
            <p:nvPr/>
          </p:nvSpPr>
          <p:spPr>
            <a:xfrm>
              <a:off x="1789025" y="11220927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17" name="tx1595">
              <a:extLst>
                <a:ext uri="{FF2B5EF4-FFF2-40B4-BE49-F238E27FC236}">
                  <a16:creationId xmlns:a16="http://schemas.microsoft.com/office/drawing/2014/main" id="{3C440669-6987-F985-6EFD-FEF72D734419}"/>
                </a:ext>
              </a:extLst>
            </p:cNvPr>
            <p:cNvSpPr/>
            <p:nvPr/>
          </p:nvSpPr>
          <p:spPr>
            <a:xfrm>
              <a:off x="1921726" y="11270684"/>
              <a:ext cx="312893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18" name="tx1596">
              <a:extLst>
                <a:ext uri="{FF2B5EF4-FFF2-40B4-BE49-F238E27FC236}">
                  <a16:creationId xmlns:a16="http://schemas.microsoft.com/office/drawing/2014/main" id="{149C1A18-C4AF-EF84-2E29-598330C52C8F}"/>
                </a:ext>
              </a:extLst>
            </p:cNvPr>
            <p:cNvSpPr/>
            <p:nvPr/>
          </p:nvSpPr>
          <p:spPr>
            <a:xfrm>
              <a:off x="2942333" y="11270684"/>
              <a:ext cx="461062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95</a:t>
              </a:r>
            </a:p>
          </p:txBody>
        </p:sp>
        <p:sp>
          <p:nvSpPr>
            <p:cNvPr id="3219" name="tx1597">
              <a:extLst>
                <a:ext uri="{FF2B5EF4-FFF2-40B4-BE49-F238E27FC236}">
                  <a16:creationId xmlns:a16="http://schemas.microsoft.com/office/drawing/2014/main" id="{C4376427-09DA-BC54-8221-A2762FCCBB07}"/>
                </a:ext>
              </a:extLst>
            </p:cNvPr>
            <p:cNvSpPr/>
            <p:nvPr/>
          </p:nvSpPr>
          <p:spPr>
            <a:xfrm>
              <a:off x="3403395" y="11220927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20" name="tx1598">
              <a:extLst>
                <a:ext uri="{FF2B5EF4-FFF2-40B4-BE49-F238E27FC236}">
                  <a16:creationId xmlns:a16="http://schemas.microsoft.com/office/drawing/2014/main" id="{BB54B9B6-D6E3-0C93-2323-CD30E810D447}"/>
                </a:ext>
              </a:extLst>
            </p:cNvPr>
            <p:cNvSpPr/>
            <p:nvPr/>
          </p:nvSpPr>
          <p:spPr>
            <a:xfrm>
              <a:off x="3536096" y="11270684"/>
              <a:ext cx="312893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21" name="tx1599">
              <a:extLst>
                <a:ext uri="{FF2B5EF4-FFF2-40B4-BE49-F238E27FC236}">
                  <a16:creationId xmlns:a16="http://schemas.microsoft.com/office/drawing/2014/main" id="{6DE9C58C-AB8D-9693-128D-EF184B4642B6}"/>
                </a:ext>
              </a:extLst>
            </p:cNvPr>
            <p:cNvSpPr/>
            <p:nvPr/>
          </p:nvSpPr>
          <p:spPr>
            <a:xfrm>
              <a:off x="4602970" y="11270684"/>
              <a:ext cx="461062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90</a:t>
              </a:r>
            </a:p>
          </p:txBody>
        </p:sp>
        <p:sp>
          <p:nvSpPr>
            <p:cNvPr id="3222" name="tx1600">
              <a:extLst>
                <a:ext uri="{FF2B5EF4-FFF2-40B4-BE49-F238E27FC236}">
                  <a16:creationId xmlns:a16="http://schemas.microsoft.com/office/drawing/2014/main" id="{99E3A0C9-9FDE-46A1-3557-D474B3787004}"/>
                </a:ext>
              </a:extLst>
            </p:cNvPr>
            <p:cNvSpPr/>
            <p:nvPr/>
          </p:nvSpPr>
          <p:spPr>
            <a:xfrm>
              <a:off x="5064034" y="11220927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23" name="tx1601">
              <a:extLst>
                <a:ext uri="{FF2B5EF4-FFF2-40B4-BE49-F238E27FC236}">
                  <a16:creationId xmlns:a16="http://schemas.microsoft.com/office/drawing/2014/main" id="{A784B9D9-BE0B-0A78-1875-EB9123C6DAB4}"/>
                </a:ext>
              </a:extLst>
            </p:cNvPr>
            <p:cNvSpPr/>
            <p:nvPr/>
          </p:nvSpPr>
          <p:spPr>
            <a:xfrm>
              <a:off x="5196735" y="11270684"/>
              <a:ext cx="312893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24" name="tx1602">
              <a:extLst>
                <a:ext uri="{FF2B5EF4-FFF2-40B4-BE49-F238E27FC236}">
                  <a16:creationId xmlns:a16="http://schemas.microsoft.com/office/drawing/2014/main" id="{0089A7FD-995A-D084-F5B9-16560C015B27}"/>
                </a:ext>
              </a:extLst>
            </p:cNvPr>
            <p:cNvSpPr/>
            <p:nvPr/>
          </p:nvSpPr>
          <p:spPr>
            <a:xfrm>
              <a:off x="6263609" y="11270684"/>
              <a:ext cx="461062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85</a:t>
              </a:r>
            </a:p>
          </p:txBody>
        </p:sp>
        <p:sp>
          <p:nvSpPr>
            <p:cNvPr id="3225" name="tx1603">
              <a:extLst>
                <a:ext uri="{FF2B5EF4-FFF2-40B4-BE49-F238E27FC236}">
                  <a16:creationId xmlns:a16="http://schemas.microsoft.com/office/drawing/2014/main" id="{ED8E3B27-2AD8-36F7-A259-447D43DFD962}"/>
                </a:ext>
              </a:extLst>
            </p:cNvPr>
            <p:cNvSpPr/>
            <p:nvPr/>
          </p:nvSpPr>
          <p:spPr>
            <a:xfrm>
              <a:off x="6724675" y="11220927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26" name="tx1604">
              <a:extLst>
                <a:ext uri="{FF2B5EF4-FFF2-40B4-BE49-F238E27FC236}">
                  <a16:creationId xmlns:a16="http://schemas.microsoft.com/office/drawing/2014/main" id="{2814C868-7555-E66F-49C5-1AE8E18586BE}"/>
                </a:ext>
              </a:extLst>
            </p:cNvPr>
            <p:cNvSpPr/>
            <p:nvPr/>
          </p:nvSpPr>
          <p:spPr>
            <a:xfrm>
              <a:off x="6857376" y="11270684"/>
              <a:ext cx="312893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27" name="tx1605">
              <a:extLst>
                <a:ext uri="{FF2B5EF4-FFF2-40B4-BE49-F238E27FC236}">
                  <a16:creationId xmlns:a16="http://schemas.microsoft.com/office/drawing/2014/main" id="{35605036-C314-DBA6-0552-C9E4FFC0030E}"/>
                </a:ext>
              </a:extLst>
            </p:cNvPr>
            <p:cNvSpPr/>
            <p:nvPr/>
          </p:nvSpPr>
          <p:spPr>
            <a:xfrm>
              <a:off x="7924250" y="11270684"/>
              <a:ext cx="461062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80</a:t>
              </a:r>
            </a:p>
          </p:txBody>
        </p:sp>
        <p:sp>
          <p:nvSpPr>
            <p:cNvPr id="3228" name="tx1606">
              <a:extLst>
                <a:ext uri="{FF2B5EF4-FFF2-40B4-BE49-F238E27FC236}">
                  <a16:creationId xmlns:a16="http://schemas.microsoft.com/office/drawing/2014/main" id="{FE6117C1-EAF2-D2A1-986E-7D72D76D4A22}"/>
                </a:ext>
              </a:extLst>
            </p:cNvPr>
            <p:cNvSpPr/>
            <p:nvPr/>
          </p:nvSpPr>
          <p:spPr>
            <a:xfrm>
              <a:off x="8385314" y="11220927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29" name="tx1607">
              <a:extLst>
                <a:ext uri="{FF2B5EF4-FFF2-40B4-BE49-F238E27FC236}">
                  <a16:creationId xmlns:a16="http://schemas.microsoft.com/office/drawing/2014/main" id="{07D43D26-837C-DACC-CAFE-7AD128D87007}"/>
                </a:ext>
              </a:extLst>
            </p:cNvPr>
            <p:cNvSpPr/>
            <p:nvPr/>
          </p:nvSpPr>
          <p:spPr>
            <a:xfrm>
              <a:off x="8518015" y="11270684"/>
              <a:ext cx="312893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30" name="tx1608">
              <a:extLst>
                <a:ext uri="{FF2B5EF4-FFF2-40B4-BE49-F238E27FC236}">
                  <a16:creationId xmlns:a16="http://schemas.microsoft.com/office/drawing/2014/main" id="{7D57FB54-E552-4C18-5B64-895154904C9D}"/>
                </a:ext>
              </a:extLst>
            </p:cNvPr>
            <p:cNvSpPr/>
            <p:nvPr/>
          </p:nvSpPr>
          <p:spPr>
            <a:xfrm>
              <a:off x="9584890" y="11270684"/>
              <a:ext cx="461062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75</a:t>
              </a:r>
            </a:p>
          </p:txBody>
        </p:sp>
        <p:sp>
          <p:nvSpPr>
            <p:cNvPr id="3231" name="tx1609">
              <a:extLst>
                <a:ext uri="{FF2B5EF4-FFF2-40B4-BE49-F238E27FC236}">
                  <a16:creationId xmlns:a16="http://schemas.microsoft.com/office/drawing/2014/main" id="{A95A269F-8318-6155-302B-7528FEE818DF}"/>
                </a:ext>
              </a:extLst>
            </p:cNvPr>
            <p:cNvSpPr/>
            <p:nvPr/>
          </p:nvSpPr>
          <p:spPr>
            <a:xfrm>
              <a:off x="10045952" y="11220927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32" name="tx1610">
              <a:extLst>
                <a:ext uri="{FF2B5EF4-FFF2-40B4-BE49-F238E27FC236}">
                  <a16:creationId xmlns:a16="http://schemas.microsoft.com/office/drawing/2014/main" id="{4D7B30C9-6906-9ADA-0BA6-195A73928A93}"/>
                </a:ext>
              </a:extLst>
            </p:cNvPr>
            <p:cNvSpPr/>
            <p:nvPr/>
          </p:nvSpPr>
          <p:spPr>
            <a:xfrm>
              <a:off x="10178657" y="11270684"/>
              <a:ext cx="312893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33" name="tx1611">
              <a:extLst>
                <a:ext uri="{FF2B5EF4-FFF2-40B4-BE49-F238E27FC236}">
                  <a16:creationId xmlns:a16="http://schemas.microsoft.com/office/drawing/2014/main" id="{EDDE234C-E766-C98F-C899-E09B5B9805E7}"/>
                </a:ext>
              </a:extLst>
            </p:cNvPr>
            <p:cNvSpPr/>
            <p:nvPr/>
          </p:nvSpPr>
          <p:spPr>
            <a:xfrm>
              <a:off x="11245531" y="11270684"/>
              <a:ext cx="461062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70</a:t>
              </a:r>
            </a:p>
          </p:txBody>
        </p:sp>
        <p:sp>
          <p:nvSpPr>
            <p:cNvPr id="3234" name="tx1612">
              <a:extLst>
                <a:ext uri="{FF2B5EF4-FFF2-40B4-BE49-F238E27FC236}">
                  <a16:creationId xmlns:a16="http://schemas.microsoft.com/office/drawing/2014/main" id="{18285BD8-1522-A43B-D797-B02C78ADBA0F}"/>
                </a:ext>
              </a:extLst>
            </p:cNvPr>
            <p:cNvSpPr/>
            <p:nvPr/>
          </p:nvSpPr>
          <p:spPr>
            <a:xfrm>
              <a:off x="11706593" y="11220927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35" name="tx1613">
              <a:extLst>
                <a:ext uri="{FF2B5EF4-FFF2-40B4-BE49-F238E27FC236}">
                  <a16:creationId xmlns:a16="http://schemas.microsoft.com/office/drawing/2014/main" id="{14E189AB-6F0A-51EA-FA22-A9C232292526}"/>
                </a:ext>
              </a:extLst>
            </p:cNvPr>
            <p:cNvSpPr/>
            <p:nvPr/>
          </p:nvSpPr>
          <p:spPr>
            <a:xfrm>
              <a:off x="11839294" y="11270684"/>
              <a:ext cx="312893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36" name="tx1614">
              <a:extLst>
                <a:ext uri="{FF2B5EF4-FFF2-40B4-BE49-F238E27FC236}">
                  <a16:creationId xmlns:a16="http://schemas.microsoft.com/office/drawing/2014/main" id="{4BE5E01A-B357-0FB5-463C-277C3ED55B49}"/>
                </a:ext>
              </a:extLst>
            </p:cNvPr>
            <p:cNvSpPr/>
            <p:nvPr/>
          </p:nvSpPr>
          <p:spPr>
            <a:xfrm>
              <a:off x="12906170" y="11270684"/>
              <a:ext cx="461062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65</a:t>
              </a:r>
            </a:p>
          </p:txBody>
        </p:sp>
        <p:sp>
          <p:nvSpPr>
            <p:cNvPr id="3237" name="tx1615">
              <a:extLst>
                <a:ext uri="{FF2B5EF4-FFF2-40B4-BE49-F238E27FC236}">
                  <a16:creationId xmlns:a16="http://schemas.microsoft.com/office/drawing/2014/main" id="{003B3928-2E0A-82F0-3AC9-1C666D0FDB0B}"/>
                </a:ext>
              </a:extLst>
            </p:cNvPr>
            <p:cNvSpPr/>
            <p:nvPr/>
          </p:nvSpPr>
          <p:spPr>
            <a:xfrm>
              <a:off x="13367232" y="11220927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38" name="tx1616">
              <a:extLst>
                <a:ext uri="{FF2B5EF4-FFF2-40B4-BE49-F238E27FC236}">
                  <a16:creationId xmlns:a16="http://schemas.microsoft.com/office/drawing/2014/main" id="{74D818E5-7C76-562A-7036-016B1FA65331}"/>
                </a:ext>
              </a:extLst>
            </p:cNvPr>
            <p:cNvSpPr/>
            <p:nvPr/>
          </p:nvSpPr>
          <p:spPr>
            <a:xfrm>
              <a:off x="13499933" y="11270684"/>
              <a:ext cx="312893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39" name="tx1617">
              <a:extLst>
                <a:ext uri="{FF2B5EF4-FFF2-40B4-BE49-F238E27FC236}">
                  <a16:creationId xmlns:a16="http://schemas.microsoft.com/office/drawing/2014/main" id="{20C8C50B-7AF9-AC6F-8B3A-3A199C79A0C8}"/>
                </a:ext>
              </a:extLst>
            </p:cNvPr>
            <p:cNvSpPr/>
            <p:nvPr/>
          </p:nvSpPr>
          <p:spPr>
            <a:xfrm>
              <a:off x="14566807" y="11270684"/>
              <a:ext cx="461062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60</a:t>
              </a:r>
            </a:p>
          </p:txBody>
        </p:sp>
        <p:sp>
          <p:nvSpPr>
            <p:cNvPr id="3240" name="tx1618">
              <a:extLst>
                <a:ext uri="{FF2B5EF4-FFF2-40B4-BE49-F238E27FC236}">
                  <a16:creationId xmlns:a16="http://schemas.microsoft.com/office/drawing/2014/main" id="{B954A6BE-E6B8-6289-14A8-F4F6138DCE8F}"/>
                </a:ext>
              </a:extLst>
            </p:cNvPr>
            <p:cNvSpPr/>
            <p:nvPr/>
          </p:nvSpPr>
          <p:spPr>
            <a:xfrm>
              <a:off x="15027873" y="11220927"/>
              <a:ext cx="132701" cy="2666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241" name="tx1619">
              <a:extLst>
                <a:ext uri="{FF2B5EF4-FFF2-40B4-BE49-F238E27FC236}">
                  <a16:creationId xmlns:a16="http://schemas.microsoft.com/office/drawing/2014/main" id="{BA8179BE-7AEB-F438-D4BA-DBE0A4419B46}"/>
                </a:ext>
              </a:extLst>
            </p:cNvPr>
            <p:cNvSpPr/>
            <p:nvPr/>
          </p:nvSpPr>
          <p:spPr>
            <a:xfrm>
              <a:off x="15160574" y="11270684"/>
              <a:ext cx="312893" cy="2168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</a:t>
              </a:r>
            </a:p>
          </p:txBody>
        </p:sp>
        <p:sp>
          <p:nvSpPr>
            <p:cNvPr id="3242" name="tx1620">
              <a:extLst>
                <a:ext uri="{FF2B5EF4-FFF2-40B4-BE49-F238E27FC236}">
                  <a16:creationId xmlns:a16="http://schemas.microsoft.com/office/drawing/2014/main" id="{32754EFB-BC62-DECA-F05D-C58774850A69}"/>
                </a:ext>
              </a:extLst>
            </p:cNvPr>
            <p:cNvSpPr/>
            <p:nvPr/>
          </p:nvSpPr>
          <p:spPr>
            <a:xfrm>
              <a:off x="7466714" y="11654747"/>
              <a:ext cx="1821728" cy="2713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0"/>
                </a:lnSpc>
              </a:pPr>
              <a:r>
                <a:rPr sz="2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Longitude</a:t>
              </a:r>
            </a:p>
          </p:txBody>
        </p:sp>
        <p:sp>
          <p:nvSpPr>
            <p:cNvPr id="3243" name="tx1621">
              <a:extLst>
                <a:ext uri="{FF2B5EF4-FFF2-40B4-BE49-F238E27FC236}">
                  <a16:creationId xmlns:a16="http://schemas.microsoft.com/office/drawing/2014/main" id="{7E4B5338-565D-1F5F-A5CA-6F65D62F6431}"/>
                </a:ext>
              </a:extLst>
            </p:cNvPr>
            <p:cNvSpPr/>
            <p:nvPr/>
          </p:nvSpPr>
          <p:spPr>
            <a:xfrm rot="16200000">
              <a:off x="-208614" y="6020896"/>
              <a:ext cx="1345885" cy="29742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0"/>
                </a:lnSpc>
              </a:pPr>
              <a:r>
                <a:rPr sz="2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Latitude</a:t>
              </a:r>
            </a:p>
          </p:txBody>
        </p:sp>
        <p:sp>
          <p:nvSpPr>
            <p:cNvPr id="3244" name="tx1622">
              <a:extLst>
                <a:ext uri="{FF2B5EF4-FFF2-40B4-BE49-F238E27FC236}">
                  <a16:creationId xmlns:a16="http://schemas.microsoft.com/office/drawing/2014/main" id="{7A0582BC-5170-63B6-9052-BD1EB5E3DCD1}"/>
                </a:ext>
              </a:extLst>
            </p:cNvPr>
            <p:cNvSpPr/>
            <p:nvPr/>
          </p:nvSpPr>
          <p:spPr>
            <a:xfrm>
              <a:off x="381520" y="380728"/>
              <a:ext cx="11054398" cy="3252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980"/>
                </a:lnSpc>
              </a:pPr>
              <a:r>
                <a:rPr sz="3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(A) Map of Seascape Populations &amp; Experimental</a:t>
              </a:r>
              <a:r>
                <a:rPr lang="en-US" sz="3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Source Sites</a:t>
              </a:r>
              <a:r>
                <a:rPr sz="3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</a:t>
              </a:r>
            </a:p>
          </p:txBody>
        </p:sp>
        <p:sp>
          <p:nvSpPr>
            <p:cNvPr id="3176" name="pg1554">
              <a:extLst>
                <a:ext uri="{FF2B5EF4-FFF2-40B4-BE49-F238E27FC236}">
                  <a16:creationId xmlns:a16="http://schemas.microsoft.com/office/drawing/2014/main" id="{70D456B8-416C-CED8-87C4-9D6F1017520F}"/>
                </a:ext>
              </a:extLst>
            </p:cNvPr>
            <p:cNvSpPr/>
            <p:nvPr/>
          </p:nvSpPr>
          <p:spPr>
            <a:xfrm>
              <a:off x="8973215" y="3303545"/>
              <a:ext cx="1633666" cy="519589"/>
            </a:xfrm>
            <a:custGeom>
              <a:avLst/>
              <a:gdLst/>
              <a:ahLst/>
              <a:cxnLst/>
              <a:rect l="0" t="0" r="0" b="0"/>
              <a:pathLst>
                <a:path w="550468" h="191932">
                  <a:moveTo>
                    <a:pt x="27431" y="191932"/>
                  </a:moveTo>
                  <a:lnTo>
                    <a:pt x="523036" y="191932"/>
                  </a:lnTo>
                  <a:lnTo>
                    <a:pt x="521932" y="191910"/>
                  </a:lnTo>
                  <a:lnTo>
                    <a:pt x="526343" y="191732"/>
                  </a:lnTo>
                  <a:lnTo>
                    <a:pt x="530668" y="190849"/>
                  </a:lnTo>
                  <a:lnTo>
                    <a:pt x="534796" y="189284"/>
                  </a:lnTo>
                  <a:lnTo>
                    <a:pt x="538619" y="187076"/>
                  </a:lnTo>
                  <a:lnTo>
                    <a:pt x="542039" y="184284"/>
                  </a:lnTo>
                  <a:lnTo>
                    <a:pt x="544967" y="180980"/>
                  </a:lnTo>
                  <a:lnTo>
                    <a:pt x="547326" y="177248"/>
                  </a:lnTo>
                  <a:lnTo>
                    <a:pt x="549057" y="173187"/>
                  </a:lnTo>
                  <a:lnTo>
                    <a:pt x="550113" y="168900"/>
                  </a:lnTo>
                  <a:lnTo>
                    <a:pt x="550468" y="164500"/>
                  </a:lnTo>
                  <a:lnTo>
                    <a:pt x="550468" y="27432"/>
                  </a:lnTo>
                  <a:lnTo>
                    <a:pt x="550113" y="23031"/>
                  </a:lnTo>
                  <a:lnTo>
                    <a:pt x="549057" y="18745"/>
                  </a:lnTo>
                  <a:lnTo>
                    <a:pt x="547326" y="14683"/>
                  </a:lnTo>
                  <a:lnTo>
                    <a:pt x="544967" y="10952"/>
                  </a:lnTo>
                  <a:lnTo>
                    <a:pt x="542039" y="7647"/>
                  </a:lnTo>
                  <a:lnTo>
                    <a:pt x="538619" y="4855"/>
                  </a:lnTo>
                  <a:lnTo>
                    <a:pt x="534796" y="2648"/>
                  </a:lnTo>
                  <a:lnTo>
                    <a:pt x="530668" y="1083"/>
                  </a:lnTo>
                  <a:lnTo>
                    <a:pt x="526343" y="200"/>
                  </a:lnTo>
                  <a:lnTo>
                    <a:pt x="523036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500"/>
                  </a:lnTo>
                  <a:lnTo>
                    <a:pt x="88" y="162293"/>
                  </a:lnTo>
                  <a:lnTo>
                    <a:pt x="88" y="166707"/>
                  </a:lnTo>
                  <a:lnTo>
                    <a:pt x="797" y="171065"/>
                  </a:lnTo>
                  <a:lnTo>
                    <a:pt x="2195" y="175252"/>
                  </a:lnTo>
                  <a:lnTo>
                    <a:pt x="4246" y="179162"/>
                  </a:lnTo>
                  <a:lnTo>
                    <a:pt x="6898" y="182691"/>
                  </a:lnTo>
                  <a:lnTo>
                    <a:pt x="10082" y="185749"/>
                  </a:lnTo>
                  <a:lnTo>
                    <a:pt x="13715" y="188257"/>
                  </a:lnTo>
                  <a:lnTo>
                    <a:pt x="17704" y="190149"/>
                  </a:lnTo>
                  <a:lnTo>
                    <a:pt x="21944" y="191378"/>
                  </a:lnTo>
                  <a:lnTo>
                    <a:pt x="26327" y="191910"/>
                  </a:lnTo>
                  <a:close/>
                </a:path>
              </a:pathLst>
            </a:custGeom>
            <a:solidFill>
              <a:schemeClr val="bg1"/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77" name="tx1555">
              <a:extLst>
                <a:ext uri="{FF2B5EF4-FFF2-40B4-BE49-F238E27FC236}">
                  <a16:creationId xmlns:a16="http://schemas.microsoft.com/office/drawing/2014/main" id="{DEBB4C4C-31B6-6B78-896E-CCAB47E7263B}"/>
                </a:ext>
              </a:extLst>
            </p:cNvPr>
            <p:cNvSpPr/>
            <p:nvPr/>
          </p:nvSpPr>
          <p:spPr>
            <a:xfrm>
              <a:off x="9103227" y="3499489"/>
              <a:ext cx="1362293" cy="2720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55"/>
                </a:lnSpc>
              </a:pPr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W5-NH</a:t>
              </a:r>
            </a:p>
          </p:txBody>
        </p:sp>
        <p:sp>
          <p:nvSpPr>
            <p:cNvPr id="6" name="pl6">
              <a:extLst>
                <a:ext uri="{FF2B5EF4-FFF2-40B4-BE49-F238E27FC236}">
                  <a16:creationId xmlns:a16="http://schemas.microsoft.com/office/drawing/2014/main" id="{62307732-11F8-3EDB-0129-A81430558D3A}"/>
                </a:ext>
              </a:extLst>
            </p:cNvPr>
            <p:cNvSpPr/>
            <p:nvPr/>
          </p:nvSpPr>
          <p:spPr>
            <a:xfrm>
              <a:off x="6065652" y="1545893"/>
              <a:ext cx="175959" cy="301812"/>
            </a:xfrm>
            <a:custGeom>
              <a:avLst/>
              <a:gdLst/>
              <a:ahLst/>
              <a:cxnLst/>
              <a:rect l="0" t="0" r="0" b="0"/>
              <a:pathLst>
                <a:path w="112623" h="211773">
                  <a:moveTo>
                    <a:pt x="2065" y="211773"/>
                  </a:moveTo>
                  <a:lnTo>
                    <a:pt x="92269" y="64079"/>
                  </a:lnTo>
                  <a:lnTo>
                    <a:pt x="112623" y="0"/>
                  </a:lnTo>
                  <a:lnTo>
                    <a:pt x="0" y="183378"/>
                  </a:lnTo>
                  <a:lnTo>
                    <a:pt x="2065" y="21177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7" name="pl7">
              <a:extLst>
                <a:ext uri="{FF2B5EF4-FFF2-40B4-BE49-F238E27FC236}">
                  <a16:creationId xmlns:a16="http://schemas.microsoft.com/office/drawing/2014/main" id="{FEB42299-D7FB-0E5E-9553-6472904699AB}"/>
                </a:ext>
              </a:extLst>
            </p:cNvPr>
            <p:cNvSpPr/>
            <p:nvPr/>
          </p:nvSpPr>
          <p:spPr>
            <a:xfrm>
              <a:off x="4713419" y="3559917"/>
              <a:ext cx="337192" cy="592420"/>
            </a:xfrm>
            <a:custGeom>
              <a:avLst/>
              <a:gdLst/>
              <a:ahLst/>
              <a:cxnLst/>
              <a:rect l="0" t="0" r="0" b="0"/>
              <a:pathLst>
                <a:path w="215821" h="415685">
                  <a:moveTo>
                    <a:pt x="117318" y="220301"/>
                  </a:moveTo>
                  <a:lnTo>
                    <a:pt x="96926" y="254318"/>
                  </a:lnTo>
                  <a:lnTo>
                    <a:pt x="0" y="415685"/>
                  </a:lnTo>
                  <a:lnTo>
                    <a:pt x="34962" y="399868"/>
                  </a:lnTo>
                  <a:lnTo>
                    <a:pt x="117430" y="251555"/>
                  </a:lnTo>
                  <a:lnTo>
                    <a:pt x="134818" y="220206"/>
                  </a:lnTo>
                  <a:lnTo>
                    <a:pt x="186341" y="114724"/>
                  </a:lnTo>
                  <a:lnTo>
                    <a:pt x="215821" y="0"/>
                  </a:lnTo>
                  <a:lnTo>
                    <a:pt x="185440" y="56599"/>
                  </a:lnTo>
                  <a:lnTo>
                    <a:pt x="117318" y="22030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8" name="pl8">
              <a:extLst>
                <a:ext uri="{FF2B5EF4-FFF2-40B4-BE49-F238E27FC236}">
                  <a16:creationId xmlns:a16="http://schemas.microsoft.com/office/drawing/2014/main" id="{2366958F-BE1C-DB12-8635-2750E3557610}"/>
                </a:ext>
              </a:extLst>
            </p:cNvPr>
            <p:cNvSpPr/>
            <p:nvPr/>
          </p:nvSpPr>
          <p:spPr>
            <a:xfrm>
              <a:off x="3077385" y="6436939"/>
              <a:ext cx="159261" cy="265479"/>
            </a:xfrm>
            <a:custGeom>
              <a:avLst/>
              <a:gdLst/>
              <a:ahLst/>
              <a:cxnLst/>
              <a:rect l="0" t="0" r="0" b="0"/>
              <a:pathLst>
                <a:path w="101935" h="186280">
                  <a:moveTo>
                    <a:pt x="15596" y="186280"/>
                  </a:moveTo>
                  <a:lnTo>
                    <a:pt x="0" y="93523"/>
                  </a:lnTo>
                  <a:lnTo>
                    <a:pt x="4919" y="0"/>
                  </a:lnTo>
                  <a:lnTo>
                    <a:pt x="17237" y="79087"/>
                  </a:lnTo>
                  <a:lnTo>
                    <a:pt x="47017" y="150123"/>
                  </a:lnTo>
                  <a:lnTo>
                    <a:pt x="101935" y="18504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9" name="pl9">
              <a:extLst>
                <a:ext uri="{FF2B5EF4-FFF2-40B4-BE49-F238E27FC236}">
                  <a16:creationId xmlns:a16="http://schemas.microsoft.com/office/drawing/2014/main" id="{79CCE2CB-2A53-3347-AF42-EBA045F79358}"/>
                </a:ext>
              </a:extLst>
            </p:cNvPr>
            <p:cNvSpPr/>
            <p:nvPr/>
          </p:nvSpPr>
          <p:spPr>
            <a:xfrm>
              <a:off x="3412353" y="5839086"/>
              <a:ext cx="925260" cy="859507"/>
            </a:xfrm>
            <a:custGeom>
              <a:avLst/>
              <a:gdLst/>
              <a:ahLst/>
              <a:cxnLst/>
              <a:rect l="0" t="0" r="0" b="0"/>
              <a:pathLst>
                <a:path w="592216" h="603094">
                  <a:moveTo>
                    <a:pt x="0" y="603094"/>
                  </a:moveTo>
                  <a:lnTo>
                    <a:pt x="28424" y="576766"/>
                  </a:lnTo>
                  <a:lnTo>
                    <a:pt x="59668" y="512782"/>
                  </a:lnTo>
                  <a:lnTo>
                    <a:pt x="107737" y="508256"/>
                  </a:lnTo>
                  <a:lnTo>
                    <a:pt x="179878" y="529886"/>
                  </a:lnTo>
                  <a:lnTo>
                    <a:pt x="146643" y="457802"/>
                  </a:lnTo>
                  <a:lnTo>
                    <a:pt x="184197" y="480241"/>
                  </a:lnTo>
                  <a:lnTo>
                    <a:pt x="239401" y="500871"/>
                  </a:lnTo>
                  <a:lnTo>
                    <a:pt x="246273" y="433218"/>
                  </a:lnTo>
                  <a:lnTo>
                    <a:pt x="241053" y="370567"/>
                  </a:lnTo>
                  <a:lnTo>
                    <a:pt x="312668" y="414256"/>
                  </a:lnTo>
                  <a:lnTo>
                    <a:pt x="393071" y="439173"/>
                  </a:lnTo>
                  <a:lnTo>
                    <a:pt x="444745" y="471666"/>
                  </a:lnTo>
                  <a:lnTo>
                    <a:pt x="493152" y="532982"/>
                  </a:lnTo>
                  <a:lnTo>
                    <a:pt x="457363" y="381716"/>
                  </a:lnTo>
                  <a:lnTo>
                    <a:pt x="412561" y="269373"/>
                  </a:lnTo>
                  <a:lnTo>
                    <a:pt x="371327" y="224351"/>
                  </a:lnTo>
                  <a:lnTo>
                    <a:pt x="360324" y="180805"/>
                  </a:lnTo>
                  <a:lnTo>
                    <a:pt x="380566" y="105100"/>
                  </a:lnTo>
                  <a:lnTo>
                    <a:pt x="385711" y="85900"/>
                  </a:lnTo>
                  <a:lnTo>
                    <a:pt x="375195" y="57695"/>
                  </a:lnTo>
                  <a:lnTo>
                    <a:pt x="381429" y="20962"/>
                  </a:lnTo>
                  <a:lnTo>
                    <a:pt x="395925" y="0"/>
                  </a:lnTo>
                  <a:lnTo>
                    <a:pt x="417932" y="25774"/>
                  </a:lnTo>
                  <a:lnTo>
                    <a:pt x="436633" y="90331"/>
                  </a:lnTo>
                  <a:lnTo>
                    <a:pt x="440088" y="105958"/>
                  </a:lnTo>
                  <a:lnTo>
                    <a:pt x="501076" y="378619"/>
                  </a:lnTo>
                  <a:lnTo>
                    <a:pt x="563791" y="541892"/>
                  </a:lnTo>
                  <a:lnTo>
                    <a:pt x="592216" y="59831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0" name="pl10">
              <a:extLst>
                <a:ext uri="{FF2B5EF4-FFF2-40B4-BE49-F238E27FC236}">
                  <a16:creationId xmlns:a16="http://schemas.microsoft.com/office/drawing/2014/main" id="{1B54D852-0078-774C-46C4-971F529BDD15}"/>
                </a:ext>
              </a:extLst>
            </p:cNvPr>
            <p:cNvSpPr/>
            <p:nvPr/>
          </p:nvSpPr>
          <p:spPr>
            <a:xfrm>
              <a:off x="2388095" y="1277891"/>
              <a:ext cx="2737031" cy="5413727"/>
            </a:xfrm>
            <a:custGeom>
              <a:avLst/>
              <a:gdLst/>
              <a:ahLst/>
              <a:cxnLst/>
              <a:rect l="0" t="0" r="0" b="0"/>
              <a:pathLst>
                <a:path w="1751847" h="3798672">
                  <a:moveTo>
                    <a:pt x="1276986" y="3798672"/>
                  </a:moveTo>
                  <a:lnTo>
                    <a:pt x="1196576" y="3619874"/>
                  </a:lnTo>
                  <a:lnTo>
                    <a:pt x="1120004" y="3306335"/>
                  </a:lnTo>
                  <a:lnTo>
                    <a:pt x="1094618" y="3202473"/>
                  </a:lnTo>
                  <a:lnTo>
                    <a:pt x="1055299" y="3096610"/>
                  </a:lnTo>
                  <a:lnTo>
                    <a:pt x="1036222" y="3002515"/>
                  </a:lnTo>
                  <a:lnTo>
                    <a:pt x="1010798" y="2953062"/>
                  </a:lnTo>
                  <a:lnTo>
                    <a:pt x="899601" y="2935529"/>
                  </a:lnTo>
                  <a:lnTo>
                    <a:pt x="822503" y="2914042"/>
                  </a:lnTo>
                  <a:lnTo>
                    <a:pt x="703044" y="2975311"/>
                  </a:lnTo>
                  <a:lnTo>
                    <a:pt x="635147" y="2968307"/>
                  </a:lnTo>
                  <a:lnTo>
                    <a:pt x="622228" y="2905847"/>
                  </a:lnTo>
                  <a:lnTo>
                    <a:pt x="522786" y="2821567"/>
                  </a:lnTo>
                  <a:lnTo>
                    <a:pt x="493607" y="2699077"/>
                  </a:lnTo>
                  <a:lnTo>
                    <a:pt x="421654" y="2688166"/>
                  </a:lnTo>
                  <a:lnTo>
                    <a:pt x="298778" y="2648289"/>
                  </a:lnTo>
                  <a:lnTo>
                    <a:pt x="239743" y="2603362"/>
                  </a:lnTo>
                  <a:lnTo>
                    <a:pt x="90354" y="2579302"/>
                  </a:lnTo>
                  <a:lnTo>
                    <a:pt x="66620" y="2566248"/>
                  </a:lnTo>
                  <a:lnTo>
                    <a:pt x="48294" y="2546619"/>
                  </a:lnTo>
                  <a:lnTo>
                    <a:pt x="235875" y="2557863"/>
                  </a:lnTo>
                  <a:lnTo>
                    <a:pt x="469272" y="2655435"/>
                  </a:lnTo>
                  <a:lnTo>
                    <a:pt x="525114" y="2651481"/>
                  </a:lnTo>
                  <a:lnTo>
                    <a:pt x="547121" y="2728425"/>
                  </a:lnTo>
                  <a:lnTo>
                    <a:pt x="620539" y="2797269"/>
                  </a:lnTo>
                  <a:lnTo>
                    <a:pt x="655013" y="2837813"/>
                  </a:lnTo>
                  <a:lnTo>
                    <a:pt x="702030" y="2876309"/>
                  </a:lnTo>
                  <a:lnTo>
                    <a:pt x="750174" y="2855012"/>
                  </a:lnTo>
                  <a:lnTo>
                    <a:pt x="792460" y="2816421"/>
                  </a:lnTo>
                  <a:lnTo>
                    <a:pt x="779016" y="2759631"/>
                  </a:lnTo>
                  <a:lnTo>
                    <a:pt x="758887" y="2722183"/>
                  </a:lnTo>
                  <a:lnTo>
                    <a:pt x="701843" y="2660295"/>
                  </a:lnTo>
                  <a:lnTo>
                    <a:pt x="627824" y="2626945"/>
                  </a:lnTo>
                  <a:lnTo>
                    <a:pt x="540511" y="2553098"/>
                  </a:lnTo>
                  <a:lnTo>
                    <a:pt x="442684" y="2429941"/>
                  </a:lnTo>
                  <a:lnTo>
                    <a:pt x="429014" y="2400259"/>
                  </a:lnTo>
                  <a:lnTo>
                    <a:pt x="427587" y="2374675"/>
                  </a:lnTo>
                  <a:lnTo>
                    <a:pt x="596279" y="2565962"/>
                  </a:lnTo>
                  <a:lnTo>
                    <a:pt x="661247" y="2600932"/>
                  </a:lnTo>
                  <a:lnTo>
                    <a:pt x="707964" y="2575157"/>
                  </a:lnTo>
                  <a:lnTo>
                    <a:pt x="698500" y="2543951"/>
                  </a:lnTo>
                  <a:lnTo>
                    <a:pt x="701955" y="2491067"/>
                  </a:lnTo>
                  <a:lnTo>
                    <a:pt x="807707" y="2519462"/>
                  </a:lnTo>
                  <a:lnTo>
                    <a:pt x="814692" y="2447664"/>
                  </a:lnTo>
                  <a:lnTo>
                    <a:pt x="803801" y="2384680"/>
                  </a:lnTo>
                  <a:lnTo>
                    <a:pt x="727604" y="2350425"/>
                  </a:lnTo>
                  <a:lnTo>
                    <a:pt x="775335" y="2310214"/>
                  </a:lnTo>
                  <a:lnTo>
                    <a:pt x="638039" y="2254233"/>
                  </a:lnTo>
                  <a:lnTo>
                    <a:pt x="587754" y="2214928"/>
                  </a:lnTo>
                  <a:lnTo>
                    <a:pt x="533639" y="2131076"/>
                  </a:lnTo>
                  <a:lnTo>
                    <a:pt x="460109" y="2077335"/>
                  </a:lnTo>
                  <a:lnTo>
                    <a:pt x="357249" y="1950414"/>
                  </a:lnTo>
                  <a:lnTo>
                    <a:pt x="298853" y="1859892"/>
                  </a:lnTo>
                  <a:lnTo>
                    <a:pt x="155810" y="1730446"/>
                  </a:lnTo>
                  <a:lnTo>
                    <a:pt x="186905" y="1728969"/>
                  </a:lnTo>
                  <a:lnTo>
                    <a:pt x="287399" y="1798956"/>
                  </a:lnTo>
                  <a:lnTo>
                    <a:pt x="373059" y="1929641"/>
                  </a:lnTo>
                  <a:lnTo>
                    <a:pt x="400623" y="1952605"/>
                  </a:lnTo>
                  <a:lnTo>
                    <a:pt x="631579" y="2202159"/>
                  </a:lnTo>
                  <a:lnTo>
                    <a:pt x="674541" y="2213689"/>
                  </a:lnTo>
                  <a:lnTo>
                    <a:pt x="745668" y="2208544"/>
                  </a:lnTo>
                  <a:lnTo>
                    <a:pt x="775298" y="2163759"/>
                  </a:lnTo>
                  <a:lnTo>
                    <a:pt x="784836" y="2092771"/>
                  </a:lnTo>
                  <a:lnTo>
                    <a:pt x="808984" y="2040316"/>
                  </a:lnTo>
                  <a:lnTo>
                    <a:pt x="807106" y="1995960"/>
                  </a:lnTo>
                  <a:lnTo>
                    <a:pt x="737368" y="1927974"/>
                  </a:lnTo>
                  <a:lnTo>
                    <a:pt x="647502" y="1881188"/>
                  </a:lnTo>
                  <a:lnTo>
                    <a:pt x="587717" y="1799909"/>
                  </a:lnTo>
                  <a:lnTo>
                    <a:pt x="514374" y="1761414"/>
                  </a:lnTo>
                  <a:lnTo>
                    <a:pt x="313273" y="1699811"/>
                  </a:lnTo>
                  <a:lnTo>
                    <a:pt x="205269" y="1544066"/>
                  </a:lnTo>
                  <a:lnTo>
                    <a:pt x="156712" y="1530964"/>
                  </a:lnTo>
                  <a:lnTo>
                    <a:pt x="62865" y="1560312"/>
                  </a:lnTo>
                  <a:lnTo>
                    <a:pt x="31094" y="1548878"/>
                  </a:lnTo>
                  <a:lnTo>
                    <a:pt x="0" y="1505094"/>
                  </a:lnTo>
                  <a:lnTo>
                    <a:pt x="22982" y="1375743"/>
                  </a:lnTo>
                  <a:lnTo>
                    <a:pt x="40971" y="1306661"/>
                  </a:lnTo>
                  <a:lnTo>
                    <a:pt x="114614" y="1231956"/>
                  </a:lnTo>
                  <a:lnTo>
                    <a:pt x="170569" y="1190030"/>
                  </a:lnTo>
                  <a:lnTo>
                    <a:pt x="206170" y="1135146"/>
                  </a:lnTo>
                  <a:lnTo>
                    <a:pt x="217887" y="1024423"/>
                  </a:lnTo>
                  <a:lnTo>
                    <a:pt x="227275" y="1133240"/>
                  </a:lnTo>
                  <a:lnTo>
                    <a:pt x="199786" y="1203418"/>
                  </a:lnTo>
                  <a:lnTo>
                    <a:pt x="137484" y="1257779"/>
                  </a:lnTo>
                  <a:lnTo>
                    <a:pt x="71352" y="1364261"/>
                  </a:lnTo>
                  <a:lnTo>
                    <a:pt x="55429" y="1409284"/>
                  </a:lnTo>
                  <a:lnTo>
                    <a:pt x="62414" y="1494279"/>
                  </a:lnTo>
                  <a:lnTo>
                    <a:pt x="121336" y="1504618"/>
                  </a:lnTo>
                  <a:lnTo>
                    <a:pt x="182248" y="1461072"/>
                  </a:lnTo>
                  <a:lnTo>
                    <a:pt x="240344" y="1457641"/>
                  </a:lnTo>
                  <a:lnTo>
                    <a:pt x="250183" y="1507762"/>
                  </a:lnTo>
                  <a:lnTo>
                    <a:pt x="279512" y="1553499"/>
                  </a:lnTo>
                  <a:lnTo>
                    <a:pt x="326042" y="1607098"/>
                  </a:lnTo>
                  <a:lnTo>
                    <a:pt x="342941" y="1563123"/>
                  </a:lnTo>
                  <a:lnTo>
                    <a:pt x="342678" y="1511288"/>
                  </a:lnTo>
                  <a:lnTo>
                    <a:pt x="418800" y="1635541"/>
                  </a:lnTo>
                  <a:lnTo>
                    <a:pt x="553805" y="1669320"/>
                  </a:lnTo>
                  <a:lnTo>
                    <a:pt x="660871" y="1722775"/>
                  </a:lnTo>
                  <a:lnTo>
                    <a:pt x="701204" y="1770085"/>
                  </a:lnTo>
                  <a:lnTo>
                    <a:pt x="747959" y="1807199"/>
                  </a:lnTo>
                  <a:lnTo>
                    <a:pt x="754305" y="1754744"/>
                  </a:lnTo>
                  <a:lnTo>
                    <a:pt x="729069" y="1700002"/>
                  </a:lnTo>
                  <a:lnTo>
                    <a:pt x="695947" y="1630348"/>
                  </a:lnTo>
                  <a:lnTo>
                    <a:pt x="516590" y="1448780"/>
                  </a:lnTo>
                  <a:lnTo>
                    <a:pt x="496160" y="1367644"/>
                  </a:lnTo>
                  <a:lnTo>
                    <a:pt x="489401" y="1294988"/>
                  </a:lnTo>
                  <a:lnTo>
                    <a:pt x="503371" y="1326623"/>
                  </a:lnTo>
                  <a:lnTo>
                    <a:pt x="512834" y="1366643"/>
                  </a:lnTo>
                  <a:lnTo>
                    <a:pt x="570104" y="1466884"/>
                  </a:lnTo>
                  <a:lnTo>
                    <a:pt x="618173" y="1498233"/>
                  </a:lnTo>
                  <a:lnTo>
                    <a:pt x="672889" y="1539349"/>
                  </a:lnTo>
                  <a:lnTo>
                    <a:pt x="707250" y="1532060"/>
                  </a:lnTo>
                  <a:lnTo>
                    <a:pt x="690088" y="1482082"/>
                  </a:lnTo>
                  <a:lnTo>
                    <a:pt x="657717" y="1428675"/>
                  </a:lnTo>
                  <a:lnTo>
                    <a:pt x="624782" y="1372837"/>
                  </a:lnTo>
                  <a:lnTo>
                    <a:pt x="597443" y="1167495"/>
                  </a:lnTo>
                  <a:lnTo>
                    <a:pt x="609573" y="1122949"/>
                  </a:lnTo>
                  <a:lnTo>
                    <a:pt x="613854" y="1071876"/>
                  </a:lnTo>
                  <a:lnTo>
                    <a:pt x="610775" y="1015562"/>
                  </a:lnTo>
                  <a:lnTo>
                    <a:pt x="630603" y="969824"/>
                  </a:lnTo>
                  <a:lnTo>
                    <a:pt x="611338" y="915225"/>
                  </a:lnTo>
                  <a:lnTo>
                    <a:pt x="580769" y="852718"/>
                  </a:lnTo>
                  <a:lnTo>
                    <a:pt x="590233" y="850050"/>
                  </a:lnTo>
                  <a:lnTo>
                    <a:pt x="646488" y="886497"/>
                  </a:lnTo>
                  <a:lnTo>
                    <a:pt x="687272" y="844285"/>
                  </a:lnTo>
                  <a:lnTo>
                    <a:pt x="681488" y="793402"/>
                  </a:lnTo>
                  <a:lnTo>
                    <a:pt x="633983" y="761529"/>
                  </a:lnTo>
                  <a:lnTo>
                    <a:pt x="568940" y="668244"/>
                  </a:lnTo>
                  <a:lnTo>
                    <a:pt x="571643" y="653570"/>
                  </a:lnTo>
                  <a:lnTo>
                    <a:pt x="686633" y="696830"/>
                  </a:lnTo>
                  <a:lnTo>
                    <a:pt x="700566" y="669673"/>
                  </a:lnTo>
                  <a:lnTo>
                    <a:pt x="698350" y="619838"/>
                  </a:lnTo>
                  <a:lnTo>
                    <a:pt x="734251" y="599590"/>
                  </a:lnTo>
                  <a:lnTo>
                    <a:pt x="744954" y="560713"/>
                  </a:lnTo>
                  <a:lnTo>
                    <a:pt x="743339" y="538226"/>
                  </a:lnTo>
                  <a:lnTo>
                    <a:pt x="755920" y="522265"/>
                  </a:lnTo>
                  <a:lnTo>
                    <a:pt x="797792" y="601448"/>
                  </a:lnTo>
                  <a:lnTo>
                    <a:pt x="812814" y="572767"/>
                  </a:lnTo>
                  <a:lnTo>
                    <a:pt x="819874" y="488391"/>
                  </a:lnTo>
                  <a:lnTo>
                    <a:pt x="838801" y="506257"/>
                  </a:lnTo>
                  <a:lnTo>
                    <a:pt x="844359" y="545658"/>
                  </a:lnTo>
                  <a:lnTo>
                    <a:pt x="901629" y="522932"/>
                  </a:lnTo>
                  <a:lnTo>
                    <a:pt x="935540" y="493775"/>
                  </a:lnTo>
                  <a:lnTo>
                    <a:pt x="948271" y="457471"/>
                  </a:lnTo>
                  <a:lnTo>
                    <a:pt x="944928" y="402157"/>
                  </a:lnTo>
                  <a:lnTo>
                    <a:pt x="961903" y="368855"/>
                  </a:lnTo>
                  <a:lnTo>
                    <a:pt x="1005503" y="361470"/>
                  </a:lnTo>
                  <a:lnTo>
                    <a:pt x="1041930" y="345510"/>
                  </a:lnTo>
                  <a:lnTo>
                    <a:pt x="1033105" y="424025"/>
                  </a:lnTo>
                  <a:lnTo>
                    <a:pt x="1108062" y="417879"/>
                  </a:lnTo>
                  <a:lnTo>
                    <a:pt x="1076892" y="459377"/>
                  </a:lnTo>
                  <a:lnTo>
                    <a:pt x="1045159" y="467905"/>
                  </a:lnTo>
                  <a:lnTo>
                    <a:pt x="1007944" y="515500"/>
                  </a:lnTo>
                  <a:lnTo>
                    <a:pt x="1057477" y="527459"/>
                  </a:lnTo>
                  <a:lnTo>
                    <a:pt x="1105734" y="549517"/>
                  </a:lnTo>
                  <a:lnTo>
                    <a:pt x="1028823" y="557998"/>
                  </a:lnTo>
                  <a:lnTo>
                    <a:pt x="953153" y="556473"/>
                  </a:lnTo>
                  <a:lnTo>
                    <a:pt x="892578" y="608976"/>
                  </a:lnTo>
                  <a:lnTo>
                    <a:pt x="829075" y="729417"/>
                  </a:lnTo>
                  <a:lnTo>
                    <a:pt x="843571" y="854290"/>
                  </a:lnTo>
                  <a:lnTo>
                    <a:pt x="908088" y="796404"/>
                  </a:lnTo>
                  <a:lnTo>
                    <a:pt x="906361" y="836233"/>
                  </a:lnTo>
                  <a:lnTo>
                    <a:pt x="867530" y="925421"/>
                  </a:lnTo>
                  <a:lnTo>
                    <a:pt x="821902" y="907412"/>
                  </a:lnTo>
                  <a:lnTo>
                    <a:pt x="769815" y="907221"/>
                  </a:lnTo>
                  <a:lnTo>
                    <a:pt x="756859" y="962440"/>
                  </a:lnTo>
                  <a:lnTo>
                    <a:pt x="756033" y="1005557"/>
                  </a:lnTo>
                  <a:lnTo>
                    <a:pt x="825132" y="971921"/>
                  </a:lnTo>
                  <a:lnTo>
                    <a:pt x="863399" y="998744"/>
                  </a:lnTo>
                  <a:lnTo>
                    <a:pt x="881012" y="1060060"/>
                  </a:lnTo>
                  <a:lnTo>
                    <a:pt x="820400" y="1089408"/>
                  </a:lnTo>
                  <a:lnTo>
                    <a:pt x="779354" y="1093744"/>
                  </a:lnTo>
                  <a:lnTo>
                    <a:pt x="747959" y="1199654"/>
                  </a:lnTo>
                  <a:lnTo>
                    <a:pt x="773383" y="1186791"/>
                  </a:lnTo>
                  <a:lnTo>
                    <a:pt x="796290" y="1138385"/>
                  </a:lnTo>
                  <a:lnTo>
                    <a:pt x="846537" y="1152202"/>
                  </a:lnTo>
                  <a:lnTo>
                    <a:pt x="875754" y="1202561"/>
                  </a:lnTo>
                  <a:lnTo>
                    <a:pt x="966559" y="1285936"/>
                  </a:lnTo>
                  <a:lnTo>
                    <a:pt x="997316" y="1282172"/>
                  </a:lnTo>
                  <a:lnTo>
                    <a:pt x="1009633" y="1304993"/>
                  </a:lnTo>
                  <a:lnTo>
                    <a:pt x="923485" y="1305136"/>
                  </a:lnTo>
                  <a:lnTo>
                    <a:pt x="857766" y="1288461"/>
                  </a:lnTo>
                  <a:lnTo>
                    <a:pt x="807181" y="1306708"/>
                  </a:lnTo>
                  <a:lnTo>
                    <a:pt x="783560" y="1409474"/>
                  </a:lnTo>
                  <a:lnTo>
                    <a:pt x="806805" y="1466265"/>
                  </a:lnTo>
                  <a:lnTo>
                    <a:pt x="847551" y="1539540"/>
                  </a:lnTo>
                  <a:lnTo>
                    <a:pt x="920744" y="1582133"/>
                  </a:lnTo>
                  <a:lnTo>
                    <a:pt x="970953" y="1619342"/>
                  </a:lnTo>
                  <a:lnTo>
                    <a:pt x="994725" y="1604382"/>
                  </a:lnTo>
                  <a:lnTo>
                    <a:pt x="1005202" y="1577178"/>
                  </a:lnTo>
                  <a:lnTo>
                    <a:pt x="1021313" y="1568221"/>
                  </a:lnTo>
                  <a:lnTo>
                    <a:pt x="1035433" y="1607812"/>
                  </a:lnTo>
                  <a:lnTo>
                    <a:pt x="1058604" y="1589946"/>
                  </a:lnTo>
                  <a:lnTo>
                    <a:pt x="1095857" y="1545209"/>
                  </a:lnTo>
                  <a:lnTo>
                    <a:pt x="1119028" y="1538825"/>
                  </a:lnTo>
                  <a:lnTo>
                    <a:pt x="1105133" y="1581085"/>
                  </a:lnTo>
                  <a:lnTo>
                    <a:pt x="1115009" y="1637208"/>
                  </a:lnTo>
                  <a:lnTo>
                    <a:pt x="1098824" y="1683327"/>
                  </a:lnTo>
                  <a:lnTo>
                    <a:pt x="1065664" y="1726968"/>
                  </a:lnTo>
                  <a:lnTo>
                    <a:pt x="1093942" y="1748455"/>
                  </a:lnTo>
                  <a:lnTo>
                    <a:pt x="1121394" y="1755125"/>
                  </a:lnTo>
                  <a:lnTo>
                    <a:pt x="1167773" y="1807532"/>
                  </a:lnTo>
                  <a:lnTo>
                    <a:pt x="1141823" y="1860130"/>
                  </a:lnTo>
                  <a:lnTo>
                    <a:pt x="1125074" y="1919827"/>
                  </a:lnTo>
                  <a:lnTo>
                    <a:pt x="1214039" y="1917730"/>
                  </a:lnTo>
                  <a:lnTo>
                    <a:pt x="1272397" y="1937026"/>
                  </a:lnTo>
                  <a:lnTo>
                    <a:pt x="1226206" y="2066377"/>
                  </a:lnTo>
                  <a:lnTo>
                    <a:pt x="1170026" y="2129837"/>
                  </a:lnTo>
                  <a:lnTo>
                    <a:pt x="1096383" y="2263714"/>
                  </a:lnTo>
                  <a:lnTo>
                    <a:pt x="1029537" y="2479061"/>
                  </a:lnTo>
                  <a:lnTo>
                    <a:pt x="1012375" y="2610413"/>
                  </a:lnTo>
                  <a:lnTo>
                    <a:pt x="1022252" y="2660772"/>
                  </a:lnTo>
                  <a:lnTo>
                    <a:pt x="1060819" y="2719611"/>
                  </a:lnTo>
                  <a:lnTo>
                    <a:pt x="1122633" y="2578397"/>
                  </a:lnTo>
                  <a:lnTo>
                    <a:pt x="1154892" y="2452953"/>
                  </a:lnTo>
                  <a:lnTo>
                    <a:pt x="1189629" y="2406310"/>
                  </a:lnTo>
                  <a:lnTo>
                    <a:pt x="1241979" y="2364003"/>
                  </a:lnTo>
                  <a:lnTo>
                    <a:pt x="1293728" y="2345470"/>
                  </a:lnTo>
                  <a:lnTo>
                    <a:pt x="1327902" y="2322696"/>
                  </a:lnTo>
                  <a:lnTo>
                    <a:pt x="1320767" y="2251946"/>
                  </a:lnTo>
                  <a:lnTo>
                    <a:pt x="1490285" y="1867705"/>
                  </a:lnTo>
                  <a:lnTo>
                    <a:pt x="1507559" y="1828638"/>
                  </a:lnTo>
                  <a:lnTo>
                    <a:pt x="1555027" y="1766035"/>
                  </a:lnTo>
                  <a:lnTo>
                    <a:pt x="1606063" y="1655694"/>
                  </a:lnTo>
                  <a:lnTo>
                    <a:pt x="1656385" y="1643211"/>
                  </a:lnTo>
                  <a:lnTo>
                    <a:pt x="1670618" y="1601190"/>
                  </a:lnTo>
                  <a:lnTo>
                    <a:pt x="1676213" y="1517100"/>
                  </a:lnTo>
                  <a:lnTo>
                    <a:pt x="1689658" y="1495756"/>
                  </a:lnTo>
                  <a:lnTo>
                    <a:pt x="1710425" y="1477032"/>
                  </a:lnTo>
                  <a:lnTo>
                    <a:pt x="1723006" y="1492040"/>
                  </a:lnTo>
                  <a:lnTo>
                    <a:pt x="1722254" y="1535252"/>
                  </a:lnTo>
                  <a:lnTo>
                    <a:pt x="1740017" y="1518386"/>
                  </a:lnTo>
                  <a:lnTo>
                    <a:pt x="1749631" y="1476079"/>
                  </a:lnTo>
                  <a:lnTo>
                    <a:pt x="1750495" y="1447589"/>
                  </a:lnTo>
                  <a:lnTo>
                    <a:pt x="1751847" y="1400994"/>
                  </a:lnTo>
                  <a:lnTo>
                    <a:pt x="1723419" y="1327433"/>
                  </a:lnTo>
                  <a:lnTo>
                    <a:pt x="1694202" y="1307280"/>
                  </a:lnTo>
                  <a:lnTo>
                    <a:pt x="1635543" y="1315332"/>
                  </a:lnTo>
                  <a:lnTo>
                    <a:pt x="1680645" y="1275026"/>
                  </a:lnTo>
                  <a:lnTo>
                    <a:pt x="1714856" y="1186838"/>
                  </a:lnTo>
                  <a:lnTo>
                    <a:pt x="1711251" y="1133431"/>
                  </a:lnTo>
                  <a:lnTo>
                    <a:pt x="1637120" y="1092600"/>
                  </a:lnTo>
                  <a:lnTo>
                    <a:pt x="1540719" y="949004"/>
                  </a:lnTo>
                  <a:lnTo>
                    <a:pt x="1477817" y="825847"/>
                  </a:lnTo>
                  <a:lnTo>
                    <a:pt x="1462082" y="641802"/>
                  </a:lnTo>
                  <a:lnTo>
                    <a:pt x="1379651" y="523314"/>
                  </a:lnTo>
                  <a:lnTo>
                    <a:pt x="1338079" y="450991"/>
                  </a:lnTo>
                  <a:lnTo>
                    <a:pt x="1343149" y="376811"/>
                  </a:lnTo>
                  <a:lnTo>
                    <a:pt x="1332146" y="341222"/>
                  </a:lnTo>
                  <a:lnTo>
                    <a:pt x="1327526" y="291149"/>
                  </a:lnTo>
                  <a:lnTo>
                    <a:pt x="1393246" y="216397"/>
                  </a:lnTo>
                  <a:lnTo>
                    <a:pt x="1422275" y="154366"/>
                  </a:lnTo>
                  <a:lnTo>
                    <a:pt x="1455660" y="120730"/>
                  </a:lnTo>
                  <a:lnTo>
                    <a:pt x="1471320" y="104960"/>
                  </a:lnTo>
                  <a:lnTo>
                    <a:pt x="1532645" y="72658"/>
                  </a:lnTo>
                  <a:lnTo>
                    <a:pt x="1646433" y="43310"/>
                  </a:lnTo>
                  <a:lnTo>
                    <a:pt x="168443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1" name="pl11">
              <a:extLst>
                <a:ext uri="{FF2B5EF4-FFF2-40B4-BE49-F238E27FC236}">
                  <a16:creationId xmlns:a16="http://schemas.microsoft.com/office/drawing/2014/main" id="{2742F3E5-5FF0-2DB6-B33F-DBF9601B79A0}"/>
                </a:ext>
              </a:extLst>
            </p:cNvPr>
            <p:cNvSpPr/>
            <p:nvPr/>
          </p:nvSpPr>
          <p:spPr>
            <a:xfrm>
              <a:off x="4538339" y="1277891"/>
              <a:ext cx="1690895" cy="1387861"/>
            </a:xfrm>
            <a:custGeom>
              <a:avLst/>
              <a:gdLst/>
              <a:ahLst/>
              <a:cxnLst/>
              <a:rect l="0" t="0" r="0" b="0"/>
              <a:pathLst>
                <a:path w="1082264" h="973826">
                  <a:moveTo>
                    <a:pt x="326570" y="0"/>
                  </a:moveTo>
                  <a:lnTo>
                    <a:pt x="323338" y="7149"/>
                  </a:lnTo>
                  <a:lnTo>
                    <a:pt x="284883" y="66988"/>
                  </a:lnTo>
                  <a:lnTo>
                    <a:pt x="131550" y="106770"/>
                  </a:lnTo>
                  <a:lnTo>
                    <a:pt x="78712" y="145838"/>
                  </a:lnTo>
                  <a:lnTo>
                    <a:pt x="40445" y="221257"/>
                  </a:lnTo>
                  <a:lnTo>
                    <a:pt x="525" y="329120"/>
                  </a:lnTo>
                  <a:lnTo>
                    <a:pt x="3830" y="397393"/>
                  </a:lnTo>
                  <a:lnTo>
                    <a:pt x="0" y="438080"/>
                  </a:lnTo>
                  <a:lnTo>
                    <a:pt x="131363" y="584773"/>
                  </a:lnTo>
                  <a:lnTo>
                    <a:pt x="225473" y="638991"/>
                  </a:lnTo>
                  <a:lnTo>
                    <a:pt x="298477" y="713552"/>
                  </a:lnTo>
                  <a:lnTo>
                    <a:pt x="364572" y="710646"/>
                  </a:lnTo>
                  <a:lnTo>
                    <a:pt x="422179" y="732705"/>
                  </a:lnTo>
                  <a:lnTo>
                    <a:pt x="482378" y="774440"/>
                  </a:lnTo>
                  <a:lnTo>
                    <a:pt x="464465" y="870346"/>
                  </a:lnTo>
                  <a:lnTo>
                    <a:pt x="438327" y="965203"/>
                  </a:lnTo>
                  <a:lnTo>
                    <a:pt x="462061" y="973826"/>
                  </a:lnTo>
                  <a:lnTo>
                    <a:pt x="561241" y="914511"/>
                  </a:lnTo>
                  <a:lnTo>
                    <a:pt x="675480" y="713552"/>
                  </a:lnTo>
                  <a:lnTo>
                    <a:pt x="707138" y="674866"/>
                  </a:lnTo>
                  <a:lnTo>
                    <a:pt x="708527" y="630892"/>
                  </a:lnTo>
                  <a:lnTo>
                    <a:pt x="727191" y="607928"/>
                  </a:lnTo>
                  <a:lnTo>
                    <a:pt x="774509" y="577913"/>
                  </a:lnTo>
                  <a:lnTo>
                    <a:pt x="807444" y="582105"/>
                  </a:lnTo>
                  <a:lnTo>
                    <a:pt x="842481" y="538559"/>
                  </a:lnTo>
                  <a:lnTo>
                    <a:pt x="856301" y="472860"/>
                  </a:lnTo>
                  <a:lnTo>
                    <a:pt x="872449" y="441368"/>
                  </a:lnTo>
                  <a:lnTo>
                    <a:pt x="859230" y="380908"/>
                  </a:lnTo>
                  <a:lnTo>
                    <a:pt x="918002" y="393486"/>
                  </a:lnTo>
                  <a:lnTo>
                    <a:pt x="974971" y="317400"/>
                  </a:lnTo>
                  <a:lnTo>
                    <a:pt x="1036822" y="207392"/>
                  </a:lnTo>
                  <a:lnTo>
                    <a:pt x="1081812" y="1003"/>
                  </a:lnTo>
                  <a:lnTo>
                    <a:pt x="108226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2" name="pl12">
              <a:extLst>
                <a:ext uri="{FF2B5EF4-FFF2-40B4-BE49-F238E27FC236}">
                  <a16:creationId xmlns:a16="http://schemas.microsoft.com/office/drawing/2014/main" id="{1ED924A0-0C0A-DB8C-104D-955DF5EA52C5}"/>
                </a:ext>
              </a:extLst>
            </p:cNvPr>
            <p:cNvSpPr/>
            <p:nvPr/>
          </p:nvSpPr>
          <p:spPr>
            <a:xfrm>
              <a:off x="6268953" y="1277891"/>
              <a:ext cx="44784" cy="210015"/>
            </a:xfrm>
            <a:custGeom>
              <a:avLst/>
              <a:gdLst/>
              <a:ahLst/>
              <a:cxnLst/>
              <a:rect l="0" t="0" r="0" b="0"/>
              <a:pathLst>
                <a:path w="28664" h="147362">
                  <a:moveTo>
                    <a:pt x="9999" y="0"/>
                  </a:moveTo>
                  <a:lnTo>
                    <a:pt x="0" y="107390"/>
                  </a:lnTo>
                  <a:lnTo>
                    <a:pt x="3116" y="147362"/>
                  </a:lnTo>
                  <a:lnTo>
                    <a:pt x="26963" y="15724"/>
                  </a:lnTo>
                  <a:lnTo>
                    <a:pt x="2866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4" name="rc14">
              <a:extLst>
                <a:ext uri="{FF2B5EF4-FFF2-40B4-BE49-F238E27FC236}">
                  <a16:creationId xmlns:a16="http://schemas.microsoft.com/office/drawing/2014/main" id="{CBAB3B78-2007-A09D-F701-06A10A20A8D8}"/>
                </a:ext>
              </a:extLst>
            </p:cNvPr>
            <p:cNvSpPr/>
            <p:nvPr/>
          </p:nvSpPr>
          <p:spPr>
            <a:xfrm>
              <a:off x="3311558" y="3910577"/>
              <a:ext cx="384048" cy="350321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" name="pt16">
              <a:extLst>
                <a:ext uri="{FF2B5EF4-FFF2-40B4-BE49-F238E27FC236}">
                  <a16:creationId xmlns:a16="http://schemas.microsoft.com/office/drawing/2014/main" id="{B8B23C6F-4CEA-FD77-9DBD-1FEABEB6E0A3}"/>
                </a:ext>
              </a:extLst>
            </p:cNvPr>
            <p:cNvSpPr/>
            <p:nvPr/>
          </p:nvSpPr>
          <p:spPr>
            <a:xfrm>
              <a:off x="4257570" y="4404590"/>
              <a:ext cx="402336" cy="367003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7" name="pt17">
              <a:extLst>
                <a:ext uri="{FF2B5EF4-FFF2-40B4-BE49-F238E27FC236}">
                  <a16:creationId xmlns:a16="http://schemas.microsoft.com/office/drawing/2014/main" id="{649B213E-7F19-81AD-1181-BF7ADD75B020}"/>
                </a:ext>
              </a:extLst>
            </p:cNvPr>
            <p:cNvSpPr/>
            <p:nvPr/>
          </p:nvSpPr>
          <p:spPr>
            <a:xfrm>
              <a:off x="5159884" y="2378559"/>
              <a:ext cx="402336" cy="367003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8" name="pt18">
              <a:extLst>
                <a:ext uri="{FF2B5EF4-FFF2-40B4-BE49-F238E27FC236}">
                  <a16:creationId xmlns:a16="http://schemas.microsoft.com/office/drawing/2014/main" id="{46A48DE5-E321-CE7F-645D-F54E6AFCC959}"/>
                </a:ext>
              </a:extLst>
            </p:cNvPr>
            <p:cNvSpPr/>
            <p:nvPr/>
          </p:nvSpPr>
          <p:spPr>
            <a:xfrm>
              <a:off x="4434194" y="1876381"/>
              <a:ext cx="402336" cy="367003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9" name="pt19">
              <a:extLst>
                <a:ext uri="{FF2B5EF4-FFF2-40B4-BE49-F238E27FC236}">
                  <a16:creationId xmlns:a16="http://schemas.microsoft.com/office/drawing/2014/main" id="{7D5778C3-9F2D-9B87-1658-3C01A8440AC1}"/>
                </a:ext>
              </a:extLst>
            </p:cNvPr>
            <p:cNvSpPr/>
            <p:nvPr/>
          </p:nvSpPr>
          <p:spPr>
            <a:xfrm>
              <a:off x="3177492" y="5173299"/>
              <a:ext cx="402336" cy="367003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0" name="pt20">
              <a:extLst>
                <a:ext uri="{FF2B5EF4-FFF2-40B4-BE49-F238E27FC236}">
                  <a16:creationId xmlns:a16="http://schemas.microsoft.com/office/drawing/2014/main" id="{16D490D0-C016-C196-9E9D-A3B051F07776}"/>
                </a:ext>
              </a:extLst>
            </p:cNvPr>
            <p:cNvSpPr/>
            <p:nvPr/>
          </p:nvSpPr>
          <p:spPr>
            <a:xfrm>
              <a:off x="3090067" y="5055013"/>
              <a:ext cx="402336" cy="367003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1" name="pt21">
              <a:extLst>
                <a:ext uri="{FF2B5EF4-FFF2-40B4-BE49-F238E27FC236}">
                  <a16:creationId xmlns:a16="http://schemas.microsoft.com/office/drawing/2014/main" id="{5FD79911-45EE-4CF5-D958-786685186C22}"/>
                </a:ext>
              </a:extLst>
            </p:cNvPr>
            <p:cNvSpPr/>
            <p:nvPr/>
          </p:nvSpPr>
          <p:spPr>
            <a:xfrm>
              <a:off x="2680134" y="3402900"/>
              <a:ext cx="402336" cy="367003"/>
            </a:xfrm>
            <a:prstGeom prst="ellipse">
              <a:avLst/>
            </a:prstGeom>
            <a:solidFill>
              <a:srgbClr val="3155A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2" name="pg22">
              <a:extLst>
                <a:ext uri="{FF2B5EF4-FFF2-40B4-BE49-F238E27FC236}">
                  <a16:creationId xmlns:a16="http://schemas.microsoft.com/office/drawing/2014/main" id="{26485204-E3C4-F4B8-6EF3-449F4E8A8C00}"/>
                </a:ext>
              </a:extLst>
            </p:cNvPr>
            <p:cNvSpPr/>
            <p:nvPr/>
          </p:nvSpPr>
          <p:spPr>
            <a:xfrm>
              <a:off x="3008115" y="3841700"/>
              <a:ext cx="438912" cy="367003"/>
            </a:xfrm>
            <a:custGeom>
              <a:avLst/>
              <a:gdLst/>
              <a:ahLst/>
              <a:cxnLst/>
              <a:rect l="0" t="0" r="0" b="0"/>
              <a:pathLst>
                <a:path w="194617" h="168543">
                  <a:moveTo>
                    <a:pt x="97308" y="0"/>
                  </a:moveTo>
                  <a:lnTo>
                    <a:pt x="194617" y="168543"/>
                  </a:lnTo>
                  <a:lnTo>
                    <a:pt x="0" y="168543"/>
                  </a:lnTo>
                  <a:close/>
                </a:path>
              </a:pathLst>
            </a:cu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4" name="pl24">
              <a:extLst>
                <a:ext uri="{FF2B5EF4-FFF2-40B4-BE49-F238E27FC236}">
                  <a16:creationId xmlns:a16="http://schemas.microsoft.com/office/drawing/2014/main" id="{C93F096E-BF67-86C5-2053-FA132036A611}"/>
                </a:ext>
              </a:extLst>
            </p:cNvPr>
            <p:cNvSpPr/>
            <p:nvPr/>
          </p:nvSpPr>
          <p:spPr>
            <a:xfrm flipV="1">
              <a:off x="3555185" y="4001838"/>
              <a:ext cx="536440" cy="71609"/>
            </a:xfrm>
            <a:custGeom>
              <a:avLst/>
              <a:gdLst/>
              <a:ahLst/>
              <a:cxnLst/>
              <a:rect l="0" t="0" r="0" b="0"/>
              <a:pathLst>
                <a:path w="420893" h="2">
                  <a:moveTo>
                    <a:pt x="420893" y="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0" name="pl30">
              <a:extLst>
                <a:ext uri="{FF2B5EF4-FFF2-40B4-BE49-F238E27FC236}">
                  <a16:creationId xmlns:a16="http://schemas.microsoft.com/office/drawing/2014/main" id="{9A807D67-6668-AEF2-DE6F-CA30604C1064}"/>
                </a:ext>
              </a:extLst>
            </p:cNvPr>
            <p:cNvSpPr/>
            <p:nvPr/>
          </p:nvSpPr>
          <p:spPr>
            <a:xfrm>
              <a:off x="3151098" y="3237368"/>
              <a:ext cx="62861" cy="751855"/>
            </a:xfrm>
            <a:custGeom>
              <a:avLst/>
              <a:gdLst/>
              <a:ahLst/>
              <a:cxnLst/>
              <a:rect l="0" t="0" r="0" b="0"/>
              <a:pathLst>
                <a:path w="185611" h="147492">
                  <a:moveTo>
                    <a:pt x="0" y="0"/>
                  </a:moveTo>
                  <a:lnTo>
                    <a:pt x="185611" y="14749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9" name="pl39">
              <a:extLst>
                <a:ext uri="{FF2B5EF4-FFF2-40B4-BE49-F238E27FC236}">
                  <a16:creationId xmlns:a16="http://schemas.microsoft.com/office/drawing/2014/main" id="{56801080-4480-3BE6-B7AF-F1DCFCB1F90B}"/>
                </a:ext>
              </a:extLst>
            </p:cNvPr>
            <p:cNvSpPr/>
            <p:nvPr/>
          </p:nvSpPr>
          <p:spPr>
            <a:xfrm>
              <a:off x="1735851" y="1277891"/>
              <a:ext cx="0" cy="5450503"/>
            </a:xfrm>
            <a:custGeom>
              <a:avLst/>
              <a:gdLst/>
              <a:ahLst/>
              <a:cxnLst/>
              <a:rect l="0" t="0" r="0" b="0"/>
              <a:pathLst>
                <a:path h="3824476">
                  <a:moveTo>
                    <a:pt x="0" y="382447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50" name="pl68">
              <a:extLst>
                <a:ext uri="{FF2B5EF4-FFF2-40B4-BE49-F238E27FC236}">
                  <a16:creationId xmlns:a16="http://schemas.microsoft.com/office/drawing/2014/main" id="{35FEA496-906A-8D0C-7A9A-2229A2F2B68A}"/>
                </a:ext>
              </a:extLst>
            </p:cNvPr>
            <p:cNvSpPr/>
            <p:nvPr/>
          </p:nvSpPr>
          <p:spPr>
            <a:xfrm>
              <a:off x="1735851" y="6728393"/>
              <a:ext cx="6120680" cy="0"/>
            </a:xfrm>
            <a:custGeom>
              <a:avLst/>
              <a:gdLst/>
              <a:ahLst/>
              <a:cxnLst/>
              <a:rect l="0" t="0" r="0" b="0"/>
              <a:pathLst>
                <a:path w="3917565">
                  <a:moveTo>
                    <a:pt x="0" y="0"/>
                  </a:moveTo>
                  <a:lnTo>
                    <a:pt x="391756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264" name="pl39">
              <a:extLst>
                <a:ext uri="{FF2B5EF4-FFF2-40B4-BE49-F238E27FC236}">
                  <a16:creationId xmlns:a16="http://schemas.microsoft.com/office/drawing/2014/main" id="{E1BA8457-292C-D4A9-6240-0DEB7B1A8400}"/>
                </a:ext>
              </a:extLst>
            </p:cNvPr>
            <p:cNvSpPr/>
            <p:nvPr/>
          </p:nvSpPr>
          <p:spPr>
            <a:xfrm>
              <a:off x="7853187" y="1244179"/>
              <a:ext cx="0" cy="5484214"/>
            </a:xfrm>
            <a:custGeom>
              <a:avLst/>
              <a:gdLst/>
              <a:ahLst/>
              <a:cxnLst/>
              <a:rect l="0" t="0" r="0" b="0"/>
              <a:pathLst>
                <a:path h="3824476">
                  <a:moveTo>
                    <a:pt x="0" y="382447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cxnSp>
          <p:nvCxnSpPr>
            <p:cNvPr id="3270" name="Straight Connector 3269">
              <a:extLst>
                <a:ext uri="{FF2B5EF4-FFF2-40B4-BE49-F238E27FC236}">
                  <a16:creationId xmlns:a16="http://schemas.microsoft.com/office/drawing/2014/main" id="{98B614C4-369C-02AE-6670-A4850D26D588}"/>
                </a:ext>
              </a:extLst>
            </p:cNvPr>
            <p:cNvCxnSpPr>
              <a:cxnSpLocks/>
            </p:cNvCxnSpPr>
            <p:nvPr/>
          </p:nvCxnSpPr>
          <p:spPr>
            <a:xfrm>
              <a:off x="7856531" y="1275529"/>
              <a:ext cx="1234440" cy="37794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65" name="pl68">
              <a:extLst>
                <a:ext uri="{FF2B5EF4-FFF2-40B4-BE49-F238E27FC236}">
                  <a16:creationId xmlns:a16="http://schemas.microsoft.com/office/drawing/2014/main" id="{3E4311B5-6A28-4F26-B211-C617F6F18CE1}"/>
                </a:ext>
              </a:extLst>
            </p:cNvPr>
            <p:cNvSpPr/>
            <p:nvPr/>
          </p:nvSpPr>
          <p:spPr>
            <a:xfrm>
              <a:off x="1735851" y="1244179"/>
              <a:ext cx="6120680" cy="0"/>
            </a:xfrm>
            <a:custGeom>
              <a:avLst/>
              <a:gdLst/>
              <a:ahLst/>
              <a:cxnLst/>
              <a:rect l="0" t="0" r="0" b="0"/>
              <a:pathLst>
                <a:path w="3917565">
                  <a:moveTo>
                    <a:pt x="0" y="0"/>
                  </a:moveTo>
                  <a:lnTo>
                    <a:pt x="391756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5" name="rc15">
              <a:extLst>
                <a:ext uri="{FF2B5EF4-FFF2-40B4-BE49-F238E27FC236}">
                  <a16:creationId xmlns:a16="http://schemas.microsoft.com/office/drawing/2014/main" id="{AF6E1B18-4633-6AA1-8C02-35B1930974F6}"/>
                </a:ext>
              </a:extLst>
            </p:cNvPr>
            <p:cNvSpPr/>
            <p:nvPr/>
          </p:nvSpPr>
          <p:spPr>
            <a:xfrm>
              <a:off x="3266536" y="4929891"/>
              <a:ext cx="384048" cy="350321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3" name="rc13">
              <a:extLst>
                <a:ext uri="{FF2B5EF4-FFF2-40B4-BE49-F238E27FC236}">
                  <a16:creationId xmlns:a16="http://schemas.microsoft.com/office/drawing/2014/main" id="{436A395E-717B-D699-F235-13D6603E437D}"/>
                </a:ext>
              </a:extLst>
            </p:cNvPr>
            <p:cNvSpPr/>
            <p:nvPr/>
          </p:nvSpPr>
          <p:spPr>
            <a:xfrm>
              <a:off x="2720083" y="4980345"/>
              <a:ext cx="384048" cy="350321"/>
            </a:xfrm>
            <a:prstGeom prst="rect">
              <a:avLst/>
            </a:prstGeom>
            <a:solidFill>
              <a:srgbClr val="FFA5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6" name="pl36">
              <a:extLst>
                <a:ext uri="{FF2B5EF4-FFF2-40B4-BE49-F238E27FC236}">
                  <a16:creationId xmlns:a16="http://schemas.microsoft.com/office/drawing/2014/main" id="{9B9FE559-8B65-8E1E-3AA9-92220B3A2C7C}"/>
                </a:ext>
              </a:extLst>
            </p:cNvPr>
            <p:cNvSpPr/>
            <p:nvPr/>
          </p:nvSpPr>
          <p:spPr>
            <a:xfrm>
              <a:off x="2899690" y="5149854"/>
              <a:ext cx="304064" cy="876493"/>
            </a:xfrm>
            <a:custGeom>
              <a:avLst/>
              <a:gdLst/>
              <a:ahLst/>
              <a:cxnLst/>
              <a:rect l="0" t="0" r="0" b="0"/>
              <a:pathLst>
                <a:path w="114587" h="656102">
                  <a:moveTo>
                    <a:pt x="114587" y="6561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5" name="pl25">
              <a:extLst>
                <a:ext uri="{FF2B5EF4-FFF2-40B4-BE49-F238E27FC236}">
                  <a16:creationId xmlns:a16="http://schemas.microsoft.com/office/drawing/2014/main" id="{D1645B75-C20F-3A6B-51D0-A89C935B4368}"/>
                </a:ext>
              </a:extLst>
            </p:cNvPr>
            <p:cNvSpPr/>
            <p:nvPr/>
          </p:nvSpPr>
          <p:spPr>
            <a:xfrm>
              <a:off x="3555185" y="5021146"/>
              <a:ext cx="463593" cy="41704"/>
            </a:xfrm>
            <a:custGeom>
              <a:avLst/>
              <a:gdLst/>
              <a:ahLst/>
              <a:cxnLst/>
              <a:rect l="0" t="0" r="0" b="0"/>
              <a:pathLst>
                <a:path w="409282" h="1">
                  <a:moveTo>
                    <a:pt x="409282" y="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23" name="pg23">
              <a:extLst>
                <a:ext uri="{FF2B5EF4-FFF2-40B4-BE49-F238E27FC236}">
                  <a16:creationId xmlns:a16="http://schemas.microsoft.com/office/drawing/2014/main" id="{8A587D14-55F0-1E10-5A36-7AC4BBE72D10}"/>
                </a:ext>
              </a:extLst>
            </p:cNvPr>
            <p:cNvSpPr/>
            <p:nvPr/>
          </p:nvSpPr>
          <p:spPr>
            <a:xfrm>
              <a:off x="3034303" y="4861012"/>
              <a:ext cx="438912" cy="367003"/>
            </a:xfrm>
            <a:custGeom>
              <a:avLst/>
              <a:gdLst/>
              <a:ahLst/>
              <a:cxnLst/>
              <a:rect l="0" t="0" r="0" b="0"/>
              <a:pathLst>
                <a:path w="194617" h="168543">
                  <a:moveTo>
                    <a:pt x="97308" y="0"/>
                  </a:moveTo>
                  <a:lnTo>
                    <a:pt x="194617" y="168543"/>
                  </a:lnTo>
                  <a:lnTo>
                    <a:pt x="0" y="168543"/>
                  </a:lnTo>
                  <a:close/>
                </a:path>
              </a:pathLst>
            </a:custGeom>
            <a:solidFill>
              <a:srgbClr val="1D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1" name="pl31">
              <a:extLst>
                <a:ext uri="{FF2B5EF4-FFF2-40B4-BE49-F238E27FC236}">
                  <a16:creationId xmlns:a16="http://schemas.microsoft.com/office/drawing/2014/main" id="{8AAE1A39-C4DB-E30C-8433-9A7BE99FBB6C}"/>
                </a:ext>
              </a:extLst>
            </p:cNvPr>
            <p:cNvSpPr/>
            <p:nvPr/>
          </p:nvSpPr>
          <p:spPr>
            <a:xfrm>
              <a:off x="2971153" y="4449833"/>
              <a:ext cx="285699" cy="632117"/>
            </a:xfrm>
            <a:custGeom>
              <a:avLst/>
              <a:gdLst/>
              <a:ahLst/>
              <a:cxnLst/>
              <a:rect l="0" t="0" r="0" b="0"/>
              <a:pathLst>
                <a:path w="127767" h="137046">
                  <a:moveTo>
                    <a:pt x="0" y="0"/>
                  </a:moveTo>
                  <a:lnTo>
                    <a:pt x="127767" y="13704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grpSp>
          <p:nvGrpSpPr>
            <p:cNvPr id="3274" name="Group 3273">
              <a:extLst>
                <a:ext uri="{FF2B5EF4-FFF2-40B4-BE49-F238E27FC236}">
                  <a16:creationId xmlns:a16="http://schemas.microsoft.com/office/drawing/2014/main" id="{2B0C571F-2551-652C-F0F0-4ABDCDBD13F0}"/>
                </a:ext>
              </a:extLst>
            </p:cNvPr>
            <p:cNvGrpSpPr/>
            <p:nvPr/>
          </p:nvGrpSpPr>
          <p:grpSpPr>
            <a:xfrm>
              <a:off x="4023059" y="4849682"/>
              <a:ext cx="1633666" cy="519589"/>
              <a:chOff x="5243737" y="7102042"/>
              <a:chExt cx="1633666" cy="569611"/>
            </a:xfrm>
          </p:grpSpPr>
          <p:sp>
            <p:nvSpPr>
              <p:cNvPr id="3273" name="pg1554">
                <a:extLst>
                  <a:ext uri="{FF2B5EF4-FFF2-40B4-BE49-F238E27FC236}">
                    <a16:creationId xmlns:a16="http://schemas.microsoft.com/office/drawing/2014/main" id="{D812B14C-6A6A-BB5E-0D9D-58D7ABCD1240}"/>
                  </a:ext>
                </a:extLst>
              </p:cNvPr>
              <p:cNvSpPr/>
              <p:nvPr/>
            </p:nvSpPr>
            <p:spPr>
              <a:xfrm>
                <a:off x="5243737" y="7102042"/>
                <a:ext cx="1633666" cy="569611"/>
              </a:xfrm>
              <a:custGeom>
                <a:avLst/>
                <a:gdLst/>
                <a:ahLst/>
                <a:cxnLst/>
                <a:rect l="0" t="0" r="0" b="0"/>
                <a:pathLst>
                  <a:path w="550468" h="191932">
                    <a:moveTo>
                      <a:pt x="27431" y="191932"/>
                    </a:moveTo>
                    <a:lnTo>
                      <a:pt x="523036" y="191932"/>
                    </a:lnTo>
                    <a:lnTo>
                      <a:pt x="521932" y="191910"/>
                    </a:lnTo>
                    <a:lnTo>
                      <a:pt x="526343" y="191732"/>
                    </a:lnTo>
                    <a:lnTo>
                      <a:pt x="530668" y="190849"/>
                    </a:lnTo>
                    <a:lnTo>
                      <a:pt x="534796" y="189284"/>
                    </a:lnTo>
                    <a:lnTo>
                      <a:pt x="538619" y="187076"/>
                    </a:lnTo>
                    <a:lnTo>
                      <a:pt x="542039" y="184284"/>
                    </a:lnTo>
                    <a:lnTo>
                      <a:pt x="544967" y="180980"/>
                    </a:lnTo>
                    <a:lnTo>
                      <a:pt x="547326" y="177248"/>
                    </a:lnTo>
                    <a:lnTo>
                      <a:pt x="549057" y="173187"/>
                    </a:lnTo>
                    <a:lnTo>
                      <a:pt x="550113" y="168900"/>
                    </a:lnTo>
                    <a:lnTo>
                      <a:pt x="550468" y="164500"/>
                    </a:lnTo>
                    <a:lnTo>
                      <a:pt x="550468" y="27432"/>
                    </a:lnTo>
                    <a:lnTo>
                      <a:pt x="550113" y="23031"/>
                    </a:lnTo>
                    <a:lnTo>
                      <a:pt x="549057" y="18745"/>
                    </a:lnTo>
                    <a:lnTo>
                      <a:pt x="547326" y="14683"/>
                    </a:lnTo>
                    <a:lnTo>
                      <a:pt x="544967" y="10952"/>
                    </a:lnTo>
                    <a:lnTo>
                      <a:pt x="542039" y="7647"/>
                    </a:lnTo>
                    <a:lnTo>
                      <a:pt x="538619" y="4855"/>
                    </a:lnTo>
                    <a:lnTo>
                      <a:pt x="534796" y="2648"/>
                    </a:lnTo>
                    <a:lnTo>
                      <a:pt x="530668" y="1083"/>
                    </a:lnTo>
                    <a:lnTo>
                      <a:pt x="526343" y="200"/>
                    </a:lnTo>
                    <a:lnTo>
                      <a:pt x="523036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5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2"/>
                    </a:lnTo>
                    <a:lnTo>
                      <a:pt x="0" y="164500"/>
                    </a:lnTo>
                    <a:lnTo>
                      <a:pt x="88" y="162293"/>
                    </a:lnTo>
                    <a:lnTo>
                      <a:pt x="88" y="166707"/>
                    </a:lnTo>
                    <a:lnTo>
                      <a:pt x="797" y="171065"/>
                    </a:lnTo>
                    <a:lnTo>
                      <a:pt x="2195" y="175252"/>
                    </a:lnTo>
                    <a:lnTo>
                      <a:pt x="4246" y="179162"/>
                    </a:lnTo>
                    <a:lnTo>
                      <a:pt x="6898" y="182691"/>
                    </a:lnTo>
                    <a:lnTo>
                      <a:pt x="10082" y="185749"/>
                    </a:lnTo>
                    <a:lnTo>
                      <a:pt x="13715" y="188257"/>
                    </a:lnTo>
                    <a:lnTo>
                      <a:pt x="17704" y="190149"/>
                    </a:lnTo>
                    <a:lnTo>
                      <a:pt x="21944" y="191378"/>
                    </a:lnTo>
                    <a:lnTo>
                      <a:pt x="26327" y="191910"/>
                    </a:lnTo>
                    <a:close/>
                  </a:path>
                </a:pathLst>
              </a:custGeom>
              <a:solidFill>
                <a:schemeClr val="bg1"/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5442"/>
              </a:p>
            </p:txBody>
          </p:sp>
          <p:sp>
            <p:nvSpPr>
              <p:cNvPr id="29" name="tx29">
                <a:extLst>
                  <a:ext uri="{FF2B5EF4-FFF2-40B4-BE49-F238E27FC236}">
                    <a16:creationId xmlns:a16="http://schemas.microsoft.com/office/drawing/2014/main" id="{B9677A40-528D-AF94-5234-7953B2000132}"/>
                  </a:ext>
                </a:extLst>
              </p:cNvPr>
              <p:cNvSpPr/>
              <p:nvPr/>
            </p:nvSpPr>
            <p:spPr>
              <a:xfrm>
                <a:off x="5592265" y="7346564"/>
                <a:ext cx="936609" cy="15700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1655"/>
                  </a:lnSpc>
                </a:pPr>
                <a:r>
                  <a:rPr sz="24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S2-DEBY</a:t>
                </a:r>
              </a:p>
            </p:txBody>
          </p:sp>
        </p:grpSp>
        <p:grpSp>
          <p:nvGrpSpPr>
            <p:cNvPr id="3275" name="Group 3274">
              <a:extLst>
                <a:ext uri="{FF2B5EF4-FFF2-40B4-BE49-F238E27FC236}">
                  <a16:creationId xmlns:a16="http://schemas.microsoft.com/office/drawing/2014/main" id="{B029ED20-002A-6B82-ECFD-01D0B114C638}"/>
                </a:ext>
              </a:extLst>
            </p:cNvPr>
            <p:cNvGrpSpPr/>
            <p:nvPr/>
          </p:nvGrpSpPr>
          <p:grpSpPr>
            <a:xfrm>
              <a:off x="3077385" y="6017644"/>
              <a:ext cx="1633666" cy="519589"/>
              <a:chOff x="5243737" y="7102042"/>
              <a:chExt cx="1633666" cy="569611"/>
            </a:xfrm>
          </p:grpSpPr>
          <p:sp>
            <p:nvSpPr>
              <p:cNvPr id="3276" name="pg1554">
                <a:extLst>
                  <a:ext uri="{FF2B5EF4-FFF2-40B4-BE49-F238E27FC236}">
                    <a16:creationId xmlns:a16="http://schemas.microsoft.com/office/drawing/2014/main" id="{44C68F52-659F-A495-AC9C-980D9ED4A8B6}"/>
                  </a:ext>
                </a:extLst>
              </p:cNvPr>
              <p:cNvSpPr/>
              <p:nvPr/>
            </p:nvSpPr>
            <p:spPr>
              <a:xfrm>
                <a:off x="5243737" y="7102042"/>
                <a:ext cx="1633666" cy="569611"/>
              </a:xfrm>
              <a:custGeom>
                <a:avLst/>
                <a:gdLst/>
                <a:ahLst/>
                <a:cxnLst/>
                <a:rect l="0" t="0" r="0" b="0"/>
                <a:pathLst>
                  <a:path w="550468" h="191932">
                    <a:moveTo>
                      <a:pt x="27431" y="191932"/>
                    </a:moveTo>
                    <a:lnTo>
                      <a:pt x="523036" y="191932"/>
                    </a:lnTo>
                    <a:lnTo>
                      <a:pt x="521932" y="191910"/>
                    </a:lnTo>
                    <a:lnTo>
                      <a:pt x="526343" y="191732"/>
                    </a:lnTo>
                    <a:lnTo>
                      <a:pt x="530668" y="190849"/>
                    </a:lnTo>
                    <a:lnTo>
                      <a:pt x="534796" y="189284"/>
                    </a:lnTo>
                    <a:lnTo>
                      <a:pt x="538619" y="187076"/>
                    </a:lnTo>
                    <a:lnTo>
                      <a:pt x="542039" y="184284"/>
                    </a:lnTo>
                    <a:lnTo>
                      <a:pt x="544967" y="180980"/>
                    </a:lnTo>
                    <a:lnTo>
                      <a:pt x="547326" y="177248"/>
                    </a:lnTo>
                    <a:lnTo>
                      <a:pt x="549057" y="173187"/>
                    </a:lnTo>
                    <a:lnTo>
                      <a:pt x="550113" y="168900"/>
                    </a:lnTo>
                    <a:lnTo>
                      <a:pt x="550468" y="164500"/>
                    </a:lnTo>
                    <a:lnTo>
                      <a:pt x="550468" y="27432"/>
                    </a:lnTo>
                    <a:lnTo>
                      <a:pt x="550113" y="23031"/>
                    </a:lnTo>
                    <a:lnTo>
                      <a:pt x="549057" y="18745"/>
                    </a:lnTo>
                    <a:lnTo>
                      <a:pt x="547326" y="14683"/>
                    </a:lnTo>
                    <a:lnTo>
                      <a:pt x="544967" y="10952"/>
                    </a:lnTo>
                    <a:lnTo>
                      <a:pt x="542039" y="7647"/>
                    </a:lnTo>
                    <a:lnTo>
                      <a:pt x="538619" y="4855"/>
                    </a:lnTo>
                    <a:lnTo>
                      <a:pt x="534796" y="2648"/>
                    </a:lnTo>
                    <a:lnTo>
                      <a:pt x="530668" y="1083"/>
                    </a:lnTo>
                    <a:lnTo>
                      <a:pt x="526343" y="200"/>
                    </a:lnTo>
                    <a:lnTo>
                      <a:pt x="523036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5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2"/>
                    </a:lnTo>
                    <a:lnTo>
                      <a:pt x="0" y="164500"/>
                    </a:lnTo>
                    <a:lnTo>
                      <a:pt x="88" y="162293"/>
                    </a:lnTo>
                    <a:lnTo>
                      <a:pt x="88" y="166707"/>
                    </a:lnTo>
                    <a:lnTo>
                      <a:pt x="797" y="171065"/>
                    </a:lnTo>
                    <a:lnTo>
                      <a:pt x="2195" y="175252"/>
                    </a:lnTo>
                    <a:lnTo>
                      <a:pt x="4246" y="179162"/>
                    </a:lnTo>
                    <a:lnTo>
                      <a:pt x="6898" y="182691"/>
                    </a:lnTo>
                    <a:lnTo>
                      <a:pt x="10082" y="185749"/>
                    </a:lnTo>
                    <a:lnTo>
                      <a:pt x="13715" y="188257"/>
                    </a:lnTo>
                    <a:lnTo>
                      <a:pt x="17704" y="190149"/>
                    </a:lnTo>
                    <a:lnTo>
                      <a:pt x="21944" y="191378"/>
                    </a:lnTo>
                    <a:lnTo>
                      <a:pt x="26327" y="191910"/>
                    </a:lnTo>
                    <a:close/>
                  </a:path>
                </a:pathLst>
              </a:custGeom>
              <a:solidFill>
                <a:schemeClr val="bg1"/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5442" dirty="0"/>
              </a:p>
            </p:txBody>
          </p:sp>
          <p:sp>
            <p:nvSpPr>
              <p:cNvPr id="3277" name="tx29">
                <a:extLst>
                  <a:ext uri="{FF2B5EF4-FFF2-40B4-BE49-F238E27FC236}">
                    <a16:creationId xmlns:a16="http://schemas.microsoft.com/office/drawing/2014/main" id="{E5047563-E56E-22D1-4CB2-7D2EC5967464}"/>
                  </a:ext>
                </a:extLst>
              </p:cNvPr>
              <p:cNvSpPr/>
              <p:nvPr/>
            </p:nvSpPr>
            <p:spPr>
              <a:xfrm>
                <a:off x="5592265" y="7346564"/>
                <a:ext cx="936609" cy="15700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1655"/>
                  </a:lnSpc>
                </a:pPr>
                <a:r>
                  <a:rPr lang="en-US" sz="24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W4-VA</a:t>
                </a:r>
                <a:endPara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endParaRPr>
              </a:p>
            </p:txBody>
          </p:sp>
        </p:grpSp>
        <p:grpSp>
          <p:nvGrpSpPr>
            <p:cNvPr id="3278" name="Group 3277">
              <a:extLst>
                <a:ext uri="{FF2B5EF4-FFF2-40B4-BE49-F238E27FC236}">
                  <a16:creationId xmlns:a16="http://schemas.microsoft.com/office/drawing/2014/main" id="{6F7ADA6D-A818-C9A7-CE3F-C05A51AA51AE}"/>
                </a:ext>
              </a:extLst>
            </p:cNvPr>
            <p:cNvGrpSpPr/>
            <p:nvPr/>
          </p:nvGrpSpPr>
          <p:grpSpPr>
            <a:xfrm>
              <a:off x="1825401" y="4288073"/>
              <a:ext cx="1633666" cy="519589"/>
              <a:chOff x="5243737" y="7102042"/>
              <a:chExt cx="1633666" cy="569611"/>
            </a:xfrm>
          </p:grpSpPr>
          <p:sp>
            <p:nvSpPr>
              <p:cNvPr id="3279" name="pg1554">
                <a:extLst>
                  <a:ext uri="{FF2B5EF4-FFF2-40B4-BE49-F238E27FC236}">
                    <a16:creationId xmlns:a16="http://schemas.microsoft.com/office/drawing/2014/main" id="{6481B1D5-05B0-9B89-1FB9-6A4AE7C0334E}"/>
                  </a:ext>
                </a:extLst>
              </p:cNvPr>
              <p:cNvSpPr/>
              <p:nvPr/>
            </p:nvSpPr>
            <p:spPr>
              <a:xfrm>
                <a:off x="5243737" y="7102042"/>
                <a:ext cx="1633666" cy="569611"/>
              </a:xfrm>
              <a:custGeom>
                <a:avLst/>
                <a:gdLst/>
                <a:ahLst/>
                <a:cxnLst/>
                <a:rect l="0" t="0" r="0" b="0"/>
                <a:pathLst>
                  <a:path w="550468" h="191932">
                    <a:moveTo>
                      <a:pt x="27431" y="191932"/>
                    </a:moveTo>
                    <a:lnTo>
                      <a:pt x="523036" y="191932"/>
                    </a:lnTo>
                    <a:lnTo>
                      <a:pt x="521932" y="191910"/>
                    </a:lnTo>
                    <a:lnTo>
                      <a:pt x="526343" y="191732"/>
                    </a:lnTo>
                    <a:lnTo>
                      <a:pt x="530668" y="190849"/>
                    </a:lnTo>
                    <a:lnTo>
                      <a:pt x="534796" y="189284"/>
                    </a:lnTo>
                    <a:lnTo>
                      <a:pt x="538619" y="187076"/>
                    </a:lnTo>
                    <a:lnTo>
                      <a:pt x="542039" y="184284"/>
                    </a:lnTo>
                    <a:lnTo>
                      <a:pt x="544967" y="180980"/>
                    </a:lnTo>
                    <a:lnTo>
                      <a:pt x="547326" y="177248"/>
                    </a:lnTo>
                    <a:lnTo>
                      <a:pt x="549057" y="173187"/>
                    </a:lnTo>
                    <a:lnTo>
                      <a:pt x="550113" y="168900"/>
                    </a:lnTo>
                    <a:lnTo>
                      <a:pt x="550468" y="164500"/>
                    </a:lnTo>
                    <a:lnTo>
                      <a:pt x="550468" y="27432"/>
                    </a:lnTo>
                    <a:lnTo>
                      <a:pt x="550113" y="23031"/>
                    </a:lnTo>
                    <a:lnTo>
                      <a:pt x="549057" y="18745"/>
                    </a:lnTo>
                    <a:lnTo>
                      <a:pt x="547326" y="14683"/>
                    </a:lnTo>
                    <a:lnTo>
                      <a:pt x="544967" y="10952"/>
                    </a:lnTo>
                    <a:lnTo>
                      <a:pt x="542039" y="7647"/>
                    </a:lnTo>
                    <a:lnTo>
                      <a:pt x="538619" y="4855"/>
                    </a:lnTo>
                    <a:lnTo>
                      <a:pt x="534796" y="2648"/>
                    </a:lnTo>
                    <a:lnTo>
                      <a:pt x="530668" y="1083"/>
                    </a:lnTo>
                    <a:lnTo>
                      <a:pt x="526343" y="200"/>
                    </a:lnTo>
                    <a:lnTo>
                      <a:pt x="523036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5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2"/>
                    </a:lnTo>
                    <a:lnTo>
                      <a:pt x="0" y="164500"/>
                    </a:lnTo>
                    <a:lnTo>
                      <a:pt x="88" y="162293"/>
                    </a:lnTo>
                    <a:lnTo>
                      <a:pt x="88" y="166707"/>
                    </a:lnTo>
                    <a:lnTo>
                      <a:pt x="797" y="171065"/>
                    </a:lnTo>
                    <a:lnTo>
                      <a:pt x="2195" y="175252"/>
                    </a:lnTo>
                    <a:lnTo>
                      <a:pt x="4246" y="179162"/>
                    </a:lnTo>
                    <a:lnTo>
                      <a:pt x="6898" y="182691"/>
                    </a:lnTo>
                    <a:lnTo>
                      <a:pt x="10082" y="185749"/>
                    </a:lnTo>
                    <a:lnTo>
                      <a:pt x="13715" y="188257"/>
                    </a:lnTo>
                    <a:lnTo>
                      <a:pt x="17704" y="190149"/>
                    </a:lnTo>
                    <a:lnTo>
                      <a:pt x="21944" y="191378"/>
                    </a:lnTo>
                    <a:lnTo>
                      <a:pt x="26327" y="191910"/>
                    </a:lnTo>
                    <a:close/>
                  </a:path>
                </a:pathLst>
              </a:custGeom>
              <a:solidFill>
                <a:srgbClr val="1C90FF"/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5442"/>
              </a:p>
            </p:txBody>
          </p:sp>
          <p:sp>
            <p:nvSpPr>
              <p:cNvPr id="3280" name="tx29">
                <a:extLst>
                  <a:ext uri="{FF2B5EF4-FFF2-40B4-BE49-F238E27FC236}">
                    <a16:creationId xmlns:a16="http://schemas.microsoft.com/office/drawing/2014/main" id="{0E0B3663-2801-3138-A545-2ABA7D3B9EBE}"/>
                  </a:ext>
                </a:extLst>
              </p:cNvPr>
              <p:cNvSpPr/>
              <p:nvPr/>
            </p:nvSpPr>
            <p:spPr>
              <a:xfrm>
                <a:off x="5592265" y="7416973"/>
                <a:ext cx="936609" cy="15700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1655"/>
                  </a:lnSpc>
                </a:pPr>
                <a:r>
                  <a:rPr lang="en-US" sz="2400" dirty="0">
                    <a:solidFill>
                      <a:schemeClr val="bg1"/>
                    </a:solidFill>
                    <a:latin typeface="Helvetica"/>
                    <a:cs typeface="Helvetica"/>
                  </a:rPr>
                  <a:t>York River</a:t>
                </a:r>
                <a:endParaRPr sz="2400" dirty="0">
                  <a:solidFill>
                    <a:schemeClr val="bg1"/>
                  </a:solidFill>
                  <a:latin typeface="Helvetica"/>
                  <a:cs typeface="Helvetica"/>
                </a:endParaRPr>
              </a:p>
            </p:txBody>
          </p:sp>
        </p:grpSp>
        <p:grpSp>
          <p:nvGrpSpPr>
            <p:cNvPr id="3281" name="Group 3280">
              <a:extLst>
                <a:ext uri="{FF2B5EF4-FFF2-40B4-BE49-F238E27FC236}">
                  <a16:creationId xmlns:a16="http://schemas.microsoft.com/office/drawing/2014/main" id="{372DA232-E5B8-2FEC-12C7-085F87BD6F03}"/>
                </a:ext>
              </a:extLst>
            </p:cNvPr>
            <p:cNvGrpSpPr/>
            <p:nvPr/>
          </p:nvGrpSpPr>
          <p:grpSpPr>
            <a:xfrm>
              <a:off x="1969020" y="2721213"/>
              <a:ext cx="1633666" cy="519589"/>
              <a:chOff x="5243737" y="7102042"/>
              <a:chExt cx="1633666" cy="569611"/>
            </a:xfrm>
          </p:grpSpPr>
          <p:sp>
            <p:nvSpPr>
              <p:cNvPr id="3282" name="pg1554">
                <a:extLst>
                  <a:ext uri="{FF2B5EF4-FFF2-40B4-BE49-F238E27FC236}">
                    <a16:creationId xmlns:a16="http://schemas.microsoft.com/office/drawing/2014/main" id="{7180234D-8BFA-0FF3-0BED-7FD05BDD75A5}"/>
                  </a:ext>
                </a:extLst>
              </p:cNvPr>
              <p:cNvSpPr/>
              <p:nvPr/>
            </p:nvSpPr>
            <p:spPr>
              <a:xfrm>
                <a:off x="5243737" y="7102042"/>
                <a:ext cx="1633666" cy="569611"/>
              </a:xfrm>
              <a:custGeom>
                <a:avLst/>
                <a:gdLst/>
                <a:ahLst/>
                <a:cxnLst/>
                <a:rect l="0" t="0" r="0" b="0"/>
                <a:pathLst>
                  <a:path w="550468" h="191932">
                    <a:moveTo>
                      <a:pt x="27431" y="191932"/>
                    </a:moveTo>
                    <a:lnTo>
                      <a:pt x="523036" y="191932"/>
                    </a:lnTo>
                    <a:lnTo>
                      <a:pt x="521932" y="191910"/>
                    </a:lnTo>
                    <a:lnTo>
                      <a:pt x="526343" y="191732"/>
                    </a:lnTo>
                    <a:lnTo>
                      <a:pt x="530668" y="190849"/>
                    </a:lnTo>
                    <a:lnTo>
                      <a:pt x="534796" y="189284"/>
                    </a:lnTo>
                    <a:lnTo>
                      <a:pt x="538619" y="187076"/>
                    </a:lnTo>
                    <a:lnTo>
                      <a:pt x="542039" y="184284"/>
                    </a:lnTo>
                    <a:lnTo>
                      <a:pt x="544967" y="180980"/>
                    </a:lnTo>
                    <a:lnTo>
                      <a:pt x="547326" y="177248"/>
                    </a:lnTo>
                    <a:lnTo>
                      <a:pt x="549057" y="173187"/>
                    </a:lnTo>
                    <a:lnTo>
                      <a:pt x="550113" y="168900"/>
                    </a:lnTo>
                    <a:lnTo>
                      <a:pt x="550468" y="164500"/>
                    </a:lnTo>
                    <a:lnTo>
                      <a:pt x="550468" y="27432"/>
                    </a:lnTo>
                    <a:lnTo>
                      <a:pt x="550113" y="23031"/>
                    </a:lnTo>
                    <a:lnTo>
                      <a:pt x="549057" y="18745"/>
                    </a:lnTo>
                    <a:lnTo>
                      <a:pt x="547326" y="14683"/>
                    </a:lnTo>
                    <a:lnTo>
                      <a:pt x="544967" y="10952"/>
                    </a:lnTo>
                    <a:lnTo>
                      <a:pt x="542039" y="7647"/>
                    </a:lnTo>
                    <a:lnTo>
                      <a:pt x="538619" y="4855"/>
                    </a:lnTo>
                    <a:lnTo>
                      <a:pt x="534796" y="2648"/>
                    </a:lnTo>
                    <a:lnTo>
                      <a:pt x="530668" y="1083"/>
                    </a:lnTo>
                    <a:lnTo>
                      <a:pt x="526343" y="200"/>
                    </a:lnTo>
                    <a:lnTo>
                      <a:pt x="523036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5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2"/>
                    </a:lnTo>
                    <a:lnTo>
                      <a:pt x="0" y="164500"/>
                    </a:lnTo>
                    <a:lnTo>
                      <a:pt x="88" y="162293"/>
                    </a:lnTo>
                    <a:lnTo>
                      <a:pt x="88" y="166707"/>
                    </a:lnTo>
                    <a:lnTo>
                      <a:pt x="797" y="171065"/>
                    </a:lnTo>
                    <a:lnTo>
                      <a:pt x="2195" y="175252"/>
                    </a:lnTo>
                    <a:lnTo>
                      <a:pt x="4246" y="179162"/>
                    </a:lnTo>
                    <a:lnTo>
                      <a:pt x="6898" y="182691"/>
                    </a:lnTo>
                    <a:lnTo>
                      <a:pt x="10082" y="185749"/>
                    </a:lnTo>
                    <a:lnTo>
                      <a:pt x="13715" y="188257"/>
                    </a:lnTo>
                    <a:lnTo>
                      <a:pt x="17704" y="190149"/>
                    </a:lnTo>
                    <a:lnTo>
                      <a:pt x="21944" y="191378"/>
                    </a:lnTo>
                    <a:lnTo>
                      <a:pt x="26327" y="191910"/>
                    </a:lnTo>
                    <a:close/>
                  </a:path>
                </a:pathLst>
              </a:custGeom>
              <a:solidFill>
                <a:srgbClr val="00FA9A"/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5442"/>
              </a:p>
            </p:txBody>
          </p:sp>
          <p:sp>
            <p:nvSpPr>
              <p:cNvPr id="3283" name="tx29">
                <a:extLst>
                  <a:ext uri="{FF2B5EF4-FFF2-40B4-BE49-F238E27FC236}">
                    <a16:creationId xmlns:a16="http://schemas.microsoft.com/office/drawing/2014/main" id="{513C4862-B75A-A83B-47CF-2B317B4E3E08}"/>
                  </a:ext>
                </a:extLst>
              </p:cNvPr>
              <p:cNvSpPr/>
              <p:nvPr/>
            </p:nvSpPr>
            <p:spPr>
              <a:xfrm>
                <a:off x="5592265" y="7378819"/>
                <a:ext cx="936609" cy="15700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1655"/>
                  </a:lnSpc>
                </a:pPr>
                <a:r>
                  <a:rPr lang="en-US" sz="24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Lewisetta</a:t>
                </a:r>
                <a:endPara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endParaRPr>
              </a:p>
            </p:txBody>
          </p:sp>
        </p:grpSp>
        <p:grpSp>
          <p:nvGrpSpPr>
            <p:cNvPr id="3284" name="Group 3283">
              <a:extLst>
                <a:ext uri="{FF2B5EF4-FFF2-40B4-BE49-F238E27FC236}">
                  <a16:creationId xmlns:a16="http://schemas.microsoft.com/office/drawing/2014/main" id="{4A33CCBA-063E-ED06-0C50-B455A84CC309}"/>
                </a:ext>
              </a:extLst>
            </p:cNvPr>
            <p:cNvGrpSpPr/>
            <p:nvPr/>
          </p:nvGrpSpPr>
          <p:grpSpPr>
            <a:xfrm>
              <a:off x="4085256" y="3624066"/>
              <a:ext cx="1633666" cy="519589"/>
              <a:chOff x="5243737" y="7102042"/>
              <a:chExt cx="1633666" cy="569611"/>
            </a:xfrm>
          </p:grpSpPr>
          <p:sp>
            <p:nvSpPr>
              <p:cNvPr id="3285" name="pg1554">
                <a:extLst>
                  <a:ext uri="{FF2B5EF4-FFF2-40B4-BE49-F238E27FC236}">
                    <a16:creationId xmlns:a16="http://schemas.microsoft.com/office/drawing/2014/main" id="{29516AA9-7828-E71F-DB84-7747C0E21C00}"/>
                  </a:ext>
                </a:extLst>
              </p:cNvPr>
              <p:cNvSpPr/>
              <p:nvPr/>
            </p:nvSpPr>
            <p:spPr>
              <a:xfrm>
                <a:off x="5243737" y="7102042"/>
                <a:ext cx="1633666" cy="569611"/>
              </a:xfrm>
              <a:custGeom>
                <a:avLst/>
                <a:gdLst/>
                <a:ahLst/>
                <a:cxnLst/>
                <a:rect l="0" t="0" r="0" b="0"/>
                <a:pathLst>
                  <a:path w="550468" h="191932">
                    <a:moveTo>
                      <a:pt x="27431" y="191932"/>
                    </a:moveTo>
                    <a:lnTo>
                      <a:pt x="523036" y="191932"/>
                    </a:lnTo>
                    <a:lnTo>
                      <a:pt x="521932" y="191910"/>
                    </a:lnTo>
                    <a:lnTo>
                      <a:pt x="526343" y="191732"/>
                    </a:lnTo>
                    <a:lnTo>
                      <a:pt x="530668" y="190849"/>
                    </a:lnTo>
                    <a:lnTo>
                      <a:pt x="534796" y="189284"/>
                    </a:lnTo>
                    <a:lnTo>
                      <a:pt x="538619" y="187076"/>
                    </a:lnTo>
                    <a:lnTo>
                      <a:pt x="542039" y="184284"/>
                    </a:lnTo>
                    <a:lnTo>
                      <a:pt x="544967" y="180980"/>
                    </a:lnTo>
                    <a:lnTo>
                      <a:pt x="547326" y="177248"/>
                    </a:lnTo>
                    <a:lnTo>
                      <a:pt x="549057" y="173187"/>
                    </a:lnTo>
                    <a:lnTo>
                      <a:pt x="550113" y="168900"/>
                    </a:lnTo>
                    <a:lnTo>
                      <a:pt x="550468" y="164500"/>
                    </a:lnTo>
                    <a:lnTo>
                      <a:pt x="550468" y="27432"/>
                    </a:lnTo>
                    <a:lnTo>
                      <a:pt x="550113" y="23031"/>
                    </a:lnTo>
                    <a:lnTo>
                      <a:pt x="549057" y="18745"/>
                    </a:lnTo>
                    <a:lnTo>
                      <a:pt x="547326" y="14683"/>
                    </a:lnTo>
                    <a:lnTo>
                      <a:pt x="544967" y="10952"/>
                    </a:lnTo>
                    <a:lnTo>
                      <a:pt x="542039" y="7647"/>
                    </a:lnTo>
                    <a:lnTo>
                      <a:pt x="538619" y="4855"/>
                    </a:lnTo>
                    <a:lnTo>
                      <a:pt x="534796" y="2648"/>
                    </a:lnTo>
                    <a:lnTo>
                      <a:pt x="530668" y="1083"/>
                    </a:lnTo>
                    <a:lnTo>
                      <a:pt x="526343" y="200"/>
                    </a:lnTo>
                    <a:lnTo>
                      <a:pt x="523036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5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2"/>
                    </a:lnTo>
                    <a:lnTo>
                      <a:pt x="0" y="164500"/>
                    </a:lnTo>
                    <a:lnTo>
                      <a:pt x="88" y="162293"/>
                    </a:lnTo>
                    <a:lnTo>
                      <a:pt x="88" y="166707"/>
                    </a:lnTo>
                    <a:lnTo>
                      <a:pt x="797" y="171065"/>
                    </a:lnTo>
                    <a:lnTo>
                      <a:pt x="2195" y="175252"/>
                    </a:lnTo>
                    <a:lnTo>
                      <a:pt x="4246" y="179162"/>
                    </a:lnTo>
                    <a:lnTo>
                      <a:pt x="6898" y="182691"/>
                    </a:lnTo>
                    <a:lnTo>
                      <a:pt x="10082" y="185749"/>
                    </a:lnTo>
                    <a:lnTo>
                      <a:pt x="13715" y="188257"/>
                    </a:lnTo>
                    <a:lnTo>
                      <a:pt x="17704" y="190149"/>
                    </a:lnTo>
                    <a:lnTo>
                      <a:pt x="21944" y="191378"/>
                    </a:lnTo>
                    <a:lnTo>
                      <a:pt x="26327" y="191910"/>
                    </a:lnTo>
                    <a:close/>
                  </a:path>
                </a:pathLst>
              </a:custGeom>
              <a:solidFill>
                <a:schemeClr val="bg1"/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5442"/>
              </a:p>
            </p:txBody>
          </p:sp>
          <p:sp>
            <p:nvSpPr>
              <p:cNvPr id="3286" name="tx29">
                <a:extLst>
                  <a:ext uri="{FF2B5EF4-FFF2-40B4-BE49-F238E27FC236}">
                    <a16:creationId xmlns:a16="http://schemas.microsoft.com/office/drawing/2014/main" id="{0C66756A-983E-4627-62AE-1D4E00247B03}"/>
                  </a:ext>
                </a:extLst>
              </p:cNvPr>
              <p:cNvSpPr/>
              <p:nvPr/>
            </p:nvSpPr>
            <p:spPr>
              <a:xfrm>
                <a:off x="5592265" y="7346564"/>
                <a:ext cx="936609" cy="15700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1655"/>
                  </a:lnSpc>
                </a:pPr>
                <a:r>
                  <a:rPr sz="24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</a:t>
                </a:r>
                <a:r>
                  <a:rPr lang="en-US" sz="24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1-LOLA</a:t>
                </a:r>
                <a:endPara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endParaRPr>
              </a:p>
            </p:txBody>
          </p:sp>
        </p:grpSp>
        <p:cxnSp>
          <p:nvCxnSpPr>
            <p:cNvPr id="3289" name="Straight Connector 3288">
              <a:extLst>
                <a:ext uri="{FF2B5EF4-FFF2-40B4-BE49-F238E27FC236}">
                  <a16:creationId xmlns:a16="http://schemas.microsoft.com/office/drawing/2014/main" id="{5DD5C691-C14A-A4A8-EB68-5568FC1CB0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187" y="6549047"/>
              <a:ext cx="1237784" cy="17516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x91">
            <a:extLst>
              <a:ext uri="{FF2B5EF4-FFF2-40B4-BE49-F238E27FC236}">
                <a16:creationId xmlns:a16="http://schemas.microsoft.com/office/drawing/2014/main" id="{40CC7C93-D898-0FA6-5C42-A24FA81136E3}"/>
              </a:ext>
            </a:extLst>
          </p:cNvPr>
          <p:cNvSpPr/>
          <p:nvPr/>
        </p:nvSpPr>
        <p:spPr>
          <a:xfrm>
            <a:off x="3397152" y="14672792"/>
            <a:ext cx="4173111" cy="28364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980"/>
              </a:lnSpc>
            </a:pPr>
            <a:r>
              <a:rPr lang="en-US" sz="3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(B) Environmental Distance </a:t>
            </a:r>
          </a:p>
          <a:p>
            <a:pPr>
              <a:lnSpc>
                <a:spcPts val="2980"/>
              </a:lnSpc>
            </a:pPr>
            <a:r>
              <a:rPr lang="en-US" sz="3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     Between </a:t>
            </a:r>
            <a:r>
              <a:rPr sz="3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Common Garden</a:t>
            </a:r>
            <a:endParaRPr lang="en-US" sz="3000" dirty="0">
              <a:solidFill>
                <a:srgbClr val="000000">
                  <a:alpha val="100000"/>
                </a:srgbClr>
              </a:solidFill>
              <a:latin typeface="Helvetica"/>
              <a:cs typeface="Helvetica"/>
            </a:endParaRPr>
          </a:p>
          <a:p>
            <a:pPr>
              <a:lnSpc>
                <a:spcPts val="2980"/>
              </a:lnSpc>
            </a:pPr>
            <a:r>
              <a:rPr lang="en-US" sz="3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     &amp; Experimental Sources</a:t>
            </a:r>
            <a:endParaRPr sz="3000" dirty="0">
              <a:solidFill>
                <a:srgbClr val="000000">
                  <a:alpha val="100000"/>
                </a:srgbClr>
              </a:solidFill>
              <a:latin typeface="Helvetica"/>
              <a:cs typeface="Helvetica"/>
            </a:endParaRPr>
          </a:p>
        </p:txBody>
      </p:sp>
      <p:sp>
        <p:nvSpPr>
          <p:cNvPr id="3290" name="tx66">
            <a:extLst>
              <a:ext uri="{FF2B5EF4-FFF2-40B4-BE49-F238E27FC236}">
                <a16:creationId xmlns:a16="http://schemas.microsoft.com/office/drawing/2014/main" id="{4EDA8549-27C2-C190-6E59-AA14FD8F8D16}"/>
              </a:ext>
            </a:extLst>
          </p:cNvPr>
          <p:cNvSpPr/>
          <p:nvPr/>
        </p:nvSpPr>
        <p:spPr>
          <a:xfrm>
            <a:off x="8178297" y="24097529"/>
            <a:ext cx="502965" cy="12544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Dermo</a:t>
            </a:r>
          </a:p>
        </p:txBody>
      </p:sp>
      <p:sp>
        <p:nvSpPr>
          <p:cNvPr id="3291" name="tx67">
            <a:extLst>
              <a:ext uri="{FF2B5EF4-FFF2-40B4-BE49-F238E27FC236}">
                <a16:creationId xmlns:a16="http://schemas.microsoft.com/office/drawing/2014/main" id="{0DB12ECA-6962-DBD1-AD52-94C9AA9144E9}"/>
              </a:ext>
            </a:extLst>
          </p:cNvPr>
          <p:cNvSpPr/>
          <p:nvPr/>
        </p:nvSpPr>
        <p:spPr>
          <a:xfrm>
            <a:off x="8318059" y="23082147"/>
            <a:ext cx="363200" cy="12544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MSX</a:t>
            </a:r>
          </a:p>
        </p:txBody>
      </p:sp>
      <p:sp>
        <p:nvSpPr>
          <p:cNvPr id="3295" name="tx69">
            <a:extLst>
              <a:ext uri="{FF2B5EF4-FFF2-40B4-BE49-F238E27FC236}">
                <a16:creationId xmlns:a16="http://schemas.microsoft.com/office/drawing/2014/main" id="{7EE03D61-987F-B970-6A40-B2C4C05A01D1}"/>
              </a:ext>
            </a:extLst>
          </p:cNvPr>
          <p:cNvSpPr/>
          <p:nvPr/>
        </p:nvSpPr>
        <p:spPr>
          <a:xfrm rot="18900000">
            <a:off x="9059481" y="25144871"/>
            <a:ext cx="521345" cy="12544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W1-TX</a:t>
            </a:r>
          </a:p>
        </p:txBody>
      </p:sp>
      <p:sp>
        <p:nvSpPr>
          <p:cNvPr id="3296" name="tx70">
            <a:extLst>
              <a:ext uri="{FF2B5EF4-FFF2-40B4-BE49-F238E27FC236}">
                <a16:creationId xmlns:a16="http://schemas.microsoft.com/office/drawing/2014/main" id="{AA4A0DCC-5456-150D-4563-68564CDE2341}"/>
              </a:ext>
            </a:extLst>
          </p:cNvPr>
          <p:cNvSpPr/>
          <p:nvPr/>
        </p:nvSpPr>
        <p:spPr>
          <a:xfrm rot="18900000">
            <a:off x="10039712" y="25141527"/>
            <a:ext cx="512292" cy="12544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W2-LA</a:t>
            </a:r>
          </a:p>
        </p:txBody>
      </p:sp>
      <p:sp>
        <p:nvSpPr>
          <p:cNvPr id="3297" name="tx71">
            <a:extLst>
              <a:ext uri="{FF2B5EF4-FFF2-40B4-BE49-F238E27FC236}">
                <a16:creationId xmlns:a16="http://schemas.microsoft.com/office/drawing/2014/main" id="{87A49FB4-23B2-C63E-5085-BF671B037DF2}"/>
              </a:ext>
            </a:extLst>
          </p:cNvPr>
          <p:cNvSpPr/>
          <p:nvPr/>
        </p:nvSpPr>
        <p:spPr>
          <a:xfrm rot="18900000">
            <a:off x="11020305" y="25138032"/>
            <a:ext cx="502829" cy="12544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W3-FL</a:t>
            </a:r>
          </a:p>
        </p:txBody>
      </p:sp>
      <p:sp>
        <p:nvSpPr>
          <p:cNvPr id="3298" name="tx72">
            <a:extLst>
              <a:ext uri="{FF2B5EF4-FFF2-40B4-BE49-F238E27FC236}">
                <a16:creationId xmlns:a16="http://schemas.microsoft.com/office/drawing/2014/main" id="{14B3F18D-96B5-ED67-094F-DC1EF4FAEFCC}"/>
              </a:ext>
            </a:extLst>
          </p:cNvPr>
          <p:cNvSpPr/>
          <p:nvPr/>
        </p:nvSpPr>
        <p:spPr>
          <a:xfrm rot="18900000">
            <a:off x="11968927" y="25148363"/>
            <a:ext cx="530808" cy="12544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W4-VA</a:t>
            </a:r>
          </a:p>
        </p:txBody>
      </p:sp>
      <p:sp>
        <p:nvSpPr>
          <p:cNvPr id="3299" name="tx73">
            <a:extLst>
              <a:ext uri="{FF2B5EF4-FFF2-40B4-BE49-F238E27FC236}">
                <a16:creationId xmlns:a16="http://schemas.microsoft.com/office/drawing/2014/main" id="{B7A61142-09BC-B5BB-9AA6-102D422630E4}"/>
              </a:ext>
            </a:extLst>
          </p:cNvPr>
          <p:cNvSpPr/>
          <p:nvPr/>
        </p:nvSpPr>
        <p:spPr>
          <a:xfrm rot="18900000">
            <a:off x="12805982" y="25206943"/>
            <a:ext cx="689502" cy="12544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S1-LOLA</a:t>
            </a:r>
          </a:p>
        </p:txBody>
      </p:sp>
      <p:sp>
        <p:nvSpPr>
          <p:cNvPr id="3300" name="tx74">
            <a:extLst>
              <a:ext uri="{FF2B5EF4-FFF2-40B4-BE49-F238E27FC236}">
                <a16:creationId xmlns:a16="http://schemas.microsoft.com/office/drawing/2014/main" id="{28482745-1D85-4664-E064-E1AEC2AA7A38}"/>
              </a:ext>
            </a:extLst>
          </p:cNvPr>
          <p:cNvSpPr/>
          <p:nvPr/>
        </p:nvSpPr>
        <p:spPr>
          <a:xfrm rot="18900000">
            <a:off x="13754849" y="25217170"/>
            <a:ext cx="717209" cy="12544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S2-DEBY</a:t>
            </a:r>
          </a:p>
        </p:txBody>
      </p:sp>
      <p:sp>
        <p:nvSpPr>
          <p:cNvPr id="3301" name="tx75">
            <a:extLst>
              <a:ext uri="{FF2B5EF4-FFF2-40B4-BE49-F238E27FC236}">
                <a16:creationId xmlns:a16="http://schemas.microsoft.com/office/drawing/2014/main" id="{1410157F-693F-D466-552F-0E6E2BD011DC}"/>
              </a:ext>
            </a:extLst>
          </p:cNvPr>
          <p:cNvSpPr/>
          <p:nvPr/>
        </p:nvSpPr>
        <p:spPr>
          <a:xfrm rot="18900000">
            <a:off x="14870770" y="25155146"/>
            <a:ext cx="549188" cy="12544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W5-NH</a:t>
            </a:r>
          </a:p>
        </p:txBody>
      </p:sp>
      <p:sp>
        <p:nvSpPr>
          <p:cNvPr id="3302" name="tx76">
            <a:extLst>
              <a:ext uri="{FF2B5EF4-FFF2-40B4-BE49-F238E27FC236}">
                <a16:creationId xmlns:a16="http://schemas.microsoft.com/office/drawing/2014/main" id="{BD1D7C28-C714-0829-45CC-5CAA4B582361}"/>
              </a:ext>
            </a:extLst>
          </p:cNvPr>
          <p:cNvSpPr/>
          <p:nvPr/>
        </p:nvSpPr>
        <p:spPr>
          <a:xfrm rot="18900000">
            <a:off x="15835206" y="25158641"/>
            <a:ext cx="558653" cy="12544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W6-ME</a:t>
            </a:r>
          </a:p>
        </p:txBody>
      </p:sp>
      <p:sp>
        <p:nvSpPr>
          <p:cNvPr id="3303" name="tx77">
            <a:extLst>
              <a:ext uri="{FF2B5EF4-FFF2-40B4-BE49-F238E27FC236}">
                <a16:creationId xmlns:a16="http://schemas.microsoft.com/office/drawing/2014/main" id="{4A03023C-E7BA-9803-1C73-5FA46C5A45DD}"/>
              </a:ext>
            </a:extLst>
          </p:cNvPr>
          <p:cNvSpPr/>
          <p:nvPr/>
        </p:nvSpPr>
        <p:spPr>
          <a:xfrm rot="18900000">
            <a:off x="17494568" y="25213778"/>
            <a:ext cx="708020" cy="12544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Lewisetta</a:t>
            </a:r>
          </a:p>
        </p:txBody>
      </p:sp>
      <p:sp>
        <p:nvSpPr>
          <p:cNvPr id="3304" name="tx78">
            <a:extLst>
              <a:ext uri="{FF2B5EF4-FFF2-40B4-BE49-F238E27FC236}">
                <a16:creationId xmlns:a16="http://schemas.microsoft.com/office/drawing/2014/main" id="{2D2BC93D-769F-1F7A-A74B-BF3416C65660}"/>
              </a:ext>
            </a:extLst>
          </p:cNvPr>
          <p:cNvSpPr/>
          <p:nvPr/>
        </p:nvSpPr>
        <p:spPr>
          <a:xfrm rot="18900000">
            <a:off x="18403746" y="25241169"/>
            <a:ext cx="782223" cy="12544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York River</a:t>
            </a:r>
          </a:p>
        </p:txBody>
      </p:sp>
      <p:sp>
        <p:nvSpPr>
          <p:cNvPr id="3305" name="rc80">
            <a:extLst>
              <a:ext uri="{FF2B5EF4-FFF2-40B4-BE49-F238E27FC236}">
                <a16:creationId xmlns:a16="http://schemas.microsoft.com/office/drawing/2014/main" id="{91418195-76B5-9E6C-DF74-3FDA469E95C9}"/>
              </a:ext>
            </a:extLst>
          </p:cNvPr>
          <p:cNvSpPr/>
          <p:nvPr/>
        </p:nvSpPr>
        <p:spPr>
          <a:xfrm>
            <a:off x="19967766" y="22254041"/>
            <a:ext cx="1257354" cy="2250796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5442"/>
          </a:p>
        </p:txBody>
      </p:sp>
      <p:sp>
        <p:nvSpPr>
          <p:cNvPr id="3306" name="tx81">
            <a:extLst>
              <a:ext uri="{FF2B5EF4-FFF2-40B4-BE49-F238E27FC236}">
                <a16:creationId xmlns:a16="http://schemas.microsoft.com/office/drawing/2014/main" id="{3E81AF6C-B9D5-A545-6E98-B5A88EAD53D5}"/>
              </a:ext>
            </a:extLst>
          </p:cNvPr>
          <p:cNvSpPr/>
          <p:nvPr/>
        </p:nvSpPr>
        <p:spPr>
          <a:xfrm>
            <a:off x="20316487" y="22203707"/>
            <a:ext cx="1048587" cy="15695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650"/>
              </a:lnSpc>
            </a:pPr>
            <a:r>
              <a:rPr sz="3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Prevalence</a:t>
            </a:r>
          </a:p>
        </p:txBody>
      </p:sp>
      <p:grpSp>
        <p:nvGrpSpPr>
          <p:cNvPr id="3307" name="Group 3306">
            <a:extLst>
              <a:ext uri="{FF2B5EF4-FFF2-40B4-BE49-F238E27FC236}">
                <a16:creationId xmlns:a16="http://schemas.microsoft.com/office/drawing/2014/main" id="{CF94E1B0-52CF-9E57-331E-2A2E9DF7F9BE}"/>
              </a:ext>
            </a:extLst>
          </p:cNvPr>
          <p:cNvGrpSpPr/>
          <p:nvPr/>
        </p:nvGrpSpPr>
        <p:grpSpPr>
          <a:xfrm>
            <a:off x="19928977" y="22628941"/>
            <a:ext cx="401582" cy="2096435"/>
            <a:chOff x="17525528" y="13525686"/>
            <a:chExt cx="329183" cy="1423097"/>
          </a:xfrm>
        </p:grpSpPr>
        <p:pic>
          <p:nvPicPr>
            <p:cNvPr id="3416" name="pic82">
              <a:extLst>
                <a:ext uri="{FF2B5EF4-FFF2-40B4-BE49-F238E27FC236}">
                  <a16:creationId xmlns:a16="http://schemas.microsoft.com/office/drawing/2014/main" id="{52CED616-74C1-629D-4E9F-7EF9F602B05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25528" y="13525686"/>
              <a:ext cx="329183" cy="1423097"/>
            </a:xfrm>
            <a:prstGeom prst="rect">
              <a:avLst/>
            </a:prstGeom>
          </p:spPr>
        </p:pic>
        <p:sp>
          <p:nvSpPr>
            <p:cNvPr id="3417" name="pl83">
              <a:extLst>
                <a:ext uri="{FF2B5EF4-FFF2-40B4-BE49-F238E27FC236}">
                  <a16:creationId xmlns:a16="http://schemas.microsoft.com/office/drawing/2014/main" id="{5DA0C324-332D-35A9-75FC-9460AD7B68C3}"/>
                </a:ext>
              </a:extLst>
            </p:cNvPr>
            <p:cNvSpPr/>
            <p:nvPr/>
          </p:nvSpPr>
          <p:spPr>
            <a:xfrm>
              <a:off x="17788874" y="14946409"/>
              <a:ext cx="65837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418" name="pl84">
              <a:extLst>
                <a:ext uri="{FF2B5EF4-FFF2-40B4-BE49-F238E27FC236}">
                  <a16:creationId xmlns:a16="http://schemas.microsoft.com/office/drawing/2014/main" id="{7A62DD5B-12E8-2A01-C1DA-34A562648DE7}"/>
                </a:ext>
              </a:extLst>
            </p:cNvPr>
            <p:cNvSpPr/>
            <p:nvPr/>
          </p:nvSpPr>
          <p:spPr>
            <a:xfrm>
              <a:off x="17788874" y="14591821"/>
              <a:ext cx="65837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419" name="pl85">
              <a:extLst>
                <a:ext uri="{FF2B5EF4-FFF2-40B4-BE49-F238E27FC236}">
                  <a16:creationId xmlns:a16="http://schemas.microsoft.com/office/drawing/2014/main" id="{337514FC-93C8-7F6E-85F7-F5B31B971D86}"/>
                </a:ext>
              </a:extLst>
            </p:cNvPr>
            <p:cNvSpPr/>
            <p:nvPr/>
          </p:nvSpPr>
          <p:spPr>
            <a:xfrm>
              <a:off x="17788874" y="14237233"/>
              <a:ext cx="65837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420" name="pl86">
              <a:extLst>
                <a:ext uri="{FF2B5EF4-FFF2-40B4-BE49-F238E27FC236}">
                  <a16:creationId xmlns:a16="http://schemas.microsoft.com/office/drawing/2014/main" id="{2407A089-9E35-E06F-D3BF-35DBE2F2EA12}"/>
                </a:ext>
              </a:extLst>
            </p:cNvPr>
            <p:cNvSpPr/>
            <p:nvPr/>
          </p:nvSpPr>
          <p:spPr>
            <a:xfrm>
              <a:off x="17788874" y="13882645"/>
              <a:ext cx="65837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421" name="pl87">
              <a:extLst>
                <a:ext uri="{FF2B5EF4-FFF2-40B4-BE49-F238E27FC236}">
                  <a16:creationId xmlns:a16="http://schemas.microsoft.com/office/drawing/2014/main" id="{A85F4256-D2EC-DF71-459C-279D8FDDA3A4}"/>
                </a:ext>
              </a:extLst>
            </p:cNvPr>
            <p:cNvSpPr/>
            <p:nvPr/>
          </p:nvSpPr>
          <p:spPr>
            <a:xfrm>
              <a:off x="17788874" y="13528056"/>
              <a:ext cx="65837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422" name="pl88">
              <a:extLst>
                <a:ext uri="{FF2B5EF4-FFF2-40B4-BE49-F238E27FC236}">
                  <a16:creationId xmlns:a16="http://schemas.microsoft.com/office/drawing/2014/main" id="{494FBD49-11E3-58CA-6454-D95D565C8F76}"/>
                </a:ext>
              </a:extLst>
            </p:cNvPr>
            <p:cNvSpPr/>
            <p:nvPr/>
          </p:nvSpPr>
          <p:spPr>
            <a:xfrm>
              <a:off x="17525528" y="14946409"/>
              <a:ext cx="65837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423" name="pl89">
              <a:extLst>
                <a:ext uri="{FF2B5EF4-FFF2-40B4-BE49-F238E27FC236}">
                  <a16:creationId xmlns:a16="http://schemas.microsoft.com/office/drawing/2014/main" id="{472EF47E-9C5E-9CF4-1FDD-37D34308B88D}"/>
                </a:ext>
              </a:extLst>
            </p:cNvPr>
            <p:cNvSpPr/>
            <p:nvPr/>
          </p:nvSpPr>
          <p:spPr>
            <a:xfrm>
              <a:off x="17525528" y="14591821"/>
              <a:ext cx="65837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424" name="pl90">
              <a:extLst>
                <a:ext uri="{FF2B5EF4-FFF2-40B4-BE49-F238E27FC236}">
                  <a16:creationId xmlns:a16="http://schemas.microsoft.com/office/drawing/2014/main" id="{87AF4BDF-54E8-39A0-CA3A-ED57797A08A9}"/>
                </a:ext>
              </a:extLst>
            </p:cNvPr>
            <p:cNvSpPr/>
            <p:nvPr/>
          </p:nvSpPr>
          <p:spPr>
            <a:xfrm>
              <a:off x="17525528" y="14237233"/>
              <a:ext cx="65837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425" name="pl91">
              <a:extLst>
                <a:ext uri="{FF2B5EF4-FFF2-40B4-BE49-F238E27FC236}">
                  <a16:creationId xmlns:a16="http://schemas.microsoft.com/office/drawing/2014/main" id="{17C36864-2534-8964-FEAC-6084B88EE57F}"/>
                </a:ext>
              </a:extLst>
            </p:cNvPr>
            <p:cNvSpPr/>
            <p:nvPr/>
          </p:nvSpPr>
          <p:spPr>
            <a:xfrm>
              <a:off x="17525528" y="13882645"/>
              <a:ext cx="65837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426" name="pl92">
              <a:extLst>
                <a:ext uri="{FF2B5EF4-FFF2-40B4-BE49-F238E27FC236}">
                  <a16:creationId xmlns:a16="http://schemas.microsoft.com/office/drawing/2014/main" id="{EB91F029-3F43-0F03-5AB3-23F3D96A5B2F}"/>
                </a:ext>
              </a:extLst>
            </p:cNvPr>
            <p:cNvSpPr/>
            <p:nvPr/>
          </p:nvSpPr>
          <p:spPr>
            <a:xfrm>
              <a:off x="17525528" y="13528056"/>
              <a:ext cx="65837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</p:grpSp>
      <p:sp>
        <p:nvSpPr>
          <p:cNvPr id="3308" name="tx93">
            <a:extLst>
              <a:ext uri="{FF2B5EF4-FFF2-40B4-BE49-F238E27FC236}">
                <a16:creationId xmlns:a16="http://schemas.microsoft.com/office/drawing/2014/main" id="{741D1442-DF7B-DA3D-E6D0-206B9F7AF848}"/>
              </a:ext>
            </a:extLst>
          </p:cNvPr>
          <p:cNvSpPr/>
          <p:nvPr/>
        </p:nvSpPr>
        <p:spPr>
          <a:xfrm>
            <a:off x="20505045" y="24725376"/>
            <a:ext cx="326303" cy="12544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0.00</a:t>
            </a:r>
          </a:p>
        </p:txBody>
      </p:sp>
      <p:sp>
        <p:nvSpPr>
          <p:cNvPr id="3309" name="tx94">
            <a:extLst>
              <a:ext uri="{FF2B5EF4-FFF2-40B4-BE49-F238E27FC236}">
                <a16:creationId xmlns:a16="http://schemas.microsoft.com/office/drawing/2014/main" id="{E2322484-88E8-C623-FE30-9A63C15F6E94}"/>
              </a:ext>
            </a:extLst>
          </p:cNvPr>
          <p:cNvSpPr/>
          <p:nvPr/>
        </p:nvSpPr>
        <p:spPr>
          <a:xfrm>
            <a:off x="20505045" y="24165155"/>
            <a:ext cx="326303" cy="12544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0.25</a:t>
            </a:r>
          </a:p>
        </p:txBody>
      </p:sp>
      <p:sp>
        <p:nvSpPr>
          <p:cNvPr id="3310" name="tx95">
            <a:extLst>
              <a:ext uri="{FF2B5EF4-FFF2-40B4-BE49-F238E27FC236}">
                <a16:creationId xmlns:a16="http://schemas.microsoft.com/office/drawing/2014/main" id="{9A1A9607-F9BB-ADA7-CA45-D470EC2ED986}"/>
              </a:ext>
            </a:extLst>
          </p:cNvPr>
          <p:cNvSpPr/>
          <p:nvPr/>
        </p:nvSpPr>
        <p:spPr>
          <a:xfrm>
            <a:off x="20505045" y="23656597"/>
            <a:ext cx="326303" cy="12544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0.50</a:t>
            </a:r>
          </a:p>
        </p:txBody>
      </p:sp>
      <p:sp>
        <p:nvSpPr>
          <p:cNvPr id="3311" name="tx96">
            <a:extLst>
              <a:ext uri="{FF2B5EF4-FFF2-40B4-BE49-F238E27FC236}">
                <a16:creationId xmlns:a16="http://schemas.microsoft.com/office/drawing/2014/main" id="{D9AF0415-39AF-B8D4-778D-538EAA28F186}"/>
              </a:ext>
            </a:extLst>
          </p:cNvPr>
          <p:cNvSpPr/>
          <p:nvPr/>
        </p:nvSpPr>
        <p:spPr>
          <a:xfrm>
            <a:off x="20505045" y="23121704"/>
            <a:ext cx="326303" cy="12544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0.75</a:t>
            </a:r>
          </a:p>
        </p:txBody>
      </p:sp>
      <p:sp>
        <p:nvSpPr>
          <p:cNvPr id="3312" name="tx97">
            <a:extLst>
              <a:ext uri="{FF2B5EF4-FFF2-40B4-BE49-F238E27FC236}">
                <a16:creationId xmlns:a16="http://schemas.microsoft.com/office/drawing/2014/main" id="{433A67D6-6C10-335A-48F9-D8BC46E97307}"/>
              </a:ext>
            </a:extLst>
          </p:cNvPr>
          <p:cNvSpPr/>
          <p:nvPr/>
        </p:nvSpPr>
        <p:spPr>
          <a:xfrm>
            <a:off x="20466774" y="22638473"/>
            <a:ext cx="326303" cy="12544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1.00</a:t>
            </a:r>
          </a:p>
        </p:txBody>
      </p:sp>
      <p:sp>
        <p:nvSpPr>
          <p:cNvPr id="3313" name="tx98">
            <a:extLst>
              <a:ext uri="{FF2B5EF4-FFF2-40B4-BE49-F238E27FC236}">
                <a16:creationId xmlns:a16="http://schemas.microsoft.com/office/drawing/2014/main" id="{D393F331-0DC4-05C1-4EB3-EFF7CBE5D717}"/>
              </a:ext>
            </a:extLst>
          </p:cNvPr>
          <p:cNvSpPr/>
          <p:nvPr/>
        </p:nvSpPr>
        <p:spPr>
          <a:xfrm>
            <a:off x="9821679" y="21837780"/>
            <a:ext cx="2234885" cy="18817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980"/>
              </a:lnSpc>
            </a:pPr>
            <a:r>
              <a:rPr lang="en-US" sz="3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(E) </a:t>
            </a:r>
            <a:r>
              <a:rPr sz="3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Disease Prevalence</a:t>
            </a:r>
          </a:p>
        </p:txBody>
      </p:sp>
      <p:sp>
        <p:nvSpPr>
          <p:cNvPr id="3314" name="rc5">
            <a:extLst>
              <a:ext uri="{FF2B5EF4-FFF2-40B4-BE49-F238E27FC236}">
                <a16:creationId xmlns:a16="http://schemas.microsoft.com/office/drawing/2014/main" id="{317F40BE-1FD4-6697-528B-37DC980808C1}"/>
              </a:ext>
            </a:extLst>
          </p:cNvPr>
          <p:cNvSpPr/>
          <p:nvPr/>
        </p:nvSpPr>
        <p:spPr>
          <a:xfrm>
            <a:off x="3644874" y="16079317"/>
            <a:ext cx="1729743" cy="8638323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5442"/>
          </a:p>
        </p:txBody>
      </p:sp>
      <p:sp>
        <p:nvSpPr>
          <p:cNvPr id="1603" name="pl39">
            <a:extLst>
              <a:ext uri="{FF2B5EF4-FFF2-40B4-BE49-F238E27FC236}">
                <a16:creationId xmlns:a16="http://schemas.microsoft.com/office/drawing/2014/main" id="{C3A53552-6C3D-95B5-59A4-981EB931730C}"/>
              </a:ext>
            </a:extLst>
          </p:cNvPr>
          <p:cNvSpPr/>
          <p:nvPr/>
        </p:nvSpPr>
        <p:spPr>
          <a:xfrm>
            <a:off x="3644874" y="24717642"/>
            <a:ext cx="2295065" cy="88158"/>
          </a:xfrm>
          <a:custGeom>
            <a:avLst/>
            <a:gdLst/>
            <a:ahLst/>
            <a:cxnLst/>
            <a:rect l="0" t="0" r="0" b="0"/>
            <a:pathLst>
              <a:path w="860214">
                <a:moveTo>
                  <a:pt x="0" y="0"/>
                </a:moveTo>
                <a:lnTo>
                  <a:pt x="860214" y="0"/>
                </a:lnTo>
              </a:path>
            </a:pathLst>
          </a:custGeom>
          <a:ln w="13550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442"/>
          </a:p>
        </p:txBody>
      </p:sp>
      <p:sp>
        <p:nvSpPr>
          <p:cNvPr id="1604" name="pl41">
            <a:extLst>
              <a:ext uri="{FF2B5EF4-FFF2-40B4-BE49-F238E27FC236}">
                <a16:creationId xmlns:a16="http://schemas.microsoft.com/office/drawing/2014/main" id="{D1324CE1-8927-6C90-B79A-B8997F891E3F}"/>
              </a:ext>
            </a:extLst>
          </p:cNvPr>
          <p:cNvSpPr/>
          <p:nvPr/>
        </p:nvSpPr>
        <p:spPr>
          <a:xfrm>
            <a:off x="5413376" y="24725376"/>
            <a:ext cx="0" cy="93742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442"/>
          </a:p>
        </p:txBody>
      </p:sp>
      <p:sp>
        <p:nvSpPr>
          <p:cNvPr id="1605" name="tx43">
            <a:extLst>
              <a:ext uri="{FF2B5EF4-FFF2-40B4-BE49-F238E27FC236}">
                <a16:creationId xmlns:a16="http://schemas.microsoft.com/office/drawing/2014/main" id="{4FAE1875-355A-F510-8C32-D917D4C52A3C}"/>
              </a:ext>
            </a:extLst>
          </p:cNvPr>
          <p:cNvSpPr/>
          <p:nvPr/>
        </p:nvSpPr>
        <p:spPr>
          <a:xfrm rot="18900000">
            <a:off x="4553151" y="25321987"/>
            <a:ext cx="986280" cy="2158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York</a:t>
            </a:r>
            <a:r>
              <a:rPr lang="en-US" sz="2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</a:t>
            </a:r>
            <a:r>
              <a:rPr sz="2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River</a:t>
            </a:r>
          </a:p>
        </p:txBody>
      </p:sp>
      <p:sp>
        <p:nvSpPr>
          <p:cNvPr id="1607" name="tx45">
            <a:extLst>
              <a:ext uri="{FF2B5EF4-FFF2-40B4-BE49-F238E27FC236}">
                <a16:creationId xmlns:a16="http://schemas.microsoft.com/office/drawing/2014/main" id="{C13DB73E-48CC-6993-8DEE-7F1542C0DE84}"/>
              </a:ext>
            </a:extLst>
          </p:cNvPr>
          <p:cNvSpPr/>
          <p:nvPr/>
        </p:nvSpPr>
        <p:spPr>
          <a:xfrm>
            <a:off x="6408499" y="16246303"/>
            <a:ext cx="1669173" cy="3436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100"/>
              </a:lnSpc>
            </a:pPr>
            <a:r>
              <a:rPr sz="3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Euclidean </a:t>
            </a:r>
          </a:p>
        </p:txBody>
      </p:sp>
      <p:sp>
        <p:nvSpPr>
          <p:cNvPr id="1608" name="tx46">
            <a:extLst>
              <a:ext uri="{FF2B5EF4-FFF2-40B4-BE49-F238E27FC236}">
                <a16:creationId xmlns:a16="http://schemas.microsoft.com/office/drawing/2014/main" id="{F7E13805-A979-DABA-46F0-F7F30D9EDD29}"/>
              </a:ext>
            </a:extLst>
          </p:cNvPr>
          <p:cNvSpPr/>
          <p:nvPr/>
        </p:nvSpPr>
        <p:spPr>
          <a:xfrm>
            <a:off x="6399031" y="16806184"/>
            <a:ext cx="1390609" cy="3436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100"/>
              </a:lnSpc>
            </a:pPr>
            <a:r>
              <a:rPr sz="3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Distance</a:t>
            </a:r>
          </a:p>
        </p:txBody>
      </p:sp>
      <p:grpSp>
        <p:nvGrpSpPr>
          <p:cNvPr id="3450" name="Group 3449">
            <a:extLst>
              <a:ext uri="{FF2B5EF4-FFF2-40B4-BE49-F238E27FC236}">
                <a16:creationId xmlns:a16="http://schemas.microsoft.com/office/drawing/2014/main" id="{1251099C-DC1E-04E1-01D5-4935301758C3}"/>
              </a:ext>
            </a:extLst>
          </p:cNvPr>
          <p:cNvGrpSpPr/>
          <p:nvPr/>
        </p:nvGrpSpPr>
        <p:grpSpPr>
          <a:xfrm>
            <a:off x="6338094" y="17355163"/>
            <a:ext cx="1144735" cy="3162260"/>
            <a:chOff x="5794415" y="17330603"/>
            <a:chExt cx="706251" cy="3162260"/>
          </a:xfrm>
        </p:grpSpPr>
        <p:pic>
          <p:nvPicPr>
            <p:cNvPr id="1609" name="pic47">
              <a:extLst>
                <a:ext uri="{FF2B5EF4-FFF2-40B4-BE49-F238E27FC236}">
                  <a16:creationId xmlns:a16="http://schemas.microsoft.com/office/drawing/2014/main" id="{FE7204A5-BFF7-D899-17D5-BC8A10FDECA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4415" y="17421257"/>
              <a:ext cx="441287" cy="2956306"/>
            </a:xfrm>
            <a:prstGeom prst="rect">
              <a:avLst/>
            </a:prstGeom>
          </p:spPr>
        </p:pic>
        <p:sp>
          <p:nvSpPr>
            <p:cNvPr id="1623" name="pl48">
              <a:extLst>
                <a:ext uri="{FF2B5EF4-FFF2-40B4-BE49-F238E27FC236}">
                  <a16:creationId xmlns:a16="http://schemas.microsoft.com/office/drawing/2014/main" id="{EEC262CC-E9BD-8070-F098-DA9C82617FE1}"/>
                </a:ext>
              </a:extLst>
            </p:cNvPr>
            <p:cNvSpPr/>
            <p:nvPr/>
          </p:nvSpPr>
          <p:spPr>
            <a:xfrm>
              <a:off x="6147446" y="20372627"/>
              <a:ext cx="88257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24" name="pl49">
              <a:extLst>
                <a:ext uri="{FF2B5EF4-FFF2-40B4-BE49-F238E27FC236}">
                  <a16:creationId xmlns:a16="http://schemas.microsoft.com/office/drawing/2014/main" id="{CD24BA22-33B0-2491-1775-62FB58AF3AB0}"/>
                </a:ext>
              </a:extLst>
            </p:cNvPr>
            <p:cNvSpPr/>
            <p:nvPr/>
          </p:nvSpPr>
          <p:spPr>
            <a:xfrm>
              <a:off x="6147446" y="19881553"/>
              <a:ext cx="88257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25" name="pl50">
              <a:extLst>
                <a:ext uri="{FF2B5EF4-FFF2-40B4-BE49-F238E27FC236}">
                  <a16:creationId xmlns:a16="http://schemas.microsoft.com/office/drawing/2014/main" id="{AA31EFCB-A3F3-EB88-A390-0E4132344C40}"/>
                </a:ext>
              </a:extLst>
            </p:cNvPr>
            <p:cNvSpPr/>
            <p:nvPr/>
          </p:nvSpPr>
          <p:spPr>
            <a:xfrm>
              <a:off x="6147446" y="19390477"/>
              <a:ext cx="88257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26" name="pl51">
              <a:extLst>
                <a:ext uri="{FF2B5EF4-FFF2-40B4-BE49-F238E27FC236}">
                  <a16:creationId xmlns:a16="http://schemas.microsoft.com/office/drawing/2014/main" id="{06DC8A5C-B756-725F-A832-F979B59E992C}"/>
                </a:ext>
              </a:extLst>
            </p:cNvPr>
            <p:cNvSpPr/>
            <p:nvPr/>
          </p:nvSpPr>
          <p:spPr>
            <a:xfrm>
              <a:off x="6147446" y="18899403"/>
              <a:ext cx="88257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1627" name="pl52">
              <a:extLst>
                <a:ext uri="{FF2B5EF4-FFF2-40B4-BE49-F238E27FC236}">
                  <a16:creationId xmlns:a16="http://schemas.microsoft.com/office/drawing/2014/main" id="{92644187-D482-CAF2-4760-B8BA428895B8}"/>
                </a:ext>
              </a:extLst>
            </p:cNvPr>
            <p:cNvSpPr/>
            <p:nvPr/>
          </p:nvSpPr>
          <p:spPr>
            <a:xfrm>
              <a:off x="6147446" y="18408329"/>
              <a:ext cx="88257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328" name="pl53">
              <a:extLst>
                <a:ext uri="{FF2B5EF4-FFF2-40B4-BE49-F238E27FC236}">
                  <a16:creationId xmlns:a16="http://schemas.microsoft.com/office/drawing/2014/main" id="{C0193F25-D0F9-2C9C-382B-3DDCC4B9F6DF}"/>
                </a:ext>
              </a:extLst>
            </p:cNvPr>
            <p:cNvSpPr/>
            <p:nvPr/>
          </p:nvSpPr>
          <p:spPr>
            <a:xfrm>
              <a:off x="6147446" y="17917252"/>
              <a:ext cx="88257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329" name="pl54">
              <a:extLst>
                <a:ext uri="{FF2B5EF4-FFF2-40B4-BE49-F238E27FC236}">
                  <a16:creationId xmlns:a16="http://schemas.microsoft.com/office/drawing/2014/main" id="{5A2B6472-C7C7-B83C-9CB7-30A2E1D3B66A}"/>
                </a:ext>
              </a:extLst>
            </p:cNvPr>
            <p:cNvSpPr/>
            <p:nvPr/>
          </p:nvSpPr>
          <p:spPr>
            <a:xfrm>
              <a:off x="6147446" y="17426178"/>
              <a:ext cx="88257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330" name="pl55">
              <a:extLst>
                <a:ext uri="{FF2B5EF4-FFF2-40B4-BE49-F238E27FC236}">
                  <a16:creationId xmlns:a16="http://schemas.microsoft.com/office/drawing/2014/main" id="{47C239E1-0F31-EF2B-1914-6E4490187289}"/>
                </a:ext>
              </a:extLst>
            </p:cNvPr>
            <p:cNvSpPr/>
            <p:nvPr/>
          </p:nvSpPr>
          <p:spPr>
            <a:xfrm>
              <a:off x="5794415" y="20372627"/>
              <a:ext cx="88257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331" name="pl56">
              <a:extLst>
                <a:ext uri="{FF2B5EF4-FFF2-40B4-BE49-F238E27FC236}">
                  <a16:creationId xmlns:a16="http://schemas.microsoft.com/office/drawing/2014/main" id="{C098A7F2-8531-65E9-D547-4BCCE8885259}"/>
                </a:ext>
              </a:extLst>
            </p:cNvPr>
            <p:cNvSpPr/>
            <p:nvPr/>
          </p:nvSpPr>
          <p:spPr>
            <a:xfrm>
              <a:off x="5794415" y="19881553"/>
              <a:ext cx="88257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332" name="pl57">
              <a:extLst>
                <a:ext uri="{FF2B5EF4-FFF2-40B4-BE49-F238E27FC236}">
                  <a16:creationId xmlns:a16="http://schemas.microsoft.com/office/drawing/2014/main" id="{D011A347-5588-1DDE-5AB6-039336856D33}"/>
                </a:ext>
              </a:extLst>
            </p:cNvPr>
            <p:cNvSpPr/>
            <p:nvPr/>
          </p:nvSpPr>
          <p:spPr>
            <a:xfrm>
              <a:off x="5794415" y="19390477"/>
              <a:ext cx="88257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333" name="pl58">
              <a:extLst>
                <a:ext uri="{FF2B5EF4-FFF2-40B4-BE49-F238E27FC236}">
                  <a16:creationId xmlns:a16="http://schemas.microsoft.com/office/drawing/2014/main" id="{BD18A1AA-0CF0-78AE-94F0-A4627DB0FFC2}"/>
                </a:ext>
              </a:extLst>
            </p:cNvPr>
            <p:cNvSpPr/>
            <p:nvPr/>
          </p:nvSpPr>
          <p:spPr>
            <a:xfrm>
              <a:off x="5794415" y="18899403"/>
              <a:ext cx="88257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334" name="pl59">
              <a:extLst>
                <a:ext uri="{FF2B5EF4-FFF2-40B4-BE49-F238E27FC236}">
                  <a16:creationId xmlns:a16="http://schemas.microsoft.com/office/drawing/2014/main" id="{39206ECA-6D6B-E9EE-AEAC-58AC5F15D5B9}"/>
                </a:ext>
              </a:extLst>
            </p:cNvPr>
            <p:cNvSpPr/>
            <p:nvPr/>
          </p:nvSpPr>
          <p:spPr>
            <a:xfrm>
              <a:off x="5794415" y="18408329"/>
              <a:ext cx="88257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335" name="pl60">
              <a:extLst>
                <a:ext uri="{FF2B5EF4-FFF2-40B4-BE49-F238E27FC236}">
                  <a16:creationId xmlns:a16="http://schemas.microsoft.com/office/drawing/2014/main" id="{936F660F-8B30-C581-DF95-F0D52888EDFB}"/>
                </a:ext>
              </a:extLst>
            </p:cNvPr>
            <p:cNvSpPr/>
            <p:nvPr/>
          </p:nvSpPr>
          <p:spPr>
            <a:xfrm>
              <a:off x="5794415" y="17917252"/>
              <a:ext cx="88257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336" name="pl61">
              <a:extLst>
                <a:ext uri="{FF2B5EF4-FFF2-40B4-BE49-F238E27FC236}">
                  <a16:creationId xmlns:a16="http://schemas.microsoft.com/office/drawing/2014/main" id="{451E703E-2BD0-3B46-FA72-7F32574E19AB}"/>
                </a:ext>
              </a:extLst>
            </p:cNvPr>
            <p:cNvSpPr/>
            <p:nvPr/>
          </p:nvSpPr>
          <p:spPr>
            <a:xfrm>
              <a:off x="5794415" y="17426178"/>
              <a:ext cx="88257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442"/>
            </a:p>
          </p:txBody>
        </p:sp>
        <p:sp>
          <p:nvSpPr>
            <p:cNvPr id="3337" name="tx62">
              <a:extLst>
                <a:ext uri="{FF2B5EF4-FFF2-40B4-BE49-F238E27FC236}">
                  <a16:creationId xmlns:a16="http://schemas.microsoft.com/office/drawing/2014/main" id="{ABD90D20-A1EA-84F3-1C1A-3FB6108103AD}"/>
                </a:ext>
              </a:extLst>
            </p:cNvPr>
            <p:cNvSpPr/>
            <p:nvPr/>
          </p:nvSpPr>
          <p:spPr>
            <a:xfrm>
              <a:off x="6375635" y="20277053"/>
              <a:ext cx="125031" cy="2158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38" name="tx63">
              <a:extLst>
                <a:ext uri="{FF2B5EF4-FFF2-40B4-BE49-F238E27FC236}">
                  <a16:creationId xmlns:a16="http://schemas.microsoft.com/office/drawing/2014/main" id="{57772AB0-4FB7-F0C3-E822-6DBF743D7A8C}"/>
                </a:ext>
              </a:extLst>
            </p:cNvPr>
            <p:cNvSpPr/>
            <p:nvPr/>
          </p:nvSpPr>
          <p:spPr>
            <a:xfrm>
              <a:off x="6375635" y="19785979"/>
              <a:ext cx="125031" cy="2158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339" name="tx64">
              <a:extLst>
                <a:ext uri="{FF2B5EF4-FFF2-40B4-BE49-F238E27FC236}">
                  <a16:creationId xmlns:a16="http://schemas.microsoft.com/office/drawing/2014/main" id="{CF432EF9-4729-978C-BF67-7DE8B17FB120}"/>
                </a:ext>
              </a:extLst>
            </p:cNvPr>
            <p:cNvSpPr/>
            <p:nvPr/>
          </p:nvSpPr>
          <p:spPr>
            <a:xfrm>
              <a:off x="6375635" y="19294905"/>
              <a:ext cx="125031" cy="2158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40" name="tx65">
              <a:extLst>
                <a:ext uri="{FF2B5EF4-FFF2-40B4-BE49-F238E27FC236}">
                  <a16:creationId xmlns:a16="http://schemas.microsoft.com/office/drawing/2014/main" id="{7715018D-3102-2C5F-96E6-7C0464C25FA6}"/>
                </a:ext>
              </a:extLst>
            </p:cNvPr>
            <p:cNvSpPr/>
            <p:nvPr/>
          </p:nvSpPr>
          <p:spPr>
            <a:xfrm>
              <a:off x="6375635" y="18803829"/>
              <a:ext cx="125031" cy="2158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341" name="tx66">
              <a:extLst>
                <a:ext uri="{FF2B5EF4-FFF2-40B4-BE49-F238E27FC236}">
                  <a16:creationId xmlns:a16="http://schemas.microsoft.com/office/drawing/2014/main" id="{35AFE7A1-A696-D5EE-F114-244F89549863}"/>
                </a:ext>
              </a:extLst>
            </p:cNvPr>
            <p:cNvSpPr/>
            <p:nvPr/>
          </p:nvSpPr>
          <p:spPr>
            <a:xfrm>
              <a:off x="6375635" y="18312755"/>
              <a:ext cx="125031" cy="2158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342" name="tx67">
              <a:extLst>
                <a:ext uri="{FF2B5EF4-FFF2-40B4-BE49-F238E27FC236}">
                  <a16:creationId xmlns:a16="http://schemas.microsoft.com/office/drawing/2014/main" id="{6CBC4DBB-2860-E8CC-9B6E-3F857A25B9C6}"/>
                </a:ext>
              </a:extLst>
            </p:cNvPr>
            <p:cNvSpPr/>
            <p:nvPr/>
          </p:nvSpPr>
          <p:spPr>
            <a:xfrm>
              <a:off x="6375635" y="17821677"/>
              <a:ext cx="125031" cy="2158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3343" name="tx68">
              <a:extLst>
                <a:ext uri="{FF2B5EF4-FFF2-40B4-BE49-F238E27FC236}">
                  <a16:creationId xmlns:a16="http://schemas.microsoft.com/office/drawing/2014/main" id="{BA33B304-5BC3-CADB-657F-1B04A3E10B12}"/>
                </a:ext>
              </a:extLst>
            </p:cNvPr>
            <p:cNvSpPr/>
            <p:nvPr/>
          </p:nvSpPr>
          <p:spPr>
            <a:xfrm>
              <a:off x="6375635" y="17330603"/>
              <a:ext cx="125031" cy="2158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sz="2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</a:t>
              </a:r>
            </a:p>
          </p:txBody>
        </p:sp>
      </p:grpSp>
      <p:sp>
        <p:nvSpPr>
          <p:cNvPr id="3345" name="pl7">
            <a:extLst>
              <a:ext uri="{FF2B5EF4-FFF2-40B4-BE49-F238E27FC236}">
                <a16:creationId xmlns:a16="http://schemas.microsoft.com/office/drawing/2014/main" id="{271454AF-249A-02ED-8475-2757C16D3FC1}"/>
              </a:ext>
            </a:extLst>
          </p:cNvPr>
          <p:cNvSpPr/>
          <p:nvPr/>
        </p:nvSpPr>
        <p:spPr>
          <a:xfrm>
            <a:off x="9038186" y="14821261"/>
            <a:ext cx="0" cy="1674833"/>
          </a:xfrm>
          <a:custGeom>
            <a:avLst/>
            <a:gdLst/>
            <a:ahLst/>
            <a:cxnLst/>
            <a:rect l="0" t="0" r="0" b="0"/>
            <a:pathLst>
              <a:path h="1229686">
                <a:moveTo>
                  <a:pt x="0" y="1229686"/>
                </a:moveTo>
                <a:lnTo>
                  <a:pt x="0" y="0"/>
                </a:lnTo>
              </a:path>
            </a:pathLst>
          </a:custGeom>
          <a:ln w="13550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805"/>
          </a:p>
        </p:txBody>
      </p:sp>
      <p:sp>
        <p:nvSpPr>
          <p:cNvPr id="3346" name="tx8">
            <a:extLst>
              <a:ext uri="{FF2B5EF4-FFF2-40B4-BE49-F238E27FC236}">
                <a16:creationId xmlns:a16="http://schemas.microsoft.com/office/drawing/2014/main" id="{220CD056-1228-03DB-8CCA-3E81886A66B3}"/>
              </a:ext>
            </a:extLst>
          </p:cNvPr>
          <p:cNvSpPr/>
          <p:nvPr/>
        </p:nvSpPr>
        <p:spPr>
          <a:xfrm>
            <a:off x="8881447" y="16365414"/>
            <a:ext cx="78086" cy="1090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112"/>
              </a:lnSpc>
            </a:pPr>
            <a:r>
              <a:rPr sz="132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</a:t>
            </a:r>
          </a:p>
        </p:txBody>
      </p:sp>
      <p:sp>
        <p:nvSpPr>
          <p:cNvPr id="3347" name="tx9">
            <a:extLst>
              <a:ext uri="{FF2B5EF4-FFF2-40B4-BE49-F238E27FC236}">
                <a16:creationId xmlns:a16="http://schemas.microsoft.com/office/drawing/2014/main" id="{5221B2B8-526D-376D-C6EA-4D1EE339226D}"/>
              </a:ext>
            </a:extLst>
          </p:cNvPr>
          <p:cNvSpPr/>
          <p:nvPr/>
        </p:nvSpPr>
        <p:spPr>
          <a:xfrm>
            <a:off x="8803358" y="15984769"/>
            <a:ext cx="156174" cy="1090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112"/>
              </a:lnSpc>
            </a:pPr>
            <a:r>
              <a:rPr sz="132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10</a:t>
            </a:r>
          </a:p>
        </p:txBody>
      </p:sp>
      <p:sp>
        <p:nvSpPr>
          <p:cNvPr id="3348" name="tx10">
            <a:extLst>
              <a:ext uri="{FF2B5EF4-FFF2-40B4-BE49-F238E27FC236}">
                <a16:creationId xmlns:a16="http://schemas.microsoft.com/office/drawing/2014/main" id="{1EBB7FC0-9602-AFD6-F89F-33CE06718F3D}"/>
              </a:ext>
            </a:extLst>
          </p:cNvPr>
          <p:cNvSpPr/>
          <p:nvPr/>
        </p:nvSpPr>
        <p:spPr>
          <a:xfrm>
            <a:off x="8803358" y="15604126"/>
            <a:ext cx="156174" cy="1090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112"/>
              </a:lnSpc>
            </a:pPr>
            <a:r>
              <a:rPr sz="132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20</a:t>
            </a:r>
          </a:p>
        </p:txBody>
      </p:sp>
      <p:sp>
        <p:nvSpPr>
          <p:cNvPr id="3349" name="tx11">
            <a:extLst>
              <a:ext uri="{FF2B5EF4-FFF2-40B4-BE49-F238E27FC236}">
                <a16:creationId xmlns:a16="http://schemas.microsoft.com/office/drawing/2014/main" id="{A9A4CB26-3BBE-1FD3-0EE1-38678856074F}"/>
              </a:ext>
            </a:extLst>
          </p:cNvPr>
          <p:cNvSpPr/>
          <p:nvPr/>
        </p:nvSpPr>
        <p:spPr>
          <a:xfrm>
            <a:off x="8803358" y="15223483"/>
            <a:ext cx="156174" cy="1090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112"/>
              </a:lnSpc>
            </a:pPr>
            <a:r>
              <a:rPr sz="132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30</a:t>
            </a:r>
          </a:p>
        </p:txBody>
      </p:sp>
      <p:sp>
        <p:nvSpPr>
          <p:cNvPr id="3350" name="tx12">
            <a:extLst>
              <a:ext uri="{FF2B5EF4-FFF2-40B4-BE49-F238E27FC236}">
                <a16:creationId xmlns:a16="http://schemas.microsoft.com/office/drawing/2014/main" id="{9FAB28BE-8A0F-0079-FFF1-CD8CF8C39DBB}"/>
              </a:ext>
            </a:extLst>
          </p:cNvPr>
          <p:cNvSpPr/>
          <p:nvPr/>
        </p:nvSpPr>
        <p:spPr>
          <a:xfrm>
            <a:off x="8803358" y="14842839"/>
            <a:ext cx="156174" cy="1090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112"/>
              </a:lnSpc>
            </a:pPr>
            <a:r>
              <a:rPr sz="132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40</a:t>
            </a:r>
          </a:p>
        </p:txBody>
      </p:sp>
      <p:sp>
        <p:nvSpPr>
          <p:cNvPr id="3351" name="pl13">
            <a:extLst>
              <a:ext uri="{FF2B5EF4-FFF2-40B4-BE49-F238E27FC236}">
                <a16:creationId xmlns:a16="http://schemas.microsoft.com/office/drawing/2014/main" id="{E339F6F2-FB46-B9FC-44C4-F16498B6C4F2}"/>
              </a:ext>
            </a:extLst>
          </p:cNvPr>
          <p:cNvSpPr/>
          <p:nvPr/>
        </p:nvSpPr>
        <p:spPr>
          <a:xfrm>
            <a:off x="8994495" y="16419962"/>
            <a:ext cx="43695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320"/>
          </a:p>
        </p:txBody>
      </p:sp>
      <p:sp>
        <p:nvSpPr>
          <p:cNvPr id="3352" name="pl14">
            <a:extLst>
              <a:ext uri="{FF2B5EF4-FFF2-40B4-BE49-F238E27FC236}">
                <a16:creationId xmlns:a16="http://schemas.microsoft.com/office/drawing/2014/main" id="{1E395E3C-FA03-7F12-38EC-7156E32F08D6}"/>
              </a:ext>
            </a:extLst>
          </p:cNvPr>
          <p:cNvSpPr/>
          <p:nvPr/>
        </p:nvSpPr>
        <p:spPr>
          <a:xfrm>
            <a:off x="8994495" y="16039319"/>
            <a:ext cx="43695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805"/>
          </a:p>
        </p:txBody>
      </p:sp>
      <p:sp>
        <p:nvSpPr>
          <p:cNvPr id="3353" name="pl15">
            <a:extLst>
              <a:ext uri="{FF2B5EF4-FFF2-40B4-BE49-F238E27FC236}">
                <a16:creationId xmlns:a16="http://schemas.microsoft.com/office/drawing/2014/main" id="{0AB10240-F16C-E10F-41BB-7F88AA094E34}"/>
              </a:ext>
            </a:extLst>
          </p:cNvPr>
          <p:cNvSpPr/>
          <p:nvPr/>
        </p:nvSpPr>
        <p:spPr>
          <a:xfrm>
            <a:off x="8994495" y="15658676"/>
            <a:ext cx="43695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805"/>
          </a:p>
        </p:txBody>
      </p:sp>
      <p:sp>
        <p:nvSpPr>
          <p:cNvPr id="3354" name="pl16">
            <a:extLst>
              <a:ext uri="{FF2B5EF4-FFF2-40B4-BE49-F238E27FC236}">
                <a16:creationId xmlns:a16="http://schemas.microsoft.com/office/drawing/2014/main" id="{64B1AF5C-8693-4A2B-5685-634BCE5E120C}"/>
              </a:ext>
            </a:extLst>
          </p:cNvPr>
          <p:cNvSpPr/>
          <p:nvPr/>
        </p:nvSpPr>
        <p:spPr>
          <a:xfrm>
            <a:off x="8994495" y="15278032"/>
            <a:ext cx="43695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805"/>
          </a:p>
        </p:txBody>
      </p:sp>
      <p:sp>
        <p:nvSpPr>
          <p:cNvPr id="3355" name="pl17">
            <a:extLst>
              <a:ext uri="{FF2B5EF4-FFF2-40B4-BE49-F238E27FC236}">
                <a16:creationId xmlns:a16="http://schemas.microsoft.com/office/drawing/2014/main" id="{BB1C94B9-0A90-67BF-18A7-6DDCEFDF749A}"/>
              </a:ext>
            </a:extLst>
          </p:cNvPr>
          <p:cNvSpPr/>
          <p:nvPr/>
        </p:nvSpPr>
        <p:spPr>
          <a:xfrm>
            <a:off x="8994495" y="14897388"/>
            <a:ext cx="43695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805"/>
          </a:p>
        </p:txBody>
      </p:sp>
      <p:sp>
        <p:nvSpPr>
          <p:cNvPr id="3356" name="pl18">
            <a:extLst>
              <a:ext uri="{FF2B5EF4-FFF2-40B4-BE49-F238E27FC236}">
                <a16:creationId xmlns:a16="http://schemas.microsoft.com/office/drawing/2014/main" id="{410C5F4E-0DC9-3E81-19C5-4D2E737E0F6A}"/>
              </a:ext>
            </a:extLst>
          </p:cNvPr>
          <p:cNvSpPr/>
          <p:nvPr/>
        </p:nvSpPr>
        <p:spPr>
          <a:xfrm flipV="1">
            <a:off x="9038190" y="16320689"/>
            <a:ext cx="7796991" cy="175401"/>
          </a:xfrm>
          <a:custGeom>
            <a:avLst/>
            <a:gdLst/>
            <a:ahLst/>
            <a:cxnLst/>
            <a:rect l="0" t="0" r="0" b="0"/>
            <a:pathLst>
              <a:path w="7739068">
                <a:moveTo>
                  <a:pt x="0" y="0"/>
                </a:moveTo>
                <a:lnTo>
                  <a:pt x="7739068" y="0"/>
                </a:lnTo>
              </a:path>
            </a:pathLst>
          </a:custGeom>
          <a:ln w="13550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320"/>
          </a:p>
        </p:txBody>
      </p:sp>
      <p:sp>
        <p:nvSpPr>
          <p:cNvPr id="3357" name="pl19">
            <a:extLst>
              <a:ext uri="{FF2B5EF4-FFF2-40B4-BE49-F238E27FC236}">
                <a16:creationId xmlns:a16="http://schemas.microsoft.com/office/drawing/2014/main" id="{5027AFDB-0109-84A0-789F-32F451C5DF74}"/>
              </a:ext>
            </a:extLst>
          </p:cNvPr>
          <p:cNvSpPr/>
          <p:nvPr/>
        </p:nvSpPr>
        <p:spPr>
          <a:xfrm>
            <a:off x="9609893" y="16496099"/>
            <a:ext cx="0" cy="47389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320"/>
          </a:p>
        </p:txBody>
      </p:sp>
      <p:sp>
        <p:nvSpPr>
          <p:cNvPr id="3358" name="pl20">
            <a:extLst>
              <a:ext uri="{FF2B5EF4-FFF2-40B4-BE49-F238E27FC236}">
                <a16:creationId xmlns:a16="http://schemas.microsoft.com/office/drawing/2014/main" id="{DDE8BDF9-17E0-2D82-8FB3-006D693A145E}"/>
              </a:ext>
            </a:extLst>
          </p:cNvPr>
          <p:cNvSpPr/>
          <p:nvPr/>
        </p:nvSpPr>
        <p:spPr>
          <a:xfrm>
            <a:off x="10562737" y="16496099"/>
            <a:ext cx="0" cy="47389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320"/>
          </a:p>
        </p:txBody>
      </p:sp>
      <p:sp>
        <p:nvSpPr>
          <p:cNvPr id="3359" name="pl21">
            <a:extLst>
              <a:ext uri="{FF2B5EF4-FFF2-40B4-BE49-F238E27FC236}">
                <a16:creationId xmlns:a16="http://schemas.microsoft.com/office/drawing/2014/main" id="{D4A6E4E7-370B-7D9C-690D-7111175DFD9D}"/>
              </a:ext>
            </a:extLst>
          </p:cNvPr>
          <p:cNvSpPr/>
          <p:nvPr/>
        </p:nvSpPr>
        <p:spPr>
          <a:xfrm>
            <a:off x="11515582" y="16496099"/>
            <a:ext cx="0" cy="47389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320"/>
          </a:p>
        </p:txBody>
      </p:sp>
      <p:sp>
        <p:nvSpPr>
          <p:cNvPr id="3360" name="pl22">
            <a:extLst>
              <a:ext uri="{FF2B5EF4-FFF2-40B4-BE49-F238E27FC236}">
                <a16:creationId xmlns:a16="http://schemas.microsoft.com/office/drawing/2014/main" id="{986E4CA0-D482-E38E-64B4-DBE0A073329A}"/>
              </a:ext>
            </a:extLst>
          </p:cNvPr>
          <p:cNvSpPr/>
          <p:nvPr/>
        </p:nvSpPr>
        <p:spPr>
          <a:xfrm>
            <a:off x="12468425" y="16496099"/>
            <a:ext cx="0" cy="47389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320"/>
          </a:p>
        </p:txBody>
      </p:sp>
      <p:sp>
        <p:nvSpPr>
          <p:cNvPr id="3361" name="pl23">
            <a:extLst>
              <a:ext uri="{FF2B5EF4-FFF2-40B4-BE49-F238E27FC236}">
                <a16:creationId xmlns:a16="http://schemas.microsoft.com/office/drawing/2014/main" id="{432E3D2C-CF82-261B-2852-B62D985A80FF}"/>
              </a:ext>
            </a:extLst>
          </p:cNvPr>
          <p:cNvSpPr/>
          <p:nvPr/>
        </p:nvSpPr>
        <p:spPr>
          <a:xfrm>
            <a:off x="13421270" y="16496099"/>
            <a:ext cx="0" cy="47389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320"/>
          </a:p>
        </p:txBody>
      </p:sp>
      <p:sp>
        <p:nvSpPr>
          <p:cNvPr id="3362" name="pl24">
            <a:extLst>
              <a:ext uri="{FF2B5EF4-FFF2-40B4-BE49-F238E27FC236}">
                <a16:creationId xmlns:a16="http://schemas.microsoft.com/office/drawing/2014/main" id="{0BC6E99A-ECA7-F010-FED6-6F8A1DD79801}"/>
              </a:ext>
            </a:extLst>
          </p:cNvPr>
          <p:cNvSpPr/>
          <p:nvPr/>
        </p:nvSpPr>
        <p:spPr>
          <a:xfrm>
            <a:off x="14374114" y="16496099"/>
            <a:ext cx="0" cy="47389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320"/>
          </a:p>
        </p:txBody>
      </p:sp>
      <p:sp>
        <p:nvSpPr>
          <p:cNvPr id="3363" name="pl25">
            <a:extLst>
              <a:ext uri="{FF2B5EF4-FFF2-40B4-BE49-F238E27FC236}">
                <a16:creationId xmlns:a16="http://schemas.microsoft.com/office/drawing/2014/main" id="{AE47EE28-6C4B-2AFC-6CA8-C4B92AB44DAE}"/>
              </a:ext>
            </a:extLst>
          </p:cNvPr>
          <p:cNvSpPr/>
          <p:nvPr/>
        </p:nvSpPr>
        <p:spPr>
          <a:xfrm>
            <a:off x="15326959" y="16496099"/>
            <a:ext cx="0" cy="47389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320"/>
          </a:p>
        </p:txBody>
      </p:sp>
      <p:sp>
        <p:nvSpPr>
          <p:cNvPr id="3364" name="pl26">
            <a:extLst>
              <a:ext uri="{FF2B5EF4-FFF2-40B4-BE49-F238E27FC236}">
                <a16:creationId xmlns:a16="http://schemas.microsoft.com/office/drawing/2014/main" id="{C903D9B8-502C-A80C-0190-86191C3B6302}"/>
              </a:ext>
            </a:extLst>
          </p:cNvPr>
          <p:cNvSpPr/>
          <p:nvPr/>
        </p:nvSpPr>
        <p:spPr>
          <a:xfrm>
            <a:off x="16279802" y="16496099"/>
            <a:ext cx="0" cy="47389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320"/>
          </a:p>
        </p:txBody>
      </p:sp>
      <p:sp>
        <p:nvSpPr>
          <p:cNvPr id="3365" name="pl27">
            <a:extLst>
              <a:ext uri="{FF2B5EF4-FFF2-40B4-BE49-F238E27FC236}">
                <a16:creationId xmlns:a16="http://schemas.microsoft.com/office/drawing/2014/main" id="{2E0C836C-47C4-67DB-ED3D-368B05FC0A04}"/>
              </a:ext>
            </a:extLst>
          </p:cNvPr>
          <p:cNvSpPr/>
          <p:nvPr/>
        </p:nvSpPr>
        <p:spPr>
          <a:xfrm>
            <a:off x="18111200" y="16496099"/>
            <a:ext cx="0" cy="47389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320"/>
          </a:p>
        </p:txBody>
      </p:sp>
      <p:sp>
        <p:nvSpPr>
          <p:cNvPr id="3366" name="pl28">
            <a:extLst>
              <a:ext uri="{FF2B5EF4-FFF2-40B4-BE49-F238E27FC236}">
                <a16:creationId xmlns:a16="http://schemas.microsoft.com/office/drawing/2014/main" id="{A9178B67-1B88-E285-E03E-ED66DBC8DEBB}"/>
              </a:ext>
            </a:extLst>
          </p:cNvPr>
          <p:cNvSpPr/>
          <p:nvPr/>
        </p:nvSpPr>
        <p:spPr>
          <a:xfrm>
            <a:off x="19064044" y="16496099"/>
            <a:ext cx="0" cy="47389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320"/>
          </a:p>
        </p:txBody>
      </p:sp>
      <p:sp>
        <p:nvSpPr>
          <p:cNvPr id="3367" name="tx29">
            <a:extLst>
              <a:ext uri="{FF2B5EF4-FFF2-40B4-BE49-F238E27FC236}">
                <a16:creationId xmlns:a16="http://schemas.microsoft.com/office/drawing/2014/main" id="{C62B8097-FFCF-F33B-8436-43C8A6D8514F}"/>
              </a:ext>
            </a:extLst>
          </p:cNvPr>
          <p:cNvSpPr/>
          <p:nvPr/>
        </p:nvSpPr>
        <p:spPr>
          <a:xfrm rot="18900000">
            <a:off x="9272896" y="17045123"/>
            <a:ext cx="436482" cy="1090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112"/>
              </a:lnSpc>
            </a:pPr>
            <a:r>
              <a:rPr sz="2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W1-TX</a:t>
            </a:r>
          </a:p>
        </p:txBody>
      </p:sp>
      <p:sp>
        <p:nvSpPr>
          <p:cNvPr id="3368" name="tx30">
            <a:extLst>
              <a:ext uri="{FF2B5EF4-FFF2-40B4-BE49-F238E27FC236}">
                <a16:creationId xmlns:a16="http://schemas.microsoft.com/office/drawing/2014/main" id="{C94C5813-E649-0766-D434-F04E7B8C3B1F}"/>
              </a:ext>
            </a:extLst>
          </p:cNvPr>
          <p:cNvSpPr/>
          <p:nvPr/>
        </p:nvSpPr>
        <p:spPr>
          <a:xfrm rot="18900000">
            <a:off x="10232210" y="17042216"/>
            <a:ext cx="428904" cy="1090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112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W2-LA</a:t>
            </a:r>
          </a:p>
        </p:txBody>
      </p:sp>
      <p:sp>
        <p:nvSpPr>
          <p:cNvPr id="3369" name="tx31">
            <a:extLst>
              <a:ext uri="{FF2B5EF4-FFF2-40B4-BE49-F238E27FC236}">
                <a16:creationId xmlns:a16="http://schemas.microsoft.com/office/drawing/2014/main" id="{35EA5832-2749-CC60-842C-895404E2D149}"/>
              </a:ext>
            </a:extLst>
          </p:cNvPr>
          <p:cNvSpPr/>
          <p:nvPr/>
        </p:nvSpPr>
        <p:spPr>
          <a:xfrm rot="18900000">
            <a:off x="11191821" y="17039177"/>
            <a:ext cx="420981" cy="1090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112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W3-FL</a:t>
            </a:r>
          </a:p>
        </p:txBody>
      </p:sp>
      <p:sp>
        <p:nvSpPr>
          <p:cNvPr id="3370" name="tx32">
            <a:extLst>
              <a:ext uri="{FF2B5EF4-FFF2-40B4-BE49-F238E27FC236}">
                <a16:creationId xmlns:a16="http://schemas.microsoft.com/office/drawing/2014/main" id="{F23D0C3D-85B4-80FC-6E1E-04FCB67A2A3E}"/>
              </a:ext>
            </a:extLst>
          </p:cNvPr>
          <p:cNvSpPr/>
          <p:nvPr/>
        </p:nvSpPr>
        <p:spPr>
          <a:xfrm rot="18900000">
            <a:off x="12124671" y="17048161"/>
            <a:ext cx="444407" cy="1090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112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W4-VA</a:t>
            </a:r>
          </a:p>
        </p:txBody>
      </p:sp>
      <p:sp>
        <p:nvSpPr>
          <p:cNvPr id="3371" name="tx33">
            <a:extLst>
              <a:ext uri="{FF2B5EF4-FFF2-40B4-BE49-F238E27FC236}">
                <a16:creationId xmlns:a16="http://schemas.microsoft.com/office/drawing/2014/main" id="{EED8A321-DA88-268D-44F0-B114CCB3E8F4}"/>
              </a:ext>
            </a:extLst>
          </p:cNvPr>
          <p:cNvSpPr/>
          <p:nvPr/>
        </p:nvSpPr>
        <p:spPr>
          <a:xfrm rot="18900000">
            <a:off x="12964108" y="17099105"/>
            <a:ext cx="577268" cy="1090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112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S1-LOLA</a:t>
            </a:r>
          </a:p>
        </p:txBody>
      </p:sp>
      <p:sp>
        <p:nvSpPr>
          <p:cNvPr id="3372" name="tx34">
            <a:extLst>
              <a:ext uri="{FF2B5EF4-FFF2-40B4-BE49-F238E27FC236}">
                <a16:creationId xmlns:a16="http://schemas.microsoft.com/office/drawing/2014/main" id="{7491C982-4336-60DD-7E55-665F667C8423}"/>
              </a:ext>
            </a:extLst>
          </p:cNvPr>
          <p:cNvSpPr/>
          <p:nvPr/>
        </p:nvSpPr>
        <p:spPr>
          <a:xfrm rot="18900000">
            <a:off x="13897155" y="17108001"/>
            <a:ext cx="600465" cy="1090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112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S2-DEBY</a:t>
            </a:r>
          </a:p>
        </p:txBody>
      </p:sp>
      <p:sp>
        <p:nvSpPr>
          <p:cNvPr id="3373" name="tx35">
            <a:extLst>
              <a:ext uri="{FF2B5EF4-FFF2-40B4-BE49-F238E27FC236}">
                <a16:creationId xmlns:a16="http://schemas.microsoft.com/office/drawing/2014/main" id="{50780610-67E9-B076-DE14-03725C82DB3A}"/>
              </a:ext>
            </a:extLst>
          </p:cNvPr>
          <p:cNvSpPr/>
          <p:nvPr/>
        </p:nvSpPr>
        <p:spPr>
          <a:xfrm rot="18900000">
            <a:off x="14970067" y="17054061"/>
            <a:ext cx="459794" cy="1090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112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W5-NH</a:t>
            </a:r>
          </a:p>
        </p:txBody>
      </p:sp>
      <p:sp>
        <p:nvSpPr>
          <p:cNvPr id="3374" name="tx36">
            <a:extLst>
              <a:ext uri="{FF2B5EF4-FFF2-40B4-BE49-F238E27FC236}">
                <a16:creationId xmlns:a16="http://schemas.microsoft.com/office/drawing/2014/main" id="{A44753B1-09C9-B6E6-073D-C695340D1D79}"/>
              </a:ext>
            </a:extLst>
          </p:cNvPr>
          <p:cNvSpPr/>
          <p:nvPr/>
        </p:nvSpPr>
        <p:spPr>
          <a:xfrm rot="18900000">
            <a:off x="15916152" y="17057099"/>
            <a:ext cx="467717" cy="1090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112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W6-ME</a:t>
            </a:r>
          </a:p>
        </p:txBody>
      </p:sp>
      <p:sp>
        <p:nvSpPr>
          <p:cNvPr id="3375" name="tx37">
            <a:extLst>
              <a:ext uri="{FF2B5EF4-FFF2-40B4-BE49-F238E27FC236}">
                <a16:creationId xmlns:a16="http://schemas.microsoft.com/office/drawing/2014/main" id="{95B02870-7C78-93C6-5DD0-9D833C233CD2}"/>
              </a:ext>
            </a:extLst>
          </p:cNvPr>
          <p:cNvSpPr/>
          <p:nvPr/>
        </p:nvSpPr>
        <p:spPr>
          <a:xfrm rot="18900000">
            <a:off x="17640805" y="17105051"/>
            <a:ext cx="592772" cy="1090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112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Lewisetta</a:t>
            </a:r>
          </a:p>
        </p:txBody>
      </p:sp>
      <p:sp>
        <p:nvSpPr>
          <p:cNvPr id="3376" name="tx38">
            <a:extLst>
              <a:ext uri="{FF2B5EF4-FFF2-40B4-BE49-F238E27FC236}">
                <a16:creationId xmlns:a16="http://schemas.microsoft.com/office/drawing/2014/main" id="{E4EFC977-D643-8A06-5283-A193CC5E950D}"/>
              </a:ext>
            </a:extLst>
          </p:cNvPr>
          <p:cNvSpPr/>
          <p:nvPr/>
        </p:nvSpPr>
        <p:spPr>
          <a:xfrm rot="18900000">
            <a:off x="18540624" y="17128871"/>
            <a:ext cx="654897" cy="1090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112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York River</a:t>
            </a:r>
          </a:p>
        </p:txBody>
      </p:sp>
      <p:sp>
        <p:nvSpPr>
          <p:cNvPr id="3377" name="tx40">
            <a:extLst>
              <a:ext uri="{FF2B5EF4-FFF2-40B4-BE49-F238E27FC236}">
                <a16:creationId xmlns:a16="http://schemas.microsoft.com/office/drawing/2014/main" id="{42D25D85-A800-0284-7408-25D8AB1ECE4E}"/>
              </a:ext>
            </a:extLst>
          </p:cNvPr>
          <p:cNvSpPr/>
          <p:nvPr/>
        </p:nvSpPr>
        <p:spPr>
          <a:xfrm rot="16200000">
            <a:off x="7929857" y="15610324"/>
            <a:ext cx="1057355" cy="12585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640"/>
              </a:lnSpc>
            </a:pPr>
            <a:r>
              <a:rPr sz="165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Salinity (ppt)</a:t>
            </a:r>
          </a:p>
        </p:txBody>
      </p:sp>
      <p:sp>
        <p:nvSpPr>
          <p:cNvPr id="3411" name="pl18">
            <a:extLst>
              <a:ext uri="{FF2B5EF4-FFF2-40B4-BE49-F238E27FC236}">
                <a16:creationId xmlns:a16="http://schemas.microsoft.com/office/drawing/2014/main" id="{8D59BAA4-7789-9319-AE9C-F56D48AC47FD}"/>
              </a:ext>
            </a:extLst>
          </p:cNvPr>
          <p:cNvSpPr/>
          <p:nvPr/>
        </p:nvSpPr>
        <p:spPr>
          <a:xfrm flipV="1">
            <a:off x="17699273" y="16396354"/>
            <a:ext cx="1836204" cy="93343"/>
          </a:xfrm>
          <a:custGeom>
            <a:avLst/>
            <a:gdLst/>
            <a:ahLst/>
            <a:cxnLst/>
            <a:rect l="0" t="0" r="0" b="0"/>
            <a:pathLst>
              <a:path w="7739068">
                <a:moveTo>
                  <a:pt x="0" y="0"/>
                </a:moveTo>
                <a:lnTo>
                  <a:pt x="7739068" y="0"/>
                </a:lnTo>
              </a:path>
            </a:pathLst>
          </a:custGeom>
          <a:ln w="13550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320"/>
          </a:p>
        </p:txBody>
      </p:sp>
      <p:sp>
        <p:nvSpPr>
          <p:cNvPr id="3415" name="tx98">
            <a:extLst>
              <a:ext uri="{FF2B5EF4-FFF2-40B4-BE49-F238E27FC236}">
                <a16:creationId xmlns:a16="http://schemas.microsoft.com/office/drawing/2014/main" id="{7FB738B7-88DC-A8AD-B36A-396502A9BBC0}"/>
              </a:ext>
            </a:extLst>
          </p:cNvPr>
          <p:cNvSpPr/>
          <p:nvPr/>
        </p:nvSpPr>
        <p:spPr>
          <a:xfrm>
            <a:off x="8797752" y="14384761"/>
            <a:ext cx="2234885" cy="21209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980"/>
              </a:lnSpc>
            </a:pPr>
            <a:r>
              <a:rPr lang="en-US" sz="3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(C) Salinity</a:t>
            </a:r>
            <a:endParaRPr sz="3000" dirty="0">
              <a:solidFill>
                <a:srgbClr val="000000">
                  <a:alpha val="100000"/>
                </a:srgbClr>
              </a:solidFill>
              <a:latin typeface="Helvetica"/>
              <a:cs typeface="Helvetica"/>
            </a:endParaRPr>
          </a:p>
        </p:txBody>
      </p:sp>
      <p:sp>
        <p:nvSpPr>
          <p:cNvPr id="3428" name="pl22">
            <a:extLst>
              <a:ext uri="{FF2B5EF4-FFF2-40B4-BE49-F238E27FC236}">
                <a16:creationId xmlns:a16="http://schemas.microsoft.com/office/drawing/2014/main" id="{23BCEF10-83C9-879D-DE94-4825E65BA0F0}"/>
              </a:ext>
            </a:extLst>
          </p:cNvPr>
          <p:cNvSpPr/>
          <p:nvPr/>
        </p:nvSpPr>
        <p:spPr>
          <a:xfrm flipH="1">
            <a:off x="3599024" y="15965282"/>
            <a:ext cx="45719" cy="8746769"/>
          </a:xfrm>
          <a:custGeom>
            <a:avLst/>
            <a:gdLst/>
            <a:ahLst/>
            <a:cxnLst/>
            <a:rect l="0" t="0" r="0" b="0"/>
            <a:pathLst>
              <a:path h="3206252">
                <a:moveTo>
                  <a:pt x="0" y="3206252"/>
                </a:moveTo>
                <a:lnTo>
                  <a:pt x="0" y="0"/>
                </a:lnTo>
              </a:path>
            </a:pathLst>
          </a:custGeom>
          <a:ln w="13550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442"/>
          </a:p>
        </p:txBody>
      </p:sp>
      <p:sp>
        <p:nvSpPr>
          <p:cNvPr id="3429" name="tx23">
            <a:extLst>
              <a:ext uri="{FF2B5EF4-FFF2-40B4-BE49-F238E27FC236}">
                <a16:creationId xmlns:a16="http://schemas.microsoft.com/office/drawing/2014/main" id="{6A537AC7-5590-DE23-E874-5EE34EA158CB}"/>
              </a:ext>
            </a:extLst>
          </p:cNvPr>
          <p:cNvSpPr/>
          <p:nvPr/>
        </p:nvSpPr>
        <p:spPr>
          <a:xfrm>
            <a:off x="2768022" y="23863630"/>
            <a:ext cx="698890" cy="2158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W1-TX</a:t>
            </a:r>
          </a:p>
        </p:txBody>
      </p:sp>
      <p:sp>
        <p:nvSpPr>
          <p:cNvPr id="3430" name="tx24">
            <a:extLst>
              <a:ext uri="{FF2B5EF4-FFF2-40B4-BE49-F238E27FC236}">
                <a16:creationId xmlns:a16="http://schemas.microsoft.com/office/drawing/2014/main" id="{14F80189-39BB-5BDF-31AD-BD92F5031A18}"/>
              </a:ext>
            </a:extLst>
          </p:cNvPr>
          <p:cNvSpPr/>
          <p:nvPr/>
        </p:nvSpPr>
        <p:spPr>
          <a:xfrm>
            <a:off x="2780157" y="22810176"/>
            <a:ext cx="686754" cy="2158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W2-LA</a:t>
            </a:r>
          </a:p>
        </p:txBody>
      </p:sp>
      <p:sp>
        <p:nvSpPr>
          <p:cNvPr id="3431" name="tx25">
            <a:extLst>
              <a:ext uri="{FF2B5EF4-FFF2-40B4-BE49-F238E27FC236}">
                <a16:creationId xmlns:a16="http://schemas.microsoft.com/office/drawing/2014/main" id="{94FE4288-45EF-D676-CFA6-FEDA3078E09C}"/>
              </a:ext>
            </a:extLst>
          </p:cNvPr>
          <p:cNvSpPr/>
          <p:nvPr/>
        </p:nvSpPr>
        <p:spPr>
          <a:xfrm>
            <a:off x="2792846" y="21756721"/>
            <a:ext cx="674068" cy="2158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W3-FL</a:t>
            </a:r>
          </a:p>
        </p:txBody>
      </p:sp>
      <p:sp>
        <p:nvSpPr>
          <p:cNvPr id="3432" name="tx26">
            <a:extLst>
              <a:ext uri="{FF2B5EF4-FFF2-40B4-BE49-F238E27FC236}">
                <a16:creationId xmlns:a16="http://schemas.microsoft.com/office/drawing/2014/main" id="{F22E27F5-5234-7EAB-E469-4F77BD208FBA}"/>
              </a:ext>
            </a:extLst>
          </p:cNvPr>
          <p:cNvSpPr/>
          <p:nvPr/>
        </p:nvSpPr>
        <p:spPr>
          <a:xfrm>
            <a:off x="2755336" y="20703267"/>
            <a:ext cx="711576" cy="2158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W4-VA</a:t>
            </a:r>
          </a:p>
        </p:txBody>
      </p:sp>
      <p:sp>
        <p:nvSpPr>
          <p:cNvPr id="3433" name="tx27">
            <a:extLst>
              <a:ext uri="{FF2B5EF4-FFF2-40B4-BE49-F238E27FC236}">
                <a16:creationId xmlns:a16="http://schemas.microsoft.com/office/drawing/2014/main" id="{6732061F-E9EF-6C13-66E2-705E17B0E768}"/>
              </a:ext>
            </a:extLst>
          </p:cNvPr>
          <p:cNvSpPr/>
          <p:nvPr/>
        </p:nvSpPr>
        <p:spPr>
          <a:xfrm>
            <a:off x="2542598" y="19649812"/>
            <a:ext cx="924314" cy="2158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S1-LOLA</a:t>
            </a:r>
          </a:p>
        </p:txBody>
      </p:sp>
      <p:sp>
        <p:nvSpPr>
          <p:cNvPr id="3434" name="tx28">
            <a:extLst>
              <a:ext uri="{FF2B5EF4-FFF2-40B4-BE49-F238E27FC236}">
                <a16:creationId xmlns:a16="http://schemas.microsoft.com/office/drawing/2014/main" id="{202A1F5B-C3B8-F531-0D33-BE20B2E56EFA}"/>
              </a:ext>
            </a:extLst>
          </p:cNvPr>
          <p:cNvSpPr/>
          <p:nvPr/>
        </p:nvSpPr>
        <p:spPr>
          <a:xfrm>
            <a:off x="2505456" y="18596358"/>
            <a:ext cx="961456" cy="2158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S2-DEBY</a:t>
            </a:r>
          </a:p>
        </p:txBody>
      </p:sp>
      <p:sp>
        <p:nvSpPr>
          <p:cNvPr id="3435" name="tx29">
            <a:extLst>
              <a:ext uri="{FF2B5EF4-FFF2-40B4-BE49-F238E27FC236}">
                <a16:creationId xmlns:a16="http://schemas.microsoft.com/office/drawing/2014/main" id="{4C3EFA51-B4B4-A285-26E8-371F3834913C}"/>
              </a:ext>
            </a:extLst>
          </p:cNvPr>
          <p:cNvSpPr/>
          <p:nvPr/>
        </p:nvSpPr>
        <p:spPr>
          <a:xfrm>
            <a:off x="2730697" y="17542903"/>
            <a:ext cx="736215" cy="2158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W5-NH</a:t>
            </a:r>
          </a:p>
        </p:txBody>
      </p:sp>
      <p:sp>
        <p:nvSpPr>
          <p:cNvPr id="3436" name="tx30">
            <a:extLst>
              <a:ext uri="{FF2B5EF4-FFF2-40B4-BE49-F238E27FC236}">
                <a16:creationId xmlns:a16="http://schemas.microsoft.com/office/drawing/2014/main" id="{7496567D-0DAD-0670-ED3C-989BDDF0CD41}"/>
              </a:ext>
            </a:extLst>
          </p:cNvPr>
          <p:cNvSpPr/>
          <p:nvPr/>
        </p:nvSpPr>
        <p:spPr>
          <a:xfrm>
            <a:off x="2718011" y="16489449"/>
            <a:ext cx="748903" cy="2158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W6-ME</a:t>
            </a:r>
          </a:p>
        </p:txBody>
      </p:sp>
      <p:sp>
        <p:nvSpPr>
          <p:cNvPr id="3437" name="pl31">
            <a:extLst>
              <a:ext uri="{FF2B5EF4-FFF2-40B4-BE49-F238E27FC236}">
                <a16:creationId xmlns:a16="http://schemas.microsoft.com/office/drawing/2014/main" id="{CB2853F0-3004-790B-595D-DBCB7CB99D2F}"/>
              </a:ext>
            </a:extLst>
          </p:cNvPr>
          <p:cNvSpPr/>
          <p:nvPr/>
        </p:nvSpPr>
        <p:spPr>
          <a:xfrm>
            <a:off x="3574776" y="23971536"/>
            <a:ext cx="69965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442"/>
          </a:p>
        </p:txBody>
      </p:sp>
      <p:sp>
        <p:nvSpPr>
          <p:cNvPr id="3438" name="pl32">
            <a:extLst>
              <a:ext uri="{FF2B5EF4-FFF2-40B4-BE49-F238E27FC236}">
                <a16:creationId xmlns:a16="http://schemas.microsoft.com/office/drawing/2014/main" id="{1D2E1C87-B70E-0737-55E0-A305B9E95191}"/>
              </a:ext>
            </a:extLst>
          </p:cNvPr>
          <p:cNvSpPr/>
          <p:nvPr/>
        </p:nvSpPr>
        <p:spPr>
          <a:xfrm>
            <a:off x="3574776" y="22918079"/>
            <a:ext cx="69965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442"/>
          </a:p>
        </p:txBody>
      </p:sp>
      <p:sp>
        <p:nvSpPr>
          <p:cNvPr id="3439" name="pl33">
            <a:extLst>
              <a:ext uri="{FF2B5EF4-FFF2-40B4-BE49-F238E27FC236}">
                <a16:creationId xmlns:a16="http://schemas.microsoft.com/office/drawing/2014/main" id="{A40E4597-84E8-F2B3-987D-58116DBD45A8}"/>
              </a:ext>
            </a:extLst>
          </p:cNvPr>
          <p:cNvSpPr/>
          <p:nvPr/>
        </p:nvSpPr>
        <p:spPr>
          <a:xfrm>
            <a:off x="3574776" y="21864626"/>
            <a:ext cx="69965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442"/>
          </a:p>
        </p:txBody>
      </p:sp>
      <p:sp>
        <p:nvSpPr>
          <p:cNvPr id="3440" name="pl34">
            <a:extLst>
              <a:ext uri="{FF2B5EF4-FFF2-40B4-BE49-F238E27FC236}">
                <a16:creationId xmlns:a16="http://schemas.microsoft.com/office/drawing/2014/main" id="{02125584-763C-A67D-CEAD-5AE258882317}"/>
              </a:ext>
            </a:extLst>
          </p:cNvPr>
          <p:cNvSpPr/>
          <p:nvPr/>
        </p:nvSpPr>
        <p:spPr>
          <a:xfrm>
            <a:off x="3574776" y="20811170"/>
            <a:ext cx="69965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442"/>
          </a:p>
        </p:txBody>
      </p:sp>
      <p:sp>
        <p:nvSpPr>
          <p:cNvPr id="3441" name="pl35">
            <a:extLst>
              <a:ext uri="{FF2B5EF4-FFF2-40B4-BE49-F238E27FC236}">
                <a16:creationId xmlns:a16="http://schemas.microsoft.com/office/drawing/2014/main" id="{45C0885B-69CD-932C-1A8B-ECDC64F4FBBA}"/>
              </a:ext>
            </a:extLst>
          </p:cNvPr>
          <p:cNvSpPr/>
          <p:nvPr/>
        </p:nvSpPr>
        <p:spPr>
          <a:xfrm>
            <a:off x="3574776" y="19757717"/>
            <a:ext cx="69965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442"/>
          </a:p>
        </p:txBody>
      </p:sp>
      <p:sp>
        <p:nvSpPr>
          <p:cNvPr id="3442" name="pl36">
            <a:extLst>
              <a:ext uri="{FF2B5EF4-FFF2-40B4-BE49-F238E27FC236}">
                <a16:creationId xmlns:a16="http://schemas.microsoft.com/office/drawing/2014/main" id="{8EFD5129-D860-7113-1BB2-89547A8A9067}"/>
              </a:ext>
            </a:extLst>
          </p:cNvPr>
          <p:cNvSpPr/>
          <p:nvPr/>
        </p:nvSpPr>
        <p:spPr>
          <a:xfrm>
            <a:off x="3574776" y="18704264"/>
            <a:ext cx="69965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442"/>
          </a:p>
        </p:txBody>
      </p:sp>
      <p:sp>
        <p:nvSpPr>
          <p:cNvPr id="3443" name="pl37">
            <a:extLst>
              <a:ext uri="{FF2B5EF4-FFF2-40B4-BE49-F238E27FC236}">
                <a16:creationId xmlns:a16="http://schemas.microsoft.com/office/drawing/2014/main" id="{86B59368-3841-5A73-91DB-FAB6AFB80133}"/>
              </a:ext>
            </a:extLst>
          </p:cNvPr>
          <p:cNvSpPr/>
          <p:nvPr/>
        </p:nvSpPr>
        <p:spPr>
          <a:xfrm>
            <a:off x="3574776" y="17650808"/>
            <a:ext cx="69965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442"/>
          </a:p>
        </p:txBody>
      </p:sp>
      <p:sp>
        <p:nvSpPr>
          <p:cNvPr id="3444" name="pl38">
            <a:extLst>
              <a:ext uri="{FF2B5EF4-FFF2-40B4-BE49-F238E27FC236}">
                <a16:creationId xmlns:a16="http://schemas.microsoft.com/office/drawing/2014/main" id="{32F657CD-7CCA-1E01-D459-C6F4E041CBD8}"/>
              </a:ext>
            </a:extLst>
          </p:cNvPr>
          <p:cNvSpPr/>
          <p:nvPr/>
        </p:nvSpPr>
        <p:spPr>
          <a:xfrm>
            <a:off x="3574776" y="16597355"/>
            <a:ext cx="69965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442"/>
          </a:p>
        </p:txBody>
      </p:sp>
      <p:sp>
        <p:nvSpPr>
          <p:cNvPr id="3449" name="tx37">
            <a:extLst>
              <a:ext uri="{FF2B5EF4-FFF2-40B4-BE49-F238E27FC236}">
                <a16:creationId xmlns:a16="http://schemas.microsoft.com/office/drawing/2014/main" id="{19790989-F3B1-74FC-FFA9-70A2941C9D8F}"/>
              </a:ext>
            </a:extLst>
          </p:cNvPr>
          <p:cNvSpPr/>
          <p:nvPr/>
        </p:nvSpPr>
        <p:spPr>
          <a:xfrm rot="18900000">
            <a:off x="3574997" y="25320862"/>
            <a:ext cx="592772" cy="10259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112"/>
              </a:lnSpc>
            </a:pPr>
            <a:r>
              <a:rPr sz="2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Lewisetta</a:t>
            </a:r>
          </a:p>
        </p:txBody>
      </p:sp>
      <p:sp>
        <p:nvSpPr>
          <p:cNvPr id="3451" name="pl41">
            <a:extLst>
              <a:ext uri="{FF2B5EF4-FFF2-40B4-BE49-F238E27FC236}">
                <a16:creationId xmlns:a16="http://schemas.microsoft.com/office/drawing/2014/main" id="{2A30AD27-28C5-7FD2-654D-53A0B45F8045}"/>
              </a:ext>
            </a:extLst>
          </p:cNvPr>
          <p:cNvSpPr/>
          <p:nvPr/>
        </p:nvSpPr>
        <p:spPr>
          <a:xfrm>
            <a:off x="4261248" y="24725376"/>
            <a:ext cx="0" cy="93742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442"/>
          </a:p>
        </p:txBody>
      </p:sp>
      <p:grpSp>
        <p:nvGrpSpPr>
          <p:cNvPr id="3470" name="Group 3469">
            <a:extLst>
              <a:ext uri="{FF2B5EF4-FFF2-40B4-BE49-F238E27FC236}">
                <a16:creationId xmlns:a16="http://schemas.microsoft.com/office/drawing/2014/main" id="{227931F3-210D-CFC7-C1E6-18C6F6AD4457}"/>
              </a:ext>
            </a:extLst>
          </p:cNvPr>
          <p:cNvGrpSpPr/>
          <p:nvPr/>
        </p:nvGrpSpPr>
        <p:grpSpPr>
          <a:xfrm>
            <a:off x="3741787" y="16194686"/>
            <a:ext cx="2198152" cy="8417615"/>
            <a:chOff x="12968738" y="20322302"/>
            <a:chExt cx="782012" cy="3128052"/>
          </a:xfrm>
        </p:grpSpPr>
        <p:sp>
          <p:nvSpPr>
            <p:cNvPr id="3471" name="rc6">
              <a:extLst>
                <a:ext uri="{FF2B5EF4-FFF2-40B4-BE49-F238E27FC236}">
                  <a16:creationId xmlns:a16="http://schemas.microsoft.com/office/drawing/2014/main" id="{362F0E48-3618-4917-A957-B648836E18F8}"/>
                </a:ext>
              </a:extLst>
            </p:cNvPr>
            <p:cNvSpPr/>
            <p:nvPr/>
          </p:nvSpPr>
          <p:spPr>
            <a:xfrm>
              <a:off x="12968738" y="20713309"/>
              <a:ext cx="391006" cy="391006"/>
            </a:xfrm>
            <a:prstGeom prst="rect">
              <a:avLst/>
            </a:prstGeom>
            <a:solidFill>
              <a:srgbClr val="3B538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2" name="rc7">
              <a:extLst>
                <a:ext uri="{FF2B5EF4-FFF2-40B4-BE49-F238E27FC236}">
                  <a16:creationId xmlns:a16="http://schemas.microsoft.com/office/drawing/2014/main" id="{1AF566B6-A6CE-D963-BC66-4328CCC522FE}"/>
                </a:ext>
              </a:extLst>
            </p:cNvPr>
            <p:cNvSpPr/>
            <p:nvPr/>
          </p:nvSpPr>
          <p:spPr>
            <a:xfrm>
              <a:off x="12968738" y="21886328"/>
              <a:ext cx="391006" cy="391006"/>
            </a:xfrm>
            <a:prstGeom prst="rect">
              <a:avLst/>
            </a:prstGeom>
            <a:solidFill>
              <a:srgbClr val="94DDC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3" name="rc8">
              <a:extLst>
                <a:ext uri="{FF2B5EF4-FFF2-40B4-BE49-F238E27FC236}">
                  <a16:creationId xmlns:a16="http://schemas.microsoft.com/office/drawing/2014/main" id="{FA6C9C26-25C6-61C9-7195-5A92A64E3720}"/>
                </a:ext>
              </a:extLst>
            </p:cNvPr>
            <p:cNvSpPr/>
            <p:nvPr/>
          </p:nvSpPr>
          <p:spPr>
            <a:xfrm>
              <a:off x="12968738" y="20322302"/>
              <a:ext cx="391006" cy="391006"/>
            </a:xfrm>
            <a:prstGeom prst="rect">
              <a:avLst/>
            </a:prstGeom>
            <a:solidFill>
              <a:srgbClr val="3B396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4" name="rc9">
              <a:extLst>
                <a:ext uri="{FF2B5EF4-FFF2-40B4-BE49-F238E27FC236}">
                  <a16:creationId xmlns:a16="http://schemas.microsoft.com/office/drawing/2014/main" id="{25401D8D-CD60-6C85-3DFF-5E3D18CEA9EE}"/>
                </a:ext>
              </a:extLst>
            </p:cNvPr>
            <p:cNvSpPr/>
            <p:nvPr/>
          </p:nvSpPr>
          <p:spPr>
            <a:xfrm>
              <a:off x="12968738" y="21104315"/>
              <a:ext cx="391006" cy="391006"/>
            </a:xfrm>
            <a:prstGeom prst="rect">
              <a:avLst/>
            </a:prstGeom>
            <a:solidFill>
              <a:srgbClr val="4BB0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5" name="rc10">
              <a:extLst>
                <a:ext uri="{FF2B5EF4-FFF2-40B4-BE49-F238E27FC236}">
                  <a16:creationId xmlns:a16="http://schemas.microsoft.com/office/drawing/2014/main" id="{940DD12B-306F-9C3B-6170-ED5452B0EBEC}"/>
                </a:ext>
              </a:extLst>
            </p:cNvPr>
            <p:cNvSpPr/>
            <p:nvPr/>
          </p:nvSpPr>
          <p:spPr>
            <a:xfrm>
              <a:off x="12968738" y="22277335"/>
              <a:ext cx="391006" cy="391006"/>
            </a:xfrm>
            <a:prstGeom prst="rect">
              <a:avLst/>
            </a:prstGeom>
            <a:solidFill>
              <a:srgbClr val="3A315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6" name="rc11">
              <a:extLst>
                <a:ext uri="{FF2B5EF4-FFF2-40B4-BE49-F238E27FC236}">
                  <a16:creationId xmlns:a16="http://schemas.microsoft.com/office/drawing/2014/main" id="{09B6BC87-B24E-2E87-A661-81D40F37CD4A}"/>
                </a:ext>
              </a:extLst>
            </p:cNvPr>
            <p:cNvSpPr/>
            <p:nvPr/>
          </p:nvSpPr>
          <p:spPr>
            <a:xfrm>
              <a:off x="12968738" y="22668341"/>
              <a:ext cx="391006" cy="391006"/>
            </a:xfrm>
            <a:prstGeom prst="rect">
              <a:avLst/>
            </a:prstGeom>
            <a:solidFill>
              <a:srgbClr val="379AA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7" name="rc12">
              <a:extLst>
                <a:ext uri="{FF2B5EF4-FFF2-40B4-BE49-F238E27FC236}">
                  <a16:creationId xmlns:a16="http://schemas.microsoft.com/office/drawing/2014/main" id="{57734ED3-19F3-16BC-CD5A-0FDF291D502A}"/>
                </a:ext>
              </a:extLst>
            </p:cNvPr>
            <p:cNvSpPr/>
            <p:nvPr/>
          </p:nvSpPr>
          <p:spPr>
            <a:xfrm>
              <a:off x="12968738" y="23059348"/>
              <a:ext cx="391006" cy="391006"/>
            </a:xfrm>
            <a:prstGeom prst="rect">
              <a:avLst/>
            </a:prstGeom>
            <a:solidFill>
              <a:srgbClr val="3B559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8" name="rc13">
              <a:extLst>
                <a:ext uri="{FF2B5EF4-FFF2-40B4-BE49-F238E27FC236}">
                  <a16:creationId xmlns:a16="http://schemas.microsoft.com/office/drawing/2014/main" id="{714AA9F0-3ECC-D5F1-2863-01FD1436CD5C}"/>
                </a:ext>
              </a:extLst>
            </p:cNvPr>
            <p:cNvSpPr/>
            <p:nvPr/>
          </p:nvSpPr>
          <p:spPr>
            <a:xfrm>
              <a:off x="12968738" y="21495322"/>
              <a:ext cx="391006" cy="391006"/>
            </a:xfrm>
            <a:prstGeom prst="rect">
              <a:avLst/>
            </a:prstGeom>
            <a:solidFill>
              <a:srgbClr val="C5ED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9" name="rc14">
              <a:extLst>
                <a:ext uri="{FF2B5EF4-FFF2-40B4-BE49-F238E27FC236}">
                  <a16:creationId xmlns:a16="http://schemas.microsoft.com/office/drawing/2014/main" id="{DBD365C5-8C3B-EB13-8163-4048BC142E4C}"/>
                </a:ext>
              </a:extLst>
            </p:cNvPr>
            <p:cNvSpPr/>
            <p:nvPr/>
          </p:nvSpPr>
          <p:spPr>
            <a:xfrm>
              <a:off x="13359744" y="22277335"/>
              <a:ext cx="391006" cy="391006"/>
            </a:xfrm>
            <a:prstGeom prst="rect">
              <a:avLst/>
            </a:prstGeom>
            <a:solidFill>
              <a:srgbClr val="3A579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0" name="rc15">
              <a:extLst>
                <a:ext uri="{FF2B5EF4-FFF2-40B4-BE49-F238E27FC236}">
                  <a16:creationId xmlns:a16="http://schemas.microsoft.com/office/drawing/2014/main" id="{B2B61904-D03A-19AA-191B-0A385291A2A1}"/>
                </a:ext>
              </a:extLst>
            </p:cNvPr>
            <p:cNvSpPr/>
            <p:nvPr/>
          </p:nvSpPr>
          <p:spPr>
            <a:xfrm>
              <a:off x="13359744" y="21104315"/>
              <a:ext cx="391006" cy="391006"/>
            </a:xfrm>
            <a:prstGeom prst="rect">
              <a:avLst/>
            </a:prstGeom>
            <a:solidFill>
              <a:srgbClr val="80D7B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1" name="rc16">
              <a:extLst>
                <a:ext uri="{FF2B5EF4-FFF2-40B4-BE49-F238E27FC236}">
                  <a16:creationId xmlns:a16="http://schemas.microsoft.com/office/drawing/2014/main" id="{BA64E706-569C-15C8-7C61-F6046AEC9869}"/>
                </a:ext>
              </a:extLst>
            </p:cNvPr>
            <p:cNvSpPr/>
            <p:nvPr/>
          </p:nvSpPr>
          <p:spPr>
            <a:xfrm>
              <a:off x="13359744" y="21495322"/>
              <a:ext cx="391006" cy="391006"/>
            </a:xfrm>
            <a:prstGeom prst="rect">
              <a:avLst/>
            </a:prstGeom>
            <a:solidFill>
              <a:srgbClr val="368FA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2" name="rc17">
              <a:extLst>
                <a:ext uri="{FF2B5EF4-FFF2-40B4-BE49-F238E27FC236}">
                  <a16:creationId xmlns:a16="http://schemas.microsoft.com/office/drawing/2014/main" id="{96A0301B-FB67-1A76-7A58-4A68DFEA3613}"/>
                </a:ext>
              </a:extLst>
            </p:cNvPr>
            <p:cNvSpPr/>
            <p:nvPr/>
          </p:nvSpPr>
          <p:spPr>
            <a:xfrm>
              <a:off x="13359744" y="23059348"/>
              <a:ext cx="391006" cy="391006"/>
            </a:xfrm>
            <a:prstGeom prst="rect">
              <a:avLst/>
            </a:prstGeom>
            <a:solidFill>
              <a:srgbClr val="39609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3" name="rc18">
              <a:extLst>
                <a:ext uri="{FF2B5EF4-FFF2-40B4-BE49-F238E27FC236}">
                  <a16:creationId xmlns:a16="http://schemas.microsoft.com/office/drawing/2014/main" id="{6ABC8C0E-A4CC-5C79-2902-64E31EE401E9}"/>
                </a:ext>
              </a:extLst>
            </p:cNvPr>
            <p:cNvSpPr/>
            <p:nvPr/>
          </p:nvSpPr>
          <p:spPr>
            <a:xfrm>
              <a:off x="13359744" y="21886328"/>
              <a:ext cx="391006" cy="391006"/>
            </a:xfrm>
            <a:prstGeom prst="rect">
              <a:avLst/>
            </a:prstGeom>
            <a:solidFill>
              <a:srgbClr val="4CB1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4" name="rc19">
              <a:extLst>
                <a:ext uri="{FF2B5EF4-FFF2-40B4-BE49-F238E27FC236}">
                  <a16:creationId xmlns:a16="http://schemas.microsoft.com/office/drawing/2014/main" id="{0E42F5DD-740A-C138-CFCD-E484A1ACABC2}"/>
                </a:ext>
              </a:extLst>
            </p:cNvPr>
            <p:cNvSpPr/>
            <p:nvPr/>
          </p:nvSpPr>
          <p:spPr>
            <a:xfrm>
              <a:off x="13359744" y="22668341"/>
              <a:ext cx="391006" cy="391006"/>
            </a:xfrm>
            <a:prstGeom prst="rect">
              <a:avLst/>
            </a:prstGeom>
            <a:solidFill>
              <a:srgbClr val="3A6DA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5" name="rc20">
              <a:extLst>
                <a:ext uri="{FF2B5EF4-FFF2-40B4-BE49-F238E27FC236}">
                  <a16:creationId xmlns:a16="http://schemas.microsoft.com/office/drawing/2014/main" id="{A4FEF184-4F8C-1986-3188-059C201DB3CB}"/>
                </a:ext>
              </a:extLst>
            </p:cNvPr>
            <p:cNvSpPr/>
            <p:nvPr/>
          </p:nvSpPr>
          <p:spPr>
            <a:xfrm>
              <a:off x="13359744" y="20322302"/>
              <a:ext cx="391006" cy="391006"/>
            </a:xfrm>
            <a:prstGeom prst="rect">
              <a:avLst/>
            </a:prstGeom>
            <a:solidFill>
              <a:srgbClr val="3B548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6" name="rc21">
              <a:extLst>
                <a:ext uri="{FF2B5EF4-FFF2-40B4-BE49-F238E27FC236}">
                  <a16:creationId xmlns:a16="http://schemas.microsoft.com/office/drawing/2014/main" id="{75B2E7DB-57EF-FFB9-E5E8-7E9AA89AF8BB}"/>
                </a:ext>
              </a:extLst>
            </p:cNvPr>
            <p:cNvSpPr/>
            <p:nvPr/>
          </p:nvSpPr>
          <p:spPr>
            <a:xfrm>
              <a:off x="13359744" y="20713309"/>
              <a:ext cx="391006" cy="391006"/>
            </a:xfrm>
            <a:prstGeom prst="rect">
              <a:avLst/>
            </a:prstGeom>
            <a:solidFill>
              <a:srgbClr val="48ACA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3646" name="Group 3645">
            <a:extLst>
              <a:ext uri="{FF2B5EF4-FFF2-40B4-BE49-F238E27FC236}">
                <a16:creationId xmlns:a16="http://schemas.microsoft.com/office/drawing/2014/main" id="{88CF6140-54C9-BBBE-2A2A-711F28366CC7}"/>
              </a:ext>
            </a:extLst>
          </p:cNvPr>
          <p:cNvGrpSpPr/>
          <p:nvPr/>
        </p:nvGrpSpPr>
        <p:grpSpPr>
          <a:xfrm>
            <a:off x="8438057" y="18163903"/>
            <a:ext cx="11203255" cy="2701577"/>
            <a:chOff x="8438057" y="17868716"/>
            <a:chExt cx="11203255" cy="2701577"/>
          </a:xfrm>
        </p:grpSpPr>
        <p:sp>
          <p:nvSpPr>
            <p:cNvPr id="3379" name="pl45">
              <a:extLst>
                <a:ext uri="{FF2B5EF4-FFF2-40B4-BE49-F238E27FC236}">
                  <a16:creationId xmlns:a16="http://schemas.microsoft.com/office/drawing/2014/main" id="{58900A77-CCBC-CAD9-1BAE-F88CA72862BE}"/>
                </a:ext>
              </a:extLst>
            </p:cNvPr>
            <p:cNvSpPr/>
            <p:nvPr/>
          </p:nvSpPr>
          <p:spPr>
            <a:xfrm>
              <a:off x="9038186" y="18173768"/>
              <a:ext cx="0" cy="1674833"/>
            </a:xfrm>
            <a:custGeom>
              <a:avLst/>
              <a:gdLst/>
              <a:ahLst/>
              <a:cxnLst/>
              <a:rect l="0" t="0" r="0" b="0"/>
              <a:pathLst>
                <a:path h="1229686">
                  <a:moveTo>
                    <a:pt x="0" y="122968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320"/>
            </a:p>
          </p:txBody>
        </p:sp>
        <p:sp>
          <p:nvSpPr>
            <p:cNvPr id="3380" name="tx46">
              <a:extLst>
                <a:ext uri="{FF2B5EF4-FFF2-40B4-BE49-F238E27FC236}">
                  <a16:creationId xmlns:a16="http://schemas.microsoft.com/office/drawing/2014/main" id="{75F5A1A3-9837-3A82-0F41-C69A42812ED0}"/>
                </a:ext>
              </a:extLst>
            </p:cNvPr>
            <p:cNvSpPr/>
            <p:nvPr/>
          </p:nvSpPr>
          <p:spPr>
            <a:xfrm>
              <a:off x="8881447" y="19717922"/>
              <a:ext cx="78086" cy="1090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2112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81" name="tx47">
              <a:extLst>
                <a:ext uri="{FF2B5EF4-FFF2-40B4-BE49-F238E27FC236}">
                  <a16:creationId xmlns:a16="http://schemas.microsoft.com/office/drawing/2014/main" id="{966C4D5F-4026-F5DC-E007-D2BAAA09005C}"/>
                </a:ext>
              </a:extLst>
            </p:cNvPr>
            <p:cNvSpPr/>
            <p:nvPr/>
          </p:nvSpPr>
          <p:spPr>
            <a:xfrm>
              <a:off x="8803358" y="19275313"/>
              <a:ext cx="156174" cy="1090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2112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382" name="tx48">
              <a:extLst>
                <a:ext uri="{FF2B5EF4-FFF2-40B4-BE49-F238E27FC236}">
                  <a16:creationId xmlns:a16="http://schemas.microsoft.com/office/drawing/2014/main" id="{D157C214-0F82-D5AA-5D58-D7C91DAE0318}"/>
                </a:ext>
              </a:extLst>
            </p:cNvPr>
            <p:cNvSpPr/>
            <p:nvPr/>
          </p:nvSpPr>
          <p:spPr>
            <a:xfrm>
              <a:off x="8803358" y="18832704"/>
              <a:ext cx="156174" cy="1090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2112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383" name="tx49">
              <a:extLst>
                <a:ext uri="{FF2B5EF4-FFF2-40B4-BE49-F238E27FC236}">
                  <a16:creationId xmlns:a16="http://schemas.microsoft.com/office/drawing/2014/main" id="{EE7B46F1-61E7-A4F2-1DCE-B92268BB5DE7}"/>
                </a:ext>
              </a:extLst>
            </p:cNvPr>
            <p:cNvSpPr/>
            <p:nvPr/>
          </p:nvSpPr>
          <p:spPr>
            <a:xfrm>
              <a:off x="8803358" y="18390095"/>
              <a:ext cx="156174" cy="1090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2112"/>
                </a:lnSpc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3384" name="pl50">
              <a:extLst>
                <a:ext uri="{FF2B5EF4-FFF2-40B4-BE49-F238E27FC236}">
                  <a16:creationId xmlns:a16="http://schemas.microsoft.com/office/drawing/2014/main" id="{486650B6-C1F2-87E9-3AC1-E59B4386FFE0}"/>
                </a:ext>
              </a:extLst>
            </p:cNvPr>
            <p:cNvSpPr/>
            <p:nvPr/>
          </p:nvSpPr>
          <p:spPr>
            <a:xfrm>
              <a:off x="8994495" y="19772471"/>
              <a:ext cx="43695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320"/>
            </a:p>
          </p:txBody>
        </p:sp>
        <p:sp>
          <p:nvSpPr>
            <p:cNvPr id="3385" name="pl51">
              <a:extLst>
                <a:ext uri="{FF2B5EF4-FFF2-40B4-BE49-F238E27FC236}">
                  <a16:creationId xmlns:a16="http://schemas.microsoft.com/office/drawing/2014/main" id="{D6242D63-D4EC-A629-465C-62F1A609AF8A}"/>
                </a:ext>
              </a:extLst>
            </p:cNvPr>
            <p:cNvSpPr/>
            <p:nvPr/>
          </p:nvSpPr>
          <p:spPr>
            <a:xfrm>
              <a:off x="8994495" y="19329861"/>
              <a:ext cx="43695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320"/>
            </a:p>
          </p:txBody>
        </p:sp>
        <p:sp>
          <p:nvSpPr>
            <p:cNvPr id="3386" name="pl52">
              <a:extLst>
                <a:ext uri="{FF2B5EF4-FFF2-40B4-BE49-F238E27FC236}">
                  <a16:creationId xmlns:a16="http://schemas.microsoft.com/office/drawing/2014/main" id="{0D1CC051-9C7E-9903-13FA-EBE930A0EC38}"/>
                </a:ext>
              </a:extLst>
            </p:cNvPr>
            <p:cNvSpPr/>
            <p:nvPr/>
          </p:nvSpPr>
          <p:spPr>
            <a:xfrm>
              <a:off x="8994495" y="18887253"/>
              <a:ext cx="43695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320"/>
            </a:p>
          </p:txBody>
        </p:sp>
        <p:sp>
          <p:nvSpPr>
            <p:cNvPr id="3387" name="pl53">
              <a:extLst>
                <a:ext uri="{FF2B5EF4-FFF2-40B4-BE49-F238E27FC236}">
                  <a16:creationId xmlns:a16="http://schemas.microsoft.com/office/drawing/2014/main" id="{AEB1920E-75A4-2826-5C1B-A7222DEAC34E}"/>
                </a:ext>
              </a:extLst>
            </p:cNvPr>
            <p:cNvSpPr/>
            <p:nvPr/>
          </p:nvSpPr>
          <p:spPr>
            <a:xfrm>
              <a:off x="8994495" y="18444643"/>
              <a:ext cx="43695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320"/>
            </a:p>
          </p:txBody>
        </p:sp>
        <p:sp>
          <p:nvSpPr>
            <p:cNvPr id="3388" name="tx76">
              <a:extLst>
                <a:ext uri="{FF2B5EF4-FFF2-40B4-BE49-F238E27FC236}">
                  <a16:creationId xmlns:a16="http://schemas.microsoft.com/office/drawing/2014/main" id="{4F613E99-382C-300D-755F-6A702FC780D8}"/>
                </a:ext>
              </a:extLst>
            </p:cNvPr>
            <p:cNvSpPr/>
            <p:nvPr/>
          </p:nvSpPr>
          <p:spPr>
            <a:xfrm rot="16200000">
              <a:off x="8064531" y="19022745"/>
              <a:ext cx="872907" cy="1258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2640"/>
                </a:lnSpc>
              </a:pPr>
              <a:r>
                <a:rPr sz="165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Temp (ºC)</a:t>
              </a:r>
            </a:p>
          </p:txBody>
        </p:sp>
        <p:sp>
          <p:nvSpPr>
            <p:cNvPr id="3389" name="pl19">
              <a:extLst>
                <a:ext uri="{FF2B5EF4-FFF2-40B4-BE49-F238E27FC236}">
                  <a16:creationId xmlns:a16="http://schemas.microsoft.com/office/drawing/2014/main" id="{FEDEBF36-6EC5-0B45-D567-84485AC473C3}"/>
                </a:ext>
              </a:extLst>
            </p:cNvPr>
            <p:cNvSpPr/>
            <p:nvPr/>
          </p:nvSpPr>
          <p:spPr>
            <a:xfrm>
              <a:off x="9632087" y="19853730"/>
              <a:ext cx="0" cy="47389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320"/>
            </a:p>
          </p:txBody>
        </p:sp>
        <p:sp>
          <p:nvSpPr>
            <p:cNvPr id="3390" name="pl20">
              <a:extLst>
                <a:ext uri="{FF2B5EF4-FFF2-40B4-BE49-F238E27FC236}">
                  <a16:creationId xmlns:a16="http://schemas.microsoft.com/office/drawing/2014/main" id="{547ABC44-9F22-FE6D-A69D-E610004B84D6}"/>
                </a:ext>
              </a:extLst>
            </p:cNvPr>
            <p:cNvSpPr/>
            <p:nvPr/>
          </p:nvSpPr>
          <p:spPr>
            <a:xfrm>
              <a:off x="10584931" y="19853730"/>
              <a:ext cx="0" cy="47389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320"/>
            </a:p>
          </p:txBody>
        </p:sp>
        <p:sp>
          <p:nvSpPr>
            <p:cNvPr id="3391" name="pl21">
              <a:extLst>
                <a:ext uri="{FF2B5EF4-FFF2-40B4-BE49-F238E27FC236}">
                  <a16:creationId xmlns:a16="http://schemas.microsoft.com/office/drawing/2014/main" id="{EDE8BA04-137B-60C9-24E5-101654FF7D69}"/>
                </a:ext>
              </a:extLst>
            </p:cNvPr>
            <p:cNvSpPr/>
            <p:nvPr/>
          </p:nvSpPr>
          <p:spPr>
            <a:xfrm>
              <a:off x="11537777" y="19853730"/>
              <a:ext cx="0" cy="47389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320"/>
            </a:p>
          </p:txBody>
        </p:sp>
        <p:sp>
          <p:nvSpPr>
            <p:cNvPr id="3392" name="pl22">
              <a:extLst>
                <a:ext uri="{FF2B5EF4-FFF2-40B4-BE49-F238E27FC236}">
                  <a16:creationId xmlns:a16="http://schemas.microsoft.com/office/drawing/2014/main" id="{AF62A5D8-0236-CE58-5961-D0A07541CF20}"/>
                </a:ext>
              </a:extLst>
            </p:cNvPr>
            <p:cNvSpPr/>
            <p:nvPr/>
          </p:nvSpPr>
          <p:spPr>
            <a:xfrm>
              <a:off x="12490621" y="19853730"/>
              <a:ext cx="0" cy="47389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320"/>
            </a:p>
          </p:txBody>
        </p:sp>
        <p:sp>
          <p:nvSpPr>
            <p:cNvPr id="3393" name="pl23">
              <a:extLst>
                <a:ext uri="{FF2B5EF4-FFF2-40B4-BE49-F238E27FC236}">
                  <a16:creationId xmlns:a16="http://schemas.microsoft.com/office/drawing/2014/main" id="{4F1A785A-7ACE-A782-D387-9B390EE162D9}"/>
                </a:ext>
              </a:extLst>
            </p:cNvPr>
            <p:cNvSpPr/>
            <p:nvPr/>
          </p:nvSpPr>
          <p:spPr>
            <a:xfrm>
              <a:off x="13443464" y="19853730"/>
              <a:ext cx="0" cy="47389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320"/>
            </a:p>
          </p:txBody>
        </p:sp>
        <p:sp>
          <p:nvSpPr>
            <p:cNvPr id="3394" name="pl24">
              <a:extLst>
                <a:ext uri="{FF2B5EF4-FFF2-40B4-BE49-F238E27FC236}">
                  <a16:creationId xmlns:a16="http://schemas.microsoft.com/office/drawing/2014/main" id="{2531D9B9-2CD0-9B9D-1B61-69490B6C2FCB}"/>
                </a:ext>
              </a:extLst>
            </p:cNvPr>
            <p:cNvSpPr/>
            <p:nvPr/>
          </p:nvSpPr>
          <p:spPr>
            <a:xfrm>
              <a:off x="14396308" y="19853730"/>
              <a:ext cx="0" cy="47389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320"/>
            </a:p>
          </p:txBody>
        </p:sp>
        <p:sp>
          <p:nvSpPr>
            <p:cNvPr id="3395" name="pl25">
              <a:extLst>
                <a:ext uri="{FF2B5EF4-FFF2-40B4-BE49-F238E27FC236}">
                  <a16:creationId xmlns:a16="http://schemas.microsoft.com/office/drawing/2014/main" id="{3447A560-72FD-0986-2F6F-B3337266B4B5}"/>
                </a:ext>
              </a:extLst>
            </p:cNvPr>
            <p:cNvSpPr/>
            <p:nvPr/>
          </p:nvSpPr>
          <p:spPr>
            <a:xfrm>
              <a:off x="15349154" y="19853730"/>
              <a:ext cx="0" cy="47389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320"/>
            </a:p>
          </p:txBody>
        </p:sp>
        <p:sp>
          <p:nvSpPr>
            <p:cNvPr id="3396" name="pl26">
              <a:extLst>
                <a:ext uri="{FF2B5EF4-FFF2-40B4-BE49-F238E27FC236}">
                  <a16:creationId xmlns:a16="http://schemas.microsoft.com/office/drawing/2014/main" id="{3DDEA886-50AF-5545-5AD7-14DA7C44BA31}"/>
                </a:ext>
              </a:extLst>
            </p:cNvPr>
            <p:cNvSpPr/>
            <p:nvPr/>
          </p:nvSpPr>
          <p:spPr>
            <a:xfrm>
              <a:off x="16301998" y="19853730"/>
              <a:ext cx="0" cy="47389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320"/>
            </a:p>
          </p:txBody>
        </p:sp>
        <p:sp>
          <p:nvSpPr>
            <p:cNvPr id="3397" name="pl27">
              <a:extLst>
                <a:ext uri="{FF2B5EF4-FFF2-40B4-BE49-F238E27FC236}">
                  <a16:creationId xmlns:a16="http://schemas.microsoft.com/office/drawing/2014/main" id="{5FA43F7F-1FA8-F03A-4F5C-0D973021C3CD}"/>
                </a:ext>
              </a:extLst>
            </p:cNvPr>
            <p:cNvSpPr/>
            <p:nvPr/>
          </p:nvSpPr>
          <p:spPr>
            <a:xfrm>
              <a:off x="18111199" y="19853730"/>
              <a:ext cx="0" cy="47389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320"/>
            </a:p>
          </p:txBody>
        </p:sp>
        <p:sp>
          <p:nvSpPr>
            <p:cNvPr id="3398" name="pl28">
              <a:extLst>
                <a:ext uri="{FF2B5EF4-FFF2-40B4-BE49-F238E27FC236}">
                  <a16:creationId xmlns:a16="http://schemas.microsoft.com/office/drawing/2014/main" id="{C25AC224-57D3-23DF-7AEC-9FCB5FB6DC3F}"/>
                </a:ext>
              </a:extLst>
            </p:cNvPr>
            <p:cNvSpPr/>
            <p:nvPr/>
          </p:nvSpPr>
          <p:spPr>
            <a:xfrm>
              <a:off x="19064042" y="19853730"/>
              <a:ext cx="0" cy="47389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320"/>
            </a:p>
          </p:txBody>
        </p:sp>
        <p:sp>
          <p:nvSpPr>
            <p:cNvPr id="3399" name="tx29">
              <a:extLst>
                <a:ext uri="{FF2B5EF4-FFF2-40B4-BE49-F238E27FC236}">
                  <a16:creationId xmlns:a16="http://schemas.microsoft.com/office/drawing/2014/main" id="{9D41515B-F6E7-18AD-3E39-555EDC7CAD41}"/>
                </a:ext>
              </a:extLst>
            </p:cNvPr>
            <p:cNvSpPr/>
            <p:nvPr/>
          </p:nvSpPr>
          <p:spPr>
            <a:xfrm rot="18900000">
              <a:off x="9295091" y="20377448"/>
              <a:ext cx="436482" cy="1090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2112"/>
                </a:lnSpc>
              </a:pPr>
              <a:r>
                <a:rPr sz="2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W1-TX</a:t>
              </a:r>
            </a:p>
          </p:txBody>
        </p:sp>
        <p:sp>
          <p:nvSpPr>
            <p:cNvPr id="3400" name="tx30">
              <a:extLst>
                <a:ext uri="{FF2B5EF4-FFF2-40B4-BE49-F238E27FC236}">
                  <a16:creationId xmlns:a16="http://schemas.microsoft.com/office/drawing/2014/main" id="{BDF63476-D4C5-BE1E-9DEA-C2997934F795}"/>
                </a:ext>
              </a:extLst>
            </p:cNvPr>
            <p:cNvSpPr/>
            <p:nvPr/>
          </p:nvSpPr>
          <p:spPr>
            <a:xfrm rot="18900000">
              <a:off x="10254406" y="20374541"/>
              <a:ext cx="428904" cy="1090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2112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W2-LA</a:t>
              </a:r>
            </a:p>
          </p:txBody>
        </p:sp>
        <p:sp>
          <p:nvSpPr>
            <p:cNvPr id="3401" name="tx31">
              <a:extLst>
                <a:ext uri="{FF2B5EF4-FFF2-40B4-BE49-F238E27FC236}">
                  <a16:creationId xmlns:a16="http://schemas.microsoft.com/office/drawing/2014/main" id="{70EA0A2E-25FF-963C-AB2F-C284B5C5B9C5}"/>
                </a:ext>
              </a:extLst>
            </p:cNvPr>
            <p:cNvSpPr/>
            <p:nvPr/>
          </p:nvSpPr>
          <p:spPr>
            <a:xfrm rot="18900000">
              <a:off x="11214018" y="20371503"/>
              <a:ext cx="420981" cy="1090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2112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W3-FL</a:t>
              </a:r>
            </a:p>
          </p:txBody>
        </p:sp>
        <p:sp>
          <p:nvSpPr>
            <p:cNvPr id="3402" name="tx32">
              <a:extLst>
                <a:ext uri="{FF2B5EF4-FFF2-40B4-BE49-F238E27FC236}">
                  <a16:creationId xmlns:a16="http://schemas.microsoft.com/office/drawing/2014/main" id="{01970E23-77E3-EE12-20C5-F0DC12E2C1C6}"/>
                </a:ext>
              </a:extLst>
            </p:cNvPr>
            <p:cNvSpPr/>
            <p:nvPr/>
          </p:nvSpPr>
          <p:spPr>
            <a:xfrm rot="18900000">
              <a:off x="12146867" y="20380486"/>
              <a:ext cx="444407" cy="1090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2112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W4-VA</a:t>
              </a:r>
            </a:p>
          </p:txBody>
        </p:sp>
        <p:sp>
          <p:nvSpPr>
            <p:cNvPr id="3403" name="tx33">
              <a:extLst>
                <a:ext uri="{FF2B5EF4-FFF2-40B4-BE49-F238E27FC236}">
                  <a16:creationId xmlns:a16="http://schemas.microsoft.com/office/drawing/2014/main" id="{25015B53-A81B-7072-03E3-FA8DB14CA743}"/>
                </a:ext>
              </a:extLst>
            </p:cNvPr>
            <p:cNvSpPr/>
            <p:nvPr/>
          </p:nvSpPr>
          <p:spPr>
            <a:xfrm rot="18900000">
              <a:off x="12986302" y="20431430"/>
              <a:ext cx="577268" cy="1090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2112"/>
                </a:lnSpc>
              </a:pPr>
              <a:r>
                <a:rPr sz="2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S1-LOLA</a:t>
              </a:r>
            </a:p>
          </p:txBody>
        </p:sp>
        <p:sp>
          <p:nvSpPr>
            <p:cNvPr id="3404" name="tx34">
              <a:extLst>
                <a:ext uri="{FF2B5EF4-FFF2-40B4-BE49-F238E27FC236}">
                  <a16:creationId xmlns:a16="http://schemas.microsoft.com/office/drawing/2014/main" id="{F32C5D0F-D464-ADBA-B399-41BF285C1063}"/>
                </a:ext>
              </a:extLst>
            </p:cNvPr>
            <p:cNvSpPr/>
            <p:nvPr/>
          </p:nvSpPr>
          <p:spPr>
            <a:xfrm rot="18900000">
              <a:off x="13919349" y="20440327"/>
              <a:ext cx="600465" cy="1090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2112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S2-DEBY</a:t>
              </a:r>
            </a:p>
          </p:txBody>
        </p:sp>
        <p:sp>
          <p:nvSpPr>
            <p:cNvPr id="3405" name="tx35">
              <a:extLst>
                <a:ext uri="{FF2B5EF4-FFF2-40B4-BE49-F238E27FC236}">
                  <a16:creationId xmlns:a16="http://schemas.microsoft.com/office/drawing/2014/main" id="{B28042C7-3728-4E8D-D48C-4439E66DB88F}"/>
                </a:ext>
              </a:extLst>
            </p:cNvPr>
            <p:cNvSpPr/>
            <p:nvPr/>
          </p:nvSpPr>
          <p:spPr>
            <a:xfrm rot="18900000">
              <a:off x="14992261" y="20386386"/>
              <a:ext cx="459794" cy="1090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2112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W5-NH</a:t>
              </a:r>
            </a:p>
          </p:txBody>
        </p:sp>
        <p:sp>
          <p:nvSpPr>
            <p:cNvPr id="3406" name="tx36">
              <a:extLst>
                <a:ext uri="{FF2B5EF4-FFF2-40B4-BE49-F238E27FC236}">
                  <a16:creationId xmlns:a16="http://schemas.microsoft.com/office/drawing/2014/main" id="{6C96A8B3-D7A3-BC13-2A28-9510144050FB}"/>
                </a:ext>
              </a:extLst>
            </p:cNvPr>
            <p:cNvSpPr/>
            <p:nvPr/>
          </p:nvSpPr>
          <p:spPr>
            <a:xfrm rot="18900000">
              <a:off x="15938346" y="20389424"/>
              <a:ext cx="467717" cy="1090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2112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W6-ME</a:t>
              </a:r>
            </a:p>
          </p:txBody>
        </p:sp>
        <p:sp>
          <p:nvSpPr>
            <p:cNvPr id="3407" name="tx37">
              <a:extLst>
                <a:ext uri="{FF2B5EF4-FFF2-40B4-BE49-F238E27FC236}">
                  <a16:creationId xmlns:a16="http://schemas.microsoft.com/office/drawing/2014/main" id="{BEA0C462-FC9A-5473-DEE0-4462D98D0685}"/>
                </a:ext>
              </a:extLst>
            </p:cNvPr>
            <p:cNvSpPr/>
            <p:nvPr/>
          </p:nvSpPr>
          <p:spPr>
            <a:xfrm rot="18900000">
              <a:off x="17640805" y="20437376"/>
              <a:ext cx="592772" cy="1090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2112"/>
                </a:lnSpc>
              </a:pPr>
              <a:r>
                <a:rPr sz="2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3408" name="tx38">
              <a:extLst>
                <a:ext uri="{FF2B5EF4-FFF2-40B4-BE49-F238E27FC236}">
                  <a16:creationId xmlns:a16="http://schemas.microsoft.com/office/drawing/2014/main" id="{80A1C710-A468-E326-3DED-F25146F57DC4}"/>
                </a:ext>
              </a:extLst>
            </p:cNvPr>
            <p:cNvSpPr/>
            <p:nvPr/>
          </p:nvSpPr>
          <p:spPr>
            <a:xfrm rot="18900000">
              <a:off x="18540624" y="20461196"/>
              <a:ext cx="654897" cy="1090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2112"/>
                </a:lnSpc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 River</a:t>
              </a:r>
            </a:p>
          </p:txBody>
        </p:sp>
        <p:sp>
          <p:nvSpPr>
            <p:cNvPr id="3412" name="pl18">
              <a:extLst>
                <a:ext uri="{FF2B5EF4-FFF2-40B4-BE49-F238E27FC236}">
                  <a16:creationId xmlns:a16="http://schemas.microsoft.com/office/drawing/2014/main" id="{2AC59EE9-A9F6-9E8F-2498-EDDA448B22C3}"/>
                </a:ext>
              </a:extLst>
            </p:cNvPr>
            <p:cNvSpPr/>
            <p:nvPr/>
          </p:nvSpPr>
          <p:spPr>
            <a:xfrm flipV="1">
              <a:off x="9034971" y="19678320"/>
              <a:ext cx="7796991" cy="175401"/>
            </a:xfrm>
            <a:custGeom>
              <a:avLst/>
              <a:gdLst/>
              <a:ahLst/>
              <a:cxnLst/>
              <a:rect l="0" t="0" r="0" b="0"/>
              <a:pathLst>
                <a:path w="7739068">
                  <a:moveTo>
                    <a:pt x="0" y="0"/>
                  </a:moveTo>
                  <a:lnTo>
                    <a:pt x="7739068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320"/>
            </a:p>
          </p:txBody>
        </p:sp>
        <p:sp>
          <p:nvSpPr>
            <p:cNvPr id="3413" name="pl18">
              <a:extLst>
                <a:ext uri="{FF2B5EF4-FFF2-40B4-BE49-F238E27FC236}">
                  <a16:creationId xmlns:a16="http://schemas.microsoft.com/office/drawing/2014/main" id="{214A88D6-8DE3-690D-8294-85D7F7A264DB}"/>
                </a:ext>
              </a:extLst>
            </p:cNvPr>
            <p:cNvSpPr/>
            <p:nvPr/>
          </p:nvSpPr>
          <p:spPr>
            <a:xfrm flipV="1">
              <a:off x="17699273" y="19678320"/>
              <a:ext cx="1837944" cy="168019"/>
            </a:xfrm>
            <a:custGeom>
              <a:avLst/>
              <a:gdLst/>
              <a:ahLst/>
              <a:cxnLst/>
              <a:rect l="0" t="0" r="0" b="0"/>
              <a:pathLst>
                <a:path w="7739068">
                  <a:moveTo>
                    <a:pt x="0" y="0"/>
                  </a:moveTo>
                  <a:lnTo>
                    <a:pt x="7739068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320"/>
            </a:p>
          </p:txBody>
        </p:sp>
        <p:sp>
          <p:nvSpPr>
            <p:cNvPr id="3414" name="tx98">
              <a:extLst>
                <a:ext uri="{FF2B5EF4-FFF2-40B4-BE49-F238E27FC236}">
                  <a16:creationId xmlns:a16="http://schemas.microsoft.com/office/drawing/2014/main" id="{2CCB173E-2733-1631-4D1D-2766F3FA4A88}"/>
                </a:ext>
              </a:extLst>
            </p:cNvPr>
            <p:cNvSpPr/>
            <p:nvPr/>
          </p:nvSpPr>
          <p:spPr>
            <a:xfrm>
              <a:off x="9229800" y="17868716"/>
              <a:ext cx="2234885" cy="2120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980"/>
                </a:lnSpc>
              </a:pPr>
              <a:r>
                <a:rPr lang="en-US" sz="3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(D) Temperature</a:t>
              </a:r>
              <a:endParaRPr sz="3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endParaRPr>
            </a:p>
          </p:txBody>
        </p:sp>
        <p:pic>
          <p:nvPicPr>
            <p:cNvPr id="3564" name="pic44">
              <a:extLst>
                <a:ext uri="{FF2B5EF4-FFF2-40B4-BE49-F238E27FC236}">
                  <a16:creationId xmlns:a16="http://schemas.microsoft.com/office/drawing/2014/main" id="{B421630F-A809-04AF-6BBB-AB181473B918}"/>
                </a:ext>
              </a:extLst>
            </p:cNvPr>
            <p:cNvPicPr/>
            <p:nvPr/>
          </p:nvPicPr>
          <p:blipFill>
            <a:blip r:embed="rId4" cstate="print"/>
            <a:srcRect r="21361"/>
            <a:stretch>
              <a:fillRect/>
            </a:stretch>
          </p:blipFill>
          <p:spPr>
            <a:xfrm>
              <a:off x="9035333" y="18195771"/>
              <a:ext cx="7683299" cy="1661597"/>
            </a:xfrm>
            <a:prstGeom prst="rect">
              <a:avLst/>
            </a:prstGeom>
          </p:spPr>
        </p:pic>
        <p:pic>
          <p:nvPicPr>
            <p:cNvPr id="3565" name="pic44">
              <a:extLst>
                <a:ext uri="{FF2B5EF4-FFF2-40B4-BE49-F238E27FC236}">
                  <a16:creationId xmlns:a16="http://schemas.microsoft.com/office/drawing/2014/main" id="{C54554A1-27CC-F3F6-E729-5ED87AC44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 l="79197"/>
            <a:stretch>
              <a:fillRect/>
            </a:stretch>
          </p:blipFill>
          <p:spPr>
            <a:xfrm>
              <a:off x="17611344" y="18159984"/>
              <a:ext cx="2029968" cy="1659527"/>
            </a:xfrm>
            <a:prstGeom prst="rect">
              <a:avLst/>
            </a:prstGeom>
          </p:spPr>
        </p:pic>
      </p:grpSp>
      <p:pic>
        <p:nvPicPr>
          <p:cNvPr id="3567" name="pic6">
            <a:extLst>
              <a:ext uri="{FF2B5EF4-FFF2-40B4-BE49-F238E27FC236}">
                <a16:creationId xmlns:a16="http://schemas.microsoft.com/office/drawing/2014/main" id="{B4B23F95-AFA0-0E8C-08E2-F9DCC25D39DC}"/>
              </a:ext>
            </a:extLst>
          </p:cNvPr>
          <p:cNvPicPr/>
          <p:nvPr/>
        </p:nvPicPr>
        <p:blipFill>
          <a:blip r:embed="rId5" cstate="print"/>
          <a:srcRect r="21361"/>
          <a:stretch>
            <a:fillRect/>
          </a:stretch>
        </p:blipFill>
        <p:spPr>
          <a:xfrm>
            <a:off x="9035333" y="14840712"/>
            <a:ext cx="7683299" cy="1661597"/>
          </a:xfrm>
          <a:prstGeom prst="rect">
            <a:avLst/>
          </a:prstGeom>
        </p:spPr>
      </p:pic>
      <p:pic>
        <p:nvPicPr>
          <p:cNvPr id="3568" name="pic6">
            <a:extLst>
              <a:ext uri="{FF2B5EF4-FFF2-40B4-BE49-F238E27FC236}">
                <a16:creationId xmlns:a16="http://schemas.microsoft.com/office/drawing/2014/main" id="{5F147F7A-56BE-ED6A-41E3-7FE6C25B4686}"/>
              </a:ext>
            </a:extLst>
          </p:cNvPr>
          <p:cNvPicPr/>
          <p:nvPr/>
        </p:nvPicPr>
        <p:blipFill>
          <a:blip r:embed="rId5" cstate="print"/>
          <a:srcRect l="79223"/>
          <a:stretch>
            <a:fillRect/>
          </a:stretch>
        </p:blipFill>
        <p:spPr>
          <a:xfrm>
            <a:off x="17642026" y="14798258"/>
            <a:ext cx="2029968" cy="1661597"/>
          </a:xfrm>
          <a:prstGeom prst="rect">
            <a:avLst/>
          </a:prstGeom>
        </p:spPr>
      </p:pic>
      <p:sp>
        <p:nvSpPr>
          <p:cNvPr id="3649" name="rc6">
            <a:extLst>
              <a:ext uri="{FF2B5EF4-FFF2-40B4-BE49-F238E27FC236}">
                <a16:creationId xmlns:a16="http://schemas.microsoft.com/office/drawing/2014/main" id="{DEBCDF99-3051-A656-441E-73642E3397DE}"/>
              </a:ext>
            </a:extLst>
          </p:cNvPr>
          <p:cNvSpPr/>
          <p:nvPr/>
        </p:nvSpPr>
        <p:spPr>
          <a:xfrm>
            <a:off x="17582728" y="23656151"/>
            <a:ext cx="966231" cy="1011798"/>
          </a:xfrm>
          <a:prstGeom prst="rect">
            <a:avLst/>
          </a:prstGeom>
          <a:solidFill>
            <a:srgbClr val="EC5960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650" name="rc7">
            <a:extLst>
              <a:ext uri="{FF2B5EF4-FFF2-40B4-BE49-F238E27FC236}">
                <a16:creationId xmlns:a16="http://schemas.microsoft.com/office/drawing/2014/main" id="{FB2046CF-ACC2-907A-F2BD-656ABFF5ECE7}"/>
              </a:ext>
            </a:extLst>
          </p:cNvPr>
          <p:cNvSpPr/>
          <p:nvPr/>
        </p:nvSpPr>
        <p:spPr>
          <a:xfrm>
            <a:off x="17582728" y="22644351"/>
            <a:ext cx="966231" cy="1011798"/>
          </a:xfrm>
          <a:prstGeom prst="rect">
            <a:avLst/>
          </a:prstGeom>
          <a:solidFill>
            <a:srgbClr val="FCFDBF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651" name="rc24">
            <a:extLst>
              <a:ext uri="{FF2B5EF4-FFF2-40B4-BE49-F238E27FC236}">
                <a16:creationId xmlns:a16="http://schemas.microsoft.com/office/drawing/2014/main" id="{70794BC6-3B61-8195-0592-D0D619E9CB4A}"/>
              </a:ext>
            </a:extLst>
          </p:cNvPr>
          <p:cNvSpPr/>
          <p:nvPr/>
        </p:nvSpPr>
        <p:spPr>
          <a:xfrm>
            <a:off x="18548959" y="23656151"/>
            <a:ext cx="966231" cy="1011798"/>
          </a:xfrm>
          <a:prstGeom prst="rect">
            <a:avLst/>
          </a:prstGeom>
          <a:solidFill>
            <a:srgbClr val="772281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652" name="rc25">
            <a:extLst>
              <a:ext uri="{FF2B5EF4-FFF2-40B4-BE49-F238E27FC236}">
                <a16:creationId xmlns:a16="http://schemas.microsoft.com/office/drawing/2014/main" id="{D0C58ADD-E71F-49A3-10D4-0FF00848F731}"/>
              </a:ext>
            </a:extLst>
          </p:cNvPr>
          <p:cNvSpPr/>
          <p:nvPr/>
        </p:nvSpPr>
        <p:spPr>
          <a:xfrm>
            <a:off x="18548959" y="22644351"/>
            <a:ext cx="966231" cy="1011798"/>
          </a:xfrm>
          <a:prstGeom prst="rect">
            <a:avLst/>
          </a:prstGeom>
          <a:solidFill>
            <a:srgbClr val="FA805E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653" name="tx26">
            <a:extLst>
              <a:ext uri="{FF2B5EF4-FFF2-40B4-BE49-F238E27FC236}">
                <a16:creationId xmlns:a16="http://schemas.microsoft.com/office/drawing/2014/main" id="{7EADAB3D-6387-3944-233F-8AF1D793E98A}"/>
              </a:ext>
            </a:extLst>
          </p:cNvPr>
          <p:cNvSpPr/>
          <p:nvPr/>
        </p:nvSpPr>
        <p:spPr>
          <a:xfrm>
            <a:off x="17867311" y="24168634"/>
            <a:ext cx="397066" cy="1532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0.35</a:t>
            </a:r>
          </a:p>
        </p:txBody>
      </p:sp>
      <p:sp>
        <p:nvSpPr>
          <p:cNvPr id="3654" name="tx27">
            <a:extLst>
              <a:ext uri="{FF2B5EF4-FFF2-40B4-BE49-F238E27FC236}">
                <a16:creationId xmlns:a16="http://schemas.microsoft.com/office/drawing/2014/main" id="{C8ECFF8F-C08C-5B9E-028A-193B5D92F47F}"/>
              </a:ext>
            </a:extLst>
          </p:cNvPr>
          <p:cNvSpPr/>
          <p:nvPr/>
        </p:nvSpPr>
        <p:spPr>
          <a:xfrm>
            <a:off x="18009101" y="23088514"/>
            <a:ext cx="113486" cy="1532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</a:t>
            </a:r>
          </a:p>
        </p:txBody>
      </p:sp>
      <p:sp>
        <p:nvSpPr>
          <p:cNvPr id="3655" name="tx44">
            <a:extLst>
              <a:ext uri="{FF2B5EF4-FFF2-40B4-BE49-F238E27FC236}">
                <a16:creationId xmlns:a16="http://schemas.microsoft.com/office/drawing/2014/main" id="{FD4ED90C-2EB9-670B-A282-9876765A132F}"/>
              </a:ext>
            </a:extLst>
          </p:cNvPr>
          <p:cNvSpPr/>
          <p:nvPr/>
        </p:nvSpPr>
        <p:spPr>
          <a:xfrm>
            <a:off x="18833542" y="24168634"/>
            <a:ext cx="397066" cy="1532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>
                    <a:alpha val="100000"/>
                  </a:srgbClr>
                </a:solidFill>
                <a:latin typeface="Helvetica"/>
                <a:cs typeface="Helvetica"/>
              </a:rPr>
              <a:t>0.65</a:t>
            </a:r>
          </a:p>
        </p:txBody>
      </p:sp>
      <p:sp>
        <p:nvSpPr>
          <p:cNvPr id="3656" name="tx45">
            <a:extLst>
              <a:ext uri="{FF2B5EF4-FFF2-40B4-BE49-F238E27FC236}">
                <a16:creationId xmlns:a16="http://schemas.microsoft.com/office/drawing/2014/main" id="{1759B980-A909-A237-6B8B-0FE1E184ADB7}"/>
              </a:ext>
            </a:extLst>
          </p:cNvPr>
          <p:cNvSpPr/>
          <p:nvPr/>
        </p:nvSpPr>
        <p:spPr>
          <a:xfrm>
            <a:off x="18833542" y="23088514"/>
            <a:ext cx="397066" cy="1532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0.27</a:t>
            </a:r>
          </a:p>
        </p:txBody>
      </p:sp>
      <p:sp>
        <p:nvSpPr>
          <p:cNvPr id="3659" name="rc8">
            <a:extLst>
              <a:ext uri="{FF2B5EF4-FFF2-40B4-BE49-F238E27FC236}">
                <a16:creationId xmlns:a16="http://schemas.microsoft.com/office/drawing/2014/main" id="{63D64023-52F1-1566-AACA-E4B1AEC84854}"/>
              </a:ext>
            </a:extLst>
          </p:cNvPr>
          <p:cNvSpPr/>
          <p:nvPr/>
        </p:nvSpPr>
        <p:spPr>
          <a:xfrm>
            <a:off x="12866053" y="23653845"/>
            <a:ext cx="972425" cy="1014104"/>
          </a:xfrm>
          <a:prstGeom prst="rect">
            <a:avLst/>
          </a:prstGeom>
          <a:solidFill>
            <a:srgbClr val="EC5960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660" name="rc9">
            <a:extLst>
              <a:ext uri="{FF2B5EF4-FFF2-40B4-BE49-F238E27FC236}">
                <a16:creationId xmlns:a16="http://schemas.microsoft.com/office/drawing/2014/main" id="{BD2FE52B-470A-1D44-235D-C6B2F26A1B60}"/>
              </a:ext>
            </a:extLst>
          </p:cNvPr>
          <p:cNvSpPr/>
          <p:nvPr/>
        </p:nvSpPr>
        <p:spPr>
          <a:xfrm>
            <a:off x="12866053" y="22639740"/>
            <a:ext cx="972425" cy="1014104"/>
          </a:xfrm>
          <a:prstGeom prst="rect">
            <a:avLst/>
          </a:prstGeom>
          <a:solidFill>
            <a:srgbClr val="FCFDBF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661" name="rc10">
            <a:extLst>
              <a:ext uri="{FF2B5EF4-FFF2-40B4-BE49-F238E27FC236}">
                <a16:creationId xmlns:a16="http://schemas.microsoft.com/office/drawing/2014/main" id="{AD21D41E-D4BA-0564-219D-4B63F702EF5F}"/>
              </a:ext>
            </a:extLst>
          </p:cNvPr>
          <p:cNvSpPr/>
          <p:nvPr/>
        </p:nvSpPr>
        <p:spPr>
          <a:xfrm>
            <a:off x="13838478" y="23653845"/>
            <a:ext cx="972425" cy="1014104"/>
          </a:xfrm>
          <a:prstGeom prst="rect">
            <a:avLst/>
          </a:prstGeom>
          <a:solidFill>
            <a:srgbClr val="772281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662" name="rc11">
            <a:extLst>
              <a:ext uri="{FF2B5EF4-FFF2-40B4-BE49-F238E27FC236}">
                <a16:creationId xmlns:a16="http://schemas.microsoft.com/office/drawing/2014/main" id="{A0456AED-EFDA-3A93-959E-50B1739A3E3B}"/>
              </a:ext>
            </a:extLst>
          </p:cNvPr>
          <p:cNvSpPr/>
          <p:nvPr/>
        </p:nvSpPr>
        <p:spPr>
          <a:xfrm>
            <a:off x="13838478" y="22639740"/>
            <a:ext cx="972425" cy="1014104"/>
          </a:xfrm>
          <a:prstGeom prst="rect">
            <a:avLst/>
          </a:prstGeom>
          <a:solidFill>
            <a:srgbClr val="FEBC81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663" name="rc12">
            <a:extLst>
              <a:ext uri="{FF2B5EF4-FFF2-40B4-BE49-F238E27FC236}">
                <a16:creationId xmlns:a16="http://schemas.microsoft.com/office/drawing/2014/main" id="{7B720D29-AFD1-164F-B4B3-97F00D95D0B8}"/>
              </a:ext>
            </a:extLst>
          </p:cNvPr>
          <p:cNvSpPr/>
          <p:nvPr/>
        </p:nvSpPr>
        <p:spPr>
          <a:xfrm>
            <a:off x="8976352" y="23653845"/>
            <a:ext cx="972425" cy="1014104"/>
          </a:xfrm>
          <a:prstGeom prst="rect">
            <a:avLst/>
          </a:prstGeom>
          <a:solidFill>
            <a:srgbClr val="721F81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664" name="rc13">
            <a:extLst>
              <a:ext uri="{FF2B5EF4-FFF2-40B4-BE49-F238E27FC236}">
                <a16:creationId xmlns:a16="http://schemas.microsoft.com/office/drawing/2014/main" id="{39DA5443-D712-D242-EF7E-0C976083F97A}"/>
              </a:ext>
            </a:extLst>
          </p:cNvPr>
          <p:cNvSpPr/>
          <p:nvPr/>
        </p:nvSpPr>
        <p:spPr>
          <a:xfrm>
            <a:off x="8976352" y="22639740"/>
            <a:ext cx="972425" cy="1014104"/>
          </a:xfrm>
          <a:prstGeom prst="rect">
            <a:avLst/>
          </a:prstGeom>
          <a:solidFill>
            <a:srgbClr val="FCFDBF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665" name="rc14">
            <a:extLst>
              <a:ext uri="{FF2B5EF4-FFF2-40B4-BE49-F238E27FC236}">
                <a16:creationId xmlns:a16="http://schemas.microsoft.com/office/drawing/2014/main" id="{9BFA60EB-C81B-43E2-2239-808D2E577F75}"/>
              </a:ext>
            </a:extLst>
          </p:cNvPr>
          <p:cNvSpPr/>
          <p:nvPr/>
        </p:nvSpPr>
        <p:spPr>
          <a:xfrm>
            <a:off x="9948777" y="23653845"/>
            <a:ext cx="972425" cy="1014104"/>
          </a:xfrm>
          <a:prstGeom prst="rect">
            <a:avLst/>
          </a:prstGeom>
          <a:solidFill>
            <a:srgbClr val="E24D66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666" name="rc15">
            <a:extLst>
              <a:ext uri="{FF2B5EF4-FFF2-40B4-BE49-F238E27FC236}">
                <a16:creationId xmlns:a16="http://schemas.microsoft.com/office/drawing/2014/main" id="{BC818A03-DED1-3927-B652-272B0C87E87A}"/>
              </a:ext>
            </a:extLst>
          </p:cNvPr>
          <p:cNvSpPr/>
          <p:nvPr/>
        </p:nvSpPr>
        <p:spPr>
          <a:xfrm>
            <a:off x="9948777" y="22639740"/>
            <a:ext cx="972425" cy="1014104"/>
          </a:xfrm>
          <a:prstGeom prst="rect">
            <a:avLst/>
          </a:prstGeom>
          <a:solidFill>
            <a:srgbClr val="FCFDBF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667" name="rc16">
            <a:extLst>
              <a:ext uri="{FF2B5EF4-FFF2-40B4-BE49-F238E27FC236}">
                <a16:creationId xmlns:a16="http://schemas.microsoft.com/office/drawing/2014/main" id="{EE6B8BD3-0662-8B5D-E5EB-6483CF33210A}"/>
              </a:ext>
            </a:extLst>
          </p:cNvPr>
          <p:cNvSpPr/>
          <p:nvPr/>
        </p:nvSpPr>
        <p:spPr>
          <a:xfrm>
            <a:off x="10921203" y="23653845"/>
            <a:ext cx="972425" cy="1014104"/>
          </a:xfrm>
          <a:prstGeom prst="rect">
            <a:avLst/>
          </a:prstGeom>
          <a:solidFill>
            <a:srgbClr val="07061D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668" name="rc17">
            <a:extLst>
              <a:ext uri="{FF2B5EF4-FFF2-40B4-BE49-F238E27FC236}">
                <a16:creationId xmlns:a16="http://schemas.microsoft.com/office/drawing/2014/main" id="{5C10DB83-08EE-A35A-B600-2988529042FE}"/>
              </a:ext>
            </a:extLst>
          </p:cNvPr>
          <p:cNvSpPr/>
          <p:nvPr/>
        </p:nvSpPr>
        <p:spPr>
          <a:xfrm>
            <a:off x="10921203" y="22639740"/>
            <a:ext cx="972425" cy="1014104"/>
          </a:xfrm>
          <a:prstGeom prst="rect">
            <a:avLst/>
          </a:prstGeom>
          <a:solidFill>
            <a:srgbClr val="FCFDBF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669" name="rc18">
            <a:extLst>
              <a:ext uri="{FF2B5EF4-FFF2-40B4-BE49-F238E27FC236}">
                <a16:creationId xmlns:a16="http://schemas.microsoft.com/office/drawing/2014/main" id="{2BAD09D3-D78D-9DE8-C521-ACF80980A1B7}"/>
              </a:ext>
            </a:extLst>
          </p:cNvPr>
          <p:cNvSpPr/>
          <p:nvPr/>
        </p:nvSpPr>
        <p:spPr>
          <a:xfrm>
            <a:off x="11893628" y="23653845"/>
            <a:ext cx="972425" cy="1014104"/>
          </a:xfrm>
          <a:prstGeom prst="rect">
            <a:avLst/>
          </a:prstGeom>
          <a:solidFill>
            <a:srgbClr val="C63C74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670" name="rc19">
            <a:extLst>
              <a:ext uri="{FF2B5EF4-FFF2-40B4-BE49-F238E27FC236}">
                <a16:creationId xmlns:a16="http://schemas.microsoft.com/office/drawing/2014/main" id="{CC3310E1-F82F-E84A-FD07-7161F8E60FBC}"/>
              </a:ext>
            </a:extLst>
          </p:cNvPr>
          <p:cNvSpPr/>
          <p:nvPr/>
        </p:nvSpPr>
        <p:spPr>
          <a:xfrm>
            <a:off x="11893628" y="22639740"/>
            <a:ext cx="972425" cy="1014104"/>
          </a:xfrm>
          <a:prstGeom prst="rect">
            <a:avLst/>
          </a:prstGeom>
          <a:solidFill>
            <a:srgbClr val="FDE3A5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671" name="rc20">
            <a:extLst>
              <a:ext uri="{FF2B5EF4-FFF2-40B4-BE49-F238E27FC236}">
                <a16:creationId xmlns:a16="http://schemas.microsoft.com/office/drawing/2014/main" id="{0A0B6594-64C6-7ECA-59C6-1E92B29F2DB4}"/>
              </a:ext>
            </a:extLst>
          </p:cNvPr>
          <p:cNvSpPr/>
          <p:nvPr/>
        </p:nvSpPr>
        <p:spPr>
          <a:xfrm>
            <a:off x="14810903" y="23653845"/>
            <a:ext cx="972425" cy="1014104"/>
          </a:xfrm>
          <a:prstGeom prst="rect">
            <a:avLst/>
          </a:prstGeom>
          <a:solidFill>
            <a:srgbClr val="0A0822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672" name="rc21">
            <a:extLst>
              <a:ext uri="{FF2B5EF4-FFF2-40B4-BE49-F238E27FC236}">
                <a16:creationId xmlns:a16="http://schemas.microsoft.com/office/drawing/2014/main" id="{38A631D3-55B2-BED2-234D-518A2876DAB9}"/>
              </a:ext>
            </a:extLst>
          </p:cNvPr>
          <p:cNvSpPr/>
          <p:nvPr/>
        </p:nvSpPr>
        <p:spPr>
          <a:xfrm>
            <a:off x="14810903" y="22639740"/>
            <a:ext cx="972425" cy="1014104"/>
          </a:xfrm>
          <a:prstGeom prst="rect">
            <a:avLst/>
          </a:prstGeom>
          <a:solidFill>
            <a:srgbClr val="F1605D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673" name="rc22">
            <a:extLst>
              <a:ext uri="{FF2B5EF4-FFF2-40B4-BE49-F238E27FC236}">
                <a16:creationId xmlns:a16="http://schemas.microsoft.com/office/drawing/2014/main" id="{B4A8ED79-D1BA-0F9E-7DB3-9351ADD71BC6}"/>
              </a:ext>
            </a:extLst>
          </p:cNvPr>
          <p:cNvSpPr/>
          <p:nvPr/>
        </p:nvSpPr>
        <p:spPr>
          <a:xfrm>
            <a:off x="15783329" y="23653845"/>
            <a:ext cx="972425" cy="1014104"/>
          </a:xfrm>
          <a:prstGeom prst="rect">
            <a:avLst/>
          </a:prstGeom>
          <a:solidFill>
            <a:srgbClr val="FEC28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674" name="rc23">
            <a:extLst>
              <a:ext uri="{FF2B5EF4-FFF2-40B4-BE49-F238E27FC236}">
                <a16:creationId xmlns:a16="http://schemas.microsoft.com/office/drawing/2014/main" id="{FFF0B148-4302-A683-422D-1A2593EFC576}"/>
              </a:ext>
            </a:extLst>
          </p:cNvPr>
          <p:cNvSpPr/>
          <p:nvPr/>
        </p:nvSpPr>
        <p:spPr>
          <a:xfrm>
            <a:off x="15783329" y="22639740"/>
            <a:ext cx="972425" cy="1014104"/>
          </a:xfrm>
          <a:prstGeom prst="rect">
            <a:avLst/>
          </a:prstGeom>
          <a:solidFill>
            <a:srgbClr val="FEBA80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675" name="tx28">
            <a:extLst>
              <a:ext uri="{FF2B5EF4-FFF2-40B4-BE49-F238E27FC236}">
                <a16:creationId xmlns:a16="http://schemas.microsoft.com/office/drawing/2014/main" id="{5E50831D-67C8-20B4-D6B3-55C8B0369B8A}"/>
              </a:ext>
            </a:extLst>
          </p:cNvPr>
          <p:cNvSpPr/>
          <p:nvPr/>
        </p:nvSpPr>
        <p:spPr>
          <a:xfrm>
            <a:off x="13152459" y="24168284"/>
            <a:ext cx="399611" cy="15358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0.35</a:t>
            </a:r>
          </a:p>
        </p:txBody>
      </p:sp>
      <p:sp>
        <p:nvSpPr>
          <p:cNvPr id="3676" name="tx29">
            <a:extLst>
              <a:ext uri="{FF2B5EF4-FFF2-40B4-BE49-F238E27FC236}">
                <a16:creationId xmlns:a16="http://schemas.microsoft.com/office/drawing/2014/main" id="{61D2A008-F7A7-B7F6-B95A-AB8CD6FE21CD}"/>
              </a:ext>
            </a:extLst>
          </p:cNvPr>
          <p:cNvSpPr/>
          <p:nvPr/>
        </p:nvSpPr>
        <p:spPr>
          <a:xfrm>
            <a:off x="13295160" y="23088164"/>
            <a:ext cx="114213" cy="15358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</a:t>
            </a:r>
          </a:p>
        </p:txBody>
      </p:sp>
      <p:sp>
        <p:nvSpPr>
          <p:cNvPr id="3677" name="tx30">
            <a:extLst>
              <a:ext uri="{FF2B5EF4-FFF2-40B4-BE49-F238E27FC236}">
                <a16:creationId xmlns:a16="http://schemas.microsoft.com/office/drawing/2014/main" id="{DE4CC9F7-81D8-9D04-0B71-15EC888EE2F1}"/>
              </a:ext>
            </a:extLst>
          </p:cNvPr>
          <p:cNvSpPr/>
          <p:nvPr/>
        </p:nvSpPr>
        <p:spPr>
          <a:xfrm>
            <a:off x="14124884" y="24168284"/>
            <a:ext cx="399611" cy="15358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FFFFFF">
                    <a:alpha val="100000"/>
                  </a:srgbClr>
                </a:solidFill>
                <a:latin typeface="Helvetica"/>
                <a:cs typeface="Helvetica"/>
              </a:rPr>
              <a:t>0.65</a:t>
            </a:r>
          </a:p>
        </p:txBody>
      </p:sp>
      <p:sp>
        <p:nvSpPr>
          <p:cNvPr id="3678" name="tx31">
            <a:extLst>
              <a:ext uri="{FF2B5EF4-FFF2-40B4-BE49-F238E27FC236}">
                <a16:creationId xmlns:a16="http://schemas.microsoft.com/office/drawing/2014/main" id="{087319BB-43A9-9DAF-EC63-51DCAA870437}"/>
              </a:ext>
            </a:extLst>
          </p:cNvPr>
          <p:cNvSpPr/>
          <p:nvPr/>
        </p:nvSpPr>
        <p:spPr>
          <a:xfrm>
            <a:off x="14124884" y="23088164"/>
            <a:ext cx="399611" cy="15358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0.14</a:t>
            </a:r>
          </a:p>
        </p:txBody>
      </p:sp>
      <p:sp>
        <p:nvSpPr>
          <p:cNvPr id="3679" name="tx32">
            <a:extLst>
              <a:ext uri="{FF2B5EF4-FFF2-40B4-BE49-F238E27FC236}">
                <a16:creationId xmlns:a16="http://schemas.microsoft.com/office/drawing/2014/main" id="{001D538B-F6E7-F48B-72BB-D5D1B1943163}"/>
              </a:ext>
            </a:extLst>
          </p:cNvPr>
          <p:cNvSpPr/>
          <p:nvPr/>
        </p:nvSpPr>
        <p:spPr>
          <a:xfrm>
            <a:off x="9262758" y="24168284"/>
            <a:ext cx="399611" cy="15358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FFFFFF">
                    <a:alpha val="100000"/>
                  </a:srgbClr>
                </a:solidFill>
                <a:latin typeface="Helvetica"/>
                <a:cs typeface="Helvetica"/>
              </a:rPr>
              <a:t>0.67</a:t>
            </a:r>
          </a:p>
        </p:txBody>
      </p:sp>
      <p:sp>
        <p:nvSpPr>
          <p:cNvPr id="3680" name="tx33">
            <a:extLst>
              <a:ext uri="{FF2B5EF4-FFF2-40B4-BE49-F238E27FC236}">
                <a16:creationId xmlns:a16="http://schemas.microsoft.com/office/drawing/2014/main" id="{FC5DDD1C-D26A-AAA1-DBDC-2C1E3E51B75B}"/>
              </a:ext>
            </a:extLst>
          </p:cNvPr>
          <p:cNvSpPr/>
          <p:nvPr/>
        </p:nvSpPr>
        <p:spPr>
          <a:xfrm>
            <a:off x="9405457" y="23088164"/>
            <a:ext cx="114213" cy="15358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</a:t>
            </a:r>
          </a:p>
        </p:txBody>
      </p:sp>
      <p:sp>
        <p:nvSpPr>
          <p:cNvPr id="3681" name="tx34">
            <a:extLst>
              <a:ext uri="{FF2B5EF4-FFF2-40B4-BE49-F238E27FC236}">
                <a16:creationId xmlns:a16="http://schemas.microsoft.com/office/drawing/2014/main" id="{E081A39E-21DE-0EAF-FB03-093C4D982C82}"/>
              </a:ext>
            </a:extLst>
          </p:cNvPr>
          <p:cNvSpPr/>
          <p:nvPr/>
        </p:nvSpPr>
        <p:spPr>
          <a:xfrm>
            <a:off x="10235183" y="24168284"/>
            <a:ext cx="399611" cy="15358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0.39</a:t>
            </a:r>
          </a:p>
        </p:txBody>
      </p:sp>
      <p:sp>
        <p:nvSpPr>
          <p:cNvPr id="3682" name="tx35">
            <a:extLst>
              <a:ext uri="{FF2B5EF4-FFF2-40B4-BE49-F238E27FC236}">
                <a16:creationId xmlns:a16="http://schemas.microsoft.com/office/drawing/2014/main" id="{75B09A6B-FDAF-AF31-3542-F91F99C5B0EF}"/>
              </a:ext>
            </a:extLst>
          </p:cNvPr>
          <p:cNvSpPr/>
          <p:nvPr/>
        </p:nvSpPr>
        <p:spPr>
          <a:xfrm>
            <a:off x="10377882" y="23088164"/>
            <a:ext cx="114213" cy="15358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</a:t>
            </a:r>
          </a:p>
        </p:txBody>
      </p:sp>
      <p:sp>
        <p:nvSpPr>
          <p:cNvPr id="3683" name="tx36">
            <a:extLst>
              <a:ext uri="{FF2B5EF4-FFF2-40B4-BE49-F238E27FC236}">
                <a16:creationId xmlns:a16="http://schemas.microsoft.com/office/drawing/2014/main" id="{76AAF620-73F3-0F75-F334-4E818F4B9350}"/>
              </a:ext>
            </a:extLst>
          </p:cNvPr>
          <p:cNvSpPr/>
          <p:nvPr/>
        </p:nvSpPr>
        <p:spPr>
          <a:xfrm>
            <a:off x="11207609" y="24168284"/>
            <a:ext cx="399611" cy="15358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FFFFFF">
                    <a:alpha val="100000"/>
                  </a:srgbClr>
                </a:solidFill>
                <a:latin typeface="Helvetica"/>
                <a:cs typeface="Helvetica"/>
              </a:rPr>
              <a:t>0.95</a:t>
            </a:r>
          </a:p>
        </p:txBody>
      </p:sp>
      <p:sp>
        <p:nvSpPr>
          <p:cNvPr id="3684" name="tx37">
            <a:extLst>
              <a:ext uri="{FF2B5EF4-FFF2-40B4-BE49-F238E27FC236}">
                <a16:creationId xmlns:a16="http://schemas.microsoft.com/office/drawing/2014/main" id="{826C445F-574C-0663-1E11-A27D0DA34B05}"/>
              </a:ext>
            </a:extLst>
          </p:cNvPr>
          <p:cNvSpPr/>
          <p:nvPr/>
        </p:nvSpPr>
        <p:spPr>
          <a:xfrm>
            <a:off x="11350308" y="23088164"/>
            <a:ext cx="114213" cy="15358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</a:t>
            </a:r>
          </a:p>
        </p:txBody>
      </p:sp>
      <p:sp>
        <p:nvSpPr>
          <p:cNvPr id="3685" name="tx38">
            <a:extLst>
              <a:ext uri="{FF2B5EF4-FFF2-40B4-BE49-F238E27FC236}">
                <a16:creationId xmlns:a16="http://schemas.microsoft.com/office/drawing/2014/main" id="{8238BD74-D236-2422-DD39-50D12448C958}"/>
              </a:ext>
            </a:extLst>
          </p:cNvPr>
          <p:cNvSpPr/>
          <p:nvPr/>
        </p:nvSpPr>
        <p:spPr>
          <a:xfrm>
            <a:off x="12180034" y="24168284"/>
            <a:ext cx="399611" cy="15358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0.46</a:t>
            </a:r>
          </a:p>
        </p:txBody>
      </p:sp>
      <p:sp>
        <p:nvSpPr>
          <p:cNvPr id="3686" name="tx39">
            <a:extLst>
              <a:ext uri="{FF2B5EF4-FFF2-40B4-BE49-F238E27FC236}">
                <a16:creationId xmlns:a16="http://schemas.microsoft.com/office/drawing/2014/main" id="{830564DF-1512-C036-3BE7-E4B0B75DBD0E}"/>
              </a:ext>
            </a:extLst>
          </p:cNvPr>
          <p:cNvSpPr/>
          <p:nvPr/>
        </p:nvSpPr>
        <p:spPr>
          <a:xfrm>
            <a:off x="12180034" y="23088164"/>
            <a:ext cx="399611" cy="15358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0.06</a:t>
            </a:r>
          </a:p>
        </p:txBody>
      </p:sp>
      <p:sp>
        <p:nvSpPr>
          <p:cNvPr id="3687" name="tx40">
            <a:extLst>
              <a:ext uri="{FF2B5EF4-FFF2-40B4-BE49-F238E27FC236}">
                <a16:creationId xmlns:a16="http://schemas.microsoft.com/office/drawing/2014/main" id="{101C3AE0-8383-EF2F-85DA-A528EDE26786}"/>
              </a:ext>
            </a:extLst>
          </p:cNvPr>
          <p:cNvSpPr/>
          <p:nvPr/>
        </p:nvSpPr>
        <p:spPr>
          <a:xfrm>
            <a:off x="15097310" y="24168284"/>
            <a:ext cx="399611" cy="15358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FFFFFF">
                    <a:alpha val="100000"/>
                  </a:srgbClr>
                </a:solidFill>
                <a:latin typeface="Helvetica"/>
                <a:cs typeface="Helvetica"/>
              </a:rPr>
              <a:t>0.94</a:t>
            </a:r>
          </a:p>
        </p:txBody>
      </p:sp>
      <p:sp>
        <p:nvSpPr>
          <p:cNvPr id="3688" name="tx41">
            <a:extLst>
              <a:ext uri="{FF2B5EF4-FFF2-40B4-BE49-F238E27FC236}">
                <a16:creationId xmlns:a16="http://schemas.microsoft.com/office/drawing/2014/main" id="{60B7A943-F4F2-82F2-7A0D-912F86654314}"/>
              </a:ext>
            </a:extLst>
          </p:cNvPr>
          <p:cNvSpPr/>
          <p:nvPr/>
        </p:nvSpPr>
        <p:spPr>
          <a:xfrm>
            <a:off x="15097310" y="23088164"/>
            <a:ext cx="399611" cy="15358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0.33</a:t>
            </a:r>
          </a:p>
        </p:txBody>
      </p:sp>
      <p:sp>
        <p:nvSpPr>
          <p:cNvPr id="3689" name="tx42">
            <a:extLst>
              <a:ext uri="{FF2B5EF4-FFF2-40B4-BE49-F238E27FC236}">
                <a16:creationId xmlns:a16="http://schemas.microsoft.com/office/drawing/2014/main" id="{47D5BD81-9C33-27B1-3942-7FF85F503662}"/>
              </a:ext>
            </a:extLst>
          </p:cNvPr>
          <p:cNvSpPr/>
          <p:nvPr/>
        </p:nvSpPr>
        <p:spPr>
          <a:xfrm>
            <a:off x="16069735" y="24168284"/>
            <a:ext cx="399611" cy="15358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0.12</a:t>
            </a:r>
          </a:p>
        </p:txBody>
      </p:sp>
      <p:sp>
        <p:nvSpPr>
          <p:cNvPr id="3690" name="tx43">
            <a:extLst>
              <a:ext uri="{FF2B5EF4-FFF2-40B4-BE49-F238E27FC236}">
                <a16:creationId xmlns:a16="http://schemas.microsoft.com/office/drawing/2014/main" id="{D852740D-86FC-9466-4F30-2B88D48B6E7B}"/>
              </a:ext>
            </a:extLst>
          </p:cNvPr>
          <p:cNvSpPr/>
          <p:nvPr/>
        </p:nvSpPr>
        <p:spPr>
          <a:xfrm>
            <a:off x="16069735" y="23088164"/>
            <a:ext cx="399611" cy="15358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0.14</a:t>
            </a:r>
          </a:p>
        </p:txBody>
      </p:sp>
    </p:spTree>
    <p:extLst>
      <p:ext uri="{BB962C8B-B14F-4D97-AF65-F5344CB8AC3E}">
        <p14:creationId xmlns:p14="http://schemas.microsoft.com/office/powerpoint/2010/main" val="4158777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3764</TotalTime>
  <Words>524</Words>
  <Application>Microsoft Macintosh PowerPoint</Application>
  <PresentationFormat>Custom</PresentationFormat>
  <Paragraphs>418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Helvetica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Camille Rumberger</cp:lastModifiedBy>
  <cp:revision>14</cp:revision>
  <dcterms:created xsi:type="dcterms:W3CDTF">2017-02-13T16:18:36Z</dcterms:created>
  <dcterms:modified xsi:type="dcterms:W3CDTF">2026-02-09T21:45:22Z</dcterms:modified>
  <cp:category/>
</cp:coreProperties>
</file>