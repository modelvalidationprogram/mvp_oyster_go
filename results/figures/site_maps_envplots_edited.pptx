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9" r:id="rId5"/>
    <p:sldId id="260" r:id="rId6"/>
    <p:sldId id="261" r:id="rId7"/>
  </p:sldIdLst>
  <p:sldSz cx="21945600" cy="16459200"/>
  <p:notesSz cx="6858000" cy="9144000"/>
  <p:custDataLst>
    <p:tags r:id="rId8"/>
  </p:custDataLst>
  <p:defaultTextStyle>
    <a:defPPr>
      <a:defRPr lang="en-US"/>
    </a:defPPr>
    <a:lvl1pPr marL="0" algn="l" defTabSz="1843431" rtl="0" eaLnBrk="1" latinLnBrk="0" hangingPunct="1">
      <a:defRPr sz="3628" kern="1200">
        <a:solidFill>
          <a:schemeClr val="tx1"/>
        </a:solidFill>
        <a:latin typeface="+mn-lt"/>
        <a:ea typeface="+mn-ea"/>
        <a:cs typeface="+mn-cs"/>
      </a:defRPr>
    </a:lvl1pPr>
    <a:lvl2pPr marL="921716" algn="l" defTabSz="1843431" rtl="0" eaLnBrk="1" latinLnBrk="0" hangingPunct="1">
      <a:defRPr sz="3628" kern="1200">
        <a:solidFill>
          <a:schemeClr val="tx1"/>
        </a:solidFill>
        <a:latin typeface="+mn-lt"/>
        <a:ea typeface="+mn-ea"/>
        <a:cs typeface="+mn-cs"/>
      </a:defRPr>
    </a:lvl2pPr>
    <a:lvl3pPr marL="1843431" algn="l" defTabSz="1843431" rtl="0" eaLnBrk="1" latinLnBrk="0" hangingPunct="1">
      <a:defRPr sz="3628" kern="1200">
        <a:solidFill>
          <a:schemeClr val="tx1"/>
        </a:solidFill>
        <a:latin typeface="+mn-lt"/>
        <a:ea typeface="+mn-ea"/>
        <a:cs typeface="+mn-cs"/>
      </a:defRPr>
    </a:lvl3pPr>
    <a:lvl4pPr marL="2765145" algn="l" defTabSz="1843431" rtl="0" eaLnBrk="1" latinLnBrk="0" hangingPunct="1">
      <a:defRPr sz="3628" kern="1200">
        <a:solidFill>
          <a:schemeClr val="tx1"/>
        </a:solidFill>
        <a:latin typeface="+mn-lt"/>
        <a:ea typeface="+mn-ea"/>
        <a:cs typeface="+mn-cs"/>
      </a:defRPr>
    </a:lvl4pPr>
    <a:lvl5pPr marL="3686861" algn="l" defTabSz="1843431" rtl="0" eaLnBrk="1" latinLnBrk="0" hangingPunct="1">
      <a:defRPr sz="3628" kern="1200">
        <a:solidFill>
          <a:schemeClr val="tx1"/>
        </a:solidFill>
        <a:latin typeface="+mn-lt"/>
        <a:ea typeface="+mn-ea"/>
        <a:cs typeface="+mn-cs"/>
      </a:defRPr>
    </a:lvl5pPr>
    <a:lvl6pPr marL="4608576" algn="l" defTabSz="1843431" rtl="0" eaLnBrk="1" latinLnBrk="0" hangingPunct="1">
      <a:defRPr sz="3628" kern="1200">
        <a:solidFill>
          <a:schemeClr val="tx1"/>
        </a:solidFill>
        <a:latin typeface="+mn-lt"/>
        <a:ea typeface="+mn-ea"/>
        <a:cs typeface="+mn-cs"/>
      </a:defRPr>
    </a:lvl6pPr>
    <a:lvl7pPr marL="5530292" algn="l" defTabSz="1843431" rtl="0" eaLnBrk="1" latinLnBrk="0" hangingPunct="1">
      <a:defRPr sz="3628" kern="1200">
        <a:solidFill>
          <a:schemeClr val="tx1"/>
        </a:solidFill>
        <a:latin typeface="+mn-lt"/>
        <a:ea typeface="+mn-ea"/>
        <a:cs typeface="+mn-cs"/>
      </a:defRPr>
    </a:lvl7pPr>
    <a:lvl8pPr marL="6452007" algn="l" defTabSz="1843431" rtl="0" eaLnBrk="1" latinLnBrk="0" hangingPunct="1">
      <a:defRPr sz="3628" kern="1200">
        <a:solidFill>
          <a:schemeClr val="tx1"/>
        </a:solidFill>
        <a:latin typeface="+mn-lt"/>
        <a:ea typeface="+mn-ea"/>
        <a:cs typeface="+mn-cs"/>
      </a:defRPr>
    </a:lvl8pPr>
    <a:lvl9pPr marL="7373721" algn="l" defTabSz="1843431" rtl="0" eaLnBrk="1" latinLnBrk="0" hangingPunct="1">
      <a:defRPr sz="362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184" userDrawn="1">
          <p15:clr>
            <a:srgbClr val="A4A3A4"/>
          </p15:clr>
        </p15:guide>
        <p15:guide id="2" pos="69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64"/>
    <p:restoredTop sz="94553"/>
  </p:normalViewPr>
  <p:slideViewPr>
    <p:cSldViewPr>
      <p:cViewPr>
        <p:scale>
          <a:sx n="53" d="100"/>
          <a:sy n="53" d="100"/>
        </p:scale>
        <p:origin x="728" y="144"/>
      </p:cViewPr>
      <p:guideLst>
        <p:guide orient="horz" pos="5184"/>
        <p:guide pos="6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45920" y="5113023"/>
            <a:ext cx="18653760" cy="35280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91840" y="9326880"/>
            <a:ext cx="15361920" cy="42062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9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3552" y="10576563"/>
            <a:ext cx="18653760" cy="3268980"/>
          </a:xfrm>
        </p:spPr>
        <p:txBody>
          <a:bodyPr anchor="t"/>
          <a:lstStyle>
            <a:lvl1pPr algn="l">
              <a:defRPr sz="6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3552" y="6976114"/>
            <a:ext cx="18653760" cy="3600449"/>
          </a:xfrm>
        </p:spPr>
        <p:txBody>
          <a:bodyPr anchor="b"/>
          <a:lstStyle>
            <a:lvl1pPr marL="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3840484"/>
            <a:ext cx="9692640" cy="10862312"/>
          </a:xfrm>
        </p:spPr>
        <p:txBody>
          <a:bodyPr/>
          <a:lstStyle>
            <a:lvl1pPr>
              <a:defRPr sz="4200"/>
            </a:lvl1pPr>
            <a:lvl2pPr>
              <a:defRPr sz="3600"/>
            </a:lvl2pPr>
            <a:lvl3pPr>
              <a:defRPr sz="30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5680" y="3840484"/>
            <a:ext cx="9692640" cy="10862312"/>
          </a:xfrm>
        </p:spPr>
        <p:txBody>
          <a:bodyPr/>
          <a:lstStyle>
            <a:lvl1pPr>
              <a:defRPr sz="4200"/>
            </a:lvl1pPr>
            <a:lvl2pPr>
              <a:defRPr sz="3600"/>
            </a:lvl2pPr>
            <a:lvl3pPr>
              <a:defRPr sz="30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2" y="3684272"/>
            <a:ext cx="9696450" cy="153542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2" y="5219701"/>
            <a:ext cx="9696450" cy="9483092"/>
          </a:xfrm>
        </p:spPr>
        <p:txBody>
          <a:bodyPr/>
          <a:lstStyle>
            <a:lvl1pPr>
              <a:defRPr sz="3600"/>
            </a:lvl1pPr>
            <a:lvl2pPr>
              <a:defRPr sz="30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48063" y="3684272"/>
            <a:ext cx="9700260" cy="153542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48063" y="5219701"/>
            <a:ext cx="9700260" cy="9483092"/>
          </a:xfrm>
        </p:spPr>
        <p:txBody>
          <a:bodyPr/>
          <a:lstStyle>
            <a:lvl1pPr>
              <a:defRPr sz="3600"/>
            </a:lvl1pPr>
            <a:lvl2pPr>
              <a:defRPr sz="30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659131"/>
            <a:ext cx="19751040" cy="274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3840484"/>
            <a:ext cx="19751040" cy="108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15255243"/>
            <a:ext cx="512064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498080" y="15255243"/>
            <a:ext cx="694944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727680" y="15255243"/>
            <a:ext cx="512064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1371600" rtl="0" eaLnBrk="1" latinLnBrk="0" hangingPunct="1"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14350" indent="-514350" algn="l" defTabSz="1371600" rtl="0" eaLnBrk="1" latinLnBrk="0" hangingPunct="1">
        <a:spcBef>
          <a:spcPct val="20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1pPr>
      <a:lvl2pPr marL="1114425" indent="-428625" algn="l" defTabSz="1371600" rtl="0" eaLnBrk="1" latinLnBrk="0" hangingPunct="1">
        <a:spcBef>
          <a:spcPct val="20000"/>
        </a:spcBef>
        <a:buFont typeface="Arial" panose="020B0604020202020204" pitchFamily="34" charset="0"/>
        <a:buChar char="–"/>
        <a:defRPr sz="4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spcBef>
          <a:spcPct val="20000"/>
        </a:spcBef>
        <a:buFont typeface="Arial" panose="020B0604020202020204" pitchFamily="34" charset="0"/>
        <a:buChar char="»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4" name="Content Placeholder 2">
            <a:extLst>
              <a:ext uri="{FF2B5EF4-FFF2-40B4-BE49-F238E27FC236}">
                <a16:creationId xmlns:a16="http://schemas.microsoft.com/office/drawing/2014/main" id="{D0A5DD79-3761-3493-5E04-D98025DF12B1}"/>
              </a:ext>
            </a:extLst>
          </p:cNvPr>
          <p:cNvGrpSpPr/>
          <p:nvPr/>
        </p:nvGrpSpPr>
        <p:grpSpPr>
          <a:xfrm>
            <a:off x="4800600" y="4835128"/>
            <a:ext cx="12344400" cy="6788945"/>
            <a:chOff x="457200" y="1600200"/>
            <a:chExt cx="8229600" cy="4525963"/>
          </a:xfrm>
        </p:grpSpPr>
        <p:sp>
          <p:nvSpPr>
            <p:cNvPr id="1625" name="rc3">
              <a:extLst>
                <a:ext uri="{FF2B5EF4-FFF2-40B4-BE49-F238E27FC236}">
                  <a16:creationId xmlns:a16="http://schemas.microsoft.com/office/drawing/2014/main" id="{1FBAD41E-6045-FC2E-D12A-27B69C0E6DDB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6" name="rc4">
              <a:extLst>
                <a:ext uri="{FF2B5EF4-FFF2-40B4-BE49-F238E27FC236}">
                  <a16:creationId xmlns:a16="http://schemas.microsoft.com/office/drawing/2014/main" id="{F69AF329-83E6-D497-9D2F-667B503EFA15}"/>
                </a:ext>
              </a:extLst>
            </p:cNvPr>
            <p:cNvSpPr/>
            <p:nvPr/>
          </p:nvSpPr>
          <p:spPr>
            <a:xfrm>
              <a:off x="2025047" y="1600200"/>
              <a:ext cx="509390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7" name="rc5">
              <a:extLst>
                <a:ext uri="{FF2B5EF4-FFF2-40B4-BE49-F238E27FC236}">
                  <a16:creationId xmlns:a16="http://schemas.microsoft.com/office/drawing/2014/main" id="{F4B10E12-94E8-4BA5-EFD8-E4F520C1F389}"/>
                </a:ext>
              </a:extLst>
            </p:cNvPr>
            <p:cNvSpPr/>
            <p:nvPr/>
          </p:nvSpPr>
          <p:spPr>
            <a:xfrm>
              <a:off x="2572908" y="2077614"/>
              <a:ext cx="4476454" cy="36433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AF9CAF84-31C5-CE07-C807-906C5060A44A}"/>
                </a:ext>
              </a:extLst>
            </p:cNvPr>
            <p:cNvSpPr/>
            <p:nvPr/>
          </p:nvSpPr>
          <p:spPr>
            <a:xfrm>
              <a:off x="4652034" y="5615851"/>
              <a:ext cx="11398" cy="16824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3F093BC7-E83C-CD47-782F-3D4383CCC9C3}"/>
                </a:ext>
              </a:extLst>
            </p:cNvPr>
            <p:cNvSpPr/>
            <p:nvPr/>
          </p:nvSpPr>
          <p:spPr>
            <a:xfrm>
              <a:off x="4716197" y="5602359"/>
              <a:ext cx="7065" cy="5973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C9E94E43-E09D-5A26-3BF7-543674BCFB24}"/>
                </a:ext>
              </a:extLst>
            </p:cNvPr>
            <p:cNvSpPr/>
            <p:nvPr/>
          </p:nvSpPr>
          <p:spPr>
            <a:xfrm>
              <a:off x="4736699" y="5589071"/>
              <a:ext cx="5655" cy="5980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19A0882B-5322-EB17-5A46-02028035588C}"/>
                </a:ext>
              </a:extLst>
            </p:cNvPr>
            <p:cNvSpPr/>
            <p:nvPr/>
          </p:nvSpPr>
          <p:spPr>
            <a:xfrm>
              <a:off x="6547417" y="2085407"/>
              <a:ext cx="312127" cy="121250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04772DF0-A481-32A0-3DF2-5E9E72CCC013}"/>
                </a:ext>
              </a:extLst>
            </p:cNvPr>
            <p:cNvSpPr/>
            <p:nvPr/>
          </p:nvSpPr>
          <p:spPr>
            <a:xfrm>
              <a:off x="6882020" y="2496637"/>
              <a:ext cx="167342" cy="201393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D08F3987-73D1-EB2F-1F7F-AD7C4E2DB8A8}"/>
                </a:ext>
              </a:extLst>
            </p:cNvPr>
            <p:cNvSpPr/>
            <p:nvPr/>
          </p:nvSpPr>
          <p:spPr>
            <a:xfrm>
              <a:off x="6556603" y="2489371"/>
              <a:ext cx="266281" cy="153395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7E6D7F5B-E2EB-7AFE-B306-37E659ADF054}"/>
                </a:ext>
              </a:extLst>
            </p:cNvPr>
            <p:cNvSpPr/>
            <p:nvPr/>
          </p:nvSpPr>
          <p:spPr>
            <a:xfrm>
              <a:off x="5479019" y="3317325"/>
              <a:ext cx="238237" cy="81627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D02162B9-314A-808D-7F34-B1E9A4F2AB57}"/>
                </a:ext>
              </a:extLst>
            </p:cNvPr>
            <p:cNvSpPr/>
            <p:nvPr/>
          </p:nvSpPr>
          <p:spPr>
            <a:xfrm>
              <a:off x="7036216" y="2924918"/>
              <a:ext cx="13147" cy="6673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26F685B0-FAD0-70DA-788C-EC5F76D4D21A}"/>
                </a:ext>
              </a:extLst>
            </p:cNvPr>
            <p:cNvSpPr/>
            <p:nvPr/>
          </p:nvSpPr>
          <p:spPr>
            <a:xfrm>
              <a:off x="2904610" y="5141810"/>
              <a:ext cx="21966" cy="32753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4599613B-73B0-4FB9-252B-F09DF6D20BF5}"/>
                </a:ext>
              </a:extLst>
            </p:cNvPr>
            <p:cNvSpPr/>
            <p:nvPr/>
          </p:nvSpPr>
          <p:spPr>
            <a:xfrm>
              <a:off x="3810245" y="4914793"/>
              <a:ext cx="7939" cy="12993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F5444015-15D5-B055-110E-3D3ADA6FFA1C}"/>
                </a:ext>
              </a:extLst>
            </p:cNvPr>
            <p:cNvSpPr/>
            <p:nvPr/>
          </p:nvSpPr>
          <p:spPr>
            <a:xfrm>
              <a:off x="3834949" y="4843148"/>
              <a:ext cx="18436" cy="8333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E35BD85C-3DE6-821A-B6DF-73A0CA189E48}"/>
                </a:ext>
              </a:extLst>
            </p:cNvPr>
            <p:cNvSpPr/>
            <p:nvPr/>
          </p:nvSpPr>
          <p:spPr>
            <a:xfrm>
              <a:off x="3880452" y="4841821"/>
              <a:ext cx="27409" cy="6000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0B57FDEA-A871-E62A-2AC8-AA9D49B14F4F}"/>
                </a:ext>
              </a:extLst>
            </p:cNvPr>
            <p:cNvSpPr/>
            <p:nvPr/>
          </p:nvSpPr>
          <p:spPr>
            <a:xfrm>
              <a:off x="5083985" y="5569188"/>
              <a:ext cx="32764" cy="12596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43355BD-3EAD-C600-0039-1DE7141C9811}"/>
                </a:ext>
              </a:extLst>
            </p:cNvPr>
            <p:cNvSpPr/>
            <p:nvPr/>
          </p:nvSpPr>
          <p:spPr>
            <a:xfrm>
              <a:off x="4683853" y="5614524"/>
              <a:ext cx="23152" cy="9298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2D5647C0-7699-9993-4730-E5F9EC5016D4}"/>
                </a:ext>
              </a:extLst>
            </p:cNvPr>
            <p:cNvSpPr/>
            <p:nvPr/>
          </p:nvSpPr>
          <p:spPr>
            <a:xfrm>
              <a:off x="5183361" y="4221555"/>
              <a:ext cx="14289" cy="6671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E45256E7-FDFA-FB24-BAD4-44A37211CAFD}"/>
                </a:ext>
              </a:extLst>
            </p:cNvPr>
            <p:cNvSpPr/>
            <p:nvPr/>
          </p:nvSpPr>
          <p:spPr>
            <a:xfrm>
              <a:off x="5487019" y="2679502"/>
              <a:ext cx="54217" cy="36899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44AAC6F4-8D81-4684-3B1F-AF57F976BBBC}"/>
                </a:ext>
              </a:extLst>
            </p:cNvPr>
            <p:cNvSpPr/>
            <p:nvPr/>
          </p:nvSpPr>
          <p:spPr>
            <a:xfrm>
              <a:off x="5498527" y="2680939"/>
              <a:ext cx="31934" cy="18159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3776EE30-44F3-5E96-4576-C7803D362BAD}"/>
                </a:ext>
              </a:extLst>
            </p:cNvPr>
            <p:cNvSpPr/>
            <p:nvPr/>
          </p:nvSpPr>
          <p:spPr>
            <a:xfrm>
              <a:off x="6928304" y="2697353"/>
              <a:ext cx="18945" cy="13397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61F8E6FB-BD70-5F6B-977E-AC873D234FF8}"/>
                </a:ext>
              </a:extLst>
            </p:cNvPr>
            <p:cNvSpPr/>
            <p:nvPr/>
          </p:nvSpPr>
          <p:spPr>
            <a:xfrm>
              <a:off x="6824611" y="2407367"/>
              <a:ext cx="68578" cy="59944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63F22A04-6981-CEAA-95D4-E1AEABFE54DF}"/>
                </a:ext>
              </a:extLst>
            </p:cNvPr>
            <p:cNvSpPr/>
            <p:nvPr/>
          </p:nvSpPr>
          <p:spPr>
            <a:xfrm>
              <a:off x="6525106" y="2373744"/>
              <a:ext cx="19693" cy="19493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87FA6B31-EE81-E77D-A2C8-55B9EDD7A155}"/>
                </a:ext>
              </a:extLst>
            </p:cNvPr>
            <p:cNvSpPr/>
            <p:nvPr/>
          </p:nvSpPr>
          <p:spPr>
            <a:xfrm>
              <a:off x="6535543" y="2355941"/>
              <a:ext cx="12896" cy="14929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9E87053A-181B-898E-DF7A-F710C2887728}"/>
                </a:ext>
              </a:extLst>
            </p:cNvPr>
            <p:cNvSpPr/>
            <p:nvPr/>
          </p:nvSpPr>
          <p:spPr>
            <a:xfrm>
              <a:off x="5805283" y="2498546"/>
              <a:ext cx="32551" cy="18391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DC1B8A5A-F249-1A50-546F-E8D45A098E18}"/>
                </a:ext>
              </a:extLst>
            </p:cNvPr>
            <p:cNvSpPr/>
            <p:nvPr/>
          </p:nvSpPr>
          <p:spPr>
            <a:xfrm>
              <a:off x="6341622" y="2863447"/>
              <a:ext cx="12732" cy="18877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DAFDEAED-1138-0994-24C4-8212F4CB433D}"/>
                </a:ext>
              </a:extLst>
            </p:cNvPr>
            <p:cNvSpPr/>
            <p:nvPr/>
          </p:nvSpPr>
          <p:spPr>
            <a:xfrm>
              <a:off x="6075395" y="2882482"/>
              <a:ext cx="8934" cy="1120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5C6B7FD8-B8E4-4569-5143-F9E77FCDEE31}"/>
                </a:ext>
              </a:extLst>
            </p:cNvPr>
            <p:cNvSpPr/>
            <p:nvPr/>
          </p:nvSpPr>
          <p:spPr>
            <a:xfrm>
              <a:off x="6277502" y="2805528"/>
              <a:ext cx="16972" cy="24727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08EA3C3B-ABD3-5104-F029-717235A686B9}"/>
                </a:ext>
              </a:extLst>
            </p:cNvPr>
            <p:cNvSpPr/>
            <p:nvPr/>
          </p:nvSpPr>
          <p:spPr>
            <a:xfrm>
              <a:off x="6107996" y="2854416"/>
              <a:ext cx="25119" cy="28976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803BEA88-0879-4EAF-50B0-5C13EE8833ED}"/>
                </a:ext>
              </a:extLst>
            </p:cNvPr>
            <p:cNvSpPr/>
            <p:nvPr/>
          </p:nvSpPr>
          <p:spPr>
            <a:xfrm>
              <a:off x="5773191" y="3258639"/>
              <a:ext cx="5475" cy="14724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311D617E-33AB-F4D2-E846-CF95A2F42CA5}"/>
                </a:ext>
              </a:extLst>
            </p:cNvPr>
            <p:cNvSpPr/>
            <p:nvPr/>
          </p:nvSpPr>
          <p:spPr>
            <a:xfrm>
              <a:off x="5454271" y="3514428"/>
              <a:ext cx="16387" cy="3041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B9BC6503-D64A-1A2D-9E06-CFCD05FC289E}"/>
                </a:ext>
              </a:extLst>
            </p:cNvPr>
            <p:cNvSpPr/>
            <p:nvPr/>
          </p:nvSpPr>
          <p:spPr>
            <a:xfrm>
              <a:off x="5456205" y="3386629"/>
              <a:ext cx="18857" cy="19582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DC6624E7-1F86-5D9F-F089-AFDC24F3A0A4}"/>
                </a:ext>
              </a:extLst>
            </p:cNvPr>
            <p:cNvSpPr/>
            <p:nvPr/>
          </p:nvSpPr>
          <p:spPr>
            <a:xfrm>
              <a:off x="6505156" y="4545704"/>
              <a:ext cx="21770" cy="17837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FAC99D9B-2C92-529D-C3BE-3542255D272A}"/>
                </a:ext>
              </a:extLst>
            </p:cNvPr>
            <p:cNvSpPr/>
            <p:nvPr/>
          </p:nvSpPr>
          <p:spPr>
            <a:xfrm>
              <a:off x="5837452" y="3274698"/>
              <a:ext cx="35731" cy="18186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40A15962-BC07-DF3E-CEA6-A9047451FEFF}"/>
                </a:ext>
              </a:extLst>
            </p:cNvPr>
            <p:cNvSpPr/>
            <p:nvPr/>
          </p:nvSpPr>
          <p:spPr>
            <a:xfrm>
              <a:off x="5779590" y="3247083"/>
              <a:ext cx="12781" cy="26581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CEC0419E-9322-5930-E324-483DB459C8A5}"/>
                </a:ext>
              </a:extLst>
            </p:cNvPr>
            <p:cNvSpPr/>
            <p:nvPr/>
          </p:nvSpPr>
          <p:spPr>
            <a:xfrm>
              <a:off x="5904168" y="3283073"/>
              <a:ext cx="28551" cy="20738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976F76C1-833B-A401-121E-6F20B12B9ED0}"/>
                </a:ext>
              </a:extLst>
            </p:cNvPr>
            <p:cNvSpPr/>
            <p:nvPr/>
          </p:nvSpPr>
          <p:spPr>
            <a:xfrm>
              <a:off x="5260552" y="4152887"/>
              <a:ext cx="22633" cy="9996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B6EC62B8-B0CC-C78C-327F-D1A096A43463}"/>
                </a:ext>
              </a:extLst>
            </p:cNvPr>
            <p:cNvSpPr/>
            <p:nvPr/>
          </p:nvSpPr>
          <p:spPr>
            <a:xfrm>
              <a:off x="5290431" y="4046956"/>
              <a:ext cx="9120" cy="15490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4D50E182-62BA-C26D-3DDD-F1AC46168803}"/>
                </a:ext>
              </a:extLst>
            </p:cNvPr>
            <p:cNvSpPr/>
            <p:nvPr/>
          </p:nvSpPr>
          <p:spPr>
            <a:xfrm>
              <a:off x="5328332" y="3717381"/>
              <a:ext cx="31404" cy="59698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6196368C-6AA6-DCAC-F19D-72904E585D77}"/>
                </a:ext>
              </a:extLst>
            </p:cNvPr>
            <p:cNvSpPr/>
            <p:nvPr/>
          </p:nvSpPr>
          <p:spPr>
            <a:xfrm>
              <a:off x="5293464" y="4071759"/>
              <a:ext cx="26147" cy="77953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371AB60D-1C24-D0F3-6FE5-E0F281522009}"/>
                </a:ext>
              </a:extLst>
            </p:cNvPr>
            <p:cNvSpPr/>
            <p:nvPr/>
          </p:nvSpPr>
          <p:spPr>
            <a:xfrm>
              <a:off x="5199629" y="4188097"/>
              <a:ext cx="35944" cy="43078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EC661565-7B4B-A03B-4928-69169A992DBB}"/>
                </a:ext>
              </a:extLst>
            </p:cNvPr>
            <p:cNvSpPr/>
            <p:nvPr/>
          </p:nvSpPr>
          <p:spPr>
            <a:xfrm>
              <a:off x="2930899" y="5106963"/>
              <a:ext cx="44491" cy="32671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E46362AE-4846-D41E-D51C-2C50EBC511DE}"/>
                </a:ext>
              </a:extLst>
            </p:cNvPr>
            <p:cNvSpPr/>
            <p:nvPr/>
          </p:nvSpPr>
          <p:spPr>
            <a:xfrm>
              <a:off x="2865577" y="5185375"/>
              <a:ext cx="36289" cy="81203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2B9E8452-6FEA-E32E-7E3F-F25D6D8D62D5}"/>
                </a:ext>
              </a:extLst>
            </p:cNvPr>
            <p:cNvSpPr/>
            <p:nvPr/>
          </p:nvSpPr>
          <p:spPr>
            <a:xfrm>
              <a:off x="3122432" y="4972480"/>
              <a:ext cx="36037" cy="28723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C7BA3BC9-8BA7-03CD-FA05-B6A7057A4AA3}"/>
                </a:ext>
              </a:extLst>
            </p:cNvPr>
            <p:cNvSpPr/>
            <p:nvPr/>
          </p:nvSpPr>
          <p:spPr>
            <a:xfrm>
              <a:off x="2863075" y="5273030"/>
              <a:ext cx="26464" cy="151835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AF3E5DCF-93A3-6D45-E0EA-594C5A67199A}"/>
                </a:ext>
              </a:extLst>
            </p:cNvPr>
            <p:cNvSpPr/>
            <p:nvPr/>
          </p:nvSpPr>
          <p:spPr>
            <a:xfrm>
              <a:off x="4238513" y="4917674"/>
              <a:ext cx="42480" cy="17625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D54D47C5-4639-985F-E6A9-651D7D639182}"/>
                </a:ext>
              </a:extLst>
            </p:cNvPr>
            <p:cNvSpPr/>
            <p:nvPr/>
          </p:nvSpPr>
          <p:spPr>
            <a:xfrm>
              <a:off x="4644990" y="4744053"/>
              <a:ext cx="7344" cy="34142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E2A04A84-D7DA-EE23-4062-F27037CAB8AD}"/>
                </a:ext>
              </a:extLst>
            </p:cNvPr>
            <p:cNvSpPr/>
            <p:nvPr/>
          </p:nvSpPr>
          <p:spPr>
            <a:xfrm>
              <a:off x="3765661" y="4856545"/>
              <a:ext cx="17606" cy="1836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342A4B54-EB09-F89D-7F92-7106EB401AC8}"/>
                </a:ext>
              </a:extLst>
            </p:cNvPr>
            <p:cNvSpPr/>
            <p:nvPr/>
          </p:nvSpPr>
          <p:spPr>
            <a:xfrm>
              <a:off x="3467456" y="4930072"/>
              <a:ext cx="28240" cy="2206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CB727A21-3D12-2C28-7D6B-CF73B693E1C6}"/>
                </a:ext>
              </a:extLst>
            </p:cNvPr>
            <p:cNvSpPr/>
            <p:nvPr/>
          </p:nvSpPr>
          <p:spPr>
            <a:xfrm>
              <a:off x="3818829" y="4872228"/>
              <a:ext cx="6076" cy="39356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1E8F2AAC-D3B1-4499-F64E-19450FFB4E50}"/>
                </a:ext>
              </a:extLst>
            </p:cNvPr>
            <p:cNvSpPr/>
            <p:nvPr/>
          </p:nvSpPr>
          <p:spPr>
            <a:xfrm>
              <a:off x="5034969" y="5680654"/>
              <a:ext cx="52086" cy="40293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C3A2ED6B-39EA-B509-1C01-9B8B8CA9FA32}"/>
                </a:ext>
              </a:extLst>
            </p:cNvPr>
            <p:cNvSpPr/>
            <p:nvPr/>
          </p:nvSpPr>
          <p:spPr>
            <a:xfrm>
              <a:off x="5041253" y="5308958"/>
              <a:ext cx="101332" cy="146381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010AAA4F-7DE7-D2E4-BDD7-1D4FAA73ABEC}"/>
                </a:ext>
              </a:extLst>
            </p:cNvPr>
            <p:cNvSpPr/>
            <p:nvPr/>
          </p:nvSpPr>
          <p:spPr>
            <a:xfrm>
              <a:off x="5421562" y="5703199"/>
              <a:ext cx="12982" cy="17748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0B57C052-2DEF-5D8B-4A12-7931AE610DC8}"/>
                </a:ext>
              </a:extLst>
            </p:cNvPr>
            <p:cNvSpPr/>
            <p:nvPr/>
          </p:nvSpPr>
          <p:spPr>
            <a:xfrm>
              <a:off x="5428973" y="5711410"/>
              <a:ext cx="5571" cy="9538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0D706A49-BCCA-A653-9AC9-A7AE98E62F9E}"/>
                </a:ext>
              </a:extLst>
            </p:cNvPr>
            <p:cNvSpPr/>
            <p:nvPr/>
          </p:nvSpPr>
          <p:spPr>
            <a:xfrm>
              <a:off x="5171416" y="5501662"/>
              <a:ext cx="74501" cy="128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A67C336F-DF73-3F6F-8E44-D8DB78F84CA6}"/>
                </a:ext>
              </a:extLst>
            </p:cNvPr>
            <p:cNvSpPr/>
            <p:nvPr/>
          </p:nvSpPr>
          <p:spPr>
            <a:xfrm>
              <a:off x="5287431" y="5623207"/>
              <a:ext cx="49491" cy="78254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8DC26B02-9701-338A-89EA-1D3BF5E1BD7E}"/>
                </a:ext>
              </a:extLst>
            </p:cNvPr>
            <p:cNvSpPr/>
            <p:nvPr/>
          </p:nvSpPr>
          <p:spPr>
            <a:xfrm>
              <a:off x="4564778" y="5363894"/>
              <a:ext cx="18371" cy="16886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31D8100F-5C30-E700-DFCC-C684B6074A75}"/>
                </a:ext>
              </a:extLst>
            </p:cNvPr>
            <p:cNvSpPr/>
            <p:nvPr/>
          </p:nvSpPr>
          <p:spPr>
            <a:xfrm>
              <a:off x="4986243" y="5552465"/>
              <a:ext cx="78359" cy="12820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7502BBB2-C879-2151-3E4C-582B37772B18}"/>
                </a:ext>
              </a:extLst>
            </p:cNvPr>
            <p:cNvSpPr/>
            <p:nvPr/>
          </p:nvSpPr>
          <p:spPr>
            <a:xfrm>
              <a:off x="4628553" y="5624377"/>
              <a:ext cx="11174" cy="13889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4E43585A-2632-09B1-E1B9-609D11E5AB46}"/>
                </a:ext>
              </a:extLst>
            </p:cNvPr>
            <p:cNvSpPr/>
            <p:nvPr/>
          </p:nvSpPr>
          <p:spPr>
            <a:xfrm>
              <a:off x="4762240" y="5181379"/>
              <a:ext cx="29813" cy="90488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F27EE29B-7117-DD46-08D9-08B45564C34F}"/>
                </a:ext>
              </a:extLst>
            </p:cNvPr>
            <p:cNvSpPr/>
            <p:nvPr/>
          </p:nvSpPr>
          <p:spPr>
            <a:xfrm>
              <a:off x="4568384" y="5342499"/>
              <a:ext cx="9551" cy="29024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5786829D-D931-BAB2-8111-EBA461985789}"/>
                </a:ext>
              </a:extLst>
            </p:cNvPr>
            <p:cNvSpPr/>
            <p:nvPr/>
          </p:nvSpPr>
          <p:spPr>
            <a:xfrm>
              <a:off x="4924654" y="5328876"/>
              <a:ext cx="118982" cy="41655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90EAAA1C-6B09-E8B7-AC19-748626DCA1EB}"/>
                </a:ext>
              </a:extLst>
            </p:cNvPr>
            <p:cNvSpPr/>
            <p:nvPr/>
          </p:nvSpPr>
          <p:spPr>
            <a:xfrm>
              <a:off x="4746164" y="5532110"/>
              <a:ext cx="36201" cy="55120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8B3AF61F-4DE5-9794-FEDE-85E56A04199D}"/>
                </a:ext>
              </a:extLst>
            </p:cNvPr>
            <p:cNvSpPr/>
            <p:nvPr/>
          </p:nvSpPr>
          <p:spPr>
            <a:xfrm>
              <a:off x="2822643" y="2077614"/>
              <a:ext cx="4111278" cy="3643333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39011CDC-A578-1912-9F70-5916D8139BDB}"/>
                </a:ext>
              </a:extLst>
            </p:cNvPr>
            <p:cNvSpPr/>
            <p:nvPr/>
          </p:nvSpPr>
          <p:spPr>
            <a:xfrm>
              <a:off x="4608416" y="5640134"/>
              <a:ext cx="8141" cy="4816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E6D9EC88-50D4-C2BB-C2D1-1F3E574174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6B78D634-2D62-59CD-0013-DCBA66A8D0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95425107-6E74-CADE-1320-082BF74EAD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A53E3CCB-4D21-4609-9B14-ACBAF844DE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D18B23EC-0F50-C4BD-9C15-3FBF4D9E86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BF02DC73-3D9F-BFAA-5CF2-F52AA9F995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C87D80A6-5B2B-8EA1-B3BF-D0B7731ADA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2768CCBC-9C9E-B48E-6D8F-CCF091266D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438CB37D-39D3-0B91-F638-265C5A4A41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1CF91A50-8F73-42FD-04D2-092E24C150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820D82BB-ECB5-4A97-8618-5E0A7AFC22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3F885F75-260B-3952-3D2A-20079B4565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3AE0C9E9-8DAD-475A-7D73-AFC97C29AF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E3492E4C-DA6F-30AB-3298-EC517CFBD0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57C198FE-5DCA-71B5-5EB6-603F33521A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5A4E8BA4-D491-5487-2830-A2BBBA7666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6B53878E-43E1-D3BA-F242-18C8317932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A4B09934-FCF0-CA85-0EBC-1DCE28D050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171571DB-10ED-4069-1D5E-FC403A98D7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B3F1131A-9730-4FCB-29C0-ED57F2D144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7939D123-7425-87F7-449F-1124D8D6B7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E2C44F95-8CDF-C0F2-4475-308124C8D8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673CE92A-B244-D3E4-A0AB-854A4460B6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84FE52EF-8E01-2DE1-6225-4EE82659A6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E3865F31-8236-786D-5570-C0CE3E9AB7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700B187B-24C3-4DD6-7824-3DB6A462DB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DFF6032B-BD09-5B3B-91A7-974F167F86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3DBDCB2A-F558-6959-852A-DC75C75462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7E5C5394-F1D6-0FB5-A5EE-DFEE1A981F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5C07A481-8A5C-61C3-D62C-05234FF212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A1995373-CA10-8243-89BB-B8D5D3506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4F17631B-421B-F53C-792A-AFC549F36F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B427718F-CAA5-4F3B-028D-AD8CDF846E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0B1F9AD2-49F5-2BEE-9130-5E7D416D50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F783F372-4923-7AF7-0FDB-D67758776A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F16F6077-D3F1-04DE-34EF-D3C455A1E2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B196074B-D459-9027-738E-67F54C16FB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E38C264E-289B-5333-C6EB-29A930D905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449BD772-9C60-D92A-4C16-9BEEBE0C73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8CB11366-DF42-367D-F6C1-935F337021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387BBDCF-57BD-C2D3-2674-182016B643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460C38C6-20A1-637A-4DED-D41F571837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C97A9613-71FB-2CB6-86FF-A38186C304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9EB790F9-53FA-61FB-2B96-D1E1F8BB5C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40F63FBE-DEF6-6012-E9C3-508638B324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793B7171-E08C-B2DE-265E-72024BC0D3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5211CE6D-DDFE-2237-1A4B-9FFC37A1C0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0E75C8C8-0CC4-507A-4783-895E3900E4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8C72D708-5453-93D9-F805-30A5133CEA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C692C949-3A23-32FA-183C-09DAA5BF4F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4C113446-9D49-0227-49A6-D6F7028BBB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284B7E82-A29B-191A-F13D-404AB9D546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CF5FC750-94F4-20F9-C894-8887BE1E4D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B356C02F-E283-F71F-550A-5C4059ABE2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F88C9DB3-4561-ABEF-4D5D-8C3663B60E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D6D41185-A544-D5DB-6B75-A63DE37D14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5A488996-EC37-D714-DD71-451792F272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FDA2BFE2-E804-5DFE-3891-E777E2C018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90A62446-71C6-52F9-C049-262673E7E6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0443327F-58B8-766E-8FFB-503C25AF25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21460A6F-84DF-8F49-0565-D074E2D2D3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A85976B8-704E-72AD-10B3-2E12C9B8F6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DF9EFBAF-1DB5-9456-7453-DDA6DF762B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0BC644CA-DD91-CC48-D909-3C3F4315F9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0181BD69-E1C4-688C-FC8F-5771586E1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90B407CC-B6FA-CEE5-2E1C-E77686C89D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5CDFA980-EFAE-F41D-FB0B-9D31333CB0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5094216-D7A2-32D4-558F-AA2F781401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A15261AA-7B3C-B43A-2758-B41477A89D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D8FA1381-F3FE-ED27-447F-FC28C5B999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044BD89A-14DB-2912-6AB6-E01304FD98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C6D9613A-659A-85A2-131D-924620347D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06DA9257-8B63-1766-6600-855C33771F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4F4F0DF6-E569-6E4A-79A2-7D24D6E478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C5BF484C-4923-4E21-D195-76291C12B7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8F15E946-EFF3-7DD5-C549-BF1E2D571C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0B711E98-AA9E-8F09-12C2-AD8FAC3D76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BF2B4852-E9D3-DA6F-AEB7-E274F9FAF5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241960B0-0E0A-0CFE-D335-E85A35E07F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FD7EE9AC-06E7-D74D-B07D-BCFBD53645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4B53F626-F611-7F9A-F0F4-D436F83D76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43AAB6AB-522B-4514-40D6-A68FC3F68C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D6127B0E-CEB4-1690-0045-C01C25F844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0C65CE18-3DE7-F80E-7FB4-6273693118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EC7F2ADB-80DB-F25D-14A9-4F7424CF9B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C81E8DB3-8D6C-C8D9-8F28-3AB81BFE64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BBD33C1F-2622-E228-8D27-A117E52281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EAB7114F-3034-2EBC-E54D-44CC555220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BB8B1936-FF88-A84A-58D0-1A73AAD2F1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73F68E52-5393-5D7D-E3B3-7EB877379C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AAC7B81D-0991-0F20-2113-8258BE7B0C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40B61D71-B2C9-55A4-2FBD-81419E86D1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72CA97BB-E18C-6E5A-1164-2D955B72BD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17E78FF7-D4D6-2C2F-6C72-989B5AB944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07428366-506F-31ED-CC06-8113349B0C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BAF43ECC-FF5A-8730-4186-7B2A8CA422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3DF3ED0E-7310-D2F6-22AE-095DFA581F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3B8ED093-8833-C4B2-2B3C-3D053DDF00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ED54F932-D092-F498-4690-1056B74386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2EE14C77-8032-1E7B-8B8B-231A430FCD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A55E5AD0-183B-9592-9A9B-1C4E64A6BC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6090A09E-EA24-B936-C254-3E1F198719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F0EFFE02-8098-F5DF-CF6A-BB92E0EDC6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D14EF12A-B304-B998-8BBF-BE368CF18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C9FEAE73-7C5E-3DF7-6A18-C8ACF64200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846B7E6C-C767-E9AA-1056-F94A640633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D5EA3E2E-65A6-DC0E-6119-5BA338C9E7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B379C832-4F51-70A8-81C7-451A599779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E9635BEE-32C7-466A-2341-24EEC3CF23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AA26E8D5-0754-2272-F163-F751C5E8E5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AF34A164-6838-85EC-DCCB-876CC33780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CEB437B9-DA96-F14C-CB09-E5CBEF786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DF02C17A-3B74-6075-C7F2-71CF02C946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15E8AF4A-68CE-C0F5-2255-FCCF14C6D4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7323B3EB-8B08-4F40-B6C6-BE18DBD65D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FC0D6CF0-A6A3-7F3A-DFE9-FD0BE2600A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0272FF96-5990-7E2C-F041-D0A5A284BD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9878AFBF-30F3-AC82-44DB-BD725D0EFC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68B2D3F5-5393-4ECC-57CD-7737955976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C72D37C8-2C43-53C1-3D27-CCC6FD5983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4005FCF4-6A2C-FF35-12CF-FA70A8A0FC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A8D1BC50-60D4-D62D-5F11-DEFD788055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D5A3CDF4-95CC-1B85-17E4-E85445EE1E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E069CCF2-E4C2-3DE2-E4D9-75A04CA65D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C100FDD1-2D17-5F43-06F9-FDE0D06F7E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0ECCCD96-949D-CD14-7FFE-AFB9C1EE9D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46259330-1883-BA9C-D545-85F25621A4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DD32DC24-34EC-3F60-E472-F99172D085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7330418D-9AEB-0607-1C1E-AC88074EF3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1C636E6D-5E6F-126B-F7D2-7FD280D5A2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A0829147-6731-D226-9611-691AE310CB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31EC3DC2-0C45-2BFC-24EE-699B497868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F7DEFEF8-2184-19D8-E751-BAC853A061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2F2416F3-1027-00D3-B2CF-A8FAED2C53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A6103542-8557-487D-8F42-ED811CA163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27B35270-FE20-1242-1574-CE5806463D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E9ECE36C-D415-1E0E-CCCB-945225CF70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8F00BDAD-AAD5-1A39-8CC7-B9A074359A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5FA51204-790E-6962-C27D-D517B73011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3CA036C4-1440-F816-9347-56C032078A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C47E9212-75FC-DB40-F37C-DB89DEBB13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3BBFC456-58A1-336D-0921-567E151502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38A5E63B-9711-06B7-F916-86C95E7882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2AEF39D3-BB32-2DD3-8FFE-E937D5E6B4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70B9E770-4EA8-BF14-911D-1210FA4448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B2E9F9F1-1BB3-17AD-BC48-CED5F254C10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0656E017-6CCE-26F8-C6A8-76139C82FC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365C2171-C1E3-BF3F-FDC9-490F2043F4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D88B17F6-0A77-14A4-A756-6C2B98F920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8EBD282F-DA8E-4D12-AE1F-8DFC44248D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64DC4FA3-317D-E24A-F254-D61A2A8318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BFF028FD-B33E-0A97-A57E-1851ED23AA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63278028-3A7C-E92F-CC88-E9ABE85E21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31AC8EA1-8A87-B197-CA68-60357696F6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6033E4DC-48CB-BB83-0E23-BE4CA1BDCB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FC368E5F-DB2B-A9DD-EA3C-3AE980E8CC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FC4303F4-BD15-336D-A407-BB1BBFE60E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B878A531-E0C2-2E77-65EE-9A697145F0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0795B061-9299-C186-432D-A5547F1AA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F52957A7-1D76-611E-884F-72911AB545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66F963C4-1BA1-8517-5BFB-0BDC571CEC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F1605E31-6DB1-B3BD-051C-4DBBFB77F0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B3DE1D0D-CE1C-F106-575B-B567355041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8A75A555-9DFA-B138-4811-6712716C68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D875F4AF-6255-3CB5-EB62-2B46B4BEF1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CEC78938-FADE-2E35-C202-8ED467F37A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ECE26E11-C55C-3D1D-7C14-19A42413B6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447DE495-7DB4-E21A-8C6C-44A194E0CC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0754F4EA-9817-4859-1435-62099D4129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75F8F366-6494-03D0-2F5D-6584711B3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F86CBDF4-C3EE-65BD-D6BB-C156D31EE3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FC32A461-33D4-99C2-F557-4ED1F387F6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5E80863F-0489-E1BF-1502-61E5D30A36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CC7501A8-80A1-3EAA-BF05-FB54F74CDC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CB4C989F-927F-BCDA-956C-E1CAE94BEF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09299BBD-0502-5D04-FB07-6DD94373AC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4F2D786F-F58F-8E0D-AD10-33525CA5D8E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09D58CAB-FCA7-7665-F482-E4F765929D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54BCBA14-B4F6-4BC9-0A03-5DAFBA3EB8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48F9726B-180E-4253-4435-CC72968BAE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6F10CB2C-2E93-473A-968D-90484CFB16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96F42E1A-E16F-8F64-4FB2-B09EA0AB94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63AD4F3B-6540-FC56-6066-855468C30E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34958805-ADAF-CA5C-C088-6DF2C59F1B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676722F0-C891-6448-3DC1-91B133EC6A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B75DB27A-4C8B-BC0D-37F6-B421CC70A6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6F3D893E-4CAC-2CC4-0BD6-C7062298C6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AD7D749B-54A9-166A-F3F8-CFB0087A47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9296284A-CFDF-F60B-E288-5B09C136A9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A7233FB2-F854-C0DF-17AE-95616AB3AD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E33966AC-ECB2-54FA-3728-8414EA1262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2840A15F-2F41-0E05-9A5A-DD04169D8A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4BBBF082-F4F1-8A41-9256-E4AD7816A1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7CE27C3A-8698-CFB6-298B-7475505217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6260A923-F543-10F3-F9CD-DE091CD356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E78A1E55-0315-2E98-36CD-7C5BF43EFE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49EB256A-90E5-19C4-75BC-00E0BC57F4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F80E70EC-1C3E-6643-11D7-F689AC4F68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B4ECB23C-3F7B-9F90-4EBE-47FAA70292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A3A97861-7562-5BEB-9489-A252C4A27D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627CA024-BA6F-BC0B-E7FA-5E91849AEE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741F2496-ED03-4C07-C353-0DC9BE6AE5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72537E6E-9FC8-AE28-68DD-CE0E304E8E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3F92E838-AF46-FFD9-0364-AF30DCC00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0A49D04F-050B-9798-21A5-54B023ABB3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22D5D1C6-6A5F-0E41-4616-E1298DD327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FA9638C8-B23B-916E-1ADD-CBD45AB39B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E64A0EBD-14E1-AB1B-5CF5-3B475676A4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46D3BA57-8F82-13F5-770B-3FD153AC9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CC281191-5EFE-29B6-CA7B-2928C29BA5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451F7CD7-41D4-6AB7-E60A-159C12A527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3735DD94-2DF4-BB11-8D66-899AB0292D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3D99BF52-CB66-C395-18A9-B6F3A06AFC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FC03F1F1-241A-8EB1-8A00-31E244DEA5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568AC163-FA33-FDCC-7EF9-0181416957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7CA676D0-3701-AE3E-6897-F48AB2A20B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52923955-AEAA-1D9E-EE02-233BD6D01B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ADF3E4AA-04E0-32B6-9AA8-134382437C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22987B40-C37B-2F98-78E5-905B027579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FD36F3FD-F6AE-718F-9E5C-FDC021AEFA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36FE03FF-165C-A047-75D3-B84966D445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8C60E855-30E9-36D7-5249-8AC2698D4E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FF695752-D96C-3E3F-DA09-88018D162E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BBC9F1E9-B068-DCE4-C4E9-931566CBE0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22EF7360-8EC6-8B4F-7E35-584EE7292E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A221075A-05EC-F2BD-0B25-19958D85A0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5C75B71D-52F5-6B3B-BA7B-66A64E245C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281F5C4F-687B-0466-4D43-2ED02DD9EA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4B9E5567-E849-4651-FCEC-D7847AE479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B4AE20B4-42E3-F2D7-B9D7-49E578A736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6A4E4E4B-0550-8894-61F3-5CB7EFB31C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9FA90C75-30E4-F61D-2188-8BD8A3A103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A97FCC28-114C-50C5-BF19-0AF0DDA346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A36B9811-B87E-B4A6-CBD7-421C620190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61417F7B-C48F-583F-58B9-89FF9E8477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55C06AF1-109C-D270-664C-6347A7AB06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38B69A51-3154-B2B8-BE64-6358001872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BDF4D100-E6E0-11B5-36EF-342805C748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D701BACB-FA1C-EF9C-BAA1-D8DF58B817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DDE61D1F-4889-4F6A-C6C2-DDA3D5EF83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926D0A65-ECA0-424B-26B7-FA260029F3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620B2ECD-5706-0C34-73C1-E4FAEEEE85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AE67B37F-5940-C72A-DD75-E0A770E147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DB2FB29F-1DA6-0B2C-67A2-BE87800AC7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53E0524B-F0F9-716F-447D-4388773926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AB94DED8-78D7-112F-392A-7147C0D5A4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66C53C10-7DA4-B308-FEF4-30E7589E65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A60049CF-B5D6-BF94-EEF3-274A876D77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49FA7586-8BE4-3A84-2876-C74924B35A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FF47E12B-D1A7-57FB-9840-4CEE3A316F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01E30CBB-73C0-0931-8163-7F912E921C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F7A36739-91ED-6391-AAD1-CD2DBBD349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2A51FEFD-36DC-A00D-8A4A-A76D5FDCEB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C54F900B-FCAF-86BB-169F-485F6A13A4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63EE481E-19BD-D14E-1C3C-D1CB60F048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94B47AA8-A3FF-04A9-881C-AACBD3C293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57E71B90-26F5-DB8B-FFB9-CA84E78E0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EA2F9E81-F2BC-9EB2-2187-CAF2E50D4C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0D54D9C0-5CFA-F11B-40D8-2DF1FE59AA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241E66AB-E759-EC10-7FA7-20FFCE9105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AABFBDF3-AC4F-6BBA-312C-8A56F4EEA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E87A4D83-4F9D-96E2-1BC4-3C2B54C578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7477E517-B2EF-D468-D8E5-595CF2AD57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64BFEFC7-B834-45D4-1FBF-5A4E386F21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F2923973-D051-3F06-E98D-4875B543F6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24699513-60DA-7398-42D6-473AE519D4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A9FB4796-4E7A-7283-7439-FECEDAB501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5436ED86-B182-6C75-1CB8-A50A8A51DA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A5AC074E-B90F-0B11-BCB3-3EB584EB44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52C359B9-E271-AFE9-ED10-7CAE0D6F45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F261AB9F-6DD4-16A7-8949-D8248845EE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99C2278A-2C6F-9960-8C05-7B7C912C24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527FAEEC-7ED4-2A4A-F727-509BCE401F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21A0C462-3B9D-267C-DCC2-415ECAA523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722C5CC8-04E6-0477-AAC1-91BF2BCEF6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B5FC20C0-9F18-0030-4CF8-285CE8FB99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5869FB40-E8FD-36BA-10B4-1C74FC3791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A3BFC664-5362-BA8A-8DC1-26FC0E5431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71F039F8-DFD8-0386-027E-B6AC8DB64F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48F89E1B-BB98-323A-F7EE-57BC7C0FE2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C41191DD-7972-9E64-088A-C51E501630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BD150B80-507A-9794-B4DD-4B9792C832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1F662E65-EA6A-A1E2-24A1-E12CE8DF2F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FEAC2322-2218-DB08-A19C-6F98F05A83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17C98A8F-CB90-DF33-B0AB-565CCA3A6B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7360A6F4-4E91-8998-9DDB-8CF3B6E240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7EDA6B6F-6D77-DF32-ED90-EA1CB7F082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69ED8BFE-3B4B-9E18-E41E-5E817365ED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DB6C5F9F-773C-7E66-AB2C-4280EA8A7F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F240DAC2-4C6C-C02C-1980-58F669430F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BD54B2C1-4920-3EB4-90A3-1323451F0B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A65EF51C-A2E1-FE67-C026-6E2B6DF866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75DEB919-4C43-B253-8754-8DF94149BA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D826AAE2-A88F-DBA9-204A-F300645892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55DCB4B5-FBF3-4906-D87E-A7AA908C32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5C4796CD-EE20-9B42-7545-58474FD905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C330AEE2-623D-7D93-BF6D-6D589398DA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12A83C25-7BE1-15FE-E1C2-FB37C73A45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635E29F5-4CD1-66AE-B16C-4D184D5743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CB9E195F-5E2A-D36D-177F-91BE3DCFB2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EB455529-349A-9610-62E2-70A2B1D492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F55996D2-69F5-8698-C159-3A9A0FCF35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2897266E-116C-8B59-E2C3-A07F652F3B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371D44A4-3844-D5AD-585B-B65A6B93BE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2AFA00FD-DAED-0153-2BC1-F1B2BB7335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767AE5E4-B245-D128-1687-177929797F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D454BF51-D325-1E2B-DED1-7598178229C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F15D9556-EFEC-D93A-797E-A8CAAF7A413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DC1C2312-3C6A-C35D-43C2-211164896E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3B0FE94B-EF46-6CB4-44E7-238CA09458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C7B1B530-88D7-6595-6A4C-44257CCCBC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641F49B4-AC0E-E2BA-C38C-A22F0FB471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49C699B6-2FC0-DC74-C0D6-1B76422625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6C4B6FC5-F191-3F88-4D83-225AB11C56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BC39CC5D-3299-F0DD-C212-BF8517641A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0882CEB4-B8CC-9DAC-177F-B46C201788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B3331578-494A-AEC4-2ABE-6EC772628E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A9335C1F-ED51-75A5-8916-B38609999B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C7BC1F8C-3497-502D-E392-3679B7473E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9376112C-EA5C-21C2-D1CE-038877B1E7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90B6EAF2-050C-6C36-9329-F9E7C0531B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672F09EE-275F-0F29-6C0F-191A00AFC0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A7D5D4C0-7EDE-E2E5-38DB-945EE4B529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24676A75-1953-2341-C0DC-24B08CE814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39F54A7E-D0A2-9558-AC9D-0C1BE94EC0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8E299970-86F5-61E3-68C6-F57385172E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13831BAC-6888-7A92-1C8F-CAE276F44D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AB5728D1-5263-2496-43F8-6B437176A9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28A9FC0A-3580-32C0-4A5B-7D9D7EF535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2742CA5F-3DE0-F802-05A5-870A7C78DF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54C114AF-8CE7-E8AB-D624-7B6A67DAB6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7B530E34-A523-EAD1-9227-BB372F2BE1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EF01C4BD-5EA4-0456-37AB-B24561A565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3A77FC86-CBBB-963E-13A6-F626F5784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CC576D1C-4369-6DC1-7170-CB2DD95F91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77EC12FC-6001-56A9-1A74-875775232E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E0276F30-A6EF-CC18-3087-E943808D8E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2FB66F77-1A75-2523-4DD9-98B9E87406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C558F99F-02BE-D99C-F16F-BE289A903D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B73F8062-D105-A9FC-1D22-ABE68F774C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E05D20D0-27ED-E954-B140-D9FB6DADD9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EF4D1340-A8E7-B57E-EE48-93756C50E4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8F35A2E6-EB4C-298D-0B10-CA37E0715F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08B1310E-9C44-86D1-045D-8908D4F395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76170AEB-4254-E57F-F5B7-743CCECAE1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E8A7D982-8C2B-DF26-A315-190425FDD8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4B69295F-0735-3378-679A-F53FBFE997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EC8D155F-0ED9-F296-3C13-59EB37987D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76B7B63C-AAA2-CD5E-AAB8-442F189A0E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D90B5296-C3C9-DA91-36C3-6F0522F32E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4C1D291C-7CE5-6139-2B78-ED7E7FA929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57262959-57B7-6F89-865A-3A92E7C1C7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62DB4989-4F8A-6E5E-E5ED-63B0DF06EA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F27A9B5E-31E1-50F0-1D56-D878F3156B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3915BAD1-0F7D-852C-24B3-C66D356B55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7B7C0535-71E1-C1E8-E99C-5AE300875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895F75DE-0BB0-E1BD-2714-9889DC3627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C6A2B35D-9038-41EB-8E50-65B33E4480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C8356AB0-E97D-1334-13B9-A4D6AE8886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42803932-A256-E6DD-D8AB-2F03A74FE5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BAE9910E-6469-045F-83BA-997874A28A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D6DA0C74-2C05-0FF1-941E-904E414420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2C5CA3E3-CD94-EF66-DAE8-6D9E829D1D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47160815-564A-3FB9-7C02-0BBAC4D61A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822F92E2-18B4-0497-EA69-A72AA803A5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501F67AE-2ADA-A317-C1A7-AF2DA8D927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D2FD0860-4FBB-43C5-ED1F-BFCF25A708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AA0EC4BA-9279-59C2-C1F5-2DEE4384F2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2EA20A70-379D-1A1F-C4F8-D91325A613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5694BB9E-D566-34AA-235F-53DD11285A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329CF540-18C6-2125-77AC-E9B1AD330E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4A46F8B3-2A60-BC89-C8DD-E107F75EDE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4064D53F-EFFF-065B-0D11-0BCA4457F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291323BC-760A-AEE2-AC4A-35597BB35A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64341227-0559-79C2-7C82-DCAA8D30EB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4E437F24-0BF8-BAA3-96DF-81F7D19A3B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4FD85503-EC13-94F6-A8F2-2AD847B68E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47C0D689-5658-E706-ACE6-A9FC9C7679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12A9ECBC-2050-F5C6-E0F4-3EEE4F74EF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CE73456C-2911-78F4-8884-F9F109E758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6F56C2CE-F47D-AA12-7F2C-BB6F833D82E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71F58504-87EE-B29D-A649-A05B7A543B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174DECA2-53BF-BD73-B05B-6791DA3C4A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F3A1407F-BD38-6906-79CC-4F7C459139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0A5EA2D2-4818-D455-E7AE-8C71F23B49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CF483A96-FAD4-7317-42DD-4E5850CDFC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A1C31B5E-4C88-F22B-FB0E-68AE1894BB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76D2FDF0-DF9E-77BB-AA92-F33246C926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0EA8FB7E-5819-42F3-A90A-533A0D1564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9F6CDF08-A796-9453-B631-0E24355B15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AC256A32-F86E-035B-F026-54EDCC7EE6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E6F352A0-B0FD-ED05-00D7-EB0C96A39C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A118DA67-B34C-7E28-DE69-365C0C06E5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20C58EA1-F5E3-5AB5-12A9-A0981E979B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7817A4AC-88B2-EEB2-E727-B93FDA0ABD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D83CB6AC-96E9-9C42-C842-78738A6C52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164511F1-FC3A-CD04-DD23-E1AF33B746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805C250C-7B12-E87A-33FB-834484E01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08239592-03DA-800D-773A-9713B08217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4B095759-458A-5B7B-CE7B-CCF4D7C6EC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6770B5F7-7B2F-29F4-E013-B22B786E35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C29B4BFB-906B-D541-AFA9-E9CE1BD367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15BA63FC-C3F9-0209-0924-1D70493613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9562398F-098A-7E4B-6208-7B1712CFF2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35E7FCC7-DE79-F846-09E0-2903FEBBFB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E4919D12-DF79-81ED-657D-A807F6FD71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5705B073-033E-1007-481F-0D88EB9C9A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9F233CCE-5A7D-405E-FFC1-EE876DDAA7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7B265C64-3B73-5A86-8E40-E967F7EE7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BFE4EDB7-5A1E-5142-277E-074BE649F8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44AAE648-DCA9-26FB-A8DF-6B949CD840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13523DFB-535C-C3BD-F17B-281C23948A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9884224F-F1D6-E51E-61B3-66F50394FE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7E49AA32-6EFA-FC69-AF68-1AA83408D6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7B63B7EC-E935-5063-2B6D-734D906627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439C51BA-DEF1-DCD7-6297-6F9C3064F7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CF30A2E3-6A01-F6CC-ADF1-E77AFFEA46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D7A7279D-9292-2E99-6E27-CC9BE2C1F5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65C8DE11-9F59-FB42-107B-0E95D59328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6C3DA0B6-3C64-225C-0A5E-E410EC3D70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CCA7BBB0-7189-DF05-87C0-411F1E53E4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66F1E0F5-2FFE-E36D-3062-3C50D2B40D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40651E3D-C9F6-6893-5584-A6E9F63FF2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94C84584-72CD-CF46-E695-B006BF46AE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BBFC91E3-98B6-9FC8-13A8-9F57471348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6954F585-76B7-F4EA-0DC5-5FE259D0A6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6C908622-5883-F16F-5246-27BEDA947F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E622F684-12E9-6276-B94A-2C655BAFAC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9B485BDD-3C33-249E-2489-2FC7F6E596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094C2673-82F8-9E08-1FA3-508A15B2BA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6221EB39-A53D-81E1-679C-672B4AE351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4AE1D191-A6AC-8E71-DA52-3297DD9A70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08651325-7A81-690D-CDE1-F1E053FB7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B7BBCC58-9C63-905C-F496-1C6699530D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1020DB32-755A-29A5-076B-8BCBD08F1E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F3748B00-3592-93FA-33B1-0E60A5B28F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11DE84BF-0577-E645-C1F8-4C0808DC3B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9B2F09C3-C107-B901-F844-05B572A73B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B5136036-2E5E-F761-6B42-0AB42A1ABA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C27BA955-7C5D-BB1E-3C5D-DAC4D09E33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4F6E3EA8-B88E-8529-63B9-FC0283BE81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CAA17271-7F33-7AD1-56D7-69220EDD34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8923766C-E318-D26A-5684-9FEDC43C86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C3EC0925-3465-9684-389C-5433C69E41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883947D5-5E5F-CE80-3B01-32A39E3AD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33087D73-5EFA-6897-CB33-54F0BFAA32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A2DD6B65-270C-7DCA-B318-CBC54297B4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343E61B6-5FFA-F26D-F71B-B75FC2184F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10E9061D-B96E-ABA9-0574-BEC194CCA4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0484BDF6-D3AB-7AFC-2478-15F5075B60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0E3EBF3D-83DB-E834-E6A7-B72FDCD6F9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081B2AF1-C973-373E-A62D-7A97FCBFE4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C189CE12-EA4B-7A27-AC85-246E42CF1A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48516E62-9013-A566-EF07-7F84EA797A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D3DDB4C3-0F7A-E1EB-94C9-05A205456D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CE09009E-D32A-4876-71B3-BA1051969B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10656142-7B7A-F0A6-D3DD-C91DE721B1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EFBD828B-9443-8A2C-9B4F-AB42DFB02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D04F0F80-0506-05FE-0DDA-BF4F04A588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12869A7F-8D0B-5407-BF43-42FC93A5EB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73C158E6-6CCD-230C-581A-E55A484A97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A013CE3C-04F2-23C2-6929-4EFD422093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F1AAC7E7-0099-2AFC-F7F6-46693F344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BB0E4250-AFF7-C823-F3FE-824E19AA3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452C5BEA-8AB4-6671-01DA-8672F66038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EB294B6E-1547-8855-7967-A20F782293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DC3400A6-1C5F-25AD-526A-48DC84E17A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27127419-5F52-B4AA-72DB-92CE4255B5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14179C38-B3CA-C5D9-0D30-A1DAEB2096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7530E7F7-E214-F5F1-EC84-C52988F0A0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7A5516B2-6FCD-288D-8361-7850093C30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CDD81334-5E76-9991-1CAD-8F48B88A47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60607123-9BBB-B5DF-5AB3-8530135E6C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AF50BEF5-22F6-0D8D-68A8-2E7A925470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B2FFD795-B799-FA2F-E84D-3E3152CF11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D7AB619E-CE2F-2A15-8F22-F229B39138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EE092F6A-612B-4F46-719C-85330630A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D992EF6B-B112-7BC2-5369-8D66E19B79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CEE27C64-FF59-7739-03E9-356A06DAF7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0EDFD590-0CF1-6862-F5F6-817E8F1F39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F45DE073-2694-36D9-2A7A-89E61AAF69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E583C510-E3EE-EAD1-840B-9307A2ED14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82C1D021-CCC2-9B0A-31ED-2237165CBE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1C9C03F9-9159-D3F7-4FAA-DDF4A5BEFE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212E0DEA-9B09-9964-39D4-E410870685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D411EC32-FFCA-1700-1D7B-7138F6B3F0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F25B1058-2A05-FDC6-BEBE-D1F1A45BD6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983F3A5D-3FCD-143A-8E29-A33425A7B1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441ABBE6-A790-D833-A535-4D3CB77F6D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050125F8-7F30-31AA-F68F-FC71C09B0B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D95AEDB8-9704-9E64-B3C2-348F1D0949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B8CE2C8D-5798-FF39-2A27-FE249E4819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A810A6A6-B855-204D-0D63-B13884709A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305A618E-9DCF-0A3B-06F3-5D79480722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ED552B62-7CF3-A748-624C-CFBFE5223D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DB61C86D-83EA-86FD-B534-49EB731F5B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483D8B84-F23C-82EA-CD2F-B174AF928A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592DBD2F-B47B-9D6A-73BB-2A935991E9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34A18FBD-F9FD-921B-0D78-082A9DEBBB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B677E80D-8213-23F0-4489-FA5377A4F0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A26BA453-4C7C-06E4-03C6-AFFC621232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55FB0396-98C4-9709-1527-0256E4D97C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CFE7C2BF-F59D-81B7-2BAF-5488629534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33EC9943-D8E8-489B-440F-7A3EC36455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9A5C25BE-AEE9-2DFD-9795-EF114BE2FE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A7E656C6-7EF7-A238-4F26-459937C636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2D51E81C-47C8-FB36-1AE9-AC4D14AD3F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4DA704D9-10C4-0816-0EF6-FAB20F671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D1FF5FF3-A6DD-F4BE-FE42-A102103689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19ABEE49-AFE1-1D36-751E-53A3290B3B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6A27BBD3-59CD-0162-DD62-F0F79F4083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A94BC198-851F-F525-83E9-3461D05AC34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8C46574A-B098-FD28-EF59-59D174CEDD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66065487-43D7-1FC9-E66F-970E70FFD1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207636D9-2F4D-40A4-39B4-584A852BF7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99EDA7F4-9C1E-2F30-FA2A-B92440E89F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6FE1BFBE-FE64-36AC-87E4-CAAB460770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BEEB7415-B1E0-7B8D-AB3A-CDDD74977C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B1A3932D-24BB-7B38-FD43-E881EB0C9B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BB32EB67-8B36-4E2D-30A6-078D74E2AB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28A194C0-3C68-226B-0E8F-536748E285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7376C105-D9A9-8845-9075-8D98A886A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AFA144DA-E680-4CC6-072E-7FDECEE2EB7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5C885F61-0844-CBE7-3C75-5BB2658194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77E64B51-69C1-9EB5-20BE-145FAE89F8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DCBDCF07-D890-4047-2EA8-ADA1BC7EFB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318E3729-12C2-D69C-9D30-20461B47FC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04C2FADF-3DF1-B212-9112-1990E53CAB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D3795C8F-F8D8-432A-BF7B-BF11453E89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18F11C19-C63D-092B-9E66-E0802F8580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37A9C90E-B612-998E-11F6-5337E2174B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5BC73D5E-DAEF-49DB-0E91-ECC6B015E6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BD9E0A1D-0C6D-7F9C-3A35-380B3D8AA3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1FFDDF2E-9080-0EEB-6DEF-5861A633AA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E472B9FA-D382-AAE2-6F51-E034067D7E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8333D96A-D57C-45B7-1176-08D0DCEC9B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0B134611-4C2D-5E66-7617-F04997760C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C68B91B8-0427-CEFE-271F-030D0468DC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1DF4FD7F-E00D-8234-5652-A94D10A702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DC491DC6-4764-AB7B-EABA-DCF6D6DD58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DA8B660A-32ED-7ED3-5B9B-8D7B5A178B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FC69F06C-EDB2-9A8F-5045-ED8CABA4FA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1734AFAB-931E-FC2D-4B63-5B7B57F13C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32191775-0394-0A09-F9B8-8A6AED069C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64D94A23-EEF6-1021-EE8E-8A66DBA705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8CC09EAE-B5B9-D479-0BDA-8639FA80F1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BE9FFB94-C94D-5A11-5394-48B4442EBA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9D9B03B7-60F0-D142-2966-E1F324ED44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2B2AA821-C9E1-FDB5-DFCD-ADD0245F6F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0C0EC94F-7ED6-DE12-35A4-26DDD4A64B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C251DAE-780F-D02E-4177-03DE12D673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A5FF45C0-016A-F5A3-0E00-2E9238E8CD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9926DB28-591A-E584-BF1F-C0A02F57A0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47632EEE-72C2-FEFC-8BBC-4FDB53A11F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E72AE68B-B19B-C550-C245-C6FCF3447CC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058031EA-A195-A7F6-C4F4-96DAA7095D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AB6F04CB-A6A9-7B8B-538B-0688C08EBE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6C934B0F-9F10-6EAA-EC6B-4BB55C7D1D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F027876E-BF72-F5F0-9744-EE26CF493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60EDBDB5-D10B-E905-F5C3-31EA24D95B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76AA1D61-D56A-D93A-6348-A0E5FA83AA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F701B40C-D18B-CB4E-282E-6FBB0EF9A6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53CDC787-8E05-7261-F173-F066D90F8C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DFDBADCA-3B3D-9B87-39BB-4838BC5098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1E55910D-F339-961B-BA41-2626016B7A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0CF534BF-BACE-2721-3E24-31CFFBED04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8FE34834-ECA3-2564-DE17-046DF28279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A2CDD388-9C5C-89A2-2FB1-589D658ABB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723FEA88-0F6C-37D1-09B9-42C298D4F2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9F21CE32-326B-847C-EE04-036B9CBA59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026F5F62-55A3-00D1-058C-EBF9D9D609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76920382-D5F1-9FA6-526A-85AF497BA0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FAA6ABA1-C64A-013B-21DA-EE0BA99D19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1AE0F0E4-F0EE-DDE2-D2D8-D4C5B1379D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DAEB9051-B914-4F74-2CE1-7E27A836EE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F0C7E429-7DBF-88F9-8DA6-22099721D9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9CB3C229-F752-C26E-D078-3F71BF058F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624048C9-89ED-A21A-951E-8ACCF973C9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D9693E73-0DB1-CA3E-A574-2CE227EA0C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11E4C333-4D05-111F-F5E1-0E1146C222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14364A54-83EA-0312-E722-F8E68D32BB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74204F7B-F644-DC6D-FD4D-21CA7F202B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AFEA4338-D9B0-2AE5-FC1F-582DAC4F25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94EA3068-E580-630B-3B1D-0050C3E3D0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B7D3E185-9635-A2A2-1897-855638BC75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4B18B849-1E01-1527-96CD-3604CCE69D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1D1EB837-3C5A-8570-DABF-B95281D7DA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1D0638C0-CEFC-58C5-782C-CDC9510D93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BFABA2FB-85C0-4B69-2371-DDB6E378EE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0121984E-44C4-4F68-E211-2DD3B7D589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4A5B33D2-ACCB-1FAC-28B8-E54FEEE6654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03994DF7-C56C-6609-FBA6-618624AED34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E87602D1-7970-53D4-D82F-D91EA3B463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8C3BAE2D-4672-6E7A-3534-4A6077795B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2ED3C8E0-2C1D-AD82-D45D-044F7CB244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9F52CE2D-BC6D-6C24-CACE-01AC1583AC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8EB50FD6-AD64-F845-1C88-8AB57B70DE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DCE6EA53-291A-32A4-CEBA-A433D34C59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456CB154-F95D-F74C-6BA9-45ADE44C72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113EA4E8-2F21-B6E0-0D8D-5A40DC4E3E1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0A2920B1-E469-A96D-30DE-386B896209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94F2847D-3EB3-6FE1-7D87-1934D16BFA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63C126B5-E1A9-A25C-7E22-372D760EF1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BE22638C-46B1-42EE-9599-1F8C0045B4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D7E3B37F-A368-4BD0-1D33-F52A551D34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1075DBBF-D8F0-E35E-9D02-482BF45A4C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7C09D2FA-09E5-EDFB-AE9B-D88BDDECAA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4F7B08D1-F61C-C570-5E36-BCC582268D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5AAF44DA-60D2-3624-CB9D-93779BDEA5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5BACA4C0-E4AF-2BE9-FB03-09A3FF96EA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67D501AE-AAA6-9E43-E00A-3E49A0CF92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FAA1EC95-3982-C86F-47EA-B64DF6DDAB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A14C6005-00BA-3BA6-A9E9-D0F84859E60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90A611A6-6385-31F9-DA51-8FDFC463FB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0A6C37C0-7D5A-10EE-00B0-7831F4EAB5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6A835D5F-A335-FB87-E02C-5425721328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F9425215-DF7C-C789-2113-43B92ACF80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84D8FD19-52AB-EDB6-D70E-F406813457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986139D3-62D9-CD0D-7E8D-59FBF79CF7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2D9EDBC9-DE14-A76C-09BC-2D2C37107F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628E4501-71B3-B9DC-8C65-0DE81CB92C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0245242D-436B-59E7-2569-10F848839F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069F3259-7C5B-F426-04E2-7D50DAEF724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BB6D79F2-4CC8-74E4-EC75-93F80F284C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ABEFBBCC-086B-2BC3-4640-459669A147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EB6F7159-C7D7-B105-FB6B-BF16E36069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87E96C6A-DCF9-86E5-5E5B-72B3CCB8CE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09242193-F65B-62F4-50A6-8C2229F447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A1B3606E-D4DF-8397-23F8-BB9B58E0B54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7BC36F3B-AEE8-B518-30DB-F6B1DC3591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F535F633-633D-E214-410E-0B3486F2E2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952FB0B0-7B9F-FE54-8A90-060D463BAC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6D440291-B465-E8A0-5982-6EC7393D2D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2BDD23D2-93C7-CDC1-8B9E-0E4861EE06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77A760E6-E67A-0DF0-11AD-CBC3806832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B35F76F3-C2A5-4AD1-5102-08DD19A965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ACEC362D-5B5F-0DCA-A70D-09244C75A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BC119048-9AE7-E8F4-7F8D-19B40A2DC2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B3A43C7C-DEBF-D210-FAD7-9FC5F0758C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4502B7C5-A31A-5F92-59BA-AC5E5AC1D2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35E6F91D-2B25-A3FB-3838-0B60D28824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94809D70-90E4-D138-2EC0-83C3C95C30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30B81720-71F1-025C-6F1C-9DECECF89D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0E8709C2-F00E-5210-F6BE-504CF36EA9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6B0C6FC3-6730-FC4D-D7CD-71960C1A5C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556655BF-27DA-BA2C-82A1-07A5D6E96E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EE368EE0-82A6-02DC-A069-5F74850DAC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3155A667-6D6C-66F8-BA63-D22528BD48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99AAAFEC-5B58-3034-C28A-27C9F4133B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BA4AA962-F84C-2D39-1F3E-D9D20E935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7E2BE52F-7479-D8A2-D7F8-2BBB63EB25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09730622-12F7-62DD-5025-49C06FCEAD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8EBBCCB8-F33F-1552-F43E-1C8D3AC4A0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5F53A1D7-A239-70CA-1548-5BA138743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3B91A346-2D2C-443E-7858-8E58616C9F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342AAEE4-838F-0B48-615C-C51BB85B99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556210F1-6D0C-9E92-93C0-96126563BD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3E976E32-D090-2FD5-587A-880CC051F1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F103DE17-329A-3C8F-4E9E-4CD42C8D32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8159D565-92E9-E1F9-EC2A-9E49F6BDEF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7811318F-DDA3-C5C8-5F17-CF05378F1F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00BE6AE2-082D-6363-3700-E5006D315B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34A56111-393E-023F-D27F-E0FE318104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26037CD3-59FB-0F30-C593-0AC5D34F57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732BD33C-A73D-F890-2BCE-D207549F75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5108D1A2-01DC-A720-3B53-2BAE6E4780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C380A96F-8972-BB93-8A06-AE7A137A05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6B74EE61-0BD5-96CF-25C4-0D7FD932F6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AA4C10F4-6DBF-B394-CE86-A4CC4A125E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B852D52D-4E43-7225-9F88-520582D4CA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AE8905D0-C52D-D696-56A8-7F58F65616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6826E63A-38AD-02B1-ADC0-FE672389CA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81361407-96B9-D3BC-7532-78346C0332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85ADDF21-32E7-D4DF-927C-4B2F3BC364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890F254B-6657-1FEB-BD57-6E723FE17F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EFA32CBB-2594-E76E-995D-2EF7FD56D5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4046BF76-4096-4775-7F44-4FF7B46434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0C72D211-9D25-0CAB-30FF-BA56F6132A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3072C62D-F30D-2DF0-806C-074F4CEBC0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2A46FD3F-125C-450E-36B4-158CFA42F8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2637F78F-493E-D9F3-6DED-7310FECBEC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4D05E4BE-7516-F89A-E4AD-6E89996262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133A91CD-44A2-F350-CCE6-D2FB2AC10C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CBB4F858-0173-E92C-325D-00861FAE32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E6E4EBCF-A913-9693-7F13-D2BDF9C0B8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CA31B2E6-6164-2C6D-5864-8F9FAA1C17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BE4BD92A-84F0-A408-9B24-017F30EFF0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714FD5D1-A5E6-6B60-64FC-1C5019D7E7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FDA9C5EF-0E31-F5CC-7746-93F5DBB064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2A5A5BD2-FC84-458F-1C59-66826C54F5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9B11507D-C1EB-DBE8-3FC0-09727A76C1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5AA0E505-6B47-9A7D-1842-D39052B6CA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A648A851-6204-02D0-279F-1455C2F935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5CFCCA18-8090-6BC6-B6C8-C5A5A43F91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86ECD6D-1603-2617-EE95-3241945608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6C8C5EC4-5D46-3480-9787-523CFB9DFF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A1BF3FAA-4870-DEAB-06C0-9081703DB5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6DD87217-0DC4-2C4E-BFE2-63B2551CB2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74EEEA8D-5819-62A7-0132-768A44E63F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5AB0BFD3-1EA0-B773-4A5E-49514271F1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C7AFE774-6385-C71D-E006-3B49199E04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AF20ECC7-DB03-DEBC-DA5E-24A3D175B6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3F284D46-B21E-51F9-54DD-BBF775AF81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EAABC22D-C5AD-18B9-9C22-0041784388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C2F37FBC-176F-F241-45E5-B1FD127725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27DE34B1-8701-4CAA-4CEA-27F3A576AF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91C06BE8-A141-BBEF-B862-1CBBBC4CDD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8780F260-26FB-C7E3-213F-9A14EDA2F9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C8A5D4EF-1057-E9AD-0EFA-F07B36380C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A929A773-655F-5445-9B91-A4C916E3B50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05C1AFD5-CD6D-71F4-465F-EC40D074F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647DF1FE-A1A1-558B-D518-56233BD3DE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256C821F-5C81-60DE-3BE3-17D50B6292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6539E8A4-D74E-72D0-D8B5-10D2EC57ED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9766156A-EDFE-AA72-BE90-CB7917F2C9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7ED297E3-1872-C7E1-7B7B-6D77EF7943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41CDDEC7-7AD4-B333-87E6-6529C670DA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AA48C4D4-3BB2-8B4F-B5D6-438F3F61BD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7EBCB673-EF26-D0DE-E167-EF970A61CC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7C820AC0-5888-B8E8-5ACE-80A461CD45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47D38D2E-4287-EEAC-E911-EE585F7C4A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B34C07B4-5B88-E126-1D7F-E689090561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43AF8AE2-9FF5-7F39-1139-3CD8A5138A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703F2E92-2EA8-3F62-3C53-7C8CDBCEE6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288D4F32-8F2E-CE1C-52CC-B0D902D9C7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E73872C2-246F-2CD5-3CFD-5D3885E297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6BE9E5DA-986C-394F-E423-75AD51F2B4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FFDA6114-4712-1D6B-970C-AD2A8EA888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61788DC5-A6D7-201E-B986-1DB45D564A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1C47D4A5-FE9D-AF55-E986-91E764AC36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24288972-EFFE-0E5A-9944-70C48B31D0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9D21679B-D308-6E44-C301-31C1CB799E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B011B253-C85A-0F2D-AB36-60F581D72C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69DAF648-76B5-F9DB-8C16-9C057DCD36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BEE9247C-09CB-7813-5C5E-CDB69E8620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D933041F-CDD0-52F0-B385-FCD3A0BF82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C3E9D495-151D-E3AF-D481-BE5ED9B282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B39B730D-BA68-16F3-4702-CC89DC5CBF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B9B8EEE0-4C03-6177-5B6D-088CF82F75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C383ED6D-FE82-740F-AB11-B6BA7FE308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D34B5CD6-3966-F4DE-7236-FC2D4E17A7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BC181ADB-BBDD-0444-E922-FFF471F049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CD6F65EF-B898-7FA5-53BA-E76C7450BF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8A11C11A-B2DA-8E2C-2550-698AF2A734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F4C1663F-8E07-CE2C-276F-E3EE49FE00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6BD8D0BB-EAC5-52BE-A0F3-C923D133E6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B015DC77-3D71-7587-BE54-0923D45F4B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32773B8F-D375-3EEB-8893-D320C9C195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45EDE629-6197-9388-5D2B-0412D24FCE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7741CA9C-BE8E-B8E6-A723-9AB0C41370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E8A9ED51-A8FC-735B-B877-D564C297D0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6CD7A4EA-209F-51AA-5F23-1C80BF3BBD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91BD3A55-E9E1-DD15-9091-5325E91677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B5C2C924-CEEB-C323-8FB8-E21B6FCA37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1491B47F-0DD3-FF82-A42A-F8627BAAA0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5CDC143B-09FE-BE46-3E02-C6CB78FA95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354A1816-F63F-F830-0D2B-58D9D607D2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0811825B-A920-A12A-8BC9-DC32D68565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7C824E81-8680-4A43-44DD-2F9F6E9567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DB7058F4-3F47-EE37-612C-95919D6EBD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E45AAA40-FF76-99A4-ED89-20162CE942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86A1DB4E-17DC-DD26-01BE-8F69DB6760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4FA4EBE5-85AD-68EB-B1D1-3C53CF3A76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DF2D99C6-8805-3EC5-1263-19E57A04B4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4BBA0154-4B87-2B96-8459-7D76377409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0F657C55-AEAE-C5AE-50AB-FEBDF20B5A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AE1CBE00-CCAF-AA8B-6B56-E4287B7F19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458C6EB2-8431-A3C0-B76D-B05D24B438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B95CE794-B90F-E561-F78B-D23477A2F9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BDFAC5BA-8ACE-8317-C1F7-AB810FE81C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69D2C96A-A76D-B69C-E899-C7F36F8E86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3D3828E9-AE77-F699-ABFC-CDB46AFA35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8D875074-66B3-B869-D78D-A3CE23E4D8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DACD4D6B-70C4-C8EF-1C4E-58A2460254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32B67986-8006-7DF9-3B9D-2AB04973ED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C487431C-517C-67BB-2927-521115289E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05CF22AE-2F7F-1E1F-1BB0-FC1037B9C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DAB9A4B3-B0BC-A81D-9BC1-DEC8945FD3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A1EB5B65-0F23-90E3-60FF-259287A672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FA6C1699-46A7-60D1-4289-A9353B7FAE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D1E10330-1764-B157-DABE-DFA2069713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DF7582B2-5EB0-522D-DE4A-2BE2D387C1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A85E1FB5-D01B-17A2-93DB-4B2EE896DF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23207E0F-C4DB-C06C-BB9A-FB6386E4E1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A106A9B1-17F2-E217-E19F-071F8C914C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11E62A7C-0A83-2469-C721-D9078F4846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0AEAA845-8FC0-73BE-CE20-358D13985E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EFAB01C1-E176-2076-1FC6-0B9DB08F1B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12D30AAE-B370-CB30-BC2F-B83F426515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1065CA21-F766-F34E-311E-BC72AEB92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9842774A-85DA-5347-B7B4-929EA23E0B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336F4979-AE15-C8F6-2173-3B899DF84A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16CA26A2-2BD5-16BA-ADF0-8273BAD3AC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94725E5A-D3E8-483D-B0E8-9C15283674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82FF610D-0B68-559E-CDC1-CE9CB0EE40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A22AE1E6-A4D8-BC34-8B10-30B76B52C9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6A7D6E2C-4281-BF24-41FD-921B000470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90F1A316-76A8-6C6D-E648-08F4A1DAD3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5ED7858D-692D-1771-2E31-C50521F951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43223DB7-1A03-FDC0-7B08-496F22CF45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1078AB6D-5D47-E813-A896-56446D92E7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738BCB89-671B-D966-738B-32F51EACA2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3041C70A-7169-ED98-9D74-4D11626597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9AF1C508-2327-995C-F468-BF8549838A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D1C4286C-FE44-1485-3013-95C50373D1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AF7D52BA-5F4F-C625-F5EE-4DD8B97EB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3422F322-B7D9-DFB6-EAFB-8974894D74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E0E3D4F3-5E0F-5E6F-99D7-184DBCE340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7AC8C881-9B76-C3B4-F9AB-D8F8C634EC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A35BA12B-85F2-6AA7-9059-79C32E5D20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789101C1-F377-7328-2155-C4D2F42618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B874979B-D263-92F4-F799-28FE155812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006CCD57-F126-9A58-C33D-A697AAEDD5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49A14901-1C8A-FD2D-FC73-C59C11A2B5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ACB64B76-DC90-AEB7-A6A7-7F6FF215E4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3EE81827-2552-D56D-39FC-B108F9CEDF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61A8024B-C551-AABA-4091-C39BA8D739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F7BBA430-299A-5CF0-5E8B-D1D2696B19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2A58DB91-891C-A49A-E758-9868BC2B48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2BFBBFCB-DA01-9D8A-4954-328EB41947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D57F797C-441A-65B7-65A9-FE17320020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8A9EC97E-9AF9-EAA4-9389-ACC36D3BF7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2497F71C-EAD0-94BD-BCAB-1C06D0A8C1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0B411B5F-A5A8-C8D4-B9DA-63FD0A7701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AFDECAE1-E0D2-BD5F-6436-D8A273A44B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EFC89A48-8248-6C68-B31F-173F3683AB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08900870-3550-9100-303C-A1B0BD59AF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02577881-C34A-9A04-7CC0-2D5F8A4E58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7EB6E6F3-03DE-465C-D5D9-0A64ACA14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856FDDA8-C1CF-BD3F-53D4-8751D7055D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184AEB45-B1E4-27E5-1D34-1745A992CC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0741FDA7-33B5-DBC7-9EB7-B46CF1CE45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75ABBFC7-C230-3D3A-D090-BE2B3A574A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E6F0E5E0-C16E-46BF-A649-80F123510C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CF6437BB-EF4D-8CF2-559C-CC67EF2DE3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BF04CF63-3EF3-7C07-39A0-742E02AA8E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B739698A-46F9-2863-FBD1-F4FDA0435D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A288940B-59EE-4E5F-CD98-FF74ED26A5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8EA2497C-DBB1-4D26-8EC3-45968D07BA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5992CBF3-7695-8095-B733-868CD8956A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479D82ED-DC1F-3E48-8B58-5C3C226B17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39E4DF7E-25F2-7196-E583-587B0D7CD7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2C7A01B2-1F16-37CF-8C41-1504B2F103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CF8E8902-AA6B-9EDC-0B0A-6C0291BDDC1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E5A5434B-8557-BEEC-114C-9AEEA8C5AD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59AB8D16-71ED-714A-8C67-40E9D02CA1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812BBB1B-7E8F-C038-5260-9342E58A08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F3C6B9E5-790D-4DA5-C998-949C4D6B20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99726114-BC00-4511-3572-AD6BDB982D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CAF9D445-5A35-D713-6654-5F21C9748F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783D15AD-D658-E256-5A15-F9FFC6FC0A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A4CB6C79-5721-4660-4AF2-A6FD6AE0E7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942ED8AF-84B2-B085-63FB-295FBBF888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9FD6FDBF-98EE-C6B9-2B1D-7841D0CFD2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0C740D29-B482-D3A4-4A01-C5BF2C5C90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97A8C3A5-4B6C-3169-DD35-03DB6062BC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7634A048-CB98-6BF0-D7FA-772FEE24D9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2EDDBDBB-B8A2-0AE5-0E61-EC1AB8829A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0FC1657F-7409-3731-4C7F-7D524A4B0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E94F6269-9509-BBA4-099B-6D9A215E6C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090F1928-D944-75C5-B54D-8A21306661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62DDC256-5D7E-0404-06F6-CD83012953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4BB77AD0-5148-867F-1B2D-0C65677A63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10886171-70D1-623B-EE07-BE24EAA7CD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0719EBEF-F4F0-80F4-92FD-8E30BB661E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31285FEC-BFE0-197A-F515-F54240072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EBE834D4-7A9C-E997-F1FA-A065D2C49F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8E5B93BA-2895-A1E9-A933-9FACFF6DB5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DA5BA89A-1966-DC85-E906-B5D55F760D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71699B4B-8FCC-4B23-FCBC-004C3737A3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7D425F36-5D91-B656-C940-629EB7F2F8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6C00EC3B-EFB3-A55B-18ED-1BBC4BA542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15927530-3DCA-2402-1F11-0D12D41801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5381F19D-1934-9DD2-A1D5-FC296A6DF7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EE3756A4-81DA-17FC-984D-CE3BD119AC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96591AB4-9D79-7FA0-9D6D-FCC9C728B3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4FB243AF-F92E-F5C5-1292-D213DCCD45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2851121B-C9CB-ACD9-6B88-CC3F395077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858D0367-6672-F0E0-EB92-0CF7795DF6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323B239A-F6F9-83B5-9D09-4392ACCB3D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6E6C17E5-272C-B50C-9EE1-FB91E388E9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2FE69C5A-338D-5DFA-7005-6F468584BC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3B2336C2-B08C-06D9-EFB3-1E648B1286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6E1D7BD3-863E-2032-AF57-81A8BDB07B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49604C23-88CF-D052-516D-4648D461F0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86C2E2C1-2F6C-1CA5-903A-DB130F2078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35208727-F592-2421-1327-044B11C596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575E7C4A-2782-7310-E543-A394A1FFEA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00CFF71D-9AB0-1916-E318-4728092700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18789E03-392D-3486-314D-01FE86E2ACE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39967950-36DA-666B-7976-6FD600CA55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07F2A6E5-471B-EFF8-7937-D7186294A0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4CC3168B-51F3-D058-5B07-2F084F1B0A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29A095CD-030E-6D66-C333-20F36A3E76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E6164EDC-8C4C-670F-A651-B48DCB9A4E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16BA09D2-E2F3-42A1-9AC4-D33E217632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DE6D2C1B-7264-E8A3-ABD7-C2148845DB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CAED8EAD-565C-7A3D-BEE9-B70ADFC6FB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A77E813D-267F-405F-49FD-975BA08E1A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92534D96-7078-ED41-7A11-50A573A345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37645EFD-DB6E-2441-8078-C5A0645FDA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251FD22B-646A-FEEA-D45F-D1F32AF5EC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2A0D4150-6A7F-8E6E-A474-3F8BA326CF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89839541-38EE-B556-525E-F859A7E0B7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9A321722-C586-DC85-37DF-D10D7656D7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EBAC2180-E864-3A1D-D44F-61F67961BD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FB0346E1-4D23-CCCE-16FD-7F2D7513CB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8AB6EAD6-F2BD-B3F9-BF41-3ADE71112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5DA9B40E-4057-8DF3-F8B6-126760240C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7576B875-E623-9EA1-DE04-D52E41D59A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BE3D086F-22C4-7FAF-FB10-AD48125C41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9E1B92AC-B3C9-DEEA-CA16-8B4C0740C8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C86CB8F6-F2D9-26EA-97C7-BCCBC21AC6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E64E02D6-1433-7456-A16B-458C6B3DE0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7760164F-A31F-15A3-522F-A933E97324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39B71D4F-E46D-C9BD-D040-4E6F4009CC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2592EA92-A749-6894-1713-2BE2314AE3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27BD84DB-5FD1-FB42-C85F-73185EB76D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2186325F-BFEF-AB32-4C15-64AA6002E1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C72768FF-D1AC-1BCC-E414-ECE4F59C33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F58064DF-27A2-FBB6-CF83-F24591992B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F293DEFA-9D46-5764-CAC4-BB69A14358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67DFBDDE-5CCC-71EE-DF0D-18A77B7B38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E5A0933F-1EE7-0CCF-DAC5-8E10E301ED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2C6E7A10-231B-1DF7-E4F5-297E1E6CB9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113F85FA-30AD-07FE-13C2-714096C71E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81F363E3-2E4D-8A86-BE5A-E7343AEFED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EF62F5D9-61BB-0C33-A285-03742E0E1D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680FD977-6C30-EBF5-DD78-A92FDDE9AE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73EEF193-B537-F485-896B-964C77EC48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91D70851-CD70-8A57-4A11-C59F7207C1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4E58D6C7-08F3-C6F4-74F0-AC5A8FEE0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B72B3968-2D32-6309-36AD-CDBC71486B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4ADAC962-0D6C-6708-396C-74C2506940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F246B5BE-CE05-0252-77A4-9C2DFAF2B1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D8058632-F070-592B-00DA-8800AE26D6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38AD4BB4-5DBF-36D0-5F0B-E9A3024A49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22440226-DFBD-B2B5-9B1B-32B88FE55C4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906B07CF-C584-C8A4-DB5F-506E0FDE41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44BAA1D8-7137-03A9-6EAD-9B9E375A20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7A6638C2-2079-02A6-8E52-567F1A4530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436BC1C5-4A86-7EE6-05A5-AB21E73E0A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FCFB7171-FD60-BF3B-A484-A65C7F9F5E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5C379389-DEAD-E654-23C5-AE3B8006DE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8181E557-A91A-3FA1-916A-E40AA0A0B0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C5676B84-F206-F29F-9C11-A87AED611A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47F80D88-F4E4-4664-36DE-9D82498A50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C3C8005C-A418-64B3-77D5-1162C37A87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60C795C8-EF3C-53AA-B596-919471972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D47E96D5-96EA-3AEE-A6E7-9850E97B9A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D044576B-1419-94F1-3882-C6B9F366F6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8C890E47-E9A1-C6B7-E049-FFE89C8B7F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9B17BC26-8D15-6649-3342-A466661DA6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0274824D-6ADB-68C9-9647-1ECD9607F2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B78F2D5C-E126-3F64-674E-E5488B1A4C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58FDE969-E6AD-6E81-6D4E-2202891FF5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852FAB9A-1FA7-0DA2-EDF2-FBAD2E38BF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22C10E59-2EDA-E7DA-ECAC-98BAB174A2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73DB4701-8404-D30C-A03E-AE0C958D94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D462ABF0-6E83-309D-55AD-B9AC2E5080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3BDA18EE-AF75-3F0C-A96B-B62EA4603E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EDB8C8DA-1179-1EC2-5340-4FC6569427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56C9C685-AA9D-B97B-408C-4C53713322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60E56CAC-B2DF-F941-4D3C-DF9EA5FE23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48596F34-88E1-2412-DEF9-74DE55475A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429F1AD2-184B-DA7A-E147-76C21286B6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41F65427-2901-A54B-2A29-5177FB54A2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18FF7B5C-E6AB-53A6-F458-E1D357BFBE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1964A313-05D5-0A71-F719-56DC6AA91E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330AEE59-131A-68B1-C58F-3CB9D9745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10AD75F8-CC8C-E1A0-C779-FC0802E140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849C7DC5-2314-19CE-01DA-4AFE9C64E2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40838EE4-FD24-4B39-B51F-F6220523AE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9C83418F-4E78-F432-F9A7-F6130F0249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733BB3EB-203C-C144-3BB8-A23FFF1333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542F1C06-7D6B-A7B4-C56F-C10259D0BC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32D0E19D-28E9-4911-416B-3408BA874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0A5F9AD7-7112-8FC0-8D86-A572661C1F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2F17EF4A-0D7A-DE04-AE12-BFF5274CB3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5678D278-3503-2328-E4B3-ED6691AE96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B3E54B17-88F9-54A3-7A5B-FD30FB53AC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967E2030-3391-6062-0A56-9646609282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541EFBDB-BBFB-821D-26D2-E1EB208277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491ED2A7-90E2-0F2F-0C85-972279B039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71759E2D-3417-FFDA-3F40-1FF8BCF7CE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C1B6BEED-771E-8780-E5E1-54736C0715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FDACB3A8-DA2C-1CFC-56D6-8DA2427159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77A425C3-11C9-62BA-7F2D-0881C0AC2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AC4493F5-E4B5-0F98-CBDA-0708E19B2C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AF848789-D7BC-EF94-1F7F-81238A4767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D5F7EA1A-06E0-973A-E51F-6872F889FF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C037716F-2DA8-E672-7D2F-88CA1C7C5F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1B258FEE-4370-096E-51D9-24391B59F4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9E59548B-A0B6-382E-1758-BF6C61FD18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E0989B5A-2660-BDB9-93C9-32E658AC3D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339DEBFB-A778-D020-9166-9F899BFCF0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6B62D071-D060-28C6-0775-0A8555FAD0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D8FB5002-B832-4E1C-FD90-B55EA88BEE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348E1127-364D-4D39-01F1-66A44CB0D4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E8CE2C04-1DF0-2D54-BF8C-1CE3731199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ACF78353-497E-EF5B-0E00-85BE23A5D2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29B99385-AFB9-163D-8E61-D545752D64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77441AE7-5F86-CFC8-FC73-37686DDE2F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6A00B3BD-BCB6-DED4-C6C5-F9F46F03BA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CBFBF339-9ADC-05D7-9192-367606ADDA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07A25672-0EB4-0E0D-263D-4CBFE86E00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2911BE36-AAE8-C081-697F-CBB316FC31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EACC4506-C757-0BDA-48B5-42DD10655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9F5F3078-FB90-6CBD-BF44-5989EE738F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C3ADE071-E721-AD1D-3736-748742BD16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0C05C0F1-C89C-F329-850B-B4E3259274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4CCB945E-978D-BEE0-B18D-B7A38FD023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6650CE19-4173-2FB4-2C8F-C738B662CD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F290B090-D36C-830C-6C72-4E7620949F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496DA63C-25CA-7A5B-302B-82A949B35F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D3D76914-799F-4ADA-602D-65A0A60B53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FF1C2611-8E06-5D49-4796-73242E8454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5ABDA113-FBAD-B421-23DA-F62CC47429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FDB53A5C-1D2E-7FB0-A3DC-E8808C1478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4CC26FDB-F0D7-8600-4126-942ADAE1D4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000345F0-17AB-9F50-A8DF-71AC52F13F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512C35B1-68B8-A9DF-5994-03C6AD402B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D31E9AE7-86C6-C8C1-FF03-0EC2ADFF66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FE458E3-F74E-9215-D6D7-F8138BD81B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9AE61936-813C-634E-D5D2-4730F77442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55B569E2-A309-E433-7867-FE78D39528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0ECC90AC-9CEC-547E-013C-8F10E97631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7B8892F4-5083-E7AE-F827-E3D410EB0A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18F8283F-4936-9F81-8905-54DDFDAAC13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DD36AB78-AC94-C9CC-45E4-28C7F6A380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617A602E-305D-FC22-50E8-D7018C9A4B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29D046CF-47A9-1AA8-2F1F-75F7FF63D8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E87DE48D-D39F-17F2-5530-DF0E7358B6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9542039C-FEE2-775C-F166-4136DAB2A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FBDB4F89-7F9A-1DCD-7145-9DADE91349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DC5D305B-945A-7CA4-F6DB-7FCE731D14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13EE640A-0636-4DED-123D-18FB05373E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21D812D3-6FFC-5774-26A8-FD5941335F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AD236ECB-0C6B-A52B-A594-E77E684493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69E4A002-EFE6-4402-2BD8-D2FDAD2C63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8C88C17D-95A1-842A-9887-56BC179E2E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B0914450-FB11-2F19-EFFB-C80D8490B7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69EFA50F-1586-6A96-4559-946E2CA262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67AB3369-AF7F-356A-BB97-7099FFA633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20ACE4F1-D815-E1FA-5F3F-FBB8ED4CD2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0BB26B0B-8CA1-11D6-9894-A778759648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01B394BE-6B45-9866-7E84-D459AE4475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2326C8F6-A0F5-DE4A-D442-80C5E74481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D2FB2E31-1C7C-9BB7-624C-4568693CEA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58FD45A0-C120-CA48-6666-3BD8768E24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BA131A9E-42F5-34A9-A980-02C920E4E9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1EDC1AC4-AA1D-C99D-E03D-3780AD9980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BC1BB881-E9D7-4CB8-35F1-3DFE78B8B3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05617954-A567-2E55-101C-D61A19302A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E75DB3B6-3546-A654-89F5-650B405E5B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9613934F-CDC9-B4CF-64F4-23CFFD214E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4935BC60-C00B-294E-9A26-E8FCB56832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6D116777-313F-94AC-9CAB-9995E67354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24332A29-1DD3-4924-2C08-C1EF7D3CA06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2DB63BFB-5844-8319-E960-B44673603E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9E19888D-8703-8460-5557-5B754C2103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46AF614A-4540-3DFC-4998-2D504086E4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41E7DAF3-770F-FF7E-51B3-D672116F4F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148BEA52-3CFF-6B71-C7E1-43A543C555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0FA0F990-B568-C4E6-C3C1-8677D1C983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1C7E6332-3CD6-F5EE-5E1F-9CF98FCB79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2117AFBD-1823-776D-F99D-BD7BB83CA2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2386E50D-BFE3-C95A-A6E4-A444241DA7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91B2D415-1FA7-AE6C-0A10-93F5EBD855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C18936C9-01FF-10D4-B3C5-4C962F5CA3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29F8E729-64E7-A8D3-C3BD-D182547A02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5E7EC6FD-8638-5AF2-72D3-80A04E239F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80862367-22DB-4A36-6361-53E1836AA2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E7D24F7C-8707-DF63-484D-5BFB9EEDE7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97234EED-3D3C-500F-B99C-8B515B72AC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256364DA-4E41-BD3A-19C7-0B881E15EF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5203DC95-51DD-7F5B-5134-31F5118965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2DDB7388-FCE9-B73F-7927-EA17E03936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828EF316-5F7B-8EE6-8CB0-E191BA7826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7F156549-A2A6-8512-DA1C-6892F2EC4A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1A947F2C-1D6A-EDEC-647D-F13B9D6F3B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8DC7AD8D-3451-EBD4-2690-1AE6747246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63E23525-8B22-8912-B85D-E070EF64A8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12DDC8E4-B433-BEB6-BCF7-AC4C9BFE74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9B238258-1981-1B03-D529-1FE89F958D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A5995C99-9C14-F305-B921-42291E6F27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877DCEE4-B3B8-D05F-CDF0-7613E3B6F0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27EEBC94-0276-37E1-0DAE-F4C57327CC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DF4F920C-C2CD-C19A-5EEF-77B3186F5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869D0DF7-FF28-1D49-0893-12A029052C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7244EE3E-C6DE-1295-57BD-F708534B11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76A513E9-50CB-3322-0B41-78815A5D89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8EE80F3E-0FAD-FBA0-38F6-EDC151F121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944CC90D-93F5-7484-7A2D-811466ABA5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B9C725F9-5657-3706-4291-6B2AAEA775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15A6C5AF-79AC-3470-712C-52A792A615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28546D9A-714A-7352-6975-6D1F1D98BD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31AD9837-65D1-D5D9-F0C4-F48FD05D26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19A655C0-D723-1D45-23AC-82224ED451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1BE7714A-FC64-6241-2B3A-CF89340450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EE26E18C-5192-E509-410E-2DE029FE51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A709A7F6-1DD1-8499-6F0B-FAC2C6632B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153EAFA9-D7E8-ABD3-A1AC-616F1AAF33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972A20B7-29A9-1F1B-289E-91B9D350B4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79567B1B-6976-A51F-F3E1-AAED4A106B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5D641CCD-6853-1A42-7402-B7EEBDEF92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4F994F80-D574-E3B3-21D1-14EA70B6BF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488EA45F-78E9-CA5F-7251-9A641F13F6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872E4A40-1287-3675-D947-8A1905A334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3292E270-9926-7859-2754-80533DDAF7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4A8832BD-ED45-C2C3-60BC-E575CAEE6B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36A1C954-66A6-750A-922A-8578B7F0CE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176D61AF-EE1A-05A4-B967-D8AFF68CE0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8F525025-8657-B3C9-1131-C0F16CD602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4FEA9A18-D9C2-3A4C-F0EC-953E875289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FFE9D599-A96F-6A9B-0A1D-222357C7B6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591001EB-AC8B-4418-5546-7AB3B70BAF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BE313B8F-A197-A0EA-4DFB-C0BD9635FD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EAB53876-DB47-3012-90F2-61E4473175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D116E446-749B-2654-194E-6A9560E10F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25106CB7-5008-028C-3726-169E4E2C4A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40BE229D-9E42-DA94-431D-A95BBFB964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302A7A85-5633-1815-1247-D9CA2F9767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1FE8FD34-D82B-5286-CA3D-323231288E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97B645A5-11EE-22D2-A87F-1CFEF3B295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3670A591-9C78-6CAC-11B3-1F939902DD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AD24E4B0-29EA-8DD7-337C-9FDBB87125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0D5D9C39-BC22-B969-E51F-FB74B2631D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EA7BFEEF-B721-0EA8-AB32-1032AB4A11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21C9EF9A-BF18-B0DD-6BC0-ADC070D07E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55957025-F62A-F53F-AE2B-F5D1DD1646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CF8E1799-8C8D-CB53-DCE2-895D6AF743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393F713D-D515-49E1-2A6C-DE209233CE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D4D979F8-A966-D91D-5AF2-FE891C6706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38E8FDF1-F0D8-8183-4B70-2A5EBC03DF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B9A7AEA4-0BD1-E412-7069-317E6167EE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1664DE2D-4DF2-03E0-8422-B5789C5797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D517ADA6-9BA8-FF47-0C2A-907D9CA0B1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84719B14-C846-B827-8FE9-192C44BF35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175E19B7-14A6-FDF5-F256-B48FD79326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3D385461-8E0F-9D65-9CD6-E1767380B5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DEB87638-64D7-F3AF-9414-4366F81D211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18904537-59B4-6958-D4D0-63CB2C22D0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79CA0F28-33CC-E52D-874E-DA4E2CA79E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5F37C8B9-C131-695C-5F8F-694DB4EAC8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B959683C-0B60-7CC5-56EF-7784FBDB20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BC40D051-3C41-930F-0B9C-B9423EFA67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1A0DEAEF-9D7D-E45E-89F0-96EF65924D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C0958533-0E1A-C6EB-5E03-B9C0F6AD51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FC9C6F02-BAD1-50EC-6B9E-6C436B3B85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44572DC1-A9CA-92B3-BF4A-8E58E36A2A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C79CE582-8C74-E606-CD31-9C6041C8FE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93277AA3-48A1-0B5D-BE99-BA9ECDD847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FB65073E-7EF1-3FF5-7A49-58A594B44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3457F121-CE03-E263-0CEA-5A684E3515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F33B543A-8AAB-0DF3-28F5-921F80FA70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C5AFA8BC-C6C2-4799-DD0A-16231DD8DD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644CE80B-7B26-DE3E-DFE3-FBD8820D9F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415FEECD-A50F-547E-BF81-620F997E21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E0B8696D-8938-64FB-FCB9-16C567216C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C782E9A9-D867-EDFC-C24F-EEDB1ED42E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6BD7526A-0044-0985-B2E5-4F66A79241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D90968FA-63FE-2859-713E-07708BBF8D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BABC3F6F-AFB3-F058-38DC-61AE2D290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1C9ADC75-95A9-41B7-490C-1D41AB3391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C8E004EA-6A05-554C-38D7-2E8395BAB9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9057F074-EE77-EAB1-92ED-D241AA7CDC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A23A2664-E3C2-A101-78A1-591837AAF6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46DF8D11-F9BB-2341-33CA-067049073B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AAA43613-A65D-A20E-3E3D-9B76678964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08EC63A9-53BE-CAFA-3B2B-16F00D77CA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9E698A06-4027-5A6C-A17E-E2F44A5C21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D8134425-D790-85B3-91E5-A55D1D265D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E8A1CFED-AFDB-832B-FF6D-A45575305D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ABE68193-6F4E-3259-B03B-F8F9CC3FF20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DCF430B-2126-A240-E302-6E85CDF2BE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F777D397-C7E7-9FF6-AB1E-960ECE43B3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C68C98AF-3EFC-6EC0-FB6B-503C9588B0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DD667B44-2808-EC49-D23A-A6956B630D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1D07D323-4563-9502-8EA5-F6F1839997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9DC76294-EA67-1AD4-D1B7-A45F0BE0FD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6AAE429C-0236-6B68-FC14-FE717B4872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6837289F-8291-FB5E-33E1-9EFAA5A922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775FC8B0-2EA3-EE9C-6DA1-559BE30317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E8083090-563C-0CAC-7002-07AB7AD2BA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A47600C4-1D0D-46C7-479C-C18292A6BD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EF621A60-A269-067D-A205-D8253447EE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5A601446-2450-6DB9-0BCF-0FBFE8D18A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B71C6B6A-3AB2-1488-ABCD-B3F004A173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976646DD-D9AA-BD86-2BC6-B8D6B4C130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62699170-1090-EBDA-BF73-C842558FE5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D2A235FD-CA86-B966-8ECE-1888D3633F1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6CDC1F46-D841-C3CF-BE0B-573F5AFA1C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7A55DB54-E644-4C38-640C-A79EA8B4A6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DF2B0F02-C127-E6F1-B57E-5D22330689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B60F6707-7D07-CB51-A1DE-6D36386C05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2C7942AE-7AEA-52DC-ECE9-2E00998BFD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991A81C3-470E-546C-FE7D-C9B6B5C54E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DF069091-6D82-FD29-8283-DAF8040442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3B82EDDE-BBA4-D12F-B2A0-07329BE1EB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4C2EDF89-468A-9B75-0A84-DA3DE42241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42727149-9B3A-D681-7BD1-C098A02292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9F9EB99E-E946-0968-6376-7DB9950E58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C437D9A2-953D-F97D-FE6D-28FA3B5C41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9ADAE654-2433-10E1-3D83-4E08340F4D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1A9CAD45-3AF1-C270-5565-0A5FE0540B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F237022B-F24E-35E6-16BA-AEE720D261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6F650AD6-3537-5380-B7C3-1777193B7F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13E60CE9-3EC8-901F-EB74-1B868FC70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CEE45C52-9D6E-649A-03BE-5A23415DC6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2DEB851D-CF03-6F55-2FCD-13B7D0CC09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45B0F5C0-7063-FD79-CB8B-E04AE709BC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26CDD5C1-9EA4-A973-0E0D-97ADDC6588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CB751DC1-2C7D-7D23-C7DE-4071EA4200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33028A32-1FB2-0DBE-9499-8048A67D7A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8E28E45-0960-41C0-18C0-5E6B32FD4F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55E7172A-8719-50F0-724F-AFD7AA27A1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F59467AC-477D-95C2-0C42-3DAD898997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DB037BBF-5B14-0630-78A2-A5CACB6A35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006158C0-C964-3AD3-BD0D-6DEAB55AF1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072E1D2D-BE7B-3184-CE42-BD4EBC8139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8D86E6F0-0DA7-B8B1-D7FB-F402DCD892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00219FE9-49BF-645F-C68A-3BD5AEAF9F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24BC4E6F-F0A4-4EE7-0DFD-F9BD1439AA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7AD5DBCD-CE41-8AFC-73D8-95A26726B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C134FAED-1FA3-3733-D3DE-6B1EF53029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098FBB12-6C73-23A5-B05C-976CCDA2BF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7B4BE4A4-EA36-CCD2-C064-8B308FF1D4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D02743A0-A074-91B7-2180-FD769E2BA4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E98FBEDE-EBAF-642E-B041-2784039997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7552886F-8B9E-7CA1-BAE5-29B922DB6C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92266A60-F69F-1801-8869-C4BB56761F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FB68C653-051C-7EBD-D4CB-4B2431A1C0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E9C6DA3B-9E78-5C51-F9D9-E84D614011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4E391A33-9DFE-A0D8-08E3-E415D000C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286BADA4-99FF-165B-2279-F97C104E06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FA428F93-18ED-9A7E-9F11-5C3AEFBF29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B31CC270-C372-E8CA-2267-1E6AD77C18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44E9BBF0-EE46-D0B9-9F76-06C17B101F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C317E7C7-9825-D135-B275-60CE530C52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9CAB988E-6966-99D0-C0A2-480251670A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54E0F3E6-AE7C-000E-C2F2-E61EA7B074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FBB43173-9554-0E75-5C71-509D5DCCA7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06ADA3F9-ECE2-02EA-FF76-37CFA4DCD4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6310DBB7-7AA7-4AAA-AE6E-05A72678BA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0D8FC6A9-B6C6-B63A-4A3B-3740EB4305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4066165A-2CA7-C07F-64C5-3A04695AC7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20CDF0FC-3A58-9834-EC82-EFB077C6DC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BB7571D4-4A6D-BC63-6C11-2FABA20148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2273D832-5BD6-E6AA-BB4D-8413C3CC19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B3D68BB6-577B-A9C7-0C00-0896B184DC1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2B9CDA70-7502-3B92-FC5B-F36749AC13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1918E34C-939C-AC5F-770D-0235033DFA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A8D96E37-DFB6-9265-D8F0-4529B0D7D2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A5D93B84-7622-B278-B657-79CF3CF12C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B53D4EB2-0262-CB70-C1F5-6792B5B9AD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464358ED-5948-D988-3732-5CFC43B1F7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E378AC0E-9B1C-9FED-1C99-53D54C5813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B8DD3D7C-7A8D-F026-409D-A802046278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6ED05EA5-D5B5-72D5-35BE-BFA14D0B88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B3FDC9AD-6315-2C26-0AE1-EE5C9BB025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DCD64396-6A74-319F-BC6E-054582ADB8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F9BEA3E5-C0B8-3CB2-1649-0EE52F98BE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CE58E6E-5E2D-FC80-2DDC-CB436B8C40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968236BC-D164-9CBC-92CE-85BCE3D841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54439964-E680-A7E6-B243-603D756F6F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90546392-C731-38BD-BEB8-08EC1C467E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3505272A-F212-D4AC-50FE-3881868489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E101D192-0CF4-4EB5-3F22-86B7428198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0CC4524F-E40D-C494-8517-6FA34707FA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FF98633E-286C-4C7B-CDD8-2770131F25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8D2F3ABC-E9AE-8037-97AF-A2FF3E3D55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3B87B84E-931C-41F4-143F-435B53FE62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D1A6E122-FD4A-F4BB-2347-E3DBD38B93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F56D503B-929F-3E09-2AA5-C6103AE6CB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DEB319BD-3422-30D3-7461-C4A95ED94D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AE1C7AE5-2F52-832C-33C0-942B918E63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6BDD42DE-638C-2E75-2FC9-3BB2F39E1E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262ABF0C-6A71-01D1-556B-B2F67BDE15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78D75829-9A3D-2ECA-6859-DCAFFB4A19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9AE1A7AC-1B29-2C06-754B-362DCFBCD5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E9409330-0167-2894-A967-CCCA39DDAF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9B5215C4-8444-0322-70F4-CE5E3F28A4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87BD5241-6F34-28B4-57D4-84A7CD99A1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A37EB6C1-B8CC-35A1-1E68-0D85DDA572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4AF560B3-3A91-6135-EDDD-2FA2886F94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BF436D0A-57BF-8F89-7A6A-704F400F33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15CE9033-6EAB-6771-44D8-084BCB07A1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DE27B775-7666-3844-EE33-BE5299EC8F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0A848EAB-866F-6F53-8DC8-BFBD6D0BBC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CD5F0A9C-A67D-D8EA-CD0E-10F0CB6634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B33E31BF-8439-2F0B-FE1E-C016F34D1D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94980501-CDAA-F3C8-4FB4-B5D5E51951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B2CDABD7-6E20-976E-2683-5B07F1CAAD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CC56A8B6-8351-BC4E-6BAB-5C1180C6A5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ECA873AF-E16D-29EA-285A-84891185FD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204BA971-46F6-6D90-9689-5D7F4DE590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4031ECED-0ED9-E7A3-D863-5B55CC03F7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1720DD34-E853-4344-4339-8F2FD8F974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EACDEAAD-D6BF-ADB9-D0FF-7AA6A129B9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77D4A10B-0FB4-AADD-C776-D12282A05E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657D57A9-A797-08B4-464D-622B6EE02A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860B5349-0D23-C556-DDB0-97CE8F0A42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F2524C36-0A3A-682F-986E-9C029524EE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5941EA2A-E866-C6C6-7545-A33138591E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81231CF5-3B44-2220-0B14-7B18FBD63D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15EA53E3-A006-CD08-E773-9B24F79A50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D2059198-13D2-60C0-C42C-F21C54C804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566E0F0D-28C0-8354-4BEC-B37F94DA96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2393DA2D-2D52-70D1-63FA-1C26C632FC6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EEC61824-58E7-B476-952D-4C7A7D0C13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DFB57AF6-7579-E86C-1F7F-19DA4044E0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04A2E4FE-1C3C-6A48-E457-2D6A978855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0DF87665-CDBD-E5B5-3645-D46236A87C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4D426A54-6DDF-F457-A484-D19A92FD41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2EA2C246-2F54-3F81-180F-D12C9261E2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320B5D42-0232-DF8B-D463-80AABDDA65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5A42E440-8324-6DDE-0D27-6B4F3D08EC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6A940D9E-4B7F-C430-7D43-C352DC12D7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8490B695-6CD5-1FDF-543D-AD592D6563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8A750AB1-562E-3FA2-FF49-BC71354FEE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56B9D23D-B2EF-3CA5-37D3-AC6A288302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E4DADEB7-1334-E1B5-226C-FB311C941C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6F3B33A2-AFCC-68F8-C5E5-A0DAFE63B0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11BF48BB-04A2-F691-F44E-C919E3E629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3EF7E0BA-9030-C993-A6FE-AC8B57C12A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25A604A8-8C43-0D96-E459-E9C9D034BB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B336610A-8A8F-8A10-1F15-1C2EC3D65E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FD27920F-B824-D06B-39C3-CC6F357D85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A2D50252-B463-748A-448E-D9D52A3F87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03DFBEE1-C4BB-05EB-CCB6-6EAAF134BA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33759444-37B8-EDFE-6D2A-1ED7DAC024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7B38698D-DDFA-6F2E-E9C8-FD7658D506B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18A294FB-7219-D16F-727F-034ECDBB7F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F374D673-D2A8-CABA-94DD-9AB262D933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C1C86551-D37F-CA0C-3E42-25C5529C0D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CE930846-3BA7-33DF-F397-5F1BB732B1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3C49B97E-0ECA-0D90-34F4-8F4A519EB0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FABDDFAF-2676-AD11-07F5-81A89817E2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E9FDD86E-B745-453C-14B6-42B909337E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AF14B988-472C-C9A1-171E-60FE42B0EC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51EF4FB4-72F4-941E-3D38-55C50A0925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4D8D6B6C-01C2-FB72-81A2-F033BBBAA8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B223E4CF-EF6F-FD3E-48E8-A2D9FBE13D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24AAA5D3-18C8-2090-E9E5-FC4A0EF815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E99BA550-66CF-2A45-8BD5-38EDC335E7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6B2B6C8B-3A4B-0F24-5B8E-CBC5C6CFA4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65E176B5-ED36-D5DC-0949-3CB86978B1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49610F5A-7829-FA75-F28F-E193791758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4E799600-D679-1FC7-9386-B3E56891E5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A5E6E8FA-3EEC-3864-A7A2-A0D1737958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33905662-0448-68A0-777D-2980638A1A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D2842057-6D61-22CD-20F8-AF75702D96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08FA5F7C-840C-8919-5A3E-68C0DB8EBC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5A59FD45-6FB2-251C-E240-3327329FBB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D3F8073B-5FDB-C62E-FDF7-98AD081BF2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E9AB7E40-885A-1D6F-39DF-587EF63E53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77FF63E0-FA19-ABB8-1325-550A8B2EA9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BB6843EE-012D-1285-7C40-458C8F81B7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D5309BC9-4A5A-FBAA-0CC2-4D9E4ADB12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E720A479-8F63-DECE-A3F2-5579EC5DFE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3200749F-1E25-4708-2A73-4A634D4C4C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FB5B95E7-8392-BD96-9D51-34A09E14D3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2B1FA44E-E3F2-329F-0597-74A78AD014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0C681BBD-3152-E10D-162D-A0FF170090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732C74C3-441C-6E58-F53A-16D15E8CA3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9DEB70DF-769C-999B-9ED3-830EAE2956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1C28EE0D-8510-5DCD-81D1-9F87360A9C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B7DFEFD1-7B0C-9B22-25D8-FD27B1D5CA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C2642321-099B-2C55-AA9C-290E6F918B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7BD63A3D-2C55-D6BF-B6D5-9B124A854A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B7F562DA-8CA5-0599-84D9-D20CB6CD57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64D64042-9E9D-21D1-4725-0D567E8FA0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2F3AE42E-F010-9938-69D3-1C37F3CCD8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C8E650B5-A543-B3FA-FA4F-DB28CDFD35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846CFBD3-AC41-502B-E3C5-5B6E60EF8F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6272BB31-A15A-0CEF-33F3-BB8D7C1C5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6049008A-1902-3701-C910-81C84F1B9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F6B22BE4-51A0-EA39-BDA3-9118E23B71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05A6A41F-1C47-FF88-F150-D88E389161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838FBFC4-45FD-063C-9217-274301A524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32027FA9-38C5-D595-1B25-2470E9AB63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D043220C-9C87-285C-7005-99164F419F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BC628ADD-A11B-ED4B-D76A-3ACE909DD3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C0EC9CC7-6F14-A6E0-FE99-DCF94D06C1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209B3547-4E37-23CE-5587-03B8B839CB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BB38B431-E49C-5855-66FF-F28150DDC5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2AA3A42D-F8DE-C447-68ED-D99B4ACF47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50366F91-2A2E-B9B1-BB90-B7E5869504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8582E3C2-3233-C645-D98F-ED86308EE4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7386012F-D4D3-0BF4-645F-85EDA9F1FF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5E8C75FC-9125-B9BA-D075-2A84DE03B3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930C1AC2-4633-6B5E-5844-E849CAFE5A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CFF8B1FC-78E6-F48D-42DF-94E2061EB3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C59689FD-072A-345A-02E3-4D93BD2B2E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623A69BB-7D65-49C0-8E25-E12238B450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FA3AE6AC-EF47-E7B9-AFDD-CD6D69AB02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F655FA78-9E54-8504-7F7C-0066E81975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EF631475-CA1D-DF83-C273-8FA093BA59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466CC201-1BAA-D8C8-32E1-0FBEEB5CE8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94EEEE1B-E680-B21D-6413-9AFE8514F5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85A38302-2ACB-E4DB-65E0-B71AAC5BF9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25C08DFB-5816-78FE-FE95-3D3F696B5B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D8E6CFD9-7BBC-6E6E-864D-520633BE68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13E96FC4-9A26-514F-6D4F-A682788668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05134B80-C973-632E-29EF-ED4039CBD8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0837614E-4A58-AE9C-C571-8588EA4FA5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FE4E3C78-13D5-E0C5-99C1-EC3A8462DA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057B64C4-FD81-1B30-38C1-30F9435A1C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FD5B1896-C62C-5C87-AEE0-F52674F9CF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ABB94D0D-8A51-7A31-D08B-81FEF51191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1FB82709-B214-3056-F635-EC03A6CA75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C0017B97-045F-D40E-F200-E1172959E0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4935DF01-1356-25D8-3E8B-0F49FADB8A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F0A40907-67E9-D200-0D67-11C760720B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90DD13F8-0A92-7856-F65D-C5F73FAA8B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615C9A7B-FEF2-9137-3158-9DA7CBBA90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C9634EEE-2D67-7F40-9C05-E42E6E9F95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F8A4A8CF-4A7E-FDE6-1DF6-46F37A5488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A4F6CFA8-6D94-5F0F-554B-BA9197CB95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131E7682-E433-DCEA-1F7A-F4EF8E19C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A9E23F7F-A6CD-B118-EA5B-1CCC363A1D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A66266F1-E9F4-8BDB-CF18-18BCE0A557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7F438E1D-0557-B82B-9BF2-70995753F1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24F43F64-8659-1FC4-E735-2F1F24B137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0B74C324-E3E6-F63F-6180-B54AE0E24A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23F9C39E-0FCA-9268-37BA-F5CF7AB108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E559AD37-7F3E-CD10-98AA-5D038D6E36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349411DE-25EF-039E-1882-46B13EEFDA71}"/>
                </a:ext>
              </a:extLst>
            </p:cNvPr>
            <p:cNvSpPr/>
            <p:nvPr/>
          </p:nvSpPr>
          <p:spPr>
            <a:xfrm>
              <a:off x="3675992" y="485784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07B21C9E-EB11-C762-6289-D2EB88CE182D}"/>
                </a:ext>
              </a:extLst>
            </p:cNvPr>
            <p:cNvSpPr/>
            <p:nvPr/>
          </p:nvSpPr>
          <p:spPr>
            <a:xfrm>
              <a:off x="4843873" y="431417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90EE29E6-6887-42BB-B398-47757D3CD502}"/>
                </a:ext>
              </a:extLst>
            </p:cNvPr>
            <p:cNvSpPr/>
            <p:nvPr/>
          </p:nvSpPr>
          <p:spPr>
            <a:xfrm>
              <a:off x="3064844" y="486234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25277E78-37B2-743D-98EC-ADFE484FDD72}"/>
                </a:ext>
              </a:extLst>
            </p:cNvPr>
            <p:cNvSpPr/>
            <p:nvPr/>
          </p:nvSpPr>
          <p:spPr>
            <a:xfrm>
              <a:off x="2816917" y="507472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3521343E-C214-56C6-5E40-DF8679F148DD}"/>
                </a:ext>
              </a:extLst>
            </p:cNvPr>
            <p:cNvSpPr/>
            <p:nvPr/>
          </p:nvSpPr>
          <p:spPr>
            <a:xfrm>
              <a:off x="4635697" y="452525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7918AD9D-34CC-FDE1-BFAA-B9712BEEBBF1}"/>
                </a:ext>
              </a:extLst>
            </p:cNvPr>
            <p:cNvSpPr/>
            <p:nvPr/>
          </p:nvSpPr>
          <p:spPr>
            <a:xfrm>
              <a:off x="4624539" y="452907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4B525EB9-565A-1DEE-1380-6DDEF1CB4E0B}"/>
                </a:ext>
              </a:extLst>
            </p:cNvPr>
            <p:cNvSpPr/>
            <p:nvPr/>
          </p:nvSpPr>
          <p:spPr>
            <a:xfrm>
              <a:off x="3617627" y="488869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411B932E-F411-0A5D-23D1-DE7FEDCCC459}"/>
                </a:ext>
              </a:extLst>
            </p:cNvPr>
            <p:cNvSpPr/>
            <p:nvPr/>
          </p:nvSpPr>
          <p:spPr>
            <a:xfrm>
              <a:off x="2923311" y="499098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B7B92C71-4954-0AEA-8998-C24ADA2E4825}"/>
                </a:ext>
              </a:extLst>
            </p:cNvPr>
            <p:cNvSpPr/>
            <p:nvPr/>
          </p:nvSpPr>
          <p:spPr>
            <a:xfrm>
              <a:off x="5224138" y="374062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F3C8A6D4-D6C0-021C-57CB-0F0A94245D4C}"/>
                </a:ext>
              </a:extLst>
            </p:cNvPr>
            <p:cNvSpPr/>
            <p:nvPr/>
          </p:nvSpPr>
          <p:spPr>
            <a:xfrm>
              <a:off x="4593871" y="46092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190BB71D-1DE9-58EC-3328-99CA2C392E4A}"/>
                </a:ext>
              </a:extLst>
            </p:cNvPr>
            <p:cNvSpPr/>
            <p:nvPr/>
          </p:nvSpPr>
          <p:spPr>
            <a:xfrm>
              <a:off x="4586328" y="460424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D0FBE859-31C6-9F3B-C5D8-3D69EDF07CDB}"/>
                </a:ext>
              </a:extLst>
            </p:cNvPr>
            <p:cNvSpPr/>
            <p:nvPr/>
          </p:nvSpPr>
          <p:spPr>
            <a:xfrm>
              <a:off x="3428718" y="488925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17D6D505-0199-196F-03F4-BA498D4BB5DE}"/>
                </a:ext>
              </a:extLst>
            </p:cNvPr>
            <p:cNvSpPr/>
            <p:nvPr/>
          </p:nvSpPr>
          <p:spPr>
            <a:xfrm>
              <a:off x="3517777" y="491443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3D6B9F5E-15EC-28B4-783F-EA6B148C3A48}"/>
                </a:ext>
              </a:extLst>
            </p:cNvPr>
            <p:cNvSpPr/>
            <p:nvPr/>
          </p:nvSpPr>
          <p:spPr>
            <a:xfrm>
              <a:off x="4750334" y="442224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43E95542-551E-5F37-ED2A-C94FA629B94F}"/>
                </a:ext>
              </a:extLst>
            </p:cNvPr>
            <p:cNvSpPr/>
            <p:nvPr/>
          </p:nvSpPr>
          <p:spPr>
            <a:xfrm>
              <a:off x="3248458" y="482964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E5135417-7B2C-B46C-8926-60AF63E3C919}"/>
                </a:ext>
              </a:extLst>
            </p:cNvPr>
            <p:cNvSpPr/>
            <p:nvPr/>
          </p:nvSpPr>
          <p:spPr>
            <a:xfrm>
              <a:off x="5755984" y="29787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07C2E34B-F7D3-2F0E-F08C-93E8D32CB3DB}"/>
                </a:ext>
              </a:extLst>
            </p:cNvPr>
            <p:cNvSpPr/>
            <p:nvPr/>
          </p:nvSpPr>
          <p:spPr>
            <a:xfrm>
              <a:off x="5695389" y="319575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173ECA85-7941-3662-0808-700C83DDE23C}"/>
                </a:ext>
              </a:extLst>
            </p:cNvPr>
            <p:cNvSpPr/>
            <p:nvPr/>
          </p:nvSpPr>
          <p:spPr>
            <a:xfrm>
              <a:off x="5697081" y="31881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B547A60D-F43C-3A60-9895-BBF6CC97B752}"/>
                </a:ext>
              </a:extLst>
            </p:cNvPr>
            <p:cNvSpPr/>
            <p:nvPr/>
          </p:nvSpPr>
          <p:spPr>
            <a:xfrm>
              <a:off x="4578135" y="47462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067C793F-61E6-1B27-7ECF-D2D843DF532B}"/>
                </a:ext>
              </a:extLst>
            </p:cNvPr>
            <p:cNvSpPr/>
            <p:nvPr/>
          </p:nvSpPr>
          <p:spPr>
            <a:xfrm>
              <a:off x="3807967" y="475568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6EFB5AB6-C535-6CFF-BC7E-65D5B7904714}"/>
                </a:ext>
              </a:extLst>
            </p:cNvPr>
            <p:cNvSpPr/>
            <p:nvPr/>
          </p:nvSpPr>
          <p:spPr>
            <a:xfrm>
              <a:off x="5764374" y="302104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ED763E47-AD2C-A2F5-5A89-14071612D8F6}"/>
                </a:ext>
              </a:extLst>
            </p:cNvPr>
            <p:cNvSpPr/>
            <p:nvPr/>
          </p:nvSpPr>
          <p:spPr>
            <a:xfrm>
              <a:off x="5308174" y="353645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93BB64C7-0734-9DF2-752C-4E8F20B625E8}"/>
                </a:ext>
              </a:extLst>
            </p:cNvPr>
            <p:cNvSpPr/>
            <p:nvPr/>
          </p:nvSpPr>
          <p:spPr>
            <a:xfrm>
              <a:off x="5240587" y="34858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F9172552-2615-2D76-00D8-EAECF3E67C31}"/>
                </a:ext>
              </a:extLst>
            </p:cNvPr>
            <p:cNvSpPr/>
            <p:nvPr/>
          </p:nvSpPr>
          <p:spPr>
            <a:xfrm>
              <a:off x="6315652" y="287240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2A4C3AB6-2837-0B87-2826-B7CE8653EDFE}"/>
                </a:ext>
              </a:extLst>
            </p:cNvPr>
            <p:cNvSpPr/>
            <p:nvPr/>
          </p:nvSpPr>
          <p:spPr>
            <a:xfrm>
              <a:off x="6316748" y="28703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B57E0A21-8133-B914-EFE7-3CF120D5257F}"/>
                </a:ext>
              </a:extLst>
            </p:cNvPr>
            <p:cNvSpPr/>
            <p:nvPr/>
          </p:nvSpPr>
          <p:spPr>
            <a:xfrm>
              <a:off x="3181293" y="483805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CC11C730-C17D-90BD-F19B-7F5A7A08C7F5}"/>
                </a:ext>
              </a:extLst>
            </p:cNvPr>
            <p:cNvSpPr/>
            <p:nvPr/>
          </p:nvSpPr>
          <p:spPr>
            <a:xfrm>
              <a:off x="5123546" y="381808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3844C1CA-589E-ECEA-444B-313C65EFAAA0}"/>
                </a:ext>
              </a:extLst>
            </p:cNvPr>
            <p:cNvSpPr/>
            <p:nvPr/>
          </p:nvSpPr>
          <p:spPr>
            <a:xfrm>
              <a:off x="5115404" y="38061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EE15C69F-0399-2317-CFB3-404814B1E8C7}"/>
                </a:ext>
              </a:extLst>
            </p:cNvPr>
            <p:cNvSpPr/>
            <p:nvPr/>
          </p:nvSpPr>
          <p:spPr>
            <a:xfrm>
              <a:off x="5236913" y="399603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44C31C05-AFE8-4374-BA94-5CB98986C488}"/>
                </a:ext>
              </a:extLst>
            </p:cNvPr>
            <p:cNvSpPr/>
            <p:nvPr/>
          </p:nvSpPr>
          <p:spPr>
            <a:xfrm>
              <a:off x="6653971" y="254542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64CB482C-9DB2-5F2A-EC92-F42DA77548BA}"/>
                </a:ext>
              </a:extLst>
            </p:cNvPr>
            <p:cNvSpPr/>
            <p:nvPr/>
          </p:nvSpPr>
          <p:spPr>
            <a:xfrm>
              <a:off x="5077225" y="363968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5F5CF932-C9BC-7E91-9D24-8300110A7176}"/>
                </a:ext>
              </a:extLst>
            </p:cNvPr>
            <p:cNvSpPr/>
            <p:nvPr/>
          </p:nvSpPr>
          <p:spPr>
            <a:xfrm>
              <a:off x="5910367" y="2842694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682A5995-5918-4DB4-0C47-A6935FE0CDE5}"/>
                </a:ext>
              </a:extLst>
            </p:cNvPr>
            <p:cNvSpPr/>
            <p:nvPr/>
          </p:nvSpPr>
          <p:spPr>
            <a:xfrm>
              <a:off x="5867473" y="286976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D2C3CCB1-1C30-60EF-816A-5DA928397C46}"/>
                </a:ext>
              </a:extLst>
            </p:cNvPr>
            <p:cNvSpPr/>
            <p:nvPr/>
          </p:nvSpPr>
          <p:spPr>
            <a:xfrm>
              <a:off x="4977967" y="422776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DBC5B9A7-F488-2D61-6C88-1C9EEE78C036}"/>
                </a:ext>
              </a:extLst>
            </p:cNvPr>
            <p:cNvSpPr/>
            <p:nvPr/>
          </p:nvSpPr>
          <p:spPr>
            <a:xfrm>
              <a:off x="4969215" y="425320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8B369093-2B43-471D-BB78-A77FABDFE816}"/>
                </a:ext>
              </a:extLst>
            </p:cNvPr>
            <p:cNvSpPr/>
            <p:nvPr/>
          </p:nvSpPr>
          <p:spPr>
            <a:xfrm>
              <a:off x="5495878" y="324599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CE3DF1CF-43FA-D4AF-2F15-3F09776A5076}"/>
                </a:ext>
              </a:extLst>
            </p:cNvPr>
            <p:cNvSpPr/>
            <p:nvPr/>
          </p:nvSpPr>
          <p:spPr>
            <a:xfrm>
              <a:off x="4154622" y="485149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C7173E2E-345D-B8FE-A96E-DE8EDB664E88}"/>
                </a:ext>
              </a:extLst>
            </p:cNvPr>
            <p:cNvSpPr/>
            <p:nvPr/>
          </p:nvSpPr>
          <p:spPr>
            <a:xfrm>
              <a:off x="4202904" y="485056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3D2F963E-5F77-FCFF-5EC3-380FE5A5979A}"/>
                </a:ext>
              </a:extLst>
            </p:cNvPr>
            <p:cNvSpPr/>
            <p:nvPr/>
          </p:nvSpPr>
          <p:spPr>
            <a:xfrm>
              <a:off x="5568579" y="322840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C0808FAE-6DC0-E508-5F92-38280AFA08AB}"/>
                </a:ext>
              </a:extLst>
            </p:cNvPr>
            <p:cNvSpPr/>
            <p:nvPr/>
          </p:nvSpPr>
          <p:spPr>
            <a:xfrm>
              <a:off x="2822127" y="508461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7ADC12B0-B588-F0A4-7684-55086E04F603}"/>
                </a:ext>
              </a:extLst>
            </p:cNvPr>
            <p:cNvSpPr/>
            <p:nvPr/>
          </p:nvSpPr>
          <p:spPr>
            <a:xfrm>
              <a:off x="3524907" y="4921359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A59020D3-99FE-90FF-6183-C835F3B24785}"/>
                </a:ext>
              </a:extLst>
            </p:cNvPr>
            <p:cNvSpPr/>
            <p:nvPr/>
          </p:nvSpPr>
          <p:spPr>
            <a:xfrm>
              <a:off x="4586054" y="475432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D00DC09A-5BE3-CB92-CCA6-A1B9B7886AA7}"/>
                </a:ext>
              </a:extLst>
            </p:cNvPr>
            <p:cNvSpPr/>
            <p:nvPr/>
          </p:nvSpPr>
          <p:spPr>
            <a:xfrm>
              <a:off x="5106674" y="38056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AA42DEB9-4DE8-2481-EFED-0C8D89472FA1}"/>
                </a:ext>
              </a:extLst>
            </p:cNvPr>
            <p:cNvSpPr/>
            <p:nvPr/>
          </p:nvSpPr>
          <p:spPr>
            <a:xfrm>
              <a:off x="5143057" y="36978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0E408087-6083-C383-F70C-ACD8A5F465B5}"/>
                </a:ext>
              </a:extLst>
            </p:cNvPr>
            <p:cNvSpPr/>
            <p:nvPr/>
          </p:nvSpPr>
          <p:spPr>
            <a:xfrm>
              <a:off x="5138863" y="38005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25CE8E6C-8FE1-3AB8-B5BF-A54C7F2C6895}"/>
                </a:ext>
              </a:extLst>
            </p:cNvPr>
            <p:cNvSpPr/>
            <p:nvPr/>
          </p:nvSpPr>
          <p:spPr>
            <a:xfrm>
              <a:off x="5764175" y="2987136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2D7FB16F-8888-3CDF-04FD-E8C20616B56A}"/>
                </a:ext>
              </a:extLst>
            </p:cNvPr>
            <p:cNvSpPr/>
            <p:nvPr/>
          </p:nvSpPr>
          <p:spPr>
            <a:xfrm>
              <a:off x="5916577" y="2856313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D066D246-2B5A-A718-0244-2B0121B205A7}"/>
                </a:ext>
              </a:extLst>
            </p:cNvPr>
            <p:cNvSpPr/>
            <p:nvPr/>
          </p:nvSpPr>
          <p:spPr>
            <a:xfrm>
              <a:off x="2882250" y="4927853"/>
              <a:ext cx="3674" cy="207552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BABECDCA-95FA-5E93-0D6A-DB36A08E8F47}"/>
                </a:ext>
              </a:extLst>
            </p:cNvPr>
            <p:cNvSpPr/>
            <p:nvPr/>
          </p:nvSpPr>
          <p:spPr>
            <a:xfrm>
              <a:off x="3459099" y="4644472"/>
              <a:ext cx="125021" cy="328267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682F707A-8C2D-112E-1112-BA5A4731ED6A}"/>
                </a:ext>
              </a:extLst>
            </p:cNvPr>
            <p:cNvSpPr/>
            <p:nvPr/>
          </p:nvSpPr>
          <p:spPr>
            <a:xfrm>
              <a:off x="4468118" y="4564007"/>
              <a:ext cx="173779" cy="242905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AA694B9C-C645-4713-B6B4-FBA829E53DB0}"/>
                </a:ext>
              </a:extLst>
            </p:cNvPr>
            <p:cNvSpPr/>
            <p:nvPr/>
          </p:nvSpPr>
          <p:spPr>
            <a:xfrm>
              <a:off x="5785191" y="2838477"/>
              <a:ext cx="40372" cy="199621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AA0A9E28-FAB0-7F77-9D45-52F69C3CC571}"/>
                </a:ext>
              </a:extLst>
            </p:cNvPr>
            <p:cNvSpPr/>
            <p:nvPr/>
          </p:nvSpPr>
          <p:spPr>
            <a:xfrm>
              <a:off x="5864123" y="2615021"/>
              <a:ext cx="111659" cy="292673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7375190F-F89C-961F-6224-F3D2EC38C8C8}"/>
                </a:ext>
              </a:extLst>
            </p:cNvPr>
            <p:cNvSpPr/>
            <p:nvPr/>
          </p:nvSpPr>
          <p:spPr>
            <a:xfrm>
              <a:off x="2618628" y="4735921"/>
              <a:ext cx="527243" cy="191932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37771609-DC11-EB5A-25ED-DFD4B335AF45}"/>
                </a:ext>
              </a:extLst>
            </p:cNvPr>
            <p:cNvSpPr/>
            <p:nvPr/>
          </p:nvSpPr>
          <p:spPr>
            <a:xfrm>
              <a:off x="2664348" y="4781641"/>
              <a:ext cx="435803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450EF349-A80F-EFDA-9F80-89CF634F6BE0}"/>
                </a:ext>
              </a:extLst>
            </p:cNvPr>
            <p:cNvSpPr/>
            <p:nvPr/>
          </p:nvSpPr>
          <p:spPr>
            <a:xfrm>
              <a:off x="3192592" y="4452539"/>
              <a:ext cx="519562" cy="191932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80AE454E-88C9-2A82-3994-2DFF277A0908}"/>
                </a:ext>
              </a:extLst>
            </p:cNvPr>
            <p:cNvSpPr/>
            <p:nvPr/>
          </p:nvSpPr>
          <p:spPr>
            <a:xfrm>
              <a:off x="3238312" y="4498259"/>
              <a:ext cx="42812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7F0D37AF-8451-527A-123C-5B82B4196F65}"/>
                </a:ext>
              </a:extLst>
            </p:cNvPr>
            <p:cNvSpPr/>
            <p:nvPr/>
          </p:nvSpPr>
          <p:spPr>
            <a:xfrm>
              <a:off x="4170412" y="4372075"/>
              <a:ext cx="511698" cy="191932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0BEA6AC0-8F6C-AC9B-126E-32CDC25CEB7F}"/>
                </a:ext>
              </a:extLst>
            </p:cNvPr>
            <p:cNvSpPr/>
            <p:nvPr/>
          </p:nvSpPr>
          <p:spPr>
            <a:xfrm>
              <a:off x="4216132" y="4417795"/>
              <a:ext cx="42025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F8C66409-B29C-A6E5-57D3-8AB2D4514795}"/>
                </a:ext>
              </a:extLst>
            </p:cNvPr>
            <p:cNvSpPr/>
            <p:nvPr/>
          </p:nvSpPr>
          <p:spPr>
            <a:xfrm>
              <a:off x="5234722" y="2706428"/>
              <a:ext cx="550468" cy="191932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7BD8E97B-38C1-463C-F812-CE4EE8BF79BC}"/>
                </a:ext>
              </a:extLst>
            </p:cNvPr>
            <p:cNvSpPr/>
            <p:nvPr/>
          </p:nvSpPr>
          <p:spPr>
            <a:xfrm>
              <a:off x="5280442" y="2752148"/>
              <a:ext cx="45902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169E3035-7F85-0336-0685-98DFFD02FFE1}"/>
                </a:ext>
              </a:extLst>
            </p:cNvPr>
            <p:cNvSpPr/>
            <p:nvPr/>
          </p:nvSpPr>
          <p:spPr>
            <a:xfrm>
              <a:off x="5578899" y="2423089"/>
              <a:ext cx="558332" cy="191932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95B563DD-CFAA-D446-6BFE-2C84AFF1FB30}"/>
                </a:ext>
              </a:extLst>
            </p:cNvPr>
            <p:cNvSpPr/>
            <p:nvPr/>
          </p:nvSpPr>
          <p:spPr>
            <a:xfrm>
              <a:off x="5624619" y="2468809"/>
              <a:ext cx="46689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D60A4779-186A-C97C-A5F4-D2E313DD367B}"/>
                </a:ext>
              </a:extLst>
            </p:cNvPr>
            <p:cNvSpPr/>
            <p:nvPr/>
          </p:nvSpPr>
          <p:spPr>
            <a:xfrm>
              <a:off x="2572908" y="2077614"/>
              <a:ext cx="0" cy="3643333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45D0A565-6E51-C60A-276B-F83A6B296288}"/>
                </a:ext>
              </a:extLst>
            </p:cNvPr>
            <p:cNvSpPr/>
            <p:nvPr/>
          </p:nvSpPr>
          <p:spPr>
            <a:xfrm>
              <a:off x="2260556" y="55398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5B3FDD70-5D47-3982-D3D4-74C54C363267}"/>
                </a:ext>
              </a:extLst>
            </p:cNvPr>
            <p:cNvSpPr/>
            <p:nvPr/>
          </p:nvSpPr>
          <p:spPr>
            <a:xfrm>
              <a:off x="2384914" y="55214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B7EEB3E9-6D83-5D74-5F2E-6E89670DA208}"/>
                </a:ext>
              </a:extLst>
            </p:cNvPr>
            <p:cNvSpPr/>
            <p:nvPr/>
          </p:nvSpPr>
          <p:spPr>
            <a:xfrm>
              <a:off x="2429628" y="553980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BE982F73-2A99-64B3-8885-4BD9E8DD4836}"/>
                </a:ext>
              </a:extLst>
            </p:cNvPr>
            <p:cNvSpPr/>
            <p:nvPr/>
          </p:nvSpPr>
          <p:spPr>
            <a:xfrm>
              <a:off x="2260556" y="483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41F2DE96-1238-C7C0-2DC8-148DB2C025E9}"/>
                </a:ext>
              </a:extLst>
            </p:cNvPr>
            <p:cNvSpPr/>
            <p:nvPr/>
          </p:nvSpPr>
          <p:spPr>
            <a:xfrm>
              <a:off x="2384914" y="482069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19F2E735-31C2-81E0-45DC-1048EC16D36E}"/>
                </a:ext>
              </a:extLst>
            </p:cNvPr>
            <p:cNvSpPr/>
            <p:nvPr/>
          </p:nvSpPr>
          <p:spPr>
            <a:xfrm>
              <a:off x="2429628" y="4839076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F45A9F20-605F-A5AD-646F-6BCFFEC574D9}"/>
                </a:ext>
              </a:extLst>
            </p:cNvPr>
            <p:cNvSpPr/>
            <p:nvPr/>
          </p:nvSpPr>
          <p:spPr>
            <a:xfrm>
              <a:off x="2260556" y="413843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42852505-11B1-D086-16F7-62E31B1B684C}"/>
                </a:ext>
              </a:extLst>
            </p:cNvPr>
            <p:cNvSpPr/>
            <p:nvPr/>
          </p:nvSpPr>
          <p:spPr>
            <a:xfrm>
              <a:off x="2384914" y="412005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115BE71A-4F3F-D646-4013-29000E5EC46E}"/>
                </a:ext>
              </a:extLst>
            </p:cNvPr>
            <p:cNvSpPr/>
            <p:nvPr/>
          </p:nvSpPr>
          <p:spPr>
            <a:xfrm>
              <a:off x="2429628" y="413843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03714CE4-C67B-624A-59D4-F7311BDFEB59}"/>
                </a:ext>
              </a:extLst>
            </p:cNvPr>
            <p:cNvSpPr/>
            <p:nvPr/>
          </p:nvSpPr>
          <p:spPr>
            <a:xfrm>
              <a:off x="2260556" y="343779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5F222BDD-AAB3-AD80-B575-7A905AF5A9D7}"/>
                </a:ext>
              </a:extLst>
            </p:cNvPr>
            <p:cNvSpPr/>
            <p:nvPr/>
          </p:nvSpPr>
          <p:spPr>
            <a:xfrm>
              <a:off x="2384914" y="341941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470DE553-8189-E54A-8DBD-4BA2436E3092}"/>
                </a:ext>
              </a:extLst>
            </p:cNvPr>
            <p:cNvSpPr/>
            <p:nvPr/>
          </p:nvSpPr>
          <p:spPr>
            <a:xfrm>
              <a:off x="2429628" y="343779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135F5FA0-5E57-1082-86C5-22103F30E739}"/>
                </a:ext>
              </a:extLst>
            </p:cNvPr>
            <p:cNvSpPr/>
            <p:nvPr/>
          </p:nvSpPr>
          <p:spPr>
            <a:xfrm>
              <a:off x="2260556" y="273724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CA83EDAD-B774-75C5-F775-FBEC338150A1}"/>
                </a:ext>
              </a:extLst>
            </p:cNvPr>
            <p:cNvSpPr/>
            <p:nvPr/>
          </p:nvSpPr>
          <p:spPr>
            <a:xfrm>
              <a:off x="2384914" y="271886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24916614-E021-0C7F-5C40-7BDEF7755C4D}"/>
                </a:ext>
              </a:extLst>
            </p:cNvPr>
            <p:cNvSpPr/>
            <p:nvPr/>
          </p:nvSpPr>
          <p:spPr>
            <a:xfrm>
              <a:off x="2429628" y="273724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C990E2A1-185A-A0FB-B53A-5AA79FE3F598}"/>
                </a:ext>
              </a:extLst>
            </p:cNvPr>
            <p:cNvSpPr/>
            <p:nvPr/>
          </p:nvSpPr>
          <p:spPr>
            <a:xfrm>
              <a:off x="2260556" y="203651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45FB7831-1B5C-153D-AE80-BF64541165E8}"/>
                </a:ext>
              </a:extLst>
            </p:cNvPr>
            <p:cNvSpPr/>
            <p:nvPr/>
          </p:nvSpPr>
          <p:spPr>
            <a:xfrm>
              <a:off x="2384914" y="2018132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B861043D-F8F2-DFAE-33D7-8DD3E8806E10}"/>
                </a:ext>
              </a:extLst>
            </p:cNvPr>
            <p:cNvSpPr/>
            <p:nvPr/>
          </p:nvSpPr>
          <p:spPr>
            <a:xfrm>
              <a:off x="2429628" y="2036512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D664D86C-97C0-D407-87B0-564B0088F06A}"/>
                </a:ext>
              </a:extLst>
            </p:cNvPr>
            <p:cNvSpPr/>
            <p:nvPr/>
          </p:nvSpPr>
          <p:spPr>
            <a:xfrm>
              <a:off x="2538114" y="558081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1DF79323-E0B3-B5BE-EC03-4026C472496A}"/>
                </a:ext>
              </a:extLst>
            </p:cNvPr>
            <p:cNvSpPr/>
            <p:nvPr/>
          </p:nvSpPr>
          <p:spPr>
            <a:xfrm>
              <a:off x="2538114" y="488017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13969B76-D3CC-E29F-B940-E02BBE92E85D}"/>
                </a:ext>
              </a:extLst>
            </p:cNvPr>
            <p:cNvSpPr/>
            <p:nvPr/>
          </p:nvSpPr>
          <p:spPr>
            <a:xfrm>
              <a:off x="2538114" y="41795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7EA8A604-DD2D-4039-776C-9FEC2381FEA9}"/>
                </a:ext>
              </a:extLst>
            </p:cNvPr>
            <p:cNvSpPr/>
            <p:nvPr/>
          </p:nvSpPr>
          <p:spPr>
            <a:xfrm>
              <a:off x="2538114" y="34788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D57EAE9E-214A-7ECC-DD6F-CE96954270E4}"/>
                </a:ext>
              </a:extLst>
            </p:cNvPr>
            <p:cNvSpPr/>
            <p:nvPr/>
          </p:nvSpPr>
          <p:spPr>
            <a:xfrm>
              <a:off x="2538114" y="277825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C76F2C5E-308F-BADB-CD65-4B71534D8EF3}"/>
                </a:ext>
              </a:extLst>
            </p:cNvPr>
            <p:cNvSpPr/>
            <p:nvPr/>
          </p:nvSpPr>
          <p:spPr>
            <a:xfrm>
              <a:off x="2538114" y="207761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ED7BAF94-C44B-D8B7-552A-8BC0E6C74A75}"/>
                </a:ext>
              </a:extLst>
            </p:cNvPr>
            <p:cNvSpPr/>
            <p:nvPr/>
          </p:nvSpPr>
          <p:spPr>
            <a:xfrm>
              <a:off x="2572908" y="5720948"/>
              <a:ext cx="4476454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FCA00C39-0D9D-235A-087F-4ABBBA440BA7}"/>
                </a:ext>
              </a:extLst>
            </p:cNvPr>
            <p:cNvSpPr/>
            <p:nvPr/>
          </p:nvSpPr>
          <p:spPr>
            <a:xfrm>
              <a:off x="2572908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4A1032BC-D7C4-076D-2CEC-1460B733A84B}"/>
                </a:ext>
              </a:extLst>
            </p:cNvPr>
            <p:cNvSpPr/>
            <p:nvPr/>
          </p:nvSpPr>
          <p:spPr>
            <a:xfrm>
              <a:off x="313246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247971BB-EACD-6ED0-7951-6B238DF5E0CF}"/>
                </a:ext>
              </a:extLst>
            </p:cNvPr>
            <p:cNvSpPr/>
            <p:nvPr/>
          </p:nvSpPr>
          <p:spPr>
            <a:xfrm>
              <a:off x="369202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CE63E103-ED82-C464-DB96-E597E4B9E846}"/>
                </a:ext>
              </a:extLst>
            </p:cNvPr>
            <p:cNvSpPr/>
            <p:nvPr/>
          </p:nvSpPr>
          <p:spPr>
            <a:xfrm>
              <a:off x="425157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CD4B8807-457F-D208-E222-A32B3C337B86}"/>
                </a:ext>
              </a:extLst>
            </p:cNvPr>
            <p:cNvSpPr/>
            <p:nvPr/>
          </p:nvSpPr>
          <p:spPr>
            <a:xfrm>
              <a:off x="481113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AE3FB067-7E09-DB71-0775-2B067F31DF9A}"/>
                </a:ext>
              </a:extLst>
            </p:cNvPr>
            <p:cNvSpPr/>
            <p:nvPr/>
          </p:nvSpPr>
          <p:spPr>
            <a:xfrm>
              <a:off x="537069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0B5F06FB-DC01-5E49-1206-F8708A4BF230}"/>
                </a:ext>
              </a:extLst>
            </p:cNvPr>
            <p:cNvSpPr/>
            <p:nvPr/>
          </p:nvSpPr>
          <p:spPr>
            <a:xfrm>
              <a:off x="593024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5D36A3FE-B66C-D02D-27E4-F072F2FDC495}"/>
                </a:ext>
              </a:extLst>
            </p:cNvPr>
            <p:cNvSpPr/>
            <p:nvPr/>
          </p:nvSpPr>
          <p:spPr>
            <a:xfrm>
              <a:off x="648980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43439648-FD2E-89E8-5230-4383484F9A5B}"/>
                </a:ext>
              </a:extLst>
            </p:cNvPr>
            <p:cNvSpPr/>
            <p:nvPr/>
          </p:nvSpPr>
          <p:spPr>
            <a:xfrm>
              <a:off x="7049363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17A226B6-A668-4F39-DABC-D3FA0C66109D}"/>
                </a:ext>
              </a:extLst>
            </p:cNvPr>
            <p:cNvSpPr/>
            <p:nvPr/>
          </p:nvSpPr>
          <p:spPr>
            <a:xfrm>
              <a:off x="2404567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7120F60A-C13E-7E00-D5AB-439520FDEEAF}"/>
                </a:ext>
              </a:extLst>
            </p:cNvPr>
            <p:cNvSpPr/>
            <p:nvPr/>
          </p:nvSpPr>
          <p:spPr>
            <a:xfrm>
              <a:off x="259110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F52D0EE8-11A0-1474-26B0-0D45F39108D5}"/>
                </a:ext>
              </a:extLst>
            </p:cNvPr>
            <p:cNvSpPr/>
            <p:nvPr/>
          </p:nvSpPr>
          <p:spPr>
            <a:xfrm>
              <a:off x="263581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AEC29026-C492-488E-2785-37FE75E4AF20}"/>
                </a:ext>
              </a:extLst>
            </p:cNvPr>
            <p:cNvSpPr/>
            <p:nvPr/>
          </p:nvSpPr>
          <p:spPr>
            <a:xfrm>
              <a:off x="297971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FC18391D-465A-C153-442D-37D7C1852E13}"/>
                </a:ext>
              </a:extLst>
            </p:cNvPr>
            <p:cNvSpPr/>
            <p:nvPr/>
          </p:nvSpPr>
          <p:spPr>
            <a:xfrm>
              <a:off x="313507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4E4D280B-4501-D0DB-0A48-28814369661A}"/>
                </a:ext>
              </a:extLst>
            </p:cNvPr>
            <p:cNvSpPr/>
            <p:nvPr/>
          </p:nvSpPr>
          <p:spPr>
            <a:xfrm>
              <a:off x="317978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AE7DB611-D8C4-423B-0B6E-1DEACEEC8608}"/>
                </a:ext>
              </a:extLst>
            </p:cNvPr>
            <p:cNvSpPr/>
            <p:nvPr/>
          </p:nvSpPr>
          <p:spPr>
            <a:xfrm>
              <a:off x="353927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7138AE82-251C-EC6C-5741-520FAE8A26F7}"/>
                </a:ext>
              </a:extLst>
            </p:cNvPr>
            <p:cNvSpPr/>
            <p:nvPr/>
          </p:nvSpPr>
          <p:spPr>
            <a:xfrm>
              <a:off x="369462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15264163-1078-AE9A-29D8-592D4A8505CA}"/>
                </a:ext>
              </a:extLst>
            </p:cNvPr>
            <p:cNvSpPr/>
            <p:nvPr/>
          </p:nvSpPr>
          <p:spPr>
            <a:xfrm>
              <a:off x="373934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E17BDFEE-0A40-A685-126B-D96354D153D2}"/>
                </a:ext>
              </a:extLst>
            </p:cNvPr>
            <p:cNvSpPr/>
            <p:nvPr/>
          </p:nvSpPr>
          <p:spPr>
            <a:xfrm>
              <a:off x="4098828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9BFAF343-A978-93A3-4623-578C4EF7CAFB}"/>
                </a:ext>
              </a:extLst>
            </p:cNvPr>
            <p:cNvSpPr/>
            <p:nvPr/>
          </p:nvSpPr>
          <p:spPr>
            <a:xfrm>
              <a:off x="425418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0C195BB3-B887-35F4-CF4B-80CDF2DAC85E}"/>
                </a:ext>
              </a:extLst>
            </p:cNvPr>
            <p:cNvSpPr/>
            <p:nvPr/>
          </p:nvSpPr>
          <p:spPr>
            <a:xfrm>
              <a:off x="429889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362F0BFD-3A57-9F73-0795-BD0BE3F8A779}"/>
                </a:ext>
              </a:extLst>
            </p:cNvPr>
            <p:cNvSpPr/>
            <p:nvPr/>
          </p:nvSpPr>
          <p:spPr>
            <a:xfrm>
              <a:off x="465838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DA5B9BCB-F0BD-4797-C850-18CBC7D8F200}"/>
                </a:ext>
              </a:extLst>
            </p:cNvPr>
            <p:cNvSpPr/>
            <p:nvPr/>
          </p:nvSpPr>
          <p:spPr>
            <a:xfrm>
              <a:off x="48137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D541EE7E-1C63-14CF-7195-7B974C295550}"/>
                </a:ext>
              </a:extLst>
            </p:cNvPr>
            <p:cNvSpPr/>
            <p:nvPr/>
          </p:nvSpPr>
          <p:spPr>
            <a:xfrm>
              <a:off x="485845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EC332841-C287-8F42-1321-0A40B29B8A36}"/>
                </a:ext>
              </a:extLst>
            </p:cNvPr>
            <p:cNvSpPr/>
            <p:nvPr/>
          </p:nvSpPr>
          <p:spPr>
            <a:xfrm>
              <a:off x="521794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EFD6381D-ACE1-96D3-9CF5-B56688FF5ED1}"/>
                </a:ext>
              </a:extLst>
            </p:cNvPr>
            <p:cNvSpPr/>
            <p:nvPr/>
          </p:nvSpPr>
          <p:spPr>
            <a:xfrm>
              <a:off x="537329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935B23F4-A26C-197E-F500-3E57CAA490D4}"/>
                </a:ext>
              </a:extLst>
            </p:cNvPr>
            <p:cNvSpPr/>
            <p:nvPr/>
          </p:nvSpPr>
          <p:spPr>
            <a:xfrm>
              <a:off x="541801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856E960C-0317-6360-EBEA-5332B385407E}"/>
                </a:ext>
              </a:extLst>
            </p:cNvPr>
            <p:cNvSpPr/>
            <p:nvPr/>
          </p:nvSpPr>
          <p:spPr>
            <a:xfrm>
              <a:off x="5777499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A575854B-C457-EC2C-64B3-749BFB0A60A9}"/>
                </a:ext>
              </a:extLst>
            </p:cNvPr>
            <p:cNvSpPr/>
            <p:nvPr/>
          </p:nvSpPr>
          <p:spPr>
            <a:xfrm>
              <a:off x="593285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69BE61BB-97B4-5181-36F1-9B808E2A4D77}"/>
                </a:ext>
              </a:extLst>
            </p:cNvPr>
            <p:cNvSpPr/>
            <p:nvPr/>
          </p:nvSpPr>
          <p:spPr>
            <a:xfrm>
              <a:off x="597756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099FEC96-4C34-10B1-F493-6CE25E5D8F9C}"/>
                </a:ext>
              </a:extLst>
            </p:cNvPr>
            <p:cNvSpPr/>
            <p:nvPr/>
          </p:nvSpPr>
          <p:spPr>
            <a:xfrm>
              <a:off x="633705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98BD74BE-1FCC-DDB9-87DC-87A96AE1C06C}"/>
                </a:ext>
              </a:extLst>
            </p:cNvPr>
            <p:cNvSpPr/>
            <p:nvPr/>
          </p:nvSpPr>
          <p:spPr>
            <a:xfrm>
              <a:off x="649241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52078B83-EDB8-CCAA-2B21-6B1A809BB082}"/>
                </a:ext>
              </a:extLst>
            </p:cNvPr>
            <p:cNvSpPr/>
            <p:nvPr/>
          </p:nvSpPr>
          <p:spPr>
            <a:xfrm>
              <a:off x="653712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242F9923-E830-D8BB-03AB-2AE01CED8EC9}"/>
                </a:ext>
              </a:extLst>
            </p:cNvPr>
            <p:cNvSpPr/>
            <p:nvPr/>
          </p:nvSpPr>
          <p:spPr>
            <a:xfrm>
              <a:off x="689661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413208BD-E154-3F7B-57CF-C7DCBBA973EA}"/>
                </a:ext>
              </a:extLst>
            </p:cNvPr>
            <p:cNvSpPr/>
            <p:nvPr/>
          </p:nvSpPr>
          <p:spPr>
            <a:xfrm>
              <a:off x="7051969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40E488FE-711C-A895-7F4C-EC61F63B1E6B}"/>
                </a:ext>
              </a:extLst>
            </p:cNvPr>
            <p:cNvSpPr/>
            <p:nvPr/>
          </p:nvSpPr>
          <p:spPr>
            <a:xfrm>
              <a:off x="709668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40C9CF37-0AC7-6C60-C7CE-1B78DE5B16F4}"/>
                </a:ext>
              </a:extLst>
            </p:cNvPr>
            <p:cNvSpPr/>
            <p:nvPr/>
          </p:nvSpPr>
          <p:spPr>
            <a:xfrm>
              <a:off x="4504217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0CA79A00-946C-DA6C-F2FF-D99C927529EE}"/>
                </a:ext>
              </a:extLst>
            </p:cNvPr>
            <p:cNvSpPr/>
            <p:nvPr/>
          </p:nvSpPr>
          <p:spPr>
            <a:xfrm rot="-5400000">
              <a:off x="1896166" y="384917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B6BE6245-1E8E-3ABA-0A19-E1AEC1659E11}"/>
                </a:ext>
              </a:extLst>
            </p:cNvPr>
            <p:cNvSpPr/>
            <p:nvPr/>
          </p:nvSpPr>
          <p:spPr>
            <a:xfrm>
              <a:off x="2572908" y="1669789"/>
              <a:ext cx="372480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 </a:t>
              </a:r>
            </a:p>
          </p:txBody>
        </p:sp>
        <p:sp>
          <p:nvSpPr>
            <p:cNvPr id="3245" name="tx1623">
              <a:extLst>
                <a:ext uri="{FF2B5EF4-FFF2-40B4-BE49-F238E27FC236}">
                  <a16:creationId xmlns:a16="http://schemas.microsoft.com/office/drawing/2014/main" id="{9A2616ED-D884-89F8-274C-8C2186F44AB9}"/>
                </a:ext>
              </a:extLst>
            </p:cNvPr>
            <p:cNvSpPr/>
            <p:nvPr/>
          </p:nvSpPr>
          <p:spPr>
            <a:xfrm>
              <a:off x="2572908" y="1850840"/>
              <a:ext cx="94978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Source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Content Placeholder 2">
            <a:extLst>
              <a:ext uri="{FF2B5EF4-FFF2-40B4-BE49-F238E27FC236}">
                <a16:creationId xmlns:a16="http://schemas.microsoft.com/office/drawing/2014/main" id="{F4CE8624-63F5-ACCF-4A88-A6788F9A37CC}"/>
              </a:ext>
            </a:extLst>
          </p:cNvPr>
          <p:cNvGrpSpPr/>
          <p:nvPr/>
        </p:nvGrpSpPr>
        <p:grpSpPr>
          <a:xfrm>
            <a:off x="4800600" y="4835127"/>
            <a:ext cx="12344400" cy="6788943"/>
            <a:chOff x="457200" y="1600200"/>
            <a:chExt cx="8229600" cy="4525962"/>
          </a:xfrm>
        </p:grpSpPr>
        <p:sp>
          <p:nvSpPr>
            <p:cNvPr id="93" name="rc3">
              <a:extLst>
                <a:ext uri="{FF2B5EF4-FFF2-40B4-BE49-F238E27FC236}">
                  <a16:creationId xmlns:a16="http://schemas.microsoft.com/office/drawing/2014/main" id="{235FF7DA-2E87-4266-9EFF-AC0FDE98D6E7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4" name="rc4">
              <a:extLst>
                <a:ext uri="{FF2B5EF4-FFF2-40B4-BE49-F238E27FC236}">
                  <a16:creationId xmlns:a16="http://schemas.microsoft.com/office/drawing/2014/main" id="{7E447164-9F08-7BBC-770D-281AB283D99F}"/>
                </a:ext>
              </a:extLst>
            </p:cNvPr>
            <p:cNvSpPr/>
            <p:nvPr/>
          </p:nvSpPr>
          <p:spPr>
            <a:xfrm>
              <a:off x="1648127" y="1600200"/>
              <a:ext cx="584774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5" name="rc5">
              <a:extLst>
                <a:ext uri="{FF2B5EF4-FFF2-40B4-BE49-F238E27FC236}">
                  <a16:creationId xmlns:a16="http://schemas.microsoft.com/office/drawing/2014/main" id="{811D9E1A-B76F-7EDE-DAC9-F2C89AB957D8}"/>
                </a:ext>
              </a:extLst>
            </p:cNvPr>
            <p:cNvSpPr/>
            <p:nvPr/>
          </p:nvSpPr>
          <p:spPr>
            <a:xfrm>
              <a:off x="2289166" y="1896563"/>
              <a:ext cx="3917565" cy="38244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96" name="pl6">
              <a:extLst>
                <a:ext uri="{FF2B5EF4-FFF2-40B4-BE49-F238E27FC236}">
                  <a16:creationId xmlns:a16="http://schemas.microsoft.com/office/drawing/2014/main" id="{2F943A29-C4DE-D627-3B6B-BC0E33B01DEE}"/>
                </a:ext>
              </a:extLst>
            </p:cNvPr>
            <p:cNvSpPr/>
            <p:nvPr/>
          </p:nvSpPr>
          <p:spPr>
            <a:xfrm>
              <a:off x="5060472" y="2084613"/>
              <a:ext cx="112623" cy="211773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7" name="pl7">
              <a:extLst>
                <a:ext uri="{FF2B5EF4-FFF2-40B4-BE49-F238E27FC236}">
                  <a16:creationId xmlns:a16="http://schemas.microsoft.com/office/drawing/2014/main" id="{42CB1EE6-CA34-743E-27AF-FE74E046D032}"/>
                </a:ext>
              </a:extLst>
            </p:cNvPr>
            <p:cNvSpPr/>
            <p:nvPr/>
          </p:nvSpPr>
          <p:spPr>
            <a:xfrm>
              <a:off x="4194970" y="3497801"/>
              <a:ext cx="215821" cy="415685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8" name="pl8">
              <a:extLst>
                <a:ext uri="{FF2B5EF4-FFF2-40B4-BE49-F238E27FC236}">
                  <a16:creationId xmlns:a16="http://schemas.microsoft.com/office/drawing/2014/main" id="{9A1B560F-5C69-0939-694E-D7AB8B9A7918}"/>
                </a:ext>
              </a:extLst>
            </p:cNvPr>
            <p:cNvSpPr/>
            <p:nvPr/>
          </p:nvSpPr>
          <p:spPr>
            <a:xfrm>
              <a:off x="3147820" y="5516533"/>
              <a:ext cx="101935" cy="186280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9" name="pl9">
              <a:extLst>
                <a:ext uri="{FF2B5EF4-FFF2-40B4-BE49-F238E27FC236}">
                  <a16:creationId xmlns:a16="http://schemas.microsoft.com/office/drawing/2014/main" id="{CF8B4BE7-A161-94EF-A6CB-AA0D23706277}"/>
                </a:ext>
              </a:extLst>
            </p:cNvPr>
            <p:cNvSpPr/>
            <p:nvPr/>
          </p:nvSpPr>
          <p:spPr>
            <a:xfrm>
              <a:off x="3362218" y="5097035"/>
              <a:ext cx="592216" cy="603094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0" name="pl10">
              <a:extLst>
                <a:ext uri="{FF2B5EF4-FFF2-40B4-BE49-F238E27FC236}">
                  <a16:creationId xmlns:a16="http://schemas.microsoft.com/office/drawing/2014/main" id="{8576F066-C4BE-2326-966D-70078E92D8A5}"/>
                </a:ext>
              </a:extLst>
            </p:cNvPr>
            <p:cNvSpPr/>
            <p:nvPr/>
          </p:nvSpPr>
          <p:spPr>
            <a:xfrm>
              <a:off x="2706637" y="1896563"/>
              <a:ext cx="1751847" cy="3798672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1" name="pl11">
              <a:extLst>
                <a:ext uri="{FF2B5EF4-FFF2-40B4-BE49-F238E27FC236}">
                  <a16:creationId xmlns:a16="http://schemas.microsoft.com/office/drawing/2014/main" id="{5B4B0FDE-2DB9-B942-44D2-0BF92711A4BB}"/>
                </a:ext>
              </a:extLst>
            </p:cNvPr>
            <p:cNvSpPr/>
            <p:nvPr/>
          </p:nvSpPr>
          <p:spPr>
            <a:xfrm>
              <a:off x="4082909" y="1896563"/>
              <a:ext cx="1082264" cy="973826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2" name="pl12">
              <a:extLst>
                <a:ext uri="{FF2B5EF4-FFF2-40B4-BE49-F238E27FC236}">
                  <a16:creationId xmlns:a16="http://schemas.microsoft.com/office/drawing/2014/main" id="{38269484-D822-11ED-CDAB-8099EBFACE1F}"/>
                </a:ext>
              </a:extLst>
            </p:cNvPr>
            <p:cNvSpPr/>
            <p:nvPr/>
          </p:nvSpPr>
          <p:spPr>
            <a:xfrm>
              <a:off x="5190596" y="1896563"/>
              <a:ext cx="28664" cy="147362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3" name="rc13">
              <a:extLst>
                <a:ext uri="{FF2B5EF4-FFF2-40B4-BE49-F238E27FC236}">
                  <a16:creationId xmlns:a16="http://schemas.microsoft.com/office/drawing/2014/main" id="{E5BB115C-6BEE-1FAD-D5C7-248C2EA5B586}"/>
                </a:ext>
              </a:extLst>
            </p:cNvPr>
            <p:cNvSpPr/>
            <p:nvPr/>
          </p:nvSpPr>
          <p:spPr>
            <a:xfrm>
              <a:off x="3047669" y="4494480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4" name="rc14">
              <a:extLst>
                <a:ext uri="{FF2B5EF4-FFF2-40B4-BE49-F238E27FC236}">
                  <a16:creationId xmlns:a16="http://schemas.microsoft.com/office/drawing/2014/main" id="{F144F04F-6DF2-743C-D53E-00933B661481}"/>
                </a:ext>
              </a:extLst>
            </p:cNvPr>
            <p:cNvSpPr/>
            <p:nvPr/>
          </p:nvSpPr>
          <p:spPr>
            <a:xfrm>
              <a:off x="3297704" y="374385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5" name="rc15">
              <a:extLst>
                <a:ext uri="{FF2B5EF4-FFF2-40B4-BE49-F238E27FC236}">
                  <a16:creationId xmlns:a16="http://schemas.microsoft.com/office/drawing/2014/main" id="{0A16CC93-C19B-C629-EFA9-9DD1137F0B72}"/>
                </a:ext>
              </a:extLst>
            </p:cNvPr>
            <p:cNvSpPr/>
            <p:nvPr/>
          </p:nvSpPr>
          <p:spPr>
            <a:xfrm>
              <a:off x="3268887" y="445907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6" name="pt16">
              <a:extLst>
                <a:ext uri="{FF2B5EF4-FFF2-40B4-BE49-F238E27FC236}">
                  <a16:creationId xmlns:a16="http://schemas.microsoft.com/office/drawing/2014/main" id="{1A6BA56C-4BE8-1105-DE02-2629E27A14A4}"/>
                </a:ext>
              </a:extLst>
            </p:cNvPr>
            <p:cNvSpPr/>
            <p:nvPr/>
          </p:nvSpPr>
          <p:spPr>
            <a:xfrm>
              <a:off x="3903202" y="40904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7" name="pt17">
              <a:extLst>
                <a:ext uri="{FF2B5EF4-FFF2-40B4-BE49-F238E27FC236}">
                  <a16:creationId xmlns:a16="http://schemas.microsoft.com/office/drawing/2014/main" id="{CECE7C27-8A0D-481E-C145-D91FB8F77AFF}"/>
                </a:ext>
              </a:extLst>
            </p:cNvPr>
            <p:cNvSpPr/>
            <p:nvPr/>
          </p:nvSpPr>
          <p:spPr>
            <a:xfrm>
              <a:off x="4480732" y="266887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8" name="pt18">
              <a:extLst>
                <a:ext uri="{FF2B5EF4-FFF2-40B4-BE49-F238E27FC236}">
                  <a16:creationId xmlns:a16="http://schemas.microsoft.com/office/drawing/2014/main" id="{D1930A8E-004B-AF66-98D5-66E48528348B}"/>
                </a:ext>
              </a:extLst>
            </p:cNvPr>
            <p:cNvSpPr/>
            <p:nvPr/>
          </p:nvSpPr>
          <p:spPr>
            <a:xfrm>
              <a:off x="4016251" y="23165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9" name="pt19">
              <a:extLst>
                <a:ext uri="{FF2B5EF4-FFF2-40B4-BE49-F238E27FC236}">
                  <a16:creationId xmlns:a16="http://schemas.microsoft.com/office/drawing/2014/main" id="{D53B1715-DADF-6004-E561-9A03D9A7EB4D}"/>
                </a:ext>
              </a:extLst>
            </p:cNvPr>
            <p:cNvSpPr/>
            <p:nvPr/>
          </p:nvSpPr>
          <p:spPr>
            <a:xfrm>
              <a:off x="3211894" y="462987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0" name="pt20">
              <a:extLst>
                <a:ext uri="{FF2B5EF4-FFF2-40B4-BE49-F238E27FC236}">
                  <a16:creationId xmlns:a16="http://schemas.microsoft.com/office/drawing/2014/main" id="{EEDF48C9-A41B-9704-1ECA-14AA90135AAB}"/>
                </a:ext>
              </a:extLst>
            </p:cNvPr>
            <p:cNvSpPr/>
            <p:nvPr/>
          </p:nvSpPr>
          <p:spPr>
            <a:xfrm>
              <a:off x="3155937" y="454687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1" name="pt21">
              <a:extLst>
                <a:ext uri="{FF2B5EF4-FFF2-40B4-BE49-F238E27FC236}">
                  <a16:creationId xmlns:a16="http://schemas.microsoft.com/office/drawing/2014/main" id="{D4F00A74-299F-D711-6CB5-65FE813C753B}"/>
                </a:ext>
              </a:extLst>
            </p:cNvPr>
            <p:cNvSpPr/>
            <p:nvPr/>
          </p:nvSpPr>
          <p:spPr>
            <a:xfrm>
              <a:off x="2893558" y="33876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2" name="pg22">
              <a:extLst>
                <a:ext uri="{FF2B5EF4-FFF2-40B4-BE49-F238E27FC236}">
                  <a16:creationId xmlns:a16="http://schemas.microsoft.com/office/drawing/2014/main" id="{D68584E0-911A-6715-12E1-9A7469D9D10F}"/>
                </a:ext>
              </a:extLst>
            </p:cNvPr>
            <p:cNvSpPr/>
            <p:nvPr/>
          </p:nvSpPr>
          <p:spPr>
            <a:xfrm>
              <a:off x="3149063" y="3695522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3" name="pg23">
              <a:extLst>
                <a:ext uri="{FF2B5EF4-FFF2-40B4-BE49-F238E27FC236}">
                  <a16:creationId xmlns:a16="http://schemas.microsoft.com/office/drawing/2014/main" id="{F1C8E2F2-4E58-5868-EE82-7983CD744593}"/>
                </a:ext>
              </a:extLst>
            </p:cNvPr>
            <p:cNvSpPr/>
            <p:nvPr/>
          </p:nvSpPr>
          <p:spPr>
            <a:xfrm>
              <a:off x="3120245" y="4410747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4" name="pl24">
              <a:extLst>
                <a:ext uri="{FF2B5EF4-FFF2-40B4-BE49-F238E27FC236}">
                  <a16:creationId xmlns:a16="http://schemas.microsoft.com/office/drawing/2014/main" id="{F95A39ED-2432-0403-5D4A-CA2E46B755CA}"/>
                </a:ext>
              </a:extLst>
            </p:cNvPr>
            <p:cNvSpPr/>
            <p:nvPr/>
          </p:nvSpPr>
          <p:spPr>
            <a:xfrm>
              <a:off x="3376095" y="3807884"/>
              <a:ext cx="420893" cy="2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5" name="pl25">
              <a:extLst>
                <a:ext uri="{FF2B5EF4-FFF2-40B4-BE49-F238E27FC236}">
                  <a16:creationId xmlns:a16="http://schemas.microsoft.com/office/drawing/2014/main" id="{83D08DB4-DF10-D762-12F7-9F1F9AB62243}"/>
                </a:ext>
              </a:extLst>
            </p:cNvPr>
            <p:cNvSpPr/>
            <p:nvPr/>
          </p:nvSpPr>
          <p:spPr>
            <a:xfrm>
              <a:off x="3347277" y="4523109"/>
              <a:ext cx="409282" cy="1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6" name="pg26">
              <a:extLst>
                <a:ext uri="{FF2B5EF4-FFF2-40B4-BE49-F238E27FC236}">
                  <a16:creationId xmlns:a16="http://schemas.microsoft.com/office/drawing/2014/main" id="{4CFA6DC6-0EF4-FA38-8738-93559536DCBB}"/>
                </a:ext>
              </a:extLst>
            </p:cNvPr>
            <p:cNvSpPr/>
            <p:nvPr/>
          </p:nvSpPr>
          <p:spPr>
            <a:xfrm>
              <a:off x="3796988" y="3711920"/>
              <a:ext cx="667694" cy="191932"/>
            </a:xfrm>
            <a:custGeom>
              <a:avLst/>
              <a:gdLst/>
              <a:ahLst/>
              <a:cxnLst/>
              <a:rect l="0" t="0" r="0" b="0"/>
              <a:pathLst>
                <a:path w="667694" h="191932">
                  <a:moveTo>
                    <a:pt x="27431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2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7" name="tx27">
              <a:extLst>
                <a:ext uri="{FF2B5EF4-FFF2-40B4-BE49-F238E27FC236}">
                  <a16:creationId xmlns:a16="http://schemas.microsoft.com/office/drawing/2014/main" id="{C6982062-10DB-8136-3DDD-C2FAC8F36C3A}"/>
                </a:ext>
              </a:extLst>
            </p:cNvPr>
            <p:cNvSpPr/>
            <p:nvPr/>
          </p:nvSpPr>
          <p:spPr>
            <a:xfrm>
              <a:off x="3842708" y="3757640"/>
              <a:ext cx="57625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18" name="pg28">
              <a:extLst>
                <a:ext uri="{FF2B5EF4-FFF2-40B4-BE49-F238E27FC236}">
                  <a16:creationId xmlns:a16="http://schemas.microsoft.com/office/drawing/2014/main" id="{BF838728-071C-1200-4067-EA3721A2FD9C}"/>
                </a:ext>
              </a:extLst>
            </p:cNvPr>
            <p:cNvSpPr/>
            <p:nvPr/>
          </p:nvSpPr>
          <p:spPr>
            <a:xfrm>
              <a:off x="3756560" y="4427144"/>
              <a:ext cx="690920" cy="191932"/>
            </a:xfrm>
            <a:custGeom>
              <a:avLst/>
              <a:gdLst/>
              <a:ahLst/>
              <a:cxnLst/>
              <a:rect l="0" t="0" r="0" b="0"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2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9" name="tx29">
              <a:extLst>
                <a:ext uri="{FF2B5EF4-FFF2-40B4-BE49-F238E27FC236}">
                  <a16:creationId xmlns:a16="http://schemas.microsoft.com/office/drawing/2014/main" id="{06ACBD5C-E855-FF9A-9E25-C845ADBB30BD}"/>
                </a:ext>
              </a:extLst>
            </p:cNvPr>
            <p:cNvSpPr/>
            <p:nvPr/>
          </p:nvSpPr>
          <p:spPr>
            <a:xfrm>
              <a:off x="3802280" y="4472864"/>
              <a:ext cx="59948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20" name="pl30">
              <a:extLst>
                <a:ext uri="{FF2B5EF4-FFF2-40B4-BE49-F238E27FC236}">
                  <a16:creationId xmlns:a16="http://schemas.microsoft.com/office/drawing/2014/main" id="{E7B1B1BB-22E6-B643-E1A3-81C4171996EA}"/>
                </a:ext>
              </a:extLst>
            </p:cNvPr>
            <p:cNvSpPr/>
            <p:nvPr/>
          </p:nvSpPr>
          <p:spPr>
            <a:xfrm>
              <a:off x="3049624" y="3651543"/>
              <a:ext cx="185611" cy="147492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1" name="pl31">
              <a:extLst>
                <a:ext uri="{FF2B5EF4-FFF2-40B4-BE49-F238E27FC236}">
                  <a16:creationId xmlns:a16="http://schemas.microsoft.com/office/drawing/2014/main" id="{B1E7084F-F9C4-5FD3-97B0-13683928AC40}"/>
                </a:ext>
              </a:extLst>
            </p:cNvPr>
            <p:cNvSpPr/>
            <p:nvPr/>
          </p:nvSpPr>
          <p:spPr>
            <a:xfrm>
              <a:off x="3080122" y="4375697"/>
              <a:ext cx="127767" cy="137046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2" name="pg32">
              <a:extLst>
                <a:ext uri="{FF2B5EF4-FFF2-40B4-BE49-F238E27FC236}">
                  <a16:creationId xmlns:a16="http://schemas.microsoft.com/office/drawing/2014/main" id="{A347A98C-191D-FA9D-85AE-DAB215DEBB83}"/>
                </a:ext>
              </a:extLst>
            </p:cNvPr>
            <p:cNvSpPr/>
            <p:nvPr/>
          </p:nvSpPr>
          <p:spPr>
            <a:xfrm>
              <a:off x="2366385" y="3536282"/>
              <a:ext cx="683239" cy="191932"/>
            </a:xfrm>
            <a:custGeom>
              <a:avLst/>
              <a:gdLst/>
              <a:ahLst/>
              <a:cxnLst/>
              <a:rect l="0" t="0" r="0" b="0"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2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3" name="tx33">
              <a:extLst>
                <a:ext uri="{FF2B5EF4-FFF2-40B4-BE49-F238E27FC236}">
                  <a16:creationId xmlns:a16="http://schemas.microsoft.com/office/drawing/2014/main" id="{FC6B3FC3-0D10-15B2-7F98-AD2D8A522E37}"/>
                </a:ext>
              </a:extLst>
            </p:cNvPr>
            <p:cNvSpPr/>
            <p:nvPr/>
          </p:nvSpPr>
          <p:spPr>
            <a:xfrm>
              <a:off x="2412105" y="3582002"/>
              <a:ext cx="591799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4" name="pg34">
              <a:extLst>
                <a:ext uri="{FF2B5EF4-FFF2-40B4-BE49-F238E27FC236}">
                  <a16:creationId xmlns:a16="http://schemas.microsoft.com/office/drawing/2014/main" id="{4BF2194E-EE79-EBE3-3370-15AC24B1D235}"/>
                </a:ext>
              </a:extLst>
            </p:cNvPr>
            <p:cNvSpPr/>
            <p:nvPr/>
          </p:nvSpPr>
          <p:spPr>
            <a:xfrm>
              <a:off x="2334886" y="4251517"/>
              <a:ext cx="745236" cy="191932"/>
            </a:xfrm>
            <a:custGeom>
              <a:avLst/>
              <a:gdLst/>
              <a:ahLst/>
              <a:cxnLst/>
              <a:rect l="0" t="0" r="0" b="0"/>
              <a:pathLst>
                <a:path w="745236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6" y="164500"/>
                  </a:lnTo>
                  <a:lnTo>
                    <a:pt x="745236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5" name="tx35">
              <a:extLst>
                <a:ext uri="{FF2B5EF4-FFF2-40B4-BE49-F238E27FC236}">
                  <a16:creationId xmlns:a16="http://schemas.microsoft.com/office/drawing/2014/main" id="{15C4B9C2-D553-194D-6348-C4BCD761A5E6}"/>
                </a:ext>
              </a:extLst>
            </p:cNvPr>
            <p:cNvSpPr/>
            <p:nvPr/>
          </p:nvSpPr>
          <p:spPr>
            <a:xfrm>
              <a:off x="2380606" y="4297237"/>
              <a:ext cx="65379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26" name="pl36">
              <a:extLst>
                <a:ext uri="{FF2B5EF4-FFF2-40B4-BE49-F238E27FC236}">
                  <a16:creationId xmlns:a16="http://schemas.microsoft.com/office/drawing/2014/main" id="{5F3F4A51-4E69-E48C-3165-544BE2AA2D45}"/>
                </a:ext>
              </a:extLst>
            </p:cNvPr>
            <p:cNvSpPr/>
            <p:nvPr/>
          </p:nvSpPr>
          <p:spPr>
            <a:xfrm>
              <a:off x="3114115" y="4572330"/>
              <a:ext cx="114587" cy="656102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7" name="pg37">
              <a:extLst>
                <a:ext uri="{FF2B5EF4-FFF2-40B4-BE49-F238E27FC236}">
                  <a16:creationId xmlns:a16="http://schemas.microsoft.com/office/drawing/2014/main" id="{5C404D95-3B08-A3D4-409C-2949D75390C7}"/>
                </a:ext>
              </a:extLst>
            </p:cNvPr>
            <p:cNvSpPr/>
            <p:nvPr/>
          </p:nvSpPr>
          <p:spPr>
            <a:xfrm>
              <a:off x="3228702" y="5145554"/>
              <a:ext cx="535106" cy="191932"/>
            </a:xfrm>
            <a:custGeom>
              <a:avLst/>
              <a:gdLst/>
              <a:ahLst/>
              <a:cxnLst/>
              <a:rect l="0" t="0" r="0" b="0"/>
              <a:pathLst>
                <a:path w="535106" h="191932">
                  <a:moveTo>
                    <a:pt x="27431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1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8" name="tx38">
              <a:extLst>
                <a:ext uri="{FF2B5EF4-FFF2-40B4-BE49-F238E27FC236}">
                  <a16:creationId xmlns:a16="http://schemas.microsoft.com/office/drawing/2014/main" id="{81785713-82F7-F916-4F7C-BCE3F740EFE8}"/>
                </a:ext>
              </a:extLst>
            </p:cNvPr>
            <p:cNvSpPr/>
            <p:nvPr/>
          </p:nvSpPr>
          <p:spPr>
            <a:xfrm>
              <a:off x="3274422" y="5191274"/>
              <a:ext cx="44366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29" name="pl39">
              <a:extLst>
                <a:ext uri="{FF2B5EF4-FFF2-40B4-BE49-F238E27FC236}">
                  <a16:creationId xmlns:a16="http://schemas.microsoft.com/office/drawing/2014/main" id="{5835496F-0C6C-72B5-18B1-EB8D6CF041EC}"/>
                </a:ext>
              </a:extLst>
            </p:cNvPr>
            <p:cNvSpPr/>
            <p:nvPr/>
          </p:nvSpPr>
          <p:spPr>
            <a:xfrm>
              <a:off x="2289166" y="1896563"/>
              <a:ext cx="0" cy="3824476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0" name="tx40">
              <a:extLst>
                <a:ext uri="{FF2B5EF4-FFF2-40B4-BE49-F238E27FC236}">
                  <a16:creationId xmlns:a16="http://schemas.microsoft.com/office/drawing/2014/main" id="{FDDF0381-6E04-632A-23C1-12A18B5D15AD}"/>
                </a:ext>
              </a:extLst>
            </p:cNvPr>
            <p:cNvSpPr/>
            <p:nvPr/>
          </p:nvSpPr>
          <p:spPr>
            <a:xfrm>
              <a:off x="1883636" y="521115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131" name="tx41">
              <a:extLst>
                <a:ext uri="{FF2B5EF4-FFF2-40B4-BE49-F238E27FC236}">
                  <a16:creationId xmlns:a16="http://schemas.microsoft.com/office/drawing/2014/main" id="{D6BD0223-DAD6-6BC2-7F10-CE93563B8E99}"/>
                </a:ext>
              </a:extLst>
            </p:cNvPr>
            <p:cNvSpPr/>
            <p:nvPr/>
          </p:nvSpPr>
          <p:spPr>
            <a:xfrm>
              <a:off x="2101171" y="519277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2" name="tx42">
              <a:extLst>
                <a:ext uri="{FF2B5EF4-FFF2-40B4-BE49-F238E27FC236}">
                  <a16:creationId xmlns:a16="http://schemas.microsoft.com/office/drawing/2014/main" id="{3F6A6200-C624-C28D-7768-92B67B97CF28}"/>
                </a:ext>
              </a:extLst>
            </p:cNvPr>
            <p:cNvSpPr/>
            <p:nvPr/>
          </p:nvSpPr>
          <p:spPr>
            <a:xfrm>
              <a:off x="2145886" y="521115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3" name="tx43">
              <a:extLst>
                <a:ext uri="{FF2B5EF4-FFF2-40B4-BE49-F238E27FC236}">
                  <a16:creationId xmlns:a16="http://schemas.microsoft.com/office/drawing/2014/main" id="{A6A079F6-E2E7-8996-D600-643480BD65F4}"/>
                </a:ext>
              </a:extLst>
            </p:cNvPr>
            <p:cNvSpPr/>
            <p:nvPr/>
          </p:nvSpPr>
          <p:spPr>
            <a:xfrm>
              <a:off x="1883636" y="472328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134" name="tx44">
              <a:extLst>
                <a:ext uri="{FF2B5EF4-FFF2-40B4-BE49-F238E27FC236}">
                  <a16:creationId xmlns:a16="http://schemas.microsoft.com/office/drawing/2014/main" id="{7021F260-6CBD-02CE-0C35-8B2CAA49CAAC}"/>
                </a:ext>
              </a:extLst>
            </p:cNvPr>
            <p:cNvSpPr/>
            <p:nvPr/>
          </p:nvSpPr>
          <p:spPr>
            <a:xfrm>
              <a:off x="2101171" y="470491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5" name="tx45">
              <a:extLst>
                <a:ext uri="{FF2B5EF4-FFF2-40B4-BE49-F238E27FC236}">
                  <a16:creationId xmlns:a16="http://schemas.microsoft.com/office/drawing/2014/main" id="{073E174C-C9E4-16E4-5C1B-A81EE4DF0B36}"/>
                </a:ext>
              </a:extLst>
            </p:cNvPr>
            <p:cNvSpPr/>
            <p:nvPr/>
          </p:nvSpPr>
          <p:spPr>
            <a:xfrm>
              <a:off x="2145886" y="472328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6" name="tx46">
              <a:extLst>
                <a:ext uri="{FF2B5EF4-FFF2-40B4-BE49-F238E27FC236}">
                  <a16:creationId xmlns:a16="http://schemas.microsoft.com/office/drawing/2014/main" id="{E42F8F25-55A7-8AAA-977A-4571D82F621A}"/>
                </a:ext>
              </a:extLst>
            </p:cNvPr>
            <p:cNvSpPr/>
            <p:nvPr/>
          </p:nvSpPr>
          <p:spPr>
            <a:xfrm>
              <a:off x="1883636" y="423542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137" name="tx47">
              <a:extLst>
                <a:ext uri="{FF2B5EF4-FFF2-40B4-BE49-F238E27FC236}">
                  <a16:creationId xmlns:a16="http://schemas.microsoft.com/office/drawing/2014/main" id="{81EC917D-52BB-36CA-BE74-479F0BA65F15}"/>
                </a:ext>
              </a:extLst>
            </p:cNvPr>
            <p:cNvSpPr/>
            <p:nvPr/>
          </p:nvSpPr>
          <p:spPr>
            <a:xfrm>
              <a:off x="2101171" y="421704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8" name="tx48">
              <a:extLst>
                <a:ext uri="{FF2B5EF4-FFF2-40B4-BE49-F238E27FC236}">
                  <a16:creationId xmlns:a16="http://schemas.microsoft.com/office/drawing/2014/main" id="{2071CA9A-4B43-C2FA-DBB8-1DE5BAFD88FB}"/>
                </a:ext>
              </a:extLst>
            </p:cNvPr>
            <p:cNvSpPr/>
            <p:nvPr/>
          </p:nvSpPr>
          <p:spPr>
            <a:xfrm>
              <a:off x="2145886" y="423542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9" name="tx49">
              <a:extLst>
                <a:ext uri="{FF2B5EF4-FFF2-40B4-BE49-F238E27FC236}">
                  <a16:creationId xmlns:a16="http://schemas.microsoft.com/office/drawing/2014/main" id="{1FAABEFE-CBC5-5203-641C-A559D14AD288}"/>
                </a:ext>
              </a:extLst>
            </p:cNvPr>
            <p:cNvSpPr/>
            <p:nvPr/>
          </p:nvSpPr>
          <p:spPr>
            <a:xfrm>
              <a:off x="1883636" y="374751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140" name="tx50">
              <a:extLst>
                <a:ext uri="{FF2B5EF4-FFF2-40B4-BE49-F238E27FC236}">
                  <a16:creationId xmlns:a16="http://schemas.microsoft.com/office/drawing/2014/main" id="{B3F17FE0-A51F-FF87-7A31-B9DA2E178DB5}"/>
                </a:ext>
              </a:extLst>
            </p:cNvPr>
            <p:cNvSpPr/>
            <p:nvPr/>
          </p:nvSpPr>
          <p:spPr>
            <a:xfrm>
              <a:off x="2101171" y="3729134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1" name="tx51">
              <a:extLst>
                <a:ext uri="{FF2B5EF4-FFF2-40B4-BE49-F238E27FC236}">
                  <a16:creationId xmlns:a16="http://schemas.microsoft.com/office/drawing/2014/main" id="{51EA29D1-535B-C1CC-E16B-90249811240D}"/>
                </a:ext>
              </a:extLst>
            </p:cNvPr>
            <p:cNvSpPr/>
            <p:nvPr/>
          </p:nvSpPr>
          <p:spPr>
            <a:xfrm>
              <a:off x="2145886" y="374751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2" name="tx52">
              <a:extLst>
                <a:ext uri="{FF2B5EF4-FFF2-40B4-BE49-F238E27FC236}">
                  <a16:creationId xmlns:a16="http://schemas.microsoft.com/office/drawing/2014/main" id="{2096A53C-8EC7-E51C-FADA-2064EB6C3EBD}"/>
                </a:ext>
              </a:extLst>
            </p:cNvPr>
            <p:cNvSpPr/>
            <p:nvPr/>
          </p:nvSpPr>
          <p:spPr>
            <a:xfrm>
              <a:off x="1883636" y="32596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143" name="tx53">
              <a:extLst>
                <a:ext uri="{FF2B5EF4-FFF2-40B4-BE49-F238E27FC236}">
                  <a16:creationId xmlns:a16="http://schemas.microsoft.com/office/drawing/2014/main" id="{E504827C-36B9-8AC6-67CE-602D7458E214}"/>
                </a:ext>
              </a:extLst>
            </p:cNvPr>
            <p:cNvSpPr/>
            <p:nvPr/>
          </p:nvSpPr>
          <p:spPr>
            <a:xfrm>
              <a:off x="2101171" y="324127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4" name="tx54">
              <a:extLst>
                <a:ext uri="{FF2B5EF4-FFF2-40B4-BE49-F238E27FC236}">
                  <a16:creationId xmlns:a16="http://schemas.microsoft.com/office/drawing/2014/main" id="{726132E6-6264-DE7D-E212-6A65AEB977B0}"/>
                </a:ext>
              </a:extLst>
            </p:cNvPr>
            <p:cNvSpPr/>
            <p:nvPr/>
          </p:nvSpPr>
          <p:spPr>
            <a:xfrm>
              <a:off x="2145886" y="325964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5" name="tx55">
              <a:extLst>
                <a:ext uri="{FF2B5EF4-FFF2-40B4-BE49-F238E27FC236}">
                  <a16:creationId xmlns:a16="http://schemas.microsoft.com/office/drawing/2014/main" id="{9971AABE-4E8F-4E16-67B8-19612DADA2D7}"/>
                </a:ext>
              </a:extLst>
            </p:cNvPr>
            <p:cNvSpPr/>
            <p:nvPr/>
          </p:nvSpPr>
          <p:spPr>
            <a:xfrm>
              <a:off x="1883636" y="277183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146" name="tx56">
              <a:extLst>
                <a:ext uri="{FF2B5EF4-FFF2-40B4-BE49-F238E27FC236}">
                  <a16:creationId xmlns:a16="http://schemas.microsoft.com/office/drawing/2014/main" id="{CC1D07D8-EBDF-AB0F-E4F3-2B5F3239B6CB}"/>
                </a:ext>
              </a:extLst>
            </p:cNvPr>
            <p:cNvSpPr/>
            <p:nvPr/>
          </p:nvSpPr>
          <p:spPr>
            <a:xfrm>
              <a:off x="2101171" y="275345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7" name="tx57">
              <a:extLst>
                <a:ext uri="{FF2B5EF4-FFF2-40B4-BE49-F238E27FC236}">
                  <a16:creationId xmlns:a16="http://schemas.microsoft.com/office/drawing/2014/main" id="{DDFF30E8-7CDC-B7FB-9763-30A7FF181B22}"/>
                </a:ext>
              </a:extLst>
            </p:cNvPr>
            <p:cNvSpPr/>
            <p:nvPr/>
          </p:nvSpPr>
          <p:spPr>
            <a:xfrm>
              <a:off x="2145886" y="277183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8" name="tx58">
              <a:extLst>
                <a:ext uri="{FF2B5EF4-FFF2-40B4-BE49-F238E27FC236}">
                  <a16:creationId xmlns:a16="http://schemas.microsoft.com/office/drawing/2014/main" id="{5054BD74-F0BE-752F-A105-A70F294CA465}"/>
                </a:ext>
              </a:extLst>
            </p:cNvPr>
            <p:cNvSpPr/>
            <p:nvPr/>
          </p:nvSpPr>
          <p:spPr>
            <a:xfrm>
              <a:off x="1883636" y="228396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149" name="tx59">
              <a:extLst>
                <a:ext uri="{FF2B5EF4-FFF2-40B4-BE49-F238E27FC236}">
                  <a16:creationId xmlns:a16="http://schemas.microsoft.com/office/drawing/2014/main" id="{C3FE82BE-355B-D68B-C371-081CEFADB3B3}"/>
                </a:ext>
              </a:extLst>
            </p:cNvPr>
            <p:cNvSpPr/>
            <p:nvPr/>
          </p:nvSpPr>
          <p:spPr>
            <a:xfrm>
              <a:off x="2101171" y="226558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0" name="tx60">
              <a:extLst>
                <a:ext uri="{FF2B5EF4-FFF2-40B4-BE49-F238E27FC236}">
                  <a16:creationId xmlns:a16="http://schemas.microsoft.com/office/drawing/2014/main" id="{57E5D799-5058-3229-BC8E-FA0835B551EF}"/>
                </a:ext>
              </a:extLst>
            </p:cNvPr>
            <p:cNvSpPr/>
            <p:nvPr/>
          </p:nvSpPr>
          <p:spPr>
            <a:xfrm>
              <a:off x="2145886" y="228396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1" name="pl61">
              <a:extLst>
                <a:ext uri="{FF2B5EF4-FFF2-40B4-BE49-F238E27FC236}">
                  <a16:creationId xmlns:a16="http://schemas.microsoft.com/office/drawing/2014/main" id="{661042B9-686C-69F6-8C0E-728D974E9795}"/>
                </a:ext>
              </a:extLst>
            </p:cNvPr>
            <p:cNvSpPr/>
            <p:nvPr/>
          </p:nvSpPr>
          <p:spPr>
            <a:xfrm>
              <a:off x="2254371" y="525225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2" name="pl62">
              <a:extLst>
                <a:ext uri="{FF2B5EF4-FFF2-40B4-BE49-F238E27FC236}">
                  <a16:creationId xmlns:a16="http://schemas.microsoft.com/office/drawing/2014/main" id="{223C51A4-952D-AAD1-D675-BD64F2EA977D}"/>
                </a:ext>
              </a:extLst>
            </p:cNvPr>
            <p:cNvSpPr/>
            <p:nvPr/>
          </p:nvSpPr>
          <p:spPr>
            <a:xfrm>
              <a:off x="2254371" y="476439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3" name="pl63">
              <a:extLst>
                <a:ext uri="{FF2B5EF4-FFF2-40B4-BE49-F238E27FC236}">
                  <a16:creationId xmlns:a16="http://schemas.microsoft.com/office/drawing/2014/main" id="{2060C9F1-AE0A-4DEB-5C11-F08F579A3D23}"/>
                </a:ext>
              </a:extLst>
            </p:cNvPr>
            <p:cNvSpPr/>
            <p:nvPr/>
          </p:nvSpPr>
          <p:spPr>
            <a:xfrm>
              <a:off x="2254371" y="42765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4" name="pl64">
              <a:extLst>
                <a:ext uri="{FF2B5EF4-FFF2-40B4-BE49-F238E27FC236}">
                  <a16:creationId xmlns:a16="http://schemas.microsoft.com/office/drawing/2014/main" id="{87F79584-A980-C80C-0BA9-C27C7D3F2EB6}"/>
                </a:ext>
              </a:extLst>
            </p:cNvPr>
            <p:cNvSpPr/>
            <p:nvPr/>
          </p:nvSpPr>
          <p:spPr>
            <a:xfrm>
              <a:off x="2254371" y="37886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5" name="pl65">
              <a:extLst>
                <a:ext uri="{FF2B5EF4-FFF2-40B4-BE49-F238E27FC236}">
                  <a16:creationId xmlns:a16="http://schemas.microsoft.com/office/drawing/2014/main" id="{0608D954-A3D3-0121-A75F-AED37A80D318}"/>
                </a:ext>
              </a:extLst>
            </p:cNvPr>
            <p:cNvSpPr/>
            <p:nvPr/>
          </p:nvSpPr>
          <p:spPr>
            <a:xfrm>
              <a:off x="2254371" y="330079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6" name="pl66">
              <a:extLst>
                <a:ext uri="{FF2B5EF4-FFF2-40B4-BE49-F238E27FC236}">
                  <a16:creationId xmlns:a16="http://schemas.microsoft.com/office/drawing/2014/main" id="{FC0966EE-8112-C055-ED59-832E71EE1788}"/>
                </a:ext>
              </a:extLst>
            </p:cNvPr>
            <p:cNvSpPr/>
            <p:nvPr/>
          </p:nvSpPr>
          <p:spPr>
            <a:xfrm>
              <a:off x="2254371" y="28129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7" name="pl67">
              <a:extLst>
                <a:ext uri="{FF2B5EF4-FFF2-40B4-BE49-F238E27FC236}">
                  <a16:creationId xmlns:a16="http://schemas.microsoft.com/office/drawing/2014/main" id="{20762114-259B-6610-E95D-1D0C7AABD067}"/>
                </a:ext>
              </a:extLst>
            </p:cNvPr>
            <p:cNvSpPr/>
            <p:nvPr/>
          </p:nvSpPr>
          <p:spPr>
            <a:xfrm>
              <a:off x="2254371" y="232506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8" name="pl68">
              <a:extLst>
                <a:ext uri="{FF2B5EF4-FFF2-40B4-BE49-F238E27FC236}">
                  <a16:creationId xmlns:a16="http://schemas.microsoft.com/office/drawing/2014/main" id="{B616A34C-377E-533C-F958-EFAB2D612C43}"/>
                </a:ext>
              </a:extLst>
            </p:cNvPr>
            <p:cNvSpPr/>
            <p:nvPr/>
          </p:nvSpPr>
          <p:spPr>
            <a:xfrm>
              <a:off x="2289166" y="5721039"/>
              <a:ext cx="3917565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9" name="pl69">
              <a:extLst>
                <a:ext uri="{FF2B5EF4-FFF2-40B4-BE49-F238E27FC236}">
                  <a16:creationId xmlns:a16="http://schemas.microsoft.com/office/drawing/2014/main" id="{60E93734-FA53-7D9A-EDE8-AA59D37FB758}"/>
                </a:ext>
              </a:extLst>
            </p:cNvPr>
            <p:cNvSpPr/>
            <p:nvPr/>
          </p:nvSpPr>
          <p:spPr>
            <a:xfrm>
              <a:off x="2947883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0" name="pl70">
              <a:extLst>
                <a:ext uri="{FF2B5EF4-FFF2-40B4-BE49-F238E27FC236}">
                  <a16:creationId xmlns:a16="http://schemas.microsoft.com/office/drawing/2014/main" id="{B99EA2D0-8A03-8AA4-E111-220CB3996EB1}"/>
                </a:ext>
              </a:extLst>
            </p:cNvPr>
            <p:cNvSpPr/>
            <p:nvPr/>
          </p:nvSpPr>
          <p:spPr>
            <a:xfrm>
              <a:off x="3716985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" name="pl71">
              <a:extLst>
                <a:ext uri="{FF2B5EF4-FFF2-40B4-BE49-F238E27FC236}">
                  <a16:creationId xmlns:a16="http://schemas.microsoft.com/office/drawing/2014/main" id="{E02DA3F0-B7FE-C6A9-1CBA-8C6DFAF81992}"/>
                </a:ext>
              </a:extLst>
            </p:cNvPr>
            <p:cNvSpPr/>
            <p:nvPr/>
          </p:nvSpPr>
          <p:spPr>
            <a:xfrm>
              <a:off x="4486087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" name="pl72">
              <a:extLst>
                <a:ext uri="{FF2B5EF4-FFF2-40B4-BE49-F238E27FC236}">
                  <a16:creationId xmlns:a16="http://schemas.microsoft.com/office/drawing/2014/main" id="{32C552CF-0D53-E866-19E5-9ADBBB9C81FE}"/>
                </a:ext>
              </a:extLst>
            </p:cNvPr>
            <p:cNvSpPr/>
            <p:nvPr/>
          </p:nvSpPr>
          <p:spPr>
            <a:xfrm>
              <a:off x="5255189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" name="pl73">
              <a:extLst>
                <a:ext uri="{FF2B5EF4-FFF2-40B4-BE49-F238E27FC236}">
                  <a16:creationId xmlns:a16="http://schemas.microsoft.com/office/drawing/2014/main" id="{DC119823-5042-FB36-346D-FE8D5F141ED5}"/>
                </a:ext>
              </a:extLst>
            </p:cNvPr>
            <p:cNvSpPr/>
            <p:nvPr/>
          </p:nvSpPr>
          <p:spPr>
            <a:xfrm>
              <a:off x="6024291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" name="tx74">
              <a:extLst>
                <a:ext uri="{FF2B5EF4-FFF2-40B4-BE49-F238E27FC236}">
                  <a16:creationId xmlns:a16="http://schemas.microsoft.com/office/drawing/2014/main" id="{7E68E364-13F4-6B54-4267-90F82B85566D}"/>
                </a:ext>
              </a:extLst>
            </p:cNvPr>
            <p:cNvSpPr/>
            <p:nvPr/>
          </p:nvSpPr>
          <p:spPr>
            <a:xfrm>
              <a:off x="2810632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165" name="tx75">
              <a:extLst>
                <a:ext uri="{FF2B5EF4-FFF2-40B4-BE49-F238E27FC236}">
                  <a16:creationId xmlns:a16="http://schemas.microsoft.com/office/drawing/2014/main" id="{3C639659-6CCB-19BA-1132-003396BFEBAB}"/>
                </a:ext>
              </a:extLst>
            </p:cNvPr>
            <p:cNvSpPr/>
            <p:nvPr/>
          </p:nvSpPr>
          <p:spPr>
            <a:xfrm>
              <a:off x="2934990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6" name="tx76">
              <a:extLst>
                <a:ext uri="{FF2B5EF4-FFF2-40B4-BE49-F238E27FC236}">
                  <a16:creationId xmlns:a16="http://schemas.microsoft.com/office/drawing/2014/main" id="{8C2CE38F-2098-CF18-F41D-EF8FCC201C87}"/>
                </a:ext>
              </a:extLst>
            </p:cNvPr>
            <p:cNvSpPr/>
            <p:nvPr/>
          </p:nvSpPr>
          <p:spPr>
            <a:xfrm>
              <a:off x="2979704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7" name="tx77">
              <a:extLst>
                <a:ext uri="{FF2B5EF4-FFF2-40B4-BE49-F238E27FC236}">
                  <a16:creationId xmlns:a16="http://schemas.microsoft.com/office/drawing/2014/main" id="{F377862C-0928-A79A-9FEA-DB19C0612924}"/>
                </a:ext>
              </a:extLst>
            </p:cNvPr>
            <p:cNvSpPr/>
            <p:nvPr/>
          </p:nvSpPr>
          <p:spPr>
            <a:xfrm>
              <a:off x="3579734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168" name="tx78">
              <a:extLst>
                <a:ext uri="{FF2B5EF4-FFF2-40B4-BE49-F238E27FC236}">
                  <a16:creationId xmlns:a16="http://schemas.microsoft.com/office/drawing/2014/main" id="{A91EB676-D4B4-087B-55EA-8673D8FD847D}"/>
                </a:ext>
              </a:extLst>
            </p:cNvPr>
            <p:cNvSpPr/>
            <p:nvPr/>
          </p:nvSpPr>
          <p:spPr>
            <a:xfrm>
              <a:off x="3704092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9" name="tx79">
              <a:extLst>
                <a:ext uri="{FF2B5EF4-FFF2-40B4-BE49-F238E27FC236}">
                  <a16:creationId xmlns:a16="http://schemas.microsoft.com/office/drawing/2014/main" id="{5022B491-C5BC-49FB-6D8B-FE12270F1901}"/>
                </a:ext>
              </a:extLst>
            </p:cNvPr>
            <p:cNvSpPr/>
            <p:nvPr/>
          </p:nvSpPr>
          <p:spPr>
            <a:xfrm>
              <a:off x="3748806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0" name="tx80">
              <a:extLst>
                <a:ext uri="{FF2B5EF4-FFF2-40B4-BE49-F238E27FC236}">
                  <a16:creationId xmlns:a16="http://schemas.microsoft.com/office/drawing/2014/main" id="{B4E83F51-93A2-3469-297B-2605B974C9E6}"/>
                </a:ext>
              </a:extLst>
            </p:cNvPr>
            <p:cNvSpPr/>
            <p:nvPr/>
          </p:nvSpPr>
          <p:spPr>
            <a:xfrm>
              <a:off x="4348835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71" name="tx81">
              <a:extLst>
                <a:ext uri="{FF2B5EF4-FFF2-40B4-BE49-F238E27FC236}">
                  <a16:creationId xmlns:a16="http://schemas.microsoft.com/office/drawing/2014/main" id="{03274510-98BE-4E02-2141-269D03479E97}"/>
                </a:ext>
              </a:extLst>
            </p:cNvPr>
            <p:cNvSpPr/>
            <p:nvPr/>
          </p:nvSpPr>
          <p:spPr>
            <a:xfrm>
              <a:off x="4473194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2" name="tx82">
              <a:extLst>
                <a:ext uri="{FF2B5EF4-FFF2-40B4-BE49-F238E27FC236}">
                  <a16:creationId xmlns:a16="http://schemas.microsoft.com/office/drawing/2014/main" id="{B3BA12C7-8DC5-1C7E-08A6-7BA82188C7B4}"/>
                </a:ext>
              </a:extLst>
            </p:cNvPr>
            <p:cNvSpPr/>
            <p:nvPr/>
          </p:nvSpPr>
          <p:spPr>
            <a:xfrm>
              <a:off x="4517908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3" name="tx83">
              <a:extLst>
                <a:ext uri="{FF2B5EF4-FFF2-40B4-BE49-F238E27FC236}">
                  <a16:creationId xmlns:a16="http://schemas.microsoft.com/office/drawing/2014/main" id="{0FDEC323-71A0-3012-CCD8-0814A9F62BAB}"/>
                </a:ext>
              </a:extLst>
            </p:cNvPr>
            <p:cNvSpPr/>
            <p:nvPr/>
          </p:nvSpPr>
          <p:spPr>
            <a:xfrm>
              <a:off x="5117937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174" name="tx84">
              <a:extLst>
                <a:ext uri="{FF2B5EF4-FFF2-40B4-BE49-F238E27FC236}">
                  <a16:creationId xmlns:a16="http://schemas.microsoft.com/office/drawing/2014/main" id="{F8F6188D-F00A-8E3C-43E4-74DF2B8B423D}"/>
                </a:ext>
              </a:extLst>
            </p:cNvPr>
            <p:cNvSpPr/>
            <p:nvPr/>
          </p:nvSpPr>
          <p:spPr>
            <a:xfrm>
              <a:off x="5242296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5" name="tx85">
              <a:extLst>
                <a:ext uri="{FF2B5EF4-FFF2-40B4-BE49-F238E27FC236}">
                  <a16:creationId xmlns:a16="http://schemas.microsoft.com/office/drawing/2014/main" id="{7582744E-0E71-3335-01E8-A9E77B8AA0CB}"/>
                </a:ext>
              </a:extLst>
            </p:cNvPr>
            <p:cNvSpPr/>
            <p:nvPr/>
          </p:nvSpPr>
          <p:spPr>
            <a:xfrm>
              <a:off x="5287010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6" name="tx86">
              <a:extLst>
                <a:ext uri="{FF2B5EF4-FFF2-40B4-BE49-F238E27FC236}">
                  <a16:creationId xmlns:a16="http://schemas.microsoft.com/office/drawing/2014/main" id="{AF0FBCE5-A932-4ECC-3399-B0D1E3893753}"/>
                </a:ext>
              </a:extLst>
            </p:cNvPr>
            <p:cNvSpPr/>
            <p:nvPr/>
          </p:nvSpPr>
          <p:spPr>
            <a:xfrm>
              <a:off x="5887039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177" name="tx87">
              <a:extLst>
                <a:ext uri="{FF2B5EF4-FFF2-40B4-BE49-F238E27FC236}">
                  <a16:creationId xmlns:a16="http://schemas.microsoft.com/office/drawing/2014/main" id="{601CDD82-CB71-6CB8-11AB-C233292BD9D3}"/>
                </a:ext>
              </a:extLst>
            </p:cNvPr>
            <p:cNvSpPr/>
            <p:nvPr/>
          </p:nvSpPr>
          <p:spPr>
            <a:xfrm>
              <a:off x="6011398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8" name="tx88">
              <a:extLst>
                <a:ext uri="{FF2B5EF4-FFF2-40B4-BE49-F238E27FC236}">
                  <a16:creationId xmlns:a16="http://schemas.microsoft.com/office/drawing/2014/main" id="{6DE9495F-13C8-E688-D4EF-E99C1B177EAE}"/>
                </a:ext>
              </a:extLst>
            </p:cNvPr>
            <p:cNvSpPr/>
            <p:nvPr/>
          </p:nvSpPr>
          <p:spPr>
            <a:xfrm>
              <a:off x="6056112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" name="tx89">
              <a:extLst>
                <a:ext uri="{FF2B5EF4-FFF2-40B4-BE49-F238E27FC236}">
                  <a16:creationId xmlns:a16="http://schemas.microsoft.com/office/drawing/2014/main" id="{3966F182-BA59-9664-10B7-44E81D996B97}"/>
                </a:ext>
              </a:extLst>
            </p:cNvPr>
            <p:cNvSpPr/>
            <p:nvPr/>
          </p:nvSpPr>
          <p:spPr>
            <a:xfrm>
              <a:off x="3941030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180" name="tx90">
              <a:extLst>
                <a:ext uri="{FF2B5EF4-FFF2-40B4-BE49-F238E27FC236}">
                  <a16:creationId xmlns:a16="http://schemas.microsoft.com/office/drawing/2014/main" id="{0218BF20-87B1-CDB1-8B92-E4CCC5E24E2A}"/>
                </a:ext>
              </a:extLst>
            </p:cNvPr>
            <p:cNvSpPr/>
            <p:nvPr/>
          </p:nvSpPr>
          <p:spPr>
            <a:xfrm rot="-5400000">
              <a:off x="1519246" y="375869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181" name="rc91">
              <a:extLst>
                <a:ext uri="{FF2B5EF4-FFF2-40B4-BE49-F238E27FC236}">
                  <a16:creationId xmlns:a16="http://schemas.microsoft.com/office/drawing/2014/main" id="{FCA45925-64E2-D0DC-E5EB-8295EB84A773}"/>
                </a:ext>
              </a:extLst>
            </p:cNvPr>
            <p:cNvSpPr/>
            <p:nvPr/>
          </p:nvSpPr>
          <p:spPr>
            <a:xfrm>
              <a:off x="6345910" y="3199943"/>
              <a:ext cx="1080373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2" name="tx92">
              <a:extLst>
                <a:ext uri="{FF2B5EF4-FFF2-40B4-BE49-F238E27FC236}">
                  <a16:creationId xmlns:a16="http://schemas.microsoft.com/office/drawing/2014/main" id="{DE70ED0F-5926-EC62-F1D3-3DC2783D297B}"/>
                </a:ext>
              </a:extLst>
            </p:cNvPr>
            <p:cNvSpPr/>
            <p:nvPr/>
          </p:nvSpPr>
          <p:spPr>
            <a:xfrm>
              <a:off x="6415499" y="328498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83" name="rc93">
              <a:extLst>
                <a:ext uri="{FF2B5EF4-FFF2-40B4-BE49-F238E27FC236}">
                  <a16:creationId xmlns:a16="http://schemas.microsoft.com/office/drawing/2014/main" id="{201A34A2-7B53-8954-4E9B-E21E5CD86BCD}"/>
                </a:ext>
              </a:extLst>
            </p:cNvPr>
            <p:cNvSpPr/>
            <p:nvPr/>
          </p:nvSpPr>
          <p:spPr>
            <a:xfrm>
              <a:off x="6415499" y="347024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4" name="pt94">
              <a:extLst>
                <a:ext uri="{FF2B5EF4-FFF2-40B4-BE49-F238E27FC236}">
                  <a16:creationId xmlns:a16="http://schemas.microsoft.com/office/drawing/2014/main" id="{2FCD0751-FC59-C18C-E5EA-0DCF272555D9}"/>
                </a:ext>
              </a:extLst>
            </p:cNvPr>
            <p:cNvSpPr/>
            <p:nvPr/>
          </p:nvSpPr>
          <p:spPr>
            <a:xfrm>
              <a:off x="6452974" y="350772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" name="rc95">
              <a:extLst>
                <a:ext uri="{FF2B5EF4-FFF2-40B4-BE49-F238E27FC236}">
                  <a16:creationId xmlns:a16="http://schemas.microsoft.com/office/drawing/2014/main" id="{7EE8883F-3CB9-28D1-5D02-71449969DFEC}"/>
                </a:ext>
              </a:extLst>
            </p:cNvPr>
            <p:cNvSpPr/>
            <p:nvPr/>
          </p:nvSpPr>
          <p:spPr>
            <a:xfrm>
              <a:off x="6415499" y="368970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6" name="rc96">
              <a:extLst>
                <a:ext uri="{FF2B5EF4-FFF2-40B4-BE49-F238E27FC236}">
                  <a16:creationId xmlns:a16="http://schemas.microsoft.com/office/drawing/2014/main" id="{D1DC8B82-75D5-8E1D-9F10-F4C550A048A4}"/>
                </a:ext>
              </a:extLst>
            </p:cNvPr>
            <p:cNvSpPr/>
            <p:nvPr/>
          </p:nvSpPr>
          <p:spPr>
            <a:xfrm>
              <a:off x="6461194" y="37353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" name="rc97">
              <a:extLst>
                <a:ext uri="{FF2B5EF4-FFF2-40B4-BE49-F238E27FC236}">
                  <a16:creationId xmlns:a16="http://schemas.microsoft.com/office/drawing/2014/main" id="{F96F33EF-A218-1076-2D2B-35C60F316BCC}"/>
                </a:ext>
              </a:extLst>
            </p:cNvPr>
            <p:cNvSpPr/>
            <p:nvPr/>
          </p:nvSpPr>
          <p:spPr>
            <a:xfrm>
              <a:off x="6415499" y="390915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8" name="pg98">
              <a:extLst>
                <a:ext uri="{FF2B5EF4-FFF2-40B4-BE49-F238E27FC236}">
                  <a16:creationId xmlns:a16="http://schemas.microsoft.com/office/drawing/2014/main" id="{6A3EAFC9-5EC1-4BBF-D077-24AB94546D33}"/>
                </a:ext>
              </a:extLst>
            </p:cNvPr>
            <p:cNvSpPr/>
            <p:nvPr/>
          </p:nvSpPr>
          <p:spPr>
            <a:xfrm>
              <a:off x="6427918" y="3906524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" name="rc99">
              <a:extLst>
                <a:ext uri="{FF2B5EF4-FFF2-40B4-BE49-F238E27FC236}">
                  <a16:creationId xmlns:a16="http://schemas.microsoft.com/office/drawing/2014/main" id="{16BC548C-EB4F-ED57-2C3C-20A13787926D}"/>
                </a:ext>
              </a:extLst>
            </p:cNvPr>
            <p:cNvSpPr/>
            <p:nvPr/>
          </p:nvSpPr>
          <p:spPr>
            <a:xfrm>
              <a:off x="6415499" y="412861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90" name="pg100">
              <a:extLst>
                <a:ext uri="{FF2B5EF4-FFF2-40B4-BE49-F238E27FC236}">
                  <a16:creationId xmlns:a16="http://schemas.microsoft.com/office/drawing/2014/main" id="{1E76BD9A-8DF4-91FD-43D4-3F2C96701C7D}"/>
                </a:ext>
              </a:extLst>
            </p:cNvPr>
            <p:cNvSpPr/>
            <p:nvPr/>
          </p:nvSpPr>
          <p:spPr>
            <a:xfrm>
              <a:off x="6427918" y="4125980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" name="tx101">
              <a:extLst>
                <a:ext uri="{FF2B5EF4-FFF2-40B4-BE49-F238E27FC236}">
                  <a16:creationId xmlns:a16="http://schemas.microsoft.com/office/drawing/2014/main" id="{393A5695-01A3-9D2B-C045-073B76246574}"/>
                </a:ext>
              </a:extLst>
            </p:cNvPr>
            <p:cNvSpPr/>
            <p:nvPr/>
          </p:nvSpPr>
          <p:spPr>
            <a:xfrm>
              <a:off x="6704544" y="3539923"/>
              <a:ext cx="49715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92" name="tx102">
              <a:extLst>
                <a:ext uri="{FF2B5EF4-FFF2-40B4-BE49-F238E27FC236}">
                  <a16:creationId xmlns:a16="http://schemas.microsoft.com/office/drawing/2014/main" id="{B6FA2DB1-4BB8-1285-13DF-BB6C1CE35B57}"/>
                </a:ext>
              </a:extLst>
            </p:cNvPr>
            <p:cNvSpPr/>
            <p:nvPr/>
          </p:nvSpPr>
          <p:spPr>
            <a:xfrm>
              <a:off x="6704544" y="3759379"/>
              <a:ext cx="6521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93" name="tx103">
              <a:extLst>
                <a:ext uri="{FF2B5EF4-FFF2-40B4-BE49-F238E27FC236}">
                  <a16:creationId xmlns:a16="http://schemas.microsoft.com/office/drawing/2014/main" id="{2CDD3D04-9DD5-5686-8728-092B7C8B38E9}"/>
                </a:ext>
              </a:extLst>
            </p:cNvPr>
            <p:cNvSpPr/>
            <p:nvPr/>
          </p:nvSpPr>
          <p:spPr>
            <a:xfrm>
              <a:off x="6704544" y="3978835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94" name="tx104">
              <a:extLst>
                <a:ext uri="{FF2B5EF4-FFF2-40B4-BE49-F238E27FC236}">
                  <a16:creationId xmlns:a16="http://schemas.microsoft.com/office/drawing/2014/main" id="{94D19CB4-F038-FEC1-4CA2-792F44A0CD20}"/>
                </a:ext>
              </a:extLst>
            </p:cNvPr>
            <p:cNvSpPr/>
            <p:nvPr/>
          </p:nvSpPr>
          <p:spPr>
            <a:xfrm>
              <a:off x="6704544" y="4198291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1097280" y="3840482"/>
            <a:ext cx="19751040" cy="10862312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" name="rc5"/>
            <p:cNvSpPr/>
            <p:nvPr/>
          </p:nvSpPr>
          <p:spPr>
            <a:xfrm>
              <a:off x="878142" y="1894809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805"/>
            </a:p>
          </p:txBody>
        </p:sp>
        <p:pic>
          <p:nvPicPr>
            <p:cNvPr id="6" name="pic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8142" y="1894809"/>
              <a:ext cx="7739068" cy="1229686"/>
            </a:xfrm>
            <a:prstGeom prst="rect">
              <a:avLst/>
            </a:prstGeom>
          </p:spPr>
        </p:pic>
        <p:sp>
          <p:nvSpPr>
            <p:cNvPr id="7" name="pl7"/>
            <p:cNvSpPr/>
            <p:nvPr/>
          </p:nvSpPr>
          <p:spPr>
            <a:xfrm>
              <a:off x="878142" y="1894809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8" name="tx8"/>
            <p:cNvSpPr/>
            <p:nvPr/>
          </p:nvSpPr>
          <p:spPr>
            <a:xfrm>
              <a:off x="753333" y="302855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691154" y="274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691154" y="246960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691154" y="219012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691154" y="191065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843348" y="30686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4" name="pl14"/>
            <p:cNvSpPr/>
            <p:nvPr/>
          </p:nvSpPr>
          <p:spPr>
            <a:xfrm>
              <a:off x="843348" y="27891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5" name="pl15"/>
            <p:cNvSpPr/>
            <p:nvPr/>
          </p:nvSpPr>
          <p:spPr>
            <a:xfrm>
              <a:off x="843348" y="250965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6" name="pl16"/>
            <p:cNvSpPr/>
            <p:nvPr/>
          </p:nvSpPr>
          <p:spPr>
            <a:xfrm>
              <a:off x="843348" y="223017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7" name="pl17"/>
            <p:cNvSpPr/>
            <p:nvPr/>
          </p:nvSpPr>
          <p:spPr>
            <a:xfrm>
              <a:off x="843348" y="19507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8" name="pl18"/>
            <p:cNvSpPr/>
            <p:nvPr/>
          </p:nvSpPr>
          <p:spPr>
            <a:xfrm>
              <a:off x="878142" y="3124496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19" name="pl19"/>
            <p:cNvSpPr/>
            <p:nvPr/>
          </p:nvSpPr>
          <p:spPr>
            <a:xfrm>
              <a:off x="133338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0" name="pl20"/>
            <p:cNvSpPr/>
            <p:nvPr/>
          </p:nvSpPr>
          <p:spPr>
            <a:xfrm>
              <a:off x="2092114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1" name="pl21"/>
            <p:cNvSpPr/>
            <p:nvPr/>
          </p:nvSpPr>
          <p:spPr>
            <a:xfrm>
              <a:off x="2850846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2" name="pl22"/>
            <p:cNvSpPr/>
            <p:nvPr/>
          </p:nvSpPr>
          <p:spPr>
            <a:xfrm>
              <a:off x="3609578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3" name="pl23"/>
            <p:cNvSpPr/>
            <p:nvPr/>
          </p:nvSpPr>
          <p:spPr>
            <a:xfrm>
              <a:off x="4368310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4" name="pl24"/>
            <p:cNvSpPr/>
            <p:nvPr/>
          </p:nvSpPr>
          <p:spPr>
            <a:xfrm>
              <a:off x="512704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5" name="pl25"/>
            <p:cNvSpPr/>
            <p:nvPr/>
          </p:nvSpPr>
          <p:spPr>
            <a:xfrm>
              <a:off x="5885775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6" name="pl26"/>
            <p:cNvSpPr/>
            <p:nvPr/>
          </p:nvSpPr>
          <p:spPr>
            <a:xfrm>
              <a:off x="6644507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7" name="pl27"/>
            <p:cNvSpPr/>
            <p:nvPr/>
          </p:nvSpPr>
          <p:spPr>
            <a:xfrm>
              <a:off x="7403239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8" name="pl28"/>
            <p:cNvSpPr/>
            <p:nvPr/>
          </p:nvSpPr>
          <p:spPr>
            <a:xfrm>
              <a:off x="8161971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29" name="tx29"/>
            <p:cNvSpPr/>
            <p:nvPr/>
          </p:nvSpPr>
          <p:spPr>
            <a:xfrm rot="-2700000">
              <a:off x="1065038" y="3298278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0" name="tx30"/>
            <p:cNvSpPr/>
            <p:nvPr/>
          </p:nvSpPr>
          <p:spPr>
            <a:xfrm rot="-2700000">
              <a:off x="1828921" y="3296144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" name="tx31"/>
            <p:cNvSpPr/>
            <p:nvPr/>
          </p:nvSpPr>
          <p:spPr>
            <a:xfrm rot="-2700000">
              <a:off x="2593039" y="3293914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" name="tx32"/>
            <p:cNvSpPr/>
            <p:nvPr/>
          </p:nvSpPr>
          <p:spPr>
            <a:xfrm rot="-2700000">
              <a:off x="3335849" y="3300509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3" name="tx33"/>
            <p:cNvSpPr/>
            <p:nvPr/>
          </p:nvSpPr>
          <p:spPr>
            <a:xfrm rot="-2700000">
              <a:off x="4004279" y="3337913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" name="tx34"/>
            <p:cNvSpPr/>
            <p:nvPr/>
          </p:nvSpPr>
          <p:spPr>
            <a:xfrm rot="-2700000">
              <a:off x="4747245" y="3344444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5" name="tx35"/>
            <p:cNvSpPr/>
            <p:nvPr/>
          </p:nvSpPr>
          <p:spPr>
            <a:xfrm rot="-2700000">
              <a:off x="5601587" y="330484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6" name="tx36"/>
            <p:cNvSpPr/>
            <p:nvPr/>
          </p:nvSpPr>
          <p:spPr>
            <a:xfrm rot="-2700000">
              <a:off x="6354934" y="3307071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7" name="tx37"/>
            <p:cNvSpPr/>
            <p:nvPr/>
          </p:nvSpPr>
          <p:spPr>
            <a:xfrm rot="-2700000">
              <a:off x="7028671" y="334227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8" name="tx38"/>
            <p:cNvSpPr/>
            <p:nvPr/>
          </p:nvSpPr>
          <p:spPr>
            <a:xfrm rot="-2700000">
              <a:off x="7745178" y="3359768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627341" y="3663974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8735" y="2459544"/>
              <a:ext cx="77632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78142" y="1669789"/>
              <a:ext cx="110797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3168"/>
                </a:lnSpc>
              </a:pPr>
              <a:r>
                <a:rPr sz="316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Trends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457200" y="3863181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43" name="rc43"/>
            <p:cNvSpPr/>
            <p:nvPr/>
          </p:nvSpPr>
          <p:spPr>
            <a:xfrm>
              <a:off x="878142" y="4157791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805"/>
            </a:p>
          </p:txBody>
        </p:sp>
        <p:pic>
          <p:nvPicPr>
            <p:cNvPr id="44" name="pic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8142" y="4157791"/>
              <a:ext cx="7739068" cy="1229686"/>
            </a:xfrm>
            <a:prstGeom prst="rect">
              <a:avLst/>
            </a:prstGeom>
          </p:spPr>
        </p:pic>
        <p:sp>
          <p:nvSpPr>
            <p:cNvPr id="45" name="pl45"/>
            <p:cNvSpPr/>
            <p:nvPr/>
          </p:nvSpPr>
          <p:spPr>
            <a:xfrm>
              <a:off x="878142" y="4157791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46" name="tx46"/>
            <p:cNvSpPr/>
            <p:nvPr/>
          </p:nvSpPr>
          <p:spPr>
            <a:xfrm>
              <a:off x="753333" y="529153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1154" y="496656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1154" y="464159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1154" y="431662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pl50"/>
            <p:cNvSpPr/>
            <p:nvPr/>
          </p:nvSpPr>
          <p:spPr>
            <a:xfrm>
              <a:off x="843348" y="533158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1" name="pl51"/>
            <p:cNvSpPr/>
            <p:nvPr/>
          </p:nvSpPr>
          <p:spPr>
            <a:xfrm>
              <a:off x="843348" y="50066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2" name="pl52"/>
            <p:cNvSpPr/>
            <p:nvPr/>
          </p:nvSpPr>
          <p:spPr>
            <a:xfrm>
              <a:off x="843348" y="468164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3" name="pl53"/>
            <p:cNvSpPr/>
            <p:nvPr/>
          </p:nvSpPr>
          <p:spPr>
            <a:xfrm>
              <a:off x="843348" y="435667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4" name="pl54"/>
            <p:cNvSpPr/>
            <p:nvPr/>
          </p:nvSpPr>
          <p:spPr>
            <a:xfrm>
              <a:off x="878142" y="5387478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5" name="pl55"/>
            <p:cNvSpPr/>
            <p:nvPr/>
          </p:nvSpPr>
          <p:spPr>
            <a:xfrm>
              <a:off x="133338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6" name="pl56"/>
            <p:cNvSpPr/>
            <p:nvPr/>
          </p:nvSpPr>
          <p:spPr>
            <a:xfrm>
              <a:off x="2092114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7" name="pl57"/>
            <p:cNvSpPr/>
            <p:nvPr/>
          </p:nvSpPr>
          <p:spPr>
            <a:xfrm>
              <a:off x="2850846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8" name="pl58"/>
            <p:cNvSpPr/>
            <p:nvPr/>
          </p:nvSpPr>
          <p:spPr>
            <a:xfrm>
              <a:off x="3609578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59" name="pl59"/>
            <p:cNvSpPr/>
            <p:nvPr/>
          </p:nvSpPr>
          <p:spPr>
            <a:xfrm>
              <a:off x="4368310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0" name="pl60"/>
            <p:cNvSpPr/>
            <p:nvPr/>
          </p:nvSpPr>
          <p:spPr>
            <a:xfrm>
              <a:off x="512704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1" name="pl61"/>
            <p:cNvSpPr/>
            <p:nvPr/>
          </p:nvSpPr>
          <p:spPr>
            <a:xfrm>
              <a:off x="5885775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2" name="pl62"/>
            <p:cNvSpPr/>
            <p:nvPr/>
          </p:nvSpPr>
          <p:spPr>
            <a:xfrm>
              <a:off x="6644507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3" name="pl63"/>
            <p:cNvSpPr/>
            <p:nvPr/>
          </p:nvSpPr>
          <p:spPr>
            <a:xfrm>
              <a:off x="7403239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4" name="pl64"/>
            <p:cNvSpPr/>
            <p:nvPr/>
          </p:nvSpPr>
          <p:spPr>
            <a:xfrm>
              <a:off x="8161971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805"/>
            </a:p>
          </p:txBody>
        </p:sp>
        <p:sp>
          <p:nvSpPr>
            <p:cNvPr id="65" name="tx65"/>
            <p:cNvSpPr/>
            <p:nvPr/>
          </p:nvSpPr>
          <p:spPr>
            <a:xfrm rot="-2700000">
              <a:off x="1065038" y="5561259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1828921" y="555912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2593039" y="5556895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3335849" y="5563490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4004279" y="5600895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4747245" y="5607425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5601587" y="5567822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6354934" y="5570053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7028671" y="5605259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7745178" y="5622749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11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627341" y="592695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76" name="tx76"/>
            <p:cNvSpPr/>
            <p:nvPr/>
          </p:nvSpPr>
          <p:spPr>
            <a:xfrm rot="-5400000">
              <a:off x="256446" y="4722525"/>
              <a:ext cx="64090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26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78142" y="3932770"/>
              <a:ext cx="1526956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3168"/>
                </a:lnSpc>
              </a:pPr>
              <a:r>
                <a:rPr sz="316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Temperature Trends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800600" y="5486404"/>
            <a:ext cx="12344400" cy="6788945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2324530"/>
              <a:ext cx="8229600" cy="30773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5" name="rc5"/>
            <p:cNvSpPr/>
            <p:nvPr/>
          </p:nvSpPr>
          <p:spPr>
            <a:xfrm>
              <a:off x="1026729" y="2620894"/>
              <a:ext cx="6613066" cy="20746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6" name="rc6"/>
            <p:cNvSpPr/>
            <p:nvPr/>
          </p:nvSpPr>
          <p:spPr>
            <a:xfrm>
              <a:off x="627828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rc7"/>
            <p:cNvSpPr/>
            <p:nvPr/>
          </p:nvSpPr>
          <p:spPr>
            <a:xfrm>
              <a:off x="627828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rc8"/>
            <p:cNvSpPr/>
            <p:nvPr/>
          </p:nvSpPr>
          <p:spPr>
            <a:xfrm>
              <a:off x="627828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rc9"/>
            <p:cNvSpPr/>
            <p:nvPr/>
          </p:nvSpPr>
          <p:spPr>
            <a:xfrm>
              <a:off x="3684922" y="3982407"/>
              <a:ext cx="648339" cy="64833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rc10"/>
            <p:cNvSpPr/>
            <p:nvPr/>
          </p:nvSpPr>
          <p:spPr>
            <a:xfrm>
              <a:off x="3684922" y="333406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rc11"/>
            <p:cNvSpPr/>
            <p:nvPr/>
          </p:nvSpPr>
          <p:spPr>
            <a:xfrm>
              <a:off x="368492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rc12"/>
            <p:cNvSpPr/>
            <p:nvPr/>
          </p:nvSpPr>
          <p:spPr>
            <a:xfrm>
              <a:off x="433326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/>
            <p:cNvSpPr/>
            <p:nvPr/>
          </p:nvSpPr>
          <p:spPr>
            <a:xfrm>
              <a:off x="4333262" y="3334068"/>
              <a:ext cx="648339" cy="648339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/>
            <p:cNvSpPr/>
            <p:nvPr/>
          </p:nvSpPr>
          <p:spPr>
            <a:xfrm>
              <a:off x="433326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/>
            <p:cNvSpPr/>
            <p:nvPr/>
          </p:nvSpPr>
          <p:spPr>
            <a:xfrm>
              <a:off x="1091563" y="3982407"/>
              <a:ext cx="648339" cy="648339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rc16"/>
            <p:cNvSpPr/>
            <p:nvPr/>
          </p:nvSpPr>
          <p:spPr>
            <a:xfrm>
              <a:off x="1091563" y="3334068"/>
              <a:ext cx="648339" cy="648339"/>
            </a:xfrm>
            <a:prstGeom prst="rect">
              <a:avLst/>
            </a:prstGeom>
            <a:solidFill>
              <a:srgbClr val="FEAA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rc17"/>
            <p:cNvSpPr/>
            <p:nvPr/>
          </p:nvSpPr>
          <p:spPr>
            <a:xfrm>
              <a:off x="109156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rc18"/>
            <p:cNvSpPr/>
            <p:nvPr/>
          </p:nvSpPr>
          <p:spPr>
            <a:xfrm>
              <a:off x="1739903" y="3982407"/>
              <a:ext cx="648339" cy="648339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rc19"/>
            <p:cNvSpPr/>
            <p:nvPr/>
          </p:nvSpPr>
          <p:spPr>
            <a:xfrm>
              <a:off x="1739903" y="3334068"/>
              <a:ext cx="648339" cy="648339"/>
            </a:xfrm>
            <a:prstGeom prst="rect">
              <a:avLst/>
            </a:prstGeom>
            <a:solidFill>
              <a:srgbClr val="FD956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rc20"/>
            <p:cNvSpPr/>
            <p:nvPr/>
          </p:nvSpPr>
          <p:spPr>
            <a:xfrm>
              <a:off x="173990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rc21"/>
            <p:cNvSpPr/>
            <p:nvPr/>
          </p:nvSpPr>
          <p:spPr>
            <a:xfrm>
              <a:off x="2388243" y="3982407"/>
              <a:ext cx="648339" cy="648339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rc22"/>
            <p:cNvSpPr/>
            <p:nvPr/>
          </p:nvSpPr>
          <p:spPr>
            <a:xfrm>
              <a:off x="2388243" y="3334068"/>
              <a:ext cx="648339" cy="648339"/>
            </a:xfrm>
            <a:prstGeom prst="rect">
              <a:avLst/>
            </a:prstGeom>
            <a:solidFill>
              <a:srgbClr val="9F2F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rc23"/>
            <p:cNvSpPr/>
            <p:nvPr/>
          </p:nvSpPr>
          <p:spPr>
            <a:xfrm>
              <a:off x="2388243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rc24"/>
            <p:cNvSpPr/>
            <p:nvPr/>
          </p:nvSpPr>
          <p:spPr>
            <a:xfrm>
              <a:off x="3036582" y="3982407"/>
              <a:ext cx="648339" cy="648339"/>
            </a:xfrm>
            <a:prstGeom prst="rect">
              <a:avLst/>
            </a:prstGeom>
            <a:solidFill>
              <a:srgbClr val="00000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rc25"/>
            <p:cNvSpPr/>
            <p:nvPr/>
          </p:nvSpPr>
          <p:spPr>
            <a:xfrm>
              <a:off x="3036582" y="3334068"/>
              <a:ext cx="648339" cy="648339"/>
            </a:xfrm>
            <a:prstGeom prst="rect">
              <a:avLst/>
            </a:prstGeom>
            <a:solidFill>
              <a:srgbClr val="FDE0A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" name="rc26"/>
            <p:cNvSpPr/>
            <p:nvPr/>
          </p:nvSpPr>
          <p:spPr>
            <a:xfrm>
              <a:off x="3036582" y="2685728"/>
              <a:ext cx="648339" cy="648339"/>
            </a:xfrm>
            <a:prstGeom prst="rect">
              <a:avLst/>
            </a:prstGeom>
            <a:solidFill>
              <a:srgbClr val="5C167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" name="rc27"/>
            <p:cNvSpPr/>
            <p:nvPr/>
          </p:nvSpPr>
          <p:spPr>
            <a:xfrm>
              <a:off x="4981602" y="3982407"/>
              <a:ext cx="648339" cy="648339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" name="rc28"/>
            <p:cNvSpPr/>
            <p:nvPr/>
          </p:nvSpPr>
          <p:spPr>
            <a:xfrm>
              <a:off x="4981602" y="3334068"/>
              <a:ext cx="648339" cy="648339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" name="rc29"/>
            <p:cNvSpPr/>
            <p:nvPr/>
          </p:nvSpPr>
          <p:spPr>
            <a:xfrm>
              <a:off x="498160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rc30"/>
            <p:cNvSpPr/>
            <p:nvPr/>
          </p:nvSpPr>
          <p:spPr>
            <a:xfrm>
              <a:off x="5629942" y="3982407"/>
              <a:ext cx="648339" cy="648339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rc31"/>
            <p:cNvSpPr/>
            <p:nvPr/>
          </p:nvSpPr>
          <p:spPr>
            <a:xfrm>
              <a:off x="5629942" y="3334068"/>
              <a:ext cx="648339" cy="648339"/>
            </a:xfrm>
            <a:prstGeom prst="rect">
              <a:avLst/>
            </a:prstGeom>
            <a:solidFill>
              <a:srgbClr val="982D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" name="rc32"/>
            <p:cNvSpPr/>
            <p:nvPr/>
          </p:nvSpPr>
          <p:spPr>
            <a:xfrm>
              <a:off x="5629942" y="2685728"/>
              <a:ext cx="648339" cy="64833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" name="rc33"/>
            <p:cNvSpPr/>
            <p:nvPr/>
          </p:nvSpPr>
          <p:spPr>
            <a:xfrm>
              <a:off x="6926622" y="3982407"/>
              <a:ext cx="648339" cy="64833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" name="rc34"/>
            <p:cNvSpPr/>
            <p:nvPr/>
          </p:nvSpPr>
          <p:spPr>
            <a:xfrm>
              <a:off x="6926622" y="3334068"/>
              <a:ext cx="648339" cy="648339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5" name="rc35"/>
            <p:cNvSpPr/>
            <p:nvPr/>
          </p:nvSpPr>
          <p:spPr>
            <a:xfrm>
              <a:off x="6926622" y="2685728"/>
              <a:ext cx="648339" cy="648339"/>
            </a:xfrm>
            <a:prstGeom prst="rect">
              <a:avLst/>
            </a:prstGeom>
            <a:solidFill>
              <a:srgbClr val="BB3978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tx36"/>
            <p:cNvSpPr/>
            <p:nvPr/>
          </p:nvSpPr>
          <p:spPr>
            <a:xfrm>
              <a:off x="6466480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563590" y="360812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56359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7312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970230" y="360812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7023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52146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2146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21461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79762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79762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0.18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37687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2810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92810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02521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644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57644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73551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321890" y="425646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22478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224781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0.72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16980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16980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6691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818141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818141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0.57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915250" y="295978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114820" y="425646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114820" y="3608128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114820" y="295978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0.49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663583" y="4266527"/>
              <a:ext cx="33531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6760" y="3618187"/>
              <a:ext cx="24213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526789" y="2969847"/>
              <a:ext cx="47210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Pea Crab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1147389" y="4834569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1800880" y="4832435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2454605" y="4830204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3087023" y="4836799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3645060" y="4874204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4277634" y="4880734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75" name="tx75"/>
            <p:cNvSpPr/>
            <p:nvPr/>
          </p:nvSpPr>
          <p:spPr>
            <a:xfrm rot="-2700000">
              <a:off x="5021584" y="484113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76" name="tx76"/>
            <p:cNvSpPr/>
            <p:nvPr/>
          </p:nvSpPr>
          <p:spPr>
            <a:xfrm rot="-2700000">
              <a:off x="5664539" y="4843362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77" name="tx77"/>
            <p:cNvSpPr/>
            <p:nvPr/>
          </p:nvSpPr>
          <p:spPr>
            <a:xfrm rot="-2700000">
              <a:off x="6227883" y="487856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8" name="tx78"/>
            <p:cNvSpPr/>
            <p:nvPr/>
          </p:nvSpPr>
          <p:spPr>
            <a:xfrm rot="-2700000">
              <a:off x="6833999" y="4896058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212927" y="5201118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778974" y="2939651"/>
              <a:ext cx="838236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81" name="tx81"/>
            <p:cNvSpPr/>
            <p:nvPr/>
          </p:nvSpPr>
          <p:spPr>
            <a:xfrm>
              <a:off x="7848563" y="3024694"/>
              <a:ext cx="69905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pic>
          <p:nvPicPr>
            <p:cNvPr id="82" name="pic8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48563" y="3209955"/>
              <a:ext cx="219455" cy="1097280"/>
            </a:xfrm>
            <a:prstGeom prst="rect">
              <a:avLst/>
            </a:prstGeom>
          </p:spPr>
        </p:pic>
        <p:sp>
          <p:nvSpPr>
            <p:cNvPr id="83" name="pl83"/>
            <p:cNvSpPr/>
            <p:nvPr/>
          </p:nvSpPr>
          <p:spPr>
            <a:xfrm>
              <a:off x="8024127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4" name="pl84"/>
            <p:cNvSpPr/>
            <p:nvPr/>
          </p:nvSpPr>
          <p:spPr>
            <a:xfrm>
              <a:off x="8024127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5" name="pl85"/>
            <p:cNvSpPr/>
            <p:nvPr/>
          </p:nvSpPr>
          <p:spPr>
            <a:xfrm>
              <a:off x="8024127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6" name="pl86"/>
            <p:cNvSpPr/>
            <p:nvPr/>
          </p:nvSpPr>
          <p:spPr>
            <a:xfrm>
              <a:off x="8024127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7" name="pl87"/>
            <p:cNvSpPr/>
            <p:nvPr/>
          </p:nvSpPr>
          <p:spPr>
            <a:xfrm>
              <a:off x="8024127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8" name="pl88"/>
            <p:cNvSpPr/>
            <p:nvPr/>
          </p:nvSpPr>
          <p:spPr>
            <a:xfrm>
              <a:off x="7848563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9" name="pl89"/>
            <p:cNvSpPr/>
            <p:nvPr/>
          </p:nvSpPr>
          <p:spPr>
            <a:xfrm>
              <a:off x="7848563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0" name="pl90"/>
            <p:cNvSpPr/>
            <p:nvPr/>
          </p:nvSpPr>
          <p:spPr>
            <a:xfrm>
              <a:off x="7848563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1" name="pl91"/>
            <p:cNvSpPr/>
            <p:nvPr/>
          </p:nvSpPr>
          <p:spPr>
            <a:xfrm>
              <a:off x="7848563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2" name="pl92"/>
            <p:cNvSpPr/>
            <p:nvPr/>
          </p:nvSpPr>
          <p:spPr>
            <a:xfrm>
              <a:off x="7848563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3" name="tx93"/>
            <p:cNvSpPr/>
            <p:nvPr/>
          </p:nvSpPr>
          <p:spPr>
            <a:xfrm>
              <a:off x="8137608" y="426535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137608" y="39919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137608" y="371854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137608" y="344513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8137608" y="317173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026729" y="2394119"/>
              <a:ext cx="148992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c3">
            <a:extLst>
              <a:ext uri="{FF2B5EF4-FFF2-40B4-BE49-F238E27FC236}">
                <a16:creationId xmlns:a16="http://schemas.microsoft.com/office/drawing/2014/main" id="{C939C801-6CE7-BFAC-D996-8C4BE670DDF5}"/>
              </a:ext>
            </a:extLst>
          </p:cNvPr>
          <p:cNvSpPr/>
          <p:nvPr/>
        </p:nvSpPr>
        <p:spPr>
          <a:xfrm>
            <a:off x="4800600" y="5529300"/>
            <a:ext cx="12344400" cy="6788943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70" name="rc4">
            <a:extLst>
              <a:ext uri="{FF2B5EF4-FFF2-40B4-BE49-F238E27FC236}">
                <a16:creationId xmlns:a16="http://schemas.microsoft.com/office/drawing/2014/main" id="{2272CB1A-422B-8AE0-35B5-2C34E1289674}"/>
              </a:ext>
            </a:extLst>
          </p:cNvPr>
          <p:cNvSpPr/>
          <p:nvPr/>
        </p:nvSpPr>
        <p:spPr>
          <a:xfrm>
            <a:off x="8861901" y="5529300"/>
            <a:ext cx="4221795" cy="6788943"/>
          </a:xfrm>
          <a:prstGeom prst="rect">
            <a:avLst/>
          </a:prstGeom>
          <a:solidFill>
            <a:srgbClr val="FFFFFF">
              <a:alpha val="100000"/>
            </a:srgbClr>
          </a:solidFill>
          <a:ln w="13550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C6001D8-05F5-1C13-610F-71A3D94A5368}"/>
              </a:ext>
            </a:extLst>
          </p:cNvPr>
          <p:cNvGrpSpPr/>
          <p:nvPr/>
        </p:nvGrpSpPr>
        <p:grpSpPr>
          <a:xfrm>
            <a:off x="9215165" y="6430176"/>
            <a:ext cx="3764148" cy="5265999"/>
            <a:chOff x="6143443" y="4286784"/>
            <a:chExt cx="2509432" cy="3510666"/>
          </a:xfrm>
        </p:grpSpPr>
        <p:sp>
          <p:nvSpPr>
            <p:cNvPr id="71" name="rc5">
              <a:extLst>
                <a:ext uri="{FF2B5EF4-FFF2-40B4-BE49-F238E27FC236}">
                  <a16:creationId xmlns:a16="http://schemas.microsoft.com/office/drawing/2014/main" id="{1BAAE258-59AF-123E-F3B9-05A9546174CC}"/>
                </a:ext>
              </a:extLst>
            </p:cNvPr>
            <p:cNvSpPr/>
            <p:nvPr/>
          </p:nvSpPr>
          <p:spPr>
            <a:xfrm>
              <a:off x="6684213" y="4286784"/>
              <a:ext cx="860214" cy="32062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72" name="rc6">
              <a:extLst>
                <a:ext uri="{FF2B5EF4-FFF2-40B4-BE49-F238E27FC236}">
                  <a16:creationId xmlns:a16="http://schemas.microsoft.com/office/drawing/2014/main" id="{6A49DBB5-437C-3BCB-73D1-05FF694A9B6A}"/>
                </a:ext>
              </a:extLst>
            </p:cNvPr>
            <p:cNvSpPr/>
            <p:nvPr/>
          </p:nvSpPr>
          <p:spPr>
            <a:xfrm>
              <a:off x="6723314" y="4716891"/>
              <a:ext cx="391006" cy="391006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3" name="rc7">
              <a:extLst>
                <a:ext uri="{FF2B5EF4-FFF2-40B4-BE49-F238E27FC236}">
                  <a16:creationId xmlns:a16="http://schemas.microsoft.com/office/drawing/2014/main" id="{77C146F1-A57E-3F28-FECF-05115F18696F}"/>
                </a:ext>
              </a:extLst>
            </p:cNvPr>
            <p:cNvSpPr/>
            <p:nvPr/>
          </p:nvSpPr>
          <p:spPr>
            <a:xfrm>
              <a:off x="6723314" y="6280917"/>
              <a:ext cx="391006" cy="391006"/>
            </a:xfrm>
            <a:prstGeom prst="rect">
              <a:avLst/>
            </a:prstGeom>
            <a:solidFill>
              <a:srgbClr val="30244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4" name="rc8">
              <a:extLst>
                <a:ext uri="{FF2B5EF4-FFF2-40B4-BE49-F238E27FC236}">
                  <a16:creationId xmlns:a16="http://schemas.microsoft.com/office/drawing/2014/main" id="{9F28C44E-D09E-4445-6E85-4FB731A7E59A}"/>
                </a:ext>
              </a:extLst>
            </p:cNvPr>
            <p:cNvSpPr/>
            <p:nvPr/>
          </p:nvSpPr>
          <p:spPr>
            <a:xfrm>
              <a:off x="6723314" y="4325884"/>
              <a:ext cx="391006" cy="391006"/>
            </a:xfrm>
            <a:prstGeom prst="rect">
              <a:avLst/>
            </a:prstGeom>
            <a:solidFill>
              <a:srgbClr val="382B5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5" name="rc9">
              <a:extLst>
                <a:ext uri="{FF2B5EF4-FFF2-40B4-BE49-F238E27FC236}">
                  <a16:creationId xmlns:a16="http://schemas.microsoft.com/office/drawing/2014/main" id="{AAFA5687-7492-170D-CBC9-063C1268D65F}"/>
                </a:ext>
              </a:extLst>
            </p:cNvPr>
            <p:cNvSpPr/>
            <p:nvPr/>
          </p:nvSpPr>
          <p:spPr>
            <a:xfrm>
              <a:off x="6723314" y="5889910"/>
              <a:ext cx="391006" cy="391006"/>
            </a:xfrm>
            <a:prstGeom prst="rect">
              <a:avLst/>
            </a:prstGeom>
            <a:solidFill>
              <a:srgbClr val="31244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6" name="rc10">
              <a:extLst>
                <a:ext uri="{FF2B5EF4-FFF2-40B4-BE49-F238E27FC236}">
                  <a16:creationId xmlns:a16="http://schemas.microsoft.com/office/drawing/2014/main" id="{45D7798B-6E95-C9C6-ECAC-2E194C2E63D0}"/>
                </a:ext>
              </a:extLst>
            </p:cNvPr>
            <p:cNvSpPr/>
            <p:nvPr/>
          </p:nvSpPr>
          <p:spPr>
            <a:xfrm>
              <a:off x="6723314" y="7062930"/>
              <a:ext cx="391006" cy="391006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7" name="rc11">
              <a:extLst>
                <a:ext uri="{FF2B5EF4-FFF2-40B4-BE49-F238E27FC236}">
                  <a16:creationId xmlns:a16="http://schemas.microsoft.com/office/drawing/2014/main" id="{23A69A96-79BF-A6AB-E2C9-3FA3B8F301E8}"/>
                </a:ext>
              </a:extLst>
            </p:cNvPr>
            <p:cNvSpPr/>
            <p:nvPr/>
          </p:nvSpPr>
          <p:spPr>
            <a:xfrm>
              <a:off x="6723314" y="5498904"/>
              <a:ext cx="391006" cy="391006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8" name="rc12">
              <a:extLst>
                <a:ext uri="{FF2B5EF4-FFF2-40B4-BE49-F238E27FC236}">
                  <a16:creationId xmlns:a16="http://schemas.microsoft.com/office/drawing/2014/main" id="{61A8C3C7-77FF-F066-50E8-5FC6532A9F93}"/>
                </a:ext>
              </a:extLst>
            </p:cNvPr>
            <p:cNvSpPr/>
            <p:nvPr/>
          </p:nvSpPr>
          <p:spPr>
            <a:xfrm>
              <a:off x="6723314" y="5107897"/>
              <a:ext cx="391006" cy="391006"/>
            </a:xfrm>
            <a:prstGeom prst="rect">
              <a:avLst/>
            </a:prstGeom>
            <a:solidFill>
              <a:srgbClr val="3A679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9" name="rc13">
              <a:extLst>
                <a:ext uri="{FF2B5EF4-FFF2-40B4-BE49-F238E27FC236}">
                  <a16:creationId xmlns:a16="http://schemas.microsoft.com/office/drawing/2014/main" id="{D969E6F7-B219-8380-6CF8-9A706EC955FA}"/>
                </a:ext>
              </a:extLst>
            </p:cNvPr>
            <p:cNvSpPr/>
            <p:nvPr/>
          </p:nvSpPr>
          <p:spPr>
            <a:xfrm>
              <a:off x="6723314" y="6671923"/>
              <a:ext cx="391006" cy="391006"/>
            </a:xfrm>
            <a:prstGeom prst="rect">
              <a:avLst/>
            </a:prstGeom>
            <a:solidFill>
              <a:srgbClr val="3593A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0" name="rc14">
              <a:extLst>
                <a:ext uri="{FF2B5EF4-FFF2-40B4-BE49-F238E27FC236}">
                  <a16:creationId xmlns:a16="http://schemas.microsoft.com/office/drawing/2014/main" id="{D714E029-6A91-723A-AD29-F4DC79DD4ECB}"/>
                </a:ext>
              </a:extLst>
            </p:cNvPr>
            <p:cNvSpPr/>
            <p:nvPr/>
          </p:nvSpPr>
          <p:spPr>
            <a:xfrm>
              <a:off x="7114320" y="6671923"/>
              <a:ext cx="391006" cy="391006"/>
            </a:xfrm>
            <a:prstGeom prst="rect">
              <a:avLst/>
            </a:prstGeom>
            <a:solidFill>
              <a:srgbClr val="3C4C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1" name="rc15">
              <a:extLst>
                <a:ext uri="{FF2B5EF4-FFF2-40B4-BE49-F238E27FC236}">
                  <a16:creationId xmlns:a16="http://schemas.microsoft.com/office/drawing/2014/main" id="{EC582927-8F13-A3BC-41EB-F9C12C0B16A0}"/>
                </a:ext>
              </a:extLst>
            </p:cNvPr>
            <p:cNvSpPr/>
            <p:nvPr/>
          </p:nvSpPr>
          <p:spPr>
            <a:xfrm>
              <a:off x="7114320" y="5498904"/>
              <a:ext cx="391006" cy="391006"/>
            </a:xfrm>
            <a:prstGeom prst="rect">
              <a:avLst/>
            </a:prstGeom>
            <a:solidFill>
              <a:srgbClr val="395F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2" name="rc16">
              <a:extLst>
                <a:ext uri="{FF2B5EF4-FFF2-40B4-BE49-F238E27FC236}">
                  <a16:creationId xmlns:a16="http://schemas.microsoft.com/office/drawing/2014/main" id="{3898E8D4-D67B-FB5A-53B8-472F7C654854}"/>
                </a:ext>
              </a:extLst>
            </p:cNvPr>
            <p:cNvSpPr/>
            <p:nvPr/>
          </p:nvSpPr>
          <p:spPr>
            <a:xfrm>
              <a:off x="7114320" y="7062930"/>
              <a:ext cx="391006" cy="391006"/>
            </a:xfrm>
            <a:prstGeom prst="rect">
              <a:avLst/>
            </a:prstGeom>
            <a:solidFill>
              <a:srgbClr val="3C42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3" name="rc17">
              <a:extLst>
                <a:ext uri="{FF2B5EF4-FFF2-40B4-BE49-F238E27FC236}">
                  <a16:creationId xmlns:a16="http://schemas.microsoft.com/office/drawing/2014/main" id="{47FEC7B3-DE6B-BA50-B6E7-1FC3F80B826D}"/>
                </a:ext>
              </a:extLst>
            </p:cNvPr>
            <p:cNvSpPr/>
            <p:nvPr/>
          </p:nvSpPr>
          <p:spPr>
            <a:xfrm>
              <a:off x="7114320" y="6280917"/>
              <a:ext cx="391006" cy="391006"/>
            </a:xfrm>
            <a:prstGeom prst="rect">
              <a:avLst/>
            </a:prstGeom>
            <a:solidFill>
              <a:srgbClr val="3A36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4" name="rc18">
              <a:extLst>
                <a:ext uri="{FF2B5EF4-FFF2-40B4-BE49-F238E27FC236}">
                  <a16:creationId xmlns:a16="http://schemas.microsoft.com/office/drawing/2014/main" id="{C31D07CF-7B86-05C0-568E-2E41A6B44C50}"/>
                </a:ext>
              </a:extLst>
            </p:cNvPr>
            <p:cNvSpPr/>
            <p:nvPr/>
          </p:nvSpPr>
          <p:spPr>
            <a:xfrm>
              <a:off x="7114320" y="5107897"/>
              <a:ext cx="391006" cy="391006"/>
            </a:xfrm>
            <a:prstGeom prst="rect">
              <a:avLst/>
            </a:prstGeom>
            <a:solidFill>
              <a:srgbClr val="ADE5C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5" name="rc19">
              <a:extLst>
                <a:ext uri="{FF2B5EF4-FFF2-40B4-BE49-F238E27FC236}">
                  <a16:creationId xmlns:a16="http://schemas.microsoft.com/office/drawing/2014/main" id="{58BDA118-C4EA-5475-E819-8FBD9BC4BF09}"/>
                </a:ext>
              </a:extLst>
            </p:cNvPr>
            <p:cNvSpPr/>
            <p:nvPr/>
          </p:nvSpPr>
          <p:spPr>
            <a:xfrm>
              <a:off x="7114320" y="5889910"/>
              <a:ext cx="391006" cy="391006"/>
            </a:xfrm>
            <a:prstGeom prst="rect">
              <a:avLst/>
            </a:prstGeom>
            <a:solidFill>
              <a:srgbClr val="3FA2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6" name="rc20">
              <a:extLst>
                <a:ext uri="{FF2B5EF4-FFF2-40B4-BE49-F238E27FC236}">
                  <a16:creationId xmlns:a16="http://schemas.microsoft.com/office/drawing/2014/main" id="{5A8FB6C9-ECFA-BB42-FBAD-20B53ED75DEF}"/>
                </a:ext>
              </a:extLst>
            </p:cNvPr>
            <p:cNvSpPr/>
            <p:nvPr/>
          </p:nvSpPr>
          <p:spPr>
            <a:xfrm>
              <a:off x="7114320" y="4325884"/>
              <a:ext cx="391006" cy="391006"/>
            </a:xfrm>
            <a:prstGeom prst="rect">
              <a:avLst/>
            </a:prstGeom>
            <a:solidFill>
              <a:srgbClr val="35284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7" name="rc21">
              <a:extLst>
                <a:ext uri="{FF2B5EF4-FFF2-40B4-BE49-F238E27FC236}">
                  <a16:creationId xmlns:a16="http://schemas.microsoft.com/office/drawing/2014/main" id="{C7D327CA-221A-D874-72BC-C022663274D8}"/>
                </a:ext>
              </a:extLst>
            </p:cNvPr>
            <p:cNvSpPr/>
            <p:nvPr/>
          </p:nvSpPr>
          <p:spPr>
            <a:xfrm>
              <a:off x="7114320" y="4716891"/>
              <a:ext cx="391006" cy="391006"/>
            </a:xfrm>
            <a:prstGeom prst="rect">
              <a:avLst/>
            </a:prstGeom>
            <a:solidFill>
              <a:srgbClr val="3B549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8" name="pl22">
              <a:extLst>
                <a:ext uri="{FF2B5EF4-FFF2-40B4-BE49-F238E27FC236}">
                  <a16:creationId xmlns:a16="http://schemas.microsoft.com/office/drawing/2014/main" id="{CD9172CF-D84B-CCD8-4CDE-EA99DEC01C65}"/>
                </a:ext>
              </a:extLst>
            </p:cNvPr>
            <p:cNvSpPr/>
            <p:nvPr/>
          </p:nvSpPr>
          <p:spPr>
            <a:xfrm>
              <a:off x="6684213" y="4286784"/>
              <a:ext cx="0" cy="3206252"/>
            </a:xfrm>
            <a:custGeom>
              <a:avLst/>
              <a:gdLst/>
              <a:ahLst/>
              <a:cxnLst/>
              <a:rect l="0" t="0" r="0" b="0"/>
              <a:pathLst>
                <a:path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9" name="tx23">
              <a:extLst>
                <a:ext uri="{FF2B5EF4-FFF2-40B4-BE49-F238E27FC236}">
                  <a16:creationId xmlns:a16="http://schemas.microsoft.com/office/drawing/2014/main" id="{F8BF667F-873A-BB22-1231-F80E1744F80B}"/>
                </a:ext>
              </a:extLst>
            </p:cNvPr>
            <p:cNvSpPr/>
            <p:nvPr/>
          </p:nvSpPr>
          <p:spPr>
            <a:xfrm>
              <a:off x="6274019" y="7218382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90" name="tx24">
              <a:extLst>
                <a:ext uri="{FF2B5EF4-FFF2-40B4-BE49-F238E27FC236}">
                  <a16:creationId xmlns:a16="http://schemas.microsoft.com/office/drawing/2014/main" id="{69D36949-DD85-4828-2B60-4BECDCE0465B}"/>
                </a:ext>
              </a:extLst>
            </p:cNvPr>
            <p:cNvSpPr/>
            <p:nvPr/>
          </p:nvSpPr>
          <p:spPr>
            <a:xfrm>
              <a:off x="6280054" y="682737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91" name="tx25">
              <a:extLst>
                <a:ext uri="{FF2B5EF4-FFF2-40B4-BE49-F238E27FC236}">
                  <a16:creationId xmlns:a16="http://schemas.microsoft.com/office/drawing/2014/main" id="{8A8DE83E-EDF1-AB67-9467-810C514FACAE}"/>
                </a:ext>
              </a:extLst>
            </p:cNvPr>
            <p:cNvSpPr/>
            <p:nvPr/>
          </p:nvSpPr>
          <p:spPr>
            <a:xfrm>
              <a:off x="6286364" y="6436369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92" name="tx26">
              <a:extLst>
                <a:ext uri="{FF2B5EF4-FFF2-40B4-BE49-F238E27FC236}">
                  <a16:creationId xmlns:a16="http://schemas.microsoft.com/office/drawing/2014/main" id="{262D7F1E-C417-3A0A-070D-FAA325249548}"/>
                </a:ext>
              </a:extLst>
            </p:cNvPr>
            <p:cNvSpPr/>
            <p:nvPr/>
          </p:nvSpPr>
          <p:spPr>
            <a:xfrm>
              <a:off x="6267710" y="6045363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93" name="tx27">
              <a:extLst>
                <a:ext uri="{FF2B5EF4-FFF2-40B4-BE49-F238E27FC236}">
                  <a16:creationId xmlns:a16="http://schemas.microsoft.com/office/drawing/2014/main" id="{DEF8F090-C325-9ADA-A278-A60E403A17C0}"/>
                </a:ext>
              </a:extLst>
            </p:cNvPr>
            <p:cNvSpPr/>
            <p:nvPr/>
          </p:nvSpPr>
          <p:spPr>
            <a:xfrm>
              <a:off x="6161914" y="5654356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94" name="tx28">
              <a:extLst>
                <a:ext uri="{FF2B5EF4-FFF2-40B4-BE49-F238E27FC236}">
                  <a16:creationId xmlns:a16="http://schemas.microsoft.com/office/drawing/2014/main" id="{3DF453A5-4C3F-FF60-2AC7-E58F7637F98B}"/>
                </a:ext>
              </a:extLst>
            </p:cNvPr>
            <p:cNvSpPr/>
            <p:nvPr/>
          </p:nvSpPr>
          <p:spPr>
            <a:xfrm>
              <a:off x="6143443" y="5263350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95" name="tx29">
              <a:extLst>
                <a:ext uri="{FF2B5EF4-FFF2-40B4-BE49-F238E27FC236}">
                  <a16:creationId xmlns:a16="http://schemas.microsoft.com/office/drawing/2014/main" id="{2CF68E8C-89B7-45A4-2E3A-48B59D9C85C4}"/>
                </a:ext>
              </a:extLst>
            </p:cNvPr>
            <p:cNvSpPr/>
            <p:nvPr/>
          </p:nvSpPr>
          <p:spPr>
            <a:xfrm>
              <a:off x="6255457" y="4872343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96" name="tx30">
              <a:extLst>
                <a:ext uri="{FF2B5EF4-FFF2-40B4-BE49-F238E27FC236}">
                  <a16:creationId xmlns:a16="http://schemas.microsoft.com/office/drawing/2014/main" id="{9B918494-1FAC-3E55-5B05-265512ED5625}"/>
                </a:ext>
              </a:extLst>
            </p:cNvPr>
            <p:cNvSpPr/>
            <p:nvPr/>
          </p:nvSpPr>
          <p:spPr>
            <a:xfrm>
              <a:off x="6249148" y="4481337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97" name="pl31">
              <a:extLst>
                <a:ext uri="{FF2B5EF4-FFF2-40B4-BE49-F238E27FC236}">
                  <a16:creationId xmlns:a16="http://schemas.microsoft.com/office/drawing/2014/main" id="{58973027-EF4A-AC6C-AA3F-D907D9FB9D1B}"/>
                </a:ext>
              </a:extLst>
            </p:cNvPr>
            <p:cNvSpPr/>
            <p:nvPr/>
          </p:nvSpPr>
          <p:spPr>
            <a:xfrm>
              <a:off x="6649418" y="725843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8" name="pl32">
              <a:extLst>
                <a:ext uri="{FF2B5EF4-FFF2-40B4-BE49-F238E27FC236}">
                  <a16:creationId xmlns:a16="http://schemas.microsoft.com/office/drawing/2014/main" id="{14B69D58-72AE-BC2E-D6C3-3711DF49488F}"/>
                </a:ext>
              </a:extLst>
            </p:cNvPr>
            <p:cNvSpPr/>
            <p:nvPr/>
          </p:nvSpPr>
          <p:spPr>
            <a:xfrm>
              <a:off x="6649418" y="686742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9" name="pl33">
              <a:extLst>
                <a:ext uri="{FF2B5EF4-FFF2-40B4-BE49-F238E27FC236}">
                  <a16:creationId xmlns:a16="http://schemas.microsoft.com/office/drawing/2014/main" id="{9BA1E7E9-70AB-0AB2-326D-646F38CB3819}"/>
                </a:ext>
              </a:extLst>
            </p:cNvPr>
            <p:cNvSpPr/>
            <p:nvPr/>
          </p:nvSpPr>
          <p:spPr>
            <a:xfrm>
              <a:off x="6649418" y="647642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0" name="pl34">
              <a:extLst>
                <a:ext uri="{FF2B5EF4-FFF2-40B4-BE49-F238E27FC236}">
                  <a16:creationId xmlns:a16="http://schemas.microsoft.com/office/drawing/2014/main" id="{1C61BA0E-A31E-84EA-4A02-BB3D3AC6CFDB}"/>
                </a:ext>
              </a:extLst>
            </p:cNvPr>
            <p:cNvSpPr/>
            <p:nvPr/>
          </p:nvSpPr>
          <p:spPr>
            <a:xfrm>
              <a:off x="6649418" y="60854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1" name="pl35">
              <a:extLst>
                <a:ext uri="{FF2B5EF4-FFF2-40B4-BE49-F238E27FC236}">
                  <a16:creationId xmlns:a16="http://schemas.microsoft.com/office/drawing/2014/main" id="{4A1CBD71-D406-7978-AEA5-A177C82CF337}"/>
                </a:ext>
              </a:extLst>
            </p:cNvPr>
            <p:cNvSpPr/>
            <p:nvPr/>
          </p:nvSpPr>
          <p:spPr>
            <a:xfrm>
              <a:off x="6649418" y="56944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2" name="pl36">
              <a:extLst>
                <a:ext uri="{FF2B5EF4-FFF2-40B4-BE49-F238E27FC236}">
                  <a16:creationId xmlns:a16="http://schemas.microsoft.com/office/drawing/2014/main" id="{7B74726B-56C7-8E90-141F-0F621BF04728}"/>
                </a:ext>
              </a:extLst>
            </p:cNvPr>
            <p:cNvSpPr/>
            <p:nvPr/>
          </p:nvSpPr>
          <p:spPr>
            <a:xfrm>
              <a:off x="6649418" y="53034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3" name="pl37">
              <a:extLst>
                <a:ext uri="{FF2B5EF4-FFF2-40B4-BE49-F238E27FC236}">
                  <a16:creationId xmlns:a16="http://schemas.microsoft.com/office/drawing/2014/main" id="{4A5CA9E3-FF57-6B41-AD7E-4DAD5827CC90}"/>
                </a:ext>
              </a:extLst>
            </p:cNvPr>
            <p:cNvSpPr/>
            <p:nvPr/>
          </p:nvSpPr>
          <p:spPr>
            <a:xfrm>
              <a:off x="6649418" y="491239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4" name="pl38">
              <a:extLst>
                <a:ext uri="{FF2B5EF4-FFF2-40B4-BE49-F238E27FC236}">
                  <a16:creationId xmlns:a16="http://schemas.microsoft.com/office/drawing/2014/main" id="{C37809F1-B991-B353-E7F3-32B6AC7AD572}"/>
                </a:ext>
              </a:extLst>
            </p:cNvPr>
            <p:cNvSpPr/>
            <p:nvPr/>
          </p:nvSpPr>
          <p:spPr>
            <a:xfrm>
              <a:off x="6649418" y="45213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5" name="pl39">
              <a:extLst>
                <a:ext uri="{FF2B5EF4-FFF2-40B4-BE49-F238E27FC236}">
                  <a16:creationId xmlns:a16="http://schemas.microsoft.com/office/drawing/2014/main" id="{C98842B7-F588-ACAE-B835-C5E1CE618E4E}"/>
                </a:ext>
              </a:extLst>
            </p:cNvPr>
            <p:cNvSpPr/>
            <p:nvPr/>
          </p:nvSpPr>
          <p:spPr>
            <a:xfrm>
              <a:off x="6684213" y="7493037"/>
              <a:ext cx="860214" cy="0"/>
            </a:xfrm>
            <a:custGeom>
              <a:avLst/>
              <a:gdLst/>
              <a:ahLst/>
              <a:cxnLst/>
              <a:rect l="0" t="0" r="0" b="0"/>
              <a:pathLst>
                <a:path w="860214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6" name="pl40">
              <a:extLst>
                <a:ext uri="{FF2B5EF4-FFF2-40B4-BE49-F238E27FC236}">
                  <a16:creationId xmlns:a16="http://schemas.microsoft.com/office/drawing/2014/main" id="{13C66C98-7ADF-DC3C-94CF-CCA3DF07EA63}"/>
                </a:ext>
              </a:extLst>
            </p:cNvPr>
            <p:cNvSpPr/>
            <p:nvPr/>
          </p:nvSpPr>
          <p:spPr>
            <a:xfrm>
              <a:off x="6918817" y="74930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7" name="pl41">
              <a:extLst>
                <a:ext uri="{FF2B5EF4-FFF2-40B4-BE49-F238E27FC236}">
                  <a16:creationId xmlns:a16="http://schemas.microsoft.com/office/drawing/2014/main" id="{96719836-6FC2-5313-6CDC-BFC383BD0F32}"/>
                </a:ext>
              </a:extLst>
            </p:cNvPr>
            <p:cNvSpPr/>
            <p:nvPr/>
          </p:nvSpPr>
          <p:spPr>
            <a:xfrm>
              <a:off x="7309823" y="74930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8" name="tx42">
              <a:extLst>
                <a:ext uri="{FF2B5EF4-FFF2-40B4-BE49-F238E27FC236}">
                  <a16:creationId xmlns:a16="http://schemas.microsoft.com/office/drawing/2014/main" id="{3784319E-265B-EFB5-FE70-E5F434109E13}"/>
                </a:ext>
              </a:extLst>
            </p:cNvPr>
            <p:cNvSpPr/>
            <p:nvPr/>
          </p:nvSpPr>
          <p:spPr>
            <a:xfrm rot="18900000">
              <a:off x="6544248" y="771081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09" name="tx43">
              <a:extLst>
                <a:ext uri="{FF2B5EF4-FFF2-40B4-BE49-F238E27FC236}">
                  <a16:creationId xmlns:a16="http://schemas.microsoft.com/office/drawing/2014/main" id="{1CCECB56-0866-345C-F4EE-2C446F411372}"/>
                </a:ext>
              </a:extLst>
            </p:cNvPr>
            <p:cNvSpPr/>
            <p:nvPr/>
          </p:nvSpPr>
          <p:spPr>
            <a:xfrm rot="18900000">
              <a:off x="6919489" y="7717349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10" name="rc44">
              <a:extLst>
                <a:ext uri="{FF2B5EF4-FFF2-40B4-BE49-F238E27FC236}">
                  <a16:creationId xmlns:a16="http://schemas.microsoft.com/office/drawing/2014/main" id="{8E935C94-643A-E24B-8BAC-879A13D740E1}"/>
                </a:ext>
              </a:extLst>
            </p:cNvPr>
            <p:cNvSpPr/>
            <p:nvPr/>
          </p:nvSpPr>
          <p:spPr>
            <a:xfrm>
              <a:off x="7683605" y="4286784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11" name="tx45">
              <a:extLst>
                <a:ext uri="{FF2B5EF4-FFF2-40B4-BE49-F238E27FC236}">
                  <a16:creationId xmlns:a16="http://schemas.microsoft.com/office/drawing/2014/main" id="{7E543F87-4DD6-359A-CCD7-50DFFD1589BB}"/>
                </a:ext>
              </a:extLst>
            </p:cNvPr>
            <p:cNvSpPr/>
            <p:nvPr/>
          </p:nvSpPr>
          <p:spPr>
            <a:xfrm>
              <a:off x="7753194" y="4376032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00"/>
                </a:lnSpc>
              </a:pPr>
              <a:r>
                <a:rPr sz="2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12" name="tx46">
              <a:extLst>
                <a:ext uri="{FF2B5EF4-FFF2-40B4-BE49-F238E27FC236}">
                  <a16:creationId xmlns:a16="http://schemas.microsoft.com/office/drawing/2014/main" id="{9F6DC40B-3836-5ADF-C4E8-510E25F48B84}"/>
                </a:ext>
              </a:extLst>
            </p:cNvPr>
            <p:cNvSpPr/>
            <p:nvPr/>
          </p:nvSpPr>
          <p:spPr>
            <a:xfrm>
              <a:off x="7753194" y="4568056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00"/>
                </a:lnSpc>
              </a:pPr>
              <a:r>
                <a:rPr sz="2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113" name="pic47">
              <a:extLst>
                <a:ext uri="{FF2B5EF4-FFF2-40B4-BE49-F238E27FC236}">
                  <a16:creationId xmlns:a16="http://schemas.microsoft.com/office/drawing/2014/main" id="{3D00112B-7F10-DC74-E49C-26B57718F7D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53194" y="4784864"/>
              <a:ext cx="219455" cy="1097280"/>
            </a:xfrm>
            <a:prstGeom prst="rect">
              <a:avLst/>
            </a:prstGeom>
          </p:spPr>
        </p:pic>
        <p:sp>
          <p:nvSpPr>
            <p:cNvPr id="114" name="pl48">
              <a:extLst>
                <a:ext uri="{FF2B5EF4-FFF2-40B4-BE49-F238E27FC236}">
                  <a16:creationId xmlns:a16="http://schemas.microsoft.com/office/drawing/2014/main" id="{893E7FFB-006F-4615-303D-B1FDD807E7DF}"/>
                </a:ext>
              </a:extLst>
            </p:cNvPr>
            <p:cNvSpPr/>
            <p:nvPr/>
          </p:nvSpPr>
          <p:spPr>
            <a:xfrm>
              <a:off x="7928759" y="588031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5" name="pl49">
              <a:extLst>
                <a:ext uri="{FF2B5EF4-FFF2-40B4-BE49-F238E27FC236}">
                  <a16:creationId xmlns:a16="http://schemas.microsoft.com/office/drawing/2014/main" id="{82BA7E97-BDC4-B058-E663-CB65827FAAF1}"/>
                </a:ext>
              </a:extLst>
            </p:cNvPr>
            <p:cNvSpPr/>
            <p:nvPr/>
          </p:nvSpPr>
          <p:spPr>
            <a:xfrm>
              <a:off x="7928759" y="569804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6" name="pl50">
              <a:extLst>
                <a:ext uri="{FF2B5EF4-FFF2-40B4-BE49-F238E27FC236}">
                  <a16:creationId xmlns:a16="http://schemas.microsoft.com/office/drawing/2014/main" id="{F293E280-C098-C96A-EB7D-F7F622D85512}"/>
                </a:ext>
              </a:extLst>
            </p:cNvPr>
            <p:cNvSpPr/>
            <p:nvPr/>
          </p:nvSpPr>
          <p:spPr>
            <a:xfrm>
              <a:off x="7928759" y="551577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7" name="pl51">
              <a:extLst>
                <a:ext uri="{FF2B5EF4-FFF2-40B4-BE49-F238E27FC236}">
                  <a16:creationId xmlns:a16="http://schemas.microsoft.com/office/drawing/2014/main" id="{B10F8FBE-6EF9-9AD0-694A-43F26924623F}"/>
                </a:ext>
              </a:extLst>
            </p:cNvPr>
            <p:cNvSpPr/>
            <p:nvPr/>
          </p:nvSpPr>
          <p:spPr>
            <a:xfrm>
              <a:off x="7928759" y="533350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8" name="pl52">
              <a:extLst>
                <a:ext uri="{FF2B5EF4-FFF2-40B4-BE49-F238E27FC236}">
                  <a16:creationId xmlns:a16="http://schemas.microsoft.com/office/drawing/2014/main" id="{69A900D8-DBBF-27E9-C6A0-4AB27B436CDE}"/>
                </a:ext>
              </a:extLst>
            </p:cNvPr>
            <p:cNvSpPr/>
            <p:nvPr/>
          </p:nvSpPr>
          <p:spPr>
            <a:xfrm>
              <a:off x="7928759" y="515123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9" name="pl53">
              <a:extLst>
                <a:ext uri="{FF2B5EF4-FFF2-40B4-BE49-F238E27FC236}">
                  <a16:creationId xmlns:a16="http://schemas.microsoft.com/office/drawing/2014/main" id="{E1078317-9209-3E93-12DD-49922872F041}"/>
                </a:ext>
              </a:extLst>
            </p:cNvPr>
            <p:cNvSpPr/>
            <p:nvPr/>
          </p:nvSpPr>
          <p:spPr>
            <a:xfrm>
              <a:off x="7928759" y="49689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0" name="pl54">
              <a:extLst>
                <a:ext uri="{FF2B5EF4-FFF2-40B4-BE49-F238E27FC236}">
                  <a16:creationId xmlns:a16="http://schemas.microsoft.com/office/drawing/2014/main" id="{08DA60A7-8919-A949-97BD-B2800124C264}"/>
                </a:ext>
              </a:extLst>
            </p:cNvPr>
            <p:cNvSpPr/>
            <p:nvPr/>
          </p:nvSpPr>
          <p:spPr>
            <a:xfrm>
              <a:off x="7928759" y="478669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1" name="pl55">
              <a:extLst>
                <a:ext uri="{FF2B5EF4-FFF2-40B4-BE49-F238E27FC236}">
                  <a16:creationId xmlns:a16="http://schemas.microsoft.com/office/drawing/2014/main" id="{2A3F6268-1B85-AC33-559D-88728B51010B}"/>
                </a:ext>
              </a:extLst>
            </p:cNvPr>
            <p:cNvSpPr/>
            <p:nvPr/>
          </p:nvSpPr>
          <p:spPr>
            <a:xfrm>
              <a:off x="7753194" y="588031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2" name="pl56">
              <a:extLst>
                <a:ext uri="{FF2B5EF4-FFF2-40B4-BE49-F238E27FC236}">
                  <a16:creationId xmlns:a16="http://schemas.microsoft.com/office/drawing/2014/main" id="{D6CA9CAF-B78A-5D99-0D01-02AA66210F94}"/>
                </a:ext>
              </a:extLst>
            </p:cNvPr>
            <p:cNvSpPr/>
            <p:nvPr/>
          </p:nvSpPr>
          <p:spPr>
            <a:xfrm>
              <a:off x="7753194" y="569804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3" name="pl57">
              <a:extLst>
                <a:ext uri="{FF2B5EF4-FFF2-40B4-BE49-F238E27FC236}">
                  <a16:creationId xmlns:a16="http://schemas.microsoft.com/office/drawing/2014/main" id="{68FD025C-01AF-D238-0169-9759C7B5BF7D}"/>
                </a:ext>
              </a:extLst>
            </p:cNvPr>
            <p:cNvSpPr/>
            <p:nvPr/>
          </p:nvSpPr>
          <p:spPr>
            <a:xfrm>
              <a:off x="7753194" y="551577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4" name="pl58">
              <a:extLst>
                <a:ext uri="{FF2B5EF4-FFF2-40B4-BE49-F238E27FC236}">
                  <a16:creationId xmlns:a16="http://schemas.microsoft.com/office/drawing/2014/main" id="{95F9982C-4ED1-0AF5-70A4-85D036510198}"/>
                </a:ext>
              </a:extLst>
            </p:cNvPr>
            <p:cNvSpPr/>
            <p:nvPr/>
          </p:nvSpPr>
          <p:spPr>
            <a:xfrm>
              <a:off x="7753194" y="533350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5" name="pl59">
              <a:extLst>
                <a:ext uri="{FF2B5EF4-FFF2-40B4-BE49-F238E27FC236}">
                  <a16:creationId xmlns:a16="http://schemas.microsoft.com/office/drawing/2014/main" id="{A6024B4A-7759-A80D-5664-701879781511}"/>
                </a:ext>
              </a:extLst>
            </p:cNvPr>
            <p:cNvSpPr/>
            <p:nvPr/>
          </p:nvSpPr>
          <p:spPr>
            <a:xfrm>
              <a:off x="7753194" y="515123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6" name="pl60">
              <a:extLst>
                <a:ext uri="{FF2B5EF4-FFF2-40B4-BE49-F238E27FC236}">
                  <a16:creationId xmlns:a16="http://schemas.microsoft.com/office/drawing/2014/main" id="{3D481D7D-C788-AD19-1A76-B5C36E8F12DE}"/>
                </a:ext>
              </a:extLst>
            </p:cNvPr>
            <p:cNvSpPr/>
            <p:nvPr/>
          </p:nvSpPr>
          <p:spPr>
            <a:xfrm>
              <a:off x="7753194" y="49689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7" name="pl61">
              <a:extLst>
                <a:ext uri="{FF2B5EF4-FFF2-40B4-BE49-F238E27FC236}">
                  <a16:creationId xmlns:a16="http://schemas.microsoft.com/office/drawing/2014/main" id="{A8C6BD3B-40C9-52E1-5CDE-677E0E5ED1CF}"/>
                </a:ext>
              </a:extLst>
            </p:cNvPr>
            <p:cNvSpPr/>
            <p:nvPr/>
          </p:nvSpPr>
          <p:spPr>
            <a:xfrm>
              <a:off x="7753194" y="478669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8" name="tx62">
              <a:extLst>
                <a:ext uri="{FF2B5EF4-FFF2-40B4-BE49-F238E27FC236}">
                  <a16:creationId xmlns:a16="http://schemas.microsoft.com/office/drawing/2014/main" id="{48949E7C-241C-9218-B052-4A7C01F84F24}"/>
                </a:ext>
              </a:extLst>
            </p:cNvPr>
            <p:cNvSpPr/>
            <p:nvPr/>
          </p:nvSpPr>
          <p:spPr>
            <a:xfrm>
              <a:off x="8042239" y="584026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9" name="tx63">
              <a:extLst>
                <a:ext uri="{FF2B5EF4-FFF2-40B4-BE49-F238E27FC236}">
                  <a16:creationId xmlns:a16="http://schemas.microsoft.com/office/drawing/2014/main" id="{39EEC782-52C1-EF91-C25B-38FF811853E7}"/>
                </a:ext>
              </a:extLst>
            </p:cNvPr>
            <p:cNvSpPr/>
            <p:nvPr/>
          </p:nvSpPr>
          <p:spPr>
            <a:xfrm>
              <a:off x="8042239" y="565799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0" name="tx64">
              <a:extLst>
                <a:ext uri="{FF2B5EF4-FFF2-40B4-BE49-F238E27FC236}">
                  <a16:creationId xmlns:a16="http://schemas.microsoft.com/office/drawing/2014/main" id="{3EBB99AB-0B9E-44D0-859A-6C1FAAB6DE59}"/>
                </a:ext>
              </a:extLst>
            </p:cNvPr>
            <p:cNvSpPr/>
            <p:nvPr/>
          </p:nvSpPr>
          <p:spPr>
            <a:xfrm>
              <a:off x="8042239" y="54757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1" name="tx65">
              <a:extLst>
                <a:ext uri="{FF2B5EF4-FFF2-40B4-BE49-F238E27FC236}">
                  <a16:creationId xmlns:a16="http://schemas.microsoft.com/office/drawing/2014/main" id="{A33C4BB8-182B-CE2E-5371-9553206F2832}"/>
                </a:ext>
              </a:extLst>
            </p:cNvPr>
            <p:cNvSpPr/>
            <p:nvPr/>
          </p:nvSpPr>
          <p:spPr>
            <a:xfrm>
              <a:off x="8042239" y="529345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2" name="tx66">
              <a:extLst>
                <a:ext uri="{FF2B5EF4-FFF2-40B4-BE49-F238E27FC236}">
                  <a16:creationId xmlns:a16="http://schemas.microsoft.com/office/drawing/2014/main" id="{0AB97798-CEDD-96AF-3C77-A0072F517C57}"/>
                </a:ext>
              </a:extLst>
            </p:cNvPr>
            <p:cNvSpPr/>
            <p:nvPr/>
          </p:nvSpPr>
          <p:spPr>
            <a:xfrm>
              <a:off x="8042239" y="511118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3" name="tx67">
              <a:extLst>
                <a:ext uri="{FF2B5EF4-FFF2-40B4-BE49-F238E27FC236}">
                  <a16:creationId xmlns:a16="http://schemas.microsoft.com/office/drawing/2014/main" id="{5610A1D8-120C-5C6E-F447-6CACB7D7BA51}"/>
                </a:ext>
              </a:extLst>
            </p:cNvPr>
            <p:cNvSpPr/>
            <p:nvPr/>
          </p:nvSpPr>
          <p:spPr>
            <a:xfrm>
              <a:off x="8042239" y="492891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4" name="tx68">
              <a:extLst>
                <a:ext uri="{FF2B5EF4-FFF2-40B4-BE49-F238E27FC236}">
                  <a16:creationId xmlns:a16="http://schemas.microsoft.com/office/drawing/2014/main" id="{9B1C2D4B-C046-CE37-9420-D8189855A3A1}"/>
                </a:ext>
              </a:extLst>
            </p:cNvPr>
            <p:cNvSpPr/>
            <p:nvPr/>
          </p:nvSpPr>
          <p:spPr>
            <a:xfrm>
              <a:off x="8042239" y="474664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  <p:sp>
        <p:nvSpPr>
          <p:cNvPr id="135" name="tx69">
            <a:extLst>
              <a:ext uri="{FF2B5EF4-FFF2-40B4-BE49-F238E27FC236}">
                <a16:creationId xmlns:a16="http://schemas.microsoft.com/office/drawing/2014/main" id="{DC9FAD2F-367F-F1D7-553E-834098DB0384}"/>
              </a:ext>
            </a:extLst>
          </p:cNvPr>
          <p:cNvSpPr/>
          <p:nvPr/>
        </p:nvSpPr>
        <p:spPr>
          <a:xfrm>
            <a:off x="10026320" y="5633684"/>
            <a:ext cx="3716075" cy="2459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700"/>
              </a:lnSpc>
            </a:pPr>
            <a:r>
              <a:rPr sz="27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 </a:t>
            </a:r>
          </a:p>
        </p:txBody>
      </p:sp>
      <p:sp>
        <p:nvSpPr>
          <p:cNvPr id="136" name="tx70">
            <a:extLst>
              <a:ext uri="{FF2B5EF4-FFF2-40B4-BE49-F238E27FC236}">
                <a16:creationId xmlns:a16="http://schemas.microsoft.com/office/drawing/2014/main" id="{2A435524-9BA2-13C7-8D67-A8508934A828}"/>
              </a:ext>
            </a:extLst>
          </p:cNvPr>
          <p:cNvSpPr/>
          <p:nvPr/>
        </p:nvSpPr>
        <p:spPr>
          <a:xfrm>
            <a:off x="10026320" y="6004016"/>
            <a:ext cx="2153685" cy="2459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700"/>
              </a:lnSpc>
            </a:pPr>
            <a:r>
              <a:rPr sz="27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between Sites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7" name="tx91">
            <a:extLst>
              <a:ext uri="{FF2B5EF4-FFF2-40B4-BE49-F238E27FC236}">
                <a16:creationId xmlns:a16="http://schemas.microsoft.com/office/drawing/2014/main" id="{162AAFC9-4D10-1ACE-85A4-9A2D0A43D447}"/>
              </a:ext>
            </a:extLst>
          </p:cNvPr>
          <p:cNvSpPr/>
          <p:nvPr/>
        </p:nvSpPr>
        <p:spPr>
          <a:xfrm>
            <a:off x="1567221" y="7734569"/>
            <a:ext cx="4173111" cy="22160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Environmental Distance </a:t>
            </a:r>
          </a:p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Between </a:t>
            </a: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Common Garden Site</a:t>
            </a: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 </a:t>
            </a:r>
          </a:p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Sources</a:t>
            </a:r>
            <a:endParaRPr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5" name="rc5">
            <a:extLst>
              <a:ext uri="{FF2B5EF4-FFF2-40B4-BE49-F238E27FC236}">
                <a16:creationId xmlns:a16="http://schemas.microsoft.com/office/drawing/2014/main" id="{9EBAD948-9113-511E-1763-7BB41E3B6615}"/>
              </a:ext>
            </a:extLst>
          </p:cNvPr>
          <p:cNvSpPr/>
          <p:nvPr/>
        </p:nvSpPr>
        <p:spPr>
          <a:xfrm>
            <a:off x="7341681" y="12775922"/>
            <a:ext cx="9919599" cy="269072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6" name="rc6">
            <a:extLst>
              <a:ext uri="{FF2B5EF4-FFF2-40B4-BE49-F238E27FC236}">
                <a16:creationId xmlns:a16="http://schemas.microsoft.com/office/drawing/2014/main" id="{F4C9E671-B138-EFB9-51B7-5C972D661CE7}"/>
              </a:ext>
            </a:extLst>
          </p:cNvPr>
          <p:cNvSpPr/>
          <p:nvPr/>
        </p:nvSpPr>
        <p:spPr>
          <a:xfrm>
            <a:off x="16033361" y="14541711"/>
            <a:ext cx="972509" cy="840851"/>
          </a:xfrm>
          <a:prstGeom prst="rect">
            <a:avLst/>
          </a:prstGeom>
          <a:solidFill>
            <a:srgbClr val="EC5960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7" name="rc7">
            <a:extLst>
              <a:ext uri="{FF2B5EF4-FFF2-40B4-BE49-F238E27FC236}">
                <a16:creationId xmlns:a16="http://schemas.microsoft.com/office/drawing/2014/main" id="{E5307ABE-7125-EA17-822C-6D0AEAE98C35}"/>
              </a:ext>
            </a:extLst>
          </p:cNvPr>
          <p:cNvSpPr/>
          <p:nvPr/>
        </p:nvSpPr>
        <p:spPr>
          <a:xfrm>
            <a:off x="16033361" y="13700859"/>
            <a:ext cx="972509" cy="840851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8" name="rc8">
            <a:extLst>
              <a:ext uri="{FF2B5EF4-FFF2-40B4-BE49-F238E27FC236}">
                <a16:creationId xmlns:a16="http://schemas.microsoft.com/office/drawing/2014/main" id="{89EB669E-4086-4627-E189-38A57A8659EC}"/>
              </a:ext>
            </a:extLst>
          </p:cNvPr>
          <p:cNvSpPr/>
          <p:nvPr/>
        </p:nvSpPr>
        <p:spPr>
          <a:xfrm>
            <a:off x="16033361" y="12860007"/>
            <a:ext cx="972509" cy="840851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9" name="rc9">
            <a:extLst>
              <a:ext uri="{FF2B5EF4-FFF2-40B4-BE49-F238E27FC236}">
                <a16:creationId xmlns:a16="http://schemas.microsoft.com/office/drawing/2014/main" id="{D2FBDD56-9654-3E3D-4431-DE0264571ACF}"/>
              </a:ext>
            </a:extLst>
          </p:cNvPr>
          <p:cNvSpPr/>
          <p:nvPr/>
        </p:nvSpPr>
        <p:spPr>
          <a:xfrm>
            <a:off x="11328971" y="14541711"/>
            <a:ext cx="972509" cy="840851"/>
          </a:xfrm>
          <a:prstGeom prst="rect">
            <a:avLst/>
          </a:prstGeom>
          <a:solidFill>
            <a:srgbClr val="EC5960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0" name="rc10">
            <a:extLst>
              <a:ext uri="{FF2B5EF4-FFF2-40B4-BE49-F238E27FC236}">
                <a16:creationId xmlns:a16="http://schemas.microsoft.com/office/drawing/2014/main" id="{A1B03055-CD3D-C8F4-6332-8A3F4935E395}"/>
              </a:ext>
            </a:extLst>
          </p:cNvPr>
          <p:cNvSpPr/>
          <p:nvPr/>
        </p:nvSpPr>
        <p:spPr>
          <a:xfrm>
            <a:off x="11328971" y="13700859"/>
            <a:ext cx="972509" cy="840851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1" name="rc11">
            <a:extLst>
              <a:ext uri="{FF2B5EF4-FFF2-40B4-BE49-F238E27FC236}">
                <a16:creationId xmlns:a16="http://schemas.microsoft.com/office/drawing/2014/main" id="{EC884296-DD85-A407-9402-27FF81A706E2}"/>
              </a:ext>
            </a:extLst>
          </p:cNvPr>
          <p:cNvSpPr/>
          <p:nvPr/>
        </p:nvSpPr>
        <p:spPr>
          <a:xfrm>
            <a:off x="11328971" y="12860007"/>
            <a:ext cx="972509" cy="840851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2" name="rc12">
            <a:extLst>
              <a:ext uri="{FF2B5EF4-FFF2-40B4-BE49-F238E27FC236}">
                <a16:creationId xmlns:a16="http://schemas.microsoft.com/office/drawing/2014/main" id="{1A5B467B-8609-5B5D-B373-A9D838B425EA}"/>
              </a:ext>
            </a:extLst>
          </p:cNvPr>
          <p:cNvSpPr/>
          <p:nvPr/>
        </p:nvSpPr>
        <p:spPr>
          <a:xfrm>
            <a:off x="12301481" y="14541711"/>
            <a:ext cx="972509" cy="840851"/>
          </a:xfrm>
          <a:prstGeom prst="rect">
            <a:avLst/>
          </a:prstGeom>
          <a:solidFill>
            <a:srgbClr val="7722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3" name="rc13">
            <a:extLst>
              <a:ext uri="{FF2B5EF4-FFF2-40B4-BE49-F238E27FC236}">
                <a16:creationId xmlns:a16="http://schemas.microsoft.com/office/drawing/2014/main" id="{3CC51FFC-6E8D-0F1E-A7B0-BA25EA749BDB}"/>
              </a:ext>
            </a:extLst>
          </p:cNvPr>
          <p:cNvSpPr/>
          <p:nvPr/>
        </p:nvSpPr>
        <p:spPr>
          <a:xfrm>
            <a:off x="12301481" y="13700859"/>
            <a:ext cx="972509" cy="840851"/>
          </a:xfrm>
          <a:prstGeom prst="rect">
            <a:avLst/>
          </a:prstGeom>
          <a:solidFill>
            <a:srgbClr val="FEBC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4" name="rc14">
            <a:extLst>
              <a:ext uri="{FF2B5EF4-FFF2-40B4-BE49-F238E27FC236}">
                <a16:creationId xmlns:a16="http://schemas.microsoft.com/office/drawing/2014/main" id="{C475BBE2-5712-19F9-2EAA-AE8CDDEA6175}"/>
              </a:ext>
            </a:extLst>
          </p:cNvPr>
          <p:cNvSpPr/>
          <p:nvPr/>
        </p:nvSpPr>
        <p:spPr>
          <a:xfrm>
            <a:off x="12301481" y="12860007"/>
            <a:ext cx="972509" cy="840851"/>
          </a:xfrm>
          <a:prstGeom prst="rect">
            <a:avLst/>
          </a:prstGeom>
          <a:solidFill>
            <a:srgbClr val="BB3978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5" name="rc15">
            <a:extLst>
              <a:ext uri="{FF2B5EF4-FFF2-40B4-BE49-F238E27FC236}">
                <a16:creationId xmlns:a16="http://schemas.microsoft.com/office/drawing/2014/main" id="{EF02D635-44FD-75C5-FCA1-6F3C321BC3B0}"/>
              </a:ext>
            </a:extLst>
          </p:cNvPr>
          <p:cNvSpPr/>
          <p:nvPr/>
        </p:nvSpPr>
        <p:spPr>
          <a:xfrm>
            <a:off x="7438932" y="14541711"/>
            <a:ext cx="972509" cy="840851"/>
          </a:xfrm>
          <a:prstGeom prst="rect">
            <a:avLst/>
          </a:prstGeom>
          <a:solidFill>
            <a:srgbClr val="721F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6" name="rc16">
            <a:extLst>
              <a:ext uri="{FF2B5EF4-FFF2-40B4-BE49-F238E27FC236}">
                <a16:creationId xmlns:a16="http://schemas.microsoft.com/office/drawing/2014/main" id="{8D099DD9-7E8A-EA94-4379-245A3CD91D14}"/>
              </a:ext>
            </a:extLst>
          </p:cNvPr>
          <p:cNvSpPr/>
          <p:nvPr/>
        </p:nvSpPr>
        <p:spPr>
          <a:xfrm>
            <a:off x="7438932" y="13700859"/>
            <a:ext cx="972509" cy="840851"/>
          </a:xfrm>
          <a:prstGeom prst="rect">
            <a:avLst/>
          </a:prstGeom>
          <a:solidFill>
            <a:srgbClr val="FEAA74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7" name="rc17">
            <a:extLst>
              <a:ext uri="{FF2B5EF4-FFF2-40B4-BE49-F238E27FC236}">
                <a16:creationId xmlns:a16="http://schemas.microsoft.com/office/drawing/2014/main" id="{7DD30775-BBEF-601C-B478-3E129515F735}"/>
              </a:ext>
            </a:extLst>
          </p:cNvPr>
          <p:cNvSpPr/>
          <p:nvPr/>
        </p:nvSpPr>
        <p:spPr>
          <a:xfrm>
            <a:off x="7438932" y="12860007"/>
            <a:ext cx="972509" cy="840851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8" name="rc18">
            <a:extLst>
              <a:ext uri="{FF2B5EF4-FFF2-40B4-BE49-F238E27FC236}">
                <a16:creationId xmlns:a16="http://schemas.microsoft.com/office/drawing/2014/main" id="{C2FE9CF3-E865-B168-D3E3-DADC817E84B5}"/>
              </a:ext>
            </a:extLst>
          </p:cNvPr>
          <p:cNvSpPr/>
          <p:nvPr/>
        </p:nvSpPr>
        <p:spPr>
          <a:xfrm>
            <a:off x="8411442" y="14541711"/>
            <a:ext cx="972509" cy="840851"/>
          </a:xfrm>
          <a:prstGeom prst="rect">
            <a:avLst/>
          </a:prstGeom>
          <a:solidFill>
            <a:srgbClr val="E24D66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19" name="rc19">
            <a:extLst>
              <a:ext uri="{FF2B5EF4-FFF2-40B4-BE49-F238E27FC236}">
                <a16:creationId xmlns:a16="http://schemas.microsoft.com/office/drawing/2014/main" id="{C9B23584-B776-9486-DB9A-0134B769D897}"/>
              </a:ext>
            </a:extLst>
          </p:cNvPr>
          <p:cNvSpPr/>
          <p:nvPr/>
        </p:nvSpPr>
        <p:spPr>
          <a:xfrm>
            <a:off x="8411442" y="13700859"/>
            <a:ext cx="972509" cy="840851"/>
          </a:xfrm>
          <a:prstGeom prst="rect">
            <a:avLst/>
          </a:prstGeom>
          <a:solidFill>
            <a:srgbClr val="FD9567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20" name="rc20">
            <a:extLst>
              <a:ext uri="{FF2B5EF4-FFF2-40B4-BE49-F238E27FC236}">
                <a16:creationId xmlns:a16="http://schemas.microsoft.com/office/drawing/2014/main" id="{7C02903B-95D0-A82D-92AF-5547F5BF275B}"/>
              </a:ext>
            </a:extLst>
          </p:cNvPr>
          <p:cNvSpPr/>
          <p:nvPr/>
        </p:nvSpPr>
        <p:spPr>
          <a:xfrm>
            <a:off x="8411442" y="12860007"/>
            <a:ext cx="972509" cy="840851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21" name="rc21">
            <a:extLst>
              <a:ext uri="{FF2B5EF4-FFF2-40B4-BE49-F238E27FC236}">
                <a16:creationId xmlns:a16="http://schemas.microsoft.com/office/drawing/2014/main" id="{D4749CCF-D469-8D11-848C-F1F57F8E967D}"/>
              </a:ext>
            </a:extLst>
          </p:cNvPr>
          <p:cNvSpPr/>
          <p:nvPr/>
        </p:nvSpPr>
        <p:spPr>
          <a:xfrm>
            <a:off x="9383952" y="14541711"/>
            <a:ext cx="972509" cy="840851"/>
          </a:xfrm>
          <a:prstGeom prst="rect">
            <a:avLst/>
          </a:prstGeom>
          <a:solidFill>
            <a:srgbClr val="07061D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22" name="rc22">
            <a:extLst>
              <a:ext uri="{FF2B5EF4-FFF2-40B4-BE49-F238E27FC236}">
                <a16:creationId xmlns:a16="http://schemas.microsoft.com/office/drawing/2014/main" id="{A93D3009-1C8E-2080-EDC7-10B72DC8D4B4}"/>
              </a:ext>
            </a:extLst>
          </p:cNvPr>
          <p:cNvSpPr/>
          <p:nvPr/>
        </p:nvSpPr>
        <p:spPr>
          <a:xfrm>
            <a:off x="9383952" y="13700859"/>
            <a:ext cx="972509" cy="840851"/>
          </a:xfrm>
          <a:prstGeom prst="rect">
            <a:avLst/>
          </a:prstGeom>
          <a:solidFill>
            <a:srgbClr val="9F2F7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23" name="rc23">
            <a:extLst>
              <a:ext uri="{FF2B5EF4-FFF2-40B4-BE49-F238E27FC236}">
                <a16:creationId xmlns:a16="http://schemas.microsoft.com/office/drawing/2014/main" id="{485C8CEE-8FEC-0495-D043-2A8F70FFCB8A}"/>
              </a:ext>
            </a:extLst>
          </p:cNvPr>
          <p:cNvSpPr/>
          <p:nvPr/>
        </p:nvSpPr>
        <p:spPr>
          <a:xfrm>
            <a:off x="9383952" y="12860007"/>
            <a:ext cx="972509" cy="840851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24" name="rc24">
            <a:extLst>
              <a:ext uri="{FF2B5EF4-FFF2-40B4-BE49-F238E27FC236}">
                <a16:creationId xmlns:a16="http://schemas.microsoft.com/office/drawing/2014/main" id="{075898B7-A2C7-A863-809C-CE80BA6E4E89}"/>
              </a:ext>
            </a:extLst>
          </p:cNvPr>
          <p:cNvSpPr/>
          <p:nvPr/>
        </p:nvSpPr>
        <p:spPr>
          <a:xfrm>
            <a:off x="10356461" y="14541711"/>
            <a:ext cx="972509" cy="840851"/>
          </a:xfrm>
          <a:prstGeom prst="rect">
            <a:avLst/>
          </a:prstGeom>
          <a:solidFill>
            <a:srgbClr val="000004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25" name="rc25">
            <a:extLst>
              <a:ext uri="{FF2B5EF4-FFF2-40B4-BE49-F238E27FC236}">
                <a16:creationId xmlns:a16="http://schemas.microsoft.com/office/drawing/2014/main" id="{CAF11FAF-BAE5-7F1F-6C6E-15D88EBA34F1}"/>
              </a:ext>
            </a:extLst>
          </p:cNvPr>
          <p:cNvSpPr/>
          <p:nvPr/>
        </p:nvSpPr>
        <p:spPr>
          <a:xfrm>
            <a:off x="10356461" y="13700859"/>
            <a:ext cx="972509" cy="840851"/>
          </a:xfrm>
          <a:prstGeom prst="rect">
            <a:avLst/>
          </a:prstGeom>
          <a:solidFill>
            <a:srgbClr val="FDE0A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26" name="rc26">
            <a:extLst>
              <a:ext uri="{FF2B5EF4-FFF2-40B4-BE49-F238E27FC236}">
                <a16:creationId xmlns:a16="http://schemas.microsoft.com/office/drawing/2014/main" id="{ECFF3695-AB1B-E275-80BF-40CE7053CBEF}"/>
              </a:ext>
            </a:extLst>
          </p:cNvPr>
          <p:cNvSpPr/>
          <p:nvPr/>
        </p:nvSpPr>
        <p:spPr>
          <a:xfrm>
            <a:off x="10356461" y="12860007"/>
            <a:ext cx="972509" cy="840851"/>
          </a:xfrm>
          <a:prstGeom prst="rect">
            <a:avLst/>
          </a:prstGeom>
          <a:solidFill>
            <a:srgbClr val="5C167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27" name="rc27">
            <a:extLst>
              <a:ext uri="{FF2B5EF4-FFF2-40B4-BE49-F238E27FC236}">
                <a16:creationId xmlns:a16="http://schemas.microsoft.com/office/drawing/2014/main" id="{85E74215-224C-092E-642E-A566C437D98E}"/>
              </a:ext>
            </a:extLst>
          </p:cNvPr>
          <p:cNvSpPr/>
          <p:nvPr/>
        </p:nvSpPr>
        <p:spPr>
          <a:xfrm>
            <a:off x="13273991" y="14541711"/>
            <a:ext cx="972509" cy="840851"/>
          </a:xfrm>
          <a:prstGeom prst="rect">
            <a:avLst/>
          </a:prstGeom>
          <a:solidFill>
            <a:srgbClr val="0A0822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28" name="rc28">
            <a:extLst>
              <a:ext uri="{FF2B5EF4-FFF2-40B4-BE49-F238E27FC236}">
                <a16:creationId xmlns:a16="http://schemas.microsoft.com/office/drawing/2014/main" id="{91893761-2D88-5FB9-1389-AD995C647AEF}"/>
              </a:ext>
            </a:extLst>
          </p:cNvPr>
          <p:cNvSpPr/>
          <p:nvPr/>
        </p:nvSpPr>
        <p:spPr>
          <a:xfrm>
            <a:off x="13273991" y="13700859"/>
            <a:ext cx="972509" cy="840851"/>
          </a:xfrm>
          <a:prstGeom prst="rect">
            <a:avLst/>
          </a:prstGeom>
          <a:solidFill>
            <a:srgbClr val="721F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29" name="rc29">
            <a:extLst>
              <a:ext uri="{FF2B5EF4-FFF2-40B4-BE49-F238E27FC236}">
                <a16:creationId xmlns:a16="http://schemas.microsoft.com/office/drawing/2014/main" id="{470798C8-6FE5-FD49-E5F3-05A30CE986E8}"/>
              </a:ext>
            </a:extLst>
          </p:cNvPr>
          <p:cNvSpPr/>
          <p:nvPr/>
        </p:nvSpPr>
        <p:spPr>
          <a:xfrm>
            <a:off x="13273991" y="12860007"/>
            <a:ext cx="972509" cy="840851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0" name="rc30">
            <a:extLst>
              <a:ext uri="{FF2B5EF4-FFF2-40B4-BE49-F238E27FC236}">
                <a16:creationId xmlns:a16="http://schemas.microsoft.com/office/drawing/2014/main" id="{3CF56028-61C3-5E83-B966-75A2B65D84E4}"/>
              </a:ext>
            </a:extLst>
          </p:cNvPr>
          <p:cNvSpPr/>
          <p:nvPr/>
        </p:nvSpPr>
        <p:spPr>
          <a:xfrm>
            <a:off x="14246501" y="14541711"/>
            <a:ext cx="972509" cy="840851"/>
          </a:xfrm>
          <a:prstGeom prst="rect">
            <a:avLst/>
          </a:prstGeom>
          <a:solidFill>
            <a:srgbClr val="FEC287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1" name="rc31">
            <a:extLst>
              <a:ext uri="{FF2B5EF4-FFF2-40B4-BE49-F238E27FC236}">
                <a16:creationId xmlns:a16="http://schemas.microsoft.com/office/drawing/2014/main" id="{6E1E6639-9C29-BAAC-2D13-DB93BB5E8FC9}"/>
              </a:ext>
            </a:extLst>
          </p:cNvPr>
          <p:cNvSpPr/>
          <p:nvPr/>
        </p:nvSpPr>
        <p:spPr>
          <a:xfrm>
            <a:off x="14246501" y="13700859"/>
            <a:ext cx="972509" cy="840851"/>
          </a:xfrm>
          <a:prstGeom prst="rect">
            <a:avLst/>
          </a:prstGeom>
          <a:solidFill>
            <a:srgbClr val="982D80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2" name="rc32">
            <a:extLst>
              <a:ext uri="{FF2B5EF4-FFF2-40B4-BE49-F238E27FC236}">
                <a16:creationId xmlns:a16="http://schemas.microsoft.com/office/drawing/2014/main" id="{4F77C892-B263-9C2C-9B37-D8F756D07A1D}"/>
              </a:ext>
            </a:extLst>
          </p:cNvPr>
          <p:cNvSpPr/>
          <p:nvPr/>
        </p:nvSpPr>
        <p:spPr>
          <a:xfrm>
            <a:off x="14246501" y="12860007"/>
            <a:ext cx="972509" cy="840851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3" name="rc33">
            <a:extLst>
              <a:ext uri="{FF2B5EF4-FFF2-40B4-BE49-F238E27FC236}">
                <a16:creationId xmlns:a16="http://schemas.microsoft.com/office/drawing/2014/main" id="{AE456200-D7D3-AC6D-5B49-C2D4FBAA4462}"/>
              </a:ext>
            </a:extLst>
          </p:cNvPr>
          <p:cNvSpPr/>
          <p:nvPr/>
        </p:nvSpPr>
        <p:spPr>
          <a:xfrm>
            <a:off x="17005871" y="14541711"/>
            <a:ext cx="972509" cy="840851"/>
          </a:xfrm>
          <a:prstGeom prst="rect">
            <a:avLst/>
          </a:prstGeom>
          <a:solidFill>
            <a:srgbClr val="7722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4" name="rc34">
            <a:extLst>
              <a:ext uri="{FF2B5EF4-FFF2-40B4-BE49-F238E27FC236}">
                <a16:creationId xmlns:a16="http://schemas.microsoft.com/office/drawing/2014/main" id="{BF30C260-D92D-AEA0-0129-8824C95D6000}"/>
              </a:ext>
            </a:extLst>
          </p:cNvPr>
          <p:cNvSpPr/>
          <p:nvPr/>
        </p:nvSpPr>
        <p:spPr>
          <a:xfrm>
            <a:off x="17005871" y="13700859"/>
            <a:ext cx="972509" cy="840851"/>
          </a:xfrm>
          <a:prstGeom prst="rect">
            <a:avLst/>
          </a:prstGeom>
          <a:solidFill>
            <a:srgbClr val="FA805E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5" name="rc35">
            <a:extLst>
              <a:ext uri="{FF2B5EF4-FFF2-40B4-BE49-F238E27FC236}">
                <a16:creationId xmlns:a16="http://schemas.microsoft.com/office/drawing/2014/main" id="{884A794E-1794-DB89-290D-06B1A85F14BC}"/>
              </a:ext>
            </a:extLst>
          </p:cNvPr>
          <p:cNvSpPr/>
          <p:nvPr/>
        </p:nvSpPr>
        <p:spPr>
          <a:xfrm>
            <a:off x="17005871" y="12860007"/>
            <a:ext cx="972509" cy="840851"/>
          </a:xfrm>
          <a:prstGeom prst="rect">
            <a:avLst/>
          </a:prstGeom>
          <a:solidFill>
            <a:srgbClr val="BB3978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36" name="tx36">
            <a:extLst>
              <a:ext uri="{FF2B5EF4-FFF2-40B4-BE49-F238E27FC236}">
                <a16:creationId xmlns:a16="http://schemas.microsoft.com/office/drawing/2014/main" id="{D30BE590-A27F-F1FE-7AC5-CA549CAD539D}"/>
              </a:ext>
            </a:extLst>
          </p:cNvPr>
          <p:cNvSpPr/>
          <p:nvPr/>
        </p:nvSpPr>
        <p:spPr>
          <a:xfrm>
            <a:off x="16315657" y="14897148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0.35</a:t>
            </a:r>
          </a:p>
        </p:txBody>
      </p:sp>
      <p:sp>
        <p:nvSpPr>
          <p:cNvPr id="37" name="tx37">
            <a:extLst>
              <a:ext uri="{FF2B5EF4-FFF2-40B4-BE49-F238E27FC236}">
                <a16:creationId xmlns:a16="http://schemas.microsoft.com/office/drawing/2014/main" id="{27AC60AE-3C1E-FD0A-C7B9-9E5A1CF1F75E}"/>
              </a:ext>
            </a:extLst>
          </p:cNvPr>
          <p:cNvSpPr/>
          <p:nvPr/>
        </p:nvSpPr>
        <p:spPr>
          <a:xfrm>
            <a:off x="16461322" y="14056296"/>
            <a:ext cx="116586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8" name="tx38">
            <a:extLst>
              <a:ext uri="{FF2B5EF4-FFF2-40B4-BE49-F238E27FC236}">
                <a16:creationId xmlns:a16="http://schemas.microsoft.com/office/drawing/2014/main" id="{75147773-B3B3-F84A-F17F-CA1175D03FAD}"/>
              </a:ext>
            </a:extLst>
          </p:cNvPr>
          <p:cNvSpPr/>
          <p:nvPr/>
        </p:nvSpPr>
        <p:spPr>
          <a:xfrm>
            <a:off x="16461322" y="13215446"/>
            <a:ext cx="116586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9" name="tx39">
            <a:extLst>
              <a:ext uri="{FF2B5EF4-FFF2-40B4-BE49-F238E27FC236}">
                <a16:creationId xmlns:a16="http://schemas.microsoft.com/office/drawing/2014/main" id="{8088DC91-A425-39B7-8A2B-64A4C07F73F7}"/>
              </a:ext>
            </a:extLst>
          </p:cNvPr>
          <p:cNvSpPr/>
          <p:nvPr/>
        </p:nvSpPr>
        <p:spPr>
          <a:xfrm>
            <a:off x="11611269" y="14897148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0.35</a:t>
            </a:r>
          </a:p>
        </p:txBody>
      </p:sp>
      <p:sp>
        <p:nvSpPr>
          <p:cNvPr id="40" name="tx40">
            <a:extLst>
              <a:ext uri="{FF2B5EF4-FFF2-40B4-BE49-F238E27FC236}">
                <a16:creationId xmlns:a16="http://schemas.microsoft.com/office/drawing/2014/main" id="{EB4699F3-8B80-2002-ADAF-BFAB722DF16A}"/>
              </a:ext>
            </a:extLst>
          </p:cNvPr>
          <p:cNvSpPr/>
          <p:nvPr/>
        </p:nvSpPr>
        <p:spPr>
          <a:xfrm>
            <a:off x="11756932" y="14056296"/>
            <a:ext cx="116586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41" name="tx41">
            <a:extLst>
              <a:ext uri="{FF2B5EF4-FFF2-40B4-BE49-F238E27FC236}">
                <a16:creationId xmlns:a16="http://schemas.microsoft.com/office/drawing/2014/main" id="{A966D2CF-25B4-BD98-3F45-54D9D19B24E5}"/>
              </a:ext>
            </a:extLst>
          </p:cNvPr>
          <p:cNvSpPr/>
          <p:nvPr/>
        </p:nvSpPr>
        <p:spPr>
          <a:xfrm>
            <a:off x="11756932" y="13215446"/>
            <a:ext cx="116586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42" name="tx42">
            <a:extLst>
              <a:ext uri="{FF2B5EF4-FFF2-40B4-BE49-F238E27FC236}">
                <a16:creationId xmlns:a16="http://schemas.microsoft.com/office/drawing/2014/main" id="{1B5271D1-C988-DFC8-A6F7-5F01DB17ACFF}"/>
              </a:ext>
            </a:extLst>
          </p:cNvPr>
          <p:cNvSpPr/>
          <p:nvPr/>
        </p:nvSpPr>
        <p:spPr>
          <a:xfrm>
            <a:off x="12583779" y="14897148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0.65</a:t>
            </a:r>
          </a:p>
        </p:txBody>
      </p:sp>
      <p:sp>
        <p:nvSpPr>
          <p:cNvPr id="43" name="tx43">
            <a:extLst>
              <a:ext uri="{FF2B5EF4-FFF2-40B4-BE49-F238E27FC236}">
                <a16:creationId xmlns:a16="http://schemas.microsoft.com/office/drawing/2014/main" id="{1B60DADA-DDFE-F5AF-BB0F-AC9C0B5DD67F}"/>
              </a:ext>
            </a:extLst>
          </p:cNvPr>
          <p:cNvSpPr/>
          <p:nvPr/>
        </p:nvSpPr>
        <p:spPr>
          <a:xfrm>
            <a:off x="12583779" y="1405629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0.14</a:t>
            </a:r>
          </a:p>
        </p:txBody>
      </p:sp>
      <p:sp>
        <p:nvSpPr>
          <p:cNvPr id="44" name="tx44">
            <a:extLst>
              <a:ext uri="{FF2B5EF4-FFF2-40B4-BE49-F238E27FC236}">
                <a16:creationId xmlns:a16="http://schemas.microsoft.com/office/drawing/2014/main" id="{9B6D75E4-E093-0945-F639-ADFC4BAA352F}"/>
              </a:ext>
            </a:extLst>
          </p:cNvPr>
          <p:cNvSpPr/>
          <p:nvPr/>
        </p:nvSpPr>
        <p:spPr>
          <a:xfrm>
            <a:off x="12583779" y="1321544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0.49</a:t>
            </a:r>
          </a:p>
        </p:txBody>
      </p:sp>
      <p:sp>
        <p:nvSpPr>
          <p:cNvPr id="45" name="tx45">
            <a:extLst>
              <a:ext uri="{FF2B5EF4-FFF2-40B4-BE49-F238E27FC236}">
                <a16:creationId xmlns:a16="http://schemas.microsoft.com/office/drawing/2014/main" id="{6A30372F-4687-E43E-F2B0-BFD5D8A596FC}"/>
              </a:ext>
            </a:extLst>
          </p:cNvPr>
          <p:cNvSpPr/>
          <p:nvPr/>
        </p:nvSpPr>
        <p:spPr>
          <a:xfrm>
            <a:off x="7721230" y="14897148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0.67</a:t>
            </a:r>
          </a:p>
        </p:txBody>
      </p:sp>
      <p:sp>
        <p:nvSpPr>
          <p:cNvPr id="46" name="tx46">
            <a:extLst>
              <a:ext uri="{FF2B5EF4-FFF2-40B4-BE49-F238E27FC236}">
                <a16:creationId xmlns:a16="http://schemas.microsoft.com/office/drawing/2014/main" id="{49944F0C-324F-DF2E-E6DF-983529408372}"/>
              </a:ext>
            </a:extLst>
          </p:cNvPr>
          <p:cNvSpPr/>
          <p:nvPr/>
        </p:nvSpPr>
        <p:spPr>
          <a:xfrm>
            <a:off x="7721230" y="1405629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0.18</a:t>
            </a:r>
          </a:p>
        </p:txBody>
      </p:sp>
      <p:sp>
        <p:nvSpPr>
          <p:cNvPr id="47" name="tx47">
            <a:extLst>
              <a:ext uri="{FF2B5EF4-FFF2-40B4-BE49-F238E27FC236}">
                <a16:creationId xmlns:a16="http://schemas.microsoft.com/office/drawing/2014/main" id="{52A67792-1FEE-2E3F-6D33-C7A86D6F563F}"/>
              </a:ext>
            </a:extLst>
          </p:cNvPr>
          <p:cNvSpPr/>
          <p:nvPr/>
        </p:nvSpPr>
        <p:spPr>
          <a:xfrm>
            <a:off x="7866894" y="13215446"/>
            <a:ext cx="116586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48" name="tx48">
            <a:extLst>
              <a:ext uri="{FF2B5EF4-FFF2-40B4-BE49-F238E27FC236}">
                <a16:creationId xmlns:a16="http://schemas.microsoft.com/office/drawing/2014/main" id="{AB6EE361-E1B2-1697-D0B6-B6531B7FE787}"/>
              </a:ext>
            </a:extLst>
          </p:cNvPr>
          <p:cNvSpPr/>
          <p:nvPr/>
        </p:nvSpPr>
        <p:spPr>
          <a:xfrm>
            <a:off x="8693739" y="14897148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0.39</a:t>
            </a:r>
          </a:p>
        </p:txBody>
      </p:sp>
      <p:sp>
        <p:nvSpPr>
          <p:cNvPr id="49" name="tx49">
            <a:extLst>
              <a:ext uri="{FF2B5EF4-FFF2-40B4-BE49-F238E27FC236}">
                <a16:creationId xmlns:a16="http://schemas.microsoft.com/office/drawing/2014/main" id="{A640FEB2-6576-E466-375B-BAB0E584412A}"/>
              </a:ext>
            </a:extLst>
          </p:cNvPr>
          <p:cNvSpPr/>
          <p:nvPr/>
        </p:nvSpPr>
        <p:spPr>
          <a:xfrm>
            <a:off x="8693739" y="1405629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0.22</a:t>
            </a:r>
          </a:p>
        </p:txBody>
      </p:sp>
      <p:sp>
        <p:nvSpPr>
          <p:cNvPr id="50" name="tx50">
            <a:extLst>
              <a:ext uri="{FF2B5EF4-FFF2-40B4-BE49-F238E27FC236}">
                <a16:creationId xmlns:a16="http://schemas.microsoft.com/office/drawing/2014/main" id="{9D20626E-3B4D-1766-852A-C550F573D42F}"/>
              </a:ext>
            </a:extLst>
          </p:cNvPr>
          <p:cNvSpPr/>
          <p:nvPr/>
        </p:nvSpPr>
        <p:spPr>
          <a:xfrm>
            <a:off x="8839404" y="13215446"/>
            <a:ext cx="116586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51" name="tx51">
            <a:extLst>
              <a:ext uri="{FF2B5EF4-FFF2-40B4-BE49-F238E27FC236}">
                <a16:creationId xmlns:a16="http://schemas.microsoft.com/office/drawing/2014/main" id="{F3574F1B-5707-0421-69D5-46E4D62A557D}"/>
              </a:ext>
            </a:extLst>
          </p:cNvPr>
          <p:cNvSpPr/>
          <p:nvPr/>
        </p:nvSpPr>
        <p:spPr>
          <a:xfrm>
            <a:off x="9666249" y="14897148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0.95</a:t>
            </a:r>
          </a:p>
        </p:txBody>
      </p:sp>
      <p:sp>
        <p:nvSpPr>
          <p:cNvPr id="52" name="tx52">
            <a:extLst>
              <a:ext uri="{FF2B5EF4-FFF2-40B4-BE49-F238E27FC236}">
                <a16:creationId xmlns:a16="http://schemas.microsoft.com/office/drawing/2014/main" id="{479BD6EC-EF2D-C735-C482-4430C6BE4926}"/>
              </a:ext>
            </a:extLst>
          </p:cNvPr>
          <p:cNvSpPr/>
          <p:nvPr/>
        </p:nvSpPr>
        <p:spPr>
          <a:xfrm>
            <a:off x="9666249" y="1405629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0.56</a:t>
            </a:r>
          </a:p>
        </p:txBody>
      </p:sp>
      <p:sp>
        <p:nvSpPr>
          <p:cNvPr id="53" name="tx53">
            <a:extLst>
              <a:ext uri="{FF2B5EF4-FFF2-40B4-BE49-F238E27FC236}">
                <a16:creationId xmlns:a16="http://schemas.microsoft.com/office/drawing/2014/main" id="{D9326B92-C273-93C3-1E61-8DB78BFCEE10}"/>
              </a:ext>
            </a:extLst>
          </p:cNvPr>
          <p:cNvSpPr/>
          <p:nvPr/>
        </p:nvSpPr>
        <p:spPr>
          <a:xfrm>
            <a:off x="9811914" y="13215446"/>
            <a:ext cx="116586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54" name="tx54">
            <a:extLst>
              <a:ext uri="{FF2B5EF4-FFF2-40B4-BE49-F238E27FC236}">
                <a16:creationId xmlns:a16="http://schemas.microsoft.com/office/drawing/2014/main" id="{4F74B2FB-099C-2AD9-34B2-5BE467739555}"/>
              </a:ext>
            </a:extLst>
          </p:cNvPr>
          <p:cNvSpPr/>
          <p:nvPr/>
        </p:nvSpPr>
        <p:spPr>
          <a:xfrm>
            <a:off x="10784422" y="14897148"/>
            <a:ext cx="116586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1</a:t>
            </a:r>
          </a:p>
        </p:txBody>
      </p:sp>
      <p:sp>
        <p:nvSpPr>
          <p:cNvPr id="55" name="tx55">
            <a:extLst>
              <a:ext uri="{FF2B5EF4-FFF2-40B4-BE49-F238E27FC236}">
                <a16:creationId xmlns:a16="http://schemas.microsoft.com/office/drawing/2014/main" id="{0DDB630F-0B86-DA5B-D7DE-151811D860A6}"/>
              </a:ext>
            </a:extLst>
          </p:cNvPr>
          <p:cNvSpPr/>
          <p:nvPr/>
        </p:nvSpPr>
        <p:spPr>
          <a:xfrm>
            <a:off x="10638759" y="1405629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0.06</a:t>
            </a:r>
          </a:p>
        </p:txBody>
      </p:sp>
      <p:sp>
        <p:nvSpPr>
          <p:cNvPr id="56" name="tx56">
            <a:extLst>
              <a:ext uri="{FF2B5EF4-FFF2-40B4-BE49-F238E27FC236}">
                <a16:creationId xmlns:a16="http://schemas.microsoft.com/office/drawing/2014/main" id="{51B04CDE-CDB5-C0EB-9786-AA79643CB16C}"/>
              </a:ext>
            </a:extLst>
          </p:cNvPr>
          <p:cNvSpPr/>
          <p:nvPr/>
        </p:nvSpPr>
        <p:spPr>
          <a:xfrm>
            <a:off x="10638759" y="1321544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0.72</a:t>
            </a:r>
          </a:p>
        </p:txBody>
      </p:sp>
      <p:sp>
        <p:nvSpPr>
          <p:cNvPr id="57" name="tx57">
            <a:extLst>
              <a:ext uri="{FF2B5EF4-FFF2-40B4-BE49-F238E27FC236}">
                <a16:creationId xmlns:a16="http://schemas.microsoft.com/office/drawing/2014/main" id="{E1FFFD76-820B-D804-F532-1719CE239735}"/>
              </a:ext>
            </a:extLst>
          </p:cNvPr>
          <p:cNvSpPr/>
          <p:nvPr/>
        </p:nvSpPr>
        <p:spPr>
          <a:xfrm>
            <a:off x="13556289" y="14897148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0.94</a:t>
            </a:r>
          </a:p>
        </p:txBody>
      </p:sp>
      <p:sp>
        <p:nvSpPr>
          <p:cNvPr id="58" name="tx58">
            <a:extLst>
              <a:ext uri="{FF2B5EF4-FFF2-40B4-BE49-F238E27FC236}">
                <a16:creationId xmlns:a16="http://schemas.microsoft.com/office/drawing/2014/main" id="{8E1D46FF-8E50-2669-5CEA-57300AC4D34B}"/>
              </a:ext>
            </a:extLst>
          </p:cNvPr>
          <p:cNvSpPr/>
          <p:nvPr/>
        </p:nvSpPr>
        <p:spPr>
          <a:xfrm>
            <a:off x="13556289" y="1405629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0.67</a:t>
            </a:r>
          </a:p>
        </p:txBody>
      </p:sp>
      <p:sp>
        <p:nvSpPr>
          <p:cNvPr id="59" name="tx59">
            <a:extLst>
              <a:ext uri="{FF2B5EF4-FFF2-40B4-BE49-F238E27FC236}">
                <a16:creationId xmlns:a16="http://schemas.microsoft.com/office/drawing/2014/main" id="{94A1A203-F221-CBF2-06AF-0599903CAAC1}"/>
              </a:ext>
            </a:extLst>
          </p:cNvPr>
          <p:cNvSpPr/>
          <p:nvPr/>
        </p:nvSpPr>
        <p:spPr>
          <a:xfrm>
            <a:off x="13701952" y="13215446"/>
            <a:ext cx="116586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60" name="tx60">
            <a:extLst>
              <a:ext uri="{FF2B5EF4-FFF2-40B4-BE49-F238E27FC236}">
                <a16:creationId xmlns:a16="http://schemas.microsoft.com/office/drawing/2014/main" id="{4D51758D-5EA6-70A4-8F09-E438683D05A0}"/>
              </a:ext>
            </a:extLst>
          </p:cNvPr>
          <p:cNvSpPr/>
          <p:nvPr/>
        </p:nvSpPr>
        <p:spPr>
          <a:xfrm>
            <a:off x="14528799" y="14897148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0.12</a:t>
            </a:r>
          </a:p>
        </p:txBody>
      </p:sp>
      <p:sp>
        <p:nvSpPr>
          <p:cNvPr id="61" name="tx61">
            <a:extLst>
              <a:ext uri="{FF2B5EF4-FFF2-40B4-BE49-F238E27FC236}">
                <a16:creationId xmlns:a16="http://schemas.microsoft.com/office/drawing/2014/main" id="{D5040444-D556-950D-3A3B-C71909307DB0}"/>
              </a:ext>
            </a:extLst>
          </p:cNvPr>
          <p:cNvSpPr/>
          <p:nvPr/>
        </p:nvSpPr>
        <p:spPr>
          <a:xfrm>
            <a:off x="14528799" y="1405629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0.57</a:t>
            </a:r>
          </a:p>
        </p:txBody>
      </p:sp>
      <p:sp>
        <p:nvSpPr>
          <p:cNvPr id="62" name="tx62">
            <a:extLst>
              <a:ext uri="{FF2B5EF4-FFF2-40B4-BE49-F238E27FC236}">
                <a16:creationId xmlns:a16="http://schemas.microsoft.com/office/drawing/2014/main" id="{1F3941D7-28EC-AB50-819A-E4FB4DC23AE8}"/>
              </a:ext>
            </a:extLst>
          </p:cNvPr>
          <p:cNvSpPr/>
          <p:nvPr/>
        </p:nvSpPr>
        <p:spPr>
          <a:xfrm>
            <a:off x="14674462" y="13215446"/>
            <a:ext cx="116586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63" name="tx63">
            <a:extLst>
              <a:ext uri="{FF2B5EF4-FFF2-40B4-BE49-F238E27FC236}">
                <a16:creationId xmlns:a16="http://schemas.microsoft.com/office/drawing/2014/main" id="{C7FADBEB-1901-B49D-93B6-C1EE97F61F12}"/>
              </a:ext>
            </a:extLst>
          </p:cNvPr>
          <p:cNvSpPr/>
          <p:nvPr/>
        </p:nvSpPr>
        <p:spPr>
          <a:xfrm>
            <a:off x="17288167" y="14897148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0.65</a:t>
            </a:r>
          </a:p>
        </p:txBody>
      </p:sp>
      <p:sp>
        <p:nvSpPr>
          <p:cNvPr id="4871" name="tx64">
            <a:extLst>
              <a:ext uri="{FF2B5EF4-FFF2-40B4-BE49-F238E27FC236}">
                <a16:creationId xmlns:a16="http://schemas.microsoft.com/office/drawing/2014/main" id="{E35F0E0D-1B5E-821C-EA48-6E7AC11E99C9}"/>
              </a:ext>
            </a:extLst>
          </p:cNvPr>
          <p:cNvSpPr/>
          <p:nvPr/>
        </p:nvSpPr>
        <p:spPr>
          <a:xfrm>
            <a:off x="17288167" y="1405629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0.27</a:t>
            </a:r>
          </a:p>
        </p:txBody>
      </p:sp>
      <p:sp>
        <p:nvSpPr>
          <p:cNvPr id="4872" name="tx65">
            <a:extLst>
              <a:ext uri="{FF2B5EF4-FFF2-40B4-BE49-F238E27FC236}">
                <a16:creationId xmlns:a16="http://schemas.microsoft.com/office/drawing/2014/main" id="{A6EC7582-C4F7-8DF1-333F-6D11832F7465}"/>
              </a:ext>
            </a:extLst>
          </p:cNvPr>
          <p:cNvSpPr/>
          <p:nvPr/>
        </p:nvSpPr>
        <p:spPr>
          <a:xfrm>
            <a:off x="17288167" y="13215446"/>
            <a:ext cx="407913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0.49</a:t>
            </a:r>
          </a:p>
        </p:txBody>
      </p:sp>
      <p:sp>
        <p:nvSpPr>
          <p:cNvPr id="4873" name="tx66">
            <a:extLst>
              <a:ext uri="{FF2B5EF4-FFF2-40B4-BE49-F238E27FC236}">
                <a16:creationId xmlns:a16="http://schemas.microsoft.com/office/drawing/2014/main" id="{0CB3520E-C5B4-F87C-0A60-06C53BD7C750}"/>
              </a:ext>
            </a:extLst>
          </p:cNvPr>
          <p:cNvSpPr/>
          <p:nvPr/>
        </p:nvSpPr>
        <p:spPr>
          <a:xfrm>
            <a:off x="6641487" y="14910195"/>
            <a:ext cx="502965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Dermo</a:t>
            </a:r>
          </a:p>
        </p:txBody>
      </p:sp>
      <p:sp>
        <p:nvSpPr>
          <p:cNvPr id="4874" name="tx67">
            <a:extLst>
              <a:ext uri="{FF2B5EF4-FFF2-40B4-BE49-F238E27FC236}">
                <a16:creationId xmlns:a16="http://schemas.microsoft.com/office/drawing/2014/main" id="{3308A910-4FA9-F11B-19CC-9C7004148501}"/>
              </a:ext>
            </a:extLst>
          </p:cNvPr>
          <p:cNvSpPr/>
          <p:nvPr/>
        </p:nvSpPr>
        <p:spPr>
          <a:xfrm>
            <a:off x="6781253" y="14069343"/>
            <a:ext cx="363200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MSX</a:t>
            </a:r>
          </a:p>
        </p:txBody>
      </p:sp>
      <p:sp>
        <p:nvSpPr>
          <p:cNvPr id="4875" name="tx68">
            <a:extLst>
              <a:ext uri="{FF2B5EF4-FFF2-40B4-BE49-F238E27FC236}">
                <a16:creationId xmlns:a16="http://schemas.microsoft.com/office/drawing/2014/main" id="{16BC1F82-81B4-9A5F-F716-A47E6D08BB26}"/>
              </a:ext>
            </a:extLst>
          </p:cNvPr>
          <p:cNvSpPr/>
          <p:nvPr/>
        </p:nvSpPr>
        <p:spPr>
          <a:xfrm>
            <a:off x="6436296" y="13228490"/>
            <a:ext cx="708156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Pea Crab</a:t>
            </a:r>
          </a:p>
        </p:txBody>
      </p:sp>
      <p:sp>
        <p:nvSpPr>
          <p:cNvPr id="4876" name="tx69">
            <a:extLst>
              <a:ext uri="{FF2B5EF4-FFF2-40B4-BE49-F238E27FC236}">
                <a16:creationId xmlns:a16="http://schemas.microsoft.com/office/drawing/2014/main" id="{005E87BC-D9D1-37E9-2871-124C1A742412}"/>
              </a:ext>
            </a:extLst>
          </p:cNvPr>
          <p:cNvSpPr/>
          <p:nvPr/>
        </p:nvSpPr>
        <p:spPr>
          <a:xfrm rot="18900000">
            <a:off x="7522671" y="15777512"/>
            <a:ext cx="521345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4877" name="tx70">
            <a:extLst>
              <a:ext uri="{FF2B5EF4-FFF2-40B4-BE49-F238E27FC236}">
                <a16:creationId xmlns:a16="http://schemas.microsoft.com/office/drawing/2014/main" id="{4130E937-9F23-F496-DC6E-E469C0F22968}"/>
              </a:ext>
            </a:extLst>
          </p:cNvPr>
          <p:cNvSpPr/>
          <p:nvPr/>
        </p:nvSpPr>
        <p:spPr>
          <a:xfrm rot="18900000">
            <a:off x="8502907" y="15774743"/>
            <a:ext cx="512292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4878" name="tx71">
            <a:extLst>
              <a:ext uri="{FF2B5EF4-FFF2-40B4-BE49-F238E27FC236}">
                <a16:creationId xmlns:a16="http://schemas.microsoft.com/office/drawing/2014/main" id="{25728873-0DB0-6A9C-669E-06D1DCDE5BD1}"/>
              </a:ext>
            </a:extLst>
          </p:cNvPr>
          <p:cNvSpPr/>
          <p:nvPr/>
        </p:nvSpPr>
        <p:spPr>
          <a:xfrm rot="18900000">
            <a:off x="9483495" y="15771849"/>
            <a:ext cx="502829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4879" name="tx72">
            <a:extLst>
              <a:ext uri="{FF2B5EF4-FFF2-40B4-BE49-F238E27FC236}">
                <a16:creationId xmlns:a16="http://schemas.microsoft.com/office/drawing/2014/main" id="{C29356EF-A305-3DDE-F97E-CFC3CA4FA810}"/>
              </a:ext>
            </a:extLst>
          </p:cNvPr>
          <p:cNvSpPr/>
          <p:nvPr/>
        </p:nvSpPr>
        <p:spPr>
          <a:xfrm rot="18900000">
            <a:off x="10432122" y="15780404"/>
            <a:ext cx="530808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4880" name="tx73">
            <a:extLst>
              <a:ext uri="{FF2B5EF4-FFF2-40B4-BE49-F238E27FC236}">
                <a16:creationId xmlns:a16="http://schemas.microsoft.com/office/drawing/2014/main" id="{69771E7B-E342-B85B-3D34-C39285D1B0A2}"/>
              </a:ext>
            </a:extLst>
          </p:cNvPr>
          <p:cNvSpPr/>
          <p:nvPr/>
        </p:nvSpPr>
        <p:spPr>
          <a:xfrm rot="18900000">
            <a:off x="11269177" y="15828915"/>
            <a:ext cx="689502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4881" name="tx74">
            <a:extLst>
              <a:ext uri="{FF2B5EF4-FFF2-40B4-BE49-F238E27FC236}">
                <a16:creationId xmlns:a16="http://schemas.microsoft.com/office/drawing/2014/main" id="{BAC08330-7D86-E4BD-5355-50EACF3FCF70}"/>
              </a:ext>
            </a:extLst>
          </p:cNvPr>
          <p:cNvSpPr/>
          <p:nvPr/>
        </p:nvSpPr>
        <p:spPr>
          <a:xfrm rot="18900000">
            <a:off x="12218039" y="15837384"/>
            <a:ext cx="717209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4882" name="tx75">
            <a:extLst>
              <a:ext uri="{FF2B5EF4-FFF2-40B4-BE49-F238E27FC236}">
                <a16:creationId xmlns:a16="http://schemas.microsoft.com/office/drawing/2014/main" id="{9B7EB1B0-5B39-1844-8531-4F3349CCFD5C}"/>
              </a:ext>
            </a:extLst>
          </p:cNvPr>
          <p:cNvSpPr/>
          <p:nvPr/>
        </p:nvSpPr>
        <p:spPr>
          <a:xfrm rot="18900000">
            <a:off x="13333964" y="15786021"/>
            <a:ext cx="549188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4883" name="tx76">
            <a:extLst>
              <a:ext uri="{FF2B5EF4-FFF2-40B4-BE49-F238E27FC236}">
                <a16:creationId xmlns:a16="http://schemas.microsoft.com/office/drawing/2014/main" id="{54EBFBCB-66F9-C2E3-9535-3F7AAAF72243}"/>
              </a:ext>
            </a:extLst>
          </p:cNvPr>
          <p:cNvSpPr/>
          <p:nvPr/>
        </p:nvSpPr>
        <p:spPr>
          <a:xfrm rot="18900000">
            <a:off x="14298396" y="15788915"/>
            <a:ext cx="558653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4884" name="tx77">
            <a:extLst>
              <a:ext uri="{FF2B5EF4-FFF2-40B4-BE49-F238E27FC236}">
                <a16:creationId xmlns:a16="http://schemas.microsoft.com/office/drawing/2014/main" id="{78CE9075-4898-E514-64A4-F304740F5D41}"/>
              </a:ext>
            </a:extLst>
          </p:cNvPr>
          <p:cNvSpPr/>
          <p:nvPr/>
        </p:nvSpPr>
        <p:spPr>
          <a:xfrm rot="18900000">
            <a:off x="15957762" y="15834575"/>
            <a:ext cx="708020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4885" name="tx78">
            <a:extLst>
              <a:ext uri="{FF2B5EF4-FFF2-40B4-BE49-F238E27FC236}">
                <a16:creationId xmlns:a16="http://schemas.microsoft.com/office/drawing/2014/main" id="{A6FA9750-1206-2703-A26D-DBD327EA4A14}"/>
              </a:ext>
            </a:extLst>
          </p:cNvPr>
          <p:cNvSpPr/>
          <p:nvPr/>
        </p:nvSpPr>
        <p:spPr>
          <a:xfrm rot="18900000">
            <a:off x="16866936" y="15857258"/>
            <a:ext cx="782223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 River</a:t>
            </a:r>
          </a:p>
        </p:txBody>
      </p:sp>
      <p:sp>
        <p:nvSpPr>
          <p:cNvPr id="4887" name="rc80">
            <a:extLst>
              <a:ext uri="{FF2B5EF4-FFF2-40B4-BE49-F238E27FC236}">
                <a16:creationId xmlns:a16="http://schemas.microsoft.com/office/drawing/2014/main" id="{B2C72D14-5754-670C-AFC6-E8D1ED7B08D9}"/>
              </a:ext>
            </a:extLst>
          </p:cNvPr>
          <p:cNvSpPr/>
          <p:nvPr/>
        </p:nvSpPr>
        <p:spPr>
          <a:xfrm>
            <a:off x="18356406" y="13189328"/>
            <a:ext cx="1257354" cy="1863914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4888" name="tx81">
            <a:extLst>
              <a:ext uri="{FF2B5EF4-FFF2-40B4-BE49-F238E27FC236}">
                <a16:creationId xmlns:a16="http://schemas.microsoft.com/office/drawing/2014/main" id="{6A269853-C301-0922-E622-F98C6AC68E4B}"/>
              </a:ext>
            </a:extLst>
          </p:cNvPr>
          <p:cNvSpPr/>
          <p:nvPr/>
        </p:nvSpPr>
        <p:spPr>
          <a:xfrm>
            <a:off x="18565173" y="13147642"/>
            <a:ext cx="1048587" cy="12997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Prevalence</a:t>
            </a:r>
          </a:p>
        </p:txBody>
      </p:sp>
      <p:grpSp>
        <p:nvGrpSpPr>
          <p:cNvPr id="6804" name="Group 6803">
            <a:extLst>
              <a:ext uri="{FF2B5EF4-FFF2-40B4-BE49-F238E27FC236}">
                <a16:creationId xmlns:a16="http://schemas.microsoft.com/office/drawing/2014/main" id="{ABEE5E58-8922-44DD-825C-79F8FFC5753F}"/>
              </a:ext>
            </a:extLst>
          </p:cNvPr>
          <p:cNvGrpSpPr/>
          <p:nvPr/>
        </p:nvGrpSpPr>
        <p:grpSpPr>
          <a:xfrm>
            <a:off x="18317616" y="13499788"/>
            <a:ext cx="401582" cy="1736086"/>
            <a:chOff x="17525528" y="13525686"/>
            <a:chExt cx="329183" cy="1423097"/>
          </a:xfrm>
        </p:grpSpPr>
        <p:pic>
          <p:nvPicPr>
            <p:cNvPr id="4889" name="pic82">
              <a:extLst>
                <a:ext uri="{FF2B5EF4-FFF2-40B4-BE49-F238E27FC236}">
                  <a16:creationId xmlns:a16="http://schemas.microsoft.com/office/drawing/2014/main" id="{A0DD1081-DA52-20F5-3C5F-C291434D13A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525528" y="13525686"/>
              <a:ext cx="329183" cy="1423097"/>
            </a:xfrm>
            <a:prstGeom prst="rect">
              <a:avLst/>
            </a:prstGeom>
          </p:spPr>
        </p:pic>
        <p:sp>
          <p:nvSpPr>
            <p:cNvPr id="4890" name="pl83">
              <a:extLst>
                <a:ext uri="{FF2B5EF4-FFF2-40B4-BE49-F238E27FC236}">
                  <a16:creationId xmlns:a16="http://schemas.microsoft.com/office/drawing/2014/main" id="{96A26087-B956-97AE-D801-212DACE3632F}"/>
                </a:ext>
              </a:extLst>
            </p:cNvPr>
            <p:cNvSpPr/>
            <p:nvPr/>
          </p:nvSpPr>
          <p:spPr>
            <a:xfrm>
              <a:off x="17788874" y="14946409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91" name="pl84">
              <a:extLst>
                <a:ext uri="{FF2B5EF4-FFF2-40B4-BE49-F238E27FC236}">
                  <a16:creationId xmlns:a16="http://schemas.microsoft.com/office/drawing/2014/main" id="{6F71AC95-F99B-9D5E-B4D2-EBF0F5C2BCA0}"/>
                </a:ext>
              </a:extLst>
            </p:cNvPr>
            <p:cNvSpPr/>
            <p:nvPr/>
          </p:nvSpPr>
          <p:spPr>
            <a:xfrm>
              <a:off x="17788874" y="14591821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92" name="pl85">
              <a:extLst>
                <a:ext uri="{FF2B5EF4-FFF2-40B4-BE49-F238E27FC236}">
                  <a16:creationId xmlns:a16="http://schemas.microsoft.com/office/drawing/2014/main" id="{F8A20CEC-CF57-4487-B405-D594281D5F5E}"/>
                </a:ext>
              </a:extLst>
            </p:cNvPr>
            <p:cNvSpPr/>
            <p:nvPr/>
          </p:nvSpPr>
          <p:spPr>
            <a:xfrm>
              <a:off x="17788874" y="14237233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93" name="pl86">
              <a:extLst>
                <a:ext uri="{FF2B5EF4-FFF2-40B4-BE49-F238E27FC236}">
                  <a16:creationId xmlns:a16="http://schemas.microsoft.com/office/drawing/2014/main" id="{4D2DB00B-9314-8ED6-FCB0-8E5C52BE42C0}"/>
                </a:ext>
              </a:extLst>
            </p:cNvPr>
            <p:cNvSpPr/>
            <p:nvPr/>
          </p:nvSpPr>
          <p:spPr>
            <a:xfrm>
              <a:off x="17788874" y="13882645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94" name="pl87">
              <a:extLst>
                <a:ext uri="{FF2B5EF4-FFF2-40B4-BE49-F238E27FC236}">
                  <a16:creationId xmlns:a16="http://schemas.microsoft.com/office/drawing/2014/main" id="{CC6E8D27-7533-F6F9-E301-F02A55C36FEB}"/>
                </a:ext>
              </a:extLst>
            </p:cNvPr>
            <p:cNvSpPr/>
            <p:nvPr/>
          </p:nvSpPr>
          <p:spPr>
            <a:xfrm>
              <a:off x="17788874" y="13528056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95" name="pl88">
              <a:extLst>
                <a:ext uri="{FF2B5EF4-FFF2-40B4-BE49-F238E27FC236}">
                  <a16:creationId xmlns:a16="http://schemas.microsoft.com/office/drawing/2014/main" id="{67318145-DEE2-9F69-F181-CE9EDDA9CEB5}"/>
                </a:ext>
              </a:extLst>
            </p:cNvPr>
            <p:cNvSpPr/>
            <p:nvPr/>
          </p:nvSpPr>
          <p:spPr>
            <a:xfrm>
              <a:off x="17525528" y="14946409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96" name="pl89">
              <a:extLst>
                <a:ext uri="{FF2B5EF4-FFF2-40B4-BE49-F238E27FC236}">
                  <a16:creationId xmlns:a16="http://schemas.microsoft.com/office/drawing/2014/main" id="{BA52058B-049B-C751-A966-0E6854F0F394}"/>
                </a:ext>
              </a:extLst>
            </p:cNvPr>
            <p:cNvSpPr/>
            <p:nvPr/>
          </p:nvSpPr>
          <p:spPr>
            <a:xfrm>
              <a:off x="17525528" y="14591821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97" name="pl90">
              <a:extLst>
                <a:ext uri="{FF2B5EF4-FFF2-40B4-BE49-F238E27FC236}">
                  <a16:creationId xmlns:a16="http://schemas.microsoft.com/office/drawing/2014/main" id="{07045891-E9BD-C093-7870-D5F61AF1B40E}"/>
                </a:ext>
              </a:extLst>
            </p:cNvPr>
            <p:cNvSpPr/>
            <p:nvPr/>
          </p:nvSpPr>
          <p:spPr>
            <a:xfrm>
              <a:off x="17525528" y="14237233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98" name="pl91">
              <a:extLst>
                <a:ext uri="{FF2B5EF4-FFF2-40B4-BE49-F238E27FC236}">
                  <a16:creationId xmlns:a16="http://schemas.microsoft.com/office/drawing/2014/main" id="{AD94B852-BF09-93B6-D709-E4C0797FCF8A}"/>
                </a:ext>
              </a:extLst>
            </p:cNvPr>
            <p:cNvSpPr/>
            <p:nvPr/>
          </p:nvSpPr>
          <p:spPr>
            <a:xfrm>
              <a:off x="17525528" y="13882645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4899" name="pl92">
              <a:extLst>
                <a:ext uri="{FF2B5EF4-FFF2-40B4-BE49-F238E27FC236}">
                  <a16:creationId xmlns:a16="http://schemas.microsoft.com/office/drawing/2014/main" id="{F17A3CC9-CC21-1B8F-A150-7BE699AE2F2D}"/>
                </a:ext>
              </a:extLst>
            </p:cNvPr>
            <p:cNvSpPr/>
            <p:nvPr/>
          </p:nvSpPr>
          <p:spPr>
            <a:xfrm>
              <a:off x="17525528" y="13528056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</p:grpSp>
      <p:sp>
        <p:nvSpPr>
          <p:cNvPr id="4900" name="tx93">
            <a:extLst>
              <a:ext uri="{FF2B5EF4-FFF2-40B4-BE49-F238E27FC236}">
                <a16:creationId xmlns:a16="http://schemas.microsoft.com/office/drawing/2014/main" id="{871516C2-E4F4-2919-6F61-49C058A2108F}"/>
              </a:ext>
            </a:extLst>
          </p:cNvPr>
          <p:cNvSpPr/>
          <p:nvPr/>
        </p:nvSpPr>
        <p:spPr>
          <a:xfrm>
            <a:off x="18893680" y="15235874"/>
            <a:ext cx="326303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4901" name="tx94">
            <a:extLst>
              <a:ext uri="{FF2B5EF4-FFF2-40B4-BE49-F238E27FC236}">
                <a16:creationId xmlns:a16="http://schemas.microsoft.com/office/drawing/2014/main" id="{D34C8A8C-81B3-1523-F4DC-7175803BE0F7}"/>
              </a:ext>
            </a:extLst>
          </p:cNvPr>
          <p:cNvSpPr/>
          <p:nvPr/>
        </p:nvSpPr>
        <p:spPr>
          <a:xfrm>
            <a:off x="18893680" y="14771948"/>
            <a:ext cx="326303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4902" name="tx95">
            <a:extLst>
              <a:ext uri="{FF2B5EF4-FFF2-40B4-BE49-F238E27FC236}">
                <a16:creationId xmlns:a16="http://schemas.microsoft.com/office/drawing/2014/main" id="{9EA9D3B0-A97F-B3E2-03E6-E3034E36FE1C}"/>
              </a:ext>
            </a:extLst>
          </p:cNvPr>
          <p:cNvSpPr/>
          <p:nvPr/>
        </p:nvSpPr>
        <p:spPr>
          <a:xfrm>
            <a:off x="18893680" y="14350804"/>
            <a:ext cx="326303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4903" name="tx96">
            <a:extLst>
              <a:ext uri="{FF2B5EF4-FFF2-40B4-BE49-F238E27FC236}">
                <a16:creationId xmlns:a16="http://schemas.microsoft.com/office/drawing/2014/main" id="{8C365A15-D7A2-C648-DECD-34924BC794EC}"/>
              </a:ext>
            </a:extLst>
          </p:cNvPr>
          <p:cNvSpPr/>
          <p:nvPr/>
        </p:nvSpPr>
        <p:spPr>
          <a:xfrm>
            <a:off x="18893680" y="13907852"/>
            <a:ext cx="326303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4904" name="tx97">
            <a:extLst>
              <a:ext uri="{FF2B5EF4-FFF2-40B4-BE49-F238E27FC236}">
                <a16:creationId xmlns:a16="http://schemas.microsoft.com/office/drawing/2014/main" id="{DB6A9AA6-5B45-E26E-AA06-2E46F9B7D5C8}"/>
              </a:ext>
            </a:extLst>
          </p:cNvPr>
          <p:cNvSpPr/>
          <p:nvPr/>
        </p:nvSpPr>
        <p:spPr>
          <a:xfrm>
            <a:off x="18855409" y="13507682"/>
            <a:ext cx="326303" cy="10388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4905" name="tx98">
            <a:extLst>
              <a:ext uri="{FF2B5EF4-FFF2-40B4-BE49-F238E27FC236}">
                <a16:creationId xmlns:a16="http://schemas.microsoft.com/office/drawing/2014/main" id="{ABB7E5E3-57CA-1946-DB6F-D53DFF9FD403}"/>
              </a:ext>
            </a:extLst>
          </p:cNvPr>
          <p:cNvSpPr/>
          <p:nvPr/>
        </p:nvSpPr>
        <p:spPr>
          <a:xfrm>
            <a:off x="8089843" y="12577662"/>
            <a:ext cx="2234885" cy="15582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(E) </a:t>
            </a: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Disease Prevalence</a:t>
            </a:r>
          </a:p>
        </p:txBody>
      </p:sp>
      <p:sp>
        <p:nvSpPr>
          <p:cNvPr id="3" name="rc5">
            <a:extLst>
              <a:ext uri="{FF2B5EF4-FFF2-40B4-BE49-F238E27FC236}">
                <a16:creationId xmlns:a16="http://schemas.microsoft.com/office/drawing/2014/main" id="{4389F6B5-C5F0-3845-E296-062B6780614C}"/>
              </a:ext>
            </a:extLst>
          </p:cNvPr>
          <p:cNvSpPr/>
          <p:nvPr/>
        </p:nvSpPr>
        <p:spPr>
          <a:xfrm>
            <a:off x="2030967" y="8508742"/>
            <a:ext cx="1729743" cy="6748962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4909" name="rc6">
            <a:extLst>
              <a:ext uri="{FF2B5EF4-FFF2-40B4-BE49-F238E27FC236}">
                <a16:creationId xmlns:a16="http://schemas.microsoft.com/office/drawing/2014/main" id="{A67E7A7D-3EF3-E37A-7B57-979F5DD438B3}"/>
              </a:ext>
            </a:extLst>
          </p:cNvPr>
          <p:cNvSpPr/>
          <p:nvPr/>
        </p:nvSpPr>
        <p:spPr>
          <a:xfrm>
            <a:off x="2109593" y="9414091"/>
            <a:ext cx="786246" cy="823043"/>
          </a:xfrm>
          <a:prstGeom prst="rect">
            <a:avLst/>
          </a:prstGeom>
          <a:solidFill>
            <a:srgbClr val="3B548F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11" name="rc7">
            <a:extLst>
              <a:ext uri="{FF2B5EF4-FFF2-40B4-BE49-F238E27FC236}">
                <a16:creationId xmlns:a16="http://schemas.microsoft.com/office/drawing/2014/main" id="{7A1EA618-6718-2440-1A45-FE2BBEAF9D49}"/>
              </a:ext>
            </a:extLst>
          </p:cNvPr>
          <p:cNvSpPr/>
          <p:nvPr/>
        </p:nvSpPr>
        <p:spPr>
          <a:xfrm>
            <a:off x="2109593" y="12706269"/>
            <a:ext cx="786246" cy="823043"/>
          </a:xfrm>
          <a:prstGeom prst="rect">
            <a:avLst/>
          </a:prstGeom>
          <a:solidFill>
            <a:srgbClr val="302445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13" name="rc8">
            <a:extLst>
              <a:ext uri="{FF2B5EF4-FFF2-40B4-BE49-F238E27FC236}">
                <a16:creationId xmlns:a16="http://schemas.microsoft.com/office/drawing/2014/main" id="{6EEE83F5-EE10-DFA9-3E2F-30DCE2350102}"/>
              </a:ext>
            </a:extLst>
          </p:cNvPr>
          <p:cNvSpPr/>
          <p:nvPr/>
        </p:nvSpPr>
        <p:spPr>
          <a:xfrm>
            <a:off x="2109593" y="8591045"/>
            <a:ext cx="786246" cy="823043"/>
          </a:xfrm>
          <a:prstGeom prst="rect">
            <a:avLst/>
          </a:prstGeom>
          <a:solidFill>
            <a:srgbClr val="382B56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14" name="rc9">
            <a:extLst>
              <a:ext uri="{FF2B5EF4-FFF2-40B4-BE49-F238E27FC236}">
                <a16:creationId xmlns:a16="http://schemas.microsoft.com/office/drawing/2014/main" id="{F1F0D60C-7A99-3C7A-0B38-70754514FFB5}"/>
              </a:ext>
            </a:extLst>
          </p:cNvPr>
          <p:cNvSpPr/>
          <p:nvPr/>
        </p:nvSpPr>
        <p:spPr>
          <a:xfrm>
            <a:off x="2109593" y="11883223"/>
            <a:ext cx="786246" cy="823043"/>
          </a:xfrm>
          <a:prstGeom prst="rect">
            <a:avLst/>
          </a:prstGeom>
          <a:solidFill>
            <a:srgbClr val="312446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15" name="rc10">
            <a:extLst>
              <a:ext uri="{FF2B5EF4-FFF2-40B4-BE49-F238E27FC236}">
                <a16:creationId xmlns:a16="http://schemas.microsoft.com/office/drawing/2014/main" id="{B55C76C1-4A31-0E1C-D2B5-A7BF47EA9EA0}"/>
              </a:ext>
            </a:extLst>
          </p:cNvPr>
          <p:cNvSpPr/>
          <p:nvPr/>
        </p:nvSpPr>
        <p:spPr>
          <a:xfrm>
            <a:off x="2109593" y="14352358"/>
            <a:ext cx="786246" cy="823043"/>
          </a:xfrm>
          <a:prstGeom prst="rect">
            <a:avLst/>
          </a:prstGeom>
          <a:solidFill>
            <a:srgbClr val="3B538E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17" name="rc11">
            <a:extLst>
              <a:ext uri="{FF2B5EF4-FFF2-40B4-BE49-F238E27FC236}">
                <a16:creationId xmlns:a16="http://schemas.microsoft.com/office/drawing/2014/main" id="{7107B060-E253-F1DD-3FF9-EE3A848ECBCA}"/>
              </a:ext>
            </a:extLst>
          </p:cNvPr>
          <p:cNvSpPr/>
          <p:nvPr/>
        </p:nvSpPr>
        <p:spPr>
          <a:xfrm>
            <a:off x="2109593" y="11060180"/>
            <a:ext cx="786246" cy="823043"/>
          </a:xfrm>
          <a:prstGeom prst="rect">
            <a:avLst/>
          </a:prstGeom>
          <a:solidFill>
            <a:srgbClr val="C5EDD8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18" name="rc12">
            <a:extLst>
              <a:ext uri="{FF2B5EF4-FFF2-40B4-BE49-F238E27FC236}">
                <a16:creationId xmlns:a16="http://schemas.microsoft.com/office/drawing/2014/main" id="{3DBF10A5-AB99-CE82-72C2-CAB5B6EF8423}"/>
              </a:ext>
            </a:extLst>
          </p:cNvPr>
          <p:cNvSpPr/>
          <p:nvPr/>
        </p:nvSpPr>
        <p:spPr>
          <a:xfrm>
            <a:off x="2109593" y="10237134"/>
            <a:ext cx="786246" cy="823043"/>
          </a:xfrm>
          <a:prstGeom prst="rect">
            <a:avLst/>
          </a:prstGeom>
          <a:solidFill>
            <a:srgbClr val="3A679E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19" name="rc13">
            <a:extLst>
              <a:ext uri="{FF2B5EF4-FFF2-40B4-BE49-F238E27FC236}">
                <a16:creationId xmlns:a16="http://schemas.microsoft.com/office/drawing/2014/main" id="{223E265E-FCC4-9A12-24F2-2616320A64C8}"/>
              </a:ext>
            </a:extLst>
          </p:cNvPr>
          <p:cNvSpPr/>
          <p:nvPr/>
        </p:nvSpPr>
        <p:spPr>
          <a:xfrm>
            <a:off x="2109593" y="13529312"/>
            <a:ext cx="786246" cy="823043"/>
          </a:xfrm>
          <a:prstGeom prst="rect">
            <a:avLst/>
          </a:prstGeom>
          <a:solidFill>
            <a:srgbClr val="3593A8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20" name="rc14">
            <a:extLst>
              <a:ext uri="{FF2B5EF4-FFF2-40B4-BE49-F238E27FC236}">
                <a16:creationId xmlns:a16="http://schemas.microsoft.com/office/drawing/2014/main" id="{1C06C05E-18EC-80F7-2BDC-4DE294D486E7}"/>
              </a:ext>
            </a:extLst>
          </p:cNvPr>
          <p:cNvSpPr/>
          <p:nvPr/>
        </p:nvSpPr>
        <p:spPr>
          <a:xfrm>
            <a:off x="2895839" y="13529312"/>
            <a:ext cx="786246" cy="823043"/>
          </a:xfrm>
          <a:prstGeom prst="rect">
            <a:avLst/>
          </a:prstGeom>
          <a:solidFill>
            <a:srgbClr val="3C4C83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21" name="rc15">
            <a:extLst>
              <a:ext uri="{FF2B5EF4-FFF2-40B4-BE49-F238E27FC236}">
                <a16:creationId xmlns:a16="http://schemas.microsoft.com/office/drawing/2014/main" id="{33F9A599-470B-7B7E-7F49-A8EEDAA5833A}"/>
              </a:ext>
            </a:extLst>
          </p:cNvPr>
          <p:cNvSpPr/>
          <p:nvPr/>
        </p:nvSpPr>
        <p:spPr>
          <a:xfrm>
            <a:off x="2895839" y="11060180"/>
            <a:ext cx="786246" cy="823043"/>
          </a:xfrm>
          <a:prstGeom prst="rect">
            <a:avLst/>
          </a:prstGeom>
          <a:solidFill>
            <a:srgbClr val="395F9D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22" name="rc16">
            <a:extLst>
              <a:ext uri="{FF2B5EF4-FFF2-40B4-BE49-F238E27FC236}">
                <a16:creationId xmlns:a16="http://schemas.microsoft.com/office/drawing/2014/main" id="{C8ECD953-2C57-47D5-8C6D-4D132D542B35}"/>
              </a:ext>
            </a:extLst>
          </p:cNvPr>
          <p:cNvSpPr/>
          <p:nvPr/>
        </p:nvSpPr>
        <p:spPr>
          <a:xfrm>
            <a:off x="2895839" y="14352358"/>
            <a:ext cx="786246" cy="823043"/>
          </a:xfrm>
          <a:prstGeom prst="rect">
            <a:avLst/>
          </a:prstGeom>
          <a:solidFill>
            <a:srgbClr val="3C4275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23" name="rc17">
            <a:extLst>
              <a:ext uri="{FF2B5EF4-FFF2-40B4-BE49-F238E27FC236}">
                <a16:creationId xmlns:a16="http://schemas.microsoft.com/office/drawing/2014/main" id="{703DD4BD-0DC5-D317-8EBF-5D7BAD8DB46E}"/>
              </a:ext>
            </a:extLst>
          </p:cNvPr>
          <p:cNvSpPr/>
          <p:nvPr/>
        </p:nvSpPr>
        <p:spPr>
          <a:xfrm>
            <a:off x="2895839" y="12706269"/>
            <a:ext cx="786246" cy="823043"/>
          </a:xfrm>
          <a:prstGeom prst="rect">
            <a:avLst/>
          </a:prstGeom>
          <a:solidFill>
            <a:srgbClr val="3A3665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24" name="rc18">
            <a:extLst>
              <a:ext uri="{FF2B5EF4-FFF2-40B4-BE49-F238E27FC236}">
                <a16:creationId xmlns:a16="http://schemas.microsoft.com/office/drawing/2014/main" id="{65484E32-01B9-0EA9-3FB6-B4DF6FAB253E}"/>
              </a:ext>
            </a:extLst>
          </p:cNvPr>
          <p:cNvSpPr/>
          <p:nvPr/>
        </p:nvSpPr>
        <p:spPr>
          <a:xfrm>
            <a:off x="2895839" y="10237134"/>
            <a:ext cx="786246" cy="823043"/>
          </a:xfrm>
          <a:prstGeom prst="rect">
            <a:avLst/>
          </a:prstGeom>
          <a:solidFill>
            <a:srgbClr val="ADE5CD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25" name="rc19">
            <a:extLst>
              <a:ext uri="{FF2B5EF4-FFF2-40B4-BE49-F238E27FC236}">
                <a16:creationId xmlns:a16="http://schemas.microsoft.com/office/drawing/2014/main" id="{5305570B-15DA-2D03-0692-7D81527EDF99}"/>
              </a:ext>
            </a:extLst>
          </p:cNvPr>
          <p:cNvSpPr/>
          <p:nvPr/>
        </p:nvSpPr>
        <p:spPr>
          <a:xfrm>
            <a:off x="2895839" y="11883223"/>
            <a:ext cx="786246" cy="823043"/>
          </a:xfrm>
          <a:prstGeom prst="rect">
            <a:avLst/>
          </a:prstGeom>
          <a:solidFill>
            <a:srgbClr val="3FA2AA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26" name="rc20">
            <a:extLst>
              <a:ext uri="{FF2B5EF4-FFF2-40B4-BE49-F238E27FC236}">
                <a16:creationId xmlns:a16="http://schemas.microsoft.com/office/drawing/2014/main" id="{A588AF5D-4FA8-FCAF-D3ED-A392B4B86D31}"/>
              </a:ext>
            </a:extLst>
          </p:cNvPr>
          <p:cNvSpPr/>
          <p:nvPr/>
        </p:nvSpPr>
        <p:spPr>
          <a:xfrm>
            <a:off x="2895839" y="8591045"/>
            <a:ext cx="786246" cy="823043"/>
          </a:xfrm>
          <a:prstGeom prst="rect">
            <a:avLst/>
          </a:prstGeom>
          <a:solidFill>
            <a:srgbClr val="35284F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27" name="rc21">
            <a:extLst>
              <a:ext uri="{FF2B5EF4-FFF2-40B4-BE49-F238E27FC236}">
                <a16:creationId xmlns:a16="http://schemas.microsoft.com/office/drawing/2014/main" id="{D4A4D9F9-F740-AD7B-3BC1-BAEFAB99FE71}"/>
              </a:ext>
            </a:extLst>
          </p:cNvPr>
          <p:cNvSpPr/>
          <p:nvPr/>
        </p:nvSpPr>
        <p:spPr>
          <a:xfrm>
            <a:off x="2895839" y="9414091"/>
            <a:ext cx="786246" cy="823043"/>
          </a:xfrm>
          <a:prstGeom prst="rect">
            <a:avLst/>
          </a:prstGeom>
          <a:solidFill>
            <a:srgbClr val="3B5490">
              <a:alpha val="100000"/>
            </a:srgbClr>
          </a:solidFill>
          <a:ln w="542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4928" name="pl22">
            <a:extLst>
              <a:ext uri="{FF2B5EF4-FFF2-40B4-BE49-F238E27FC236}">
                <a16:creationId xmlns:a16="http://schemas.microsoft.com/office/drawing/2014/main" id="{E9E2786C-9B70-D8B7-E327-A0557CBEEBDD}"/>
              </a:ext>
            </a:extLst>
          </p:cNvPr>
          <p:cNvSpPr/>
          <p:nvPr/>
        </p:nvSpPr>
        <p:spPr>
          <a:xfrm>
            <a:off x="2030967" y="8508742"/>
            <a:ext cx="0" cy="6748962"/>
          </a:xfrm>
          <a:custGeom>
            <a:avLst/>
            <a:gdLst/>
            <a:ahLst/>
            <a:cxnLst/>
            <a:rect l="0" t="0" r="0" b="0"/>
            <a:pathLst>
              <a:path h="3206252">
                <a:moveTo>
                  <a:pt x="0" y="3206252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29" name="tx23">
            <a:extLst>
              <a:ext uri="{FF2B5EF4-FFF2-40B4-BE49-F238E27FC236}">
                <a16:creationId xmlns:a16="http://schemas.microsoft.com/office/drawing/2014/main" id="{1C57E3F7-F894-59E0-9E8C-6A67D16FCEFD}"/>
              </a:ext>
            </a:extLst>
          </p:cNvPr>
          <p:cNvSpPr/>
          <p:nvPr/>
        </p:nvSpPr>
        <p:spPr>
          <a:xfrm>
            <a:off x="1154246" y="14679575"/>
            <a:ext cx="698890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4930" name="tx24">
            <a:extLst>
              <a:ext uri="{FF2B5EF4-FFF2-40B4-BE49-F238E27FC236}">
                <a16:creationId xmlns:a16="http://schemas.microsoft.com/office/drawing/2014/main" id="{E097599C-34C5-378B-03B9-94CD50A7047C}"/>
              </a:ext>
            </a:extLst>
          </p:cNvPr>
          <p:cNvSpPr/>
          <p:nvPr/>
        </p:nvSpPr>
        <p:spPr>
          <a:xfrm>
            <a:off x="1166381" y="13856531"/>
            <a:ext cx="686754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4931" name="tx25">
            <a:extLst>
              <a:ext uri="{FF2B5EF4-FFF2-40B4-BE49-F238E27FC236}">
                <a16:creationId xmlns:a16="http://schemas.microsoft.com/office/drawing/2014/main" id="{E373B092-0922-FED7-2CE3-2811339B14DE}"/>
              </a:ext>
            </a:extLst>
          </p:cNvPr>
          <p:cNvSpPr/>
          <p:nvPr/>
        </p:nvSpPr>
        <p:spPr>
          <a:xfrm>
            <a:off x="1179070" y="13033486"/>
            <a:ext cx="674068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4932" name="tx26">
            <a:extLst>
              <a:ext uri="{FF2B5EF4-FFF2-40B4-BE49-F238E27FC236}">
                <a16:creationId xmlns:a16="http://schemas.microsoft.com/office/drawing/2014/main" id="{F38B4746-19F7-AC3A-C59F-47FCBE7E415F}"/>
              </a:ext>
            </a:extLst>
          </p:cNvPr>
          <p:cNvSpPr/>
          <p:nvPr/>
        </p:nvSpPr>
        <p:spPr>
          <a:xfrm>
            <a:off x="1141560" y="12210442"/>
            <a:ext cx="711576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4933" name="tx27">
            <a:extLst>
              <a:ext uri="{FF2B5EF4-FFF2-40B4-BE49-F238E27FC236}">
                <a16:creationId xmlns:a16="http://schemas.microsoft.com/office/drawing/2014/main" id="{7FA623FD-DA08-CF2E-D756-D55C0BDFDA93}"/>
              </a:ext>
            </a:extLst>
          </p:cNvPr>
          <p:cNvSpPr/>
          <p:nvPr/>
        </p:nvSpPr>
        <p:spPr>
          <a:xfrm>
            <a:off x="928822" y="11387397"/>
            <a:ext cx="924314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4934" name="tx28">
            <a:extLst>
              <a:ext uri="{FF2B5EF4-FFF2-40B4-BE49-F238E27FC236}">
                <a16:creationId xmlns:a16="http://schemas.microsoft.com/office/drawing/2014/main" id="{AC5372E5-4DD8-E770-BE7E-F7FEFEAFF25B}"/>
              </a:ext>
            </a:extLst>
          </p:cNvPr>
          <p:cNvSpPr/>
          <p:nvPr/>
        </p:nvSpPr>
        <p:spPr>
          <a:xfrm>
            <a:off x="891680" y="10564353"/>
            <a:ext cx="961456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4935" name="tx29">
            <a:extLst>
              <a:ext uri="{FF2B5EF4-FFF2-40B4-BE49-F238E27FC236}">
                <a16:creationId xmlns:a16="http://schemas.microsoft.com/office/drawing/2014/main" id="{B1212B15-9400-DB6A-CDC6-827629DBB55B}"/>
              </a:ext>
            </a:extLst>
          </p:cNvPr>
          <p:cNvSpPr/>
          <p:nvPr/>
        </p:nvSpPr>
        <p:spPr>
          <a:xfrm>
            <a:off x="1116921" y="9741308"/>
            <a:ext cx="736215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4936" name="tx30">
            <a:extLst>
              <a:ext uri="{FF2B5EF4-FFF2-40B4-BE49-F238E27FC236}">
                <a16:creationId xmlns:a16="http://schemas.microsoft.com/office/drawing/2014/main" id="{052188C8-801C-7A1E-3A86-DF7C137CBA28}"/>
              </a:ext>
            </a:extLst>
          </p:cNvPr>
          <p:cNvSpPr/>
          <p:nvPr/>
        </p:nvSpPr>
        <p:spPr>
          <a:xfrm>
            <a:off x="1104235" y="8918264"/>
            <a:ext cx="748903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4937" name="pl31">
            <a:extLst>
              <a:ext uri="{FF2B5EF4-FFF2-40B4-BE49-F238E27FC236}">
                <a16:creationId xmlns:a16="http://schemas.microsoft.com/office/drawing/2014/main" id="{2AF9DF97-DED7-2410-C1F1-A4D99F671211}"/>
              </a:ext>
            </a:extLst>
          </p:cNvPr>
          <p:cNvSpPr/>
          <p:nvPr/>
        </p:nvSpPr>
        <p:spPr>
          <a:xfrm>
            <a:off x="1961000" y="14763880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38" name="pl32">
            <a:extLst>
              <a:ext uri="{FF2B5EF4-FFF2-40B4-BE49-F238E27FC236}">
                <a16:creationId xmlns:a16="http://schemas.microsoft.com/office/drawing/2014/main" id="{2060149D-047B-C88B-0E77-E8AE09872648}"/>
              </a:ext>
            </a:extLst>
          </p:cNvPr>
          <p:cNvSpPr/>
          <p:nvPr/>
        </p:nvSpPr>
        <p:spPr>
          <a:xfrm>
            <a:off x="1961000" y="13940834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39" name="pl33">
            <a:extLst>
              <a:ext uri="{FF2B5EF4-FFF2-40B4-BE49-F238E27FC236}">
                <a16:creationId xmlns:a16="http://schemas.microsoft.com/office/drawing/2014/main" id="{BD86473A-311E-25CE-94F7-D822278650E9}"/>
              </a:ext>
            </a:extLst>
          </p:cNvPr>
          <p:cNvSpPr/>
          <p:nvPr/>
        </p:nvSpPr>
        <p:spPr>
          <a:xfrm>
            <a:off x="1961000" y="13117790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0" name="pl34">
            <a:extLst>
              <a:ext uri="{FF2B5EF4-FFF2-40B4-BE49-F238E27FC236}">
                <a16:creationId xmlns:a16="http://schemas.microsoft.com/office/drawing/2014/main" id="{7AA8CE46-295D-8F35-1D99-C3B93779BA8C}"/>
              </a:ext>
            </a:extLst>
          </p:cNvPr>
          <p:cNvSpPr/>
          <p:nvPr/>
        </p:nvSpPr>
        <p:spPr>
          <a:xfrm>
            <a:off x="1961000" y="12294745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1" name="pl35">
            <a:extLst>
              <a:ext uri="{FF2B5EF4-FFF2-40B4-BE49-F238E27FC236}">
                <a16:creationId xmlns:a16="http://schemas.microsoft.com/office/drawing/2014/main" id="{F294733C-B3A4-8E8B-8E13-D4536AB68671}"/>
              </a:ext>
            </a:extLst>
          </p:cNvPr>
          <p:cNvSpPr/>
          <p:nvPr/>
        </p:nvSpPr>
        <p:spPr>
          <a:xfrm>
            <a:off x="1961000" y="11471701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2" name="pl36">
            <a:extLst>
              <a:ext uri="{FF2B5EF4-FFF2-40B4-BE49-F238E27FC236}">
                <a16:creationId xmlns:a16="http://schemas.microsoft.com/office/drawing/2014/main" id="{A8C8082E-DB38-BE9D-430D-797C2A7C259E}"/>
              </a:ext>
            </a:extLst>
          </p:cNvPr>
          <p:cNvSpPr/>
          <p:nvPr/>
        </p:nvSpPr>
        <p:spPr>
          <a:xfrm>
            <a:off x="1961000" y="10648658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3" name="pl37">
            <a:extLst>
              <a:ext uri="{FF2B5EF4-FFF2-40B4-BE49-F238E27FC236}">
                <a16:creationId xmlns:a16="http://schemas.microsoft.com/office/drawing/2014/main" id="{EED1BD27-8506-486E-81D6-6B2FA64F5B62}"/>
              </a:ext>
            </a:extLst>
          </p:cNvPr>
          <p:cNvSpPr/>
          <p:nvPr/>
        </p:nvSpPr>
        <p:spPr>
          <a:xfrm>
            <a:off x="1961000" y="9825612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4" name="pl38">
            <a:extLst>
              <a:ext uri="{FF2B5EF4-FFF2-40B4-BE49-F238E27FC236}">
                <a16:creationId xmlns:a16="http://schemas.microsoft.com/office/drawing/2014/main" id="{9D04796C-761E-E460-3F93-E0C18C9C7DBE}"/>
              </a:ext>
            </a:extLst>
          </p:cNvPr>
          <p:cNvSpPr/>
          <p:nvPr/>
        </p:nvSpPr>
        <p:spPr>
          <a:xfrm>
            <a:off x="1961000" y="9002569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5" name="pl39">
            <a:extLst>
              <a:ext uri="{FF2B5EF4-FFF2-40B4-BE49-F238E27FC236}">
                <a16:creationId xmlns:a16="http://schemas.microsoft.com/office/drawing/2014/main" id="{6478C6CE-1C2A-35F6-8177-4664611E5637}"/>
              </a:ext>
            </a:extLst>
          </p:cNvPr>
          <p:cNvSpPr/>
          <p:nvPr/>
        </p:nvSpPr>
        <p:spPr>
          <a:xfrm>
            <a:off x="2030967" y="15257706"/>
            <a:ext cx="1729743" cy="0"/>
          </a:xfrm>
          <a:custGeom>
            <a:avLst/>
            <a:gdLst/>
            <a:ahLst/>
            <a:cxnLst/>
            <a:rect l="0" t="0" r="0" b="0"/>
            <a:pathLst>
              <a:path w="860214">
                <a:moveTo>
                  <a:pt x="0" y="0"/>
                </a:moveTo>
                <a:lnTo>
                  <a:pt x="860214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6" name="pl40">
            <a:extLst>
              <a:ext uri="{FF2B5EF4-FFF2-40B4-BE49-F238E27FC236}">
                <a16:creationId xmlns:a16="http://schemas.microsoft.com/office/drawing/2014/main" id="{FA40F413-357B-6391-E86C-3B83B97FD186}"/>
              </a:ext>
            </a:extLst>
          </p:cNvPr>
          <p:cNvSpPr/>
          <p:nvPr/>
        </p:nvSpPr>
        <p:spPr>
          <a:xfrm>
            <a:off x="2502716" y="15257706"/>
            <a:ext cx="0" cy="7323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7" name="pl41">
            <a:extLst>
              <a:ext uri="{FF2B5EF4-FFF2-40B4-BE49-F238E27FC236}">
                <a16:creationId xmlns:a16="http://schemas.microsoft.com/office/drawing/2014/main" id="{04E13442-3A20-950C-2329-E40184E0A3AC}"/>
              </a:ext>
            </a:extLst>
          </p:cNvPr>
          <p:cNvSpPr/>
          <p:nvPr/>
        </p:nvSpPr>
        <p:spPr>
          <a:xfrm>
            <a:off x="3288962" y="15257706"/>
            <a:ext cx="0" cy="7323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48" name="tx42">
            <a:extLst>
              <a:ext uri="{FF2B5EF4-FFF2-40B4-BE49-F238E27FC236}">
                <a16:creationId xmlns:a16="http://schemas.microsoft.com/office/drawing/2014/main" id="{1F3AA905-DFB8-D87A-520D-1B57460C0BC0}"/>
              </a:ext>
            </a:extLst>
          </p:cNvPr>
          <p:cNvSpPr/>
          <p:nvPr/>
        </p:nvSpPr>
        <p:spPr>
          <a:xfrm rot="18900000">
            <a:off x="1749521" y="15716122"/>
            <a:ext cx="949137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4949" name="tx43">
            <a:extLst>
              <a:ext uri="{FF2B5EF4-FFF2-40B4-BE49-F238E27FC236}">
                <a16:creationId xmlns:a16="http://schemas.microsoft.com/office/drawing/2014/main" id="{B2FA2573-3BEF-1D78-D563-45002FFD0263}"/>
              </a:ext>
            </a:extLst>
          </p:cNvPr>
          <p:cNvSpPr/>
          <p:nvPr/>
        </p:nvSpPr>
        <p:spPr>
          <a:xfrm rot="18900000">
            <a:off x="2504067" y="15729869"/>
            <a:ext cx="986280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  <p:sp>
        <p:nvSpPr>
          <p:cNvPr id="4950" name="rc44">
            <a:extLst>
              <a:ext uri="{FF2B5EF4-FFF2-40B4-BE49-F238E27FC236}">
                <a16:creationId xmlns:a16="http://schemas.microsoft.com/office/drawing/2014/main" id="{38DA3A91-312D-0863-E6DB-DEC989E89BCA}"/>
              </a:ext>
            </a:extLst>
          </p:cNvPr>
          <p:cNvSpPr/>
          <p:nvPr/>
        </p:nvSpPr>
        <p:spPr>
          <a:xfrm>
            <a:off x="4040574" y="8451342"/>
            <a:ext cx="1949036" cy="3504615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4951" name="tx45">
            <a:extLst>
              <a:ext uri="{FF2B5EF4-FFF2-40B4-BE49-F238E27FC236}">
                <a16:creationId xmlns:a16="http://schemas.microsoft.com/office/drawing/2014/main" id="{309D8F23-9211-573A-A7F2-A476CDA40751}"/>
              </a:ext>
            </a:extLst>
          </p:cNvPr>
          <p:cNvSpPr/>
          <p:nvPr/>
        </p:nvSpPr>
        <p:spPr>
          <a:xfrm>
            <a:off x="4060032" y="8639204"/>
            <a:ext cx="1669173" cy="26850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00"/>
              </a:lnSpc>
            </a:pP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</a:p>
        </p:txBody>
      </p:sp>
      <p:sp>
        <p:nvSpPr>
          <p:cNvPr id="4952" name="tx46">
            <a:extLst>
              <a:ext uri="{FF2B5EF4-FFF2-40B4-BE49-F238E27FC236}">
                <a16:creationId xmlns:a16="http://schemas.microsoft.com/office/drawing/2014/main" id="{D4FF0746-033A-9F6D-BE6E-45504857818A}"/>
              </a:ext>
            </a:extLst>
          </p:cNvPr>
          <p:cNvSpPr/>
          <p:nvPr/>
        </p:nvSpPr>
        <p:spPr>
          <a:xfrm>
            <a:off x="4060032" y="9021688"/>
            <a:ext cx="1390609" cy="26850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00"/>
              </a:lnSpc>
            </a:pP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Distance</a:t>
            </a:r>
          </a:p>
        </p:txBody>
      </p:sp>
      <p:pic>
        <p:nvPicPr>
          <p:cNvPr id="4953" name="pic47">
            <a:extLst>
              <a:ext uri="{FF2B5EF4-FFF2-40B4-BE49-F238E27FC236}">
                <a16:creationId xmlns:a16="http://schemas.microsoft.com/office/drawing/2014/main" id="{4ABB4FD8-DBD6-08F0-F10E-C3A913EFA75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80505" y="9557170"/>
            <a:ext cx="441287" cy="2309707"/>
          </a:xfrm>
          <a:prstGeom prst="rect">
            <a:avLst/>
          </a:prstGeom>
        </p:spPr>
      </p:pic>
      <p:sp>
        <p:nvSpPr>
          <p:cNvPr id="4954" name="pl48">
            <a:extLst>
              <a:ext uri="{FF2B5EF4-FFF2-40B4-BE49-F238E27FC236}">
                <a16:creationId xmlns:a16="http://schemas.microsoft.com/office/drawing/2014/main" id="{E121FEB8-6D85-CD32-BA71-F4057615C710}"/>
              </a:ext>
            </a:extLst>
          </p:cNvPr>
          <p:cNvSpPr/>
          <p:nvPr/>
        </p:nvSpPr>
        <p:spPr>
          <a:xfrm>
            <a:off x="4533536" y="11863026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55" name="pl49">
            <a:extLst>
              <a:ext uri="{FF2B5EF4-FFF2-40B4-BE49-F238E27FC236}">
                <a16:creationId xmlns:a16="http://schemas.microsoft.com/office/drawing/2014/main" id="{B7418825-9266-F346-F76E-1776CD963565}"/>
              </a:ext>
            </a:extLst>
          </p:cNvPr>
          <p:cNvSpPr/>
          <p:nvPr/>
        </p:nvSpPr>
        <p:spPr>
          <a:xfrm>
            <a:off x="4533536" y="11479359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56" name="pl50">
            <a:extLst>
              <a:ext uri="{FF2B5EF4-FFF2-40B4-BE49-F238E27FC236}">
                <a16:creationId xmlns:a16="http://schemas.microsoft.com/office/drawing/2014/main" id="{3DC9BFF1-F320-8677-3C44-1B84619E781F}"/>
              </a:ext>
            </a:extLst>
          </p:cNvPr>
          <p:cNvSpPr/>
          <p:nvPr/>
        </p:nvSpPr>
        <p:spPr>
          <a:xfrm>
            <a:off x="4533536" y="11095690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57" name="pl51">
            <a:extLst>
              <a:ext uri="{FF2B5EF4-FFF2-40B4-BE49-F238E27FC236}">
                <a16:creationId xmlns:a16="http://schemas.microsoft.com/office/drawing/2014/main" id="{B999834E-FBE0-5082-85CE-0118304DA57B}"/>
              </a:ext>
            </a:extLst>
          </p:cNvPr>
          <p:cNvSpPr/>
          <p:nvPr/>
        </p:nvSpPr>
        <p:spPr>
          <a:xfrm>
            <a:off x="4533536" y="10712023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58" name="pl52">
            <a:extLst>
              <a:ext uri="{FF2B5EF4-FFF2-40B4-BE49-F238E27FC236}">
                <a16:creationId xmlns:a16="http://schemas.microsoft.com/office/drawing/2014/main" id="{5806DFDD-14B7-5643-C27C-40D031598B4F}"/>
              </a:ext>
            </a:extLst>
          </p:cNvPr>
          <p:cNvSpPr/>
          <p:nvPr/>
        </p:nvSpPr>
        <p:spPr>
          <a:xfrm>
            <a:off x="4533536" y="10328356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59" name="pl53">
            <a:extLst>
              <a:ext uri="{FF2B5EF4-FFF2-40B4-BE49-F238E27FC236}">
                <a16:creationId xmlns:a16="http://schemas.microsoft.com/office/drawing/2014/main" id="{9A190A06-0D7F-71B0-8231-0A587F0D3DFC}"/>
              </a:ext>
            </a:extLst>
          </p:cNvPr>
          <p:cNvSpPr/>
          <p:nvPr/>
        </p:nvSpPr>
        <p:spPr>
          <a:xfrm>
            <a:off x="4533536" y="9944687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60" name="pl54">
            <a:extLst>
              <a:ext uri="{FF2B5EF4-FFF2-40B4-BE49-F238E27FC236}">
                <a16:creationId xmlns:a16="http://schemas.microsoft.com/office/drawing/2014/main" id="{CF691B62-2EA0-DC92-51D3-168EE900D7C3}"/>
              </a:ext>
            </a:extLst>
          </p:cNvPr>
          <p:cNvSpPr/>
          <p:nvPr/>
        </p:nvSpPr>
        <p:spPr>
          <a:xfrm>
            <a:off x="4533536" y="9561020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61" name="pl55">
            <a:extLst>
              <a:ext uri="{FF2B5EF4-FFF2-40B4-BE49-F238E27FC236}">
                <a16:creationId xmlns:a16="http://schemas.microsoft.com/office/drawing/2014/main" id="{5BACB299-8B9B-7542-C0AA-E01D4A16CD3E}"/>
              </a:ext>
            </a:extLst>
          </p:cNvPr>
          <p:cNvSpPr/>
          <p:nvPr/>
        </p:nvSpPr>
        <p:spPr>
          <a:xfrm>
            <a:off x="4180505" y="11863026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62" name="pl56">
            <a:extLst>
              <a:ext uri="{FF2B5EF4-FFF2-40B4-BE49-F238E27FC236}">
                <a16:creationId xmlns:a16="http://schemas.microsoft.com/office/drawing/2014/main" id="{51AB4C5F-3BEA-D5AE-D671-E75911A80701}"/>
              </a:ext>
            </a:extLst>
          </p:cNvPr>
          <p:cNvSpPr/>
          <p:nvPr/>
        </p:nvSpPr>
        <p:spPr>
          <a:xfrm>
            <a:off x="4180505" y="11479359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64" name="pl57">
            <a:extLst>
              <a:ext uri="{FF2B5EF4-FFF2-40B4-BE49-F238E27FC236}">
                <a16:creationId xmlns:a16="http://schemas.microsoft.com/office/drawing/2014/main" id="{F6141082-F88B-B45E-5295-A6D582F153B5}"/>
              </a:ext>
            </a:extLst>
          </p:cNvPr>
          <p:cNvSpPr/>
          <p:nvPr/>
        </p:nvSpPr>
        <p:spPr>
          <a:xfrm>
            <a:off x="4180505" y="11095690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51" name="pl58">
            <a:extLst>
              <a:ext uri="{FF2B5EF4-FFF2-40B4-BE49-F238E27FC236}">
                <a16:creationId xmlns:a16="http://schemas.microsoft.com/office/drawing/2014/main" id="{050D3BE2-269C-2197-B725-2CBE8705D4F6}"/>
              </a:ext>
            </a:extLst>
          </p:cNvPr>
          <p:cNvSpPr/>
          <p:nvPr/>
        </p:nvSpPr>
        <p:spPr>
          <a:xfrm>
            <a:off x="4180505" y="10712023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52" name="pl59">
            <a:extLst>
              <a:ext uri="{FF2B5EF4-FFF2-40B4-BE49-F238E27FC236}">
                <a16:creationId xmlns:a16="http://schemas.microsoft.com/office/drawing/2014/main" id="{DD93D9FC-9DA1-0122-E8E9-6C7ECB0A9F53}"/>
              </a:ext>
            </a:extLst>
          </p:cNvPr>
          <p:cNvSpPr/>
          <p:nvPr/>
        </p:nvSpPr>
        <p:spPr>
          <a:xfrm>
            <a:off x="4180505" y="10328356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53" name="pl60">
            <a:extLst>
              <a:ext uri="{FF2B5EF4-FFF2-40B4-BE49-F238E27FC236}">
                <a16:creationId xmlns:a16="http://schemas.microsoft.com/office/drawing/2014/main" id="{5496B3B6-C6FF-4095-DBD5-088869E24587}"/>
              </a:ext>
            </a:extLst>
          </p:cNvPr>
          <p:cNvSpPr/>
          <p:nvPr/>
        </p:nvSpPr>
        <p:spPr>
          <a:xfrm>
            <a:off x="4180505" y="9944687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200" name="pl61">
            <a:extLst>
              <a:ext uri="{FF2B5EF4-FFF2-40B4-BE49-F238E27FC236}">
                <a16:creationId xmlns:a16="http://schemas.microsoft.com/office/drawing/2014/main" id="{7F70898D-AC95-0113-DF5A-11FFA6BA16FA}"/>
              </a:ext>
            </a:extLst>
          </p:cNvPr>
          <p:cNvSpPr/>
          <p:nvPr/>
        </p:nvSpPr>
        <p:spPr>
          <a:xfrm>
            <a:off x="4180505" y="9561020"/>
            <a:ext cx="88257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201" name="tx62">
            <a:extLst>
              <a:ext uri="{FF2B5EF4-FFF2-40B4-BE49-F238E27FC236}">
                <a16:creationId xmlns:a16="http://schemas.microsoft.com/office/drawing/2014/main" id="{3E7AEB34-3F97-F21A-C674-14FA538EB02D}"/>
              </a:ext>
            </a:extLst>
          </p:cNvPr>
          <p:cNvSpPr/>
          <p:nvPr/>
        </p:nvSpPr>
        <p:spPr>
          <a:xfrm>
            <a:off x="4761725" y="11788355"/>
            <a:ext cx="125031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202" name="tx63">
            <a:extLst>
              <a:ext uri="{FF2B5EF4-FFF2-40B4-BE49-F238E27FC236}">
                <a16:creationId xmlns:a16="http://schemas.microsoft.com/office/drawing/2014/main" id="{FEE70162-4E60-7647-7A93-8FA331ADD5AE}"/>
              </a:ext>
            </a:extLst>
          </p:cNvPr>
          <p:cNvSpPr/>
          <p:nvPr/>
        </p:nvSpPr>
        <p:spPr>
          <a:xfrm>
            <a:off x="4761725" y="11404688"/>
            <a:ext cx="125031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</a:t>
            </a:r>
          </a:p>
        </p:txBody>
      </p:sp>
      <p:sp>
        <p:nvSpPr>
          <p:cNvPr id="3203" name="tx64">
            <a:extLst>
              <a:ext uri="{FF2B5EF4-FFF2-40B4-BE49-F238E27FC236}">
                <a16:creationId xmlns:a16="http://schemas.microsoft.com/office/drawing/2014/main" id="{6602ADCF-E899-9192-E81B-22A91D85F392}"/>
              </a:ext>
            </a:extLst>
          </p:cNvPr>
          <p:cNvSpPr/>
          <p:nvPr/>
        </p:nvSpPr>
        <p:spPr>
          <a:xfrm>
            <a:off x="4761725" y="11021021"/>
            <a:ext cx="125031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</a:p>
        </p:txBody>
      </p:sp>
      <p:sp>
        <p:nvSpPr>
          <p:cNvPr id="3204" name="tx65">
            <a:extLst>
              <a:ext uri="{FF2B5EF4-FFF2-40B4-BE49-F238E27FC236}">
                <a16:creationId xmlns:a16="http://schemas.microsoft.com/office/drawing/2014/main" id="{8061B40D-976B-2A7C-F43C-F3641B48EA5F}"/>
              </a:ext>
            </a:extLst>
          </p:cNvPr>
          <p:cNvSpPr/>
          <p:nvPr/>
        </p:nvSpPr>
        <p:spPr>
          <a:xfrm>
            <a:off x="4761725" y="10637352"/>
            <a:ext cx="125031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</a:t>
            </a:r>
          </a:p>
        </p:txBody>
      </p:sp>
      <p:sp>
        <p:nvSpPr>
          <p:cNvPr id="3205" name="tx66">
            <a:extLst>
              <a:ext uri="{FF2B5EF4-FFF2-40B4-BE49-F238E27FC236}">
                <a16:creationId xmlns:a16="http://schemas.microsoft.com/office/drawing/2014/main" id="{16ABF613-37B3-EDF9-8582-3CBD3B5A43A8}"/>
              </a:ext>
            </a:extLst>
          </p:cNvPr>
          <p:cNvSpPr/>
          <p:nvPr/>
        </p:nvSpPr>
        <p:spPr>
          <a:xfrm>
            <a:off x="4761725" y="10253685"/>
            <a:ext cx="125031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</a:t>
            </a:r>
          </a:p>
        </p:txBody>
      </p:sp>
      <p:sp>
        <p:nvSpPr>
          <p:cNvPr id="3206" name="tx67">
            <a:extLst>
              <a:ext uri="{FF2B5EF4-FFF2-40B4-BE49-F238E27FC236}">
                <a16:creationId xmlns:a16="http://schemas.microsoft.com/office/drawing/2014/main" id="{B73BFFF4-A650-E52E-F72D-8524746E8445}"/>
              </a:ext>
            </a:extLst>
          </p:cNvPr>
          <p:cNvSpPr/>
          <p:nvPr/>
        </p:nvSpPr>
        <p:spPr>
          <a:xfrm>
            <a:off x="4761725" y="9870016"/>
            <a:ext cx="125031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</a:t>
            </a:r>
          </a:p>
        </p:txBody>
      </p:sp>
      <p:sp>
        <p:nvSpPr>
          <p:cNvPr id="3207" name="tx68">
            <a:extLst>
              <a:ext uri="{FF2B5EF4-FFF2-40B4-BE49-F238E27FC236}">
                <a16:creationId xmlns:a16="http://schemas.microsoft.com/office/drawing/2014/main" id="{73C943FA-1AF8-E3AA-B794-828BC3F9AE9E}"/>
              </a:ext>
            </a:extLst>
          </p:cNvPr>
          <p:cNvSpPr/>
          <p:nvPr/>
        </p:nvSpPr>
        <p:spPr>
          <a:xfrm>
            <a:off x="4761725" y="9486349"/>
            <a:ext cx="125031" cy="16860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</a:t>
            </a:r>
          </a:p>
        </p:txBody>
      </p:sp>
      <p:pic>
        <p:nvPicPr>
          <p:cNvPr id="3212" name="pic6">
            <a:extLst>
              <a:ext uri="{FF2B5EF4-FFF2-40B4-BE49-F238E27FC236}">
                <a16:creationId xmlns:a16="http://schemas.microsoft.com/office/drawing/2014/main" id="{EDBDBD1A-2D8E-7FB4-82D1-3CA63D4ABD54}"/>
              </a:ext>
            </a:extLst>
          </p:cNvPr>
          <p:cNvPicPr/>
          <p:nvPr/>
        </p:nvPicPr>
        <p:blipFill>
          <a:blip r:embed="rId4" cstate="print"/>
          <a:srcRect r="21382"/>
          <a:stretch>
            <a:fillRect/>
          </a:stretch>
        </p:blipFill>
        <p:spPr>
          <a:xfrm>
            <a:off x="7424282" y="7793621"/>
            <a:ext cx="7640858" cy="1230506"/>
          </a:xfrm>
          <a:prstGeom prst="rect">
            <a:avLst/>
          </a:prstGeom>
        </p:spPr>
      </p:pic>
      <p:sp>
        <p:nvSpPr>
          <p:cNvPr id="3213" name="pl7">
            <a:extLst>
              <a:ext uri="{FF2B5EF4-FFF2-40B4-BE49-F238E27FC236}">
                <a16:creationId xmlns:a16="http://schemas.microsoft.com/office/drawing/2014/main" id="{11D8417F-FA97-DC2F-D343-7EA7CD5D04DD}"/>
              </a:ext>
            </a:extLst>
          </p:cNvPr>
          <p:cNvSpPr/>
          <p:nvPr/>
        </p:nvSpPr>
        <p:spPr>
          <a:xfrm>
            <a:off x="7424281" y="7793621"/>
            <a:ext cx="0" cy="1230506"/>
          </a:xfrm>
          <a:custGeom>
            <a:avLst/>
            <a:gdLst/>
            <a:ahLst/>
            <a:cxnLst/>
            <a:rect l="0" t="0" r="0" b="0"/>
            <a:pathLst>
              <a:path h="1229686">
                <a:moveTo>
                  <a:pt x="0" y="1229686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805"/>
          </a:p>
        </p:txBody>
      </p:sp>
      <p:sp>
        <p:nvSpPr>
          <p:cNvPr id="3214" name="tx8">
            <a:extLst>
              <a:ext uri="{FF2B5EF4-FFF2-40B4-BE49-F238E27FC236}">
                <a16:creationId xmlns:a16="http://schemas.microsoft.com/office/drawing/2014/main" id="{B54749F5-975A-5314-4116-A708DA7F072F}"/>
              </a:ext>
            </a:extLst>
          </p:cNvPr>
          <p:cNvSpPr/>
          <p:nvPr/>
        </p:nvSpPr>
        <p:spPr>
          <a:xfrm>
            <a:off x="7267541" y="8928117"/>
            <a:ext cx="78086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215" name="tx9">
            <a:extLst>
              <a:ext uri="{FF2B5EF4-FFF2-40B4-BE49-F238E27FC236}">
                <a16:creationId xmlns:a16="http://schemas.microsoft.com/office/drawing/2014/main" id="{2EC76056-2212-BBC5-C338-E42EB1AAEFB9}"/>
              </a:ext>
            </a:extLst>
          </p:cNvPr>
          <p:cNvSpPr/>
          <p:nvPr/>
        </p:nvSpPr>
        <p:spPr>
          <a:xfrm>
            <a:off x="7189453" y="8648456"/>
            <a:ext cx="15617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</a:t>
            </a:r>
          </a:p>
        </p:txBody>
      </p:sp>
      <p:sp>
        <p:nvSpPr>
          <p:cNvPr id="3216" name="tx10">
            <a:extLst>
              <a:ext uri="{FF2B5EF4-FFF2-40B4-BE49-F238E27FC236}">
                <a16:creationId xmlns:a16="http://schemas.microsoft.com/office/drawing/2014/main" id="{0A416005-BBFA-6912-C857-3C1CB786DF53}"/>
              </a:ext>
            </a:extLst>
          </p:cNvPr>
          <p:cNvSpPr/>
          <p:nvPr/>
        </p:nvSpPr>
        <p:spPr>
          <a:xfrm>
            <a:off x="7189453" y="8368796"/>
            <a:ext cx="15617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20</a:t>
            </a:r>
          </a:p>
        </p:txBody>
      </p:sp>
      <p:sp>
        <p:nvSpPr>
          <p:cNvPr id="3217" name="tx11">
            <a:extLst>
              <a:ext uri="{FF2B5EF4-FFF2-40B4-BE49-F238E27FC236}">
                <a16:creationId xmlns:a16="http://schemas.microsoft.com/office/drawing/2014/main" id="{1575B9F3-3B68-ECAA-3040-4C6AE6CDB0E6}"/>
              </a:ext>
            </a:extLst>
          </p:cNvPr>
          <p:cNvSpPr/>
          <p:nvPr/>
        </p:nvSpPr>
        <p:spPr>
          <a:xfrm>
            <a:off x="7189453" y="8089136"/>
            <a:ext cx="15617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30</a:t>
            </a:r>
          </a:p>
        </p:txBody>
      </p:sp>
      <p:sp>
        <p:nvSpPr>
          <p:cNvPr id="3218" name="tx12">
            <a:extLst>
              <a:ext uri="{FF2B5EF4-FFF2-40B4-BE49-F238E27FC236}">
                <a16:creationId xmlns:a16="http://schemas.microsoft.com/office/drawing/2014/main" id="{AAE71B5D-C0D0-1979-682E-A68A5B6A13C3}"/>
              </a:ext>
            </a:extLst>
          </p:cNvPr>
          <p:cNvSpPr/>
          <p:nvPr/>
        </p:nvSpPr>
        <p:spPr>
          <a:xfrm>
            <a:off x="7189453" y="7809476"/>
            <a:ext cx="15617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3219" name="pl13">
            <a:extLst>
              <a:ext uri="{FF2B5EF4-FFF2-40B4-BE49-F238E27FC236}">
                <a16:creationId xmlns:a16="http://schemas.microsoft.com/office/drawing/2014/main" id="{5E45D991-5A80-7668-2443-6CF97E1800FC}"/>
              </a:ext>
            </a:extLst>
          </p:cNvPr>
          <p:cNvSpPr/>
          <p:nvPr/>
        </p:nvSpPr>
        <p:spPr>
          <a:xfrm>
            <a:off x="7380585" y="8968194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20" name="pl14">
            <a:extLst>
              <a:ext uri="{FF2B5EF4-FFF2-40B4-BE49-F238E27FC236}">
                <a16:creationId xmlns:a16="http://schemas.microsoft.com/office/drawing/2014/main" id="{F42D33A3-373C-EF13-9710-6E2137514FF9}"/>
              </a:ext>
            </a:extLst>
          </p:cNvPr>
          <p:cNvSpPr/>
          <p:nvPr/>
        </p:nvSpPr>
        <p:spPr>
          <a:xfrm>
            <a:off x="7380585" y="8688534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805"/>
          </a:p>
        </p:txBody>
      </p:sp>
      <p:sp>
        <p:nvSpPr>
          <p:cNvPr id="3221" name="pl15">
            <a:extLst>
              <a:ext uri="{FF2B5EF4-FFF2-40B4-BE49-F238E27FC236}">
                <a16:creationId xmlns:a16="http://schemas.microsoft.com/office/drawing/2014/main" id="{ACA3C3E0-377F-1495-9660-55166B485ACC}"/>
              </a:ext>
            </a:extLst>
          </p:cNvPr>
          <p:cNvSpPr/>
          <p:nvPr/>
        </p:nvSpPr>
        <p:spPr>
          <a:xfrm>
            <a:off x="7380585" y="8408874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805"/>
          </a:p>
        </p:txBody>
      </p:sp>
      <p:sp>
        <p:nvSpPr>
          <p:cNvPr id="3222" name="pl16">
            <a:extLst>
              <a:ext uri="{FF2B5EF4-FFF2-40B4-BE49-F238E27FC236}">
                <a16:creationId xmlns:a16="http://schemas.microsoft.com/office/drawing/2014/main" id="{BCCB2F46-DC33-9882-D295-71BC279DE975}"/>
              </a:ext>
            </a:extLst>
          </p:cNvPr>
          <p:cNvSpPr/>
          <p:nvPr/>
        </p:nvSpPr>
        <p:spPr>
          <a:xfrm>
            <a:off x="7380585" y="8129214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805"/>
          </a:p>
        </p:txBody>
      </p:sp>
      <p:sp>
        <p:nvSpPr>
          <p:cNvPr id="3223" name="pl17">
            <a:extLst>
              <a:ext uri="{FF2B5EF4-FFF2-40B4-BE49-F238E27FC236}">
                <a16:creationId xmlns:a16="http://schemas.microsoft.com/office/drawing/2014/main" id="{C0392D18-BDF8-299F-DA64-08AEE9113C01}"/>
              </a:ext>
            </a:extLst>
          </p:cNvPr>
          <p:cNvSpPr/>
          <p:nvPr/>
        </p:nvSpPr>
        <p:spPr>
          <a:xfrm>
            <a:off x="7380585" y="7849553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805"/>
          </a:p>
        </p:txBody>
      </p:sp>
      <p:sp>
        <p:nvSpPr>
          <p:cNvPr id="3224" name="pl18">
            <a:extLst>
              <a:ext uri="{FF2B5EF4-FFF2-40B4-BE49-F238E27FC236}">
                <a16:creationId xmlns:a16="http://schemas.microsoft.com/office/drawing/2014/main" id="{1BC087C6-4C42-3912-991C-9DE3576D3961}"/>
              </a:ext>
            </a:extLst>
          </p:cNvPr>
          <p:cNvSpPr/>
          <p:nvPr/>
        </p:nvSpPr>
        <p:spPr>
          <a:xfrm flipV="1">
            <a:off x="7424281" y="8895258"/>
            <a:ext cx="7796991" cy="128868"/>
          </a:xfrm>
          <a:custGeom>
            <a:avLst/>
            <a:gdLst/>
            <a:ahLst/>
            <a:cxnLst/>
            <a:rect l="0" t="0" r="0" b="0"/>
            <a:pathLst>
              <a:path w="7739068">
                <a:moveTo>
                  <a:pt x="0" y="0"/>
                </a:moveTo>
                <a:lnTo>
                  <a:pt x="773906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25" name="pl19">
            <a:extLst>
              <a:ext uri="{FF2B5EF4-FFF2-40B4-BE49-F238E27FC236}">
                <a16:creationId xmlns:a16="http://schemas.microsoft.com/office/drawing/2014/main" id="{8EC9CE2B-E219-F6C8-E76E-25D9777CA5DA}"/>
              </a:ext>
            </a:extLst>
          </p:cNvPr>
          <p:cNvSpPr/>
          <p:nvPr/>
        </p:nvSpPr>
        <p:spPr>
          <a:xfrm>
            <a:off x="7995988" y="9024127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26" name="pl20">
            <a:extLst>
              <a:ext uri="{FF2B5EF4-FFF2-40B4-BE49-F238E27FC236}">
                <a16:creationId xmlns:a16="http://schemas.microsoft.com/office/drawing/2014/main" id="{1247F626-C33D-5E13-5BC0-3EBDE3296F44}"/>
              </a:ext>
            </a:extLst>
          </p:cNvPr>
          <p:cNvSpPr/>
          <p:nvPr/>
        </p:nvSpPr>
        <p:spPr>
          <a:xfrm>
            <a:off x="8948832" y="9024127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27" name="pl21">
            <a:extLst>
              <a:ext uri="{FF2B5EF4-FFF2-40B4-BE49-F238E27FC236}">
                <a16:creationId xmlns:a16="http://schemas.microsoft.com/office/drawing/2014/main" id="{9E87510D-1F85-46DD-AC6E-501DCC73FBB5}"/>
              </a:ext>
            </a:extLst>
          </p:cNvPr>
          <p:cNvSpPr/>
          <p:nvPr/>
        </p:nvSpPr>
        <p:spPr>
          <a:xfrm>
            <a:off x="9901677" y="9024127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28" name="pl22">
            <a:extLst>
              <a:ext uri="{FF2B5EF4-FFF2-40B4-BE49-F238E27FC236}">
                <a16:creationId xmlns:a16="http://schemas.microsoft.com/office/drawing/2014/main" id="{856E784F-95EA-9AC0-9ECA-72F4A48D3D98}"/>
              </a:ext>
            </a:extLst>
          </p:cNvPr>
          <p:cNvSpPr/>
          <p:nvPr/>
        </p:nvSpPr>
        <p:spPr>
          <a:xfrm>
            <a:off x="10854520" y="9024127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29" name="pl23">
            <a:extLst>
              <a:ext uri="{FF2B5EF4-FFF2-40B4-BE49-F238E27FC236}">
                <a16:creationId xmlns:a16="http://schemas.microsoft.com/office/drawing/2014/main" id="{E0D2F881-BFB4-44BD-A0F3-B06A5DCD1D1A}"/>
              </a:ext>
            </a:extLst>
          </p:cNvPr>
          <p:cNvSpPr/>
          <p:nvPr/>
        </p:nvSpPr>
        <p:spPr>
          <a:xfrm>
            <a:off x="11807365" y="9024127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30" name="pl24">
            <a:extLst>
              <a:ext uri="{FF2B5EF4-FFF2-40B4-BE49-F238E27FC236}">
                <a16:creationId xmlns:a16="http://schemas.microsoft.com/office/drawing/2014/main" id="{64C75434-FA43-B6C8-72BF-D44F8EBBD8B7}"/>
              </a:ext>
            </a:extLst>
          </p:cNvPr>
          <p:cNvSpPr/>
          <p:nvPr/>
        </p:nvSpPr>
        <p:spPr>
          <a:xfrm>
            <a:off x="12760209" y="9024127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31" name="pl25">
            <a:extLst>
              <a:ext uri="{FF2B5EF4-FFF2-40B4-BE49-F238E27FC236}">
                <a16:creationId xmlns:a16="http://schemas.microsoft.com/office/drawing/2014/main" id="{50B5B510-E265-AF4E-8E89-1D12CD931513}"/>
              </a:ext>
            </a:extLst>
          </p:cNvPr>
          <p:cNvSpPr/>
          <p:nvPr/>
        </p:nvSpPr>
        <p:spPr>
          <a:xfrm>
            <a:off x="13713054" y="9024127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32" name="pl26">
            <a:extLst>
              <a:ext uri="{FF2B5EF4-FFF2-40B4-BE49-F238E27FC236}">
                <a16:creationId xmlns:a16="http://schemas.microsoft.com/office/drawing/2014/main" id="{F2929829-AA2C-4642-8C4C-93096494A6C9}"/>
              </a:ext>
            </a:extLst>
          </p:cNvPr>
          <p:cNvSpPr/>
          <p:nvPr/>
        </p:nvSpPr>
        <p:spPr>
          <a:xfrm>
            <a:off x="14665897" y="9024127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33" name="pl27">
            <a:extLst>
              <a:ext uri="{FF2B5EF4-FFF2-40B4-BE49-F238E27FC236}">
                <a16:creationId xmlns:a16="http://schemas.microsoft.com/office/drawing/2014/main" id="{067DFC7F-B62C-A56E-EC55-20E51D74228B}"/>
              </a:ext>
            </a:extLst>
          </p:cNvPr>
          <p:cNvSpPr/>
          <p:nvPr/>
        </p:nvSpPr>
        <p:spPr>
          <a:xfrm>
            <a:off x="16497295" y="9024127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34" name="pl28">
            <a:extLst>
              <a:ext uri="{FF2B5EF4-FFF2-40B4-BE49-F238E27FC236}">
                <a16:creationId xmlns:a16="http://schemas.microsoft.com/office/drawing/2014/main" id="{72D67414-25A8-76DD-A5B5-794AF8973931}"/>
              </a:ext>
            </a:extLst>
          </p:cNvPr>
          <p:cNvSpPr/>
          <p:nvPr/>
        </p:nvSpPr>
        <p:spPr>
          <a:xfrm>
            <a:off x="17450139" y="9024127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235" name="tx29">
            <a:extLst>
              <a:ext uri="{FF2B5EF4-FFF2-40B4-BE49-F238E27FC236}">
                <a16:creationId xmlns:a16="http://schemas.microsoft.com/office/drawing/2014/main" id="{82956C15-3C9A-1B53-75F3-8EBCDBF5C0DA}"/>
              </a:ext>
            </a:extLst>
          </p:cNvPr>
          <p:cNvSpPr/>
          <p:nvPr/>
        </p:nvSpPr>
        <p:spPr>
          <a:xfrm rot="18900000">
            <a:off x="7658991" y="9427502"/>
            <a:ext cx="436482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3236" name="tx30">
            <a:extLst>
              <a:ext uri="{FF2B5EF4-FFF2-40B4-BE49-F238E27FC236}">
                <a16:creationId xmlns:a16="http://schemas.microsoft.com/office/drawing/2014/main" id="{528B80F7-83AA-0902-C42D-673627CE3FD2}"/>
              </a:ext>
            </a:extLst>
          </p:cNvPr>
          <p:cNvSpPr/>
          <p:nvPr/>
        </p:nvSpPr>
        <p:spPr>
          <a:xfrm rot="18900000">
            <a:off x="8618305" y="9425366"/>
            <a:ext cx="42890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3237" name="tx31">
            <a:extLst>
              <a:ext uri="{FF2B5EF4-FFF2-40B4-BE49-F238E27FC236}">
                <a16:creationId xmlns:a16="http://schemas.microsoft.com/office/drawing/2014/main" id="{E532ED8D-FE24-ED87-0EEA-ABA9B386844D}"/>
              </a:ext>
            </a:extLst>
          </p:cNvPr>
          <p:cNvSpPr/>
          <p:nvPr/>
        </p:nvSpPr>
        <p:spPr>
          <a:xfrm rot="18900000">
            <a:off x="9577912" y="9423134"/>
            <a:ext cx="420981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3238" name="tx32">
            <a:extLst>
              <a:ext uri="{FF2B5EF4-FFF2-40B4-BE49-F238E27FC236}">
                <a16:creationId xmlns:a16="http://schemas.microsoft.com/office/drawing/2014/main" id="{AF392608-A0D4-A1FA-AE82-41CDE32C5090}"/>
              </a:ext>
            </a:extLst>
          </p:cNvPr>
          <p:cNvSpPr/>
          <p:nvPr/>
        </p:nvSpPr>
        <p:spPr>
          <a:xfrm rot="18900000">
            <a:off x="10510761" y="9429734"/>
            <a:ext cx="444407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3239" name="tx33">
            <a:extLst>
              <a:ext uri="{FF2B5EF4-FFF2-40B4-BE49-F238E27FC236}">
                <a16:creationId xmlns:a16="http://schemas.microsoft.com/office/drawing/2014/main" id="{5827A46B-1750-6E1B-B56A-C2213BD5E05E}"/>
              </a:ext>
            </a:extLst>
          </p:cNvPr>
          <p:cNvSpPr/>
          <p:nvPr/>
        </p:nvSpPr>
        <p:spPr>
          <a:xfrm rot="18900000">
            <a:off x="11350202" y="9467163"/>
            <a:ext cx="577268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3240" name="tx34">
            <a:extLst>
              <a:ext uri="{FF2B5EF4-FFF2-40B4-BE49-F238E27FC236}">
                <a16:creationId xmlns:a16="http://schemas.microsoft.com/office/drawing/2014/main" id="{AC1675BE-EF36-B9FA-36F6-98035C85DE48}"/>
              </a:ext>
            </a:extLst>
          </p:cNvPr>
          <p:cNvSpPr/>
          <p:nvPr/>
        </p:nvSpPr>
        <p:spPr>
          <a:xfrm rot="18900000">
            <a:off x="12283245" y="9473699"/>
            <a:ext cx="600465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3241" name="tx35">
            <a:extLst>
              <a:ext uri="{FF2B5EF4-FFF2-40B4-BE49-F238E27FC236}">
                <a16:creationId xmlns:a16="http://schemas.microsoft.com/office/drawing/2014/main" id="{7949B832-60BF-0A77-3D20-1F1253587D9E}"/>
              </a:ext>
            </a:extLst>
          </p:cNvPr>
          <p:cNvSpPr/>
          <p:nvPr/>
        </p:nvSpPr>
        <p:spPr>
          <a:xfrm rot="18900000">
            <a:off x="13356161" y="9434069"/>
            <a:ext cx="45979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3242" name="tx36">
            <a:extLst>
              <a:ext uri="{FF2B5EF4-FFF2-40B4-BE49-F238E27FC236}">
                <a16:creationId xmlns:a16="http://schemas.microsoft.com/office/drawing/2014/main" id="{2B144A78-0B29-063D-0F03-53D6BFF0143F}"/>
              </a:ext>
            </a:extLst>
          </p:cNvPr>
          <p:cNvSpPr/>
          <p:nvPr/>
        </p:nvSpPr>
        <p:spPr>
          <a:xfrm rot="18900000">
            <a:off x="14302242" y="9436301"/>
            <a:ext cx="467717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3243" name="tx37">
            <a:extLst>
              <a:ext uri="{FF2B5EF4-FFF2-40B4-BE49-F238E27FC236}">
                <a16:creationId xmlns:a16="http://schemas.microsoft.com/office/drawing/2014/main" id="{BDD32A4B-0B8A-0E99-4276-7D7B297F96A6}"/>
              </a:ext>
            </a:extLst>
          </p:cNvPr>
          <p:cNvSpPr/>
          <p:nvPr/>
        </p:nvSpPr>
        <p:spPr>
          <a:xfrm rot="18900000">
            <a:off x="16026899" y="9471531"/>
            <a:ext cx="592772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244" name="tx38">
            <a:extLst>
              <a:ext uri="{FF2B5EF4-FFF2-40B4-BE49-F238E27FC236}">
                <a16:creationId xmlns:a16="http://schemas.microsoft.com/office/drawing/2014/main" id="{B8F2F899-A968-3F14-E821-FBF00E702925}"/>
              </a:ext>
            </a:extLst>
          </p:cNvPr>
          <p:cNvSpPr/>
          <p:nvPr/>
        </p:nvSpPr>
        <p:spPr>
          <a:xfrm rot="18900000">
            <a:off x="16926714" y="9489032"/>
            <a:ext cx="654897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 River</a:t>
            </a:r>
          </a:p>
        </p:txBody>
      </p:sp>
      <p:sp>
        <p:nvSpPr>
          <p:cNvPr id="3246" name="tx40">
            <a:extLst>
              <a:ext uri="{FF2B5EF4-FFF2-40B4-BE49-F238E27FC236}">
                <a16:creationId xmlns:a16="http://schemas.microsoft.com/office/drawing/2014/main" id="{3A5CA8AF-80BB-40B9-A9BB-07BE0BE7410B}"/>
              </a:ext>
            </a:extLst>
          </p:cNvPr>
          <p:cNvSpPr/>
          <p:nvPr/>
        </p:nvSpPr>
        <p:spPr>
          <a:xfrm rot="16200000">
            <a:off x="6456203" y="8356655"/>
            <a:ext cx="776843" cy="12585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640"/>
              </a:lnSpc>
            </a:pPr>
            <a:r>
              <a:rPr sz="165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Salinity (ppt)</a:t>
            </a:r>
          </a:p>
        </p:txBody>
      </p:sp>
      <p:pic>
        <p:nvPicPr>
          <p:cNvPr id="3251" name="pic44">
            <a:extLst>
              <a:ext uri="{FF2B5EF4-FFF2-40B4-BE49-F238E27FC236}">
                <a16:creationId xmlns:a16="http://schemas.microsoft.com/office/drawing/2014/main" id="{65A41769-0EBA-05AB-788F-B5B711FA5A8E}"/>
              </a:ext>
            </a:extLst>
          </p:cNvPr>
          <p:cNvPicPr/>
          <p:nvPr/>
        </p:nvPicPr>
        <p:blipFill>
          <a:blip r:embed="rId5" cstate="print"/>
          <a:srcRect r="19776"/>
          <a:stretch>
            <a:fillRect/>
          </a:stretch>
        </p:blipFill>
        <p:spPr>
          <a:xfrm>
            <a:off x="7424283" y="10256722"/>
            <a:ext cx="7796991" cy="1230506"/>
          </a:xfrm>
          <a:prstGeom prst="rect">
            <a:avLst/>
          </a:prstGeom>
        </p:spPr>
      </p:pic>
      <p:sp>
        <p:nvSpPr>
          <p:cNvPr id="5115" name="pl45">
            <a:extLst>
              <a:ext uri="{FF2B5EF4-FFF2-40B4-BE49-F238E27FC236}">
                <a16:creationId xmlns:a16="http://schemas.microsoft.com/office/drawing/2014/main" id="{1F8389C6-1CEA-161B-38F5-A36BEF4CC018}"/>
              </a:ext>
            </a:extLst>
          </p:cNvPr>
          <p:cNvSpPr/>
          <p:nvPr/>
        </p:nvSpPr>
        <p:spPr>
          <a:xfrm>
            <a:off x="7424281" y="10256722"/>
            <a:ext cx="0" cy="1230506"/>
          </a:xfrm>
          <a:custGeom>
            <a:avLst/>
            <a:gdLst/>
            <a:ahLst/>
            <a:cxnLst/>
            <a:rect l="0" t="0" r="0" b="0"/>
            <a:pathLst>
              <a:path h="1229686">
                <a:moveTo>
                  <a:pt x="0" y="1229686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16" name="tx46">
            <a:extLst>
              <a:ext uri="{FF2B5EF4-FFF2-40B4-BE49-F238E27FC236}">
                <a16:creationId xmlns:a16="http://schemas.microsoft.com/office/drawing/2014/main" id="{F0F47E50-89A5-AE03-07E3-D3771D0C64B2}"/>
              </a:ext>
            </a:extLst>
          </p:cNvPr>
          <p:cNvSpPr/>
          <p:nvPr/>
        </p:nvSpPr>
        <p:spPr>
          <a:xfrm>
            <a:off x="7267541" y="11391218"/>
            <a:ext cx="78086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5118" name="tx47">
            <a:extLst>
              <a:ext uri="{FF2B5EF4-FFF2-40B4-BE49-F238E27FC236}">
                <a16:creationId xmlns:a16="http://schemas.microsoft.com/office/drawing/2014/main" id="{5D48FE5E-C964-E58A-9B4F-9F2A4BCA0554}"/>
              </a:ext>
            </a:extLst>
          </p:cNvPr>
          <p:cNvSpPr/>
          <p:nvPr/>
        </p:nvSpPr>
        <p:spPr>
          <a:xfrm>
            <a:off x="7189453" y="11066031"/>
            <a:ext cx="15617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</a:t>
            </a:r>
          </a:p>
        </p:txBody>
      </p:sp>
      <p:sp>
        <p:nvSpPr>
          <p:cNvPr id="5119" name="tx48">
            <a:extLst>
              <a:ext uri="{FF2B5EF4-FFF2-40B4-BE49-F238E27FC236}">
                <a16:creationId xmlns:a16="http://schemas.microsoft.com/office/drawing/2014/main" id="{13481E56-11D7-FC9C-297C-56AF7A6BA1EC}"/>
              </a:ext>
            </a:extLst>
          </p:cNvPr>
          <p:cNvSpPr/>
          <p:nvPr/>
        </p:nvSpPr>
        <p:spPr>
          <a:xfrm>
            <a:off x="7189453" y="10740845"/>
            <a:ext cx="15617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20</a:t>
            </a:r>
          </a:p>
        </p:txBody>
      </p:sp>
      <p:sp>
        <p:nvSpPr>
          <p:cNvPr id="5122" name="tx49">
            <a:extLst>
              <a:ext uri="{FF2B5EF4-FFF2-40B4-BE49-F238E27FC236}">
                <a16:creationId xmlns:a16="http://schemas.microsoft.com/office/drawing/2014/main" id="{3CB06E96-B700-25EB-E788-FD3E53E519D8}"/>
              </a:ext>
            </a:extLst>
          </p:cNvPr>
          <p:cNvSpPr/>
          <p:nvPr/>
        </p:nvSpPr>
        <p:spPr>
          <a:xfrm>
            <a:off x="7189453" y="10415658"/>
            <a:ext cx="15617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30</a:t>
            </a:r>
          </a:p>
        </p:txBody>
      </p:sp>
      <p:sp>
        <p:nvSpPr>
          <p:cNvPr id="5123" name="pl50">
            <a:extLst>
              <a:ext uri="{FF2B5EF4-FFF2-40B4-BE49-F238E27FC236}">
                <a16:creationId xmlns:a16="http://schemas.microsoft.com/office/drawing/2014/main" id="{51CC3F50-2B3C-5371-8FED-F6280CFD943E}"/>
              </a:ext>
            </a:extLst>
          </p:cNvPr>
          <p:cNvSpPr/>
          <p:nvPr/>
        </p:nvSpPr>
        <p:spPr>
          <a:xfrm>
            <a:off x="7380585" y="11431295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24" name="pl51">
            <a:extLst>
              <a:ext uri="{FF2B5EF4-FFF2-40B4-BE49-F238E27FC236}">
                <a16:creationId xmlns:a16="http://schemas.microsoft.com/office/drawing/2014/main" id="{31B72BEC-0303-A38E-69A4-16AE23AE3C3D}"/>
              </a:ext>
            </a:extLst>
          </p:cNvPr>
          <p:cNvSpPr/>
          <p:nvPr/>
        </p:nvSpPr>
        <p:spPr>
          <a:xfrm>
            <a:off x="7380585" y="11106108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25" name="pl52">
            <a:extLst>
              <a:ext uri="{FF2B5EF4-FFF2-40B4-BE49-F238E27FC236}">
                <a16:creationId xmlns:a16="http://schemas.microsoft.com/office/drawing/2014/main" id="{4E55A79F-5FB1-8F9F-614A-7BFB9520BAB9}"/>
              </a:ext>
            </a:extLst>
          </p:cNvPr>
          <p:cNvSpPr/>
          <p:nvPr/>
        </p:nvSpPr>
        <p:spPr>
          <a:xfrm>
            <a:off x="7380585" y="10780922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26" name="pl53">
            <a:extLst>
              <a:ext uri="{FF2B5EF4-FFF2-40B4-BE49-F238E27FC236}">
                <a16:creationId xmlns:a16="http://schemas.microsoft.com/office/drawing/2014/main" id="{16C1A501-763D-9883-9563-69569C31049D}"/>
              </a:ext>
            </a:extLst>
          </p:cNvPr>
          <p:cNvSpPr/>
          <p:nvPr/>
        </p:nvSpPr>
        <p:spPr>
          <a:xfrm>
            <a:off x="7380585" y="10455735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49" name="tx76">
            <a:extLst>
              <a:ext uri="{FF2B5EF4-FFF2-40B4-BE49-F238E27FC236}">
                <a16:creationId xmlns:a16="http://schemas.microsoft.com/office/drawing/2014/main" id="{7BB6C97C-7293-AFE3-93C3-7FD952B283FC}"/>
              </a:ext>
            </a:extLst>
          </p:cNvPr>
          <p:cNvSpPr/>
          <p:nvPr/>
        </p:nvSpPr>
        <p:spPr>
          <a:xfrm rot="16200000">
            <a:off x="6566415" y="10863774"/>
            <a:ext cx="641328" cy="12585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640"/>
              </a:lnSpc>
            </a:pPr>
            <a:r>
              <a:rPr sz="165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Temp (ºC)</a:t>
            </a:r>
          </a:p>
        </p:txBody>
      </p:sp>
      <p:sp>
        <p:nvSpPr>
          <p:cNvPr id="5152" name="pl19">
            <a:extLst>
              <a:ext uri="{FF2B5EF4-FFF2-40B4-BE49-F238E27FC236}">
                <a16:creationId xmlns:a16="http://schemas.microsoft.com/office/drawing/2014/main" id="{D9B52854-C218-8516-1199-3ED3E4843088}"/>
              </a:ext>
            </a:extLst>
          </p:cNvPr>
          <p:cNvSpPr/>
          <p:nvPr/>
        </p:nvSpPr>
        <p:spPr>
          <a:xfrm>
            <a:off x="8018182" y="11490991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53" name="pl20">
            <a:extLst>
              <a:ext uri="{FF2B5EF4-FFF2-40B4-BE49-F238E27FC236}">
                <a16:creationId xmlns:a16="http://schemas.microsoft.com/office/drawing/2014/main" id="{BBACEDCB-B3DD-F84E-8C1A-EC24515974BF}"/>
              </a:ext>
            </a:extLst>
          </p:cNvPr>
          <p:cNvSpPr/>
          <p:nvPr/>
        </p:nvSpPr>
        <p:spPr>
          <a:xfrm>
            <a:off x="8971026" y="11490991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54" name="pl21">
            <a:extLst>
              <a:ext uri="{FF2B5EF4-FFF2-40B4-BE49-F238E27FC236}">
                <a16:creationId xmlns:a16="http://schemas.microsoft.com/office/drawing/2014/main" id="{661E3015-617C-4F3B-71A0-202B574AA5B0}"/>
              </a:ext>
            </a:extLst>
          </p:cNvPr>
          <p:cNvSpPr/>
          <p:nvPr/>
        </p:nvSpPr>
        <p:spPr>
          <a:xfrm>
            <a:off x="9923872" y="11490991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55" name="pl22">
            <a:extLst>
              <a:ext uri="{FF2B5EF4-FFF2-40B4-BE49-F238E27FC236}">
                <a16:creationId xmlns:a16="http://schemas.microsoft.com/office/drawing/2014/main" id="{F2210571-A736-534F-F42C-078A00635F4D}"/>
              </a:ext>
            </a:extLst>
          </p:cNvPr>
          <p:cNvSpPr/>
          <p:nvPr/>
        </p:nvSpPr>
        <p:spPr>
          <a:xfrm>
            <a:off x="10876716" y="11490991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56" name="pl23">
            <a:extLst>
              <a:ext uri="{FF2B5EF4-FFF2-40B4-BE49-F238E27FC236}">
                <a16:creationId xmlns:a16="http://schemas.microsoft.com/office/drawing/2014/main" id="{A1BF420B-2328-914F-2F2F-352953F99450}"/>
              </a:ext>
            </a:extLst>
          </p:cNvPr>
          <p:cNvSpPr/>
          <p:nvPr/>
        </p:nvSpPr>
        <p:spPr>
          <a:xfrm>
            <a:off x="11829559" y="11490991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57" name="pl24">
            <a:extLst>
              <a:ext uri="{FF2B5EF4-FFF2-40B4-BE49-F238E27FC236}">
                <a16:creationId xmlns:a16="http://schemas.microsoft.com/office/drawing/2014/main" id="{96D9EFB1-CA70-5B5F-0645-AC0188F37BBE}"/>
              </a:ext>
            </a:extLst>
          </p:cNvPr>
          <p:cNvSpPr/>
          <p:nvPr/>
        </p:nvSpPr>
        <p:spPr>
          <a:xfrm>
            <a:off x="12782403" y="11490991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58" name="pl25">
            <a:extLst>
              <a:ext uri="{FF2B5EF4-FFF2-40B4-BE49-F238E27FC236}">
                <a16:creationId xmlns:a16="http://schemas.microsoft.com/office/drawing/2014/main" id="{CAED0EE9-B6D2-4CE3-6B23-6EFC7F972A1B}"/>
              </a:ext>
            </a:extLst>
          </p:cNvPr>
          <p:cNvSpPr/>
          <p:nvPr/>
        </p:nvSpPr>
        <p:spPr>
          <a:xfrm>
            <a:off x="13735249" y="11490991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59" name="pl26">
            <a:extLst>
              <a:ext uri="{FF2B5EF4-FFF2-40B4-BE49-F238E27FC236}">
                <a16:creationId xmlns:a16="http://schemas.microsoft.com/office/drawing/2014/main" id="{233565F8-431B-C979-596D-4D3871C403BB}"/>
              </a:ext>
            </a:extLst>
          </p:cNvPr>
          <p:cNvSpPr/>
          <p:nvPr/>
        </p:nvSpPr>
        <p:spPr>
          <a:xfrm>
            <a:off x="14688093" y="11490991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60" name="pl27">
            <a:extLst>
              <a:ext uri="{FF2B5EF4-FFF2-40B4-BE49-F238E27FC236}">
                <a16:creationId xmlns:a16="http://schemas.microsoft.com/office/drawing/2014/main" id="{7A7E3493-0B93-EF04-8E75-17805C013696}"/>
              </a:ext>
            </a:extLst>
          </p:cNvPr>
          <p:cNvSpPr/>
          <p:nvPr/>
        </p:nvSpPr>
        <p:spPr>
          <a:xfrm>
            <a:off x="16497294" y="11490991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61" name="pl28">
            <a:extLst>
              <a:ext uri="{FF2B5EF4-FFF2-40B4-BE49-F238E27FC236}">
                <a16:creationId xmlns:a16="http://schemas.microsoft.com/office/drawing/2014/main" id="{D45AE1F6-5712-72EE-53C0-97F4F45F1AA5}"/>
              </a:ext>
            </a:extLst>
          </p:cNvPr>
          <p:cNvSpPr/>
          <p:nvPr/>
        </p:nvSpPr>
        <p:spPr>
          <a:xfrm>
            <a:off x="17450137" y="11490991"/>
            <a:ext cx="0" cy="34817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62" name="tx29">
            <a:extLst>
              <a:ext uri="{FF2B5EF4-FFF2-40B4-BE49-F238E27FC236}">
                <a16:creationId xmlns:a16="http://schemas.microsoft.com/office/drawing/2014/main" id="{67BA0CB6-395C-5B75-5582-58AEAC4406D3}"/>
              </a:ext>
            </a:extLst>
          </p:cNvPr>
          <p:cNvSpPr/>
          <p:nvPr/>
        </p:nvSpPr>
        <p:spPr>
          <a:xfrm rot="18900000">
            <a:off x="7681186" y="11875774"/>
            <a:ext cx="436482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5163" name="tx30">
            <a:extLst>
              <a:ext uri="{FF2B5EF4-FFF2-40B4-BE49-F238E27FC236}">
                <a16:creationId xmlns:a16="http://schemas.microsoft.com/office/drawing/2014/main" id="{CB0A5B60-F869-F11E-7298-B618886643EF}"/>
              </a:ext>
            </a:extLst>
          </p:cNvPr>
          <p:cNvSpPr/>
          <p:nvPr/>
        </p:nvSpPr>
        <p:spPr>
          <a:xfrm rot="18900000">
            <a:off x="8640501" y="11873638"/>
            <a:ext cx="42890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5164" name="tx31">
            <a:extLst>
              <a:ext uri="{FF2B5EF4-FFF2-40B4-BE49-F238E27FC236}">
                <a16:creationId xmlns:a16="http://schemas.microsoft.com/office/drawing/2014/main" id="{81BD3296-104C-5441-BC55-BC02CE9A381C}"/>
              </a:ext>
            </a:extLst>
          </p:cNvPr>
          <p:cNvSpPr/>
          <p:nvPr/>
        </p:nvSpPr>
        <p:spPr>
          <a:xfrm rot="18900000">
            <a:off x="9600108" y="11871406"/>
            <a:ext cx="420981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5165" name="tx32">
            <a:extLst>
              <a:ext uri="{FF2B5EF4-FFF2-40B4-BE49-F238E27FC236}">
                <a16:creationId xmlns:a16="http://schemas.microsoft.com/office/drawing/2014/main" id="{3A18D772-5672-8BAC-5C37-F132C5FDA49E}"/>
              </a:ext>
            </a:extLst>
          </p:cNvPr>
          <p:cNvSpPr/>
          <p:nvPr/>
        </p:nvSpPr>
        <p:spPr>
          <a:xfrm rot="18900000">
            <a:off x="10532957" y="11878006"/>
            <a:ext cx="444407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5166" name="tx33">
            <a:extLst>
              <a:ext uri="{FF2B5EF4-FFF2-40B4-BE49-F238E27FC236}">
                <a16:creationId xmlns:a16="http://schemas.microsoft.com/office/drawing/2014/main" id="{9BB682B0-45A6-2995-2B9B-72865C68C47B}"/>
              </a:ext>
            </a:extLst>
          </p:cNvPr>
          <p:cNvSpPr/>
          <p:nvPr/>
        </p:nvSpPr>
        <p:spPr>
          <a:xfrm rot="18900000">
            <a:off x="11372396" y="11915435"/>
            <a:ext cx="577268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5167" name="tx34">
            <a:extLst>
              <a:ext uri="{FF2B5EF4-FFF2-40B4-BE49-F238E27FC236}">
                <a16:creationId xmlns:a16="http://schemas.microsoft.com/office/drawing/2014/main" id="{73E1D988-96C6-722D-86FC-1D6A76620FF3}"/>
              </a:ext>
            </a:extLst>
          </p:cNvPr>
          <p:cNvSpPr/>
          <p:nvPr/>
        </p:nvSpPr>
        <p:spPr>
          <a:xfrm rot="18900000">
            <a:off x="12305439" y="11921971"/>
            <a:ext cx="600465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5168" name="tx35">
            <a:extLst>
              <a:ext uri="{FF2B5EF4-FFF2-40B4-BE49-F238E27FC236}">
                <a16:creationId xmlns:a16="http://schemas.microsoft.com/office/drawing/2014/main" id="{4FC31654-CA5E-A0FB-9A7D-F12E33DD8E0B}"/>
              </a:ext>
            </a:extLst>
          </p:cNvPr>
          <p:cNvSpPr/>
          <p:nvPr/>
        </p:nvSpPr>
        <p:spPr>
          <a:xfrm rot="18900000">
            <a:off x="13378355" y="11882341"/>
            <a:ext cx="459794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5169" name="tx36">
            <a:extLst>
              <a:ext uri="{FF2B5EF4-FFF2-40B4-BE49-F238E27FC236}">
                <a16:creationId xmlns:a16="http://schemas.microsoft.com/office/drawing/2014/main" id="{5B671B8D-997B-AC1F-83A5-18F939DD01B0}"/>
              </a:ext>
            </a:extLst>
          </p:cNvPr>
          <p:cNvSpPr/>
          <p:nvPr/>
        </p:nvSpPr>
        <p:spPr>
          <a:xfrm rot="18900000">
            <a:off x="14324436" y="11884573"/>
            <a:ext cx="467717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5170" name="tx37">
            <a:extLst>
              <a:ext uri="{FF2B5EF4-FFF2-40B4-BE49-F238E27FC236}">
                <a16:creationId xmlns:a16="http://schemas.microsoft.com/office/drawing/2014/main" id="{D1BA885C-29A5-871E-A342-3DB9AB0F3569}"/>
              </a:ext>
            </a:extLst>
          </p:cNvPr>
          <p:cNvSpPr/>
          <p:nvPr/>
        </p:nvSpPr>
        <p:spPr>
          <a:xfrm rot="18900000">
            <a:off x="16026899" y="11919803"/>
            <a:ext cx="592772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5171" name="tx38">
            <a:extLst>
              <a:ext uri="{FF2B5EF4-FFF2-40B4-BE49-F238E27FC236}">
                <a16:creationId xmlns:a16="http://schemas.microsoft.com/office/drawing/2014/main" id="{3BCEC704-59C9-B9D0-9FEE-06DDD3DC8DAC}"/>
              </a:ext>
            </a:extLst>
          </p:cNvPr>
          <p:cNvSpPr/>
          <p:nvPr/>
        </p:nvSpPr>
        <p:spPr>
          <a:xfrm rot="18900000">
            <a:off x="16926714" y="11937304"/>
            <a:ext cx="654897" cy="8015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 River</a:t>
            </a:r>
          </a:p>
        </p:txBody>
      </p:sp>
      <p:pic>
        <p:nvPicPr>
          <p:cNvPr id="5173" name="pic6">
            <a:extLst>
              <a:ext uri="{FF2B5EF4-FFF2-40B4-BE49-F238E27FC236}">
                <a16:creationId xmlns:a16="http://schemas.microsoft.com/office/drawing/2014/main" id="{76A96ABD-9AF3-08D4-9300-48A0B5CC9E08}"/>
              </a:ext>
            </a:extLst>
          </p:cNvPr>
          <p:cNvPicPr/>
          <p:nvPr/>
        </p:nvPicPr>
        <p:blipFill>
          <a:blip r:embed="rId4" cstate="print"/>
          <a:srcRect l="78884"/>
          <a:stretch>
            <a:fillRect/>
          </a:stretch>
        </p:blipFill>
        <p:spPr>
          <a:xfrm>
            <a:off x="15977356" y="7772765"/>
            <a:ext cx="2052228" cy="1230506"/>
          </a:xfrm>
          <a:prstGeom prst="rect">
            <a:avLst/>
          </a:prstGeom>
        </p:spPr>
      </p:pic>
      <p:pic>
        <p:nvPicPr>
          <p:cNvPr id="5174" name="pic44">
            <a:extLst>
              <a:ext uri="{FF2B5EF4-FFF2-40B4-BE49-F238E27FC236}">
                <a16:creationId xmlns:a16="http://schemas.microsoft.com/office/drawing/2014/main" id="{E95FA92D-1FB1-4FAA-3EB3-3A0CBA0783C0}"/>
              </a:ext>
            </a:extLst>
          </p:cNvPr>
          <p:cNvPicPr/>
          <p:nvPr/>
        </p:nvPicPr>
        <p:blipFill>
          <a:blip r:embed="rId5" cstate="print"/>
          <a:srcRect l="78884"/>
          <a:stretch>
            <a:fillRect/>
          </a:stretch>
        </p:blipFill>
        <p:spPr>
          <a:xfrm>
            <a:off x="15977356" y="10239629"/>
            <a:ext cx="2052228" cy="1230506"/>
          </a:xfrm>
          <a:prstGeom prst="rect">
            <a:avLst/>
          </a:prstGeom>
        </p:spPr>
      </p:pic>
      <p:sp>
        <p:nvSpPr>
          <p:cNvPr id="5177" name="pl18">
            <a:extLst>
              <a:ext uri="{FF2B5EF4-FFF2-40B4-BE49-F238E27FC236}">
                <a16:creationId xmlns:a16="http://schemas.microsoft.com/office/drawing/2014/main" id="{485E7A39-7625-C0EA-B731-2B2AD1F902B7}"/>
              </a:ext>
            </a:extLst>
          </p:cNvPr>
          <p:cNvSpPr/>
          <p:nvPr/>
        </p:nvSpPr>
        <p:spPr>
          <a:xfrm flipV="1">
            <a:off x="16085368" y="8950844"/>
            <a:ext cx="1836204" cy="68579"/>
          </a:xfrm>
          <a:custGeom>
            <a:avLst/>
            <a:gdLst/>
            <a:ahLst/>
            <a:cxnLst/>
            <a:rect l="0" t="0" r="0" b="0"/>
            <a:pathLst>
              <a:path w="7739068">
                <a:moveTo>
                  <a:pt x="0" y="0"/>
                </a:moveTo>
                <a:lnTo>
                  <a:pt x="773906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78" name="pl18">
            <a:extLst>
              <a:ext uri="{FF2B5EF4-FFF2-40B4-BE49-F238E27FC236}">
                <a16:creationId xmlns:a16="http://schemas.microsoft.com/office/drawing/2014/main" id="{8E98B107-2C06-FF70-4C34-6C943A94E9ED}"/>
              </a:ext>
            </a:extLst>
          </p:cNvPr>
          <p:cNvSpPr/>
          <p:nvPr/>
        </p:nvSpPr>
        <p:spPr>
          <a:xfrm flipV="1">
            <a:off x="7421062" y="11362122"/>
            <a:ext cx="7796991" cy="128868"/>
          </a:xfrm>
          <a:custGeom>
            <a:avLst/>
            <a:gdLst/>
            <a:ahLst/>
            <a:cxnLst/>
            <a:rect l="0" t="0" r="0" b="0"/>
            <a:pathLst>
              <a:path w="7739068">
                <a:moveTo>
                  <a:pt x="0" y="0"/>
                </a:moveTo>
                <a:lnTo>
                  <a:pt x="773906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81" name="pl18">
            <a:extLst>
              <a:ext uri="{FF2B5EF4-FFF2-40B4-BE49-F238E27FC236}">
                <a16:creationId xmlns:a16="http://schemas.microsoft.com/office/drawing/2014/main" id="{183C77FB-0CD4-123F-06DA-44E0DE9206EC}"/>
              </a:ext>
            </a:extLst>
          </p:cNvPr>
          <p:cNvSpPr/>
          <p:nvPr/>
        </p:nvSpPr>
        <p:spPr>
          <a:xfrm flipV="1">
            <a:off x="16085368" y="11362122"/>
            <a:ext cx="1837944" cy="123444"/>
          </a:xfrm>
          <a:custGeom>
            <a:avLst/>
            <a:gdLst/>
            <a:ahLst/>
            <a:cxnLst/>
            <a:rect l="0" t="0" r="0" b="0"/>
            <a:pathLst>
              <a:path w="7739068">
                <a:moveTo>
                  <a:pt x="0" y="0"/>
                </a:moveTo>
                <a:lnTo>
                  <a:pt x="773906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5182" name="tx98">
            <a:extLst>
              <a:ext uri="{FF2B5EF4-FFF2-40B4-BE49-F238E27FC236}">
                <a16:creationId xmlns:a16="http://schemas.microsoft.com/office/drawing/2014/main" id="{141552FC-D9C1-0B7F-68CB-3758AF6AFBDB}"/>
              </a:ext>
            </a:extLst>
          </p:cNvPr>
          <p:cNvSpPr/>
          <p:nvPr/>
        </p:nvSpPr>
        <p:spPr>
          <a:xfrm>
            <a:off x="8089843" y="10032595"/>
            <a:ext cx="2234885" cy="15582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(D) Temperature Trends</a:t>
            </a:r>
            <a:endParaRPr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5183" name="tx98">
            <a:extLst>
              <a:ext uri="{FF2B5EF4-FFF2-40B4-BE49-F238E27FC236}">
                <a16:creationId xmlns:a16="http://schemas.microsoft.com/office/drawing/2014/main" id="{A07CDC05-34AF-F45B-077C-6B0F921C645A}"/>
              </a:ext>
            </a:extLst>
          </p:cNvPr>
          <p:cNvSpPr/>
          <p:nvPr/>
        </p:nvSpPr>
        <p:spPr>
          <a:xfrm>
            <a:off x="7585787" y="7472920"/>
            <a:ext cx="2234885" cy="15582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(C) Salinity Trends</a:t>
            </a:r>
            <a:endParaRPr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4906" name="rc4">
            <a:extLst>
              <a:ext uri="{FF2B5EF4-FFF2-40B4-BE49-F238E27FC236}">
                <a16:creationId xmlns:a16="http://schemas.microsoft.com/office/drawing/2014/main" id="{AB8AE7AD-92CB-FA4A-7194-AFE4C649664F}"/>
              </a:ext>
            </a:extLst>
          </p:cNvPr>
          <p:cNvSpPr/>
          <p:nvPr/>
        </p:nvSpPr>
        <p:spPr>
          <a:xfrm>
            <a:off x="1131044" y="380728"/>
            <a:ext cx="7640861" cy="6788943"/>
          </a:xfrm>
          <a:prstGeom prst="rect">
            <a:avLst/>
          </a:prstGeom>
          <a:solidFill>
            <a:srgbClr val="FFFFFF">
              <a:alpha val="100000"/>
            </a:srgbClr>
          </a:solidFill>
          <a:ln w="13550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4908" name="rc5">
            <a:extLst>
              <a:ext uri="{FF2B5EF4-FFF2-40B4-BE49-F238E27FC236}">
                <a16:creationId xmlns:a16="http://schemas.microsoft.com/office/drawing/2014/main" id="{C990ED1C-A89C-1AA0-3260-31123328B8BD}"/>
              </a:ext>
            </a:extLst>
          </p:cNvPr>
          <p:cNvSpPr/>
          <p:nvPr/>
        </p:nvSpPr>
        <p:spPr>
          <a:xfrm>
            <a:off x="1952836" y="1096849"/>
            <a:ext cx="6714686" cy="5465000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4910" name="pl6">
            <a:extLst>
              <a:ext uri="{FF2B5EF4-FFF2-40B4-BE49-F238E27FC236}">
                <a16:creationId xmlns:a16="http://schemas.microsoft.com/office/drawing/2014/main" id="{5F61E4A6-5C74-34AE-AC3D-1B639372B747}"/>
              </a:ext>
            </a:extLst>
          </p:cNvPr>
          <p:cNvSpPr/>
          <p:nvPr/>
        </p:nvSpPr>
        <p:spPr>
          <a:xfrm>
            <a:off x="5071527" y="6404205"/>
            <a:ext cx="17097" cy="25236"/>
          </a:xfrm>
          <a:custGeom>
            <a:avLst/>
            <a:gdLst/>
            <a:ahLst/>
            <a:cxnLst/>
            <a:rect l="0" t="0" r="0" b="0"/>
            <a:pathLst>
              <a:path w="11398" h="16824">
                <a:moveTo>
                  <a:pt x="11120" y="9100"/>
                </a:moveTo>
                <a:lnTo>
                  <a:pt x="180" y="0"/>
                </a:lnTo>
                <a:lnTo>
                  <a:pt x="0" y="2435"/>
                </a:lnTo>
                <a:lnTo>
                  <a:pt x="4770" y="11734"/>
                </a:lnTo>
                <a:lnTo>
                  <a:pt x="4770" y="15935"/>
                </a:lnTo>
                <a:lnTo>
                  <a:pt x="6366" y="16824"/>
                </a:lnTo>
                <a:lnTo>
                  <a:pt x="9721" y="13944"/>
                </a:lnTo>
                <a:lnTo>
                  <a:pt x="11398" y="11542"/>
                </a:lnTo>
                <a:lnTo>
                  <a:pt x="11120" y="910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54" name="pl7">
            <a:extLst>
              <a:ext uri="{FF2B5EF4-FFF2-40B4-BE49-F238E27FC236}">
                <a16:creationId xmlns:a16="http://schemas.microsoft.com/office/drawing/2014/main" id="{5935E82D-57E8-7A39-36D1-BF7C6257EEFE}"/>
              </a:ext>
            </a:extLst>
          </p:cNvPr>
          <p:cNvSpPr/>
          <p:nvPr/>
        </p:nvSpPr>
        <p:spPr>
          <a:xfrm>
            <a:off x="5167772" y="6383967"/>
            <a:ext cx="10598" cy="8960"/>
          </a:xfrm>
          <a:custGeom>
            <a:avLst/>
            <a:gdLst/>
            <a:ahLst/>
            <a:cxnLst/>
            <a:rect l="0" t="0" r="0" b="0"/>
            <a:pathLst>
              <a:path w="7065" h="5973">
                <a:moveTo>
                  <a:pt x="5475" y="0"/>
                </a:moveTo>
                <a:lnTo>
                  <a:pt x="1060" y="3982"/>
                </a:lnTo>
                <a:lnTo>
                  <a:pt x="0" y="5973"/>
                </a:lnTo>
                <a:lnTo>
                  <a:pt x="2120" y="5973"/>
                </a:lnTo>
                <a:lnTo>
                  <a:pt x="6890" y="3537"/>
                </a:lnTo>
                <a:lnTo>
                  <a:pt x="7065" y="1546"/>
                </a:lnTo>
                <a:lnTo>
                  <a:pt x="5475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55" name="pl8">
            <a:extLst>
              <a:ext uri="{FF2B5EF4-FFF2-40B4-BE49-F238E27FC236}">
                <a16:creationId xmlns:a16="http://schemas.microsoft.com/office/drawing/2014/main" id="{FB9194E3-77F5-7EB3-EB0A-9A3D88458AAA}"/>
              </a:ext>
            </a:extLst>
          </p:cNvPr>
          <p:cNvSpPr/>
          <p:nvPr/>
        </p:nvSpPr>
        <p:spPr>
          <a:xfrm>
            <a:off x="5198525" y="6364035"/>
            <a:ext cx="8483" cy="8970"/>
          </a:xfrm>
          <a:custGeom>
            <a:avLst/>
            <a:gdLst/>
            <a:ahLst/>
            <a:cxnLst/>
            <a:rect l="0" t="0" r="0" b="0"/>
            <a:pathLst>
              <a:path w="5655" h="5980">
                <a:moveTo>
                  <a:pt x="4415" y="0"/>
                </a:moveTo>
                <a:lnTo>
                  <a:pt x="0" y="5980"/>
                </a:lnTo>
                <a:lnTo>
                  <a:pt x="3005" y="5316"/>
                </a:lnTo>
                <a:lnTo>
                  <a:pt x="5655" y="444"/>
                </a:lnTo>
                <a:lnTo>
                  <a:pt x="4415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208" name="pl9">
            <a:extLst>
              <a:ext uri="{FF2B5EF4-FFF2-40B4-BE49-F238E27FC236}">
                <a16:creationId xmlns:a16="http://schemas.microsoft.com/office/drawing/2014/main" id="{8E6F7307-C51A-C68C-DEEC-9827A801D5A7}"/>
              </a:ext>
            </a:extLst>
          </p:cNvPr>
          <p:cNvSpPr/>
          <p:nvPr/>
        </p:nvSpPr>
        <p:spPr>
          <a:xfrm>
            <a:off x="7914604" y="1108539"/>
            <a:ext cx="468191" cy="181875"/>
          </a:xfrm>
          <a:custGeom>
            <a:avLst/>
            <a:gdLst/>
            <a:ahLst/>
            <a:cxnLst/>
            <a:rect l="0" t="0" r="0" b="0"/>
            <a:pathLst>
              <a:path w="312127" h="121250">
                <a:moveTo>
                  <a:pt x="67179" y="40170"/>
                </a:moveTo>
                <a:lnTo>
                  <a:pt x="79299" y="47977"/>
                </a:lnTo>
                <a:lnTo>
                  <a:pt x="90534" y="57460"/>
                </a:lnTo>
                <a:lnTo>
                  <a:pt x="96168" y="67888"/>
                </a:lnTo>
                <a:lnTo>
                  <a:pt x="102884" y="76379"/>
                </a:lnTo>
                <a:lnTo>
                  <a:pt x="161566" y="100812"/>
                </a:lnTo>
                <a:lnTo>
                  <a:pt x="188637" y="108414"/>
                </a:lnTo>
                <a:lnTo>
                  <a:pt x="216276" y="112595"/>
                </a:lnTo>
                <a:lnTo>
                  <a:pt x="253554" y="121250"/>
                </a:lnTo>
                <a:lnTo>
                  <a:pt x="300379" y="119177"/>
                </a:lnTo>
                <a:lnTo>
                  <a:pt x="306603" y="117514"/>
                </a:lnTo>
                <a:lnTo>
                  <a:pt x="312127" y="112855"/>
                </a:lnTo>
                <a:lnTo>
                  <a:pt x="307685" y="103782"/>
                </a:lnTo>
                <a:lnTo>
                  <a:pt x="298586" y="92602"/>
                </a:lnTo>
                <a:lnTo>
                  <a:pt x="273303" y="77713"/>
                </a:lnTo>
                <a:lnTo>
                  <a:pt x="263237" y="75291"/>
                </a:lnTo>
                <a:lnTo>
                  <a:pt x="207232" y="44905"/>
                </a:lnTo>
                <a:lnTo>
                  <a:pt x="182041" y="33478"/>
                </a:lnTo>
                <a:lnTo>
                  <a:pt x="156271" y="24057"/>
                </a:lnTo>
                <a:lnTo>
                  <a:pt x="133534" y="17871"/>
                </a:lnTo>
                <a:lnTo>
                  <a:pt x="81141" y="9688"/>
                </a:lnTo>
                <a:lnTo>
                  <a:pt x="39589" y="383"/>
                </a:lnTo>
                <a:lnTo>
                  <a:pt x="27021" y="0"/>
                </a:lnTo>
                <a:lnTo>
                  <a:pt x="12562" y="2586"/>
                </a:lnTo>
                <a:lnTo>
                  <a:pt x="0" y="8046"/>
                </a:lnTo>
                <a:lnTo>
                  <a:pt x="5054" y="16346"/>
                </a:lnTo>
                <a:lnTo>
                  <a:pt x="67179" y="4017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209" name="pl10">
            <a:extLst>
              <a:ext uri="{FF2B5EF4-FFF2-40B4-BE49-F238E27FC236}">
                <a16:creationId xmlns:a16="http://schemas.microsoft.com/office/drawing/2014/main" id="{5A4068C3-8987-C5F5-9B10-44F0E2DC50FC}"/>
              </a:ext>
            </a:extLst>
          </p:cNvPr>
          <p:cNvSpPr/>
          <p:nvPr/>
        </p:nvSpPr>
        <p:spPr>
          <a:xfrm>
            <a:off x="8416509" y="1725384"/>
            <a:ext cx="251013" cy="302090"/>
          </a:xfrm>
          <a:custGeom>
            <a:avLst/>
            <a:gdLst/>
            <a:ahLst/>
            <a:cxnLst/>
            <a:rect l="0" t="0" r="0" b="0"/>
            <a:pathLst>
              <a:path w="167342" h="201393">
                <a:moveTo>
                  <a:pt x="167342" y="114109"/>
                </a:moveTo>
                <a:lnTo>
                  <a:pt x="156992" y="112622"/>
                </a:lnTo>
                <a:lnTo>
                  <a:pt x="141998" y="114086"/>
                </a:lnTo>
                <a:lnTo>
                  <a:pt x="140053" y="103638"/>
                </a:lnTo>
                <a:lnTo>
                  <a:pt x="133998" y="97877"/>
                </a:lnTo>
                <a:lnTo>
                  <a:pt x="125206" y="101613"/>
                </a:lnTo>
                <a:lnTo>
                  <a:pt x="119124" y="105670"/>
                </a:lnTo>
                <a:lnTo>
                  <a:pt x="110834" y="112923"/>
                </a:lnTo>
                <a:lnTo>
                  <a:pt x="101791" y="125143"/>
                </a:lnTo>
                <a:lnTo>
                  <a:pt x="103195" y="132882"/>
                </a:lnTo>
                <a:lnTo>
                  <a:pt x="85277" y="147572"/>
                </a:lnTo>
                <a:lnTo>
                  <a:pt x="88458" y="150890"/>
                </a:lnTo>
                <a:lnTo>
                  <a:pt x="115796" y="145875"/>
                </a:lnTo>
                <a:lnTo>
                  <a:pt x="114479" y="148982"/>
                </a:lnTo>
                <a:lnTo>
                  <a:pt x="89108" y="173251"/>
                </a:lnTo>
                <a:lnTo>
                  <a:pt x="84764" y="176323"/>
                </a:lnTo>
                <a:lnTo>
                  <a:pt x="77130" y="178191"/>
                </a:lnTo>
                <a:lnTo>
                  <a:pt x="69130" y="176788"/>
                </a:lnTo>
                <a:lnTo>
                  <a:pt x="63223" y="176843"/>
                </a:lnTo>
                <a:lnTo>
                  <a:pt x="48824" y="183056"/>
                </a:lnTo>
                <a:lnTo>
                  <a:pt x="45125" y="176747"/>
                </a:lnTo>
                <a:lnTo>
                  <a:pt x="49616" y="170213"/>
                </a:lnTo>
                <a:lnTo>
                  <a:pt x="58616" y="164192"/>
                </a:lnTo>
                <a:lnTo>
                  <a:pt x="58720" y="161694"/>
                </a:lnTo>
                <a:lnTo>
                  <a:pt x="51228" y="157993"/>
                </a:lnTo>
                <a:lnTo>
                  <a:pt x="57190" y="154004"/>
                </a:lnTo>
                <a:lnTo>
                  <a:pt x="70157" y="148687"/>
                </a:lnTo>
                <a:lnTo>
                  <a:pt x="70512" y="143802"/>
                </a:lnTo>
                <a:lnTo>
                  <a:pt x="62529" y="143515"/>
                </a:lnTo>
                <a:lnTo>
                  <a:pt x="47447" y="150302"/>
                </a:lnTo>
                <a:lnTo>
                  <a:pt x="43660" y="149235"/>
                </a:lnTo>
                <a:lnTo>
                  <a:pt x="65256" y="135242"/>
                </a:lnTo>
                <a:lnTo>
                  <a:pt x="74392" y="131103"/>
                </a:lnTo>
                <a:lnTo>
                  <a:pt x="83988" y="128503"/>
                </a:lnTo>
                <a:lnTo>
                  <a:pt x="102785" y="117364"/>
                </a:lnTo>
                <a:lnTo>
                  <a:pt x="107534" y="111425"/>
                </a:lnTo>
                <a:lnTo>
                  <a:pt x="111998" y="103618"/>
                </a:lnTo>
                <a:lnTo>
                  <a:pt x="110523" y="98979"/>
                </a:lnTo>
                <a:lnTo>
                  <a:pt x="113353" y="83543"/>
                </a:lnTo>
                <a:lnTo>
                  <a:pt x="124359" y="55544"/>
                </a:lnTo>
                <a:lnTo>
                  <a:pt x="130086" y="38213"/>
                </a:lnTo>
                <a:lnTo>
                  <a:pt x="130217" y="33896"/>
                </a:lnTo>
                <a:lnTo>
                  <a:pt x="119730" y="12124"/>
                </a:lnTo>
                <a:lnTo>
                  <a:pt x="119069" y="6554"/>
                </a:lnTo>
                <a:lnTo>
                  <a:pt x="121659" y="868"/>
                </a:lnTo>
                <a:lnTo>
                  <a:pt x="112610" y="0"/>
                </a:lnTo>
                <a:lnTo>
                  <a:pt x="103436" y="1525"/>
                </a:lnTo>
                <a:lnTo>
                  <a:pt x="98332" y="4755"/>
                </a:lnTo>
                <a:lnTo>
                  <a:pt x="82326" y="20506"/>
                </a:lnTo>
                <a:lnTo>
                  <a:pt x="69960" y="29838"/>
                </a:lnTo>
                <a:lnTo>
                  <a:pt x="63043" y="39274"/>
                </a:lnTo>
                <a:lnTo>
                  <a:pt x="57387" y="50338"/>
                </a:lnTo>
                <a:lnTo>
                  <a:pt x="28513" y="99095"/>
                </a:lnTo>
                <a:lnTo>
                  <a:pt x="21611" y="107319"/>
                </a:lnTo>
                <a:lnTo>
                  <a:pt x="9699" y="117617"/>
                </a:lnTo>
                <a:lnTo>
                  <a:pt x="1644" y="133114"/>
                </a:lnTo>
                <a:lnTo>
                  <a:pt x="0" y="149693"/>
                </a:lnTo>
                <a:lnTo>
                  <a:pt x="5092" y="181256"/>
                </a:lnTo>
                <a:lnTo>
                  <a:pt x="9732" y="187859"/>
                </a:lnTo>
                <a:lnTo>
                  <a:pt x="19234" y="197753"/>
                </a:lnTo>
                <a:lnTo>
                  <a:pt x="23682" y="201201"/>
                </a:lnTo>
                <a:lnTo>
                  <a:pt x="28983" y="201393"/>
                </a:lnTo>
                <a:lnTo>
                  <a:pt x="34567" y="199641"/>
                </a:lnTo>
                <a:lnTo>
                  <a:pt x="46065" y="200011"/>
                </a:lnTo>
                <a:lnTo>
                  <a:pt x="57824" y="196678"/>
                </a:lnTo>
                <a:lnTo>
                  <a:pt x="69802" y="196042"/>
                </a:lnTo>
                <a:lnTo>
                  <a:pt x="81873" y="198827"/>
                </a:lnTo>
                <a:lnTo>
                  <a:pt x="92031" y="198827"/>
                </a:lnTo>
                <a:lnTo>
                  <a:pt x="124135" y="189884"/>
                </a:lnTo>
                <a:lnTo>
                  <a:pt x="144391" y="177500"/>
                </a:lnTo>
                <a:lnTo>
                  <a:pt x="154533" y="166867"/>
                </a:lnTo>
                <a:lnTo>
                  <a:pt x="165571" y="158239"/>
                </a:lnTo>
                <a:lnTo>
                  <a:pt x="167342" y="157459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210" name="pl11">
            <a:extLst>
              <a:ext uri="{FF2B5EF4-FFF2-40B4-BE49-F238E27FC236}">
                <a16:creationId xmlns:a16="http://schemas.microsoft.com/office/drawing/2014/main" id="{3E5B5679-0199-C0BF-9C2C-E14450853071}"/>
              </a:ext>
            </a:extLst>
          </p:cNvPr>
          <p:cNvSpPr/>
          <p:nvPr/>
        </p:nvSpPr>
        <p:spPr>
          <a:xfrm>
            <a:off x="7928383" y="1714485"/>
            <a:ext cx="399422" cy="230093"/>
          </a:xfrm>
          <a:custGeom>
            <a:avLst/>
            <a:gdLst/>
            <a:ahLst/>
            <a:cxnLst/>
            <a:rect l="0" t="0" r="0" b="0"/>
            <a:pathLst>
              <a:path w="266281" h="153395">
                <a:moveTo>
                  <a:pt x="250631" y="80484"/>
                </a:moveTo>
                <a:lnTo>
                  <a:pt x="221587" y="81736"/>
                </a:lnTo>
                <a:lnTo>
                  <a:pt x="192620" y="84377"/>
                </a:lnTo>
                <a:lnTo>
                  <a:pt x="189254" y="85657"/>
                </a:lnTo>
                <a:lnTo>
                  <a:pt x="161052" y="88818"/>
                </a:lnTo>
                <a:lnTo>
                  <a:pt x="142544" y="89591"/>
                </a:lnTo>
                <a:lnTo>
                  <a:pt x="125009" y="84268"/>
                </a:lnTo>
                <a:lnTo>
                  <a:pt x="115769" y="77535"/>
                </a:lnTo>
                <a:lnTo>
                  <a:pt x="110791" y="77008"/>
                </a:lnTo>
                <a:lnTo>
                  <a:pt x="105938" y="78144"/>
                </a:lnTo>
                <a:lnTo>
                  <a:pt x="97222" y="72999"/>
                </a:lnTo>
                <a:lnTo>
                  <a:pt x="80764" y="70016"/>
                </a:lnTo>
                <a:lnTo>
                  <a:pt x="74545" y="81422"/>
                </a:lnTo>
                <a:lnTo>
                  <a:pt x="69261" y="85048"/>
                </a:lnTo>
                <a:lnTo>
                  <a:pt x="66234" y="83077"/>
                </a:lnTo>
                <a:lnTo>
                  <a:pt x="63737" y="79547"/>
                </a:lnTo>
                <a:lnTo>
                  <a:pt x="55682" y="77460"/>
                </a:lnTo>
                <a:lnTo>
                  <a:pt x="59032" y="73273"/>
                </a:lnTo>
                <a:lnTo>
                  <a:pt x="60365" y="68551"/>
                </a:lnTo>
                <a:lnTo>
                  <a:pt x="58622" y="63420"/>
                </a:lnTo>
                <a:lnTo>
                  <a:pt x="55966" y="59198"/>
                </a:lnTo>
                <a:lnTo>
                  <a:pt x="35278" y="40095"/>
                </a:lnTo>
                <a:lnTo>
                  <a:pt x="47185" y="20820"/>
                </a:lnTo>
                <a:lnTo>
                  <a:pt x="45420" y="11186"/>
                </a:lnTo>
                <a:lnTo>
                  <a:pt x="45835" y="0"/>
                </a:lnTo>
                <a:lnTo>
                  <a:pt x="27551" y="14950"/>
                </a:lnTo>
                <a:lnTo>
                  <a:pt x="20130" y="22462"/>
                </a:lnTo>
                <a:lnTo>
                  <a:pt x="13781" y="31645"/>
                </a:lnTo>
                <a:lnTo>
                  <a:pt x="5431" y="40964"/>
                </a:lnTo>
                <a:lnTo>
                  <a:pt x="0" y="51843"/>
                </a:lnTo>
                <a:lnTo>
                  <a:pt x="1688" y="58952"/>
                </a:lnTo>
                <a:lnTo>
                  <a:pt x="18742" y="60272"/>
                </a:lnTo>
                <a:lnTo>
                  <a:pt x="29890" y="64720"/>
                </a:lnTo>
                <a:lnTo>
                  <a:pt x="33190" y="69988"/>
                </a:lnTo>
                <a:lnTo>
                  <a:pt x="32710" y="89140"/>
                </a:lnTo>
                <a:lnTo>
                  <a:pt x="42906" y="92027"/>
                </a:lnTo>
                <a:lnTo>
                  <a:pt x="60720" y="91562"/>
                </a:lnTo>
                <a:lnTo>
                  <a:pt x="72124" y="93040"/>
                </a:lnTo>
                <a:lnTo>
                  <a:pt x="73032" y="94894"/>
                </a:lnTo>
                <a:lnTo>
                  <a:pt x="71611" y="96858"/>
                </a:lnTo>
                <a:lnTo>
                  <a:pt x="67436" y="97282"/>
                </a:lnTo>
                <a:lnTo>
                  <a:pt x="75130" y="108250"/>
                </a:lnTo>
                <a:lnTo>
                  <a:pt x="85288" y="116461"/>
                </a:lnTo>
                <a:lnTo>
                  <a:pt x="93359" y="119437"/>
                </a:lnTo>
                <a:lnTo>
                  <a:pt x="126069" y="127278"/>
                </a:lnTo>
                <a:lnTo>
                  <a:pt x="133135" y="126354"/>
                </a:lnTo>
                <a:lnTo>
                  <a:pt x="139927" y="122365"/>
                </a:lnTo>
                <a:lnTo>
                  <a:pt x="126719" y="120730"/>
                </a:lnTo>
                <a:lnTo>
                  <a:pt x="135233" y="115585"/>
                </a:lnTo>
                <a:lnTo>
                  <a:pt x="143932" y="113327"/>
                </a:lnTo>
                <a:lnTo>
                  <a:pt x="150659" y="107367"/>
                </a:lnTo>
                <a:lnTo>
                  <a:pt x="159435" y="104425"/>
                </a:lnTo>
                <a:lnTo>
                  <a:pt x="157572" y="107819"/>
                </a:lnTo>
                <a:lnTo>
                  <a:pt x="151102" y="110946"/>
                </a:lnTo>
                <a:lnTo>
                  <a:pt x="150719" y="117377"/>
                </a:lnTo>
                <a:lnTo>
                  <a:pt x="155342" y="122140"/>
                </a:lnTo>
                <a:lnTo>
                  <a:pt x="162326" y="121407"/>
                </a:lnTo>
                <a:lnTo>
                  <a:pt x="168828" y="131438"/>
                </a:lnTo>
                <a:lnTo>
                  <a:pt x="154555" y="139423"/>
                </a:lnTo>
                <a:lnTo>
                  <a:pt x="157626" y="140566"/>
                </a:lnTo>
                <a:lnTo>
                  <a:pt x="167823" y="139190"/>
                </a:lnTo>
                <a:lnTo>
                  <a:pt x="170637" y="148564"/>
                </a:lnTo>
                <a:lnTo>
                  <a:pt x="178861" y="152512"/>
                </a:lnTo>
                <a:lnTo>
                  <a:pt x="185768" y="153395"/>
                </a:lnTo>
                <a:lnTo>
                  <a:pt x="209473" y="151937"/>
                </a:lnTo>
                <a:lnTo>
                  <a:pt x="215434" y="148797"/>
                </a:lnTo>
                <a:lnTo>
                  <a:pt x="212691" y="145540"/>
                </a:lnTo>
                <a:lnTo>
                  <a:pt x="208139" y="144739"/>
                </a:lnTo>
                <a:lnTo>
                  <a:pt x="208593" y="135030"/>
                </a:lnTo>
                <a:lnTo>
                  <a:pt x="207161" y="125506"/>
                </a:lnTo>
                <a:lnTo>
                  <a:pt x="210063" y="120326"/>
                </a:lnTo>
                <a:lnTo>
                  <a:pt x="233128" y="109755"/>
                </a:lnTo>
                <a:lnTo>
                  <a:pt x="249713" y="98958"/>
                </a:lnTo>
                <a:lnTo>
                  <a:pt x="266281" y="89680"/>
                </a:lnTo>
                <a:lnTo>
                  <a:pt x="264363" y="86300"/>
                </a:lnTo>
                <a:lnTo>
                  <a:pt x="260625" y="83495"/>
                </a:lnTo>
                <a:lnTo>
                  <a:pt x="250631" y="8048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211" name="pl12">
            <a:extLst>
              <a:ext uri="{FF2B5EF4-FFF2-40B4-BE49-F238E27FC236}">
                <a16:creationId xmlns:a16="http://schemas.microsoft.com/office/drawing/2014/main" id="{06A3681F-9573-40FB-1C19-3AFECA6191E6}"/>
              </a:ext>
            </a:extLst>
          </p:cNvPr>
          <p:cNvSpPr/>
          <p:nvPr/>
        </p:nvSpPr>
        <p:spPr>
          <a:xfrm>
            <a:off x="6312006" y="2956416"/>
            <a:ext cx="357356" cy="122441"/>
          </a:xfrm>
          <a:custGeom>
            <a:avLst/>
            <a:gdLst/>
            <a:ahLst/>
            <a:cxnLst/>
            <a:rect l="0" t="0" r="0" b="0"/>
            <a:pathLst>
              <a:path w="238237" h="81627">
                <a:moveTo>
                  <a:pt x="216003" y="19336"/>
                </a:moveTo>
                <a:lnTo>
                  <a:pt x="210478" y="14231"/>
                </a:lnTo>
                <a:lnTo>
                  <a:pt x="206828" y="14888"/>
                </a:lnTo>
                <a:lnTo>
                  <a:pt x="195238" y="18070"/>
                </a:lnTo>
                <a:lnTo>
                  <a:pt x="181637" y="25343"/>
                </a:lnTo>
                <a:lnTo>
                  <a:pt x="175779" y="30721"/>
                </a:lnTo>
                <a:lnTo>
                  <a:pt x="169593" y="33383"/>
                </a:lnTo>
                <a:lnTo>
                  <a:pt x="162402" y="32466"/>
                </a:lnTo>
                <a:lnTo>
                  <a:pt x="170358" y="23400"/>
                </a:lnTo>
                <a:lnTo>
                  <a:pt x="179577" y="16044"/>
                </a:lnTo>
                <a:lnTo>
                  <a:pt x="196730" y="0"/>
                </a:lnTo>
                <a:lnTo>
                  <a:pt x="185713" y="3852"/>
                </a:lnTo>
                <a:lnTo>
                  <a:pt x="166566" y="17659"/>
                </a:lnTo>
                <a:lnTo>
                  <a:pt x="157451" y="22586"/>
                </a:lnTo>
                <a:lnTo>
                  <a:pt x="134654" y="25357"/>
                </a:lnTo>
                <a:lnTo>
                  <a:pt x="111714" y="26212"/>
                </a:lnTo>
                <a:lnTo>
                  <a:pt x="103042" y="27485"/>
                </a:lnTo>
                <a:lnTo>
                  <a:pt x="94698" y="31275"/>
                </a:lnTo>
                <a:lnTo>
                  <a:pt x="84365" y="32062"/>
                </a:lnTo>
                <a:lnTo>
                  <a:pt x="73786" y="29318"/>
                </a:lnTo>
                <a:lnTo>
                  <a:pt x="69922" y="29695"/>
                </a:lnTo>
                <a:lnTo>
                  <a:pt x="66157" y="31706"/>
                </a:lnTo>
                <a:lnTo>
                  <a:pt x="60950" y="32657"/>
                </a:lnTo>
                <a:lnTo>
                  <a:pt x="51278" y="32705"/>
                </a:lnTo>
                <a:lnTo>
                  <a:pt x="47256" y="34587"/>
                </a:lnTo>
                <a:lnTo>
                  <a:pt x="43556" y="38083"/>
                </a:lnTo>
                <a:lnTo>
                  <a:pt x="42502" y="44139"/>
                </a:lnTo>
                <a:lnTo>
                  <a:pt x="37693" y="39657"/>
                </a:lnTo>
                <a:lnTo>
                  <a:pt x="30753" y="44747"/>
                </a:lnTo>
                <a:lnTo>
                  <a:pt x="17098" y="50639"/>
                </a:lnTo>
                <a:lnTo>
                  <a:pt x="7551" y="59930"/>
                </a:lnTo>
                <a:lnTo>
                  <a:pt x="3207" y="65842"/>
                </a:lnTo>
                <a:lnTo>
                  <a:pt x="0" y="72075"/>
                </a:lnTo>
                <a:lnTo>
                  <a:pt x="1918" y="80128"/>
                </a:lnTo>
                <a:lnTo>
                  <a:pt x="11529" y="77658"/>
                </a:lnTo>
                <a:lnTo>
                  <a:pt x="17551" y="70262"/>
                </a:lnTo>
                <a:lnTo>
                  <a:pt x="23431" y="69653"/>
                </a:lnTo>
                <a:lnTo>
                  <a:pt x="26059" y="71754"/>
                </a:lnTo>
                <a:lnTo>
                  <a:pt x="25819" y="74443"/>
                </a:lnTo>
                <a:lnTo>
                  <a:pt x="14824" y="81627"/>
                </a:lnTo>
                <a:lnTo>
                  <a:pt x="29688" y="78514"/>
                </a:lnTo>
                <a:lnTo>
                  <a:pt x="46010" y="77508"/>
                </a:lnTo>
                <a:lnTo>
                  <a:pt x="85780" y="68586"/>
                </a:lnTo>
                <a:lnTo>
                  <a:pt x="89922" y="70276"/>
                </a:lnTo>
                <a:lnTo>
                  <a:pt x="93753" y="69899"/>
                </a:lnTo>
                <a:lnTo>
                  <a:pt x="142036" y="52575"/>
                </a:lnTo>
                <a:lnTo>
                  <a:pt x="151747" y="50782"/>
                </a:lnTo>
                <a:lnTo>
                  <a:pt x="165233" y="45856"/>
                </a:lnTo>
                <a:lnTo>
                  <a:pt x="179500" y="38904"/>
                </a:lnTo>
                <a:lnTo>
                  <a:pt x="189473" y="36277"/>
                </a:lnTo>
                <a:lnTo>
                  <a:pt x="238237" y="12938"/>
                </a:lnTo>
                <a:lnTo>
                  <a:pt x="226964" y="15237"/>
                </a:lnTo>
                <a:lnTo>
                  <a:pt x="216003" y="1933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245" name="pl13">
            <a:extLst>
              <a:ext uri="{FF2B5EF4-FFF2-40B4-BE49-F238E27FC236}">
                <a16:creationId xmlns:a16="http://schemas.microsoft.com/office/drawing/2014/main" id="{0CE8CF7F-6297-6FBA-20A4-9708DB8D96AB}"/>
              </a:ext>
            </a:extLst>
          </p:cNvPr>
          <p:cNvSpPr/>
          <p:nvPr/>
        </p:nvSpPr>
        <p:spPr>
          <a:xfrm>
            <a:off x="8647803" y="2367805"/>
            <a:ext cx="19721" cy="10010"/>
          </a:xfrm>
          <a:custGeom>
            <a:avLst/>
            <a:gdLst/>
            <a:ahLst/>
            <a:cxnLst/>
            <a:rect l="0" t="0" r="0" b="0"/>
            <a:pathLst>
              <a:path w="13147" h="6673">
                <a:moveTo>
                  <a:pt x="13147" y="1249"/>
                </a:moveTo>
                <a:lnTo>
                  <a:pt x="0" y="0"/>
                </a:lnTo>
                <a:lnTo>
                  <a:pt x="360" y="1997"/>
                </a:lnTo>
                <a:lnTo>
                  <a:pt x="8923" y="6547"/>
                </a:lnTo>
                <a:lnTo>
                  <a:pt x="13147" y="667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247" name="pl14">
            <a:extLst>
              <a:ext uri="{FF2B5EF4-FFF2-40B4-BE49-F238E27FC236}">
                <a16:creationId xmlns:a16="http://schemas.microsoft.com/office/drawing/2014/main" id="{6874B4FC-8093-C753-72AA-A514EE300600}"/>
              </a:ext>
            </a:extLst>
          </p:cNvPr>
          <p:cNvSpPr/>
          <p:nvPr/>
        </p:nvSpPr>
        <p:spPr>
          <a:xfrm>
            <a:off x="2450389" y="5693143"/>
            <a:ext cx="32949" cy="49130"/>
          </a:xfrm>
          <a:custGeom>
            <a:avLst/>
            <a:gdLst/>
            <a:ahLst/>
            <a:cxnLst/>
            <a:rect l="0" t="0" r="0" b="0"/>
            <a:pathLst>
              <a:path w="21966" h="32753">
                <a:moveTo>
                  <a:pt x="21966" y="6178"/>
                </a:moveTo>
                <a:lnTo>
                  <a:pt x="19988" y="0"/>
                </a:lnTo>
                <a:lnTo>
                  <a:pt x="15300" y="2162"/>
                </a:lnTo>
                <a:lnTo>
                  <a:pt x="6420" y="16681"/>
                </a:lnTo>
                <a:lnTo>
                  <a:pt x="5415" y="21279"/>
                </a:lnTo>
                <a:lnTo>
                  <a:pt x="0" y="32753"/>
                </a:lnTo>
                <a:lnTo>
                  <a:pt x="2426" y="32411"/>
                </a:lnTo>
                <a:lnTo>
                  <a:pt x="12835" y="16380"/>
                </a:lnTo>
                <a:lnTo>
                  <a:pt x="21966" y="617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248" name="pl15">
            <a:extLst>
              <a:ext uri="{FF2B5EF4-FFF2-40B4-BE49-F238E27FC236}">
                <a16:creationId xmlns:a16="http://schemas.microsoft.com/office/drawing/2014/main" id="{08459F92-0DB2-7A49-04B1-9E65965C16E3}"/>
              </a:ext>
            </a:extLst>
          </p:cNvPr>
          <p:cNvSpPr/>
          <p:nvPr/>
        </p:nvSpPr>
        <p:spPr>
          <a:xfrm>
            <a:off x="3808843" y="5352618"/>
            <a:ext cx="11909" cy="19490"/>
          </a:xfrm>
          <a:custGeom>
            <a:avLst/>
            <a:gdLst/>
            <a:ahLst/>
            <a:cxnLst/>
            <a:rect l="0" t="0" r="0" b="0"/>
            <a:pathLst>
              <a:path w="7939" h="12993">
                <a:moveTo>
                  <a:pt x="278" y="10194"/>
                </a:moveTo>
                <a:lnTo>
                  <a:pt x="0" y="12993"/>
                </a:lnTo>
                <a:lnTo>
                  <a:pt x="6076" y="5658"/>
                </a:lnTo>
                <a:lnTo>
                  <a:pt x="7939" y="0"/>
                </a:lnTo>
                <a:lnTo>
                  <a:pt x="4748" y="2853"/>
                </a:lnTo>
                <a:lnTo>
                  <a:pt x="278" y="1019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249" name="pl16">
            <a:extLst>
              <a:ext uri="{FF2B5EF4-FFF2-40B4-BE49-F238E27FC236}">
                <a16:creationId xmlns:a16="http://schemas.microsoft.com/office/drawing/2014/main" id="{73BF469A-EB49-8B58-97FE-3A9758816492}"/>
              </a:ext>
            </a:extLst>
          </p:cNvPr>
          <p:cNvSpPr/>
          <p:nvPr/>
        </p:nvSpPr>
        <p:spPr>
          <a:xfrm>
            <a:off x="3845899" y="5245150"/>
            <a:ext cx="27654" cy="12500"/>
          </a:xfrm>
          <a:custGeom>
            <a:avLst/>
            <a:gdLst/>
            <a:ahLst/>
            <a:cxnLst/>
            <a:rect l="0" t="0" r="0" b="0"/>
            <a:pathLst>
              <a:path w="18436" h="8333">
                <a:moveTo>
                  <a:pt x="0" y="0"/>
                </a:moveTo>
                <a:lnTo>
                  <a:pt x="1092" y="2709"/>
                </a:lnTo>
                <a:lnTo>
                  <a:pt x="7120" y="5419"/>
                </a:lnTo>
                <a:lnTo>
                  <a:pt x="17032" y="8333"/>
                </a:lnTo>
                <a:lnTo>
                  <a:pt x="18436" y="6773"/>
                </a:lnTo>
                <a:lnTo>
                  <a:pt x="16661" y="4919"/>
                </a:ln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56" name="pl17">
            <a:extLst>
              <a:ext uri="{FF2B5EF4-FFF2-40B4-BE49-F238E27FC236}">
                <a16:creationId xmlns:a16="http://schemas.microsoft.com/office/drawing/2014/main" id="{E470E6C6-EE5A-B281-E54F-5712C044B33C}"/>
              </a:ext>
            </a:extLst>
          </p:cNvPr>
          <p:cNvSpPr/>
          <p:nvPr/>
        </p:nvSpPr>
        <p:spPr>
          <a:xfrm>
            <a:off x="3914153" y="5243160"/>
            <a:ext cx="41114" cy="9000"/>
          </a:xfrm>
          <a:custGeom>
            <a:avLst/>
            <a:gdLst/>
            <a:ahLst/>
            <a:cxnLst/>
            <a:rect l="0" t="0" r="0" b="0"/>
            <a:pathLst>
              <a:path w="27409" h="6000">
                <a:moveTo>
                  <a:pt x="23152" y="0"/>
                </a:moveTo>
                <a:lnTo>
                  <a:pt x="5857" y="2661"/>
                </a:lnTo>
                <a:lnTo>
                  <a:pt x="0" y="4666"/>
                </a:lnTo>
                <a:lnTo>
                  <a:pt x="2967" y="5720"/>
                </a:lnTo>
                <a:lnTo>
                  <a:pt x="17562" y="6000"/>
                </a:lnTo>
                <a:lnTo>
                  <a:pt x="27409" y="2996"/>
                </a:lnTo>
                <a:lnTo>
                  <a:pt x="23152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57" name="pl18">
            <a:extLst>
              <a:ext uri="{FF2B5EF4-FFF2-40B4-BE49-F238E27FC236}">
                <a16:creationId xmlns:a16="http://schemas.microsoft.com/office/drawing/2014/main" id="{F6085EA8-5C2C-9C53-121D-2BA23CF0E221}"/>
              </a:ext>
            </a:extLst>
          </p:cNvPr>
          <p:cNvSpPr/>
          <p:nvPr/>
        </p:nvSpPr>
        <p:spPr>
          <a:xfrm>
            <a:off x="5719454" y="6334210"/>
            <a:ext cx="49146" cy="18894"/>
          </a:xfrm>
          <a:custGeom>
            <a:avLst/>
            <a:gdLst/>
            <a:ahLst/>
            <a:cxnLst/>
            <a:rect l="0" t="0" r="0" b="0"/>
            <a:pathLst>
              <a:path w="32764" h="12596">
                <a:moveTo>
                  <a:pt x="12382" y="321"/>
                </a:moveTo>
                <a:lnTo>
                  <a:pt x="3868" y="3551"/>
                </a:lnTo>
                <a:lnTo>
                  <a:pt x="0" y="7423"/>
                </a:lnTo>
                <a:lnTo>
                  <a:pt x="2316" y="9729"/>
                </a:lnTo>
                <a:lnTo>
                  <a:pt x="11349" y="12596"/>
                </a:lnTo>
                <a:lnTo>
                  <a:pt x="23988" y="9688"/>
                </a:lnTo>
                <a:lnTo>
                  <a:pt x="32764" y="5487"/>
                </a:lnTo>
                <a:lnTo>
                  <a:pt x="32043" y="3817"/>
                </a:lnTo>
                <a:lnTo>
                  <a:pt x="26054" y="0"/>
                </a:lnTo>
                <a:lnTo>
                  <a:pt x="12382" y="32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58" name="pl19">
            <a:extLst>
              <a:ext uri="{FF2B5EF4-FFF2-40B4-BE49-F238E27FC236}">
                <a16:creationId xmlns:a16="http://schemas.microsoft.com/office/drawing/2014/main" id="{F2B8CD2F-43B0-65EC-1F36-A20CDB77AAEE}"/>
              </a:ext>
            </a:extLst>
          </p:cNvPr>
          <p:cNvSpPr/>
          <p:nvPr/>
        </p:nvSpPr>
        <p:spPr>
          <a:xfrm>
            <a:off x="5119256" y="6402214"/>
            <a:ext cx="34728" cy="13947"/>
          </a:xfrm>
          <a:custGeom>
            <a:avLst/>
            <a:gdLst/>
            <a:ahLst/>
            <a:cxnLst/>
            <a:rect l="0" t="0" r="0" b="0"/>
            <a:pathLst>
              <a:path w="23152" h="9298">
                <a:moveTo>
                  <a:pt x="5830" y="3544"/>
                </a:moveTo>
                <a:lnTo>
                  <a:pt x="0" y="6862"/>
                </a:lnTo>
                <a:lnTo>
                  <a:pt x="5300" y="9298"/>
                </a:lnTo>
                <a:lnTo>
                  <a:pt x="10426" y="5980"/>
                </a:lnTo>
                <a:lnTo>
                  <a:pt x="16611" y="4426"/>
                </a:lnTo>
                <a:lnTo>
                  <a:pt x="23152" y="0"/>
                </a:lnTo>
                <a:lnTo>
                  <a:pt x="5830" y="354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59" name="pl20">
            <a:extLst>
              <a:ext uri="{FF2B5EF4-FFF2-40B4-BE49-F238E27FC236}">
                <a16:creationId xmlns:a16="http://schemas.microsoft.com/office/drawing/2014/main" id="{541DB7C6-C1EA-BD0F-0ADF-889AFA216DF4}"/>
              </a:ext>
            </a:extLst>
          </p:cNvPr>
          <p:cNvSpPr/>
          <p:nvPr/>
        </p:nvSpPr>
        <p:spPr>
          <a:xfrm>
            <a:off x="5868518" y="4312761"/>
            <a:ext cx="21434" cy="10007"/>
          </a:xfrm>
          <a:custGeom>
            <a:avLst/>
            <a:gdLst/>
            <a:ahLst/>
            <a:cxnLst/>
            <a:rect l="0" t="0" r="0" b="0"/>
            <a:pathLst>
              <a:path w="14289" h="6671">
                <a:moveTo>
                  <a:pt x="5781" y="786"/>
                </a:moveTo>
                <a:lnTo>
                  <a:pt x="14289" y="6342"/>
                </a:lnTo>
                <a:lnTo>
                  <a:pt x="11797" y="6671"/>
                </a:lnTo>
                <a:lnTo>
                  <a:pt x="7398" y="5124"/>
                </a:lnTo>
                <a:lnTo>
                  <a:pt x="1338" y="2168"/>
                </a:lnTo>
                <a:lnTo>
                  <a:pt x="0" y="0"/>
                </a:lnTo>
                <a:lnTo>
                  <a:pt x="5781" y="78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60" name="pl21">
            <a:extLst>
              <a:ext uri="{FF2B5EF4-FFF2-40B4-BE49-F238E27FC236}">
                <a16:creationId xmlns:a16="http://schemas.microsoft.com/office/drawing/2014/main" id="{B1AF2F48-B09C-3869-C8B3-D03A486DA892}"/>
              </a:ext>
            </a:extLst>
          </p:cNvPr>
          <p:cNvSpPr/>
          <p:nvPr/>
        </p:nvSpPr>
        <p:spPr>
          <a:xfrm>
            <a:off x="6324006" y="1999681"/>
            <a:ext cx="81326" cy="55349"/>
          </a:xfrm>
          <a:custGeom>
            <a:avLst/>
            <a:gdLst/>
            <a:ahLst/>
            <a:cxnLst/>
            <a:rect l="0" t="0" r="0" b="0"/>
            <a:pathLst>
              <a:path w="54217" h="36899">
                <a:moveTo>
                  <a:pt x="30562" y="20081"/>
                </a:moveTo>
                <a:lnTo>
                  <a:pt x="12043" y="26486"/>
                </a:lnTo>
                <a:lnTo>
                  <a:pt x="0" y="36899"/>
                </a:lnTo>
                <a:lnTo>
                  <a:pt x="4513" y="36824"/>
                </a:lnTo>
                <a:lnTo>
                  <a:pt x="20726" y="33225"/>
                </a:lnTo>
                <a:lnTo>
                  <a:pt x="35475" y="35818"/>
                </a:lnTo>
                <a:lnTo>
                  <a:pt x="44097" y="33020"/>
                </a:lnTo>
                <a:lnTo>
                  <a:pt x="45759" y="30112"/>
                </a:lnTo>
                <a:lnTo>
                  <a:pt x="47190" y="22182"/>
                </a:lnTo>
                <a:lnTo>
                  <a:pt x="54217" y="0"/>
                </a:lnTo>
                <a:lnTo>
                  <a:pt x="49026" y="499"/>
                </a:lnTo>
                <a:lnTo>
                  <a:pt x="30562" y="2008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61" name="pl22">
            <a:extLst>
              <a:ext uri="{FF2B5EF4-FFF2-40B4-BE49-F238E27FC236}">
                <a16:creationId xmlns:a16="http://schemas.microsoft.com/office/drawing/2014/main" id="{AEA34869-1099-7710-3242-8EFA03491FA0}"/>
              </a:ext>
            </a:extLst>
          </p:cNvPr>
          <p:cNvSpPr/>
          <p:nvPr/>
        </p:nvSpPr>
        <p:spPr>
          <a:xfrm>
            <a:off x="6341268" y="2001837"/>
            <a:ext cx="47901" cy="27239"/>
          </a:xfrm>
          <a:custGeom>
            <a:avLst/>
            <a:gdLst/>
            <a:ahLst/>
            <a:cxnLst/>
            <a:rect l="0" t="0" r="0" b="0"/>
            <a:pathLst>
              <a:path w="31934" h="18159">
                <a:moveTo>
                  <a:pt x="18174" y="15271"/>
                </a:moveTo>
                <a:lnTo>
                  <a:pt x="31934" y="0"/>
                </a:lnTo>
                <a:lnTo>
                  <a:pt x="14890" y="3174"/>
                </a:lnTo>
                <a:lnTo>
                  <a:pt x="0" y="16941"/>
                </a:lnTo>
                <a:lnTo>
                  <a:pt x="4677" y="18159"/>
                </a:lnTo>
                <a:lnTo>
                  <a:pt x="18174" y="1527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62" name="pl23">
            <a:extLst>
              <a:ext uri="{FF2B5EF4-FFF2-40B4-BE49-F238E27FC236}">
                <a16:creationId xmlns:a16="http://schemas.microsoft.com/office/drawing/2014/main" id="{97175D14-3F6E-BAE5-3697-858F55F83645}"/>
              </a:ext>
            </a:extLst>
          </p:cNvPr>
          <p:cNvSpPr/>
          <p:nvPr/>
        </p:nvSpPr>
        <p:spPr>
          <a:xfrm>
            <a:off x="8485935" y="2026458"/>
            <a:ext cx="28418" cy="20096"/>
          </a:xfrm>
          <a:custGeom>
            <a:avLst/>
            <a:gdLst/>
            <a:ahLst/>
            <a:cxnLst/>
            <a:rect l="0" t="0" r="0" b="0"/>
            <a:pathLst>
              <a:path w="18945" h="13397">
                <a:moveTo>
                  <a:pt x="6240" y="0"/>
                </a:moveTo>
                <a:lnTo>
                  <a:pt x="0" y="2736"/>
                </a:lnTo>
                <a:lnTo>
                  <a:pt x="622" y="5610"/>
                </a:lnTo>
                <a:lnTo>
                  <a:pt x="7748" y="11392"/>
                </a:lnTo>
                <a:lnTo>
                  <a:pt x="8825" y="13397"/>
                </a:lnTo>
                <a:lnTo>
                  <a:pt x="13447" y="12247"/>
                </a:lnTo>
                <a:lnTo>
                  <a:pt x="14404" y="8662"/>
                </a:lnTo>
                <a:lnTo>
                  <a:pt x="18945" y="1409"/>
                </a:lnTo>
                <a:lnTo>
                  <a:pt x="624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63" name="pl24">
            <a:extLst>
              <a:ext uri="{FF2B5EF4-FFF2-40B4-BE49-F238E27FC236}">
                <a16:creationId xmlns:a16="http://schemas.microsoft.com/office/drawing/2014/main" id="{D3F79EA0-B61B-A4F6-DD3F-E059B581381D}"/>
              </a:ext>
            </a:extLst>
          </p:cNvPr>
          <p:cNvSpPr/>
          <p:nvPr/>
        </p:nvSpPr>
        <p:spPr>
          <a:xfrm>
            <a:off x="8330395" y="1591479"/>
            <a:ext cx="102867" cy="89916"/>
          </a:xfrm>
          <a:custGeom>
            <a:avLst/>
            <a:gdLst/>
            <a:ahLst/>
            <a:cxnLst/>
            <a:rect l="0" t="0" r="0" b="0"/>
            <a:pathLst>
              <a:path w="68578" h="59944">
                <a:moveTo>
                  <a:pt x="59622" y="11604"/>
                </a:moveTo>
                <a:lnTo>
                  <a:pt x="68578" y="1279"/>
                </a:lnTo>
                <a:lnTo>
                  <a:pt x="59786" y="0"/>
                </a:lnTo>
                <a:lnTo>
                  <a:pt x="51507" y="2100"/>
                </a:lnTo>
                <a:lnTo>
                  <a:pt x="42578" y="7416"/>
                </a:lnTo>
                <a:lnTo>
                  <a:pt x="20256" y="24898"/>
                </a:lnTo>
                <a:lnTo>
                  <a:pt x="9355" y="31056"/>
                </a:lnTo>
                <a:lnTo>
                  <a:pt x="0" y="57802"/>
                </a:lnTo>
                <a:lnTo>
                  <a:pt x="6431" y="59944"/>
                </a:lnTo>
                <a:lnTo>
                  <a:pt x="19535" y="59438"/>
                </a:lnTo>
                <a:lnTo>
                  <a:pt x="26382" y="54224"/>
                </a:lnTo>
                <a:lnTo>
                  <a:pt x="21579" y="53136"/>
                </a:lnTo>
                <a:lnTo>
                  <a:pt x="14502" y="53423"/>
                </a:lnTo>
                <a:lnTo>
                  <a:pt x="10540" y="50762"/>
                </a:lnTo>
                <a:lnTo>
                  <a:pt x="13617" y="42339"/>
                </a:lnTo>
                <a:lnTo>
                  <a:pt x="19813" y="35695"/>
                </a:lnTo>
                <a:lnTo>
                  <a:pt x="28808" y="30263"/>
                </a:lnTo>
                <a:lnTo>
                  <a:pt x="36283" y="20745"/>
                </a:lnTo>
                <a:lnTo>
                  <a:pt x="47682" y="12158"/>
                </a:lnTo>
                <a:lnTo>
                  <a:pt x="59622" y="1160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64" name="pl25">
            <a:extLst>
              <a:ext uri="{FF2B5EF4-FFF2-40B4-BE49-F238E27FC236}">
                <a16:creationId xmlns:a16="http://schemas.microsoft.com/office/drawing/2014/main" id="{52B416A1-7A87-AF06-E7DC-A5B77DE5A81E}"/>
              </a:ext>
            </a:extLst>
          </p:cNvPr>
          <p:cNvSpPr/>
          <p:nvPr/>
        </p:nvSpPr>
        <p:spPr>
          <a:xfrm>
            <a:off x="7881137" y="1541044"/>
            <a:ext cx="29540" cy="29240"/>
          </a:xfrm>
          <a:custGeom>
            <a:avLst/>
            <a:gdLst/>
            <a:ahLst/>
            <a:cxnLst/>
            <a:rect l="0" t="0" r="0" b="0"/>
            <a:pathLst>
              <a:path w="19693" h="19493">
                <a:moveTo>
                  <a:pt x="13398" y="2866"/>
                </a:moveTo>
                <a:lnTo>
                  <a:pt x="10458" y="1997"/>
                </a:lnTo>
                <a:lnTo>
                  <a:pt x="2382" y="3318"/>
                </a:lnTo>
                <a:lnTo>
                  <a:pt x="2693" y="13054"/>
                </a:lnTo>
                <a:lnTo>
                  <a:pt x="0" y="18651"/>
                </a:lnTo>
                <a:lnTo>
                  <a:pt x="2229" y="19493"/>
                </a:lnTo>
                <a:lnTo>
                  <a:pt x="7081" y="18891"/>
                </a:lnTo>
                <a:lnTo>
                  <a:pt x="16863" y="10222"/>
                </a:lnTo>
                <a:lnTo>
                  <a:pt x="19693" y="0"/>
                </a:lnTo>
                <a:lnTo>
                  <a:pt x="13398" y="286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65" name="pl26">
            <a:extLst>
              <a:ext uri="{FF2B5EF4-FFF2-40B4-BE49-F238E27FC236}">
                <a16:creationId xmlns:a16="http://schemas.microsoft.com/office/drawing/2014/main" id="{BE820F77-BFB5-EC57-DD24-632514C368AF}"/>
              </a:ext>
            </a:extLst>
          </p:cNvPr>
          <p:cNvSpPr/>
          <p:nvPr/>
        </p:nvSpPr>
        <p:spPr>
          <a:xfrm>
            <a:off x="7896793" y="1514340"/>
            <a:ext cx="19344" cy="22394"/>
          </a:xfrm>
          <a:custGeom>
            <a:avLst/>
            <a:gdLst/>
            <a:ahLst/>
            <a:cxnLst/>
            <a:rect l="0" t="0" r="0" b="0"/>
            <a:pathLst>
              <a:path w="12896" h="14929">
                <a:moveTo>
                  <a:pt x="0" y="14929"/>
                </a:moveTo>
                <a:lnTo>
                  <a:pt x="12896" y="7690"/>
                </a:lnTo>
                <a:lnTo>
                  <a:pt x="12316" y="957"/>
                </a:lnTo>
                <a:lnTo>
                  <a:pt x="10196" y="0"/>
                </a:lnTo>
                <a:lnTo>
                  <a:pt x="8027" y="1217"/>
                </a:lnTo>
                <a:lnTo>
                  <a:pt x="5661" y="4036"/>
                </a:lnTo>
                <a:lnTo>
                  <a:pt x="0" y="14929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66" name="pl27">
            <a:extLst>
              <a:ext uri="{FF2B5EF4-FFF2-40B4-BE49-F238E27FC236}">
                <a16:creationId xmlns:a16="http://schemas.microsoft.com/office/drawing/2014/main" id="{9363031D-6363-BFC3-305E-AC7187C5A133}"/>
              </a:ext>
            </a:extLst>
          </p:cNvPr>
          <p:cNvSpPr/>
          <p:nvPr/>
        </p:nvSpPr>
        <p:spPr>
          <a:xfrm>
            <a:off x="6801402" y="1728247"/>
            <a:ext cx="48827" cy="27587"/>
          </a:xfrm>
          <a:custGeom>
            <a:avLst/>
            <a:gdLst/>
            <a:ahLst/>
            <a:cxnLst/>
            <a:rect l="0" t="0" r="0" b="0"/>
            <a:pathLst>
              <a:path w="32551" h="18391">
                <a:moveTo>
                  <a:pt x="2426" y="13527"/>
                </a:moveTo>
                <a:lnTo>
                  <a:pt x="0" y="18391"/>
                </a:lnTo>
                <a:lnTo>
                  <a:pt x="10174" y="17256"/>
                </a:lnTo>
                <a:lnTo>
                  <a:pt x="22737" y="10728"/>
                </a:lnTo>
                <a:lnTo>
                  <a:pt x="32551" y="102"/>
                </a:lnTo>
                <a:lnTo>
                  <a:pt x="26524" y="0"/>
                </a:lnTo>
                <a:lnTo>
                  <a:pt x="16316" y="4857"/>
                </a:lnTo>
                <a:lnTo>
                  <a:pt x="2426" y="1352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67" name="pl28">
            <a:extLst>
              <a:ext uri="{FF2B5EF4-FFF2-40B4-BE49-F238E27FC236}">
                <a16:creationId xmlns:a16="http://schemas.microsoft.com/office/drawing/2014/main" id="{EB7480DD-CC0E-4EBA-5760-3E25D704DAC9}"/>
              </a:ext>
            </a:extLst>
          </p:cNvPr>
          <p:cNvSpPr/>
          <p:nvPr/>
        </p:nvSpPr>
        <p:spPr>
          <a:xfrm>
            <a:off x="7605911" y="2275599"/>
            <a:ext cx="19098" cy="28316"/>
          </a:xfrm>
          <a:custGeom>
            <a:avLst/>
            <a:gdLst/>
            <a:ahLst/>
            <a:cxnLst/>
            <a:rect l="0" t="0" r="0" b="0"/>
            <a:pathLst>
              <a:path w="12732" h="18877">
                <a:moveTo>
                  <a:pt x="0" y="18877"/>
                </a:moveTo>
                <a:lnTo>
                  <a:pt x="5633" y="13978"/>
                </a:lnTo>
                <a:lnTo>
                  <a:pt x="12732" y="0"/>
                </a:lnTo>
                <a:lnTo>
                  <a:pt x="8240" y="1826"/>
                </a:lnTo>
                <a:lnTo>
                  <a:pt x="1366" y="14074"/>
                </a:lnTo>
                <a:lnTo>
                  <a:pt x="0" y="1887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68" name="pl29">
            <a:extLst>
              <a:ext uri="{FF2B5EF4-FFF2-40B4-BE49-F238E27FC236}">
                <a16:creationId xmlns:a16="http://schemas.microsoft.com/office/drawing/2014/main" id="{291647BE-8EF2-9B69-4AE9-FE37D41BE037}"/>
              </a:ext>
            </a:extLst>
          </p:cNvPr>
          <p:cNvSpPr/>
          <p:nvPr/>
        </p:nvSpPr>
        <p:spPr>
          <a:xfrm>
            <a:off x="7206570" y="2304151"/>
            <a:ext cx="13401" cy="16800"/>
          </a:xfrm>
          <a:custGeom>
            <a:avLst/>
            <a:gdLst/>
            <a:ahLst/>
            <a:cxnLst/>
            <a:rect l="0" t="0" r="0" b="0"/>
            <a:pathLst>
              <a:path w="8934" h="11200">
                <a:moveTo>
                  <a:pt x="1371" y="1046"/>
                </a:moveTo>
                <a:lnTo>
                  <a:pt x="0" y="3393"/>
                </a:lnTo>
                <a:lnTo>
                  <a:pt x="147" y="10304"/>
                </a:lnTo>
                <a:lnTo>
                  <a:pt x="4683" y="11200"/>
                </a:lnTo>
                <a:lnTo>
                  <a:pt x="8934" y="8429"/>
                </a:lnTo>
                <a:lnTo>
                  <a:pt x="5267" y="1943"/>
                </a:lnTo>
                <a:lnTo>
                  <a:pt x="2939" y="0"/>
                </a:lnTo>
                <a:lnTo>
                  <a:pt x="1371" y="104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69" name="pl30">
            <a:extLst>
              <a:ext uri="{FF2B5EF4-FFF2-40B4-BE49-F238E27FC236}">
                <a16:creationId xmlns:a16="http://schemas.microsoft.com/office/drawing/2014/main" id="{7BCBD046-551C-8069-0B35-C92AF8B9DD0D}"/>
              </a:ext>
            </a:extLst>
          </p:cNvPr>
          <p:cNvSpPr/>
          <p:nvPr/>
        </p:nvSpPr>
        <p:spPr>
          <a:xfrm>
            <a:off x="7509731" y="2188720"/>
            <a:ext cx="25458" cy="37091"/>
          </a:xfrm>
          <a:custGeom>
            <a:avLst/>
            <a:gdLst/>
            <a:ahLst/>
            <a:cxnLst/>
            <a:rect l="0" t="0" r="0" b="0"/>
            <a:pathLst>
              <a:path w="16972" h="24727">
                <a:moveTo>
                  <a:pt x="0" y="24727"/>
                </a:moveTo>
                <a:lnTo>
                  <a:pt x="15059" y="17317"/>
                </a:lnTo>
                <a:lnTo>
                  <a:pt x="16081" y="13390"/>
                </a:lnTo>
                <a:lnTo>
                  <a:pt x="16972" y="1956"/>
                </a:lnTo>
                <a:lnTo>
                  <a:pt x="10622" y="0"/>
                </a:lnTo>
                <a:lnTo>
                  <a:pt x="5857" y="5809"/>
                </a:lnTo>
                <a:lnTo>
                  <a:pt x="0" y="2472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70" name="pl31">
            <a:extLst>
              <a:ext uri="{FF2B5EF4-FFF2-40B4-BE49-F238E27FC236}">
                <a16:creationId xmlns:a16="http://schemas.microsoft.com/office/drawing/2014/main" id="{C3B027CD-9B16-5C36-A677-BD93F1B17A7E}"/>
              </a:ext>
            </a:extLst>
          </p:cNvPr>
          <p:cNvSpPr/>
          <p:nvPr/>
        </p:nvSpPr>
        <p:spPr>
          <a:xfrm>
            <a:off x="7255472" y="2262052"/>
            <a:ext cx="37679" cy="43464"/>
          </a:xfrm>
          <a:custGeom>
            <a:avLst/>
            <a:gdLst/>
            <a:ahLst/>
            <a:cxnLst/>
            <a:rect l="0" t="0" r="0" b="0"/>
            <a:pathLst>
              <a:path w="25119" h="28976">
                <a:moveTo>
                  <a:pt x="12568" y="0"/>
                </a:moveTo>
                <a:lnTo>
                  <a:pt x="7240" y="3660"/>
                </a:lnTo>
                <a:lnTo>
                  <a:pt x="251" y="12924"/>
                </a:lnTo>
                <a:lnTo>
                  <a:pt x="0" y="22722"/>
                </a:lnTo>
                <a:lnTo>
                  <a:pt x="2901" y="25172"/>
                </a:lnTo>
                <a:lnTo>
                  <a:pt x="10814" y="28976"/>
                </a:lnTo>
                <a:lnTo>
                  <a:pt x="11611" y="26315"/>
                </a:lnTo>
                <a:lnTo>
                  <a:pt x="11464" y="18918"/>
                </a:lnTo>
                <a:lnTo>
                  <a:pt x="18606" y="20109"/>
                </a:lnTo>
                <a:lnTo>
                  <a:pt x="25119" y="17379"/>
                </a:lnTo>
                <a:lnTo>
                  <a:pt x="24710" y="12911"/>
                </a:lnTo>
                <a:lnTo>
                  <a:pt x="19436" y="2538"/>
                </a:lnTo>
                <a:lnTo>
                  <a:pt x="12568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71" name="pl32">
            <a:extLst>
              <a:ext uri="{FF2B5EF4-FFF2-40B4-BE49-F238E27FC236}">
                <a16:creationId xmlns:a16="http://schemas.microsoft.com/office/drawing/2014/main" id="{3B63ED6A-BFCE-E08B-E81B-3423A9533378}"/>
              </a:ext>
            </a:extLst>
          </p:cNvPr>
          <p:cNvSpPr/>
          <p:nvPr/>
        </p:nvSpPr>
        <p:spPr>
          <a:xfrm>
            <a:off x="6753264" y="2868387"/>
            <a:ext cx="8213" cy="22086"/>
          </a:xfrm>
          <a:custGeom>
            <a:avLst/>
            <a:gdLst/>
            <a:ahLst/>
            <a:cxnLst/>
            <a:rect l="0" t="0" r="0" b="0"/>
            <a:pathLst>
              <a:path w="5475" h="14724">
                <a:moveTo>
                  <a:pt x="1158" y="14724"/>
                </a:moveTo>
                <a:lnTo>
                  <a:pt x="4262" y="12131"/>
                </a:lnTo>
                <a:lnTo>
                  <a:pt x="5475" y="4139"/>
                </a:lnTo>
                <a:lnTo>
                  <a:pt x="4377" y="0"/>
                </a:lnTo>
                <a:lnTo>
                  <a:pt x="2174" y="177"/>
                </a:lnTo>
                <a:lnTo>
                  <a:pt x="0" y="7957"/>
                </a:lnTo>
                <a:lnTo>
                  <a:pt x="1158" y="1472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72" name="pl33">
            <a:extLst>
              <a:ext uri="{FF2B5EF4-FFF2-40B4-BE49-F238E27FC236}">
                <a16:creationId xmlns:a16="http://schemas.microsoft.com/office/drawing/2014/main" id="{5C2ABB95-EE74-7002-2D11-247676467AA3}"/>
              </a:ext>
            </a:extLst>
          </p:cNvPr>
          <p:cNvSpPr/>
          <p:nvPr/>
        </p:nvSpPr>
        <p:spPr>
          <a:xfrm>
            <a:off x="6274884" y="3252070"/>
            <a:ext cx="24581" cy="45620"/>
          </a:xfrm>
          <a:custGeom>
            <a:avLst/>
            <a:gdLst/>
            <a:ahLst/>
            <a:cxnLst/>
            <a:rect l="0" t="0" r="0" b="0"/>
            <a:pathLst>
              <a:path w="16387" h="30413">
                <a:moveTo>
                  <a:pt x="300" y="30413"/>
                </a:moveTo>
                <a:lnTo>
                  <a:pt x="13426" y="9202"/>
                </a:lnTo>
                <a:lnTo>
                  <a:pt x="16387" y="0"/>
                </a:lnTo>
                <a:lnTo>
                  <a:pt x="0" y="26335"/>
                </a:lnTo>
                <a:lnTo>
                  <a:pt x="300" y="3041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73" name="pl34">
            <a:extLst>
              <a:ext uri="{FF2B5EF4-FFF2-40B4-BE49-F238E27FC236}">
                <a16:creationId xmlns:a16="http://schemas.microsoft.com/office/drawing/2014/main" id="{A6A2768B-CA73-7EA5-63BB-EA1EFCC907D4}"/>
              </a:ext>
            </a:extLst>
          </p:cNvPr>
          <p:cNvSpPr/>
          <p:nvPr/>
        </p:nvSpPr>
        <p:spPr>
          <a:xfrm>
            <a:off x="6277785" y="3060372"/>
            <a:ext cx="28286" cy="29373"/>
          </a:xfrm>
          <a:custGeom>
            <a:avLst/>
            <a:gdLst/>
            <a:ahLst/>
            <a:cxnLst/>
            <a:rect l="0" t="0" r="0" b="0"/>
            <a:pathLst>
              <a:path w="18857" h="19582">
                <a:moveTo>
                  <a:pt x="5338" y="6144"/>
                </a:moveTo>
                <a:lnTo>
                  <a:pt x="0" y="19582"/>
                </a:lnTo>
                <a:lnTo>
                  <a:pt x="5344" y="19000"/>
                </a:lnTo>
                <a:lnTo>
                  <a:pt x="10896" y="16339"/>
                </a:lnTo>
                <a:lnTo>
                  <a:pt x="17480" y="10085"/>
                </a:lnTo>
                <a:lnTo>
                  <a:pt x="18857" y="6027"/>
                </a:lnTo>
                <a:lnTo>
                  <a:pt x="18704" y="1279"/>
                </a:lnTo>
                <a:lnTo>
                  <a:pt x="15152" y="0"/>
                </a:lnTo>
                <a:lnTo>
                  <a:pt x="5338" y="614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74" name="pl35">
            <a:extLst>
              <a:ext uri="{FF2B5EF4-FFF2-40B4-BE49-F238E27FC236}">
                <a16:creationId xmlns:a16="http://schemas.microsoft.com/office/drawing/2014/main" id="{5B19E388-7BD3-B971-823E-E99ED3A830A6}"/>
              </a:ext>
            </a:extLst>
          </p:cNvPr>
          <p:cNvSpPr/>
          <p:nvPr/>
        </p:nvSpPr>
        <p:spPr>
          <a:xfrm>
            <a:off x="7851212" y="4798984"/>
            <a:ext cx="32655" cy="26756"/>
          </a:xfrm>
          <a:custGeom>
            <a:avLst/>
            <a:gdLst/>
            <a:ahLst/>
            <a:cxnLst/>
            <a:rect l="0" t="0" r="0" b="0"/>
            <a:pathLst>
              <a:path w="21770" h="17837">
                <a:moveTo>
                  <a:pt x="10256" y="11098"/>
                </a:moveTo>
                <a:lnTo>
                  <a:pt x="0" y="15839"/>
                </a:lnTo>
                <a:lnTo>
                  <a:pt x="1989" y="17461"/>
                </a:lnTo>
                <a:lnTo>
                  <a:pt x="4781" y="17837"/>
                </a:lnTo>
                <a:lnTo>
                  <a:pt x="14835" y="13095"/>
                </a:lnTo>
                <a:lnTo>
                  <a:pt x="21770" y="697"/>
                </a:lnTo>
                <a:lnTo>
                  <a:pt x="18824" y="0"/>
                </a:lnTo>
                <a:lnTo>
                  <a:pt x="10256" y="1109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75" name="pl36">
            <a:extLst>
              <a:ext uri="{FF2B5EF4-FFF2-40B4-BE49-F238E27FC236}">
                <a16:creationId xmlns:a16="http://schemas.microsoft.com/office/drawing/2014/main" id="{C5E9E6EF-34AF-BADF-7272-03C31C61707C}"/>
              </a:ext>
            </a:extLst>
          </p:cNvPr>
          <p:cNvSpPr/>
          <p:nvPr/>
        </p:nvSpPr>
        <p:spPr>
          <a:xfrm>
            <a:off x="6849656" y="2892475"/>
            <a:ext cx="53597" cy="27279"/>
          </a:xfrm>
          <a:custGeom>
            <a:avLst/>
            <a:gdLst/>
            <a:ahLst/>
            <a:cxnLst/>
            <a:rect l="0" t="0" r="0" b="0"/>
            <a:pathLst>
              <a:path w="35731" h="18186">
                <a:moveTo>
                  <a:pt x="17398" y="1217"/>
                </a:moveTo>
                <a:lnTo>
                  <a:pt x="7688" y="11720"/>
                </a:lnTo>
                <a:lnTo>
                  <a:pt x="0" y="13766"/>
                </a:lnTo>
                <a:lnTo>
                  <a:pt x="4912" y="18186"/>
                </a:lnTo>
                <a:lnTo>
                  <a:pt x="35731" y="11337"/>
                </a:lnTo>
                <a:lnTo>
                  <a:pt x="34005" y="5945"/>
                </a:lnTo>
                <a:lnTo>
                  <a:pt x="23857" y="0"/>
                </a:lnTo>
                <a:lnTo>
                  <a:pt x="17398" y="121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76" name="pl37">
            <a:extLst>
              <a:ext uri="{FF2B5EF4-FFF2-40B4-BE49-F238E27FC236}">
                <a16:creationId xmlns:a16="http://schemas.microsoft.com/office/drawing/2014/main" id="{831D9310-5D14-8A4C-5695-7A5496F95C4F}"/>
              </a:ext>
            </a:extLst>
          </p:cNvPr>
          <p:cNvSpPr/>
          <p:nvPr/>
        </p:nvSpPr>
        <p:spPr>
          <a:xfrm>
            <a:off x="6762863" y="2851053"/>
            <a:ext cx="19172" cy="39872"/>
          </a:xfrm>
          <a:custGeom>
            <a:avLst/>
            <a:gdLst/>
            <a:ahLst/>
            <a:cxnLst/>
            <a:rect l="0" t="0" r="0" b="0"/>
            <a:pathLst>
              <a:path w="12781" h="26581">
                <a:moveTo>
                  <a:pt x="0" y="25911"/>
                </a:moveTo>
                <a:lnTo>
                  <a:pt x="6191" y="26581"/>
                </a:lnTo>
                <a:lnTo>
                  <a:pt x="11732" y="22750"/>
                </a:lnTo>
                <a:lnTo>
                  <a:pt x="12781" y="0"/>
                </a:lnTo>
                <a:lnTo>
                  <a:pt x="9152" y="2251"/>
                </a:lnTo>
                <a:lnTo>
                  <a:pt x="7393" y="4803"/>
                </a:lnTo>
                <a:lnTo>
                  <a:pt x="4338" y="13143"/>
                </a:lnTo>
                <a:lnTo>
                  <a:pt x="3142" y="20738"/>
                </a:lnTo>
                <a:lnTo>
                  <a:pt x="0" y="2591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77" name="pl38">
            <a:extLst>
              <a:ext uri="{FF2B5EF4-FFF2-40B4-BE49-F238E27FC236}">
                <a16:creationId xmlns:a16="http://schemas.microsoft.com/office/drawing/2014/main" id="{98B6170B-E7D5-D5A5-88C9-1FD2C703C4FF}"/>
              </a:ext>
            </a:extLst>
          </p:cNvPr>
          <p:cNvSpPr/>
          <p:nvPr/>
        </p:nvSpPr>
        <p:spPr>
          <a:xfrm>
            <a:off x="6949730" y="2905038"/>
            <a:ext cx="42827" cy="31107"/>
          </a:xfrm>
          <a:custGeom>
            <a:avLst/>
            <a:gdLst/>
            <a:ahLst/>
            <a:cxnLst/>
            <a:rect l="0" t="0" r="0" b="0"/>
            <a:pathLst>
              <a:path w="28551" h="20738">
                <a:moveTo>
                  <a:pt x="19065" y="9668"/>
                </a:moveTo>
                <a:lnTo>
                  <a:pt x="16387" y="11193"/>
                </a:lnTo>
                <a:lnTo>
                  <a:pt x="0" y="15572"/>
                </a:lnTo>
                <a:lnTo>
                  <a:pt x="19917" y="20738"/>
                </a:lnTo>
                <a:lnTo>
                  <a:pt x="28551" y="18480"/>
                </a:lnTo>
                <a:lnTo>
                  <a:pt x="27693" y="13848"/>
                </a:lnTo>
                <a:lnTo>
                  <a:pt x="21469" y="0"/>
                </a:lnTo>
                <a:lnTo>
                  <a:pt x="21201" y="3229"/>
                </a:lnTo>
                <a:lnTo>
                  <a:pt x="19065" y="966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78" name="pl39">
            <a:extLst>
              <a:ext uri="{FF2B5EF4-FFF2-40B4-BE49-F238E27FC236}">
                <a16:creationId xmlns:a16="http://schemas.microsoft.com/office/drawing/2014/main" id="{C45F98F3-12B1-8D7A-4EFD-803D0D115412}"/>
              </a:ext>
            </a:extLst>
          </p:cNvPr>
          <p:cNvSpPr/>
          <p:nvPr/>
        </p:nvSpPr>
        <p:spPr>
          <a:xfrm>
            <a:off x="5984305" y="4209759"/>
            <a:ext cx="33950" cy="14994"/>
          </a:xfrm>
          <a:custGeom>
            <a:avLst/>
            <a:gdLst/>
            <a:ahLst/>
            <a:cxnLst/>
            <a:rect l="0" t="0" r="0" b="0"/>
            <a:pathLst>
              <a:path w="22633" h="9996">
                <a:moveTo>
                  <a:pt x="22633" y="0"/>
                </a:moveTo>
                <a:lnTo>
                  <a:pt x="13344" y="2251"/>
                </a:lnTo>
                <a:lnTo>
                  <a:pt x="0" y="9401"/>
                </a:lnTo>
                <a:lnTo>
                  <a:pt x="2295" y="9996"/>
                </a:lnTo>
                <a:lnTo>
                  <a:pt x="22633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79" name="pl40">
            <a:extLst>
              <a:ext uri="{FF2B5EF4-FFF2-40B4-BE49-F238E27FC236}">
                <a16:creationId xmlns:a16="http://schemas.microsoft.com/office/drawing/2014/main" id="{E08A88E4-9A9E-53DB-91E7-926DA5584421}"/>
              </a:ext>
            </a:extLst>
          </p:cNvPr>
          <p:cNvSpPr/>
          <p:nvPr/>
        </p:nvSpPr>
        <p:spPr>
          <a:xfrm>
            <a:off x="6029123" y="4050862"/>
            <a:ext cx="13680" cy="23235"/>
          </a:xfrm>
          <a:custGeom>
            <a:avLst/>
            <a:gdLst/>
            <a:ahLst/>
            <a:cxnLst/>
            <a:rect l="0" t="0" r="0" b="0"/>
            <a:pathLst>
              <a:path w="9120" h="15490">
                <a:moveTo>
                  <a:pt x="7431" y="15490"/>
                </a:moveTo>
                <a:lnTo>
                  <a:pt x="9120" y="12644"/>
                </a:lnTo>
                <a:lnTo>
                  <a:pt x="9010" y="9175"/>
                </a:lnTo>
                <a:lnTo>
                  <a:pt x="7644" y="5008"/>
                </a:lnTo>
                <a:lnTo>
                  <a:pt x="0" y="0"/>
                </a:lnTo>
                <a:lnTo>
                  <a:pt x="7431" y="1549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0" name="pl41">
            <a:extLst>
              <a:ext uri="{FF2B5EF4-FFF2-40B4-BE49-F238E27FC236}">
                <a16:creationId xmlns:a16="http://schemas.microsoft.com/office/drawing/2014/main" id="{C3CA93FB-C12A-6109-433B-80F0E401F9E1}"/>
              </a:ext>
            </a:extLst>
          </p:cNvPr>
          <p:cNvSpPr/>
          <p:nvPr/>
        </p:nvSpPr>
        <p:spPr>
          <a:xfrm>
            <a:off x="6085975" y="3556500"/>
            <a:ext cx="47106" cy="89547"/>
          </a:xfrm>
          <a:custGeom>
            <a:avLst/>
            <a:gdLst/>
            <a:ahLst/>
            <a:cxnLst/>
            <a:rect l="0" t="0" r="0" b="0"/>
            <a:pathLst>
              <a:path w="31404" h="59698">
                <a:moveTo>
                  <a:pt x="17070" y="31638"/>
                </a:moveTo>
                <a:lnTo>
                  <a:pt x="14103" y="36523"/>
                </a:lnTo>
                <a:lnTo>
                  <a:pt x="0" y="59698"/>
                </a:lnTo>
                <a:lnTo>
                  <a:pt x="5087" y="57426"/>
                </a:lnTo>
                <a:lnTo>
                  <a:pt x="17087" y="36126"/>
                </a:lnTo>
                <a:lnTo>
                  <a:pt x="19617" y="31624"/>
                </a:lnTo>
                <a:lnTo>
                  <a:pt x="27114" y="16476"/>
                </a:lnTo>
                <a:lnTo>
                  <a:pt x="31404" y="0"/>
                </a:lnTo>
                <a:lnTo>
                  <a:pt x="26983" y="8128"/>
                </a:lnTo>
                <a:lnTo>
                  <a:pt x="17070" y="3163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1" name="pl42">
            <a:extLst>
              <a:ext uri="{FF2B5EF4-FFF2-40B4-BE49-F238E27FC236}">
                <a16:creationId xmlns:a16="http://schemas.microsoft.com/office/drawing/2014/main" id="{D9828B07-85C0-F898-E138-EBAE6272A738}"/>
              </a:ext>
            </a:extLst>
          </p:cNvPr>
          <p:cNvSpPr/>
          <p:nvPr/>
        </p:nvSpPr>
        <p:spPr>
          <a:xfrm>
            <a:off x="6033673" y="4088067"/>
            <a:ext cx="39221" cy="116930"/>
          </a:xfrm>
          <a:custGeom>
            <a:avLst/>
            <a:gdLst/>
            <a:ahLst/>
            <a:cxnLst/>
            <a:rect l="0" t="0" r="0" b="0"/>
            <a:pathLst>
              <a:path w="26147" h="77953">
                <a:moveTo>
                  <a:pt x="20879" y="0"/>
                </a:moveTo>
                <a:lnTo>
                  <a:pt x="20792" y="4727"/>
                </a:lnTo>
                <a:lnTo>
                  <a:pt x="23371" y="27608"/>
                </a:lnTo>
                <a:lnTo>
                  <a:pt x="22628" y="40587"/>
                </a:lnTo>
                <a:lnTo>
                  <a:pt x="17202" y="68736"/>
                </a:lnTo>
                <a:lnTo>
                  <a:pt x="0" y="76728"/>
                </a:lnTo>
                <a:lnTo>
                  <a:pt x="1322" y="77953"/>
                </a:lnTo>
                <a:lnTo>
                  <a:pt x="16333" y="74135"/>
                </a:lnTo>
                <a:lnTo>
                  <a:pt x="20229" y="68497"/>
                </a:lnTo>
                <a:lnTo>
                  <a:pt x="25218" y="44912"/>
                </a:lnTo>
                <a:lnTo>
                  <a:pt x="26147" y="28723"/>
                </a:lnTo>
                <a:lnTo>
                  <a:pt x="23677" y="7375"/>
                </a:lnTo>
                <a:lnTo>
                  <a:pt x="20879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2" name="pl43">
            <a:extLst>
              <a:ext uri="{FF2B5EF4-FFF2-40B4-BE49-F238E27FC236}">
                <a16:creationId xmlns:a16="http://schemas.microsoft.com/office/drawing/2014/main" id="{23C26AF3-7AB2-7DFA-675D-24BB198F0749}"/>
              </a:ext>
            </a:extLst>
          </p:cNvPr>
          <p:cNvSpPr/>
          <p:nvPr/>
        </p:nvSpPr>
        <p:spPr>
          <a:xfrm>
            <a:off x="5892920" y="4262574"/>
            <a:ext cx="53916" cy="64617"/>
          </a:xfrm>
          <a:custGeom>
            <a:avLst/>
            <a:gdLst/>
            <a:ahLst/>
            <a:cxnLst/>
            <a:rect l="0" t="0" r="0" b="0"/>
            <a:pathLst>
              <a:path w="35944" h="43078">
                <a:moveTo>
                  <a:pt x="10245" y="25582"/>
                </a:moveTo>
                <a:lnTo>
                  <a:pt x="0" y="43078"/>
                </a:lnTo>
                <a:lnTo>
                  <a:pt x="2786" y="41470"/>
                </a:lnTo>
                <a:lnTo>
                  <a:pt x="19120" y="18952"/>
                </a:lnTo>
                <a:lnTo>
                  <a:pt x="35944" y="0"/>
                </a:lnTo>
                <a:lnTo>
                  <a:pt x="30480" y="3393"/>
                </a:lnTo>
                <a:lnTo>
                  <a:pt x="10245" y="25582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3" name="pl44">
            <a:extLst>
              <a:ext uri="{FF2B5EF4-FFF2-40B4-BE49-F238E27FC236}">
                <a16:creationId xmlns:a16="http://schemas.microsoft.com/office/drawing/2014/main" id="{012462C2-855D-9CC3-7608-E6D8BF9AC15A}"/>
              </a:ext>
            </a:extLst>
          </p:cNvPr>
          <p:cNvSpPr/>
          <p:nvPr/>
        </p:nvSpPr>
        <p:spPr>
          <a:xfrm>
            <a:off x="2489823" y="5640873"/>
            <a:ext cx="66737" cy="49007"/>
          </a:xfrm>
          <a:custGeom>
            <a:avLst/>
            <a:gdLst/>
            <a:ahLst/>
            <a:cxnLst/>
            <a:rect l="0" t="0" r="0" b="0"/>
            <a:pathLst>
              <a:path w="44491" h="32671">
                <a:moveTo>
                  <a:pt x="31535" y="6746"/>
                </a:moveTo>
                <a:lnTo>
                  <a:pt x="13371" y="21286"/>
                </a:lnTo>
                <a:lnTo>
                  <a:pt x="5092" y="25104"/>
                </a:lnTo>
                <a:lnTo>
                  <a:pt x="0" y="32671"/>
                </a:lnTo>
                <a:lnTo>
                  <a:pt x="4109" y="32089"/>
                </a:lnTo>
                <a:lnTo>
                  <a:pt x="28786" y="14854"/>
                </a:lnTo>
                <a:lnTo>
                  <a:pt x="43398" y="6137"/>
                </a:lnTo>
                <a:lnTo>
                  <a:pt x="44491" y="0"/>
                </a:lnTo>
                <a:lnTo>
                  <a:pt x="42802" y="738"/>
                </a:lnTo>
                <a:lnTo>
                  <a:pt x="38944" y="5747"/>
                </a:lnTo>
                <a:lnTo>
                  <a:pt x="31535" y="6746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4" name="pl45">
            <a:extLst>
              <a:ext uri="{FF2B5EF4-FFF2-40B4-BE49-F238E27FC236}">
                <a16:creationId xmlns:a16="http://schemas.microsoft.com/office/drawing/2014/main" id="{19261783-2A71-757C-B3B2-5C2D7B4E73B5}"/>
              </a:ext>
            </a:extLst>
          </p:cNvPr>
          <p:cNvSpPr/>
          <p:nvPr/>
        </p:nvSpPr>
        <p:spPr>
          <a:xfrm>
            <a:off x="2391840" y="5758491"/>
            <a:ext cx="54434" cy="121805"/>
          </a:xfrm>
          <a:custGeom>
            <a:avLst/>
            <a:gdLst/>
            <a:ahLst/>
            <a:cxnLst/>
            <a:rect l="0" t="0" r="0" b="0"/>
            <a:pathLst>
              <a:path w="36289" h="81203">
                <a:moveTo>
                  <a:pt x="10049" y="41887"/>
                </a:moveTo>
                <a:lnTo>
                  <a:pt x="961" y="69188"/>
                </a:lnTo>
                <a:lnTo>
                  <a:pt x="0" y="81203"/>
                </a:lnTo>
                <a:lnTo>
                  <a:pt x="3491" y="73143"/>
                </a:lnTo>
                <a:lnTo>
                  <a:pt x="14988" y="39349"/>
                </a:lnTo>
                <a:lnTo>
                  <a:pt x="36289" y="0"/>
                </a:lnTo>
                <a:lnTo>
                  <a:pt x="28513" y="6007"/>
                </a:lnTo>
                <a:lnTo>
                  <a:pt x="10049" y="41887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5" name="pl46">
            <a:extLst>
              <a:ext uri="{FF2B5EF4-FFF2-40B4-BE49-F238E27FC236}">
                <a16:creationId xmlns:a16="http://schemas.microsoft.com/office/drawing/2014/main" id="{C3DC3B7E-8CFD-1216-BBA6-2E2808E93A26}"/>
              </a:ext>
            </a:extLst>
          </p:cNvPr>
          <p:cNvSpPr/>
          <p:nvPr/>
        </p:nvSpPr>
        <p:spPr>
          <a:xfrm>
            <a:off x="2777123" y="5439148"/>
            <a:ext cx="54056" cy="43085"/>
          </a:xfrm>
          <a:custGeom>
            <a:avLst/>
            <a:gdLst/>
            <a:ahLst/>
            <a:cxnLst/>
            <a:rect l="0" t="0" r="0" b="0"/>
            <a:pathLst>
              <a:path w="36037" h="28723">
                <a:moveTo>
                  <a:pt x="0" y="28723"/>
                </a:moveTo>
                <a:lnTo>
                  <a:pt x="5590" y="27382"/>
                </a:lnTo>
                <a:lnTo>
                  <a:pt x="25147" y="12391"/>
                </a:lnTo>
                <a:lnTo>
                  <a:pt x="36037" y="314"/>
                </a:lnTo>
                <a:lnTo>
                  <a:pt x="29507" y="0"/>
                </a:lnTo>
                <a:lnTo>
                  <a:pt x="24393" y="7170"/>
                </a:lnTo>
                <a:lnTo>
                  <a:pt x="0" y="2872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6" name="pl47">
            <a:extLst>
              <a:ext uri="{FF2B5EF4-FFF2-40B4-BE49-F238E27FC236}">
                <a16:creationId xmlns:a16="http://schemas.microsoft.com/office/drawing/2014/main" id="{014856AB-BBAF-2926-92CB-729092638D9E}"/>
              </a:ext>
            </a:extLst>
          </p:cNvPr>
          <p:cNvSpPr/>
          <p:nvPr/>
        </p:nvSpPr>
        <p:spPr>
          <a:xfrm>
            <a:off x="2388087" y="5889973"/>
            <a:ext cx="39696" cy="227753"/>
          </a:xfrm>
          <a:custGeom>
            <a:avLst/>
            <a:gdLst/>
            <a:ahLst/>
            <a:cxnLst/>
            <a:rect l="0" t="0" r="0" b="0"/>
            <a:pathLst>
              <a:path w="26464" h="151835">
                <a:moveTo>
                  <a:pt x="2371" y="0"/>
                </a:moveTo>
                <a:lnTo>
                  <a:pt x="0" y="13492"/>
                </a:lnTo>
                <a:lnTo>
                  <a:pt x="568" y="52684"/>
                </a:lnTo>
                <a:lnTo>
                  <a:pt x="15650" y="121449"/>
                </a:lnTo>
                <a:lnTo>
                  <a:pt x="24917" y="151835"/>
                </a:lnTo>
                <a:lnTo>
                  <a:pt x="26464" y="145328"/>
                </a:lnTo>
                <a:lnTo>
                  <a:pt x="22934" y="125650"/>
                </a:lnTo>
                <a:lnTo>
                  <a:pt x="6262" y="55353"/>
                </a:lnTo>
                <a:lnTo>
                  <a:pt x="2371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7" name="pl48">
            <a:extLst>
              <a:ext uri="{FF2B5EF4-FFF2-40B4-BE49-F238E27FC236}">
                <a16:creationId xmlns:a16="http://schemas.microsoft.com/office/drawing/2014/main" id="{E8EFC41C-0A5D-3BE3-A3DF-D11ED7A11097}"/>
              </a:ext>
            </a:extLst>
          </p:cNvPr>
          <p:cNvSpPr/>
          <p:nvPr/>
        </p:nvSpPr>
        <p:spPr>
          <a:xfrm>
            <a:off x="4451245" y="5356939"/>
            <a:ext cx="63720" cy="26438"/>
          </a:xfrm>
          <a:custGeom>
            <a:avLst/>
            <a:gdLst/>
            <a:ahLst/>
            <a:cxnLst/>
            <a:rect l="0" t="0" r="0" b="0"/>
            <a:pathLst>
              <a:path w="42480" h="17625">
                <a:moveTo>
                  <a:pt x="7546" y="13260"/>
                </a:moveTo>
                <a:lnTo>
                  <a:pt x="0" y="13958"/>
                </a:lnTo>
                <a:lnTo>
                  <a:pt x="12141" y="17625"/>
                </a:lnTo>
                <a:lnTo>
                  <a:pt x="23371" y="12582"/>
                </a:lnTo>
                <a:lnTo>
                  <a:pt x="42480" y="0"/>
                </a:lnTo>
                <a:lnTo>
                  <a:pt x="34081" y="2073"/>
                </a:lnTo>
                <a:lnTo>
                  <a:pt x="26830" y="7533"/>
                </a:lnTo>
                <a:lnTo>
                  <a:pt x="13005" y="14744"/>
                </a:lnTo>
                <a:lnTo>
                  <a:pt x="7546" y="1326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8" name="pl49">
            <a:extLst>
              <a:ext uri="{FF2B5EF4-FFF2-40B4-BE49-F238E27FC236}">
                <a16:creationId xmlns:a16="http://schemas.microsoft.com/office/drawing/2014/main" id="{7D95FE19-DE14-E587-7878-4607BCFF79E3}"/>
              </a:ext>
            </a:extLst>
          </p:cNvPr>
          <p:cNvSpPr/>
          <p:nvPr/>
        </p:nvSpPr>
        <p:spPr>
          <a:xfrm>
            <a:off x="5060961" y="5096508"/>
            <a:ext cx="11016" cy="51213"/>
          </a:xfrm>
          <a:custGeom>
            <a:avLst/>
            <a:gdLst/>
            <a:ahLst/>
            <a:cxnLst/>
            <a:rect l="0" t="0" r="0" b="0"/>
            <a:pathLst>
              <a:path w="7344" h="34142">
                <a:moveTo>
                  <a:pt x="2366" y="34142"/>
                </a:moveTo>
                <a:lnTo>
                  <a:pt x="7344" y="0"/>
                </a:lnTo>
                <a:lnTo>
                  <a:pt x="3770" y="3366"/>
                </a:lnTo>
                <a:lnTo>
                  <a:pt x="0" y="10311"/>
                </a:lnTo>
                <a:lnTo>
                  <a:pt x="213" y="22052"/>
                </a:lnTo>
                <a:lnTo>
                  <a:pt x="2366" y="34142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89" name="pl50">
            <a:extLst>
              <a:ext uri="{FF2B5EF4-FFF2-40B4-BE49-F238E27FC236}">
                <a16:creationId xmlns:a16="http://schemas.microsoft.com/office/drawing/2014/main" id="{74A1AAF2-3E02-8FD0-B8A6-F4E0C892E362}"/>
              </a:ext>
            </a:extLst>
          </p:cNvPr>
          <p:cNvSpPr/>
          <p:nvPr/>
        </p:nvSpPr>
        <p:spPr>
          <a:xfrm>
            <a:off x="3741967" y="5265246"/>
            <a:ext cx="26409" cy="27546"/>
          </a:xfrm>
          <a:custGeom>
            <a:avLst/>
            <a:gdLst/>
            <a:ahLst/>
            <a:cxnLst/>
            <a:rect l="0" t="0" r="0" b="0"/>
            <a:pathLst>
              <a:path w="17606" h="18364">
                <a:moveTo>
                  <a:pt x="17606" y="0"/>
                </a:moveTo>
                <a:lnTo>
                  <a:pt x="7333" y="8101"/>
                </a:lnTo>
                <a:lnTo>
                  <a:pt x="6081" y="10434"/>
                </a:lnTo>
                <a:lnTo>
                  <a:pt x="3573" y="12603"/>
                </a:lnTo>
                <a:lnTo>
                  <a:pt x="0" y="14827"/>
                </a:lnTo>
                <a:lnTo>
                  <a:pt x="8120" y="15121"/>
                </a:lnTo>
                <a:lnTo>
                  <a:pt x="13600" y="18364"/>
                </a:lnTo>
                <a:lnTo>
                  <a:pt x="13207" y="11850"/>
                </a:lnTo>
                <a:lnTo>
                  <a:pt x="14693" y="5945"/>
                </a:lnTo>
                <a:lnTo>
                  <a:pt x="17606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90" name="pl51">
            <a:extLst>
              <a:ext uri="{FF2B5EF4-FFF2-40B4-BE49-F238E27FC236}">
                <a16:creationId xmlns:a16="http://schemas.microsoft.com/office/drawing/2014/main" id="{39ADC967-71DF-7204-E2F8-86493A14045C}"/>
              </a:ext>
            </a:extLst>
          </p:cNvPr>
          <p:cNvSpPr/>
          <p:nvPr/>
        </p:nvSpPr>
        <p:spPr>
          <a:xfrm>
            <a:off x="3294659" y="5375536"/>
            <a:ext cx="42360" cy="33099"/>
          </a:xfrm>
          <a:custGeom>
            <a:avLst/>
            <a:gdLst/>
            <a:ahLst/>
            <a:cxnLst/>
            <a:rect l="0" t="0" r="0" b="0"/>
            <a:pathLst>
              <a:path w="28240" h="22066">
                <a:moveTo>
                  <a:pt x="23518" y="6582"/>
                </a:moveTo>
                <a:lnTo>
                  <a:pt x="14704" y="417"/>
                </a:lnTo>
                <a:lnTo>
                  <a:pt x="9131" y="0"/>
                </a:lnTo>
                <a:lnTo>
                  <a:pt x="0" y="4714"/>
                </a:lnTo>
                <a:lnTo>
                  <a:pt x="1163" y="9928"/>
                </a:lnTo>
                <a:lnTo>
                  <a:pt x="19671" y="22066"/>
                </a:lnTo>
                <a:lnTo>
                  <a:pt x="23830" y="20068"/>
                </a:lnTo>
                <a:lnTo>
                  <a:pt x="27387" y="14703"/>
                </a:lnTo>
                <a:lnTo>
                  <a:pt x="28240" y="10796"/>
                </a:lnTo>
                <a:lnTo>
                  <a:pt x="26742" y="8299"/>
                </a:lnTo>
                <a:lnTo>
                  <a:pt x="23518" y="6582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91" name="pl52">
            <a:extLst>
              <a:ext uri="{FF2B5EF4-FFF2-40B4-BE49-F238E27FC236}">
                <a16:creationId xmlns:a16="http://schemas.microsoft.com/office/drawing/2014/main" id="{9DD586FA-1F0F-8605-F54F-F523B4F6D9A6}"/>
              </a:ext>
            </a:extLst>
          </p:cNvPr>
          <p:cNvSpPr/>
          <p:nvPr/>
        </p:nvSpPr>
        <p:spPr>
          <a:xfrm>
            <a:off x="3821719" y="5288770"/>
            <a:ext cx="9114" cy="59034"/>
          </a:xfrm>
          <a:custGeom>
            <a:avLst/>
            <a:gdLst/>
            <a:ahLst/>
            <a:cxnLst/>
            <a:rect l="0" t="0" r="0" b="0"/>
            <a:pathLst>
              <a:path w="6076" h="39356">
                <a:moveTo>
                  <a:pt x="4355" y="17988"/>
                </a:moveTo>
                <a:lnTo>
                  <a:pt x="1256" y="39356"/>
                </a:lnTo>
                <a:lnTo>
                  <a:pt x="4415" y="34895"/>
                </a:lnTo>
                <a:lnTo>
                  <a:pt x="6076" y="17290"/>
                </a:lnTo>
                <a:lnTo>
                  <a:pt x="4590" y="7895"/>
                </a:lnTo>
                <a:lnTo>
                  <a:pt x="0" y="0"/>
                </a:lnTo>
                <a:lnTo>
                  <a:pt x="4355" y="1798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92" name="pl53">
            <a:extLst>
              <a:ext uri="{FF2B5EF4-FFF2-40B4-BE49-F238E27FC236}">
                <a16:creationId xmlns:a16="http://schemas.microsoft.com/office/drawing/2014/main" id="{D29269D7-9966-9B2E-D69C-2E7449006DC1}"/>
              </a:ext>
            </a:extLst>
          </p:cNvPr>
          <p:cNvSpPr/>
          <p:nvPr/>
        </p:nvSpPr>
        <p:spPr>
          <a:xfrm>
            <a:off x="5645930" y="6501409"/>
            <a:ext cx="78129" cy="60440"/>
          </a:xfrm>
          <a:custGeom>
            <a:avLst/>
            <a:gdLst/>
            <a:ahLst/>
            <a:cxnLst/>
            <a:rect l="0" t="0" r="0" b="0"/>
            <a:pathLst>
              <a:path w="52086" h="40293">
                <a:moveTo>
                  <a:pt x="52086" y="40293"/>
                </a:moveTo>
                <a:lnTo>
                  <a:pt x="49059" y="21121"/>
                </a:lnTo>
                <a:lnTo>
                  <a:pt x="43032" y="9975"/>
                </a:lnTo>
                <a:lnTo>
                  <a:pt x="35436" y="23694"/>
                </a:lnTo>
                <a:lnTo>
                  <a:pt x="27376" y="17386"/>
                </a:lnTo>
                <a:lnTo>
                  <a:pt x="38469" y="8545"/>
                </a:lnTo>
                <a:lnTo>
                  <a:pt x="38294" y="5336"/>
                </a:lnTo>
                <a:lnTo>
                  <a:pt x="33398" y="0"/>
                </a:lnTo>
                <a:lnTo>
                  <a:pt x="27136" y="2470"/>
                </a:lnTo>
                <a:lnTo>
                  <a:pt x="16824" y="4207"/>
                </a:lnTo>
                <a:lnTo>
                  <a:pt x="13016" y="6383"/>
                </a:lnTo>
                <a:lnTo>
                  <a:pt x="5579" y="4830"/>
                </a:lnTo>
                <a:lnTo>
                  <a:pt x="0" y="9490"/>
                </a:lnTo>
                <a:lnTo>
                  <a:pt x="9606" y="27553"/>
                </a:lnTo>
                <a:lnTo>
                  <a:pt x="16524" y="34635"/>
                </a:lnTo>
                <a:lnTo>
                  <a:pt x="17848" y="4029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93" name="pl54">
            <a:extLst>
              <a:ext uri="{FF2B5EF4-FFF2-40B4-BE49-F238E27FC236}">
                <a16:creationId xmlns:a16="http://schemas.microsoft.com/office/drawing/2014/main" id="{8B28C4C0-5579-F57F-51E1-E452C15B5E4F}"/>
              </a:ext>
            </a:extLst>
          </p:cNvPr>
          <p:cNvSpPr/>
          <p:nvPr/>
        </p:nvSpPr>
        <p:spPr>
          <a:xfrm>
            <a:off x="5655356" y="5943865"/>
            <a:ext cx="151998" cy="219572"/>
          </a:xfrm>
          <a:custGeom>
            <a:avLst/>
            <a:gdLst/>
            <a:ahLst/>
            <a:cxnLst/>
            <a:rect l="0" t="0" r="0" b="0"/>
            <a:pathLst>
              <a:path w="101332" h="146381">
                <a:moveTo>
                  <a:pt x="48474" y="13184"/>
                </a:moveTo>
                <a:lnTo>
                  <a:pt x="68693" y="45083"/>
                </a:lnTo>
                <a:lnTo>
                  <a:pt x="78911" y="53102"/>
                </a:lnTo>
                <a:lnTo>
                  <a:pt x="82556" y="63215"/>
                </a:lnTo>
                <a:lnTo>
                  <a:pt x="79862" y="72219"/>
                </a:lnTo>
                <a:lnTo>
                  <a:pt x="80873" y="81038"/>
                </a:lnTo>
                <a:lnTo>
                  <a:pt x="77889" y="91227"/>
                </a:lnTo>
                <a:lnTo>
                  <a:pt x="77999" y="109824"/>
                </a:lnTo>
                <a:lnTo>
                  <a:pt x="72720" y="118349"/>
                </a:lnTo>
                <a:lnTo>
                  <a:pt x="60496" y="128270"/>
                </a:lnTo>
                <a:lnTo>
                  <a:pt x="68321" y="132348"/>
                </a:lnTo>
                <a:lnTo>
                  <a:pt x="78037" y="146381"/>
                </a:lnTo>
                <a:lnTo>
                  <a:pt x="80365" y="145157"/>
                </a:lnTo>
                <a:lnTo>
                  <a:pt x="84239" y="137972"/>
                </a:lnTo>
                <a:lnTo>
                  <a:pt x="86895" y="98055"/>
                </a:lnTo>
                <a:lnTo>
                  <a:pt x="101332" y="85007"/>
                </a:lnTo>
                <a:lnTo>
                  <a:pt x="98190" y="57440"/>
                </a:lnTo>
                <a:lnTo>
                  <a:pt x="87474" y="48039"/>
                </a:lnTo>
                <a:lnTo>
                  <a:pt x="76835" y="42216"/>
                </a:lnTo>
                <a:lnTo>
                  <a:pt x="75480" y="38822"/>
                </a:lnTo>
                <a:lnTo>
                  <a:pt x="75857" y="35209"/>
                </a:lnTo>
                <a:lnTo>
                  <a:pt x="72501" y="32007"/>
                </a:lnTo>
                <a:lnTo>
                  <a:pt x="64349" y="26971"/>
                </a:lnTo>
                <a:lnTo>
                  <a:pt x="55321" y="14525"/>
                </a:lnTo>
                <a:lnTo>
                  <a:pt x="45868" y="5138"/>
                </a:lnTo>
                <a:lnTo>
                  <a:pt x="30398" y="3667"/>
                </a:lnTo>
                <a:lnTo>
                  <a:pt x="17480" y="622"/>
                </a:lnTo>
                <a:lnTo>
                  <a:pt x="9087" y="0"/>
                </a:lnTo>
                <a:lnTo>
                  <a:pt x="0" y="5117"/>
                </a:lnTo>
                <a:lnTo>
                  <a:pt x="16535" y="5439"/>
                </a:lnTo>
                <a:lnTo>
                  <a:pt x="48474" y="1318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94" name="pl55">
            <a:extLst>
              <a:ext uri="{FF2B5EF4-FFF2-40B4-BE49-F238E27FC236}">
                <a16:creationId xmlns:a16="http://schemas.microsoft.com/office/drawing/2014/main" id="{74863969-7875-9204-791A-4BA539B2BDD9}"/>
              </a:ext>
            </a:extLst>
          </p:cNvPr>
          <p:cNvSpPr/>
          <p:nvPr/>
        </p:nvSpPr>
        <p:spPr>
          <a:xfrm>
            <a:off x="6225820" y="6535227"/>
            <a:ext cx="19473" cy="26622"/>
          </a:xfrm>
          <a:custGeom>
            <a:avLst/>
            <a:gdLst/>
            <a:ahLst/>
            <a:cxnLst/>
            <a:rect l="0" t="0" r="0" b="0"/>
            <a:pathLst>
              <a:path w="12982" h="17748">
                <a:moveTo>
                  <a:pt x="12982" y="8210"/>
                </a:moveTo>
                <a:lnTo>
                  <a:pt x="10627" y="164"/>
                </a:lnTo>
                <a:lnTo>
                  <a:pt x="8217" y="0"/>
                </a:lnTo>
                <a:lnTo>
                  <a:pt x="2075" y="3024"/>
                </a:lnTo>
                <a:lnTo>
                  <a:pt x="0" y="1774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95" name="pl56">
            <a:extLst>
              <a:ext uri="{FF2B5EF4-FFF2-40B4-BE49-F238E27FC236}">
                <a16:creationId xmlns:a16="http://schemas.microsoft.com/office/drawing/2014/main" id="{F26A7446-63B1-276D-22A2-B8352BA7A11E}"/>
              </a:ext>
            </a:extLst>
          </p:cNvPr>
          <p:cNvSpPr/>
          <p:nvPr/>
        </p:nvSpPr>
        <p:spPr>
          <a:xfrm>
            <a:off x="6236937" y="6547543"/>
            <a:ext cx="8357" cy="14307"/>
          </a:xfrm>
          <a:custGeom>
            <a:avLst/>
            <a:gdLst/>
            <a:ahLst/>
            <a:cxnLst/>
            <a:rect l="0" t="0" r="0" b="0"/>
            <a:pathLst>
              <a:path w="5571" h="9538">
                <a:moveTo>
                  <a:pt x="0" y="9538"/>
                </a:moveTo>
                <a:lnTo>
                  <a:pt x="5571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96" name="pl57">
            <a:extLst>
              <a:ext uri="{FF2B5EF4-FFF2-40B4-BE49-F238E27FC236}">
                <a16:creationId xmlns:a16="http://schemas.microsoft.com/office/drawing/2014/main" id="{314F477D-57DC-715B-7301-54F7073BCFC6}"/>
              </a:ext>
            </a:extLst>
          </p:cNvPr>
          <p:cNvSpPr/>
          <p:nvPr/>
        </p:nvSpPr>
        <p:spPr>
          <a:xfrm>
            <a:off x="5850601" y="6232921"/>
            <a:ext cx="111752" cy="192426"/>
          </a:xfrm>
          <a:custGeom>
            <a:avLst/>
            <a:gdLst/>
            <a:ahLst/>
            <a:cxnLst/>
            <a:rect l="0" t="0" r="0" b="0"/>
            <a:pathLst>
              <a:path w="74501" h="128284">
                <a:moveTo>
                  <a:pt x="48890" y="32630"/>
                </a:moveTo>
                <a:lnTo>
                  <a:pt x="33174" y="26664"/>
                </a:lnTo>
                <a:lnTo>
                  <a:pt x="14753" y="10858"/>
                </a:lnTo>
                <a:lnTo>
                  <a:pt x="7814" y="0"/>
                </a:lnTo>
                <a:lnTo>
                  <a:pt x="6010" y="1861"/>
                </a:lnTo>
                <a:lnTo>
                  <a:pt x="3551" y="11816"/>
                </a:lnTo>
                <a:lnTo>
                  <a:pt x="0" y="19342"/>
                </a:lnTo>
                <a:lnTo>
                  <a:pt x="9835" y="17119"/>
                </a:lnTo>
                <a:lnTo>
                  <a:pt x="17901" y="18672"/>
                </a:lnTo>
                <a:lnTo>
                  <a:pt x="31420" y="31296"/>
                </a:lnTo>
                <a:lnTo>
                  <a:pt x="46037" y="35353"/>
                </a:lnTo>
                <a:lnTo>
                  <a:pt x="55545" y="48032"/>
                </a:lnTo>
                <a:lnTo>
                  <a:pt x="69414" y="62435"/>
                </a:lnTo>
                <a:lnTo>
                  <a:pt x="70294" y="75517"/>
                </a:lnTo>
                <a:lnTo>
                  <a:pt x="64496" y="88093"/>
                </a:lnTo>
                <a:lnTo>
                  <a:pt x="63441" y="104035"/>
                </a:lnTo>
                <a:lnTo>
                  <a:pt x="51556" y="104706"/>
                </a:lnTo>
                <a:lnTo>
                  <a:pt x="53758" y="107757"/>
                </a:lnTo>
                <a:lnTo>
                  <a:pt x="60370" y="113580"/>
                </a:lnTo>
                <a:lnTo>
                  <a:pt x="64403" y="123706"/>
                </a:lnTo>
                <a:lnTo>
                  <a:pt x="68392" y="128284"/>
                </a:lnTo>
                <a:lnTo>
                  <a:pt x="67818" y="112820"/>
                </a:lnTo>
                <a:lnTo>
                  <a:pt x="71638" y="95181"/>
                </a:lnTo>
                <a:lnTo>
                  <a:pt x="74501" y="65883"/>
                </a:lnTo>
                <a:lnTo>
                  <a:pt x="73195" y="59465"/>
                </a:lnTo>
                <a:lnTo>
                  <a:pt x="65879" y="52418"/>
                </a:lnTo>
                <a:lnTo>
                  <a:pt x="48890" y="3263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97" name="pl58">
            <a:extLst>
              <a:ext uri="{FF2B5EF4-FFF2-40B4-BE49-F238E27FC236}">
                <a16:creationId xmlns:a16="http://schemas.microsoft.com/office/drawing/2014/main" id="{8906E127-F9AD-2B79-DD84-A3AAE9BE3E40}"/>
              </a:ext>
            </a:extLst>
          </p:cNvPr>
          <p:cNvSpPr/>
          <p:nvPr/>
        </p:nvSpPr>
        <p:spPr>
          <a:xfrm>
            <a:off x="6024623" y="6415239"/>
            <a:ext cx="74237" cy="117381"/>
          </a:xfrm>
          <a:custGeom>
            <a:avLst/>
            <a:gdLst/>
            <a:ahLst/>
            <a:cxnLst/>
            <a:rect l="0" t="0" r="0" b="0"/>
            <a:pathLst>
              <a:path w="49491" h="78254">
                <a:moveTo>
                  <a:pt x="24344" y="34751"/>
                </a:moveTo>
                <a:lnTo>
                  <a:pt x="10125" y="2333"/>
                </a:lnTo>
                <a:lnTo>
                  <a:pt x="3846" y="0"/>
                </a:lnTo>
                <a:lnTo>
                  <a:pt x="1939" y="1142"/>
                </a:lnTo>
                <a:lnTo>
                  <a:pt x="0" y="6000"/>
                </a:lnTo>
                <a:lnTo>
                  <a:pt x="9284" y="15087"/>
                </a:lnTo>
                <a:lnTo>
                  <a:pt x="11743" y="23557"/>
                </a:lnTo>
                <a:lnTo>
                  <a:pt x="16923" y="28901"/>
                </a:lnTo>
                <a:lnTo>
                  <a:pt x="27988" y="51439"/>
                </a:lnTo>
                <a:lnTo>
                  <a:pt x="37496" y="60498"/>
                </a:lnTo>
                <a:lnTo>
                  <a:pt x="37108" y="66779"/>
                </a:lnTo>
                <a:lnTo>
                  <a:pt x="29425" y="73375"/>
                </a:lnTo>
                <a:lnTo>
                  <a:pt x="26945" y="78254"/>
                </a:lnTo>
                <a:lnTo>
                  <a:pt x="30928" y="78178"/>
                </a:lnTo>
                <a:lnTo>
                  <a:pt x="41994" y="75394"/>
                </a:lnTo>
                <a:lnTo>
                  <a:pt x="49491" y="76837"/>
                </a:lnTo>
                <a:lnTo>
                  <a:pt x="48748" y="69715"/>
                </a:lnTo>
                <a:lnTo>
                  <a:pt x="25272" y="37857"/>
                </a:lnTo>
                <a:lnTo>
                  <a:pt x="24344" y="3475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98" name="pl59">
            <a:extLst>
              <a:ext uri="{FF2B5EF4-FFF2-40B4-BE49-F238E27FC236}">
                <a16:creationId xmlns:a16="http://schemas.microsoft.com/office/drawing/2014/main" id="{A6A8666D-93FA-BAC5-9A38-1B1F4B275EFA}"/>
              </a:ext>
            </a:extLst>
          </p:cNvPr>
          <p:cNvSpPr/>
          <p:nvPr/>
        </p:nvSpPr>
        <p:spPr>
          <a:xfrm>
            <a:off x="4940643" y="6026269"/>
            <a:ext cx="27557" cy="25329"/>
          </a:xfrm>
          <a:custGeom>
            <a:avLst/>
            <a:gdLst/>
            <a:ahLst/>
            <a:cxnLst/>
            <a:rect l="0" t="0" r="0" b="0"/>
            <a:pathLst>
              <a:path w="18371" h="16886">
                <a:moveTo>
                  <a:pt x="0" y="0"/>
                </a:moveTo>
                <a:lnTo>
                  <a:pt x="1901" y="9401"/>
                </a:lnTo>
                <a:lnTo>
                  <a:pt x="6311" y="14204"/>
                </a:lnTo>
                <a:lnTo>
                  <a:pt x="14382" y="16886"/>
                </a:lnTo>
                <a:lnTo>
                  <a:pt x="18371" y="13232"/>
                </a:lnTo>
                <a:lnTo>
                  <a:pt x="9546" y="12206"/>
                </a:lnTo>
                <a:lnTo>
                  <a:pt x="7027" y="9955"/>
                </a:ln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099" name="pl60">
            <a:extLst>
              <a:ext uri="{FF2B5EF4-FFF2-40B4-BE49-F238E27FC236}">
                <a16:creationId xmlns:a16="http://schemas.microsoft.com/office/drawing/2014/main" id="{C66703DC-6030-8DC9-8CFF-AA058494A152}"/>
              </a:ext>
            </a:extLst>
          </p:cNvPr>
          <p:cNvSpPr/>
          <p:nvPr/>
        </p:nvSpPr>
        <p:spPr>
          <a:xfrm>
            <a:off x="5572841" y="6309126"/>
            <a:ext cx="117539" cy="192303"/>
          </a:xfrm>
          <a:custGeom>
            <a:avLst/>
            <a:gdLst/>
            <a:ahLst/>
            <a:cxnLst/>
            <a:rect l="0" t="0" r="0" b="0"/>
            <a:pathLst>
              <a:path w="78359" h="128202">
                <a:moveTo>
                  <a:pt x="7699" y="92225"/>
                </a:moveTo>
                <a:lnTo>
                  <a:pt x="19885" y="100833"/>
                </a:lnTo>
                <a:lnTo>
                  <a:pt x="27272" y="103173"/>
                </a:lnTo>
                <a:lnTo>
                  <a:pt x="32398" y="99335"/>
                </a:lnTo>
                <a:lnTo>
                  <a:pt x="33524" y="110699"/>
                </a:lnTo>
                <a:lnTo>
                  <a:pt x="40229" y="117384"/>
                </a:lnTo>
                <a:lnTo>
                  <a:pt x="43688" y="128202"/>
                </a:lnTo>
                <a:lnTo>
                  <a:pt x="50595" y="121544"/>
                </a:lnTo>
                <a:lnTo>
                  <a:pt x="62010" y="116762"/>
                </a:lnTo>
                <a:lnTo>
                  <a:pt x="65119" y="112020"/>
                </a:lnTo>
                <a:lnTo>
                  <a:pt x="77228" y="103536"/>
                </a:lnTo>
                <a:lnTo>
                  <a:pt x="78359" y="99013"/>
                </a:lnTo>
                <a:lnTo>
                  <a:pt x="77135" y="86321"/>
                </a:lnTo>
                <a:lnTo>
                  <a:pt x="77381" y="69352"/>
                </a:lnTo>
                <a:lnTo>
                  <a:pt x="66605" y="57166"/>
                </a:lnTo>
                <a:lnTo>
                  <a:pt x="57786" y="36366"/>
                </a:lnTo>
                <a:lnTo>
                  <a:pt x="51693" y="27683"/>
                </a:lnTo>
                <a:lnTo>
                  <a:pt x="51480" y="16469"/>
                </a:lnTo>
                <a:lnTo>
                  <a:pt x="44988" y="8299"/>
                </a:lnTo>
                <a:lnTo>
                  <a:pt x="30496" y="0"/>
                </a:lnTo>
                <a:lnTo>
                  <a:pt x="25059" y="1553"/>
                </a:lnTo>
                <a:lnTo>
                  <a:pt x="30884" y="25220"/>
                </a:lnTo>
                <a:lnTo>
                  <a:pt x="28114" y="39972"/>
                </a:lnTo>
                <a:lnTo>
                  <a:pt x="15273" y="62838"/>
                </a:lnTo>
                <a:lnTo>
                  <a:pt x="18070" y="71569"/>
                </a:lnTo>
                <a:lnTo>
                  <a:pt x="19611" y="72171"/>
                </a:lnTo>
                <a:lnTo>
                  <a:pt x="21551" y="76865"/>
                </a:lnTo>
                <a:lnTo>
                  <a:pt x="13016" y="85773"/>
                </a:lnTo>
                <a:lnTo>
                  <a:pt x="10786" y="78514"/>
                </a:lnTo>
                <a:lnTo>
                  <a:pt x="0" y="80539"/>
                </a:lnTo>
                <a:lnTo>
                  <a:pt x="7699" y="92225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100" name="pl61">
            <a:extLst>
              <a:ext uri="{FF2B5EF4-FFF2-40B4-BE49-F238E27FC236}">
                <a16:creationId xmlns:a16="http://schemas.microsoft.com/office/drawing/2014/main" id="{68994C6B-25D4-F9CE-1259-5E07D4004E7B}"/>
              </a:ext>
            </a:extLst>
          </p:cNvPr>
          <p:cNvSpPr/>
          <p:nvPr/>
        </p:nvSpPr>
        <p:spPr>
          <a:xfrm>
            <a:off x="5036306" y="6416994"/>
            <a:ext cx="16761" cy="20834"/>
          </a:xfrm>
          <a:custGeom>
            <a:avLst/>
            <a:gdLst/>
            <a:ahLst/>
            <a:cxnLst/>
            <a:rect l="0" t="0" r="0" b="0"/>
            <a:pathLst>
              <a:path w="11174" h="13889">
                <a:moveTo>
                  <a:pt x="7743" y="0"/>
                </a:moveTo>
                <a:lnTo>
                  <a:pt x="5846" y="8374"/>
                </a:lnTo>
                <a:lnTo>
                  <a:pt x="0" y="13889"/>
                </a:lnTo>
                <a:lnTo>
                  <a:pt x="7251" y="12507"/>
                </a:lnTo>
                <a:lnTo>
                  <a:pt x="11109" y="10509"/>
                </a:lnTo>
                <a:lnTo>
                  <a:pt x="11174" y="6541"/>
                </a:lnTo>
                <a:lnTo>
                  <a:pt x="7743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101" name="pl62">
            <a:extLst>
              <a:ext uri="{FF2B5EF4-FFF2-40B4-BE49-F238E27FC236}">
                <a16:creationId xmlns:a16="http://schemas.microsoft.com/office/drawing/2014/main" id="{769DEED4-D20B-E447-7B03-4F8214217C70}"/>
              </a:ext>
            </a:extLst>
          </p:cNvPr>
          <p:cNvSpPr/>
          <p:nvPr/>
        </p:nvSpPr>
        <p:spPr>
          <a:xfrm>
            <a:off x="5236836" y="5752497"/>
            <a:ext cx="44720" cy="135732"/>
          </a:xfrm>
          <a:custGeom>
            <a:avLst/>
            <a:gdLst/>
            <a:ahLst/>
            <a:cxnLst/>
            <a:rect l="0" t="0" r="0" b="0"/>
            <a:pathLst>
              <a:path w="29813" h="90488">
                <a:moveTo>
                  <a:pt x="19524" y="66554"/>
                </a:moveTo>
                <a:lnTo>
                  <a:pt x="29813" y="90488"/>
                </a:lnTo>
                <a:lnTo>
                  <a:pt x="27994" y="80170"/>
                </a:lnTo>
                <a:lnTo>
                  <a:pt x="9109" y="24091"/>
                </a:lnTo>
                <a:lnTo>
                  <a:pt x="4606" y="7848"/>
                </a:lnTo>
                <a:lnTo>
                  <a:pt x="0" y="0"/>
                </a:lnTo>
                <a:lnTo>
                  <a:pt x="6808" y="29024"/>
                </a:lnTo>
                <a:lnTo>
                  <a:pt x="19524" y="6655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102" name="pl63">
            <a:extLst>
              <a:ext uri="{FF2B5EF4-FFF2-40B4-BE49-F238E27FC236}">
                <a16:creationId xmlns:a16="http://schemas.microsoft.com/office/drawing/2014/main" id="{F0FE98D5-BB50-92D2-CC22-49B8977B2948}"/>
              </a:ext>
            </a:extLst>
          </p:cNvPr>
          <p:cNvSpPr/>
          <p:nvPr/>
        </p:nvSpPr>
        <p:spPr>
          <a:xfrm>
            <a:off x="4946052" y="5994177"/>
            <a:ext cx="14327" cy="43536"/>
          </a:xfrm>
          <a:custGeom>
            <a:avLst/>
            <a:gdLst/>
            <a:ahLst/>
            <a:cxnLst/>
            <a:rect l="0" t="0" r="0" b="0"/>
            <a:pathLst>
              <a:path w="9551" h="29024">
                <a:moveTo>
                  <a:pt x="9393" y="29024"/>
                </a:moveTo>
                <a:lnTo>
                  <a:pt x="9551" y="20793"/>
                </a:lnTo>
                <a:lnTo>
                  <a:pt x="5371" y="4933"/>
                </a:lnTo>
                <a:lnTo>
                  <a:pt x="0" y="0"/>
                </a:lnTo>
                <a:lnTo>
                  <a:pt x="3754" y="15237"/>
                </a:lnTo>
                <a:lnTo>
                  <a:pt x="9393" y="29024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103" name="pl64">
            <a:extLst>
              <a:ext uri="{FF2B5EF4-FFF2-40B4-BE49-F238E27FC236}">
                <a16:creationId xmlns:a16="http://schemas.microsoft.com/office/drawing/2014/main" id="{F65CC996-595F-EC7C-5329-A7BCA0CAF364}"/>
              </a:ext>
            </a:extLst>
          </p:cNvPr>
          <p:cNvSpPr/>
          <p:nvPr/>
        </p:nvSpPr>
        <p:spPr>
          <a:xfrm>
            <a:off x="5480458" y="5973742"/>
            <a:ext cx="178473" cy="62483"/>
          </a:xfrm>
          <a:custGeom>
            <a:avLst/>
            <a:gdLst/>
            <a:ahLst/>
            <a:cxnLst/>
            <a:rect l="0" t="0" r="0" b="0"/>
            <a:pathLst>
              <a:path w="118982" h="41655">
                <a:moveTo>
                  <a:pt x="84130" y="22503"/>
                </a:moveTo>
                <a:lnTo>
                  <a:pt x="118572" y="18857"/>
                </a:lnTo>
                <a:lnTo>
                  <a:pt x="118982" y="14970"/>
                </a:lnTo>
                <a:lnTo>
                  <a:pt x="116577" y="7526"/>
                </a:lnTo>
                <a:lnTo>
                  <a:pt x="100381" y="11720"/>
                </a:lnTo>
                <a:lnTo>
                  <a:pt x="80321" y="10550"/>
                </a:lnTo>
                <a:lnTo>
                  <a:pt x="75966" y="13417"/>
                </a:lnTo>
                <a:lnTo>
                  <a:pt x="68704" y="14012"/>
                </a:lnTo>
                <a:lnTo>
                  <a:pt x="55146" y="9654"/>
                </a:lnTo>
                <a:lnTo>
                  <a:pt x="43480" y="0"/>
                </a:lnTo>
                <a:lnTo>
                  <a:pt x="39469" y="10058"/>
                </a:lnTo>
                <a:lnTo>
                  <a:pt x="40791" y="13075"/>
                </a:lnTo>
                <a:lnTo>
                  <a:pt x="39436" y="19445"/>
                </a:lnTo>
                <a:lnTo>
                  <a:pt x="30567" y="27875"/>
                </a:lnTo>
                <a:lnTo>
                  <a:pt x="20994" y="30201"/>
                </a:lnTo>
                <a:lnTo>
                  <a:pt x="5579" y="17447"/>
                </a:lnTo>
                <a:lnTo>
                  <a:pt x="0" y="15196"/>
                </a:lnTo>
                <a:lnTo>
                  <a:pt x="20863" y="37762"/>
                </a:lnTo>
                <a:lnTo>
                  <a:pt x="27081" y="41655"/>
                </a:lnTo>
                <a:lnTo>
                  <a:pt x="35218" y="40834"/>
                </a:lnTo>
                <a:lnTo>
                  <a:pt x="52534" y="33430"/>
                </a:lnTo>
                <a:lnTo>
                  <a:pt x="84130" y="2250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104" name="pl65">
            <a:extLst>
              <a:ext uri="{FF2B5EF4-FFF2-40B4-BE49-F238E27FC236}">
                <a16:creationId xmlns:a16="http://schemas.microsoft.com/office/drawing/2014/main" id="{C3839D50-76FA-2D21-6F93-F6D80C36AC93}"/>
              </a:ext>
            </a:extLst>
          </p:cNvPr>
          <p:cNvSpPr/>
          <p:nvPr/>
        </p:nvSpPr>
        <p:spPr>
          <a:xfrm>
            <a:off x="5212722" y="6278593"/>
            <a:ext cx="54302" cy="82680"/>
          </a:xfrm>
          <a:custGeom>
            <a:avLst/>
            <a:gdLst/>
            <a:ahLst/>
            <a:cxnLst/>
            <a:rect l="0" t="0" r="0" b="0"/>
            <a:pathLst>
              <a:path w="36201" h="55120">
                <a:moveTo>
                  <a:pt x="36201" y="0"/>
                </a:moveTo>
                <a:lnTo>
                  <a:pt x="33584" y="889"/>
                </a:lnTo>
                <a:lnTo>
                  <a:pt x="25660" y="7095"/>
                </a:lnTo>
                <a:lnTo>
                  <a:pt x="25251" y="15969"/>
                </a:lnTo>
                <a:lnTo>
                  <a:pt x="19797" y="23578"/>
                </a:lnTo>
                <a:lnTo>
                  <a:pt x="13939" y="27786"/>
                </a:lnTo>
                <a:lnTo>
                  <a:pt x="11136" y="34423"/>
                </a:lnTo>
                <a:lnTo>
                  <a:pt x="2464" y="48524"/>
                </a:lnTo>
                <a:lnTo>
                  <a:pt x="0" y="55120"/>
                </a:lnTo>
                <a:lnTo>
                  <a:pt x="22240" y="28771"/>
                </a:lnTo>
                <a:lnTo>
                  <a:pt x="36201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105" name="pl66">
            <a:extLst>
              <a:ext uri="{FF2B5EF4-FFF2-40B4-BE49-F238E27FC236}">
                <a16:creationId xmlns:a16="http://schemas.microsoft.com/office/drawing/2014/main" id="{869FC942-2118-B270-A9D0-C8DB08EC4BF7}"/>
              </a:ext>
            </a:extLst>
          </p:cNvPr>
          <p:cNvSpPr/>
          <p:nvPr/>
        </p:nvSpPr>
        <p:spPr>
          <a:xfrm>
            <a:off x="2327439" y="1096849"/>
            <a:ext cx="6166921" cy="5465000"/>
          </a:xfrm>
          <a:custGeom>
            <a:avLst/>
            <a:gdLst/>
            <a:ahLst/>
            <a:cxnLst/>
            <a:rect l="0" t="0" r="0" b="0"/>
            <a:pathLst>
              <a:path w="4111278" h="3643333">
                <a:moveTo>
                  <a:pt x="6015" y="3643333"/>
                </a:moveTo>
                <a:lnTo>
                  <a:pt x="11278" y="3588684"/>
                </a:lnTo>
                <a:lnTo>
                  <a:pt x="29251" y="3501166"/>
                </a:lnTo>
                <a:lnTo>
                  <a:pt x="38540" y="3470540"/>
                </a:lnTo>
                <a:lnTo>
                  <a:pt x="60829" y="3421167"/>
                </a:lnTo>
                <a:lnTo>
                  <a:pt x="67594" y="3397418"/>
                </a:lnTo>
                <a:lnTo>
                  <a:pt x="69633" y="3368475"/>
                </a:lnTo>
                <a:lnTo>
                  <a:pt x="70310" y="3358910"/>
                </a:lnTo>
                <a:lnTo>
                  <a:pt x="69168" y="3353922"/>
                </a:lnTo>
                <a:lnTo>
                  <a:pt x="62059" y="3353566"/>
                </a:lnTo>
                <a:lnTo>
                  <a:pt x="40972" y="3307511"/>
                </a:lnTo>
                <a:lnTo>
                  <a:pt x="37311" y="3294997"/>
                </a:lnTo>
                <a:lnTo>
                  <a:pt x="33868" y="3266143"/>
                </a:lnTo>
                <a:lnTo>
                  <a:pt x="30737" y="3256632"/>
                </a:lnTo>
                <a:lnTo>
                  <a:pt x="27076" y="3235907"/>
                </a:lnTo>
                <a:lnTo>
                  <a:pt x="23923" y="3227526"/>
                </a:lnTo>
                <a:lnTo>
                  <a:pt x="28196" y="3215490"/>
                </a:lnTo>
                <a:lnTo>
                  <a:pt x="32764" y="3206431"/>
                </a:lnTo>
                <a:lnTo>
                  <a:pt x="32895" y="3198713"/>
                </a:lnTo>
                <a:lnTo>
                  <a:pt x="31710" y="3189682"/>
                </a:lnTo>
                <a:lnTo>
                  <a:pt x="8513" y="3182709"/>
                </a:lnTo>
                <a:lnTo>
                  <a:pt x="0" y="3158837"/>
                </a:lnTo>
                <a:lnTo>
                  <a:pt x="9661" y="3167609"/>
                </a:lnTo>
                <a:lnTo>
                  <a:pt x="27371" y="3178953"/>
                </a:lnTo>
                <a:lnTo>
                  <a:pt x="32305" y="3178584"/>
                </a:lnTo>
                <a:lnTo>
                  <a:pt x="36857" y="3176948"/>
                </a:lnTo>
                <a:lnTo>
                  <a:pt x="43420" y="3164188"/>
                </a:lnTo>
                <a:lnTo>
                  <a:pt x="53687" y="3128978"/>
                </a:lnTo>
                <a:lnTo>
                  <a:pt x="37709" y="3105632"/>
                </a:lnTo>
                <a:lnTo>
                  <a:pt x="40742" y="3102532"/>
                </a:lnTo>
                <a:lnTo>
                  <a:pt x="44130" y="3101034"/>
                </a:lnTo>
                <a:lnTo>
                  <a:pt x="57846" y="3103217"/>
                </a:lnTo>
                <a:lnTo>
                  <a:pt x="66813" y="3099693"/>
                </a:lnTo>
                <a:lnTo>
                  <a:pt x="77818" y="3084770"/>
                </a:lnTo>
                <a:lnTo>
                  <a:pt x="82157" y="3069669"/>
                </a:lnTo>
                <a:lnTo>
                  <a:pt x="70190" y="3074308"/>
                </a:lnTo>
                <a:lnTo>
                  <a:pt x="68644" y="3068438"/>
                </a:lnTo>
                <a:lnTo>
                  <a:pt x="68485" y="3062595"/>
                </a:lnTo>
                <a:lnTo>
                  <a:pt x="75250" y="3060645"/>
                </a:lnTo>
                <a:lnTo>
                  <a:pt x="84266" y="3059912"/>
                </a:lnTo>
                <a:lnTo>
                  <a:pt x="89731" y="3056259"/>
                </a:lnTo>
                <a:lnTo>
                  <a:pt x="93463" y="3051394"/>
                </a:lnTo>
                <a:lnTo>
                  <a:pt x="94966" y="3056847"/>
                </a:lnTo>
                <a:lnTo>
                  <a:pt x="98130" y="3060740"/>
                </a:lnTo>
                <a:lnTo>
                  <a:pt x="103960" y="3055581"/>
                </a:lnTo>
                <a:lnTo>
                  <a:pt x="107610" y="3051962"/>
                </a:lnTo>
                <a:lnTo>
                  <a:pt x="108987" y="3037860"/>
                </a:lnTo>
                <a:lnTo>
                  <a:pt x="111343" y="3023738"/>
                </a:lnTo>
                <a:lnTo>
                  <a:pt x="122217" y="3034993"/>
                </a:lnTo>
                <a:lnTo>
                  <a:pt x="135047" y="3031374"/>
                </a:lnTo>
                <a:lnTo>
                  <a:pt x="143206" y="3025920"/>
                </a:lnTo>
                <a:lnTo>
                  <a:pt x="150785" y="3018736"/>
                </a:lnTo>
                <a:lnTo>
                  <a:pt x="144697" y="3015671"/>
                </a:lnTo>
                <a:lnTo>
                  <a:pt x="139195" y="3014337"/>
                </a:lnTo>
                <a:lnTo>
                  <a:pt x="126282" y="2983499"/>
                </a:lnTo>
                <a:lnTo>
                  <a:pt x="129812" y="2981467"/>
                </a:lnTo>
                <a:lnTo>
                  <a:pt x="133484" y="2982527"/>
                </a:lnTo>
                <a:lnTo>
                  <a:pt x="135271" y="2986906"/>
                </a:lnTo>
                <a:lnTo>
                  <a:pt x="139042" y="2991976"/>
                </a:lnTo>
                <a:lnTo>
                  <a:pt x="147692" y="2999516"/>
                </a:lnTo>
                <a:lnTo>
                  <a:pt x="156042" y="2994385"/>
                </a:lnTo>
                <a:lnTo>
                  <a:pt x="156118" y="2990752"/>
                </a:lnTo>
                <a:lnTo>
                  <a:pt x="167096" y="2991018"/>
                </a:lnTo>
                <a:lnTo>
                  <a:pt x="185036" y="2995630"/>
                </a:lnTo>
                <a:lnTo>
                  <a:pt x="196675" y="2994268"/>
                </a:lnTo>
                <a:lnTo>
                  <a:pt x="183107" y="3004224"/>
                </a:lnTo>
                <a:lnTo>
                  <a:pt x="171664" y="3014302"/>
                </a:lnTo>
                <a:lnTo>
                  <a:pt x="177708" y="3012496"/>
                </a:lnTo>
                <a:lnTo>
                  <a:pt x="195626" y="3000591"/>
                </a:lnTo>
                <a:lnTo>
                  <a:pt x="214314" y="2993092"/>
                </a:lnTo>
                <a:lnTo>
                  <a:pt x="227860" y="2983088"/>
                </a:lnTo>
                <a:lnTo>
                  <a:pt x="236423" y="2978477"/>
                </a:lnTo>
                <a:lnTo>
                  <a:pt x="266439" y="2956924"/>
                </a:lnTo>
                <a:lnTo>
                  <a:pt x="279215" y="2947755"/>
                </a:lnTo>
                <a:lnTo>
                  <a:pt x="292794" y="2931587"/>
                </a:lnTo>
                <a:lnTo>
                  <a:pt x="294259" y="2919175"/>
                </a:lnTo>
                <a:lnTo>
                  <a:pt x="307772" y="2906332"/>
                </a:lnTo>
                <a:lnTo>
                  <a:pt x="322324" y="2890766"/>
                </a:lnTo>
                <a:lnTo>
                  <a:pt x="316996" y="2878170"/>
                </a:lnTo>
                <a:lnTo>
                  <a:pt x="310625" y="2868290"/>
                </a:lnTo>
                <a:lnTo>
                  <a:pt x="307264" y="2844274"/>
                </a:lnTo>
                <a:lnTo>
                  <a:pt x="311805" y="2842837"/>
                </a:lnTo>
                <a:lnTo>
                  <a:pt x="317668" y="2847380"/>
                </a:lnTo>
                <a:lnTo>
                  <a:pt x="322144" y="2847832"/>
                </a:lnTo>
                <a:lnTo>
                  <a:pt x="328586" y="2837233"/>
                </a:lnTo>
                <a:lnTo>
                  <a:pt x="338701" y="2837596"/>
                </a:lnTo>
                <a:lnTo>
                  <a:pt x="340668" y="2850870"/>
                </a:lnTo>
                <a:lnTo>
                  <a:pt x="334635" y="2865922"/>
                </a:lnTo>
                <a:lnTo>
                  <a:pt x="339744" y="2867674"/>
                </a:lnTo>
                <a:lnTo>
                  <a:pt x="353990" y="2863124"/>
                </a:lnTo>
                <a:lnTo>
                  <a:pt x="362837" y="2865909"/>
                </a:lnTo>
                <a:lnTo>
                  <a:pt x="337783" y="2884116"/>
                </a:lnTo>
                <a:lnTo>
                  <a:pt x="336723" y="2888844"/>
                </a:lnTo>
                <a:lnTo>
                  <a:pt x="357444" y="2874797"/>
                </a:lnTo>
                <a:lnTo>
                  <a:pt x="410580" y="2848749"/>
                </a:lnTo>
                <a:lnTo>
                  <a:pt x="433989" y="2846094"/>
                </a:lnTo>
                <a:lnTo>
                  <a:pt x="434448" y="2841427"/>
                </a:lnTo>
                <a:lnTo>
                  <a:pt x="427744" y="2828489"/>
                </a:lnTo>
                <a:lnTo>
                  <a:pt x="439476" y="2805403"/>
                </a:lnTo>
                <a:lnTo>
                  <a:pt x="444787" y="2805752"/>
                </a:lnTo>
                <a:lnTo>
                  <a:pt x="447579" y="2809249"/>
                </a:lnTo>
                <a:lnTo>
                  <a:pt x="447126" y="2814606"/>
                </a:lnTo>
                <a:lnTo>
                  <a:pt x="443131" y="2823467"/>
                </a:lnTo>
                <a:lnTo>
                  <a:pt x="438705" y="2827948"/>
                </a:lnTo>
                <a:lnTo>
                  <a:pt x="434727" y="2829187"/>
                </a:lnTo>
                <a:lnTo>
                  <a:pt x="436760" y="2836809"/>
                </a:lnTo>
                <a:lnTo>
                  <a:pt x="441153" y="2841078"/>
                </a:lnTo>
                <a:lnTo>
                  <a:pt x="447929" y="2837219"/>
                </a:lnTo>
                <a:lnTo>
                  <a:pt x="455885" y="2834804"/>
                </a:lnTo>
                <a:lnTo>
                  <a:pt x="490169" y="2833874"/>
                </a:lnTo>
                <a:lnTo>
                  <a:pt x="501950" y="2832074"/>
                </a:lnTo>
                <a:lnTo>
                  <a:pt x="513983" y="2833538"/>
                </a:lnTo>
                <a:lnTo>
                  <a:pt x="538972" y="2842618"/>
                </a:lnTo>
                <a:lnTo>
                  <a:pt x="556999" y="2853757"/>
                </a:lnTo>
                <a:lnTo>
                  <a:pt x="570431" y="2859026"/>
                </a:lnTo>
                <a:lnTo>
                  <a:pt x="616364" y="2864663"/>
                </a:lnTo>
                <a:lnTo>
                  <a:pt x="636151" y="2859621"/>
                </a:lnTo>
                <a:lnTo>
                  <a:pt x="638965" y="2856207"/>
                </a:lnTo>
                <a:lnTo>
                  <a:pt x="632801" y="2849132"/>
                </a:lnTo>
                <a:lnTo>
                  <a:pt x="630392" y="2844677"/>
                </a:lnTo>
                <a:lnTo>
                  <a:pt x="636577" y="2836090"/>
                </a:lnTo>
                <a:lnTo>
                  <a:pt x="643616" y="2830548"/>
                </a:lnTo>
                <a:lnTo>
                  <a:pt x="657512" y="2825540"/>
                </a:lnTo>
                <a:lnTo>
                  <a:pt x="665205" y="2837500"/>
                </a:lnTo>
                <a:lnTo>
                  <a:pt x="682211" y="2838143"/>
                </a:lnTo>
                <a:lnTo>
                  <a:pt x="694260" y="2857869"/>
                </a:lnTo>
                <a:lnTo>
                  <a:pt x="699921" y="2864869"/>
                </a:lnTo>
                <a:lnTo>
                  <a:pt x="720429" y="2870726"/>
                </a:lnTo>
                <a:lnTo>
                  <a:pt x="726385" y="2863815"/>
                </a:lnTo>
                <a:lnTo>
                  <a:pt x="729620" y="2863630"/>
                </a:lnTo>
                <a:lnTo>
                  <a:pt x="728341" y="2871861"/>
                </a:lnTo>
                <a:lnTo>
                  <a:pt x="730161" y="2878608"/>
                </a:lnTo>
                <a:lnTo>
                  <a:pt x="740079" y="2893551"/>
                </a:lnTo>
                <a:lnTo>
                  <a:pt x="740593" y="2898142"/>
                </a:lnTo>
                <a:lnTo>
                  <a:pt x="730888" y="2896315"/>
                </a:lnTo>
                <a:lnTo>
                  <a:pt x="725828" y="2897746"/>
                </a:lnTo>
                <a:lnTo>
                  <a:pt x="724997" y="2902200"/>
                </a:lnTo>
                <a:lnTo>
                  <a:pt x="757161" y="2915576"/>
                </a:lnTo>
                <a:lnTo>
                  <a:pt x="785330" y="2924355"/>
                </a:lnTo>
                <a:lnTo>
                  <a:pt x="793559" y="2921584"/>
                </a:lnTo>
                <a:lnTo>
                  <a:pt x="803772" y="2904642"/>
                </a:lnTo>
                <a:lnTo>
                  <a:pt x="813144" y="2900688"/>
                </a:lnTo>
                <a:lnTo>
                  <a:pt x="826941" y="2901338"/>
                </a:lnTo>
                <a:lnTo>
                  <a:pt x="835624" y="2906846"/>
                </a:lnTo>
                <a:lnTo>
                  <a:pt x="841766" y="2924334"/>
                </a:lnTo>
                <a:lnTo>
                  <a:pt x="845564" y="2927988"/>
                </a:lnTo>
                <a:lnTo>
                  <a:pt x="854176" y="2923623"/>
                </a:lnTo>
                <a:lnTo>
                  <a:pt x="858034" y="2917218"/>
                </a:lnTo>
                <a:lnTo>
                  <a:pt x="860121" y="2909097"/>
                </a:lnTo>
                <a:lnTo>
                  <a:pt x="861127" y="2901105"/>
                </a:lnTo>
                <a:lnTo>
                  <a:pt x="863471" y="2895494"/>
                </a:lnTo>
                <a:lnTo>
                  <a:pt x="863520" y="2882241"/>
                </a:lnTo>
                <a:lnTo>
                  <a:pt x="858100" y="2877766"/>
                </a:lnTo>
                <a:lnTo>
                  <a:pt x="853570" y="2875467"/>
                </a:lnTo>
                <a:lnTo>
                  <a:pt x="851384" y="2872012"/>
                </a:lnTo>
                <a:lnTo>
                  <a:pt x="851575" y="2867421"/>
                </a:lnTo>
                <a:lnTo>
                  <a:pt x="883116" y="2878512"/>
                </a:lnTo>
                <a:lnTo>
                  <a:pt x="889717" y="2884383"/>
                </a:lnTo>
                <a:lnTo>
                  <a:pt x="892055" y="2889357"/>
                </a:lnTo>
                <a:lnTo>
                  <a:pt x="892613" y="2896001"/>
                </a:lnTo>
                <a:lnTo>
                  <a:pt x="901050" y="2898847"/>
                </a:lnTo>
                <a:lnTo>
                  <a:pt x="906033" y="2898341"/>
                </a:lnTo>
                <a:lnTo>
                  <a:pt x="911875" y="2900318"/>
                </a:lnTo>
                <a:lnTo>
                  <a:pt x="916700" y="2905204"/>
                </a:lnTo>
                <a:lnTo>
                  <a:pt x="922897" y="2907762"/>
                </a:lnTo>
                <a:lnTo>
                  <a:pt x="931694" y="2915487"/>
                </a:lnTo>
                <a:lnTo>
                  <a:pt x="937733" y="2927974"/>
                </a:lnTo>
                <a:lnTo>
                  <a:pt x="941727" y="2932853"/>
                </a:lnTo>
                <a:lnTo>
                  <a:pt x="939197" y="2945306"/>
                </a:lnTo>
                <a:lnTo>
                  <a:pt x="944295" y="2942877"/>
                </a:lnTo>
                <a:lnTo>
                  <a:pt x="954869" y="2931327"/>
                </a:lnTo>
                <a:lnTo>
                  <a:pt x="959437" y="2935124"/>
                </a:lnTo>
                <a:lnTo>
                  <a:pt x="963885" y="2940366"/>
                </a:lnTo>
                <a:lnTo>
                  <a:pt x="966366" y="2936226"/>
                </a:lnTo>
                <a:lnTo>
                  <a:pt x="969033" y="2928864"/>
                </a:lnTo>
                <a:lnTo>
                  <a:pt x="978896" y="2922692"/>
                </a:lnTo>
                <a:lnTo>
                  <a:pt x="979530" y="2914263"/>
                </a:lnTo>
                <a:lnTo>
                  <a:pt x="973978" y="2912121"/>
                </a:lnTo>
                <a:lnTo>
                  <a:pt x="968213" y="2907906"/>
                </a:lnTo>
                <a:lnTo>
                  <a:pt x="961060" y="2895652"/>
                </a:lnTo>
                <a:lnTo>
                  <a:pt x="953793" y="2896001"/>
                </a:lnTo>
                <a:lnTo>
                  <a:pt x="923804" y="2883828"/>
                </a:lnTo>
                <a:lnTo>
                  <a:pt x="916345" y="2874585"/>
                </a:lnTo>
                <a:lnTo>
                  <a:pt x="905771" y="2867209"/>
                </a:lnTo>
                <a:lnTo>
                  <a:pt x="900613" y="2855912"/>
                </a:lnTo>
                <a:lnTo>
                  <a:pt x="904159" y="2852163"/>
                </a:lnTo>
                <a:lnTo>
                  <a:pt x="904859" y="2848126"/>
                </a:lnTo>
                <a:lnTo>
                  <a:pt x="907192" y="2846887"/>
                </a:lnTo>
                <a:lnTo>
                  <a:pt x="911831" y="2848229"/>
                </a:lnTo>
                <a:lnTo>
                  <a:pt x="918695" y="2844876"/>
                </a:lnTo>
                <a:lnTo>
                  <a:pt x="915165" y="2841058"/>
                </a:lnTo>
                <a:lnTo>
                  <a:pt x="921902" y="2834483"/>
                </a:lnTo>
                <a:lnTo>
                  <a:pt x="930323" y="2832779"/>
                </a:lnTo>
                <a:lnTo>
                  <a:pt x="941623" y="2827757"/>
                </a:lnTo>
                <a:lnTo>
                  <a:pt x="940689" y="2825013"/>
                </a:lnTo>
                <a:lnTo>
                  <a:pt x="941241" y="2813634"/>
                </a:lnTo>
                <a:lnTo>
                  <a:pt x="936421" y="2805691"/>
                </a:lnTo>
                <a:lnTo>
                  <a:pt x="934951" y="2801038"/>
                </a:lnTo>
                <a:lnTo>
                  <a:pt x="936443" y="2796112"/>
                </a:lnTo>
                <a:lnTo>
                  <a:pt x="925957" y="2794415"/>
                </a:lnTo>
                <a:lnTo>
                  <a:pt x="918241" y="2802269"/>
                </a:lnTo>
                <a:lnTo>
                  <a:pt x="915318" y="2814469"/>
                </a:lnTo>
                <a:lnTo>
                  <a:pt x="910596" y="2816043"/>
                </a:lnTo>
                <a:lnTo>
                  <a:pt x="898050" y="2812396"/>
                </a:lnTo>
                <a:lnTo>
                  <a:pt x="890061" y="2801544"/>
                </a:lnTo>
                <a:lnTo>
                  <a:pt x="894307" y="2796159"/>
                </a:lnTo>
                <a:lnTo>
                  <a:pt x="901307" y="2791589"/>
                </a:lnTo>
                <a:lnTo>
                  <a:pt x="906864" y="2786163"/>
                </a:lnTo>
                <a:lnTo>
                  <a:pt x="906585" y="2782311"/>
                </a:lnTo>
                <a:lnTo>
                  <a:pt x="898760" y="2778465"/>
                </a:lnTo>
                <a:lnTo>
                  <a:pt x="894766" y="2783337"/>
                </a:lnTo>
                <a:lnTo>
                  <a:pt x="890389" y="2785232"/>
                </a:lnTo>
                <a:lnTo>
                  <a:pt x="881236" y="2784925"/>
                </a:lnTo>
                <a:lnTo>
                  <a:pt x="870028" y="2794257"/>
                </a:lnTo>
                <a:lnTo>
                  <a:pt x="849755" y="2798486"/>
                </a:lnTo>
                <a:lnTo>
                  <a:pt x="837488" y="2793443"/>
                </a:lnTo>
                <a:lnTo>
                  <a:pt x="823155" y="2782899"/>
                </a:lnTo>
                <a:lnTo>
                  <a:pt x="832226" y="2763666"/>
                </a:lnTo>
                <a:lnTo>
                  <a:pt x="844165" y="2749414"/>
                </a:lnTo>
                <a:lnTo>
                  <a:pt x="855280" y="2750844"/>
                </a:lnTo>
                <a:lnTo>
                  <a:pt x="864318" y="2753320"/>
                </a:lnTo>
                <a:lnTo>
                  <a:pt x="874498" y="2764904"/>
                </a:lnTo>
                <a:lnTo>
                  <a:pt x="915432" y="2779307"/>
                </a:lnTo>
                <a:lnTo>
                  <a:pt x="923000" y="2775571"/>
                </a:lnTo>
                <a:lnTo>
                  <a:pt x="931656" y="2771295"/>
                </a:lnTo>
                <a:lnTo>
                  <a:pt x="945416" y="2754176"/>
                </a:lnTo>
                <a:lnTo>
                  <a:pt x="951793" y="2754408"/>
                </a:lnTo>
                <a:lnTo>
                  <a:pt x="956262" y="2755989"/>
                </a:lnTo>
                <a:lnTo>
                  <a:pt x="975240" y="2750960"/>
                </a:lnTo>
                <a:lnTo>
                  <a:pt x="991896" y="2744391"/>
                </a:lnTo>
                <a:lnTo>
                  <a:pt x="995508" y="2744227"/>
                </a:lnTo>
                <a:lnTo>
                  <a:pt x="1001442" y="2745602"/>
                </a:lnTo>
                <a:lnTo>
                  <a:pt x="1015748" y="2752766"/>
                </a:lnTo>
                <a:lnTo>
                  <a:pt x="1048480" y="2750604"/>
                </a:lnTo>
                <a:lnTo>
                  <a:pt x="1054043" y="2750228"/>
                </a:lnTo>
                <a:lnTo>
                  <a:pt x="1065310" y="2751671"/>
                </a:lnTo>
                <a:lnTo>
                  <a:pt x="1078043" y="2751192"/>
                </a:lnTo>
                <a:lnTo>
                  <a:pt x="1080157" y="2744364"/>
                </a:lnTo>
                <a:lnTo>
                  <a:pt x="1084430" y="2723222"/>
                </a:lnTo>
                <a:lnTo>
                  <a:pt x="1089572" y="2707101"/>
                </a:lnTo>
                <a:lnTo>
                  <a:pt x="1091933" y="2705288"/>
                </a:lnTo>
                <a:lnTo>
                  <a:pt x="1098922" y="2714717"/>
                </a:lnTo>
                <a:lnTo>
                  <a:pt x="1101818" y="2723878"/>
                </a:lnTo>
                <a:lnTo>
                  <a:pt x="1101671" y="2739554"/>
                </a:lnTo>
                <a:lnTo>
                  <a:pt x="1104660" y="2744528"/>
                </a:lnTo>
                <a:lnTo>
                  <a:pt x="1109190" y="2745472"/>
                </a:lnTo>
                <a:lnTo>
                  <a:pt x="1114097" y="2753957"/>
                </a:lnTo>
                <a:lnTo>
                  <a:pt x="1116671" y="2761675"/>
                </a:lnTo>
                <a:lnTo>
                  <a:pt x="1103944" y="2766259"/>
                </a:lnTo>
                <a:lnTo>
                  <a:pt x="1094878" y="2766916"/>
                </a:lnTo>
                <a:lnTo>
                  <a:pt x="1092534" y="2770207"/>
                </a:lnTo>
                <a:lnTo>
                  <a:pt x="1135474" y="2765465"/>
                </a:lnTo>
                <a:lnTo>
                  <a:pt x="1147670" y="2750980"/>
                </a:lnTo>
                <a:lnTo>
                  <a:pt x="1150331" y="2749639"/>
                </a:lnTo>
                <a:lnTo>
                  <a:pt x="1154943" y="2747333"/>
                </a:lnTo>
                <a:lnTo>
                  <a:pt x="1155452" y="2751582"/>
                </a:lnTo>
                <a:lnTo>
                  <a:pt x="1149075" y="2759225"/>
                </a:lnTo>
                <a:lnTo>
                  <a:pt x="1151867" y="2761326"/>
                </a:lnTo>
                <a:lnTo>
                  <a:pt x="1173659" y="2755024"/>
                </a:lnTo>
                <a:lnTo>
                  <a:pt x="1177014" y="2746978"/>
                </a:lnTo>
                <a:lnTo>
                  <a:pt x="1184446" y="2738986"/>
                </a:lnTo>
                <a:lnTo>
                  <a:pt x="1186020" y="2727067"/>
                </a:lnTo>
                <a:lnTo>
                  <a:pt x="1191817" y="2727040"/>
                </a:lnTo>
                <a:lnTo>
                  <a:pt x="1197052" y="2732438"/>
                </a:lnTo>
                <a:lnTo>
                  <a:pt x="1201320" y="2724946"/>
                </a:lnTo>
                <a:lnTo>
                  <a:pt x="1205385" y="2722647"/>
                </a:lnTo>
                <a:lnTo>
                  <a:pt x="1209014" y="2732233"/>
                </a:lnTo>
                <a:lnTo>
                  <a:pt x="1206702" y="2742188"/>
                </a:lnTo>
                <a:lnTo>
                  <a:pt x="1191260" y="2746978"/>
                </a:lnTo>
                <a:lnTo>
                  <a:pt x="1186790" y="2750125"/>
                </a:lnTo>
                <a:lnTo>
                  <a:pt x="1182599" y="2755024"/>
                </a:lnTo>
                <a:lnTo>
                  <a:pt x="1208735" y="2750385"/>
                </a:lnTo>
                <a:lnTo>
                  <a:pt x="1240964" y="2746109"/>
                </a:lnTo>
                <a:lnTo>
                  <a:pt x="1249199" y="2743050"/>
                </a:lnTo>
                <a:lnTo>
                  <a:pt x="1258450" y="2737111"/>
                </a:lnTo>
                <a:lnTo>
                  <a:pt x="1266893" y="2733115"/>
                </a:lnTo>
                <a:lnTo>
                  <a:pt x="1275150" y="2735011"/>
                </a:lnTo>
                <a:lnTo>
                  <a:pt x="1288221" y="2733478"/>
                </a:lnTo>
                <a:lnTo>
                  <a:pt x="1298483" y="2737508"/>
                </a:lnTo>
                <a:lnTo>
                  <a:pt x="1301614" y="2740690"/>
                </a:lnTo>
                <a:lnTo>
                  <a:pt x="1303166" y="2745698"/>
                </a:lnTo>
                <a:lnTo>
                  <a:pt x="1290155" y="2742434"/>
                </a:lnTo>
                <a:lnTo>
                  <a:pt x="1266166" y="2746636"/>
                </a:lnTo>
                <a:lnTo>
                  <a:pt x="1297423" y="2755968"/>
                </a:lnTo>
                <a:lnTo>
                  <a:pt x="1333176" y="2772520"/>
                </a:lnTo>
                <a:lnTo>
                  <a:pt x="1340439" y="2778465"/>
                </a:lnTo>
                <a:lnTo>
                  <a:pt x="1344351" y="2779163"/>
                </a:lnTo>
                <a:lnTo>
                  <a:pt x="1345788" y="2774360"/>
                </a:lnTo>
                <a:lnTo>
                  <a:pt x="1346029" y="2768318"/>
                </a:lnTo>
                <a:lnTo>
                  <a:pt x="1353296" y="2763426"/>
                </a:lnTo>
                <a:lnTo>
                  <a:pt x="1361395" y="2762379"/>
                </a:lnTo>
                <a:lnTo>
                  <a:pt x="1357203" y="2769365"/>
                </a:lnTo>
                <a:lnTo>
                  <a:pt x="1354690" y="2776016"/>
                </a:lnTo>
                <a:lnTo>
                  <a:pt x="1360641" y="2781770"/>
                </a:lnTo>
                <a:lnTo>
                  <a:pt x="1359160" y="2786156"/>
                </a:lnTo>
                <a:lnTo>
                  <a:pt x="1353307" y="2785479"/>
                </a:lnTo>
                <a:lnTo>
                  <a:pt x="1372498" y="2805957"/>
                </a:lnTo>
                <a:lnTo>
                  <a:pt x="1389362" y="2819977"/>
                </a:lnTo>
                <a:lnTo>
                  <a:pt x="1394597" y="2830890"/>
                </a:lnTo>
                <a:lnTo>
                  <a:pt x="1393695" y="2836460"/>
                </a:lnTo>
                <a:lnTo>
                  <a:pt x="1391285" y="2838978"/>
                </a:lnTo>
                <a:lnTo>
                  <a:pt x="1386023" y="2832683"/>
                </a:lnTo>
                <a:lnTo>
                  <a:pt x="1382624" y="2824637"/>
                </a:lnTo>
                <a:lnTo>
                  <a:pt x="1382624" y="2835133"/>
                </a:lnTo>
                <a:lnTo>
                  <a:pt x="1386815" y="2845273"/>
                </a:lnTo>
                <a:lnTo>
                  <a:pt x="1393241" y="2847373"/>
                </a:lnTo>
                <a:lnTo>
                  <a:pt x="1408115" y="2843494"/>
                </a:lnTo>
                <a:lnTo>
                  <a:pt x="1425656" y="2841646"/>
                </a:lnTo>
                <a:lnTo>
                  <a:pt x="1432383" y="2838253"/>
                </a:lnTo>
                <a:lnTo>
                  <a:pt x="1441367" y="2833723"/>
                </a:lnTo>
                <a:lnTo>
                  <a:pt x="1451257" y="2834366"/>
                </a:lnTo>
                <a:lnTo>
                  <a:pt x="1479295" y="2816878"/>
                </a:lnTo>
                <a:lnTo>
                  <a:pt x="1490033" y="2815153"/>
                </a:lnTo>
                <a:lnTo>
                  <a:pt x="1498005" y="2815543"/>
                </a:lnTo>
                <a:lnTo>
                  <a:pt x="1500705" y="2812458"/>
                </a:lnTo>
                <a:lnTo>
                  <a:pt x="1498841" y="2805047"/>
                </a:lnTo>
                <a:lnTo>
                  <a:pt x="1501049" y="2798499"/>
                </a:lnTo>
                <a:lnTo>
                  <a:pt x="1506191" y="2793491"/>
                </a:lnTo>
                <a:lnTo>
                  <a:pt x="1535896" y="2788017"/>
                </a:lnTo>
                <a:lnTo>
                  <a:pt x="1575048" y="2812936"/>
                </a:lnTo>
                <a:lnTo>
                  <a:pt x="1620250" y="2879367"/>
                </a:lnTo>
                <a:lnTo>
                  <a:pt x="1678572" y="2935467"/>
                </a:lnTo>
                <a:lnTo>
                  <a:pt x="1691763" y="2958456"/>
                </a:lnTo>
                <a:lnTo>
                  <a:pt x="1692593" y="2969034"/>
                </a:lnTo>
                <a:lnTo>
                  <a:pt x="1691861" y="2974932"/>
                </a:lnTo>
                <a:lnTo>
                  <a:pt x="1690735" y="3014740"/>
                </a:lnTo>
                <a:lnTo>
                  <a:pt x="1680899" y="3049635"/>
                </a:lnTo>
                <a:lnTo>
                  <a:pt x="1670271" y="3104400"/>
                </a:lnTo>
                <a:lnTo>
                  <a:pt x="1674293" y="3114130"/>
                </a:lnTo>
                <a:lnTo>
                  <a:pt x="1677905" y="3120042"/>
                </a:lnTo>
                <a:lnTo>
                  <a:pt x="1681533" y="3123545"/>
                </a:lnTo>
                <a:lnTo>
                  <a:pt x="1684615" y="3120220"/>
                </a:lnTo>
                <a:lnTo>
                  <a:pt x="1690708" y="3122279"/>
                </a:lnTo>
                <a:lnTo>
                  <a:pt x="1694610" y="3118413"/>
                </a:lnTo>
                <a:lnTo>
                  <a:pt x="1696293" y="3114034"/>
                </a:lnTo>
                <a:lnTo>
                  <a:pt x="1697905" y="3100582"/>
                </a:lnTo>
                <a:lnTo>
                  <a:pt x="1693741" y="3097148"/>
                </a:lnTo>
                <a:lnTo>
                  <a:pt x="1689107" y="3087897"/>
                </a:lnTo>
                <a:lnTo>
                  <a:pt x="1693500" y="3085454"/>
                </a:lnTo>
                <a:lnTo>
                  <a:pt x="1699806" y="3088643"/>
                </a:lnTo>
                <a:lnTo>
                  <a:pt x="1706407" y="3099932"/>
                </a:lnTo>
                <a:lnTo>
                  <a:pt x="1708921" y="3101328"/>
                </a:lnTo>
                <a:lnTo>
                  <a:pt x="1714790" y="3096436"/>
                </a:lnTo>
                <a:lnTo>
                  <a:pt x="1719260" y="3102033"/>
                </a:lnTo>
                <a:lnTo>
                  <a:pt x="1719844" y="3105885"/>
                </a:lnTo>
                <a:lnTo>
                  <a:pt x="1716489" y="3114890"/>
                </a:lnTo>
                <a:lnTo>
                  <a:pt x="1706380" y="3127903"/>
                </a:lnTo>
                <a:lnTo>
                  <a:pt x="1693511" y="3149443"/>
                </a:lnTo>
                <a:lnTo>
                  <a:pt x="1687817" y="3150743"/>
                </a:lnTo>
                <a:lnTo>
                  <a:pt x="1684697" y="3152939"/>
                </a:lnTo>
                <a:lnTo>
                  <a:pt x="1691326" y="3160000"/>
                </a:lnTo>
                <a:lnTo>
                  <a:pt x="1695233" y="3166747"/>
                </a:lnTo>
                <a:lnTo>
                  <a:pt x="1715276" y="3214587"/>
                </a:lnTo>
                <a:lnTo>
                  <a:pt x="1725047" y="3231953"/>
                </a:lnTo>
                <a:lnTo>
                  <a:pt x="1732210" y="3241053"/>
                </a:lnTo>
                <a:lnTo>
                  <a:pt x="1737489" y="3244125"/>
                </a:lnTo>
                <a:lnTo>
                  <a:pt x="1744451" y="3245357"/>
                </a:lnTo>
                <a:lnTo>
                  <a:pt x="1745800" y="3240553"/>
                </a:lnTo>
                <a:lnTo>
                  <a:pt x="1744401" y="3231809"/>
                </a:lnTo>
                <a:lnTo>
                  <a:pt x="1753959" y="3228073"/>
                </a:lnTo>
                <a:lnTo>
                  <a:pt x="1763183" y="3228333"/>
                </a:lnTo>
                <a:lnTo>
                  <a:pt x="1757177" y="3238145"/>
                </a:lnTo>
                <a:lnTo>
                  <a:pt x="1755953" y="3264378"/>
                </a:lnTo>
                <a:lnTo>
                  <a:pt x="1760237" y="3285719"/>
                </a:lnTo>
                <a:lnTo>
                  <a:pt x="1763953" y="3287429"/>
                </a:lnTo>
                <a:lnTo>
                  <a:pt x="1768008" y="3285719"/>
                </a:lnTo>
                <a:lnTo>
                  <a:pt x="1773560" y="3274593"/>
                </a:lnTo>
                <a:lnTo>
                  <a:pt x="1777926" y="3269934"/>
                </a:lnTo>
                <a:lnTo>
                  <a:pt x="1783844" y="3266800"/>
                </a:lnTo>
                <a:lnTo>
                  <a:pt x="1776363" y="3279396"/>
                </a:lnTo>
                <a:lnTo>
                  <a:pt x="1769265" y="3294422"/>
                </a:lnTo>
                <a:lnTo>
                  <a:pt x="1772336" y="3297569"/>
                </a:lnTo>
                <a:lnTo>
                  <a:pt x="1779603" y="3302119"/>
                </a:lnTo>
                <a:lnTo>
                  <a:pt x="1785767" y="3342605"/>
                </a:lnTo>
                <a:lnTo>
                  <a:pt x="1796510" y="3365437"/>
                </a:lnTo>
                <a:lnTo>
                  <a:pt x="1812985" y="3378273"/>
                </a:lnTo>
                <a:lnTo>
                  <a:pt x="1835739" y="3386751"/>
                </a:lnTo>
                <a:lnTo>
                  <a:pt x="1837963" y="3400654"/>
                </a:lnTo>
                <a:lnTo>
                  <a:pt x="1851160" y="3421454"/>
                </a:lnTo>
                <a:lnTo>
                  <a:pt x="1863897" y="3451745"/>
                </a:lnTo>
                <a:lnTo>
                  <a:pt x="1870220" y="3455823"/>
                </a:lnTo>
                <a:lnTo>
                  <a:pt x="1878777" y="3459531"/>
                </a:lnTo>
                <a:lnTo>
                  <a:pt x="1883247" y="3466182"/>
                </a:lnTo>
                <a:lnTo>
                  <a:pt x="1880455" y="3471772"/>
                </a:lnTo>
                <a:lnTo>
                  <a:pt x="1865652" y="3458484"/>
                </a:lnTo>
                <a:lnTo>
                  <a:pt x="1861357" y="3459812"/>
                </a:lnTo>
                <a:lnTo>
                  <a:pt x="1858821" y="3465511"/>
                </a:lnTo>
                <a:lnTo>
                  <a:pt x="1857848" y="3471183"/>
                </a:lnTo>
                <a:lnTo>
                  <a:pt x="1864214" y="3483862"/>
                </a:lnTo>
                <a:lnTo>
                  <a:pt x="1875242" y="3484532"/>
                </a:lnTo>
                <a:lnTo>
                  <a:pt x="1892001" y="3478518"/>
                </a:lnTo>
                <a:lnTo>
                  <a:pt x="1906066" y="3481296"/>
                </a:lnTo>
                <a:lnTo>
                  <a:pt x="1926088" y="3470636"/>
                </a:lnTo>
                <a:lnTo>
                  <a:pt x="1934252" y="3470999"/>
                </a:lnTo>
                <a:lnTo>
                  <a:pt x="1947427" y="3456787"/>
                </a:lnTo>
                <a:lnTo>
                  <a:pt x="1951815" y="3443356"/>
                </a:lnTo>
                <a:lnTo>
                  <a:pt x="1954825" y="3416528"/>
                </a:lnTo>
                <a:lnTo>
                  <a:pt x="1963973" y="3399265"/>
                </a:lnTo>
                <a:lnTo>
                  <a:pt x="1970705" y="3380127"/>
                </a:lnTo>
                <a:lnTo>
                  <a:pt x="1972497" y="3380729"/>
                </a:lnTo>
                <a:lnTo>
                  <a:pt x="1973241" y="3385129"/>
                </a:lnTo>
                <a:lnTo>
                  <a:pt x="1974350" y="3386408"/>
                </a:lnTo>
                <a:lnTo>
                  <a:pt x="1976115" y="3344637"/>
                </a:lnTo>
                <a:lnTo>
                  <a:pt x="1983869" y="3283399"/>
                </a:lnTo>
                <a:lnTo>
                  <a:pt x="1982891" y="3249893"/>
                </a:lnTo>
                <a:lnTo>
                  <a:pt x="1978568" y="3223797"/>
                </a:lnTo>
                <a:lnTo>
                  <a:pt x="1974415" y="3211317"/>
                </a:lnTo>
                <a:lnTo>
                  <a:pt x="1963186" y="3193937"/>
                </a:lnTo>
                <a:lnTo>
                  <a:pt x="1915738" y="3057470"/>
                </a:lnTo>
                <a:lnTo>
                  <a:pt x="1911678" y="3044682"/>
                </a:lnTo>
                <a:lnTo>
                  <a:pt x="1904711" y="3029430"/>
                </a:lnTo>
                <a:lnTo>
                  <a:pt x="1900394" y="3004258"/>
                </a:lnTo>
                <a:lnTo>
                  <a:pt x="1896903" y="2993755"/>
                </a:lnTo>
                <a:lnTo>
                  <a:pt x="1894690" y="2976650"/>
                </a:lnTo>
                <a:lnTo>
                  <a:pt x="1897990" y="2976472"/>
                </a:lnTo>
                <a:lnTo>
                  <a:pt x="1902209" y="2980180"/>
                </a:lnTo>
                <a:lnTo>
                  <a:pt x="1901214" y="2987118"/>
                </a:lnTo>
                <a:lnTo>
                  <a:pt x="1902777" y="2994145"/>
                </a:lnTo>
                <a:lnTo>
                  <a:pt x="1910126" y="2998613"/>
                </a:lnTo>
                <a:lnTo>
                  <a:pt x="1911443" y="3001754"/>
                </a:lnTo>
                <a:lnTo>
                  <a:pt x="1906902" y="3010484"/>
                </a:lnTo>
                <a:lnTo>
                  <a:pt x="1906602" y="3017956"/>
                </a:lnTo>
                <a:lnTo>
                  <a:pt x="1910881" y="3034480"/>
                </a:lnTo>
                <a:lnTo>
                  <a:pt x="1914017" y="3030286"/>
                </a:lnTo>
                <a:lnTo>
                  <a:pt x="1915312" y="3019455"/>
                </a:lnTo>
                <a:lnTo>
                  <a:pt x="1917667" y="3010231"/>
                </a:lnTo>
                <a:lnTo>
                  <a:pt x="1920569" y="3009547"/>
                </a:lnTo>
                <a:lnTo>
                  <a:pt x="1918788" y="3037928"/>
                </a:lnTo>
                <a:lnTo>
                  <a:pt x="1920225" y="3057935"/>
                </a:lnTo>
                <a:lnTo>
                  <a:pt x="1932585" y="3092002"/>
                </a:lnTo>
                <a:lnTo>
                  <a:pt x="1937361" y="3096737"/>
                </a:lnTo>
                <a:lnTo>
                  <a:pt x="1928826" y="3073002"/>
                </a:lnTo>
                <a:lnTo>
                  <a:pt x="1924383" y="3057477"/>
                </a:lnTo>
                <a:lnTo>
                  <a:pt x="1923028" y="3044764"/>
                </a:lnTo>
                <a:lnTo>
                  <a:pt x="1923454" y="3031716"/>
                </a:lnTo>
                <a:lnTo>
                  <a:pt x="1924946" y="3023060"/>
                </a:lnTo>
                <a:lnTo>
                  <a:pt x="1929837" y="3014706"/>
                </a:lnTo>
                <a:lnTo>
                  <a:pt x="1925339" y="3004853"/>
                </a:lnTo>
                <a:lnTo>
                  <a:pt x="1887772" y="2935706"/>
                </a:lnTo>
                <a:lnTo>
                  <a:pt x="1864881" y="2878656"/>
                </a:lnTo>
                <a:lnTo>
                  <a:pt x="1848657" y="2831458"/>
                </a:lnTo>
                <a:lnTo>
                  <a:pt x="1838854" y="2782776"/>
                </a:lnTo>
                <a:lnTo>
                  <a:pt x="1833411" y="2764733"/>
                </a:lnTo>
                <a:lnTo>
                  <a:pt x="1825417" y="2712774"/>
                </a:lnTo>
                <a:lnTo>
                  <a:pt x="1820182" y="2700068"/>
                </a:lnTo>
                <a:lnTo>
                  <a:pt x="1818811" y="2690208"/>
                </a:lnTo>
                <a:lnTo>
                  <a:pt x="1818341" y="2679999"/>
                </a:lnTo>
                <a:lnTo>
                  <a:pt x="1820559" y="2674519"/>
                </a:lnTo>
                <a:lnTo>
                  <a:pt x="1823827" y="2661170"/>
                </a:lnTo>
                <a:lnTo>
                  <a:pt x="1825860" y="2650065"/>
                </a:lnTo>
                <a:lnTo>
                  <a:pt x="1825062" y="2644632"/>
                </a:lnTo>
                <a:lnTo>
                  <a:pt x="1827144" y="2634451"/>
                </a:lnTo>
                <a:lnTo>
                  <a:pt x="1830406" y="2637290"/>
                </a:lnTo>
                <a:lnTo>
                  <a:pt x="1835745" y="2638351"/>
                </a:lnTo>
                <a:lnTo>
                  <a:pt x="1844297" y="2625453"/>
                </a:lnTo>
                <a:lnTo>
                  <a:pt x="1839745" y="2618468"/>
                </a:lnTo>
                <a:lnTo>
                  <a:pt x="1834308" y="2615867"/>
                </a:lnTo>
                <a:lnTo>
                  <a:pt x="1833947" y="2612932"/>
                </a:lnTo>
                <a:lnTo>
                  <a:pt x="1843570" y="2610421"/>
                </a:lnTo>
                <a:lnTo>
                  <a:pt x="1847717" y="2601335"/>
                </a:lnTo>
                <a:lnTo>
                  <a:pt x="1852083" y="2596278"/>
                </a:lnTo>
                <a:lnTo>
                  <a:pt x="1856947" y="2587986"/>
                </a:lnTo>
                <a:lnTo>
                  <a:pt x="1854679" y="2586918"/>
                </a:lnTo>
                <a:lnTo>
                  <a:pt x="1851581" y="2588382"/>
                </a:lnTo>
                <a:lnTo>
                  <a:pt x="1847553" y="2586918"/>
                </a:lnTo>
                <a:lnTo>
                  <a:pt x="1849455" y="2581958"/>
                </a:lnTo>
                <a:lnTo>
                  <a:pt x="1857564" y="2576915"/>
                </a:lnTo>
                <a:lnTo>
                  <a:pt x="1858056" y="2571893"/>
                </a:lnTo>
                <a:lnTo>
                  <a:pt x="1855701" y="2568978"/>
                </a:lnTo>
                <a:lnTo>
                  <a:pt x="1854433" y="2563757"/>
                </a:lnTo>
                <a:lnTo>
                  <a:pt x="1858439" y="2558222"/>
                </a:lnTo>
                <a:lnTo>
                  <a:pt x="1865570" y="2556867"/>
                </a:lnTo>
                <a:lnTo>
                  <a:pt x="1869182" y="2552016"/>
                </a:lnTo>
                <a:lnTo>
                  <a:pt x="1869302" y="2548444"/>
                </a:lnTo>
                <a:lnTo>
                  <a:pt x="1865892" y="2544599"/>
                </a:lnTo>
                <a:lnTo>
                  <a:pt x="1863903" y="2539317"/>
                </a:lnTo>
                <a:lnTo>
                  <a:pt x="1867307" y="2537148"/>
                </a:lnTo>
                <a:lnTo>
                  <a:pt x="1871482" y="2537435"/>
                </a:lnTo>
                <a:lnTo>
                  <a:pt x="1885149" y="2530025"/>
                </a:lnTo>
                <a:lnTo>
                  <a:pt x="1890864" y="2518161"/>
                </a:lnTo>
                <a:lnTo>
                  <a:pt x="1889777" y="2512694"/>
                </a:lnTo>
                <a:lnTo>
                  <a:pt x="1893455" y="2506344"/>
                </a:lnTo>
                <a:lnTo>
                  <a:pt x="1899990" y="2504675"/>
                </a:lnTo>
                <a:lnTo>
                  <a:pt x="1903662" y="2502383"/>
                </a:lnTo>
                <a:lnTo>
                  <a:pt x="1910799" y="2492078"/>
                </a:lnTo>
                <a:lnTo>
                  <a:pt x="1909924" y="2487850"/>
                </a:lnTo>
                <a:lnTo>
                  <a:pt x="1906367" y="2485127"/>
                </a:lnTo>
                <a:lnTo>
                  <a:pt x="1902842" y="2480501"/>
                </a:lnTo>
                <a:lnTo>
                  <a:pt x="1899198" y="2471388"/>
                </a:lnTo>
                <a:lnTo>
                  <a:pt x="1898679" y="2459523"/>
                </a:lnTo>
                <a:lnTo>
                  <a:pt x="1909110" y="2475076"/>
                </a:lnTo>
                <a:lnTo>
                  <a:pt x="1912050" y="2473454"/>
                </a:lnTo>
                <a:lnTo>
                  <a:pt x="1912640" y="2468904"/>
                </a:lnTo>
                <a:lnTo>
                  <a:pt x="1916061" y="2466824"/>
                </a:lnTo>
                <a:lnTo>
                  <a:pt x="1918454" y="2476588"/>
                </a:lnTo>
                <a:lnTo>
                  <a:pt x="1920427" y="2481275"/>
                </a:lnTo>
                <a:lnTo>
                  <a:pt x="1923656" y="2482048"/>
                </a:lnTo>
                <a:lnTo>
                  <a:pt x="1931012" y="2476848"/>
                </a:lnTo>
                <a:lnTo>
                  <a:pt x="1934132" y="2473009"/>
                </a:lnTo>
                <a:lnTo>
                  <a:pt x="1935416" y="2463068"/>
                </a:lnTo>
                <a:lnTo>
                  <a:pt x="1929175" y="2455692"/>
                </a:lnTo>
                <a:lnTo>
                  <a:pt x="1917520" y="2450601"/>
                </a:lnTo>
                <a:lnTo>
                  <a:pt x="1924454" y="2447522"/>
                </a:lnTo>
                <a:lnTo>
                  <a:pt x="1936902" y="2449253"/>
                </a:lnTo>
                <a:lnTo>
                  <a:pt x="1947886" y="2452141"/>
                </a:lnTo>
                <a:lnTo>
                  <a:pt x="1958459" y="2447009"/>
                </a:lnTo>
                <a:lnTo>
                  <a:pt x="1962787" y="2441521"/>
                </a:lnTo>
                <a:lnTo>
                  <a:pt x="1968312" y="2439229"/>
                </a:lnTo>
                <a:lnTo>
                  <a:pt x="1974776" y="2439756"/>
                </a:lnTo>
                <a:lnTo>
                  <a:pt x="1986055" y="2435439"/>
                </a:lnTo>
                <a:lnTo>
                  <a:pt x="1995126" y="2428822"/>
                </a:lnTo>
                <a:lnTo>
                  <a:pt x="2000393" y="2420194"/>
                </a:lnTo>
                <a:lnTo>
                  <a:pt x="1995978" y="2408795"/>
                </a:lnTo>
                <a:lnTo>
                  <a:pt x="2010317" y="2411970"/>
                </a:lnTo>
                <a:lnTo>
                  <a:pt x="2018147" y="2406729"/>
                </a:lnTo>
                <a:lnTo>
                  <a:pt x="2031584" y="2394892"/>
                </a:lnTo>
                <a:lnTo>
                  <a:pt x="2034699" y="2382056"/>
                </a:lnTo>
                <a:lnTo>
                  <a:pt x="2044595" y="2378354"/>
                </a:lnTo>
                <a:lnTo>
                  <a:pt x="2053409" y="2376220"/>
                </a:lnTo>
                <a:lnTo>
                  <a:pt x="2069513" y="2363206"/>
                </a:lnTo>
                <a:lnTo>
                  <a:pt x="2074748" y="2356233"/>
                </a:lnTo>
                <a:lnTo>
                  <a:pt x="2068917" y="2337978"/>
                </a:lnTo>
                <a:lnTo>
                  <a:pt x="2075059" y="2325444"/>
                </a:lnTo>
                <a:lnTo>
                  <a:pt x="2074961" y="2331287"/>
                </a:lnTo>
                <a:lnTo>
                  <a:pt x="2073726" y="2338437"/>
                </a:lnTo>
                <a:lnTo>
                  <a:pt x="2078715" y="2347968"/>
                </a:lnTo>
                <a:lnTo>
                  <a:pt x="2084939" y="2325300"/>
                </a:lnTo>
                <a:lnTo>
                  <a:pt x="2109321" y="2289878"/>
                </a:lnTo>
                <a:lnTo>
                  <a:pt x="2118146" y="2280716"/>
                </a:lnTo>
                <a:lnTo>
                  <a:pt x="2147665" y="2259813"/>
                </a:lnTo>
                <a:lnTo>
                  <a:pt x="2149168" y="2259334"/>
                </a:lnTo>
                <a:lnTo>
                  <a:pt x="2166894" y="2253600"/>
                </a:lnTo>
                <a:lnTo>
                  <a:pt x="2210823" y="2254408"/>
                </a:lnTo>
                <a:lnTo>
                  <a:pt x="2215610" y="2242975"/>
                </a:lnTo>
                <a:lnTo>
                  <a:pt x="2217544" y="2218370"/>
                </a:lnTo>
                <a:lnTo>
                  <a:pt x="2220593" y="2231801"/>
                </a:lnTo>
                <a:lnTo>
                  <a:pt x="2219828" y="2243529"/>
                </a:lnTo>
                <a:lnTo>
                  <a:pt x="2220391" y="2250494"/>
                </a:lnTo>
                <a:lnTo>
                  <a:pt x="2224844" y="2235024"/>
                </a:lnTo>
                <a:lnTo>
                  <a:pt x="2227888" y="2221148"/>
                </a:lnTo>
                <a:lnTo>
                  <a:pt x="2240210" y="2202120"/>
                </a:lnTo>
                <a:lnTo>
                  <a:pt x="2246227" y="2195531"/>
                </a:lnTo>
                <a:lnTo>
                  <a:pt x="2251522" y="2191952"/>
                </a:lnTo>
                <a:lnTo>
                  <a:pt x="2266292" y="2178802"/>
                </a:lnTo>
                <a:lnTo>
                  <a:pt x="2281724" y="2168258"/>
                </a:lnTo>
                <a:lnTo>
                  <a:pt x="2279232" y="2164310"/>
                </a:lnTo>
                <a:lnTo>
                  <a:pt x="2278013" y="2159076"/>
                </a:lnTo>
                <a:lnTo>
                  <a:pt x="2278090" y="2139644"/>
                </a:lnTo>
                <a:lnTo>
                  <a:pt x="2281199" y="2144748"/>
                </a:lnTo>
                <a:lnTo>
                  <a:pt x="2284117" y="2155134"/>
                </a:lnTo>
                <a:lnTo>
                  <a:pt x="2291073" y="2157563"/>
                </a:lnTo>
                <a:lnTo>
                  <a:pt x="2296051" y="2155784"/>
                </a:lnTo>
                <a:lnTo>
                  <a:pt x="2309242" y="2142853"/>
                </a:lnTo>
                <a:lnTo>
                  <a:pt x="2318685" y="2144331"/>
                </a:lnTo>
                <a:lnTo>
                  <a:pt x="2335876" y="2143756"/>
                </a:lnTo>
                <a:lnTo>
                  <a:pt x="2346980" y="2143380"/>
                </a:lnTo>
                <a:lnTo>
                  <a:pt x="2354083" y="2142983"/>
                </a:lnTo>
                <a:lnTo>
                  <a:pt x="2357007" y="2136654"/>
                </a:lnTo>
                <a:lnTo>
                  <a:pt x="2366974" y="2134163"/>
                </a:lnTo>
                <a:lnTo>
                  <a:pt x="2378291" y="2133137"/>
                </a:lnTo>
                <a:lnTo>
                  <a:pt x="2386919" y="2123934"/>
                </a:lnTo>
                <a:lnTo>
                  <a:pt x="2395602" y="2110818"/>
                </a:lnTo>
                <a:lnTo>
                  <a:pt x="2385023" y="2103414"/>
                </a:lnTo>
                <a:lnTo>
                  <a:pt x="2352767" y="2110195"/>
                </a:lnTo>
                <a:lnTo>
                  <a:pt x="2335570" y="2106090"/>
                </a:lnTo>
                <a:lnTo>
                  <a:pt x="2327029" y="2098392"/>
                </a:lnTo>
                <a:lnTo>
                  <a:pt x="2316363" y="2080253"/>
                </a:lnTo>
                <a:lnTo>
                  <a:pt x="2339778" y="2101225"/>
                </a:lnTo>
                <a:lnTo>
                  <a:pt x="2348941" y="2103277"/>
                </a:lnTo>
                <a:lnTo>
                  <a:pt x="2365854" y="2091646"/>
                </a:lnTo>
                <a:lnTo>
                  <a:pt x="2367493" y="2087328"/>
                </a:lnTo>
                <a:lnTo>
                  <a:pt x="2368149" y="2080486"/>
                </a:lnTo>
                <a:lnTo>
                  <a:pt x="2372799" y="2071769"/>
                </a:lnTo>
                <a:lnTo>
                  <a:pt x="2378733" y="2064031"/>
                </a:lnTo>
                <a:lnTo>
                  <a:pt x="2374275" y="2059097"/>
                </a:lnTo>
                <a:lnTo>
                  <a:pt x="2369499" y="2055724"/>
                </a:lnTo>
                <a:lnTo>
                  <a:pt x="2327084" y="2037688"/>
                </a:lnTo>
                <a:lnTo>
                  <a:pt x="2319751" y="2028020"/>
                </a:lnTo>
                <a:lnTo>
                  <a:pt x="2336843" y="2037031"/>
                </a:lnTo>
                <a:lnTo>
                  <a:pt x="2353165" y="2041458"/>
                </a:lnTo>
                <a:lnTo>
                  <a:pt x="2365171" y="2038413"/>
                </a:lnTo>
                <a:lnTo>
                  <a:pt x="2367755" y="2027698"/>
                </a:lnTo>
                <a:lnTo>
                  <a:pt x="2371542" y="2027329"/>
                </a:lnTo>
                <a:lnTo>
                  <a:pt x="2376548" y="2030675"/>
                </a:lnTo>
                <a:lnTo>
                  <a:pt x="2378433" y="2040760"/>
                </a:lnTo>
                <a:lnTo>
                  <a:pt x="2381356" y="2046289"/>
                </a:lnTo>
                <a:lnTo>
                  <a:pt x="2386154" y="2044783"/>
                </a:lnTo>
                <a:lnTo>
                  <a:pt x="2392466" y="2045693"/>
                </a:lnTo>
                <a:lnTo>
                  <a:pt x="2405334" y="2050209"/>
                </a:lnTo>
                <a:lnTo>
                  <a:pt x="2416684" y="2052296"/>
                </a:lnTo>
                <a:lnTo>
                  <a:pt x="2424553" y="2048636"/>
                </a:lnTo>
                <a:lnTo>
                  <a:pt x="2439946" y="2030682"/>
                </a:lnTo>
                <a:lnTo>
                  <a:pt x="2461438" y="2011264"/>
                </a:lnTo>
                <a:lnTo>
                  <a:pt x="2464705" y="1994658"/>
                </a:lnTo>
                <a:lnTo>
                  <a:pt x="2463126" y="1983758"/>
                </a:lnTo>
                <a:lnTo>
                  <a:pt x="2461629" y="1975821"/>
                </a:lnTo>
                <a:lnTo>
                  <a:pt x="2457175" y="1967993"/>
                </a:lnTo>
                <a:lnTo>
                  <a:pt x="2452487" y="1967378"/>
                </a:lnTo>
                <a:lnTo>
                  <a:pt x="2438498" y="1976375"/>
                </a:lnTo>
                <a:lnTo>
                  <a:pt x="2436006" y="2000727"/>
                </a:lnTo>
                <a:lnTo>
                  <a:pt x="2431023" y="2005071"/>
                </a:lnTo>
                <a:lnTo>
                  <a:pt x="2426782" y="2005160"/>
                </a:lnTo>
                <a:lnTo>
                  <a:pt x="2427667" y="1991565"/>
                </a:lnTo>
                <a:lnTo>
                  <a:pt x="2429416" y="1978797"/>
                </a:lnTo>
                <a:lnTo>
                  <a:pt x="2428329" y="1965954"/>
                </a:lnTo>
                <a:lnTo>
                  <a:pt x="2413023" y="1963026"/>
                </a:lnTo>
                <a:lnTo>
                  <a:pt x="2406640" y="1966406"/>
                </a:lnTo>
                <a:lnTo>
                  <a:pt x="2396039" y="1968397"/>
                </a:lnTo>
                <a:lnTo>
                  <a:pt x="2379788" y="1967952"/>
                </a:lnTo>
                <a:lnTo>
                  <a:pt x="2367745" y="1969690"/>
                </a:lnTo>
                <a:lnTo>
                  <a:pt x="2354865" y="1967733"/>
                </a:lnTo>
                <a:lnTo>
                  <a:pt x="2355701" y="1957101"/>
                </a:lnTo>
                <a:lnTo>
                  <a:pt x="2353318" y="1943115"/>
                </a:lnTo>
                <a:lnTo>
                  <a:pt x="2354034" y="1929684"/>
                </a:lnTo>
                <a:lnTo>
                  <a:pt x="2355827" y="1941042"/>
                </a:lnTo>
                <a:lnTo>
                  <a:pt x="2360160" y="1951244"/>
                </a:lnTo>
                <a:lnTo>
                  <a:pt x="2373537" y="1959646"/>
                </a:lnTo>
                <a:lnTo>
                  <a:pt x="2382553" y="1957846"/>
                </a:lnTo>
                <a:lnTo>
                  <a:pt x="2388651" y="1952270"/>
                </a:lnTo>
                <a:lnTo>
                  <a:pt x="2393198" y="1943081"/>
                </a:lnTo>
                <a:lnTo>
                  <a:pt x="2400192" y="1942431"/>
                </a:lnTo>
                <a:lnTo>
                  <a:pt x="2410689" y="1945537"/>
                </a:lnTo>
                <a:lnTo>
                  <a:pt x="2405853" y="1935185"/>
                </a:lnTo>
                <a:lnTo>
                  <a:pt x="2411318" y="1938408"/>
                </a:lnTo>
                <a:lnTo>
                  <a:pt x="2419351" y="1941370"/>
                </a:lnTo>
                <a:lnTo>
                  <a:pt x="2420351" y="1931655"/>
                </a:lnTo>
                <a:lnTo>
                  <a:pt x="2419591" y="1922657"/>
                </a:lnTo>
                <a:lnTo>
                  <a:pt x="2430012" y="1928931"/>
                </a:lnTo>
                <a:lnTo>
                  <a:pt x="2441711" y="1932510"/>
                </a:lnTo>
                <a:lnTo>
                  <a:pt x="2449230" y="1937176"/>
                </a:lnTo>
                <a:lnTo>
                  <a:pt x="2456274" y="1945982"/>
                </a:lnTo>
                <a:lnTo>
                  <a:pt x="2451066" y="1924258"/>
                </a:lnTo>
                <a:lnTo>
                  <a:pt x="2444547" y="1908124"/>
                </a:lnTo>
                <a:lnTo>
                  <a:pt x="2438547" y="1901658"/>
                </a:lnTo>
                <a:lnTo>
                  <a:pt x="2436946" y="1895405"/>
                </a:lnTo>
                <a:lnTo>
                  <a:pt x="2439891" y="1884532"/>
                </a:lnTo>
                <a:lnTo>
                  <a:pt x="2440640" y="1881775"/>
                </a:lnTo>
                <a:lnTo>
                  <a:pt x="2439110" y="1877724"/>
                </a:lnTo>
                <a:lnTo>
                  <a:pt x="2440017" y="1872449"/>
                </a:lnTo>
                <a:lnTo>
                  <a:pt x="2442126" y="1869438"/>
                </a:lnTo>
                <a:lnTo>
                  <a:pt x="2445328" y="1873140"/>
                </a:lnTo>
                <a:lnTo>
                  <a:pt x="2448050" y="1882411"/>
                </a:lnTo>
                <a:lnTo>
                  <a:pt x="2448552" y="1884656"/>
                </a:lnTo>
                <a:lnTo>
                  <a:pt x="2457427" y="1923813"/>
                </a:lnTo>
                <a:lnTo>
                  <a:pt x="2466552" y="1947262"/>
                </a:lnTo>
                <a:lnTo>
                  <a:pt x="2483088" y="1979735"/>
                </a:lnTo>
                <a:lnTo>
                  <a:pt x="2488268" y="1987145"/>
                </a:lnTo>
                <a:lnTo>
                  <a:pt x="2485525" y="1978702"/>
                </a:lnTo>
                <a:lnTo>
                  <a:pt x="2463235" y="1929670"/>
                </a:lnTo>
                <a:lnTo>
                  <a:pt x="2452093" y="1884642"/>
                </a:lnTo>
                <a:lnTo>
                  <a:pt x="2448399" y="1869726"/>
                </a:lnTo>
                <a:lnTo>
                  <a:pt x="2442678" y="1854522"/>
                </a:lnTo>
                <a:lnTo>
                  <a:pt x="2439902" y="1841009"/>
                </a:lnTo>
                <a:lnTo>
                  <a:pt x="2436203" y="1833907"/>
                </a:lnTo>
                <a:lnTo>
                  <a:pt x="2420023" y="1831389"/>
                </a:lnTo>
                <a:lnTo>
                  <a:pt x="2408804" y="1828303"/>
                </a:lnTo>
                <a:lnTo>
                  <a:pt x="2391422" y="1837102"/>
                </a:lnTo>
                <a:lnTo>
                  <a:pt x="2381542" y="1836096"/>
                </a:lnTo>
                <a:lnTo>
                  <a:pt x="2379662" y="1827126"/>
                </a:lnTo>
                <a:lnTo>
                  <a:pt x="2365193" y="1815022"/>
                </a:lnTo>
                <a:lnTo>
                  <a:pt x="2360947" y="1797431"/>
                </a:lnTo>
                <a:lnTo>
                  <a:pt x="2350477" y="1795864"/>
                </a:lnTo>
                <a:lnTo>
                  <a:pt x="2332597" y="1790137"/>
                </a:lnTo>
                <a:lnTo>
                  <a:pt x="2324007" y="1783685"/>
                </a:lnTo>
                <a:lnTo>
                  <a:pt x="2302270" y="1780230"/>
                </a:lnTo>
                <a:lnTo>
                  <a:pt x="2298816" y="1778355"/>
                </a:lnTo>
                <a:lnTo>
                  <a:pt x="2296150" y="1775536"/>
                </a:lnTo>
                <a:lnTo>
                  <a:pt x="2323444" y="1777151"/>
                </a:lnTo>
                <a:lnTo>
                  <a:pt x="2357406" y="1791164"/>
                </a:lnTo>
                <a:lnTo>
                  <a:pt x="2365531" y="1790596"/>
                </a:lnTo>
                <a:lnTo>
                  <a:pt x="2368734" y="1801646"/>
                </a:lnTo>
                <a:lnTo>
                  <a:pt x="2379417" y="1811533"/>
                </a:lnTo>
                <a:lnTo>
                  <a:pt x="2384433" y="1817356"/>
                </a:lnTo>
                <a:lnTo>
                  <a:pt x="2391274" y="1822884"/>
                </a:lnTo>
                <a:lnTo>
                  <a:pt x="2398280" y="1819826"/>
                </a:lnTo>
                <a:lnTo>
                  <a:pt x="2404433" y="1814283"/>
                </a:lnTo>
                <a:lnTo>
                  <a:pt x="2402476" y="1806128"/>
                </a:lnTo>
                <a:lnTo>
                  <a:pt x="2399547" y="1800750"/>
                </a:lnTo>
                <a:lnTo>
                  <a:pt x="2391247" y="1791862"/>
                </a:lnTo>
                <a:lnTo>
                  <a:pt x="2380477" y="1787072"/>
                </a:lnTo>
                <a:lnTo>
                  <a:pt x="2367772" y="1776467"/>
                </a:lnTo>
                <a:lnTo>
                  <a:pt x="2353537" y="1758780"/>
                </a:lnTo>
                <a:lnTo>
                  <a:pt x="2351548" y="1754517"/>
                </a:lnTo>
                <a:lnTo>
                  <a:pt x="2351340" y="1750843"/>
                </a:lnTo>
                <a:lnTo>
                  <a:pt x="2375887" y="1778314"/>
                </a:lnTo>
                <a:lnTo>
                  <a:pt x="2385340" y="1783336"/>
                </a:lnTo>
                <a:lnTo>
                  <a:pt x="2392138" y="1779635"/>
                </a:lnTo>
                <a:lnTo>
                  <a:pt x="2390761" y="1775153"/>
                </a:lnTo>
                <a:lnTo>
                  <a:pt x="2391263" y="1767558"/>
                </a:lnTo>
                <a:lnTo>
                  <a:pt x="2406651" y="1771636"/>
                </a:lnTo>
                <a:lnTo>
                  <a:pt x="2407668" y="1761325"/>
                </a:lnTo>
                <a:lnTo>
                  <a:pt x="2406083" y="1752280"/>
                </a:lnTo>
                <a:lnTo>
                  <a:pt x="2394996" y="1747360"/>
                </a:lnTo>
                <a:lnTo>
                  <a:pt x="2401941" y="1741585"/>
                </a:lnTo>
                <a:lnTo>
                  <a:pt x="2381963" y="1733546"/>
                </a:lnTo>
                <a:lnTo>
                  <a:pt x="2374646" y="1727901"/>
                </a:lnTo>
                <a:lnTo>
                  <a:pt x="2366772" y="1715858"/>
                </a:lnTo>
                <a:lnTo>
                  <a:pt x="2356073" y="1708140"/>
                </a:lnTo>
                <a:lnTo>
                  <a:pt x="2341105" y="1689913"/>
                </a:lnTo>
                <a:lnTo>
                  <a:pt x="2332608" y="1676913"/>
                </a:lnTo>
                <a:lnTo>
                  <a:pt x="2311794" y="1658322"/>
                </a:lnTo>
                <a:lnTo>
                  <a:pt x="2316319" y="1658110"/>
                </a:lnTo>
                <a:lnTo>
                  <a:pt x="2330942" y="1668162"/>
                </a:lnTo>
                <a:lnTo>
                  <a:pt x="2343406" y="1686930"/>
                </a:lnTo>
                <a:lnTo>
                  <a:pt x="2347417" y="1690228"/>
                </a:lnTo>
                <a:lnTo>
                  <a:pt x="2381023" y="1726067"/>
                </a:lnTo>
                <a:lnTo>
                  <a:pt x="2387274" y="1727723"/>
                </a:lnTo>
                <a:lnTo>
                  <a:pt x="2397624" y="1726984"/>
                </a:lnTo>
                <a:lnTo>
                  <a:pt x="2401935" y="1720552"/>
                </a:lnTo>
                <a:lnTo>
                  <a:pt x="2403323" y="1710357"/>
                </a:lnTo>
                <a:lnTo>
                  <a:pt x="2406837" y="1702824"/>
                </a:lnTo>
                <a:lnTo>
                  <a:pt x="2406564" y="1696454"/>
                </a:lnTo>
                <a:lnTo>
                  <a:pt x="2396416" y="1686690"/>
                </a:lnTo>
                <a:lnTo>
                  <a:pt x="2383340" y="1679971"/>
                </a:lnTo>
                <a:lnTo>
                  <a:pt x="2374641" y="1668298"/>
                </a:lnTo>
                <a:lnTo>
                  <a:pt x="2363969" y="1662770"/>
                </a:lnTo>
                <a:lnTo>
                  <a:pt x="2334707" y="1653923"/>
                </a:lnTo>
                <a:lnTo>
                  <a:pt x="2318991" y="1631556"/>
                </a:lnTo>
                <a:lnTo>
                  <a:pt x="2311925" y="1629674"/>
                </a:lnTo>
                <a:lnTo>
                  <a:pt x="2298270" y="1633889"/>
                </a:lnTo>
                <a:lnTo>
                  <a:pt x="2293647" y="1632247"/>
                </a:lnTo>
                <a:lnTo>
                  <a:pt x="2289122" y="1625959"/>
                </a:lnTo>
                <a:lnTo>
                  <a:pt x="2292467" y="1607382"/>
                </a:lnTo>
                <a:lnTo>
                  <a:pt x="2295084" y="1597461"/>
                </a:lnTo>
                <a:lnTo>
                  <a:pt x="2305800" y="1586733"/>
                </a:lnTo>
                <a:lnTo>
                  <a:pt x="2313942" y="1580711"/>
                </a:lnTo>
                <a:lnTo>
                  <a:pt x="2319122" y="1572829"/>
                </a:lnTo>
                <a:lnTo>
                  <a:pt x="2320827" y="1556928"/>
                </a:lnTo>
                <a:lnTo>
                  <a:pt x="2322193" y="1572555"/>
                </a:lnTo>
                <a:lnTo>
                  <a:pt x="2318193" y="1582634"/>
                </a:lnTo>
                <a:lnTo>
                  <a:pt x="2309128" y="1590441"/>
                </a:lnTo>
                <a:lnTo>
                  <a:pt x="2299505" y="1605733"/>
                </a:lnTo>
                <a:lnTo>
                  <a:pt x="2297188" y="1612199"/>
                </a:lnTo>
                <a:lnTo>
                  <a:pt x="2298204" y="1624406"/>
                </a:lnTo>
                <a:lnTo>
                  <a:pt x="2306778" y="1625890"/>
                </a:lnTo>
                <a:lnTo>
                  <a:pt x="2315641" y="1619637"/>
                </a:lnTo>
                <a:lnTo>
                  <a:pt x="2324095" y="1619144"/>
                </a:lnTo>
                <a:lnTo>
                  <a:pt x="2325526" y="1626342"/>
                </a:lnTo>
                <a:lnTo>
                  <a:pt x="2329794" y="1632911"/>
                </a:lnTo>
                <a:lnTo>
                  <a:pt x="2336565" y="1640608"/>
                </a:lnTo>
                <a:lnTo>
                  <a:pt x="2339024" y="1634293"/>
                </a:lnTo>
                <a:lnTo>
                  <a:pt x="2338985" y="1626848"/>
                </a:lnTo>
                <a:lnTo>
                  <a:pt x="2350062" y="1644693"/>
                </a:lnTo>
                <a:lnTo>
                  <a:pt x="2369706" y="1649544"/>
                </a:lnTo>
                <a:lnTo>
                  <a:pt x="2385285" y="1657221"/>
                </a:lnTo>
                <a:lnTo>
                  <a:pt x="2391154" y="1664015"/>
                </a:lnTo>
                <a:lnTo>
                  <a:pt x="2397957" y="1669345"/>
                </a:lnTo>
                <a:lnTo>
                  <a:pt x="2398881" y="1661812"/>
                </a:lnTo>
                <a:lnTo>
                  <a:pt x="2395209" y="1653950"/>
                </a:lnTo>
                <a:lnTo>
                  <a:pt x="2390389" y="1643947"/>
                </a:lnTo>
                <a:lnTo>
                  <a:pt x="2364291" y="1617871"/>
                </a:lnTo>
                <a:lnTo>
                  <a:pt x="2361318" y="1606219"/>
                </a:lnTo>
                <a:lnTo>
                  <a:pt x="2360335" y="1595785"/>
                </a:lnTo>
                <a:lnTo>
                  <a:pt x="2362368" y="1600328"/>
                </a:lnTo>
                <a:lnTo>
                  <a:pt x="2363745" y="1606075"/>
                </a:lnTo>
                <a:lnTo>
                  <a:pt x="2372078" y="1620471"/>
                </a:lnTo>
                <a:lnTo>
                  <a:pt x="2379072" y="1624974"/>
                </a:lnTo>
                <a:lnTo>
                  <a:pt x="2387034" y="1630878"/>
                </a:lnTo>
                <a:lnTo>
                  <a:pt x="2392034" y="1629832"/>
                </a:lnTo>
                <a:lnTo>
                  <a:pt x="2389537" y="1622654"/>
                </a:lnTo>
                <a:lnTo>
                  <a:pt x="2384826" y="1614984"/>
                </a:lnTo>
                <a:lnTo>
                  <a:pt x="2380034" y="1606965"/>
                </a:lnTo>
                <a:lnTo>
                  <a:pt x="2376056" y="1577475"/>
                </a:lnTo>
                <a:lnTo>
                  <a:pt x="2377821" y="1571078"/>
                </a:lnTo>
                <a:lnTo>
                  <a:pt x="2378444" y="1563743"/>
                </a:lnTo>
                <a:lnTo>
                  <a:pt x="2377996" y="1555655"/>
                </a:lnTo>
                <a:lnTo>
                  <a:pt x="2380881" y="1549087"/>
                </a:lnTo>
                <a:lnTo>
                  <a:pt x="2378078" y="1541246"/>
                </a:lnTo>
                <a:lnTo>
                  <a:pt x="2373630" y="1532269"/>
                </a:lnTo>
                <a:lnTo>
                  <a:pt x="2375007" y="1531885"/>
                </a:lnTo>
                <a:lnTo>
                  <a:pt x="2383192" y="1537120"/>
                </a:lnTo>
                <a:lnTo>
                  <a:pt x="2389127" y="1531058"/>
                </a:lnTo>
                <a:lnTo>
                  <a:pt x="2388285" y="1523750"/>
                </a:lnTo>
                <a:lnTo>
                  <a:pt x="2381373" y="1519173"/>
                </a:lnTo>
                <a:lnTo>
                  <a:pt x="2371908" y="1505776"/>
                </a:lnTo>
                <a:lnTo>
                  <a:pt x="2372302" y="1503668"/>
                </a:lnTo>
                <a:lnTo>
                  <a:pt x="2389034" y="1509881"/>
                </a:lnTo>
                <a:lnTo>
                  <a:pt x="2391061" y="1505981"/>
                </a:lnTo>
                <a:lnTo>
                  <a:pt x="2390739" y="1498824"/>
                </a:lnTo>
                <a:lnTo>
                  <a:pt x="2395963" y="1495916"/>
                </a:lnTo>
                <a:lnTo>
                  <a:pt x="2397520" y="1490333"/>
                </a:lnTo>
                <a:lnTo>
                  <a:pt x="2397285" y="1487103"/>
                </a:lnTo>
                <a:lnTo>
                  <a:pt x="2399116" y="1484811"/>
                </a:lnTo>
                <a:lnTo>
                  <a:pt x="2405209" y="1496183"/>
                </a:lnTo>
                <a:lnTo>
                  <a:pt x="2407394" y="1492064"/>
                </a:lnTo>
                <a:lnTo>
                  <a:pt x="2408422" y="1479946"/>
                </a:lnTo>
                <a:lnTo>
                  <a:pt x="2411176" y="1482512"/>
                </a:lnTo>
                <a:lnTo>
                  <a:pt x="2411984" y="1488171"/>
                </a:lnTo>
                <a:lnTo>
                  <a:pt x="2420318" y="1484907"/>
                </a:lnTo>
                <a:lnTo>
                  <a:pt x="2425252" y="1480720"/>
                </a:lnTo>
                <a:lnTo>
                  <a:pt x="2427105" y="1475506"/>
                </a:lnTo>
                <a:lnTo>
                  <a:pt x="2426618" y="1467562"/>
                </a:lnTo>
                <a:lnTo>
                  <a:pt x="2429088" y="1462779"/>
                </a:lnTo>
                <a:lnTo>
                  <a:pt x="2435432" y="1461719"/>
                </a:lnTo>
                <a:lnTo>
                  <a:pt x="2440733" y="1459427"/>
                </a:lnTo>
                <a:lnTo>
                  <a:pt x="2439449" y="1470703"/>
                </a:lnTo>
                <a:lnTo>
                  <a:pt x="2450356" y="1469820"/>
                </a:lnTo>
                <a:lnTo>
                  <a:pt x="2445820" y="1475779"/>
                </a:lnTo>
                <a:lnTo>
                  <a:pt x="2441203" y="1477004"/>
                </a:lnTo>
                <a:lnTo>
                  <a:pt x="2435788" y="1483840"/>
                </a:lnTo>
                <a:lnTo>
                  <a:pt x="2442995" y="1485557"/>
                </a:lnTo>
                <a:lnTo>
                  <a:pt x="2450017" y="1488725"/>
                </a:lnTo>
                <a:lnTo>
                  <a:pt x="2438826" y="1489943"/>
                </a:lnTo>
                <a:lnTo>
                  <a:pt x="2427815" y="1489724"/>
                </a:lnTo>
                <a:lnTo>
                  <a:pt x="2419001" y="1497264"/>
                </a:lnTo>
                <a:lnTo>
                  <a:pt x="2409760" y="1514561"/>
                </a:lnTo>
                <a:lnTo>
                  <a:pt x="2411870" y="1532494"/>
                </a:lnTo>
                <a:lnTo>
                  <a:pt x="2421258" y="1524181"/>
                </a:lnTo>
                <a:lnTo>
                  <a:pt x="2421006" y="1529901"/>
                </a:lnTo>
                <a:lnTo>
                  <a:pt x="2415356" y="1542710"/>
                </a:lnTo>
                <a:lnTo>
                  <a:pt x="2408717" y="1540123"/>
                </a:lnTo>
                <a:lnTo>
                  <a:pt x="2401138" y="1540096"/>
                </a:lnTo>
                <a:lnTo>
                  <a:pt x="2399252" y="1548026"/>
                </a:lnTo>
                <a:lnTo>
                  <a:pt x="2399132" y="1554218"/>
                </a:lnTo>
                <a:lnTo>
                  <a:pt x="2409187" y="1549388"/>
                </a:lnTo>
                <a:lnTo>
                  <a:pt x="2414755" y="1553240"/>
                </a:lnTo>
                <a:lnTo>
                  <a:pt x="2417318" y="1562046"/>
                </a:lnTo>
                <a:lnTo>
                  <a:pt x="2408498" y="1566261"/>
                </a:lnTo>
                <a:lnTo>
                  <a:pt x="2402526" y="1566883"/>
                </a:lnTo>
                <a:lnTo>
                  <a:pt x="2397957" y="1582094"/>
                </a:lnTo>
                <a:lnTo>
                  <a:pt x="2401657" y="1580246"/>
                </a:lnTo>
                <a:lnTo>
                  <a:pt x="2404990" y="1573294"/>
                </a:lnTo>
                <a:lnTo>
                  <a:pt x="2412301" y="1575279"/>
                </a:lnTo>
                <a:lnTo>
                  <a:pt x="2416553" y="1582511"/>
                </a:lnTo>
                <a:lnTo>
                  <a:pt x="2429766" y="1594485"/>
                </a:lnTo>
                <a:lnTo>
                  <a:pt x="2434241" y="1593944"/>
                </a:lnTo>
                <a:lnTo>
                  <a:pt x="2436033" y="1597222"/>
                </a:lnTo>
                <a:lnTo>
                  <a:pt x="2423498" y="1597242"/>
                </a:lnTo>
                <a:lnTo>
                  <a:pt x="2413935" y="1594847"/>
                </a:lnTo>
                <a:lnTo>
                  <a:pt x="2406575" y="1597468"/>
                </a:lnTo>
                <a:lnTo>
                  <a:pt x="2403138" y="1612227"/>
                </a:lnTo>
                <a:lnTo>
                  <a:pt x="2406520" y="1620382"/>
                </a:lnTo>
                <a:lnTo>
                  <a:pt x="2412449" y="1630906"/>
                </a:lnTo>
                <a:lnTo>
                  <a:pt x="2423099" y="1637023"/>
                </a:lnTo>
                <a:lnTo>
                  <a:pt x="2430405" y="1642366"/>
                </a:lnTo>
                <a:lnTo>
                  <a:pt x="2433864" y="1640218"/>
                </a:lnTo>
                <a:lnTo>
                  <a:pt x="2435389" y="1636311"/>
                </a:lnTo>
                <a:lnTo>
                  <a:pt x="2437733" y="1635025"/>
                </a:lnTo>
                <a:lnTo>
                  <a:pt x="2439787" y="1640711"/>
                </a:lnTo>
                <a:lnTo>
                  <a:pt x="2443159" y="1638145"/>
                </a:lnTo>
                <a:lnTo>
                  <a:pt x="2448580" y="1631720"/>
                </a:lnTo>
                <a:lnTo>
                  <a:pt x="2451951" y="1630803"/>
                </a:lnTo>
                <a:lnTo>
                  <a:pt x="2449929" y="1636872"/>
                </a:lnTo>
                <a:lnTo>
                  <a:pt x="2451367" y="1644932"/>
                </a:lnTo>
                <a:lnTo>
                  <a:pt x="2449011" y="1651556"/>
                </a:lnTo>
                <a:lnTo>
                  <a:pt x="2444186" y="1657823"/>
                </a:lnTo>
                <a:lnTo>
                  <a:pt x="2448301" y="1660909"/>
                </a:lnTo>
                <a:lnTo>
                  <a:pt x="2452296" y="1661867"/>
                </a:lnTo>
                <a:lnTo>
                  <a:pt x="2459044" y="1669393"/>
                </a:lnTo>
                <a:lnTo>
                  <a:pt x="2455268" y="1676947"/>
                </a:lnTo>
                <a:lnTo>
                  <a:pt x="2452831" y="1685520"/>
                </a:lnTo>
                <a:lnTo>
                  <a:pt x="2465776" y="1685219"/>
                </a:lnTo>
                <a:lnTo>
                  <a:pt x="2474268" y="1687990"/>
                </a:lnTo>
                <a:lnTo>
                  <a:pt x="2467547" y="1706567"/>
                </a:lnTo>
                <a:lnTo>
                  <a:pt x="2459372" y="1715681"/>
                </a:lnTo>
                <a:lnTo>
                  <a:pt x="2448656" y="1734907"/>
                </a:lnTo>
                <a:lnTo>
                  <a:pt x="2438930" y="1765834"/>
                </a:lnTo>
                <a:lnTo>
                  <a:pt x="2436432" y="1784698"/>
                </a:lnTo>
                <a:lnTo>
                  <a:pt x="2437869" y="1791930"/>
                </a:lnTo>
                <a:lnTo>
                  <a:pt x="2443481" y="1800380"/>
                </a:lnTo>
                <a:lnTo>
                  <a:pt x="2452476" y="1780100"/>
                </a:lnTo>
                <a:lnTo>
                  <a:pt x="2457170" y="1762084"/>
                </a:lnTo>
                <a:lnTo>
                  <a:pt x="2462224" y="1755386"/>
                </a:lnTo>
                <a:lnTo>
                  <a:pt x="2469842" y="1749310"/>
                </a:lnTo>
                <a:lnTo>
                  <a:pt x="2477372" y="1746648"/>
                </a:lnTo>
                <a:lnTo>
                  <a:pt x="2482344" y="1743378"/>
                </a:lnTo>
                <a:lnTo>
                  <a:pt x="2481306" y="1733217"/>
                </a:lnTo>
                <a:lnTo>
                  <a:pt x="2505973" y="1678035"/>
                </a:lnTo>
                <a:lnTo>
                  <a:pt x="2508486" y="1672424"/>
                </a:lnTo>
                <a:lnTo>
                  <a:pt x="2515393" y="1663434"/>
                </a:lnTo>
                <a:lnTo>
                  <a:pt x="2522819" y="1647587"/>
                </a:lnTo>
                <a:lnTo>
                  <a:pt x="2530142" y="1645794"/>
                </a:lnTo>
                <a:lnTo>
                  <a:pt x="2532213" y="1639760"/>
                </a:lnTo>
                <a:lnTo>
                  <a:pt x="2533027" y="1627683"/>
                </a:lnTo>
                <a:lnTo>
                  <a:pt x="2534983" y="1624618"/>
                </a:lnTo>
                <a:lnTo>
                  <a:pt x="2538005" y="1621929"/>
                </a:lnTo>
                <a:lnTo>
                  <a:pt x="2539836" y="1624084"/>
                </a:lnTo>
                <a:lnTo>
                  <a:pt x="2539726" y="1630290"/>
                </a:lnTo>
                <a:lnTo>
                  <a:pt x="2542311" y="1627868"/>
                </a:lnTo>
                <a:lnTo>
                  <a:pt x="2543710" y="1621792"/>
                </a:lnTo>
                <a:lnTo>
                  <a:pt x="2543836" y="1617700"/>
                </a:lnTo>
                <a:lnTo>
                  <a:pt x="2544032" y="1611009"/>
                </a:lnTo>
                <a:lnTo>
                  <a:pt x="2539896" y="1600444"/>
                </a:lnTo>
                <a:lnTo>
                  <a:pt x="2535644" y="1597550"/>
                </a:lnTo>
                <a:lnTo>
                  <a:pt x="2527109" y="1598706"/>
                </a:lnTo>
                <a:lnTo>
                  <a:pt x="2533672" y="1592918"/>
                </a:lnTo>
                <a:lnTo>
                  <a:pt x="2538650" y="1580253"/>
                </a:lnTo>
                <a:lnTo>
                  <a:pt x="2538125" y="1572583"/>
                </a:lnTo>
                <a:lnTo>
                  <a:pt x="2527338" y="1566719"/>
                </a:lnTo>
                <a:lnTo>
                  <a:pt x="2513311" y="1546097"/>
                </a:lnTo>
                <a:lnTo>
                  <a:pt x="2504158" y="1528410"/>
                </a:lnTo>
                <a:lnTo>
                  <a:pt x="2501869" y="1501978"/>
                </a:lnTo>
                <a:lnTo>
                  <a:pt x="2489874" y="1484962"/>
                </a:lnTo>
                <a:lnTo>
                  <a:pt x="2483825" y="1474575"/>
                </a:lnTo>
                <a:lnTo>
                  <a:pt x="2484563" y="1463922"/>
                </a:lnTo>
                <a:lnTo>
                  <a:pt x="2482962" y="1458811"/>
                </a:lnTo>
                <a:lnTo>
                  <a:pt x="2482290" y="1451620"/>
                </a:lnTo>
                <a:lnTo>
                  <a:pt x="2491852" y="1440884"/>
                </a:lnTo>
                <a:lnTo>
                  <a:pt x="2496076" y="1431976"/>
                </a:lnTo>
                <a:lnTo>
                  <a:pt x="2500934" y="1427145"/>
                </a:lnTo>
                <a:lnTo>
                  <a:pt x="2503213" y="1424880"/>
                </a:lnTo>
                <a:lnTo>
                  <a:pt x="2512136" y="1420241"/>
                </a:lnTo>
                <a:lnTo>
                  <a:pt x="2528694" y="1416027"/>
                </a:lnTo>
                <a:lnTo>
                  <a:pt x="2539748" y="1403594"/>
                </a:lnTo>
                <a:lnTo>
                  <a:pt x="2536431" y="1410833"/>
                </a:lnTo>
                <a:lnTo>
                  <a:pt x="2530836" y="1419427"/>
                </a:lnTo>
                <a:lnTo>
                  <a:pt x="2508524" y="1425140"/>
                </a:lnTo>
                <a:lnTo>
                  <a:pt x="2500836" y="1430751"/>
                </a:lnTo>
                <a:lnTo>
                  <a:pt x="2495268" y="1441582"/>
                </a:lnTo>
                <a:lnTo>
                  <a:pt x="2489459" y="1457073"/>
                </a:lnTo>
                <a:lnTo>
                  <a:pt x="2489940" y="1466878"/>
                </a:lnTo>
                <a:lnTo>
                  <a:pt x="2489383" y="1472721"/>
                </a:lnTo>
                <a:lnTo>
                  <a:pt x="2508497" y="1493788"/>
                </a:lnTo>
                <a:lnTo>
                  <a:pt x="2522191" y="1501575"/>
                </a:lnTo>
                <a:lnTo>
                  <a:pt x="2532814" y="1512283"/>
                </a:lnTo>
                <a:lnTo>
                  <a:pt x="2542431" y="1511865"/>
                </a:lnTo>
                <a:lnTo>
                  <a:pt x="2550814" y="1515033"/>
                </a:lnTo>
                <a:lnTo>
                  <a:pt x="2559573" y="1521027"/>
                </a:lnTo>
                <a:lnTo>
                  <a:pt x="2556967" y="1534800"/>
                </a:lnTo>
                <a:lnTo>
                  <a:pt x="2553163" y="1548423"/>
                </a:lnTo>
                <a:lnTo>
                  <a:pt x="2556617" y="1549662"/>
                </a:lnTo>
                <a:lnTo>
                  <a:pt x="2571048" y="1541143"/>
                </a:lnTo>
                <a:lnTo>
                  <a:pt x="2587671" y="1512283"/>
                </a:lnTo>
                <a:lnTo>
                  <a:pt x="2592278" y="1506727"/>
                </a:lnTo>
                <a:lnTo>
                  <a:pt x="2592480" y="1500411"/>
                </a:lnTo>
                <a:lnTo>
                  <a:pt x="2595196" y="1497113"/>
                </a:lnTo>
                <a:lnTo>
                  <a:pt x="2602081" y="1492803"/>
                </a:lnTo>
                <a:lnTo>
                  <a:pt x="2606873" y="1493405"/>
                </a:lnTo>
                <a:lnTo>
                  <a:pt x="2611971" y="1487151"/>
                </a:lnTo>
                <a:lnTo>
                  <a:pt x="2613982" y="1477716"/>
                </a:lnTo>
                <a:lnTo>
                  <a:pt x="2616332" y="1473193"/>
                </a:lnTo>
                <a:lnTo>
                  <a:pt x="2614409" y="1464510"/>
                </a:lnTo>
                <a:lnTo>
                  <a:pt x="2622960" y="1466317"/>
                </a:lnTo>
                <a:lnTo>
                  <a:pt x="2631250" y="1455390"/>
                </a:lnTo>
                <a:lnTo>
                  <a:pt x="2640250" y="1439591"/>
                </a:lnTo>
                <a:lnTo>
                  <a:pt x="2646796" y="1409951"/>
                </a:lnTo>
                <a:lnTo>
                  <a:pt x="2649217" y="1404648"/>
                </a:lnTo>
                <a:lnTo>
                  <a:pt x="2652731" y="1402246"/>
                </a:lnTo>
                <a:lnTo>
                  <a:pt x="2650561" y="1425229"/>
                </a:lnTo>
                <a:lnTo>
                  <a:pt x="2651015" y="1430970"/>
                </a:lnTo>
                <a:lnTo>
                  <a:pt x="2654485" y="1412065"/>
                </a:lnTo>
                <a:lnTo>
                  <a:pt x="2656791" y="1391053"/>
                </a:lnTo>
                <a:lnTo>
                  <a:pt x="2659512" y="1377272"/>
                </a:lnTo>
                <a:lnTo>
                  <a:pt x="2663097" y="1366174"/>
                </a:lnTo>
                <a:lnTo>
                  <a:pt x="2664703" y="1355268"/>
                </a:lnTo>
                <a:lnTo>
                  <a:pt x="2663064" y="1345182"/>
                </a:lnTo>
                <a:lnTo>
                  <a:pt x="2660135" y="1337923"/>
                </a:lnTo>
                <a:lnTo>
                  <a:pt x="2654381" y="1341050"/>
                </a:lnTo>
                <a:lnTo>
                  <a:pt x="2632933" y="1337348"/>
                </a:lnTo>
                <a:lnTo>
                  <a:pt x="2630392" y="1327208"/>
                </a:lnTo>
                <a:lnTo>
                  <a:pt x="2634589" y="1316083"/>
                </a:lnTo>
                <a:lnTo>
                  <a:pt x="2639015" y="1310479"/>
                </a:lnTo>
                <a:lnTo>
                  <a:pt x="2642824" y="1306941"/>
                </a:lnTo>
                <a:lnTo>
                  <a:pt x="2646949" y="1304971"/>
                </a:lnTo>
                <a:lnTo>
                  <a:pt x="2652425" y="1300441"/>
                </a:lnTo>
                <a:lnTo>
                  <a:pt x="2657108" y="1295289"/>
                </a:lnTo>
                <a:lnTo>
                  <a:pt x="2668107" y="1273168"/>
                </a:lnTo>
                <a:lnTo>
                  <a:pt x="2670025" y="1262241"/>
                </a:lnTo>
                <a:lnTo>
                  <a:pt x="2670118" y="1261701"/>
                </a:lnTo>
                <a:lnTo>
                  <a:pt x="2669173" y="1242125"/>
                </a:lnTo>
                <a:lnTo>
                  <a:pt x="2663326" y="1226162"/>
                </a:lnTo>
                <a:lnTo>
                  <a:pt x="2668315" y="1230596"/>
                </a:lnTo>
                <a:lnTo>
                  <a:pt x="2673140" y="1237247"/>
                </a:lnTo>
                <a:lnTo>
                  <a:pt x="2674288" y="1253422"/>
                </a:lnTo>
                <a:lnTo>
                  <a:pt x="2670397" y="1273421"/>
                </a:lnTo>
                <a:lnTo>
                  <a:pt x="2665714" y="1283746"/>
                </a:lnTo>
                <a:lnTo>
                  <a:pt x="2661403" y="1295994"/>
                </a:lnTo>
                <a:lnTo>
                  <a:pt x="2665867" y="1292409"/>
                </a:lnTo>
                <a:lnTo>
                  <a:pt x="2669954" y="1286921"/>
                </a:lnTo>
                <a:lnTo>
                  <a:pt x="2676605" y="1284779"/>
                </a:lnTo>
                <a:lnTo>
                  <a:pt x="2684692" y="1278190"/>
                </a:lnTo>
                <a:lnTo>
                  <a:pt x="2696736" y="1265936"/>
                </a:lnTo>
                <a:lnTo>
                  <a:pt x="2701315" y="1262296"/>
                </a:lnTo>
                <a:lnTo>
                  <a:pt x="2706626" y="1258088"/>
                </a:lnTo>
                <a:lnTo>
                  <a:pt x="2751473" y="1236515"/>
                </a:lnTo>
                <a:lnTo>
                  <a:pt x="2769216" y="1230822"/>
                </a:lnTo>
                <a:lnTo>
                  <a:pt x="2780297" y="1221195"/>
                </a:lnTo>
                <a:lnTo>
                  <a:pt x="2788975" y="1223898"/>
                </a:lnTo>
                <a:lnTo>
                  <a:pt x="2830133" y="1222509"/>
                </a:lnTo>
                <a:lnTo>
                  <a:pt x="2842259" y="1217411"/>
                </a:lnTo>
                <a:lnTo>
                  <a:pt x="2854094" y="1220285"/>
                </a:lnTo>
                <a:lnTo>
                  <a:pt x="2875515" y="1215454"/>
                </a:lnTo>
                <a:lnTo>
                  <a:pt x="2891624" y="1213361"/>
                </a:lnTo>
                <a:lnTo>
                  <a:pt x="2901422" y="1214141"/>
                </a:lnTo>
                <a:lnTo>
                  <a:pt x="2909602" y="1214784"/>
                </a:lnTo>
                <a:lnTo>
                  <a:pt x="2937181" y="1208051"/>
                </a:lnTo>
                <a:lnTo>
                  <a:pt x="2946028" y="1197576"/>
                </a:lnTo>
                <a:lnTo>
                  <a:pt x="2947957" y="1172410"/>
                </a:lnTo>
                <a:lnTo>
                  <a:pt x="2954995" y="1162680"/>
                </a:lnTo>
                <a:lnTo>
                  <a:pt x="2952033" y="1149708"/>
                </a:lnTo>
                <a:lnTo>
                  <a:pt x="2955498" y="1150980"/>
                </a:lnTo>
                <a:lnTo>
                  <a:pt x="2958694" y="1154340"/>
                </a:lnTo>
                <a:lnTo>
                  <a:pt x="2960918" y="1160279"/>
                </a:lnTo>
                <a:lnTo>
                  <a:pt x="2965356" y="1165691"/>
                </a:lnTo>
                <a:lnTo>
                  <a:pt x="2969530" y="1162147"/>
                </a:lnTo>
                <a:lnTo>
                  <a:pt x="2975738" y="1156892"/>
                </a:lnTo>
                <a:lnTo>
                  <a:pt x="2979049" y="1156659"/>
                </a:lnTo>
                <a:lnTo>
                  <a:pt x="2972831" y="1171315"/>
                </a:lnTo>
                <a:lnTo>
                  <a:pt x="2974607" y="1188790"/>
                </a:lnTo>
                <a:lnTo>
                  <a:pt x="2976831" y="1192574"/>
                </a:lnTo>
                <a:lnTo>
                  <a:pt x="2986765" y="1185752"/>
                </a:lnTo>
                <a:lnTo>
                  <a:pt x="2998579" y="1184288"/>
                </a:lnTo>
                <a:lnTo>
                  <a:pt x="3029142" y="1160984"/>
                </a:lnTo>
                <a:lnTo>
                  <a:pt x="3033022" y="1161647"/>
                </a:lnTo>
                <a:lnTo>
                  <a:pt x="3034262" y="1175941"/>
                </a:lnTo>
                <a:lnTo>
                  <a:pt x="3032841" y="1182920"/>
                </a:lnTo>
                <a:lnTo>
                  <a:pt x="3034065" y="1186293"/>
                </a:lnTo>
                <a:lnTo>
                  <a:pt x="3053737" y="1179533"/>
                </a:lnTo>
                <a:lnTo>
                  <a:pt x="3062316" y="1173306"/>
                </a:lnTo>
                <a:lnTo>
                  <a:pt x="3100944" y="1166238"/>
                </a:lnTo>
                <a:lnTo>
                  <a:pt x="3109086" y="1165308"/>
                </a:lnTo>
                <a:lnTo>
                  <a:pt x="3113354" y="1166266"/>
                </a:lnTo>
                <a:lnTo>
                  <a:pt x="3115010" y="1161599"/>
                </a:lnTo>
                <a:lnTo>
                  <a:pt x="3114141" y="1147949"/>
                </a:lnTo>
                <a:lnTo>
                  <a:pt x="3110081" y="1126451"/>
                </a:lnTo>
                <a:lnTo>
                  <a:pt x="3095414" y="1110050"/>
                </a:lnTo>
                <a:lnTo>
                  <a:pt x="3089715" y="1107416"/>
                </a:lnTo>
                <a:lnTo>
                  <a:pt x="3084830" y="1106869"/>
                </a:lnTo>
                <a:lnTo>
                  <a:pt x="3080628" y="1108244"/>
                </a:lnTo>
                <a:lnTo>
                  <a:pt x="3081136" y="1111070"/>
                </a:lnTo>
                <a:lnTo>
                  <a:pt x="3085644" y="1116106"/>
                </a:lnTo>
                <a:lnTo>
                  <a:pt x="3088294" y="1112226"/>
                </a:lnTo>
                <a:lnTo>
                  <a:pt x="3095267" y="1116804"/>
                </a:lnTo>
                <a:lnTo>
                  <a:pt x="3097529" y="1123872"/>
                </a:lnTo>
                <a:lnTo>
                  <a:pt x="3106922" y="1138918"/>
                </a:lnTo>
                <a:lnTo>
                  <a:pt x="3107447" y="1145383"/>
                </a:lnTo>
                <a:lnTo>
                  <a:pt x="3092496" y="1153272"/>
                </a:lnTo>
                <a:lnTo>
                  <a:pt x="3074540" y="1159006"/>
                </a:lnTo>
                <a:lnTo>
                  <a:pt x="3059857" y="1155038"/>
                </a:lnTo>
                <a:lnTo>
                  <a:pt x="3050005" y="1148586"/>
                </a:lnTo>
                <a:lnTo>
                  <a:pt x="3046174" y="1129626"/>
                </a:lnTo>
                <a:lnTo>
                  <a:pt x="3034175" y="1122838"/>
                </a:lnTo>
                <a:lnTo>
                  <a:pt x="3035399" y="1118001"/>
                </a:lnTo>
                <a:lnTo>
                  <a:pt x="3038480" y="1115360"/>
                </a:lnTo>
                <a:lnTo>
                  <a:pt x="3024983" y="1088956"/>
                </a:lnTo>
                <a:lnTo>
                  <a:pt x="3016065" y="1083899"/>
                </a:lnTo>
                <a:lnTo>
                  <a:pt x="2996060" y="1078987"/>
                </a:lnTo>
                <a:lnTo>
                  <a:pt x="2990525" y="1074628"/>
                </a:lnTo>
                <a:lnTo>
                  <a:pt x="3003475" y="1060492"/>
                </a:lnTo>
                <a:lnTo>
                  <a:pt x="3010142" y="1051433"/>
                </a:lnTo>
                <a:lnTo>
                  <a:pt x="3014590" y="1043592"/>
                </a:lnTo>
                <a:lnTo>
                  <a:pt x="3023464" y="1041101"/>
                </a:lnTo>
                <a:lnTo>
                  <a:pt x="3033584" y="1034615"/>
                </a:lnTo>
                <a:lnTo>
                  <a:pt x="3039011" y="1033691"/>
                </a:lnTo>
                <a:lnTo>
                  <a:pt x="3039994" y="1029983"/>
                </a:lnTo>
                <a:lnTo>
                  <a:pt x="3037776" y="1026890"/>
                </a:lnTo>
                <a:lnTo>
                  <a:pt x="3034322" y="1026582"/>
                </a:lnTo>
                <a:lnTo>
                  <a:pt x="3029617" y="1027896"/>
                </a:lnTo>
                <a:lnTo>
                  <a:pt x="3025273" y="1027239"/>
                </a:lnTo>
                <a:lnTo>
                  <a:pt x="3020164" y="1019959"/>
                </a:lnTo>
                <a:lnTo>
                  <a:pt x="3018044" y="1012563"/>
                </a:lnTo>
                <a:lnTo>
                  <a:pt x="3014825" y="1005372"/>
                </a:lnTo>
                <a:lnTo>
                  <a:pt x="3017393" y="998167"/>
                </a:lnTo>
                <a:lnTo>
                  <a:pt x="3020579" y="989224"/>
                </a:lnTo>
                <a:lnTo>
                  <a:pt x="3025563" y="971085"/>
                </a:lnTo>
                <a:lnTo>
                  <a:pt x="3030257" y="965577"/>
                </a:lnTo>
                <a:lnTo>
                  <a:pt x="3035721" y="962060"/>
                </a:lnTo>
                <a:lnTo>
                  <a:pt x="3049333" y="932016"/>
                </a:lnTo>
                <a:lnTo>
                  <a:pt x="3067354" y="913604"/>
                </a:lnTo>
                <a:lnTo>
                  <a:pt x="3084934" y="893159"/>
                </a:lnTo>
                <a:lnTo>
                  <a:pt x="3080983" y="888945"/>
                </a:lnTo>
                <a:lnTo>
                  <a:pt x="3077475" y="886741"/>
                </a:lnTo>
                <a:lnTo>
                  <a:pt x="3087595" y="873509"/>
                </a:lnTo>
                <a:lnTo>
                  <a:pt x="3100627" y="863943"/>
                </a:lnTo>
                <a:lnTo>
                  <a:pt x="3111496" y="861076"/>
                </a:lnTo>
                <a:lnTo>
                  <a:pt x="3110458" y="866263"/>
                </a:lnTo>
                <a:lnTo>
                  <a:pt x="3110480" y="870491"/>
                </a:lnTo>
                <a:lnTo>
                  <a:pt x="3115933" y="869212"/>
                </a:lnTo>
                <a:lnTo>
                  <a:pt x="3121873" y="866058"/>
                </a:lnTo>
                <a:lnTo>
                  <a:pt x="3125474" y="870211"/>
                </a:lnTo>
                <a:lnTo>
                  <a:pt x="3129053" y="872674"/>
                </a:lnTo>
                <a:lnTo>
                  <a:pt x="3130928" y="868062"/>
                </a:lnTo>
                <a:lnTo>
                  <a:pt x="3129627" y="859427"/>
                </a:lnTo>
                <a:lnTo>
                  <a:pt x="3130512" y="853290"/>
                </a:lnTo>
                <a:lnTo>
                  <a:pt x="3133091" y="854918"/>
                </a:lnTo>
                <a:lnTo>
                  <a:pt x="3134239" y="860290"/>
                </a:lnTo>
                <a:lnTo>
                  <a:pt x="3137840" y="861507"/>
                </a:lnTo>
                <a:lnTo>
                  <a:pt x="3141277" y="847070"/>
                </a:lnTo>
                <a:lnTo>
                  <a:pt x="3146452" y="841624"/>
                </a:lnTo>
                <a:lnTo>
                  <a:pt x="3148255" y="847939"/>
                </a:lnTo>
                <a:lnTo>
                  <a:pt x="3149692" y="857498"/>
                </a:lnTo>
                <a:lnTo>
                  <a:pt x="3153490" y="856663"/>
                </a:lnTo>
                <a:lnTo>
                  <a:pt x="3157217" y="843184"/>
                </a:lnTo>
                <a:lnTo>
                  <a:pt x="3158911" y="846010"/>
                </a:lnTo>
                <a:lnTo>
                  <a:pt x="3161239" y="855151"/>
                </a:lnTo>
                <a:lnTo>
                  <a:pt x="3165703" y="854070"/>
                </a:lnTo>
                <a:lnTo>
                  <a:pt x="3170840" y="846893"/>
                </a:lnTo>
                <a:lnTo>
                  <a:pt x="3180960" y="840639"/>
                </a:lnTo>
                <a:lnTo>
                  <a:pt x="3194217" y="842664"/>
                </a:lnTo>
                <a:lnTo>
                  <a:pt x="3204156" y="835466"/>
                </a:lnTo>
                <a:lnTo>
                  <a:pt x="3211867" y="827098"/>
                </a:lnTo>
                <a:lnTo>
                  <a:pt x="3212402" y="816616"/>
                </a:lnTo>
                <a:lnTo>
                  <a:pt x="3224424" y="791991"/>
                </a:lnTo>
                <a:lnTo>
                  <a:pt x="3223828" y="779976"/>
                </a:lnTo>
                <a:lnTo>
                  <a:pt x="3236599" y="772798"/>
                </a:lnTo>
                <a:lnTo>
                  <a:pt x="3241877" y="763780"/>
                </a:lnTo>
                <a:lnTo>
                  <a:pt x="3246074" y="760790"/>
                </a:lnTo>
                <a:lnTo>
                  <a:pt x="3245757" y="769336"/>
                </a:lnTo>
                <a:lnTo>
                  <a:pt x="3242467" y="777082"/>
                </a:lnTo>
                <a:lnTo>
                  <a:pt x="3244473" y="778265"/>
                </a:lnTo>
                <a:lnTo>
                  <a:pt x="3249074" y="777082"/>
                </a:lnTo>
                <a:lnTo>
                  <a:pt x="3251959" y="778751"/>
                </a:lnTo>
                <a:lnTo>
                  <a:pt x="3242582" y="787276"/>
                </a:lnTo>
                <a:lnTo>
                  <a:pt x="3240566" y="793215"/>
                </a:lnTo>
                <a:lnTo>
                  <a:pt x="3250484" y="792805"/>
                </a:lnTo>
                <a:lnTo>
                  <a:pt x="3262937" y="797252"/>
                </a:lnTo>
                <a:lnTo>
                  <a:pt x="3267374" y="802815"/>
                </a:lnTo>
                <a:lnTo>
                  <a:pt x="3271833" y="804526"/>
                </a:lnTo>
                <a:lnTo>
                  <a:pt x="3273855" y="798183"/>
                </a:lnTo>
                <a:lnTo>
                  <a:pt x="3273074" y="787489"/>
                </a:lnTo>
                <a:lnTo>
                  <a:pt x="3277773" y="778320"/>
                </a:lnTo>
                <a:lnTo>
                  <a:pt x="3281002" y="769637"/>
                </a:lnTo>
                <a:lnTo>
                  <a:pt x="3284778" y="775036"/>
                </a:lnTo>
                <a:lnTo>
                  <a:pt x="3289603" y="778395"/>
                </a:lnTo>
                <a:lnTo>
                  <a:pt x="3295980" y="774365"/>
                </a:lnTo>
                <a:lnTo>
                  <a:pt x="3300379" y="769671"/>
                </a:lnTo>
                <a:lnTo>
                  <a:pt x="3303926" y="768631"/>
                </a:lnTo>
                <a:lnTo>
                  <a:pt x="3309243" y="768570"/>
                </a:lnTo>
                <a:lnTo>
                  <a:pt x="3314412" y="770424"/>
                </a:lnTo>
                <a:lnTo>
                  <a:pt x="3318303" y="772018"/>
                </a:lnTo>
                <a:lnTo>
                  <a:pt x="3320942" y="779278"/>
                </a:lnTo>
                <a:lnTo>
                  <a:pt x="3325089" y="786914"/>
                </a:lnTo>
                <a:lnTo>
                  <a:pt x="3329865" y="784594"/>
                </a:lnTo>
                <a:lnTo>
                  <a:pt x="3333122" y="781892"/>
                </a:lnTo>
                <a:lnTo>
                  <a:pt x="3335603" y="775706"/>
                </a:lnTo>
                <a:lnTo>
                  <a:pt x="3341832" y="777205"/>
                </a:lnTo>
                <a:lnTo>
                  <a:pt x="3349439" y="760017"/>
                </a:lnTo>
                <a:lnTo>
                  <a:pt x="3354876" y="758697"/>
                </a:lnTo>
                <a:lnTo>
                  <a:pt x="3362002" y="761386"/>
                </a:lnTo>
                <a:lnTo>
                  <a:pt x="3370264" y="761960"/>
                </a:lnTo>
                <a:lnTo>
                  <a:pt x="3376297" y="759942"/>
                </a:lnTo>
                <a:lnTo>
                  <a:pt x="3381116" y="750418"/>
                </a:lnTo>
                <a:lnTo>
                  <a:pt x="3392105" y="748769"/>
                </a:lnTo>
                <a:lnTo>
                  <a:pt x="3402597" y="743117"/>
                </a:lnTo>
                <a:lnTo>
                  <a:pt x="3421935" y="746100"/>
                </a:lnTo>
                <a:lnTo>
                  <a:pt x="3444793" y="724787"/>
                </a:lnTo>
                <a:lnTo>
                  <a:pt x="3444296" y="721715"/>
                </a:lnTo>
                <a:lnTo>
                  <a:pt x="3441771" y="719169"/>
                </a:lnTo>
                <a:lnTo>
                  <a:pt x="3431394" y="716747"/>
                </a:lnTo>
                <a:lnTo>
                  <a:pt x="3430591" y="708434"/>
                </a:lnTo>
                <a:lnTo>
                  <a:pt x="3434334" y="702160"/>
                </a:lnTo>
                <a:lnTo>
                  <a:pt x="3431897" y="688345"/>
                </a:lnTo>
                <a:lnTo>
                  <a:pt x="3428750" y="681161"/>
                </a:lnTo>
                <a:lnTo>
                  <a:pt x="3429367" y="676898"/>
                </a:lnTo>
                <a:lnTo>
                  <a:pt x="3433930" y="680470"/>
                </a:lnTo>
                <a:lnTo>
                  <a:pt x="3445962" y="678616"/>
                </a:lnTo>
                <a:lnTo>
                  <a:pt x="3452438" y="680237"/>
                </a:lnTo>
                <a:lnTo>
                  <a:pt x="3453613" y="686956"/>
                </a:lnTo>
                <a:lnTo>
                  <a:pt x="3457613" y="691212"/>
                </a:lnTo>
                <a:lnTo>
                  <a:pt x="3476110" y="688954"/>
                </a:lnTo>
                <a:lnTo>
                  <a:pt x="3498071" y="680552"/>
                </a:lnTo>
                <a:lnTo>
                  <a:pt x="3506027" y="687202"/>
                </a:lnTo>
                <a:lnTo>
                  <a:pt x="3515863" y="681975"/>
                </a:lnTo>
                <a:lnTo>
                  <a:pt x="3527098" y="674154"/>
                </a:lnTo>
                <a:lnTo>
                  <a:pt x="3539164" y="668749"/>
                </a:lnTo>
                <a:lnTo>
                  <a:pt x="3543240" y="664637"/>
                </a:lnTo>
                <a:lnTo>
                  <a:pt x="3534803" y="653669"/>
                </a:lnTo>
                <a:lnTo>
                  <a:pt x="3545207" y="648004"/>
                </a:lnTo>
                <a:lnTo>
                  <a:pt x="3547989" y="644473"/>
                </a:lnTo>
                <a:lnTo>
                  <a:pt x="3552278" y="642126"/>
                </a:lnTo>
                <a:lnTo>
                  <a:pt x="3547792" y="650268"/>
                </a:lnTo>
                <a:lnTo>
                  <a:pt x="3542967" y="656276"/>
                </a:lnTo>
                <a:lnTo>
                  <a:pt x="3560218" y="669467"/>
                </a:lnTo>
                <a:lnTo>
                  <a:pt x="3568180" y="669406"/>
                </a:lnTo>
                <a:lnTo>
                  <a:pt x="3606168" y="653375"/>
                </a:lnTo>
                <a:lnTo>
                  <a:pt x="3635567" y="634346"/>
                </a:lnTo>
                <a:lnTo>
                  <a:pt x="3660752" y="624377"/>
                </a:lnTo>
                <a:lnTo>
                  <a:pt x="3678588" y="612924"/>
                </a:lnTo>
                <a:lnTo>
                  <a:pt x="3691949" y="611179"/>
                </a:lnTo>
                <a:lnTo>
                  <a:pt x="3712637" y="586622"/>
                </a:lnTo>
                <a:lnTo>
                  <a:pt x="3707222" y="572657"/>
                </a:lnTo>
                <a:lnTo>
                  <a:pt x="3708266" y="567991"/>
                </a:lnTo>
                <a:lnTo>
                  <a:pt x="3719052" y="579205"/>
                </a:lnTo>
                <a:lnTo>
                  <a:pt x="3725107" y="587648"/>
                </a:lnTo>
                <a:lnTo>
                  <a:pt x="3733856" y="584768"/>
                </a:lnTo>
                <a:lnTo>
                  <a:pt x="3743861" y="583536"/>
                </a:lnTo>
                <a:lnTo>
                  <a:pt x="3739779" y="590892"/>
                </a:lnTo>
                <a:lnTo>
                  <a:pt x="3734637" y="594723"/>
                </a:lnTo>
                <a:lnTo>
                  <a:pt x="3716397" y="612992"/>
                </a:lnTo>
                <a:lnTo>
                  <a:pt x="3686479" y="634004"/>
                </a:lnTo>
                <a:lnTo>
                  <a:pt x="3676911" y="648120"/>
                </a:lnTo>
                <a:lnTo>
                  <a:pt x="3681359" y="650953"/>
                </a:lnTo>
                <a:lnTo>
                  <a:pt x="3685971" y="651561"/>
                </a:lnTo>
                <a:lnTo>
                  <a:pt x="3695512" y="655188"/>
                </a:lnTo>
                <a:lnTo>
                  <a:pt x="3702850" y="646977"/>
                </a:lnTo>
                <a:lnTo>
                  <a:pt x="3711905" y="643180"/>
                </a:lnTo>
                <a:lnTo>
                  <a:pt x="3741424" y="646053"/>
                </a:lnTo>
                <a:lnTo>
                  <a:pt x="3769320" y="643063"/>
                </a:lnTo>
                <a:lnTo>
                  <a:pt x="3789543" y="647648"/>
                </a:lnTo>
                <a:lnTo>
                  <a:pt x="3822221" y="645410"/>
                </a:lnTo>
                <a:lnTo>
                  <a:pt x="3849800" y="649522"/>
                </a:lnTo>
                <a:lnTo>
                  <a:pt x="3839477" y="655646"/>
                </a:lnTo>
                <a:lnTo>
                  <a:pt x="3807237" y="657076"/>
                </a:lnTo>
                <a:lnTo>
                  <a:pt x="3768647" y="670220"/>
                </a:lnTo>
                <a:lnTo>
                  <a:pt x="3758626" y="680039"/>
                </a:lnTo>
                <a:lnTo>
                  <a:pt x="3763910" y="697411"/>
                </a:lnTo>
                <a:lnTo>
                  <a:pt x="3752773" y="684623"/>
                </a:lnTo>
                <a:lnTo>
                  <a:pt x="3739429" y="681270"/>
                </a:lnTo>
                <a:lnTo>
                  <a:pt x="3738145" y="674401"/>
                </a:lnTo>
                <a:lnTo>
                  <a:pt x="3738916" y="667257"/>
                </a:lnTo>
                <a:lnTo>
                  <a:pt x="3740976" y="663056"/>
                </a:lnTo>
                <a:lnTo>
                  <a:pt x="3742058" y="657295"/>
                </a:lnTo>
                <a:lnTo>
                  <a:pt x="3728921" y="653354"/>
                </a:lnTo>
                <a:lnTo>
                  <a:pt x="3733539" y="657802"/>
                </a:lnTo>
                <a:lnTo>
                  <a:pt x="3728845" y="664760"/>
                </a:lnTo>
                <a:lnTo>
                  <a:pt x="3694998" y="675386"/>
                </a:lnTo>
                <a:lnTo>
                  <a:pt x="3678026" y="683713"/>
                </a:lnTo>
                <a:lnTo>
                  <a:pt x="3593666" y="734229"/>
                </a:lnTo>
                <a:lnTo>
                  <a:pt x="3589715" y="737315"/>
                </a:lnTo>
                <a:lnTo>
                  <a:pt x="3585666" y="743083"/>
                </a:lnTo>
                <a:lnTo>
                  <a:pt x="3601453" y="738683"/>
                </a:lnTo>
                <a:lnTo>
                  <a:pt x="3610955" y="734215"/>
                </a:lnTo>
                <a:lnTo>
                  <a:pt x="3608966" y="738102"/>
                </a:lnTo>
                <a:lnTo>
                  <a:pt x="3598250" y="745423"/>
                </a:lnTo>
                <a:lnTo>
                  <a:pt x="3590857" y="749555"/>
                </a:lnTo>
                <a:lnTo>
                  <a:pt x="3580130" y="750219"/>
                </a:lnTo>
                <a:lnTo>
                  <a:pt x="3564535" y="754578"/>
                </a:lnTo>
                <a:lnTo>
                  <a:pt x="3552825" y="762056"/>
                </a:lnTo>
                <a:lnTo>
                  <a:pt x="3545109" y="770014"/>
                </a:lnTo>
                <a:lnTo>
                  <a:pt x="3541229" y="774947"/>
                </a:lnTo>
                <a:lnTo>
                  <a:pt x="3538869" y="779682"/>
                </a:lnTo>
                <a:lnTo>
                  <a:pt x="3561748" y="760120"/>
                </a:lnTo>
                <a:lnTo>
                  <a:pt x="3570021" y="761064"/>
                </a:lnTo>
                <a:lnTo>
                  <a:pt x="3544109" y="789274"/>
                </a:lnTo>
                <a:lnTo>
                  <a:pt x="3533645" y="820612"/>
                </a:lnTo>
                <a:lnTo>
                  <a:pt x="3533705" y="829602"/>
                </a:lnTo>
                <a:lnTo>
                  <a:pt x="3541180" y="866858"/>
                </a:lnTo>
                <a:lnTo>
                  <a:pt x="3551038" y="876896"/>
                </a:lnTo>
                <a:lnTo>
                  <a:pt x="3555010" y="871860"/>
                </a:lnTo>
                <a:lnTo>
                  <a:pt x="3557666" y="866714"/>
                </a:lnTo>
                <a:lnTo>
                  <a:pt x="3567906" y="869465"/>
                </a:lnTo>
                <a:lnTo>
                  <a:pt x="3573682" y="877990"/>
                </a:lnTo>
                <a:lnTo>
                  <a:pt x="3584557" y="902321"/>
                </a:lnTo>
                <a:lnTo>
                  <a:pt x="3593087" y="906064"/>
                </a:lnTo>
                <a:lnTo>
                  <a:pt x="3603994" y="903368"/>
                </a:lnTo>
                <a:lnTo>
                  <a:pt x="3613256" y="908301"/>
                </a:lnTo>
                <a:lnTo>
                  <a:pt x="3616753" y="907439"/>
                </a:lnTo>
                <a:lnTo>
                  <a:pt x="3619206" y="902225"/>
                </a:lnTo>
                <a:lnTo>
                  <a:pt x="3623955" y="901685"/>
                </a:lnTo>
                <a:lnTo>
                  <a:pt x="3628633" y="903881"/>
                </a:lnTo>
                <a:lnTo>
                  <a:pt x="3630277" y="887275"/>
                </a:lnTo>
                <a:lnTo>
                  <a:pt x="3640873" y="879058"/>
                </a:lnTo>
                <a:lnTo>
                  <a:pt x="3647906" y="878408"/>
                </a:lnTo>
                <a:lnTo>
                  <a:pt x="3657446" y="878996"/>
                </a:lnTo>
                <a:lnTo>
                  <a:pt x="3682566" y="859284"/>
                </a:lnTo>
                <a:lnTo>
                  <a:pt x="3686676" y="850669"/>
                </a:lnTo>
                <a:lnTo>
                  <a:pt x="3701676" y="837779"/>
                </a:lnTo>
                <a:lnTo>
                  <a:pt x="3714337" y="820865"/>
                </a:lnTo>
                <a:lnTo>
                  <a:pt x="3726610" y="814823"/>
                </a:lnTo>
                <a:lnTo>
                  <a:pt x="3736746" y="798231"/>
                </a:lnTo>
                <a:lnTo>
                  <a:pt x="3741631" y="799852"/>
                </a:lnTo>
                <a:lnTo>
                  <a:pt x="3748221" y="793954"/>
                </a:lnTo>
                <a:lnTo>
                  <a:pt x="3744129" y="782651"/>
                </a:lnTo>
                <a:lnTo>
                  <a:pt x="3741189" y="778429"/>
                </a:lnTo>
                <a:lnTo>
                  <a:pt x="3747058" y="763650"/>
                </a:lnTo>
                <a:lnTo>
                  <a:pt x="3760385" y="758560"/>
                </a:lnTo>
                <a:lnTo>
                  <a:pt x="3767784" y="772463"/>
                </a:lnTo>
                <a:lnTo>
                  <a:pt x="3774079" y="764341"/>
                </a:lnTo>
                <a:lnTo>
                  <a:pt x="3774046" y="758389"/>
                </a:lnTo>
                <a:lnTo>
                  <a:pt x="3779106" y="750397"/>
                </a:lnTo>
                <a:lnTo>
                  <a:pt x="3787614" y="756151"/>
                </a:lnTo>
                <a:lnTo>
                  <a:pt x="3791237" y="764211"/>
                </a:lnTo>
                <a:lnTo>
                  <a:pt x="3799144" y="769213"/>
                </a:lnTo>
                <a:lnTo>
                  <a:pt x="3805806" y="772607"/>
                </a:lnTo>
                <a:lnTo>
                  <a:pt x="3822745" y="773510"/>
                </a:lnTo>
                <a:lnTo>
                  <a:pt x="3827456" y="768679"/>
                </a:lnTo>
                <a:lnTo>
                  <a:pt x="3830013" y="764574"/>
                </a:lnTo>
                <a:lnTo>
                  <a:pt x="3828510" y="755207"/>
                </a:lnTo>
                <a:lnTo>
                  <a:pt x="3823390" y="745033"/>
                </a:lnTo>
                <a:lnTo>
                  <a:pt x="3830068" y="748974"/>
                </a:lnTo>
                <a:lnTo>
                  <a:pt x="3839860" y="751095"/>
                </a:lnTo>
                <a:lnTo>
                  <a:pt x="3848368" y="749419"/>
                </a:lnTo>
                <a:lnTo>
                  <a:pt x="3856707" y="750725"/>
                </a:lnTo>
                <a:lnTo>
                  <a:pt x="3873559" y="741092"/>
                </a:lnTo>
                <a:lnTo>
                  <a:pt x="3881001" y="741482"/>
                </a:lnTo>
                <a:lnTo>
                  <a:pt x="3887422" y="740606"/>
                </a:lnTo>
                <a:lnTo>
                  <a:pt x="3916941" y="730753"/>
                </a:lnTo>
                <a:lnTo>
                  <a:pt x="3945372" y="722549"/>
                </a:lnTo>
                <a:lnTo>
                  <a:pt x="3973241" y="709542"/>
                </a:lnTo>
                <a:lnTo>
                  <a:pt x="3999896" y="701414"/>
                </a:lnTo>
                <a:lnTo>
                  <a:pt x="4025962" y="688810"/>
                </a:lnTo>
                <a:lnTo>
                  <a:pt x="4034317" y="687401"/>
                </a:lnTo>
                <a:lnTo>
                  <a:pt x="4042355" y="682351"/>
                </a:lnTo>
                <a:lnTo>
                  <a:pt x="4051158" y="679088"/>
                </a:lnTo>
                <a:lnTo>
                  <a:pt x="4059087" y="678636"/>
                </a:lnTo>
                <a:lnTo>
                  <a:pt x="4071469" y="674709"/>
                </a:lnTo>
                <a:lnTo>
                  <a:pt x="4083048" y="667641"/>
                </a:lnTo>
                <a:lnTo>
                  <a:pt x="4096305" y="664753"/>
                </a:lnTo>
                <a:lnTo>
                  <a:pt x="4103496" y="667928"/>
                </a:lnTo>
                <a:lnTo>
                  <a:pt x="4107234" y="665212"/>
                </a:lnTo>
                <a:lnTo>
                  <a:pt x="4111278" y="659758"/>
                </a:lnTo>
                <a:lnTo>
                  <a:pt x="4106884" y="654374"/>
                </a:lnTo>
                <a:lnTo>
                  <a:pt x="4102862" y="651787"/>
                </a:lnTo>
                <a:lnTo>
                  <a:pt x="4063218" y="649256"/>
                </a:lnTo>
                <a:lnTo>
                  <a:pt x="4072715" y="643105"/>
                </a:lnTo>
                <a:lnTo>
                  <a:pt x="4083251" y="638835"/>
                </a:lnTo>
                <a:lnTo>
                  <a:pt x="4083803" y="633936"/>
                </a:lnTo>
                <a:lnTo>
                  <a:pt x="4075584" y="620252"/>
                </a:lnTo>
                <a:lnTo>
                  <a:pt x="4066950" y="609797"/>
                </a:lnTo>
                <a:lnTo>
                  <a:pt x="4059715" y="604371"/>
                </a:lnTo>
                <a:lnTo>
                  <a:pt x="4041295" y="610652"/>
                </a:lnTo>
                <a:lnTo>
                  <a:pt x="4027907" y="608770"/>
                </a:lnTo>
                <a:lnTo>
                  <a:pt x="4016634" y="600560"/>
                </a:lnTo>
                <a:lnTo>
                  <a:pt x="4012787" y="588661"/>
                </a:lnTo>
                <a:lnTo>
                  <a:pt x="4011448" y="581367"/>
                </a:lnTo>
                <a:lnTo>
                  <a:pt x="4007874" y="578986"/>
                </a:lnTo>
                <a:lnTo>
                  <a:pt x="3978530" y="598227"/>
                </a:lnTo>
                <a:lnTo>
                  <a:pt x="3955684" y="607505"/>
                </a:lnTo>
                <a:lnTo>
                  <a:pt x="3952842" y="610885"/>
                </a:lnTo>
                <a:lnTo>
                  <a:pt x="3948837" y="613505"/>
                </a:lnTo>
                <a:lnTo>
                  <a:pt x="3937356" y="608059"/>
                </a:lnTo>
                <a:lnTo>
                  <a:pt x="3918952" y="609804"/>
                </a:lnTo>
                <a:lnTo>
                  <a:pt x="3922504" y="604515"/>
                </a:lnTo>
                <a:lnTo>
                  <a:pt x="3924482" y="596865"/>
                </a:lnTo>
                <a:lnTo>
                  <a:pt x="3900968" y="591850"/>
                </a:lnTo>
                <a:lnTo>
                  <a:pt x="3878909" y="591001"/>
                </a:lnTo>
                <a:lnTo>
                  <a:pt x="3866712" y="594429"/>
                </a:lnTo>
                <a:lnTo>
                  <a:pt x="3858220" y="595271"/>
                </a:lnTo>
                <a:lnTo>
                  <a:pt x="3855630" y="591357"/>
                </a:lnTo>
                <a:lnTo>
                  <a:pt x="3850920" y="586957"/>
                </a:lnTo>
                <a:lnTo>
                  <a:pt x="3833997" y="578069"/>
                </a:lnTo>
                <a:lnTo>
                  <a:pt x="3827456" y="577618"/>
                </a:lnTo>
                <a:lnTo>
                  <a:pt x="3812325" y="580409"/>
                </a:lnTo>
                <a:lnTo>
                  <a:pt x="3793095" y="566226"/>
                </a:lnTo>
                <a:lnTo>
                  <a:pt x="3775609" y="558733"/>
                </a:lnTo>
                <a:lnTo>
                  <a:pt x="3772762" y="557522"/>
                </a:lnTo>
                <a:lnTo>
                  <a:pt x="3797882" y="545494"/>
                </a:lnTo>
                <a:lnTo>
                  <a:pt x="3793325" y="540027"/>
                </a:lnTo>
                <a:lnTo>
                  <a:pt x="3788483" y="537276"/>
                </a:lnTo>
                <a:lnTo>
                  <a:pt x="3762844" y="533486"/>
                </a:lnTo>
                <a:lnTo>
                  <a:pt x="3755369" y="529654"/>
                </a:lnTo>
                <a:lnTo>
                  <a:pt x="3718473" y="526835"/>
                </a:lnTo>
                <a:lnTo>
                  <a:pt x="3716757" y="516873"/>
                </a:lnTo>
                <a:lnTo>
                  <a:pt x="3706572" y="510633"/>
                </a:lnTo>
                <a:lnTo>
                  <a:pt x="3707298" y="500876"/>
                </a:lnTo>
                <a:lnTo>
                  <a:pt x="3701910" y="488724"/>
                </a:lnTo>
                <a:lnTo>
                  <a:pt x="3697840" y="466425"/>
                </a:lnTo>
                <a:lnTo>
                  <a:pt x="3687676" y="462607"/>
                </a:lnTo>
                <a:lnTo>
                  <a:pt x="3680310" y="445208"/>
                </a:lnTo>
                <a:lnTo>
                  <a:pt x="3677709" y="436087"/>
                </a:lnTo>
                <a:lnTo>
                  <a:pt x="3682173" y="426296"/>
                </a:lnTo>
                <a:lnTo>
                  <a:pt x="3686031" y="411866"/>
                </a:lnTo>
                <a:lnTo>
                  <a:pt x="3673605" y="408308"/>
                </a:lnTo>
                <a:lnTo>
                  <a:pt x="3662419" y="407938"/>
                </a:lnTo>
                <a:lnTo>
                  <a:pt x="3645665" y="413439"/>
                </a:lnTo>
                <a:lnTo>
                  <a:pt x="3638042" y="410682"/>
                </a:lnTo>
                <a:lnTo>
                  <a:pt x="3631474" y="406200"/>
                </a:lnTo>
                <a:lnTo>
                  <a:pt x="3657523" y="387624"/>
                </a:lnTo>
                <a:lnTo>
                  <a:pt x="3676987" y="368726"/>
                </a:lnTo>
                <a:lnTo>
                  <a:pt x="3683709" y="340529"/>
                </a:lnTo>
                <a:lnTo>
                  <a:pt x="3693315" y="326010"/>
                </a:lnTo>
                <a:lnTo>
                  <a:pt x="3700375" y="318812"/>
                </a:lnTo>
                <a:lnTo>
                  <a:pt x="3681266" y="308672"/>
                </a:lnTo>
                <a:lnTo>
                  <a:pt x="3661971" y="309260"/>
                </a:lnTo>
                <a:lnTo>
                  <a:pt x="3666976" y="301720"/>
                </a:lnTo>
                <a:lnTo>
                  <a:pt x="3641627" y="306701"/>
                </a:lnTo>
                <a:lnTo>
                  <a:pt x="3628671" y="312777"/>
                </a:lnTo>
                <a:lnTo>
                  <a:pt x="3613054" y="324114"/>
                </a:lnTo>
                <a:lnTo>
                  <a:pt x="3599207" y="326495"/>
                </a:lnTo>
                <a:lnTo>
                  <a:pt x="3592578" y="322835"/>
                </a:lnTo>
                <a:lnTo>
                  <a:pt x="3582589" y="299907"/>
                </a:lnTo>
                <a:lnTo>
                  <a:pt x="3572103" y="292722"/>
                </a:lnTo>
                <a:lnTo>
                  <a:pt x="3531727" y="281857"/>
                </a:lnTo>
                <a:lnTo>
                  <a:pt x="3515005" y="271758"/>
                </a:lnTo>
                <a:lnTo>
                  <a:pt x="3507262" y="270875"/>
                </a:lnTo>
                <a:lnTo>
                  <a:pt x="3484574" y="278703"/>
                </a:lnTo>
                <a:lnTo>
                  <a:pt x="3476421" y="277109"/>
                </a:lnTo>
                <a:lnTo>
                  <a:pt x="3505006" y="263493"/>
                </a:lnTo>
                <a:lnTo>
                  <a:pt x="3518962" y="266537"/>
                </a:lnTo>
                <a:lnTo>
                  <a:pt x="3527426" y="263814"/>
                </a:lnTo>
                <a:lnTo>
                  <a:pt x="3545950" y="265867"/>
                </a:lnTo>
                <a:lnTo>
                  <a:pt x="3553847" y="259702"/>
                </a:lnTo>
                <a:lnTo>
                  <a:pt x="3563453" y="253790"/>
                </a:lnTo>
                <a:lnTo>
                  <a:pt x="3582704" y="264608"/>
                </a:lnTo>
                <a:lnTo>
                  <a:pt x="3613906" y="275843"/>
                </a:lnTo>
                <a:lnTo>
                  <a:pt x="3626873" y="278696"/>
                </a:lnTo>
                <a:lnTo>
                  <a:pt x="3638130" y="277280"/>
                </a:lnTo>
                <a:lnTo>
                  <a:pt x="3663124" y="265367"/>
                </a:lnTo>
                <a:lnTo>
                  <a:pt x="3671649" y="257855"/>
                </a:lnTo>
                <a:lnTo>
                  <a:pt x="3687075" y="252723"/>
                </a:lnTo>
                <a:lnTo>
                  <a:pt x="3693517" y="248296"/>
                </a:lnTo>
                <a:lnTo>
                  <a:pt x="3700091" y="236733"/>
                </a:lnTo>
                <a:lnTo>
                  <a:pt x="3708216" y="229740"/>
                </a:lnTo>
                <a:lnTo>
                  <a:pt x="3740036" y="220955"/>
                </a:lnTo>
                <a:lnTo>
                  <a:pt x="3750675" y="203131"/>
                </a:lnTo>
                <a:lnTo>
                  <a:pt x="3751533" y="183411"/>
                </a:lnTo>
                <a:lnTo>
                  <a:pt x="3732681" y="167647"/>
                </a:lnTo>
                <a:lnTo>
                  <a:pt x="3721582" y="162392"/>
                </a:lnTo>
                <a:lnTo>
                  <a:pt x="3737582" y="162693"/>
                </a:lnTo>
                <a:lnTo>
                  <a:pt x="3755708" y="167284"/>
                </a:lnTo>
                <a:lnTo>
                  <a:pt x="3754877" y="157835"/>
                </a:lnTo>
                <a:lnTo>
                  <a:pt x="3749773" y="151075"/>
                </a:lnTo>
                <a:lnTo>
                  <a:pt x="3715539" y="125444"/>
                </a:lnTo>
                <a:lnTo>
                  <a:pt x="3685479" y="113258"/>
                </a:lnTo>
                <a:lnTo>
                  <a:pt x="3622829" y="103406"/>
                </a:lnTo>
                <a:lnTo>
                  <a:pt x="3608589" y="102831"/>
                </a:lnTo>
                <a:lnTo>
                  <a:pt x="3568365" y="108503"/>
                </a:lnTo>
                <a:lnTo>
                  <a:pt x="3535311" y="110262"/>
                </a:lnTo>
                <a:lnTo>
                  <a:pt x="3488317" y="122420"/>
                </a:lnTo>
                <a:lnTo>
                  <a:pt x="3430192" y="145150"/>
                </a:lnTo>
                <a:lnTo>
                  <a:pt x="3380570" y="160312"/>
                </a:lnTo>
                <a:lnTo>
                  <a:pt x="3343849" y="177835"/>
                </a:lnTo>
                <a:lnTo>
                  <a:pt x="3304773" y="192477"/>
                </a:lnTo>
                <a:lnTo>
                  <a:pt x="3283139" y="204349"/>
                </a:lnTo>
                <a:lnTo>
                  <a:pt x="3269653" y="216172"/>
                </a:lnTo>
                <a:lnTo>
                  <a:pt x="3247937" y="227509"/>
                </a:lnTo>
                <a:lnTo>
                  <a:pt x="3240145" y="228967"/>
                </a:lnTo>
                <a:lnTo>
                  <a:pt x="3220965" y="241721"/>
                </a:lnTo>
                <a:lnTo>
                  <a:pt x="3185233" y="273667"/>
                </a:lnTo>
                <a:lnTo>
                  <a:pt x="3166801" y="284840"/>
                </a:lnTo>
                <a:lnTo>
                  <a:pt x="3154490" y="304963"/>
                </a:lnTo>
                <a:lnTo>
                  <a:pt x="3129736" y="333023"/>
                </a:lnTo>
                <a:lnTo>
                  <a:pt x="3105687" y="354323"/>
                </a:lnTo>
                <a:lnTo>
                  <a:pt x="3099819" y="367446"/>
                </a:lnTo>
                <a:lnTo>
                  <a:pt x="3083234" y="379769"/>
                </a:lnTo>
                <a:lnTo>
                  <a:pt x="3064174" y="403997"/>
                </a:lnTo>
                <a:lnTo>
                  <a:pt x="3049469" y="415827"/>
                </a:lnTo>
                <a:lnTo>
                  <a:pt x="2996448" y="441095"/>
                </a:lnTo>
                <a:lnTo>
                  <a:pt x="2978683" y="445734"/>
                </a:lnTo>
                <a:lnTo>
                  <a:pt x="2966465" y="454540"/>
                </a:lnTo>
                <a:lnTo>
                  <a:pt x="2946542" y="459515"/>
                </a:lnTo>
                <a:lnTo>
                  <a:pt x="2920569" y="468902"/>
                </a:lnTo>
                <a:lnTo>
                  <a:pt x="2894870" y="471961"/>
                </a:lnTo>
                <a:lnTo>
                  <a:pt x="2871553" y="483271"/>
                </a:lnTo>
                <a:lnTo>
                  <a:pt x="2862832" y="488833"/>
                </a:lnTo>
                <a:lnTo>
                  <a:pt x="2856909" y="498563"/>
                </a:lnTo>
                <a:lnTo>
                  <a:pt x="2842805" y="503791"/>
                </a:lnTo>
                <a:lnTo>
                  <a:pt x="2828253" y="511091"/>
                </a:lnTo>
                <a:lnTo>
                  <a:pt x="2801702" y="535032"/>
                </a:lnTo>
                <a:lnTo>
                  <a:pt x="2772997" y="545993"/>
                </a:lnTo>
                <a:lnTo>
                  <a:pt x="2754014" y="559103"/>
                </a:lnTo>
                <a:lnTo>
                  <a:pt x="2743555" y="579616"/>
                </a:lnTo>
                <a:lnTo>
                  <a:pt x="2730593" y="594450"/>
                </a:lnTo>
                <a:lnTo>
                  <a:pt x="2719801" y="612034"/>
                </a:lnTo>
                <a:lnTo>
                  <a:pt x="2717686" y="618418"/>
                </a:lnTo>
                <a:lnTo>
                  <a:pt x="2713812" y="636324"/>
                </a:lnTo>
                <a:lnTo>
                  <a:pt x="2709413" y="641072"/>
                </a:lnTo>
                <a:lnTo>
                  <a:pt x="2686298" y="645226"/>
                </a:lnTo>
                <a:lnTo>
                  <a:pt x="2654386" y="666813"/>
                </a:lnTo>
                <a:lnTo>
                  <a:pt x="2629851" y="674257"/>
                </a:lnTo>
                <a:lnTo>
                  <a:pt x="2596584" y="694811"/>
                </a:lnTo>
                <a:lnTo>
                  <a:pt x="2580627" y="700100"/>
                </a:lnTo>
                <a:lnTo>
                  <a:pt x="2619862" y="671719"/>
                </a:lnTo>
                <a:lnTo>
                  <a:pt x="2621862" y="670590"/>
                </a:lnTo>
                <a:lnTo>
                  <a:pt x="2648982" y="655236"/>
                </a:lnTo>
                <a:lnTo>
                  <a:pt x="2662889" y="652280"/>
                </a:lnTo>
                <a:lnTo>
                  <a:pt x="2660004" y="639916"/>
                </a:lnTo>
                <a:lnTo>
                  <a:pt x="2632244" y="631575"/>
                </a:lnTo>
                <a:lnTo>
                  <a:pt x="2624698" y="626225"/>
                </a:lnTo>
                <a:lnTo>
                  <a:pt x="2655725" y="630316"/>
                </a:lnTo>
                <a:lnTo>
                  <a:pt x="2671441" y="621586"/>
                </a:lnTo>
                <a:lnTo>
                  <a:pt x="2682583" y="608866"/>
                </a:lnTo>
                <a:lnTo>
                  <a:pt x="2692206" y="600984"/>
                </a:lnTo>
                <a:lnTo>
                  <a:pt x="2718533" y="597193"/>
                </a:lnTo>
                <a:lnTo>
                  <a:pt x="2740139" y="574546"/>
                </a:lnTo>
                <a:lnTo>
                  <a:pt x="2751762" y="557009"/>
                </a:lnTo>
                <a:lnTo>
                  <a:pt x="2755598" y="551221"/>
                </a:lnTo>
                <a:lnTo>
                  <a:pt x="2769418" y="543660"/>
                </a:lnTo>
                <a:lnTo>
                  <a:pt x="2773997" y="531125"/>
                </a:lnTo>
                <a:lnTo>
                  <a:pt x="2789478" y="523742"/>
                </a:lnTo>
                <a:lnTo>
                  <a:pt x="2807669" y="520253"/>
                </a:lnTo>
                <a:lnTo>
                  <a:pt x="2855062" y="492542"/>
                </a:lnTo>
                <a:lnTo>
                  <a:pt x="2860881" y="482197"/>
                </a:lnTo>
                <a:lnTo>
                  <a:pt x="2880597" y="475395"/>
                </a:lnTo>
                <a:lnTo>
                  <a:pt x="2897258" y="464270"/>
                </a:lnTo>
                <a:lnTo>
                  <a:pt x="2910946" y="466124"/>
                </a:lnTo>
                <a:lnTo>
                  <a:pt x="2925777" y="462648"/>
                </a:lnTo>
                <a:lnTo>
                  <a:pt x="2965727" y="448978"/>
                </a:lnTo>
                <a:lnTo>
                  <a:pt x="2982754" y="430901"/>
                </a:lnTo>
                <a:lnTo>
                  <a:pt x="2998749" y="419447"/>
                </a:lnTo>
                <a:lnTo>
                  <a:pt x="3028612" y="400795"/>
                </a:lnTo>
                <a:lnTo>
                  <a:pt x="3057464" y="361049"/>
                </a:lnTo>
                <a:lnTo>
                  <a:pt x="3074021" y="349896"/>
                </a:lnTo>
                <a:lnTo>
                  <a:pt x="3108228" y="316704"/>
                </a:lnTo>
                <a:lnTo>
                  <a:pt x="3118174" y="303766"/>
                </a:lnTo>
                <a:lnTo>
                  <a:pt x="3125529" y="286900"/>
                </a:lnTo>
                <a:lnTo>
                  <a:pt x="3132785" y="266510"/>
                </a:lnTo>
                <a:lnTo>
                  <a:pt x="3122654" y="256117"/>
                </a:lnTo>
                <a:lnTo>
                  <a:pt x="3110829" y="251423"/>
                </a:lnTo>
                <a:lnTo>
                  <a:pt x="3091343" y="246127"/>
                </a:lnTo>
                <a:lnTo>
                  <a:pt x="3051579" y="230602"/>
                </a:lnTo>
                <a:lnTo>
                  <a:pt x="3032502" y="230759"/>
                </a:lnTo>
                <a:lnTo>
                  <a:pt x="3013738" y="228775"/>
                </a:lnTo>
                <a:lnTo>
                  <a:pt x="3004355" y="221078"/>
                </a:lnTo>
                <a:lnTo>
                  <a:pt x="2993650" y="216411"/>
                </a:lnTo>
                <a:lnTo>
                  <a:pt x="3064666" y="228898"/>
                </a:lnTo>
                <a:lnTo>
                  <a:pt x="3095223" y="241303"/>
                </a:lnTo>
                <a:lnTo>
                  <a:pt x="3107491" y="242289"/>
                </a:lnTo>
                <a:lnTo>
                  <a:pt x="3124201" y="251197"/>
                </a:lnTo>
                <a:lnTo>
                  <a:pt x="3134250" y="253469"/>
                </a:lnTo>
                <a:lnTo>
                  <a:pt x="3144102" y="252347"/>
                </a:lnTo>
                <a:lnTo>
                  <a:pt x="3157955" y="245114"/>
                </a:lnTo>
                <a:lnTo>
                  <a:pt x="3177555" y="226107"/>
                </a:lnTo>
                <a:lnTo>
                  <a:pt x="3193692" y="199874"/>
                </a:lnTo>
                <a:lnTo>
                  <a:pt x="3227457" y="164096"/>
                </a:lnTo>
                <a:lnTo>
                  <a:pt x="3256555" y="148605"/>
                </a:lnTo>
                <a:lnTo>
                  <a:pt x="3261161" y="139122"/>
                </a:lnTo>
                <a:lnTo>
                  <a:pt x="3270565" y="132259"/>
                </a:lnTo>
                <a:lnTo>
                  <a:pt x="3285052" y="126183"/>
                </a:lnTo>
                <a:lnTo>
                  <a:pt x="3298467" y="124103"/>
                </a:lnTo>
                <a:lnTo>
                  <a:pt x="3306740" y="119156"/>
                </a:lnTo>
                <a:lnTo>
                  <a:pt x="3299877" y="112499"/>
                </a:lnTo>
                <a:lnTo>
                  <a:pt x="3325133" y="104145"/>
                </a:lnTo>
                <a:lnTo>
                  <a:pt x="3381870" y="93567"/>
                </a:lnTo>
                <a:lnTo>
                  <a:pt x="3390826" y="93238"/>
                </a:lnTo>
                <a:lnTo>
                  <a:pt x="3401706" y="91302"/>
                </a:lnTo>
                <a:lnTo>
                  <a:pt x="3414028" y="76906"/>
                </a:lnTo>
                <a:lnTo>
                  <a:pt x="3417110" y="55804"/>
                </a:lnTo>
                <a:lnTo>
                  <a:pt x="3449924" y="882"/>
                </a:lnTo>
                <a:lnTo>
                  <a:pt x="345189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106" name="pl67">
            <a:extLst>
              <a:ext uri="{FF2B5EF4-FFF2-40B4-BE49-F238E27FC236}">
                <a16:creationId xmlns:a16="http://schemas.microsoft.com/office/drawing/2014/main" id="{070D73A5-A526-6841-53C4-00AF6C1AB720}"/>
              </a:ext>
            </a:extLst>
          </p:cNvPr>
          <p:cNvSpPr/>
          <p:nvPr/>
        </p:nvSpPr>
        <p:spPr>
          <a:xfrm>
            <a:off x="5006100" y="6440629"/>
            <a:ext cx="12212" cy="7224"/>
          </a:xfrm>
          <a:custGeom>
            <a:avLst/>
            <a:gdLst/>
            <a:ahLst/>
            <a:cxnLst/>
            <a:rect l="0" t="0" r="0" b="0"/>
            <a:pathLst>
              <a:path w="8141" h="4816">
                <a:moveTo>
                  <a:pt x="3087" y="4502"/>
                </a:moveTo>
                <a:lnTo>
                  <a:pt x="8021" y="3113"/>
                </a:lnTo>
                <a:lnTo>
                  <a:pt x="8141" y="177"/>
                </a:lnTo>
                <a:lnTo>
                  <a:pt x="4896" y="0"/>
                </a:lnTo>
                <a:lnTo>
                  <a:pt x="0" y="2647"/>
                </a:lnTo>
                <a:lnTo>
                  <a:pt x="245" y="4816"/>
                </a:lnTo>
                <a:lnTo>
                  <a:pt x="3087" y="4502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5107" name="rc68">
            <a:extLst>
              <a:ext uri="{FF2B5EF4-FFF2-40B4-BE49-F238E27FC236}">
                <a16:creationId xmlns:a16="http://schemas.microsoft.com/office/drawing/2014/main" id="{AE2B9287-ABF9-B16A-01E3-99EC7255473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08" name="rc69">
            <a:extLst>
              <a:ext uri="{FF2B5EF4-FFF2-40B4-BE49-F238E27FC236}">
                <a16:creationId xmlns:a16="http://schemas.microsoft.com/office/drawing/2014/main" id="{DEF65F00-DD0D-AB89-A414-EAA64BEC7E2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09" name="rc70">
            <a:extLst>
              <a:ext uri="{FF2B5EF4-FFF2-40B4-BE49-F238E27FC236}">
                <a16:creationId xmlns:a16="http://schemas.microsoft.com/office/drawing/2014/main" id="{DBEDAD8C-8559-9932-4ED6-71EB0823A45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10" name="rc71">
            <a:extLst>
              <a:ext uri="{FF2B5EF4-FFF2-40B4-BE49-F238E27FC236}">
                <a16:creationId xmlns:a16="http://schemas.microsoft.com/office/drawing/2014/main" id="{FCFAC416-1A46-ABEB-DCF4-BEEF9959445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11" name="rc72">
            <a:extLst>
              <a:ext uri="{FF2B5EF4-FFF2-40B4-BE49-F238E27FC236}">
                <a16:creationId xmlns:a16="http://schemas.microsoft.com/office/drawing/2014/main" id="{6800CDC8-2801-17B7-D98F-F55E7D3EA34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12" name="rc73">
            <a:extLst>
              <a:ext uri="{FF2B5EF4-FFF2-40B4-BE49-F238E27FC236}">
                <a16:creationId xmlns:a16="http://schemas.microsoft.com/office/drawing/2014/main" id="{E5EB1075-5976-35C5-C4DD-24E0BF09B3E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13" name="rc74">
            <a:extLst>
              <a:ext uri="{FF2B5EF4-FFF2-40B4-BE49-F238E27FC236}">
                <a16:creationId xmlns:a16="http://schemas.microsoft.com/office/drawing/2014/main" id="{09208325-DA3A-A09F-2499-D5D547A70ED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14" name="rc75">
            <a:extLst>
              <a:ext uri="{FF2B5EF4-FFF2-40B4-BE49-F238E27FC236}">
                <a16:creationId xmlns:a16="http://schemas.microsoft.com/office/drawing/2014/main" id="{BF474A51-0C4A-5540-2A04-970EBEE562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20" name="rc76">
            <a:extLst>
              <a:ext uri="{FF2B5EF4-FFF2-40B4-BE49-F238E27FC236}">
                <a16:creationId xmlns:a16="http://schemas.microsoft.com/office/drawing/2014/main" id="{F9F60786-159A-5DED-E06D-B660267B01D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21" name="rc77">
            <a:extLst>
              <a:ext uri="{FF2B5EF4-FFF2-40B4-BE49-F238E27FC236}">
                <a16:creationId xmlns:a16="http://schemas.microsoft.com/office/drawing/2014/main" id="{39B1D99B-10EB-07B6-2D55-E2332F294FE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27" name="rc78">
            <a:extLst>
              <a:ext uri="{FF2B5EF4-FFF2-40B4-BE49-F238E27FC236}">
                <a16:creationId xmlns:a16="http://schemas.microsoft.com/office/drawing/2014/main" id="{0F250909-2E7E-474A-6636-3E927631C13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28" name="rc79">
            <a:extLst>
              <a:ext uri="{FF2B5EF4-FFF2-40B4-BE49-F238E27FC236}">
                <a16:creationId xmlns:a16="http://schemas.microsoft.com/office/drawing/2014/main" id="{4D83E1C9-D344-F212-E045-C14B9302681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29" name="rc80">
            <a:extLst>
              <a:ext uri="{FF2B5EF4-FFF2-40B4-BE49-F238E27FC236}">
                <a16:creationId xmlns:a16="http://schemas.microsoft.com/office/drawing/2014/main" id="{0174C34F-FE2A-33D0-2F3B-A9A48F839F9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30" name="rc81">
            <a:extLst>
              <a:ext uri="{FF2B5EF4-FFF2-40B4-BE49-F238E27FC236}">
                <a16:creationId xmlns:a16="http://schemas.microsoft.com/office/drawing/2014/main" id="{96F8B7E2-27F0-E4E1-EE46-DBBD54D680E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31" name="rc82">
            <a:extLst>
              <a:ext uri="{FF2B5EF4-FFF2-40B4-BE49-F238E27FC236}">
                <a16:creationId xmlns:a16="http://schemas.microsoft.com/office/drawing/2014/main" id="{E8CB39D2-BEE4-94A8-28F0-986BAB37AC8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32" name="rc83">
            <a:extLst>
              <a:ext uri="{FF2B5EF4-FFF2-40B4-BE49-F238E27FC236}">
                <a16:creationId xmlns:a16="http://schemas.microsoft.com/office/drawing/2014/main" id="{72E012E9-1A2E-C7A9-CD20-66DCF8C75DB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33" name="rc84">
            <a:extLst>
              <a:ext uri="{FF2B5EF4-FFF2-40B4-BE49-F238E27FC236}">
                <a16:creationId xmlns:a16="http://schemas.microsoft.com/office/drawing/2014/main" id="{B5DF6F02-5C4E-0FB4-5DA3-BC9DD82136A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34" name="rc85">
            <a:extLst>
              <a:ext uri="{FF2B5EF4-FFF2-40B4-BE49-F238E27FC236}">
                <a16:creationId xmlns:a16="http://schemas.microsoft.com/office/drawing/2014/main" id="{74654E7A-E2FD-A85A-C132-62D34AE9E9A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35" name="rc86">
            <a:extLst>
              <a:ext uri="{FF2B5EF4-FFF2-40B4-BE49-F238E27FC236}">
                <a16:creationId xmlns:a16="http://schemas.microsoft.com/office/drawing/2014/main" id="{4F0F00DA-4093-2EE8-2CA5-34AE595AF6E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36" name="rc87">
            <a:extLst>
              <a:ext uri="{FF2B5EF4-FFF2-40B4-BE49-F238E27FC236}">
                <a16:creationId xmlns:a16="http://schemas.microsoft.com/office/drawing/2014/main" id="{C0CBC971-9F88-250B-26E5-9D6CC5C63BC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37" name="rc88">
            <a:extLst>
              <a:ext uri="{FF2B5EF4-FFF2-40B4-BE49-F238E27FC236}">
                <a16:creationId xmlns:a16="http://schemas.microsoft.com/office/drawing/2014/main" id="{B0846800-ED1F-282E-8C28-42DD6BE3AB4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38" name="rc89">
            <a:extLst>
              <a:ext uri="{FF2B5EF4-FFF2-40B4-BE49-F238E27FC236}">
                <a16:creationId xmlns:a16="http://schemas.microsoft.com/office/drawing/2014/main" id="{BE4FB9F7-B295-E4B0-581E-976F6D4DC80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39" name="rc90">
            <a:extLst>
              <a:ext uri="{FF2B5EF4-FFF2-40B4-BE49-F238E27FC236}">
                <a16:creationId xmlns:a16="http://schemas.microsoft.com/office/drawing/2014/main" id="{3BCC3354-EC70-91BE-021D-4529DA7C7B8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40" name="rc91">
            <a:extLst>
              <a:ext uri="{FF2B5EF4-FFF2-40B4-BE49-F238E27FC236}">
                <a16:creationId xmlns:a16="http://schemas.microsoft.com/office/drawing/2014/main" id="{9EA43C42-F555-776E-05E6-273C14589F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41" name="rc92">
            <a:extLst>
              <a:ext uri="{FF2B5EF4-FFF2-40B4-BE49-F238E27FC236}">
                <a16:creationId xmlns:a16="http://schemas.microsoft.com/office/drawing/2014/main" id="{9F0A344E-4553-FB84-0DF3-A3B1D946A79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42" name="rc93">
            <a:extLst>
              <a:ext uri="{FF2B5EF4-FFF2-40B4-BE49-F238E27FC236}">
                <a16:creationId xmlns:a16="http://schemas.microsoft.com/office/drawing/2014/main" id="{1DED132A-78F8-D29C-61DA-7D313487544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43" name="rc94">
            <a:extLst>
              <a:ext uri="{FF2B5EF4-FFF2-40B4-BE49-F238E27FC236}">
                <a16:creationId xmlns:a16="http://schemas.microsoft.com/office/drawing/2014/main" id="{BC081CCE-D436-2014-E2DF-3EBB093DC7D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44" name="rc95">
            <a:extLst>
              <a:ext uri="{FF2B5EF4-FFF2-40B4-BE49-F238E27FC236}">
                <a16:creationId xmlns:a16="http://schemas.microsoft.com/office/drawing/2014/main" id="{1EBAC3F6-95BB-D4D1-C7B7-8441A7659B9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45" name="rc96">
            <a:extLst>
              <a:ext uri="{FF2B5EF4-FFF2-40B4-BE49-F238E27FC236}">
                <a16:creationId xmlns:a16="http://schemas.microsoft.com/office/drawing/2014/main" id="{03885907-E0DE-9A04-2880-C00517D018E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46" name="rc97">
            <a:extLst>
              <a:ext uri="{FF2B5EF4-FFF2-40B4-BE49-F238E27FC236}">
                <a16:creationId xmlns:a16="http://schemas.microsoft.com/office/drawing/2014/main" id="{56F35F71-49F0-22B2-871C-F25B27E1732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47" name="rc98">
            <a:extLst>
              <a:ext uri="{FF2B5EF4-FFF2-40B4-BE49-F238E27FC236}">
                <a16:creationId xmlns:a16="http://schemas.microsoft.com/office/drawing/2014/main" id="{E336F3FC-B040-141F-083B-7289D582A2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48" name="rc99">
            <a:extLst>
              <a:ext uri="{FF2B5EF4-FFF2-40B4-BE49-F238E27FC236}">
                <a16:creationId xmlns:a16="http://schemas.microsoft.com/office/drawing/2014/main" id="{E0FD5161-2101-85F0-4915-8745092A550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50" name="rc100">
            <a:extLst>
              <a:ext uri="{FF2B5EF4-FFF2-40B4-BE49-F238E27FC236}">
                <a16:creationId xmlns:a16="http://schemas.microsoft.com/office/drawing/2014/main" id="{423D2798-67D5-4218-7B63-C96ED923EA7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51" name="rc101">
            <a:extLst>
              <a:ext uri="{FF2B5EF4-FFF2-40B4-BE49-F238E27FC236}">
                <a16:creationId xmlns:a16="http://schemas.microsoft.com/office/drawing/2014/main" id="{5BE06AD1-F74D-98CB-0E52-F873E78CECA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72" name="rc102">
            <a:extLst>
              <a:ext uri="{FF2B5EF4-FFF2-40B4-BE49-F238E27FC236}">
                <a16:creationId xmlns:a16="http://schemas.microsoft.com/office/drawing/2014/main" id="{0586886E-2A63-2681-C8DE-3FCD9EA7FDD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75" name="rc103">
            <a:extLst>
              <a:ext uri="{FF2B5EF4-FFF2-40B4-BE49-F238E27FC236}">
                <a16:creationId xmlns:a16="http://schemas.microsoft.com/office/drawing/2014/main" id="{31B03B6F-07CF-13D7-36DA-30A6334BEDB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76" name="rc104">
            <a:extLst>
              <a:ext uri="{FF2B5EF4-FFF2-40B4-BE49-F238E27FC236}">
                <a16:creationId xmlns:a16="http://schemas.microsoft.com/office/drawing/2014/main" id="{C9293D83-43F6-FC28-2895-AF1C502BEB6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79" name="rc105">
            <a:extLst>
              <a:ext uri="{FF2B5EF4-FFF2-40B4-BE49-F238E27FC236}">
                <a16:creationId xmlns:a16="http://schemas.microsoft.com/office/drawing/2014/main" id="{E85DDA4F-7CD5-089B-1B67-7D8542CE11A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80" name="rc106">
            <a:extLst>
              <a:ext uri="{FF2B5EF4-FFF2-40B4-BE49-F238E27FC236}">
                <a16:creationId xmlns:a16="http://schemas.microsoft.com/office/drawing/2014/main" id="{D84889F2-FA85-9FBB-70D9-FF0D97BD086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84" name="rc107">
            <a:extLst>
              <a:ext uri="{FF2B5EF4-FFF2-40B4-BE49-F238E27FC236}">
                <a16:creationId xmlns:a16="http://schemas.microsoft.com/office/drawing/2014/main" id="{DEB28247-A4F5-3CE4-7CC9-7B8497CB72A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85" name="rc108">
            <a:extLst>
              <a:ext uri="{FF2B5EF4-FFF2-40B4-BE49-F238E27FC236}">
                <a16:creationId xmlns:a16="http://schemas.microsoft.com/office/drawing/2014/main" id="{580871CC-5F94-7BA6-B835-F6440B2CE94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86" name="rc109">
            <a:extLst>
              <a:ext uri="{FF2B5EF4-FFF2-40B4-BE49-F238E27FC236}">
                <a16:creationId xmlns:a16="http://schemas.microsoft.com/office/drawing/2014/main" id="{7F0DC31D-1907-99B9-8428-3A043AB4132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87" name="rc110">
            <a:extLst>
              <a:ext uri="{FF2B5EF4-FFF2-40B4-BE49-F238E27FC236}">
                <a16:creationId xmlns:a16="http://schemas.microsoft.com/office/drawing/2014/main" id="{CBA94CCC-4E13-F1EA-095B-9AC264E57C8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88" name="rc111">
            <a:extLst>
              <a:ext uri="{FF2B5EF4-FFF2-40B4-BE49-F238E27FC236}">
                <a16:creationId xmlns:a16="http://schemas.microsoft.com/office/drawing/2014/main" id="{E90EE8BD-D0E0-D3DB-5FE7-E426E9CE28C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89" name="rc112">
            <a:extLst>
              <a:ext uri="{FF2B5EF4-FFF2-40B4-BE49-F238E27FC236}">
                <a16:creationId xmlns:a16="http://schemas.microsoft.com/office/drawing/2014/main" id="{4C9FF4B2-73BF-1EE6-4ACD-C2396AC8434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90" name="rc113">
            <a:extLst>
              <a:ext uri="{FF2B5EF4-FFF2-40B4-BE49-F238E27FC236}">
                <a16:creationId xmlns:a16="http://schemas.microsoft.com/office/drawing/2014/main" id="{0CA358D0-ED08-B8C0-5656-B76E9DE9623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91" name="rc114">
            <a:extLst>
              <a:ext uri="{FF2B5EF4-FFF2-40B4-BE49-F238E27FC236}">
                <a16:creationId xmlns:a16="http://schemas.microsoft.com/office/drawing/2014/main" id="{9FA4780F-DBFC-6910-1804-6FF154F83B5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92" name="rc115">
            <a:extLst>
              <a:ext uri="{FF2B5EF4-FFF2-40B4-BE49-F238E27FC236}">
                <a16:creationId xmlns:a16="http://schemas.microsoft.com/office/drawing/2014/main" id="{4493D37E-6039-4F08-3676-E69BC078638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93" name="rc116">
            <a:extLst>
              <a:ext uri="{FF2B5EF4-FFF2-40B4-BE49-F238E27FC236}">
                <a16:creationId xmlns:a16="http://schemas.microsoft.com/office/drawing/2014/main" id="{100F8CC4-749D-2032-1A6E-E754C90D23D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94" name="rc117">
            <a:extLst>
              <a:ext uri="{FF2B5EF4-FFF2-40B4-BE49-F238E27FC236}">
                <a16:creationId xmlns:a16="http://schemas.microsoft.com/office/drawing/2014/main" id="{7998D02B-F980-D196-8B11-3747356E29B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95" name="rc118">
            <a:extLst>
              <a:ext uri="{FF2B5EF4-FFF2-40B4-BE49-F238E27FC236}">
                <a16:creationId xmlns:a16="http://schemas.microsoft.com/office/drawing/2014/main" id="{45A26183-3500-1FF3-16F4-EC5614CD40E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96" name="rc119">
            <a:extLst>
              <a:ext uri="{FF2B5EF4-FFF2-40B4-BE49-F238E27FC236}">
                <a16:creationId xmlns:a16="http://schemas.microsoft.com/office/drawing/2014/main" id="{E233AFAB-5577-5A99-0DFB-6CF37D42BBD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97" name="rc120">
            <a:extLst>
              <a:ext uri="{FF2B5EF4-FFF2-40B4-BE49-F238E27FC236}">
                <a16:creationId xmlns:a16="http://schemas.microsoft.com/office/drawing/2014/main" id="{193DED9C-E64A-8154-EAB8-C5F3F19218D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98" name="rc121">
            <a:extLst>
              <a:ext uri="{FF2B5EF4-FFF2-40B4-BE49-F238E27FC236}">
                <a16:creationId xmlns:a16="http://schemas.microsoft.com/office/drawing/2014/main" id="{6CEBE1B8-767A-9641-388D-7BF60287402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199" name="rc122">
            <a:extLst>
              <a:ext uri="{FF2B5EF4-FFF2-40B4-BE49-F238E27FC236}">
                <a16:creationId xmlns:a16="http://schemas.microsoft.com/office/drawing/2014/main" id="{E8018B2F-1D61-4E93-9C2C-5C7C8E83007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00" name="rc123">
            <a:extLst>
              <a:ext uri="{FF2B5EF4-FFF2-40B4-BE49-F238E27FC236}">
                <a16:creationId xmlns:a16="http://schemas.microsoft.com/office/drawing/2014/main" id="{79AE9A79-D5BD-8E11-DA17-A57E169EF44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01" name="rc124">
            <a:extLst>
              <a:ext uri="{FF2B5EF4-FFF2-40B4-BE49-F238E27FC236}">
                <a16:creationId xmlns:a16="http://schemas.microsoft.com/office/drawing/2014/main" id="{F62880A8-87A2-06A3-6B79-DAE65BFCC3C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02" name="rc125">
            <a:extLst>
              <a:ext uri="{FF2B5EF4-FFF2-40B4-BE49-F238E27FC236}">
                <a16:creationId xmlns:a16="http://schemas.microsoft.com/office/drawing/2014/main" id="{41EDC638-A6B5-E0E2-D5CC-054F4A40229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03" name="rc126">
            <a:extLst>
              <a:ext uri="{FF2B5EF4-FFF2-40B4-BE49-F238E27FC236}">
                <a16:creationId xmlns:a16="http://schemas.microsoft.com/office/drawing/2014/main" id="{2106A085-FF85-5BD5-F5BA-5710BCA0A1C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04" name="rc127">
            <a:extLst>
              <a:ext uri="{FF2B5EF4-FFF2-40B4-BE49-F238E27FC236}">
                <a16:creationId xmlns:a16="http://schemas.microsoft.com/office/drawing/2014/main" id="{BB5C1E3B-B33A-63B2-FF5C-73C800CBAD6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05" name="rc128">
            <a:extLst>
              <a:ext uri="{FF2B5EF4-FFF2-40B4-BE49-F238E27FC236}">
                <a16:creationId xmlns:a16="http://schemas.microsoft.com/office/drawing/2014/main" id="{EA4C7A30-47B1-E90B-AD99-7F61543C8FD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06" name="rc129">
            <a:extLst>
              <a:ext uri="{FF2B5EF4-FFF2-40B4-BE49-F238E27FC236}">
                <a16:creationId xmlns:a16="http://schemas.microsoft.com/office/drawing/2014/main" id="{199776DE-3381-A5C4-A82A-9FE3C4E68CF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07" name="rc130">
            <a:extLst>
              <a:ext uri="{FF2B5EF4-FFF2-40B4-BE49-F238E27FC236}">
                <a16:creationId xmlns:a16="http://schemas.microsoft.com/office/drawing/2014/main" id="{8B477CF4-9B69-D308-C056-3D450CBFEC9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08" name="rc131">
            <a:extLst>
              <a:ext uri="{FF2B5EF4-FFF2-40B4-BE49-F238E27FC236}">
                <a16:creationId xmlns:a16="http://schemas.microsoft.com/office/drawing/2014/main" id="{80EB85C7-85A9-67C6-7728-D39ED454450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09" name="rc132">
            <a:extLst>
              <a:ext uri="{FF2B5EF4-FFF2-40B4-BE49-F238E27FC236}">
                <a16:creationId xmlns:a16="http://schemas.microsoft.com/office/drawing/2014/main" id="{E1EDDE73-9432-BF78-44BC-680024F8FE3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10" name="rc133">
            <a:extLst>
              <a:ext uri="{FF2B5EF4-FFF2-40B4-BE49-F238E27FC236}">
                <a16:creationId xmlns:a16="http://schemas.microsoft.com/office/drawing/2014/main" id="{A9E92EDC-E38E-B2E4-2AAE-DE1477B2CF6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11" name="rc134">
            <a:extLst>
              <a:ext uri="{FF2B5EF4-FFF2-40B4-BE49-F238E27FC236}">
                <a16:creationId xmlns:a16="http://schemas.microsoft.com/office/drawing/2014/main" id="{83E712AD-0507-0343-F72C-05C8C099433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12" name="rc135">
            <a:extLst>
              <a:ext uri="{FF2B5EF4-FFF2-40B4-BE49-F238E27FC236}">
                <a16:creationId xmlns:a16="http://schemas.microsoft.com/office/drawing/2014/main" id="{D731A615-790A-F286-085C-2E6249F6BFA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13" name="rc136">
            <a:extLst>
              <a:ext uri="{FF2B5EF4-FFF2-40B4-BE49-F238E27FC236}">
                <a16:creationId xmlns:a16="http://schemas.microsoft.com/office/drawing/2014/main" id="{AC02E6E9-600F-466F-BD0B-083F670D055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14" name="rc137">
            <a:extLst>
              <a:ext uri="{FF2B5EF4-FFF2-40B4-BE49-F238E27FC236}">
                <a16:creationId xmlns:a16="http://schemas.microsoft.com/office/drawing/2014/main" id="{8BC0932E-BEBC-42F9-2DC5-DD8F896F74C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15" name="rc138">
            <a:extLst>
              <a:ext uri="{FF2B5EF4-FFF2-40B4-BE49-F238E27FC236}">
                <a16:creationId xmlns:a16="http://schemas.microsoft.com/office/drawing/2014/main" id="{E4A673D4-F17B-60E8-B17A-20A9B44B5CF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16" name="rc139">
            <a:extLst>
              <a:ext uri="{FF2B5EF4-FFF2-40B4-BE49-F238E27FC236}">
                <a16:creationId xmlns:a16="http://schemas.microsoft.com/office/drawing/2014/main" id="{CB741B7B-40E8-838B-EC8C-4DD0CC7A82E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17" name="rc140">
            <a:extLst>
              <a:ext uri="{FF2B5EF4-FFF2-40B4-BE49-F238E27FC236}">
                <a16:creationId xmlns:a16="http://schemas.microsoft.com/office/drawing/2014/main" id="{F7722364-C6C0-E0AA-C1BF-83418931CEF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18" name="rc141">
            <a:extLst>
              <a:ext uri="{FF2B5EF4-FFF2-40B4-BE49-F238E27FC236}">
                <a16:creationId xmlns:a16="http://schemas.microsoft.com/office/drawing/2014/main" id="{1FEA39DB-A384-5359-114F-D835B5E8C87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19" name="rc142">
            <a:extLst>
              <a:ext uri="{FF2B5EF4-FFF2-40B4-BE49-F238E27FC236}">
                <a16:creationId xmlns:a16="http://schemas.microsoft.com/office/drawing/2014/main" id="{7F449A8F-D8D9-8254-7CB8-ACFD0918164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20" name="rc143">
            <a:extLst>
              <a:ext uri="{FF2B5EF4-FFF2-40B4-BE49-F238E27FC236}">
                <a16:creationId xmlns:a16="http://schemas.microsoft.com/office/drawing/2014/main" id="{39A62BD4-E164-4DCA-24BA-EB6B7462095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21" name="rc144">
            <a:extLst>
              <a:ext uri="{FF2B5EF4-FFF2-40B4-BE49-F238E27FC236}">
                <a16:creationId xmlns:a16="http://schemas.microsoft.com/office/drawing/2014/main" id="{D69CB21F-9A16-2000-0F6B-141B307D6CA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22" name="rc145">
            <a:extLst>
              <a:ext uri="{FF2B5EF4-FFF2-40B4-BE49-F238E27FC236}">
                <a16:creationId xmlns:a16="http://schemas.microsoft.com/office/drawing/2014/main" id="{CA9C1C1D-203A-A315-B75A-4F4B6D8CA94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23" name="rc146">
            <a:extLst>
              <a:ext uri="{FF2B5EF4-FFF2-40B4-BE49-F238E27FC236}">
                <a16:creationId xmlns:a16="http://schemas.microsoft.com/office/drawing/2014/main" id="{4DE1DC28-505D-6128-1C24-A99886D38BF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24" name="rc147">
            <a:extLst>
              <a:ext uri="{FF2B5EF4-FFF2-40B4-BE49-F238E27FC236}">
                <a16:creationId xmlns:a16="http://schemas.microsoft.com/office/drawing/2014/main" id="{65E7E271-5DF2-E1F4-533E-484F1232AA3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25" name="rc148">
            <a:extLst>
              <a:ext uri="{FF2B5EF4-FFF2-40B4-BE49-F238E27FC236}">
                <a16:creationId xmlns:a16="http://schemas.microsoft.com/office/drawing/2014/main" id="{50205569-BA17-588D-A090-B9860C3E940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26" name="rc149">
            <a:extLst>
              <a:ext uri="{FF2B5EF4-FFF2-40B4-BE49-F238E27FC236}">
                <a16:creationId xmlns:a16="http://schemas.microsoft.com/office/drawing/2014/main" id="{39DB9F94-BEB2-AF36-950F-2571F746DE9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27" name="rc150">
            <a:extLst>
              <a:ext uri="{FF2B5EF4-FFF2-40B4-BE49-F238E27FC236}">
                <a16:creationId xmlns:a16="http://schemas.microsoft.com/office/drawing/2014/main" id="{2B806826-5888-DEFD-F1F3-B64B08A58C5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28" name="rc151">
            <a:extLst>
              <a:ext uri="{FF2B5EF4-FFF2-40B4-BE49-F238E27FC236}">
                <a16:creationId xmlns:a16="http://schemas.microsoft.com/office/drawing/2014/main" id="{588E8249-153C-3061-CFCE-AA3B745CFBE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29" name="rc152">
            <a:extLst>
              <a:ext uri="{FF2B5EF4-FFF2-40B4-BE49-F238E27FC236}">
                <a16:creationId xmlns:a16="http://schemas.microsoft.com/office/drawing/2014/main" id="{D34543CE-94DF-0A71-14B9-3792B1CF82C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30" name="rc153">
            <a:extLst>
              <a:ext uri="{FF2B5EF4-FFF2-40B4-BE49-F238E27FC236}">
                <a16:creationId xmlns:a16="http://schemas.microsoft.com/office/drawing/2014/main" id="{922CC137-FCCC-07E2-D522-E15DD88AD66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31" name="rc154">
            <a:extLst>
              <a:ext uri="{FF2B5EF4-FFF2-40B4-BE49-F238E27FC236}">
                <a16:creationId xmlns:a16="http://schemas.microsoft.com/office/drawing/2014/main" id="{00E5EE92-3389-A0CB-D7D0-C19E88B8435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32" name="rc155">
            <a:extLst>
              <a:ext uri="{FF2B5EF4-FFF2-40B4-BE49-F238E27FC236}">
                <a16:creationId xmlns:a16="http://schemas.microsoft.com/office/drawing/2014/main" id="{9A72FE0C-F111-120E-737C-A8F0C348C8F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33" name="rc156">
            <a:extLst>
              <a:ext uri="{FF2B5EF4-FFF2-40B4-BE49-F238E27FC236}">
                <a16:creationId xmlns:a16="http://schemas.microsoft.com/office/drawing/2014/main" id="{8892CACF-BF18-79A9-3916-8AC5AC5D26C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34" name="rc157">
            <a:extLst>
              <a:ext uri="{FF2B5EF4-FFF2-40B4-BE49-F238E27FC236}">
                <a16:creationId xmlns:a16="http://schemas.microsoft.com/office/drawing/2014/main" id="{22EAB854-CFB0-38A7-D313-DE2BBF72F3F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35" name="rc158">
            <a:extLst>
              <a:ext uri="{FF2B5EF4-FFF2-40B4-BE49-F238E27FC236}">
                <a16:creationId xmlns:a16="http://schemas.microsoft.com/office/drawing/2014/main" id="{D0D1C67D-3826-C025-2D7C-567BFF74481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36" name="rc159">
            <a:extLst>
              <a:ext uri="{FF2B5EF4-FFF2-40B4-BE49-F238E27FC236}">
                <a16:creationId xmlns:a16="http://schemas.microsoft.com/office/drawing/2014/main" id="{71A95373-5E26-F11C-F44D-B383225DD49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37" name="rc160">
            <a:extLst>
              <a:ext uri="{FF2B5EF4-FFF2-40B4-BE49-F238E27FC236}">
                <a16:creationId xmlns:a16="http://schemas.microsoft.com/office/drawing/2014/main" id="{63529C3E-FCAB-5114-A87C-E3CAD73B001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38" name="rc161">
            <a:extLst>
              <a:ext uri="{FF2B5EF4-FFF2-40B4-BE49-F238E27FC236}">
                <a16:creationId xmlns:a16="http://schemas.microsoft.com/office/drawing/2014/main" id="{263B60F9-AEC6-81F4-5D5C-C2AFAC7784B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39" name="rc162">
            <a:extLst>
              <a:ext uri="{FF2B5EF4-FFF2-40B4-BE49-F238E27FC236}">
                <a16:creationId xmlns:a16="http://schemas.microsoft.com/office/drawing/2014/main" id="{FF1FABF2-FBC5-058D-BB09-DCFEBC7B8BB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40" name="rc163">
            <a:extLst>
              <a:ext uri="{FF2B5EF4-FFF2-40B4-BE49-F238E27FC236}">
                <a16:creationId xmlns:a16="http://schemas.microsoft.com/office/drawing/2014/main" id="{E28F1C23-6594-E6D8-EC14-661F518EAE2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41" name="rc164">
            <a:extLst>
              <a:ext uri="{FF2B5EF4-FFF2-40B4-BE49-F238E27FC236}">
                <a16:creationId xmlns:a16="http://schemas.microsoft.com/office/drawing/2014/main" id="{7BE48DC3-DAC7-D21F-76B1-5D8E382D35B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42" name="rc165">
            <a:extLst>
              <a:ext uri="{FF2B5EF4-FFF2-40B4-BE49-F238E27FC236}">
                <a16:creationId xmlns:a16="http://schemas.microsoft.com/office/drawing/2014/main" id="{F83A1786-286D-CEFB-B9A4-0B364C1BE8F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43" name="rc166">
            <a:extLst>
              <a:ext uri="{FF2B5EF4-FFF2-40B4-BE49-F238E27FC236}">
                <a16:creationId xmlns:a16="http://schemas.microsoft.com/office/drawing/2014/main" id="{3A272C19-BF5E-42D0-F248-46F8A8FCDA7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44" name="rc167">
            <a:extLst>
              <a:ext uri="{FF2B5EF4-FFF2-40B4-BE49-F238E27FC236}">
                <a16:creationId xmlns:a16="http://schemas.microsoft.com/office/drawing/2014/main" id="{A83EAAD2-299A-E6BE-D41F-CE3A7104B17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45" name="rc168">
            <a:extLst>
              <a:ext uri="{FF2B5EF4-FFF2-40B4-BE49-F238E27FC236}">
                <a16:creationId xmlns:a16="http://schemas.microsoft.com/office/drawing/2014/main" id="{1E373D05-BED1-554A-7850-E2BF3E16676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46" name="rc169">
            <a:extLst>
              <a:ext uri="{FF2B5EF4-FFF2-40B4-BE49-F238E27FC236}">
                <a16:creationId xmlns:a16="http://schemas.microsoft.com/office/drawing/2014/main" id="{5B87B7FB-EB93-8E5A-B4C7-74EB981536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47" name="rc170">
            <a:extLst>
              <a:ext uri="{FF2B5EF4-FFF2-40B4-BE49-F238E27FC236}">
                <a16:creationId xmlns:a16="http://schemas.microsoft.com/office/drawing/2014/main" id="{EE529D9E-A336-F293-5AED-DD0FB7AF678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48" name="rc171">
            <a:extLst>
              <a:ext uri="{FF2B5EF4-FFF2-40B4-BE49-F238E27FC236}">
                <a16:creationId xmlns:a16="http://schemas.microsoft.com/office/drawing/2014/main" id="{F3A51559-9F22-BEB8-4356-476B28D49ED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49" name="rc172">
            <a:extLst>
              <a:ext uri="{FF2B5EF4-FFF2-40B4-BE49-F238E27FC236}">
                <a16:creationId xmlns:a16="http://schemas.microsoft.com/office/drawing/2014/main" id="{880300A7-2670-04FE-5E06-1C1778C9916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50" name="rc173">
            <a:extLst>
              <a:ext uri="{FF2B5EF4-FFF2-40B4-BE49-F238E27FC236}">
                <a16:creationId xmlns:a16="http://schemas.microsoft.com/office/drawing/2014/main" id="{476EDC17-AEA3-A6D3-D7B4-F88B12E1C60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51" name="rc174">
            <a:extLst>
              <a:ext uri="{FF2B5EF4-FFF2-40B4-BE49-F238E27FC236}">
                <a16:creationId xmlns:a16="http://schemas.microsoft.com/office/drawing/2014/main" id="{50E6FA80-2A10-2E50-EA0E-54A1307CB78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52" name="rc175">
            <a:extLst>
              <a:ext uri="{FF2B5EF4-FFF2-40B4-BE49-F238E27FC236}">
                <a16:creationId xmlns:a16="http://schemas.microsoft.com/office/drawing/2014/main" id="{4BDD024D-45A7-B18B-0D36-4E214400591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53" name="rc176">
            <a:extLst>
              <a:ext uri="{FF2B5EF4-FFF2-40B4-BE49-F238E27FC236}">
                <a16:creationId xmlns:a16="http://schemas.microsoft.com/office/drawing/2014/main" id="{24655D60-DA22-E423-727E-3E10ED291BB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54" name="rc177">
            <a:extLst>
              <a:ext uri="{FF2B5EF4-FFF2-40B4-BE49-F238E27FC236}">
                <a16:creationId xmlns:a16="http://schemas.microsoft.com/office/drawing/2014/main" id="{273F3E61-BFF0-7EC7-0A4E-DF6C4FA457C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55" name="rc178">
            <a:extLst>
              <a:ext uri="{FF2B5EF4-FFF2-40B4-BE49-F238E27FC236}">
                <a16:creationId xmlns:a16="http://schemas.microsoft.com/office/drawing/2014/main" id="{54D9A41E-619E-4013-7E51-EA02933ABF8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56" name="rc179">
            <a:extLst>
              <a:ext uri="{FF2B5EF4-FFF2-40B4-BE49-F238E27FC236}">
                <a16:creationId xmlns:a16="http://schemas.microsoft.com/office/drawing/2014/main" id="{771CA77E-14F5-2553-E53E-F3516BEA21D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57" name="rc180">
            <a:extLst>
              <a:ext uri="{FF2B5EF4-FFF2-40B4-BE49-F238E27FC236}">
                <a16:creationId xmlns:a16="http://schemas.microsoft.com/office/drawing/2014/main" id="{1079CE4B-ED07-F290-53E6-A9A55FD7579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58" name="rc181">
            <a:extLst>
              <a:ext uri="{FF2B5EF4-FFF2-40B4-BE49-F238E27FC236}">
                <a16:creationId xmlns:a16="http://schemas.microsoft.com/office/drawing/2014/main" id="{BD28797C-B0CB-49EF-2E80-CB775807388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59" name="rc182">
            <a:extLst>
              <a:ext uri="{FF2B5EF4-FFF2-40B4-BE49-F238E27FC236}">
                <a16:creationId xmlns:a16="http://schemas.microsoft.com/office/drawing/2014/main" id="{259E4660-CC1F-52AE-210F-BD4BAD2319A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60" name="rc183">
            <a:extLst>
              <a:ext uri="{FF2B5EF4-FFF2-40B4-BE49-F238E27FC236}">
                <a16:creationId xmlns:a16="http://schemas.microsoft.com/office/drawing/2014/main" id="{52DEEA69-618F-150E-7130-14F67FA8CB7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61" name="rc184">
            <a:extLst>
              <a:ext uri="{FF2B5EF4-FFF2-40B4-BE49-F238E27FC236}">
                <a16:creationId xmlns:a16="http://schemas.microsoft.com/office/drawing/2014/main" id="{E3ED5538-D536-9706-9DC5-78811334BC5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62" name="rc185">
            <a:extLst>
              <a:ext uri="{FF2B5EF4-FFF2-40B4-BE49-F238E27FC236}">
                <a16:creationId xmlns:a16="http://schemas.microsoft.com/office/drawing/2014/main" id="{3DD1C1EA-B50E-966E-98F3-91DFB4C7343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63" name="rc186">
            <a:extLst>
              <a:ext uri="{FF2B5EF4-FFF2-40B4-BE49-F238E27FC236}">
                <a16:creationId xmlns:a16="http://schemas.microsoft.com/office/drawing/2014/main" id="{4772B763-7028-D4BF-D232-FC449E03606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64" name="rc187">
            <a:extLst>
              <a:ext uri="{FF2B5EF4-FFF2-40B4-BE49-F238E27FC236}">
                <a16:creationId xmlns:a16="http://schemas.microsoft.com/office/drawing/2014/main" id="{957A2BEF-1FF1-F03F-0571-2137D59590C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65" name="rc188">
            <a:extLst>
              <a:ext uri="{FF2B5EF4-FFF2-40B4-BE49-F238E27FC236}">
                <a16:creationId xmlns:a16="http://schemas.microsoft.com/office/drawing/2014/main" id="{EE52983C-EB64-67AE-3285-4539AC81B97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66" name="rc189">
            <a:extLst>
              <a:ext uri="{FF2B5EF4-FFF2-40B4-BE49-F238E27FC236}">
                <a16:creationId xmlns:a16="http://schemas.microsoft.com/office/drawing/2014/main" id="{CDD00F8D-177C-037E-F65F-2946CE03E76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67" name="rc190">
            <a:extLst>
              <a:ext uri="{FF2B5EF4-FFF2-40B4-BE49-F238E27FC236}">
                <a16:creationId xmlns:a16="http://schemas.microsoft.com/office/drawing/2014/main" id="{8DDCA912-D129-6413-0C0C-DC95F0C69BE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68" name="rc191">
            <a:extLst>
              <a:ext uri="{FF2B5EF4-FFF2-40B4-BE49-F238E27FC236}">
                <a16:creationId xmlns:a16="http://schemas.microsoft.com/office/drawing/2014/main" id="{B246FF5D-20ED-35A5-BB78-66D6E8506A6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69" name="rc192">
            <a:extLst>
              <a:ext uri="{FF2B5EF4-FFF2-40B4-BE49-F238E27FC236}">
                <a16:creationId xmlns:a16="http://schemas.microsoft.com/office/drawing/2014/main" id="{03DFD1A6-6539-2860-AA50-76BF11BD191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70" name="rc193">
            <a:extLst>
              <a:ext uri="{FF2B5EF4-FFF2-40B4-BE49-F238E27FC236}">
                <a16:creationId xmlns:a16="http://schemas.microsoft.com/office/drawing/2014/main" id="{12E47281-334C-87C6-09EE-10EB8CC63A0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71" name="rc194">
            <a:extLst>
              <a:ext uri="{FF2B5EF4-FFF2-40B4-BE49-F238E27FC236}">
                <a16:creationId xmlns:a16="http://schemas.microsoft.com/office/drawing/2014/main" id="{E746CC66-4688-829C-7DF8-91F20AA6A14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72" name="rc195">
            <a:extLst>
              <a:ext uri="{FF2B5EF4-FFF2-40B4-BE49-F238E27FC236}">
                <a16:creationId xmlns:a16="http://schemas.microsoft.com/office/drawing/2014/main" id="{411EE424-090F-C753-CBC7-1E03466F3FD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73" name="rc196">
            <a:extLst>
              <a:ext uri="{FF2B5EF4-FFF2-40B4-BE49-F238E27FC236}">
                <a16:creationId xmlns:a16="http://schemas.microsoft.com/office/drawing/2014/main" id="{2AE3A9B7-7354-4984-FEFC-F2924FC9FFB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74" name="rc197">
            <a:extLst>
              <a:ext uri="{FF2B5EF4-FFF2-40B4-BE49-F238E27FC236}">
                <a16:creationId xmlns:a16="http://schemas.microsoft.com/office/drawing/2014/main" id="{29BA752F-21DD-D153-3E96-5B7978AE37C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75" name="rc198">
            <a:extLst>
              <a:ext uri="{FF2B5EF4-FFF2-40B4-BE49-F238E27FC236}">
                <a16:creationId xmlns:a16="http://schemas.microsoft.com/office/drawing/2014/main" id="{8E15B510-683A-E226-6701-8550C0FC731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76" name="rc199">
            <a:extLst>
              <a:ext uri="{FF2B5EF4-FFF2-40B4-BE49-F238E27FC236}">
                <a16:creationId xmlns:a16="http://schemas.microsoft.com/office/drawing/2014/main" id="{FD22175B-8636-3A7E-999E-68DA420CA51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77" name="rc200">
            <a:extLst>
              <a:ext uri="{FF2B5EF4-FFF2-40B4-BE49-F238E27FC236}">
                <a16:creationId xmlns:a16="http://schemas.microsoft.com/office/drawing/2014/main" id="{936C5177-BA82-DEEA-07E2-0E7898796BD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78" name="rc201">
            <a:extLst>
              <a:ext uri="{FF2B5EF4-FFF2-40B4-BE49-F238E27FC236}">
                <a16:creationId xmlns:a16="http://schemas.microsoft.com/office/drawing/2014/main" id="{91745550-DC0F-13F5-99BB-656B3357C69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79" name="rc202">
            <a:extLst>
              <a:ext uri="{FF2B5EF4-FFF2-40B4-BE49-F238E27FC236}">
                <a16:creationId xmlns:a16="http://schemas.microsoft.com/office/drawing/2014/main" id="{42B340E4-C418-E1C2-00A0-87783E1EC6B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80" name="rc203">
            <a:extLst>
              <a:ext uri="{FF2B5EF4-FFF2-40B4-BE49-F238E27FC236}">
                <a16:creationId xmlns:a16="http://schemas.microsoft.com/office/drawing/2014/main" id="{24594E72-E43D-A921-08A3-2D84E3F9019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81" name="rc204">
            <a:extLst>
              <a:ext uri="{FF2B5EF4-FFF2-40B4-BE49-F238E27FC236}">
                <a16:creationId xmlns:a16="http://schemas.microsoft.com/office/drawing/2014/main" id="{C2A1A9F7-E646-CA33-DB49-A70B5B2228D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82" name="rc205">
            <a:extLst>
              <a:ext uri="{FF2B5EF4-FFF2-40B4-BE49-F238E27FC236}">
                <a16:creationId xmlns:a16="http://schemas.microsoft.com/office/drawing/2014/main" id="{944207A2-4FCC-A018-B70E-FBDD386DF19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83" name="rc206">
            <a:extLst>
              <a:ext uri="{FF2B5EF4-FFF2-40B4-BE49-F238E27FC236}">
                <a16:creationId xmlns:a16="http://schemas.microsoft.com/office/drawing/2014/main" id="{9600DF7F-F034-48FD-0CE6-115EDC06BC6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84" name="rc207">
            <a:extLst>
              <a:ext uri="{FF2B5EF4-FFF2-40B4-BE49-F238E27FC236}">
                <a16:creationId xmlns:a16="http://schemas.microsoft.com/office/drawing/2014/main" id="{51960B9C-91DD-9713-F2AF-4A65FA00DF9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85" name="rc208">
            <a:extLst>
              <a:ext uri="{FF2B5EF4-FFF2-40B4-BE49-F238E27FC236}">
                <a16:creationId xmlns:a16="http://schemas.microsoft.com/office/drawing/2014/main" id="{8E29D7C5-E2B3-913B-CDCF-216D402F317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86" name="rc209">
            <a:extLst>
              <a:ext uri="{FF2B5EF4-FFF2-40B4-BE49-F238E27FC236}">
                <a16:creationId xmlns:a16="http://schemas.microsoft.com/office/drawing/2014/main" id="{73C0A723-FFED-D7B3-F7C6-E3F9DE234CB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87" name="rc210">
            <a:extLst>
              <a:ext uri="{FF2B5EF4-FFF2-40B4-BE49-F238E27FC236}">
                <a16:creationId xmlns:a16="http://schemas.microsoft.com/office/drawing/2014/main" id="{72596C51-9C57-7FC0-2007-185D2FAB518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88" name="rc211">
            <a:extLst>
              <a:ext uri="{FF2B5EF4-FFF2-40B4-BE49-F238E27FC236}">
                <a16:creationId xmlns:a16="http://schemas.microsoft.com/office/drawing/2014/main" id="{F71B67DF-130F-F928-B125-9FBD14D608C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89" name="rc212">
            <a:extLst>
              <a:ext uri="{FF2B5EF4-FFF2-40B4-BE49-F238E27FC236}">
                <a16:creationId xmlns:a16="http://schemas.microsoft.com/office/drawing/2014/main" id="{71C093F1-640E-0F93-3E5D-6F9A5659B18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90" name="rc213">
            <a:extLst>
              <a:ext uri="{FF2B5EF4-FFF2-40B4-BE49-F238E27FC236}">
                <a16:creationId xmlns:a16="http://schemas.microsoft.com/office/drawing/2014/main" id="{92CAFD94-EED4-4D07-1DC5-7C82246EB98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91" name="rc214">
            <a:extLst>
              <a:ext uri="{FF2B5EF4-FFF2-40B4-BE49-F238E27FC236}">
                <a16:creationId xmlns:a16="http://schemas.microsoft.com/office/drawing/2014/main" id="{13F5A87C-2218-D546-63D1-3F29F36F37E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92" name="rc215">
            <a:extLst>
              <a:ext uri="{FF2B5EF4-FFF2-40B4-BE49-F238E27FC236}">
                <a16:creationId xmlns:a16="http://schemas.microsoft.com/office/drawing/2014/main" id="{28DF212D-27F8-31CE-4821-4EA49F7097B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93" name="rc216">
            <a:extLst>
              <a:ext uri="{FF2B5EF4-FFF2-40B4-BE49-F238E27FC236}">
                <a16:creationId xmlns:a16="http://schemas.microsoft.com/office/drawing/2014/main" id="{9D6C98E8-9F9A-50AA-56C0-BD1C7BE4A16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94" name="rc217">
            <a:extLst>
              <a:ext uri="{FF2B5EF4-FFF2-40B4-BE49-F238E27FC236}">
                <a16:creationId xmlns:a16="http://schemas.microsoft.com/office/drawing/2014/main" id="{D3F19393-2066-33AF-2300-125981120FD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95" name="rc218">
            <a:extLst>
              <a:ext uri="{FF2B5EF4-FFF2-40B4-BE49-F238E27FC236}">
                <a16:creationId xmlns:a16="http://schemas.microsoft.com/office/drawing/2014/main" id="{50E702A6-C6CE-44D2-669A-93D6F21B4EB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96" name="rc219">
            <a:extLst>
              <a:ext uri="{FF2B5EF4-FFF2-40B4-BE49-F238E27FC236}">
                <a16:creationId xmlns:a16="http://schemas.microsoft.com/office/drawing/2014/main" id="{5DDBCA8C-C118-237D-8626-CD5FAC37EFC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97" name="rc220">
            <a:extLst>
              <a:ext uri="{FF2B5EF4-FFF2-40B4-BE49-F238E27FC236}">
                <a16:creationId xmlns:a16="http://schemas.microsoft.com/office/drawing/2014/main" id="{6476AB22-9F7C-D410-BDB6-0AA39EBC98C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98" name="rc221">
            <a:extLst>
              <a:ext uri="{FF2B5EF4-FFF2-40B4-BE49-F238E27FC236}">
                <a16:creationId xmlns:a16="http://schemas.microsoft.com/office/drawing/2014/main" id="{05596A2D-31CC-B491-D948-DDB73E1BDE9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299" name="rc222">
            <a:extLst>
              <a:ext uri="{FF2B5EF4-FFF2-40B4-BE49-F238E27FC236}">
                <a16:creationId xmlns:a16="http://schemas.microsoft.com/office/drawing/2014/main" id="{D6C9B71F-37FB-4ABB-50BD-070B12488EC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00" name="rc223">
            <a:extLst>
              <a:ext uri="{FF2B5EF4-FFF2-40B4-BE49-F238E27FC236}">
                <a16:creationId xmlns:a16="http://schemas.microsoft.com/office/drawing/2014/main" id="{BE680834-0814-B9B6-1B6A-6B7406A565A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01" name="rc224">
            <a:extLst>
              <a:ext uri="{FF2B5EF4-FFF2-40B4-BE49-F238E27FC236}">
                <a16:creationId xmlns:a16="http://schemas.microsoft.com/office/drawing/2014/main" id="{21DC4E82-683B-F855-D5C5-4B94B6B9934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02" name="rc225">
            <a:extLst>
              <a:ext uri="{FF2B5EF4-FFF2-40B4-BE49-F238E27FC236}">
                <a16:creationId xmlns:a16="http://schemas.microsoft.com/office/drawing/2014/main" id="{6A403F11-11EE-C5EA-56D2-6112979ECE5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03" name="rc226">
            <a:extLst>
              <a:ext uri="{FF2B5EF4-FFF2-40B4-BE49-F238E27FC236}">
                <a16:creationId xmlns:a16="http://schemas.microsoft.com/office/drawing/2014/main" id="{97E2DF0B-793B-0E66-BF9F-E16510F2880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04" name="rc227">
            <a:extLst>
              <a:ext uri="{FF2B5EF4-FFF2-40B4-BE49-F238E27FC236}">
                <a16:creationId xmlns:a16="http://schemas.microsoft.com/office/drawing/2014/main" id="{025B5AD7-E6BA-81FB-20DA-03DC3562845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05" name="rc228">
            <a:extLst>
              <a:ext uri="{FF2B5EF4-FFF2-40B4-BE49-F238E27FC236}">
                <a16:creationId xmlns:a16="http://schemas.microsoft.com/office/drawing/2014/main" id="{D7D4F30E-8FAC-69AA-33DA-6CB8A92480F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06" name="rc229">
            <a:extLst>
              <a:ext uri="{FF2B5EF4-FFF2-40B4-BE49-F238E27FC236}">
                <a16:creationId xmlns:a16="http://schemas.microsoft.com/office/drawing/2014/main" id="{6C22EFE5-97AA-9164-3B06-CE25B9614AE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07" name="rc230">
            <a:extLst>
              <a:ext uri="{FF2B5EF4-FFF2-40B4-BE49-F238E27FC236}">
                <a16:creationId xmlns:a16="http://schemas.microsoft.com/office/drawing/2014/main" id="{4BE62086-C854-D1AC-30EF-832499C1A43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08" name="rc231">
            <a:extLst>
              <a:ext uri="{FF2B5EF4-FFF2-40B4-BE49-F238E27FC236}">
                <a16:creationId xmlns:a16="http://schemas.microsoft.com/office/drawing/2014/main" id="{9268A2EB-389B-F03E-E53A-E7D8D150527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09" name="rc232">
            <a:extLst>
              <a:ext uri="{FF2B5EF4-FFF2-40B4-BE49-F238E27FC236}">
                <a16:creationId xmlns:a16="http://schemas.microsoft.com/office/drawing/2014/main" id="{1EE6A80B-467F-74D1-6B03-5FADDC8198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10" name="rc233">
            <a:extLst>
              <a:ext uri="{FF2B5EF4-FFF2-40B4-BE49-F238E27FC236}">
                <a16:creationId xmlns:a16="http://schemas.microsoft.com/office/drawing/2014/main" id="{6726EA9D-52A0-8FB1-28A1-A0113EFD65D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11" name="rc234">
            <a:extLst>
              <a:ext uri="{FF2B5EF4-FFF2-40B4-BE49-F238E27FC236}">
                <a16:creationId xmlns:a16="http://schemas.microsoft.com/office/drawing/2014/main" id="{1A4E1BBC-6EA3-667D-9E4E-40C3BBA0A1E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12" name="rc235">
            <a:extLst>
              <a:ext uri="{FF2B5EF4-FFF2-40B4-BE49-F238E27FC236}">
                <a16:creationId xmlns:a16="http://schemas.microsoft.com/office/drawing/2014/main" id="{2223D520-D1B5-61BC-0CAA-F2B0B17C07E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13" name="rc236">
            <a:extLst>
              <a:ext uri="{FF2B5EF4-FFF2-40B4-BE49-F238E27FC236}">
                <a16:creationId xmlns:a16="http://schemas.microsoft.com/office/drawing/2014/main" id="{C3EF1D0D-03F6-B789-8CAC-BB0F5833EA1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14" name="rc237">
            <a:extLst>
              <a:ext uri="{FF2B5EF4-FFF2-40B4-BE49-F238E27FC236}">
                <a16:creationId xmlns:a16="http://schemas.microsoft.com/office/drawing/2014/main" id="{022FC88B-E5E2-24C0-99B3-A2E26F9D318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15" name="rc238">
            <a:extLst>
              <a:ext uri="{FF2B5EF4-FFF2-40B4-BE49-F238E27FC236}">
                <a16:creationId xmlns:a16="http://schemas.microsoft.com/office/drawing/2014/main" id="{1704016D-0752-CD6C-D14E-43D8B8F7A3C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16" name="rc239">
            <a:extLst>
              <a:ext uri="{FF2B5EF4-FFF2-40B4-BE49-F238E27FC236}">
                <a16:creationId xmlns:a16="http://schemas.microsoft.com/office/drawing/2014/main" id="{3E235D7C-1A11-68AD-FCCA-0A44CA24C4E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17" name="rc240">
            <a:extLst>
              <a:ext uri="{FF2B5EF4-FFF2-40B4-BE49-F238E27FC236}">
                <a16:creationId xmlns:a16="http://schemas.microsoft.com/office/drawing/2014/main" id="{44EE64DA-9755-9F5E-FF09-62B115E1E6A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18" name="rc241">
            <a:extLst>
              <a:ext uri="{FF2B5EF4-FFF2-40B4-BE49-F238E27FC236}">
                <a16:creationId xmlns:a16="http://schemas.microsoft.com/office/drawing/2014/main" id="{E95CD0F8-BC32-1C83-4A36-AEC800CD343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19" name="rc242">
            <a:extLst>
              <a:ext uri="{FF2B5EF4-FFF2-40B4-BE49-F238E27FC236}">
                <a16:creationId xmlns:a16="http://schemas.microsoft.com/office/drawing/2014/main" id="{2A276029-C2D3-3E73-92CB-1E0409E391D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20" name="rc243">
            <a:extLst>
              <a:ext uri="{FF2B5EF4-FFF2-40B4-BE49-F238E27FC236}">
                <a16:creationId xmlns:a16="http://schemas.microsoft.com/office/drawing/2014/main" id="{8EE00E71-DC22-69FA-A954-B792120E0C8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21" name="rc244">
            <a:extLst>
              <a:ext uri="{FF2B5EF4-FFF2-40B4-BE49-F238E27FC236}">
                <a16:creationId xmlns:a16="http://schemas.microsoft.com/office/drawing/2014/main" id="{495CBAEA-9E83-7E39-A9F2-AE7905EADAA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22" name="rc245">
            <a:extLst>
              <a:ext uri="{FF2B5EF4-FFF2-40B4-BE49-F238E27FC236}">
                <a16:creationId xmlns:a16="http://schemas.microsoft.com/office/drawing/2014/main" id="{2A9DDE60-FAFF-0F65-41C4-52B8062DB2D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23" name="rc246">
            <a:extLst>
              <a:ext uri="{FF2B5EF4-FFF2-40B4-BE49-F238E27FC236}">
                <a16:creationId xmlns:a16="http://schemas.microsoft.com/office/drawing/2014/main" id="{E3ED30AE-AB34-CCBE-01FB-2B75353886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24" name="rc247">
            <a:extLst>
              <a:ext uri="{FF2B5EF4-FFF2-40B4-BE49-F238E27FC236}">
                <a16:creationId xmlns:a16="http://schemas.microsoft.com/office/drawing/2014/main" id="{55139EB7-721C-41D0-6E90-6D085A58464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25" name="rc248">
            <a:extLst>
              <a:ext uri="{FF2B5EF4-FFF2-40B4-BE49-F238E27FC236}">
                <a16:creationId xmlns:a16="http://schemas.microsoft.com/office/drawing/2014/main" id="{93E722FE-49E1-D03D-0095-D6995D5B36D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26" name="rc249">
            <a:extLst>
              <a:ext uri="{FF2B5EF4-FFF2-40B4-BE49-F238E27FC236}">
                <a16:creationId xmlns:a16="http://schemas.microsoft.com/office/drawing/2014/main" id="{BE4487A4-5251-48E1-167D-13ED42BB58E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27" name="rc250">
            <a:extLst>
              <a:ext uri="{FF2B5EF4-FFF2-40B4-BE49-F238E27FC236}">
                <a16:creationId xmlns:a16="http://schemas.microsoft.com/office/drawing/2014/main" id="{4EDF2C77-3250-0CAD-4DC0-E84A33591E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28" name="rc251">
            <a:extLst>
              <a:ext uri="{FF2B5EF4-FFF2-40B4-BE49-F238E27FC236}">
                <a16:creationId xmlns:a16="http://schemas.microsoft.com/office/drawing/2014/main" id="{655D1F53-36AC-9BD6-FCE3-8DF3E6AF983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29" name="rc252">
            <a:extLst>
              <a:ext uri="{FF2B5EF4-FFF2-40B4-BE49-F238E27FC236}">
                <a16:creationId xmlns:a16="http://schemas.microsoft.com/office/drawing/2014/main" id="{F74139DE-1705-3717-EC5B-6CC43262867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30" name="rc253">
            <a:extLst>
              <a:ext uri="{FF2B5EF4-FFF2-40B4-BE49-F238E27FC236}">
                <a16:creationId xmlns:a16="http://schemas.microsoft.com/office/drawing/2014/main" id="{99CCCCAA-43C6-29E6-41B7-8219620E208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31" name="rc254">
            <a:extLst>
              <a:ext uri="{FF2B5EF4-FFF2-40B4-BE49-F238E27FC236}">
                <a16:creationId xmlns:a16="http://schemas.microsoft.com/office/drawing/2014/main" id="{49BFAA2C-07B9-D71E-9183-D30DFBDB2FC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32" name="rc255">
            <a:extLst>
              <a:ext uri="{FF2B5EF4-FFF2-40B4-BE49-F238E27FC236}">
                <a16:creationId xmlns:a16="http://schemas.microsoft.com/office/drawing/2014/main" id="{1C247B0A-5C95-6ECF-51F4-A8C5073C75E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33" name="rc256">
            <a:extLst>
              <a:ext uri="{FF2B5EF4-FFF2-40B4-BE49-F238E27FC236}">
                <a16:creationId xmlns:a16="http://schemas.microsoft.com/office/drawing/2014/main" id="{4D943989-286C-50D4-7E7C-5DA0F42E082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34" name="rc257">
            <a:extLst>
              <a:ext uri="{FF2B5EF4-FFF2-40B4-BE49-F238E27FC236}">
                <a16:creationId xmlns:a16="http://schemas.microsoft.com/office/drawing/2014/main" id="{EB9DF14F-6331-DD25-FCF3-97FD28FEABF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35" name="rc258">
            <a:extLst>
              <a:ext uri="{FF2B5EF4-FFF2-40B4-BE49-F238E27FC236}">
                <a16:creationId xmlns:a16="http://schemas.microsoft.com/office/drawing/2014/main" id="{1F62880B-5D55-4D02-D287-574EDC5F417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36" name="rc259">
            <a:extLst>
              <a:ext uri="{FF2B5EF4-FFF2-40B4-BE49-F238E27FC236}">
                <a16:creationId xmlns:a16="http://schemas.microsoft.com/office/drawing/2014/main" id="{9FEC4969-7FC4-5CA4-55A3-33A51FD60E2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37" name="rc260">
            <a:extLst>
              <a:ext uri="{FF2B5EF4-FFF2-40B4-BE49-F238E27FC236}">
                <a16:creationId xmlns:a16="http://schemas.microsoft.com/office/drawing/2014/main" id="{B4B644F4-171C-07E9-C1D2-B9A71FCA020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38" name="rc261">
            <a:extLst>
              <a:ext uri="{FF2B5EF4-FFF2-40B4-BE49-F238E27FC236}">
                <a16:creationId xmlns:a16="http://schemas.microsoft.com/office/drawing/2014/main" id="{37421BAA-B497-645C-65CA-3FC223DE9F3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39" name="rc262">
            <a:extLst>
              <a:ext uri="{FF2B5EF4-FFF2-40B4-BE49-F238E27FC236}">
                <a16:creationId xmlns:a16="http://schemas.microsoft.com/office/drawing/2014/main" id="{2A21FD0B-578E-2271-30AD-A99E2312CAD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40" name="rc263">
            <a:extLst>
              <a:ext uri="{FF2B5EF4-FFF2-40B4-BE49-F238E27FC236}">
                <a16:creationId xmlns:a16="http://schemas.microsoft.com/office/drawing/2014/main" id="{BA838CE0-6486-6717-282C-A10A7BAC7A0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41" name="rc264">
            <a:extLst>
              <a:ext uri="{FF2B5EF4-FFF2-40B4-BE49-F238E27FC236}">
                <a16:creationId xmlns:a16="http://schemas.microsoft.com/office/drawing/2014/main" id="{23CF505E-1911-1B9A-E0BD-6112E6C0CBC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42" name="rc265">
            <a:extLst>
              <a:ext uri="{FF2B5EF4-FFF2-40B4-BE49-F238E27FC236}">
                <a16:creationId xmlns:a16="http://schemas.microsoft.com/office/drawing/2014/main" id="{E4B4D698-AE3D-3F63-C615-7525F37FE8E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43" name="rc266">
            <a:extLst>
              <a:ext uri="{FF2B5EF4-FFF2-40B4-BE49-F238E27FC236}">
                <a16:creationId xmlns:a16="http://schemas.microsoft.com/office/drawing/2014/main" id="{6E978EC6-313C-BEDF-1500-0C29D290199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44" name="rc267">
            <a:extLst>
              <a:ext uri="{FF2B5EF4-FFF2-40B4-BE49-F238E27FC236}">
                <a16:creationId xmlns:a16="http://schemas.microsoft.com/office/drawing/2014/main" id="{9CAE1B49-19E7-80FE-CC94-82F0F0E2367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45" name="rc268">
            <a:extLst>
              <a:ext uri="{FF2B5EF4-FFF2-40B4-BE49-F238E27FC236}">
                <a16:creationId xmlns:a16="http://schemas.microsoft.com/office/drawing/2014/main" id="{B6A8B4B0-B9A0-7759-8E79-4DC6AC31124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46" name="rc269">
            <a:extLst>
              <a:ext uri="{FF2B5EF4-FFF2-40B4-BE49-F238E27FC236}">
                <a16:creationId xmlns:a16="http://schemas.microsoft.com/office/drawing/2014/main" id="{1B3650C9-C674-4049-2EDA-7B1895CD80A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47" name="rc270">
            <a:extLst>
              <a:ext uri="{FF2B5EF4-FFF2-40B4-BE49-F238E27FC236}">
                <a16:creationId xmlns:a16="http://schemas.microsoft.com/office/drawing/2014/main" id="{231D6242-BC89-1467-2A15-F305EDF8399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48" name="rc271">
            <a:extLst>
              <a:ext uri="{FF2B5EF4-FFF2-40B4-BE49-F238E27FC236}">
                <a16:creationId xmlns:a16="http://schemas.microsoft.com/office/drawing/2014/main" id="{7DFEE379-1E4C-6BC9-D214-2CEF13C1D0E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49" name="rc272">
            <a:extLst>
              <a:ext uri="{FF2B5EF4-FFF2-40B4-BE49-F238E27FC236}">
                <a16:creationId xmlns:a16="http://schemas.microsoft.com/office/drawing/2014/main" id="{327987A7-2FF5-76FD-F1CE-031172148DD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50" name="rc273">
            <a:extLst>
              <a:ext uri="{FF2B5EF4-FFF2-40B4-BE49-F238E27FC236}">
                <a16:creationId xmlns:a16="http://schemas.microsoft.com/office/drawing/2014/main" id="{650CC50F-EC8E-D649-FC06-4DDBB039EB0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51" name="rc274">
            <a:extLst>
              <a:ext uri="{FF2B5EF4-FFF2-40B4-BE49-F238E27FC236}">
                <a16:creationId xmlns:a16="http://schemas.microsoft.com/office/drawing/2014/main" id="{2E24D76B-0393-7B06-DFC9-C2A4380B023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52" name="rc275">
            <a:extLst>
              <a:ext uri="{FF2B5EF4-FFF2-40B4-BE49-F238E27FC236}">
                <a16:creationId xmlns:a16="http://schemas.microsoft.com/office/drawing/2014/main" id="{F99A9176-75C7-DECC-0C32-3EE4B8BA2FC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53" name="rc276">
            <a:extLst>
              <a:ext uri="{FF2B5EF4-FFF2-40B4-BE49-F238E27FC236}">
                <a16:creationId xmlns:a16="http://schemas.microsoft.com/office/drawing/2014/main" id="{0E23B785-376D-B0DA-5166-5D5F41B7E80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54" name="rc277">
            <a:extLst>
              <a:ext uri="{FF2B5EF4-FFF2-40B4-BE49-F238E27FC236}">
                <a16:creationId xmlns:a16="http://schemas.microsoft.com/office/drawing/2014/main" id="{3C4FD469-BB3D-7836-2045-F08A80CD52A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55" name="rc278">
            <a:extLst>
              <a:ext uri="{FF2B5EF4-FFF2-40B4-BE49-F238E27FC236}">
                <a16:creationId xmlns:a16="http://schemas.microsoft.com/office/drawing/2014/main" id="{27B2DB64-43A0-2C62-B681-21BC5C86E6A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56" name="rc279">
            <a:extLst>
              <a:ext uri="{FF2B5EF4-FFF2-40B4-BE49-F238E27FC236}">
                <a16:creationId xmlns:a16="http://schemas.microsoft.com/office/drawing/2014/main" id="{95E09956-F82C-62CF-F737-29CB1DAA0A9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57" name="rc280">
            <a:extLst>
              <a:ext uri="{FF2B5EF4-FFF2-40B4-BE49-F238E27FC236}">
                <a16:creationId xmlns:a16="http://schemas.microsoft.com/office/drawing/2014/main" id="{990DB60F-D998-E62A-32AD-FDC7E7B622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58" name="rc281">
            <a:extLst>
              <a:ext uri="{FF2B5EF4-FFF2-40B4-BE49-F238E27FC236}">
                <a16:creationId xmlns:a16="http://schemas.microsoft.com/office/drawing/2014/main" id="{4644B733-668D-4AE6-BDCB-4534EBA9AAA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59" name="rc282">
            <a:extLst>
              <a:ext uri="{FF2B5EF4-FFF2-40B4-BE49-F238E27FC236}">
                <a16:creationId xmlns:a16="http://schemas.microsoft.com/office/drawing/2014/main" id="{820C30C8-7EAE-0710-4372-46B7C99CE72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60" name="rc283">
            <a:extLst>
              <a:ext uri="{FF2B5EF4-FFF2-40B4-BE49-F238E27FC236}">
                <a16:creationId xmlns:a16="http://schemas.microsoft.com/office/drawing/2014/main" id="{FA3C09EB-DD3C-2D1B-C327-7A35A356C21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61" name="rc284">
            <a:extLst>
              <a:ext uri="{FF2B5EF4-FFF2-40B4-BE49-F238E27FC236}">
                <a16:creationId xmlns:a16="http://schemas.microsoft.com/office/drawing/2014/main" id="{8BAFE703-E5A9-2A84-193A-FEFFAA600CE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62" name="rc285">
            <a:extLst>
              <a:ext uri="{FF2B5EF4-FFF2-40B4-BE49-F238E27FC236}">
                <a16:creationId xmlns:a16="http://schemas.microsoft.com/office/drawing/2014/main" id="{FC3DAA97-7D3D-80E9-FEC9-12D45E19142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63" name="rc286">
            <a:extLst>
              <a:ext uri="{FF2B5EF4-FFF2-40B4-BE49-F238E27FC236}">
                <a16:creationId xmlns:a16="http://schemas.microsoft.com/office/drawing/2014/main" id="{9F8B1A64-C111-4DC8-E851-315B4B0B01D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64" name="rc287">
            <a:extLst>
              <a:ext uri="{FF2B5EF4-FFF2-40B4-BE49-F238E27FC236}">
                <a16:creationId xmlns:a16="http://schemas.microsoft.com/office/drawing/2014/main" id="{C3A2DCE5-790F-BCED-3D2A-83B1F521F4F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65" name="rc288">
            <a:extLst>
              <a:ext uri="{FF2B5EF4-FFF2-40B4-BE49-F238E27FC236}">
                <a16:creationId xmlns:a16="http://schemas.microsoft.com/office/drawing/2014/main" id="{56B793FB-E584-ABF4-68EF-6DFC50D839E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66" name="rc289">
            <a:extLst>
              <a:ext uri="{FF2B5EF4-FFF2-40B4-BE49-F238E27FC236}">
                <a16:creationId xmlns:a16="http://schemas.microsoft.com/office/drawing/2014/main" id="{16192504-A1FB-244B-8FE2-67F4B0314FD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67" name="rc290">
            <a:extLst>
              <a:ext uri="{FF2B5EF4-FFF2-40B4-BE49-F238E27FC236}">
                <a16:creationId xmlns:a16="http://schemas.microsoft.com/office/drawing/2014/main" id="{D71D8A92-10B0-403F-5984-5675C4C2AA2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68" name="rc291">
            <a:extLst>
              <a:ext uri="{FF2B5EF4-FFF2-40B4-BE49-F238E27FC236}">
                <a16:creationId xmlns:a16="http://schemas.microsoft.com/office/drawing/2014/main" id="{349D01A5-EA1B-AD7B-0933-ED3DB019F4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69" name="rc292">
            <a:extLst>
              <a:ext uri="{FF2B5EF4-FFF2-40B4-BE49-F238E27FC236}">
                <a16:creationId xmlns:a16="http://schemas.microsoft.com/office/drawing/2014/main" id="{39666C37-B269-7BC5-3B56-4914B25BFB1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70" name="rc293">
            <a:extLst>
              <a:ext uri="{FF2B5EF4-FFF2-40B4-BE49-F238E27FC236}">
                <a16:creationId xmlns:a16="http://schemas.microsoft.com/office/drawing/2014/main" id="{ACDDCC5D-1CB4-CE63-82FC-0468568B15A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71" name="rc294">
            <a:extLst>
              <a:ext uri="{FF2B5EF4-FFF2-40B4-BE49-F238E27FC236}">
                <a16:creationId xmlns:a16="http://schemas.microsoft.com/office/drawing/2014/main" id="{FA2DCBDD-60D0-30CA-0658-13940DED8EA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72" name="rc295">
            <a:extLst>
              <a:ext uri="{FF2B5EF4-FFF2-40B4-BE49-F238E27FC236}">
                <a16:creationId xmlns:a16="http://schemas.microsoft.com/office/drawing/2014/main" id="{31FFC9CF-17F8-E77D-EA33-0F649BD93CF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73" name="rc296">
            <a:extLst>
              <a:ext uri="{FF2B5EF4-FFF2-40B4-BE49-F238E27FC236}">
                <a16:creationId xmlns:a16="http://schemas.microsoft.com/office/drawing/2014/main" id="{473D05D2-ADE3-5800-292C-971D156013E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74" name="rc297">
            <a:extLst>
              <a:ext uri="{FF2B5EF4-FFF2-40B4-BE49-F238E27FC236}">
                <a16:creationId xmlns:a16="http://schemas.microsoft.com/office/drawing/2014/main" id="{C8BA52E8-78A4-DC29-9B94-8E4A1DB3974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75" name="rc298">
            <a:extLst>
              <a:ext uri="{FF2B5EF4-FFF2-40B4-BE49-F238E27FC236}">
                <a16:creationId xmlns:a16="http://schemas.microsoft.com/office/drawing/2014/main" id="{B32260C0-4941-B822-FCCE-A7E475C591D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76" name="rc299">
            <a:extLst>
              <a:ext uri="{FF2B5EF4-FFF2-40B4-BE49-F238E27FC236}">
                <a16:creationId xmlns:a16="http://schemas.microsoft.com/office/drawing/2014/main" id="{AC1DBD9D-2CA7-2EE5-D3DA-982A7C5B074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77" name="rc300">
            <a:extLst>
              <a:ext uri="{FF2B5EF4-FFF2-40B4-BE49-F238E27FC236}">
                <a16:creationId xmlns:a16="http://schemas.microsoft.com/office/drawing/2014/main" id="{500699CE-B529-2CD4-95F0-FC5547BBC54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78" name="rc301">
            <a:extLst>
              <a:ext uri="{FF2B5EF4-FFF2-40B4-BE49-F238E27FC236}">
                <a16:creationId xmlns:a16="http://schemas.microsoft.com/office/drawing/2014/main" id="{F2BB058B-E0BF-6A01-A4D5-70B48DD85FC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79" name="rc302">
            <a:extLst>
              <a:ext uri="{FF2B5EF4-FFF2-40B4-BE49-F238E27FC236}">
                <a16:creationId xmlns:a16="http://schemas.microsoft.com/office/drawing/2014/main" id="{95B3A94C-E3C6-71E0-F606-7A52F536267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80" name="rc303">
            <a:extLst>
              <a:ext uri="{FF2B5EF4-FFF2-40B4-BE49-F238E27FC236}">
                <a16:creationId xmlns:a16="http://schemas.microsoft.com/office/drawing/2014/main" id="{F8900A68-907B-D09C-E7C2-CA8342C5F62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81" name="rc304">
            <a:extLst>
              <a:ext uri="{FF2B5EF4-FFF2-40B4-BE49-F238E27FC236}">
                <a16:creationId xmlns:a16="http://schemas.microsoft.com/office/drawing/2014/main" id="{D6DC313A-C50F-88A1-745F-D0E8FA33651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82" name="rc305">
            <a:extLst>
              <a:ext uri="{FF2B5EF4-FFF2-40B4-BE49-F238E27FC236}">
                <a16:creationId xmlns:a16="http://schemas.microsoft.com/office/drawing/2014/main" id="{06388482-B79A-4A52-2B9C-24C56E2AE0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83" name="rc306">
            <a:extLst>
              <a:ext uri="{FF2B5EF4-FFF2-40B4-BE49-F238E27FC236}">
                <a16:creationId xmlns:a16="http://schemas.microsoft.com/office/drawing/2014/main" id="{64EF8C8D-AD37-9F2E-B9EF-F0908528EED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84" name="rc307">
            <a:extLst>
              <a:ext uri="{FF2B5EF4-FFF2-40B4-BE49-F238E27FC236}">
                <a16:creationId xmlns:a16="http://schemas.microsoft.com/office/drawing/2014/main" id="{C12D4712-0183-9052-3E8C-BB38F82E68D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85" name="rc308">
            <a:extLst>
              <a:ext uri="{FF2B5EF4-FFF2-40B4-BE49-F238E27FC236}">
                <a16:creationId xmlns:a16="http://schemas.microsoft.com/office/drawing/2014/main" id="{3D957699-A8A8-1420-3977-FD9C7902AD8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86" name="rc309">
            <a:extLst>
              <a:ext uri="{FF2B5EF4-FFF2-40B4-BE49-F238E27FC236}">
                <a16:creationId xmlns:a16="http://schemas.microsoft.com/office/drawing/2014/main" id="{6D59D7E5-380D-63F1-BCB5-EEBC7508A53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87" name="rc310">
            <a:extLst>
              <a:ext uri="{FF2B5EF4-FFF2-40B4-BE49-F238E27FC236}">
                <a16:creationId xmlns:a16="http://schemas.microsoft.com/office/drawing/2014/main" id="{41E5E49A-7265-5F56-B56A-380C1FE130F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88" name="rc311">
            <a:extLst>
              <a:ext uri="{FF2B5EF4-FFF2-40B4-BE49-F238E27FC236}">
                <a16:creationId xmlns:a16="http://schemas.microsoft.com/office/drawing/2014/main" id="{ED1CCD86-4927-CAF4-2454-2CDAEEBD991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89" name="rc312">
            <a:extLst>
              <a:ext uri="{FF2B5EF4-FFF2-40B4-BE49-F238E27FC236}">
                <a16:creationId xmlns:a16="http://schemas.microsoft.com/office/drawing/2014/main" id="{DBB323A8-363D-7168-F561-F871E3BD71F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90" name="rc313">
            <a:extLst>
              <a:ext uri="{FF2B5EF4-FFF2-40B4-BE49-F238E27FC236}">
                <a16:creationId xmlns:a16="http://schemas.microsoft.com/office/drawing/2014/main" id="{A41E1D76-1FC8-B009-8CF8-526A90C1385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91" name="rc314">
            <a:extLst>
              <a:ext uri="{FF2B5EF4-FFF2-40B4-BE49-F238E27FC236}">
                <a16:creationId xmlns:a16="http://schemas.microsoft.com/office/drawing/2014/main" id="{9EFF0D4B-D131-7505-FAB2-DFC5D1F0482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92" name="rc315">
            <a:extLst>
              <a:ext uri="{FF2B5EF4-FFF2-40B4-BE49-F238E27FC236}">
                <a16:creationId xmlns:a16="http://schemas.microsoft.com/office/drawing/2014/main" id="{31165A31-1A5D-6CFF-D77F-02E8098A0BC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93" name="rc316">
            <a:extLst>
              <a:ext uri="{FF2B5EF4-FFF2-40B4-BE49-F238E27FC236}">
                <a16:creationId xmlns:a16="http://schemas.microsoft.com/office/drawing/2014/main" id="{0D8A90E8-E52D-CC2D-1645-C7E7ABCFF48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94" name="rc317">
            <a:extLst>
              <a:ext uri="{FF2B5EF4-FFF2-40B4-BE49-F238E27FC236}">
                <a16:creationId xmlns:a16="http://schemas.microsoft.com/office/drawing/2014/main" id="{7CB137E4-5DA1-2C59-3782-36C2874E3DE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95" name="rc318">
            <a:extLst>
              <a:ext uri="{FF2B5EF4-FFF2-40B4-BE49-F238E27FC236}">
                <a16:creationId xmlns:a16="http://schemas.microsoft.com/office/drawing/2014/main" id="{B1315732-44E0-C62C-419C-59DA9816164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96" name="rc319">
            <a:extLst>
              <a:ext uri="{FF2B5EF4-FFF2-40B4-BE49-F238E27FC236}">
                <a16:creationId xmlns:a16="http://schemas.microsoft.com/office/drawing/2014/main" id="{C5251169-928D-11AC-4540-7AE362CE484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97" name="rc320">
            <a:extLst>
              <a:ext uri="{FF2B5EF4-FFF2-40B4-BE49-F238E27FC236}">
                <a16:creationId xmlns:a16="http://schemas.microsoft.com/office/drawing/2014/main" id="{29D3C892-5101-1967-71A3-20C5DCF89E0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98" name="rc321">
            <a:extLst>
              <a:ext uri="{FF2B5EF4-FFF2-40B4-BE49-F238E27FC236}">
                <a16:creationId xmlns:a16="http://schemas.microsoft.com/office/drawing/2014/main" id="{853440FA-1EA7-A6D2-A686-56B4CB0D23B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399" name="rc322">
            <a:extLst>
              <a:ext uri="{FF2B5EF4-FFF2-40B4-BE49-F238E27FC236}">
                <a16:creationId xmlns:a16="http://schemas.microsoft.com/office/drawing/2014/main" id="{B8A96224-77C2-B64C-075B-E344DED3D90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00" name="rc323">
            <a:extLst>
              <a:ext uri="{FF2B5EF4-FFF2-40B4-BE49-F238E27FC236}">
                <a16:creationId xmlns:a16="http://schemas.microsoft.com/office/drawing/2014/main" id="{E38CD7BA-BDCC-5A1C-04B8-D6C4747A011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01" name="rc324">
            <a:extLst>
              <a:ext uri="{FF2B5EF4-FFF2-40B4-BE49-F238E27FC236}">
                <a16:creationId xmlns:a16="http://schemas.microsoft.com/office/drawing/2014/main" id="{1038DCDA-11CF-7530-D849-BF754F2B7B7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02" name="rc325">
            <a:extLst>
              <a:ext uri="{FF2B5EF4-FFF2-40B4-BE49-F238E27FC236}">
                <a16:creationId xmlns:a16="http://schemas.microsoft.com/office/drawing/2014/main" id="{C41E25B7-5141-6648-5317-0CEC711F850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03" name="rc326">
            <a:extLst>
              <a:ext uri="{FF2B5EF4-FFF2-40B4-BE49-F238E27FC236}">
                <a16:creationId xmlns:a16="http://schemas.microsoft.com/office/drawing/2014/main" id="{967A929A-6921-9703-9889-27E4CB77EDE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04" name="rc327">
            <a:extLst>
              <a:ext uri="{FF2B5EF4-FFF2-40B4-BE49-F238E27FC236}">
                <a16:creationId xmlns:a16="http://schemas.microsoft.com/office/drawing/2014/main" id="{D2E62A15-74C6-9A1C-CE1F-B4CC8053F69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05" name="rc328">
            <a:extLst>
              <a:ext uri="{FF2B5EF4-FFF2-40B4-BE49-F238E27FC236}">
                <a16:creationId xmlns:a16="http://schemas.microsoft.com/office/drawing/2014/main" id="{805CC32A-9724-CD5E-2E42-9B85EBEE3C4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06" name="rc329">
            <a:extLst>
              <a:ext uri="{FF2B5EF4-FFF2-40B4-BE49-F238E27FC236}">
                <a16:creationId xmlns:a16="http://schemas.microsoft.com/office/drawing/2014/main" id="{7619ADF3-66FB-7907-FEC3-B90DBD7AC21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07" name="rc330">
            <a:extLst>
              <a:ext uri="{FF2B5EF4-FFF2-40B4-BE49-F238E27FC236}">
                <a16:creationId xmlns:a16="http://schemas.microsoft.com/office/drawing/2014/main" id="{16FB5E2C-B3EC-29B2-4BC7-7E191D465C6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08" name="rc331">
            <a:extLst>
              <a:ext uri="{FF2B5EF4-FFF2-40B4-BE49-F238E27FC236}">
                <a16:creationId xmlns:a16="http://schemas.microsoft.com/office/drawing/2014/main" id="{8093FF1A-B802-B4A5-5992-E0FE71609E9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09" name="rc332">
            <a:extLst>
              <a:ext uri="{FF2B5EF4-FFF2-40B4-BE49-F238E27FC236}">
                <a16:creationId xmlns:a16="http://schemas.microsoft.com/office/drawing/2014/main" id="{6C688D69-1BD2-9A48-F534-E31EB9BC901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10" name="rc333">
            <a:extLst>
              <a:ext uri="{FF2B5EF4-FFF2-40B4-BE49-F238E27FC236}">
                <a16:creationId xmlns:a16="http://schemas.microsoft.com/office/drawing/2014/main" id="{D9CD42F2-D900-C9B0-1476-41B7A478769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11" name="rc334">
            <a:extLst>
              <a:ext uri="{FF2B5EF4-FFF2-40B4-BE49-F238E27FC236}">
                <a16:creationId xmlns:a16="http://schemas.microsoft.com/office/drawing/2014/main" id="{F082C55C-FA61-F958-C482-8E1E583B85C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12" name="rc335">
            <a:extLst>
              <a:ext uri="{FF2B5EF4-FFF2-40B4-BE49-F238E27FC236}">
                <a16:creationId xmlns:a16="http://schemas.microsoft.com/office/drawing/2014/main" id="{0B23710E-F56B-1AD5-D15D-4363DB0FBC5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13" name="rc336">
            <a:extLst>
              <a:ext uri="{FF2B5EF4-FFF2-40B4-BE49-F238E27FC236}">
                <a16:creationId xmlns:a16="http://schemas.microsoft.com/office/drawing/2014/main" id="{B971067A-3E40-83FB-C089-489A597C6CC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14" name="rc337">
            <a:extLst>
              <a:ext uri="{FF2B5EF4-FFF2-40B4-BE49-F238E27FC236}">
                <a16:creationId xmlns:a16="http://schemas.microsoft.com/office/drawing/2014/main" id="{5B961E93-4486-C43C-9418-BEF16956B0B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15" name="rc338">
            <a:extLst>
              <a:ext uri="{FF2B5EF4-FFF2-40B4-BE49-F238E27FC236}">
                <a16:creationId xmlns:a16="http://schemas.microsoft.com/office/drawing/2014/main" id="{16769597-E778-7C28-9D9A-8F063B52E83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16" name="rc339">
            <a:extLst>
              <a:ext uri="{FF2B5EF4-FFF2-40B4-BE49-F238E27FC236}">
                <a16:creationId xmlns:a16="http://schemas.microsoft.com/office/drawing/2014/main" id="{EA70EF52-C9B4-9F57-684F-DCD77116B0F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17" name="rc340">
            <a:extLst>
              <a:ext uri="{FF2B5EF4-FFF2-40B4-BE49-F238E27FC236}">
                <a16:creationId xmlns:a16="http://schemas.microsoft.com/office/drawing/2014/main" id="{93C7CBC0-1D3F-C56F-E7A2-66DAE5A1FD7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18" name="rc341">
            <a:extLst>
              <a:ext uri="{FF2B5EF4-FFF2-40B4-BE49-F238E27FC236}">
                <a16:creationId xmlns:a16="http://schemas.microsoft.com/office/drawing/2014/main" id="{9C540A1B-2A0D-6B66-289D-A7D3D2C17E5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19" name="rc342">
            <a:extLst>
              <a:ext uri="{FF2B5EF4-FFF2-40B4-BE49-F238E27FC236}">
                <a16:creationId xmlns:a16="http://schemas.microsoft.com/office/drawing/2014/main" id="{F6D87A36-52B6-6FBD-B6A6-4FB1047BDEB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20" name="rc343">
            <a:extLst>
              <a:ext uri="{FF2B5EF4-FFF2-40B4-BE49-F238E27FC236}">
                <a16:creationId xmlns:a16="http://schemas.microsoft.com/office/drawing/2014/main" id="{970E1DF7-FB9E-EF23-4755-EFAD0CF416F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21" name="rc344">
            <a:extLst>
              <a:ext uri="{FF2B5EF4-FFF2-40B4-BE49-F238E27FC236}">
                <a16:creationId xmlns:a16="http://schemas.microsoft.com/office/drawing/2014/main" id="{5BD9EC5D-0AA1-0877-E84A-590064C5A96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22" name="rc345">
            <a:extLst>
              <a:ext uri="{FF2B5EF4-FFF2-40B4-BE49-F238E27FC236}">
                <a16:creationId xmlns:a16="http://schemas.microsoft.com/office/drawing/2014/main" id="{354440AC-58AB-6896-CE85-661C35E23EF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23" name="rc346">
            <a:extLst>
              <a:ext uri="{FF2B5EF4-FFF2-40B4-BE49-F238E27FC236}">
                <a16:creationId xmlns:a16="http://schemas.microsoft.com/office/drawing/2014/main" id="{6886DBEE-53ED-D9F3-88F3-FBB3FADE2C2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24" name="rc347">
            <a:extLst>
              <a:ext uri="{FF2B5EF4-FFF2-40B4-BE49-F238E27FC236}">
                <a16:creationId xmlns:a16="http://schemas.microsoft.com/office/drawing/2014/main" id="{4C7774A1-B976-992C-3902-A23ADA316DC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25" name="rc348">
            <a:extLst>
              <a:ext uri="{FF2B5EF4-FFF2-40B4-BE49-F238E27FC236}">
                <a16:creationId xmlns:a16="http://schemas.microsoft.com/office/drawing/2014/main" id="{F3827B00-C2BE-9B34-C127-B44555098E9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26" name="rc349">
            <a:extLst>
              <a:ext uri="{FF2B5EF4-FFF2-40B4-BE49-F238E27FC236}">
                <a16:creationId xmlns:a16="http://schemas.microsoft.com/office/drawing/2014/main" id="{AAD2ACBF-D9B0-8154-3043-0E0CE750283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27" name="rc350">
            <a:extLst>
              <a:ext uri="{FF2B5EF4-FFF2-40B4-BE49-F238E27FC236}">
                <a16:creationId xmlns:a16="http://schemas.microsoft.com/office/drawing/2014/main" id="{1D987F10-B0FD-2723-920E-1044C0CE5CB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28" name="rc351">
            <a:extLst>
              <a:ext uri="{FF2B5EF4-FFF2-40B4-BE49-F238E27FC236}">
                <a16:creationId xmlns:a16="http://schemas.microsoft.com/office/drawing/2014/main" id="{5D2F3DEE-59A3-40BE-4EC1-C733341D8F8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29" name="rc352">
            <a:extLst>
              <a:ext uri="{FF2B5EF4-FFF2-40B4-BE49-F238E27FC236}">
                <a16:creationId xmlns:a16="http://schemas.microsoft.com/office/drawing/2014/main" id="{63CB9C72-CD16-B64B-58E4-670085E4172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30" name="rc353">
            <a:extLst>
              <a:ext uri="{FF2B5EF4-FFF2-40B4-BE49-F238E27FC236}">
                <a16:creationId xmlns:a16="http://schemas.microsoft.com/office/drawing/2014/main" id="{B0FE89DB-67BE-2ED9-81B5-DA6C3E22BFF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31" name="rc354">
            <a:extLst>
              <a:ext uri="{FF2B5EF4-FFF2-40B4-BE49-F238E27FC236}">
                <a16:creationId xmlns:a16="http://schemas.microsoft.com/office/drawing/2014/main" id="{6F67FC71-14B9-AE65-9B47-D0523390E3B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32" name="rc355">
            <a:extLst>
              <a:ext uri="{FF2B5EF4-FFF2-40B4-BE49-F238E27FC236}">
                <a16:creationId xmlns:a16="http://schemas.microsoft.com/office/drawing/2014/main" id="{DA6771E4-02AE-2C6A-DA6F-844C58027E3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33" name="rc356">
            <a:extLst>
              <a:ext uri="{FF2B5EF4-FFF2-40B4-BE49-F238E27FC236}">
                <a16:creationId xmlns:a16="http://schemas.microsoft.com/office/drawing/2014/main" id="{939D549D-E453-8741-A51C-C7810F5F560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34" name="rc357">
            <a:extLst>
              <a:ext uri="{FF2B5EF4-FFF2-40B4-BE49-F238E27FC236}">
                <a16:creationId xmlns:a16="http://schemas.microsoft.com/office/drawing/2014/main" id="{821F08DC-914E-9B4B-37E2-BD1BC2EEE54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35" name="rc358">
            <a:extLst>
              <a:ext uri="{FF2B5EF4-FFF2-40B4-BE49-F238E27FC236}">
                <a16:creationId xmlns:a16="http://schemas.microsoft.com/office/drawing/2014/main" id="{A61C0980-FED7-739B-5DF8-E54FACE04D9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36" name="rc359">
            <a:extLst>
              <a:ext uri="{FF2B5EF4-FFF2-40B4-BE49-F238E27FC236}">
                <a16:creationId xmlns:a16="http://schemas.microsoft.com/office/drawing/2014/main" id="{DBCCDEFB-1189-B328-6441-C60D0978F71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37" name="rc360">
            <a:extLst>
              <a:ext uri="{FF2B5EF4-FFF2-40B4-BE49-F238E27FC236}">
                <a16:creationId xmlns:a16="http://schemas.microsoft.com/office/drawing/2014/main" id="{785FB9BE-835C-302A-E0FD-366A79DBA92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38" name="rc361">
            <a:extLst>
              <a:ext uri="{FF2B5EF4-FFF2-40B4-BE49-F238E27FC236}">
                <a16:creationId xmlns:a16="http://schemas.microsoft.com/office/drawing/2014/main" id="{CE6E469B-C82F-5AF4-B448-982D1B4B8D7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39" name="rc362">
            <a:extLst>
              <a:ext uri="{FF2B5EF4-FFF2-40B4-BE49-F238E27FC236}">
                <a16:creationId xmlns:a16="http://schemas.microsoft.com/office/drawing/2014/main" id="{CFC2D97D-2161-D469-AF2D-7291EC827A1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40" name="rc363">
            <a:extLst>
              <a:ext uri="{FF2B5EF4-FFF2-40B4-BE49-F238E27FC236}">
                <a16:creationId xmlns:a16="http://schemas.microsoft.com/office/drawing/2014/main" id="{5AB1061D-4397-CD35-1333-40ACF261EA4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41" name="rc364">
            <a:extLst>
              <a:ext uri="{FF2B5EF4-FFF2-40B4-BE49-F238E27FC236}">
                <a16:creationId xmlns:a16="http://schemas.microsoft.com/office/drawing/2014/main" id="{17B8CC54-3E26-FCD1-82B9-47AB297A8C0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42" name="rc365">
            <a:extLst>
              <a:ext uri="{FF2B5EF4-FFF2-40B4-BE49-F238E27FC236}">
                <a16:creationId xmlns:a16="http://schemas.microsoft.com/office/drawing/2014/main" id="{3F106EFA-269F-0369-EF06-A7500A5365C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43" name="rc366">
            <a:extLst>
              <a:ext uri="{FF2B5EF4-FFF2-40B4-BE49-F238E27FC236}">
                <a16:creationId xmlns:a16="http://schemas.microsoft.com/office/drawing/2014/main" id="{6F66615A-43F3-A632-9BD4-85CF41C1E7E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44" name="rc367">
            <a:extLst>
              <a:ext uri="{FF2B5EF4-FFF2-40B4-BE49-F238E27FC236}">
                <a16:creationId xmlns:a16="http://schemas.microsoft.com/office/drawing/2014/main" id="{B436DE7E-F4E5-0EB3-CEA4-BF994F0E783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45" name="rc368">
            <a:extLst>
              <a:ext uri="{FF2B5EF4-FFF2-40B4-BE49-F238E27FC236}">
                <a16:creationId xmlns:a16="http://schemas.microsoft.com/office/drawing/2014/main" id="{6BD1902C-33C6-87A6-46A0-8B830B55346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46" name="rc369">
            <a:extLst>
              <a:ext uri="{FF2B5EF4-FFF2-40B4-BE49-F238E27FC236}">
                <a16:creationId xmlns:a16="http://schemas.microsoft.com/office/drawing/2014/main" id="{355ADC43-95D1-DF78-D9C5-C339D3B1752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47" name="rc370">
            <a:extLst>
              <a:ext uri="{FF2B5EF4-FFF2-40B4-BE49-F238E27FC236}">
                <a16:creationId xmlns:a16="http://schemas.microsoft.com/office/drawing/2014/main" id="{1C4907C7-3172-EFCD-FA1E-2B8FD4EB822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48" name="rc371">
            <a:extLst>
              <a:ext uri="{FF2B5EF4-FFF2-40B4-BE49-F238E27FC236}">
                <a16:creationId xmlns:a16="http://schemas.microsoft.com/office/drawing/2014/main" id="{03202A9D-ABF1-1A21-7B3F-53CC59DE114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49" name="rc372">
            <a:extLst>
              <a:ext uri="{FF2B5EF4-FFF2-40B4-BE49-F238E27FC236}">
                <a16:creationId xmlns:a16="http://schemas.microsoft.com/office/drawing/2014/main" id="{5F01A432-10DC-37A4-B6C2-093CDC8E5D9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50" name="rc373">
            <a:extLst>
              <a:ext uri="{FF2B5EF4-FFF2-40B4-BE49-F238E27FC236}">
                <a16:creationId xmlns:a16="http://schemas.microsoft.com/office/drawing/2014/main" id="{59ECADE4-F576-B92B-EB22-7ACEDE837F8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51" name="rc374">
            <a:extLst>
              <a:ext uri="{FF2B5EF4-FFF2-40B4-BE49-F238E27FC236}">
                <a16:creationId xmlns:a16="http://schemas.microsoft.com/office/drawing/2014/main" id="{9AFCD818-3268-AE8F-8FF5-4A8DB979129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52" name="rc375">
            <a:extLst>
              <a:ext uri="{FF2B5EF4-FFF2-40B4-BE49-F238E27FC236}">
                <a16:creationId xmlns:a16="http://schemas.microsoft.com/office/drawing/2014/main" id="{2EE294DC-13FE-3285-618A-4F24797F03F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53" name="rc376">
            <a:extLst>
              <a:ext uri="{FF2B5EF4-FFF2-40B4-BE49-F238E27FC236}">
                <a16:creationId xmlns:a16="http://schemas.microsoft.com/office/drawing/2014/main" id="{07018ACB-D6BA-CDE5-31CF-0F64F5815BE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54" name="rc377">
            <a:extLst>
              <a:ext uri="{FF2B5EF4-FFF2-40B4-BE49-F238E27FC236}">
                <a16:creationId xmlns:a16="http://schemas.microsoft.com/office/drawing/2014/main" id="{4E627565-1D42-63ED-E6D5-47665CC1C34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55" name="rc378">
            <a:extLst>
              <a:ext uri="{FF2B5EF4-FFF2-40B4-BE49-F238E27FC236}">
                <a16:creationId xmlns:a16="http://schemas.microsoft.com/office/drawing/2014/main" id="{45C5678C-4F2E-E06C-4C68-364E9748F0F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56" name="rc379">
            <a:extLst>
              <a:ext uri="{FF2B5EF4-FFF2-40B4-BE49-F238E27FC236}">
                <a16:creationId xmlns:a16="http://schemas.microsoft.com/office/drawing/2014/main" id="{08A1DCFA-5195-3C15-F410-A94951A69D4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57" name="rc380">
            <a:extLst>
              <a:ext uri="{FF2B5EF4-FFF2-40B4-BE49-F238E27FC236}">
                <a16:creationId xmlns:a16="http://schemas.microsoft.com/office/drawing/2014/main" id="{B8430596-DA84-97BD-00C3-87F3257616B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58" name="rc381">
            <a:extLst>
              <a:ext uri="{FF2B5EF4-FFF2-40B4-BE49-F238E27FC236}">
                <a16:creationId xmlns:a16="http://schemas.microsoft.com/office/drawing/2014/main" id="{7557EA43-B7CA-393D-0A35-5C60984E13B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59" name="rc382">
            <a:extLst>
              <a:ext uri="{FF2B5EF4-FFF2-40B4-BE49-F238E27FC236}">
                <a16:creationId xmlns:a16="http://schemas.microsoft.com/office/drawing/2014/main" id="{7407D93E-73CB-936B-4BF9-6C8C818445C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60" name="rc383">
            <a:extLst>
              <a:ext uri="{FF2B5EF4-FFF2-40B4-BE49-F238E27FC236}">
                <a16:creationId xmlns:a16="http://schemas.microsoft.com/office/drawing/2014/main" id="{ABD33DDB-47BE-1BA3-D1E1-D3F14283EC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61" name="rc384">
            <a:extLst>
              <a:ext uri="{FF2B5EF4-FFF2-40B4-BE49-F238E27FC236}">
                <a16:creationId xmlns:a16="http://schemas.microsoft.com/office/drawing/2014/main" id="{04386BAA-4EEB-D811-0C39-9140CD1630C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62" name="rc385">
            <a:extLst>
              <a:ext uri="{FF2B5EF4-FFF2-40B4-BE49-F238E27FC236}">
                <a16:creationId xmlns:a16="http://schemas.microsoft.com/office/drawing/2014/main" id="{AF8ABF0A-E34C-D84D-0F40-E3C7970044A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63" name="rc386">
            <a:extLst>
              <a:ext uri="{FF2B5EF4-FFF2-40B4-BE49-F238E27FC236}">
                <a16:creationId xmlns:a16="http://schemas.microsoft.com/office/drawing/2014/main" id="{B738CC74-D889-E975-5CBB-663EE69B425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64" name="rc387">
            <a:extLst>
              <a:ext uri="{FF2B5EF4-FFF2-40B4-BE49-F238E27FC236}">
                <a16:creationId xmlns:a16="http://schemas.microsoft.com/office/drawing/2014/main" id="{E7CD794D-7A5A-39F4-0B1C-1610617AF51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65" name="rc388">
            <a:extLst>
              <a:ext uri="{FF2B5EF4-FFF2-40B4-BE49-F238E27FC236}">
                <a16:creationId xmlns:a16="http://schemas.microsoft.com/office/drawing/2014/main" id="{5C87AD80-7416-BA0A-EE42-878F450C264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66" name="rc389">
            <a:extLst>
              <a:ext uri="{FF2B5EF4-FFF2-40B4-BE49-F238E27FC236}">
                <a16:creationId xmlns:a16="http://schemas.microsoft.com/office/drawing/2014/main" id="{14863013-67D3-A835-7158-54C19252FF7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67" name="rc390">
            <a:extLst>
              <a:ext uri="{FF2B5EF4-FFF2-40B4-BE49-F238E27FC236}">
                <a16:creationId xmlns:a16="http://schemas.microsoft.com/office/drawing/2014/main" id="{FBA1A72D-68BA-DB9F-73ED-D67846EC0DF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68" name="rc391">
            <a:extLst>
              <a:ext uri="{FF2B5EF4-FFF2-40B4-BE49-F238E27FC236}">
                <a16:creationId xmlns:a16="http://schemas.microsoft.com/office/drawing/2014/main" id="{4D74D9EF-EDAD-831C-D08D-6E1166E2210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69" name="rc392">
            <a:extLst>
              <a:ext uri="{FF2B5EF4-FFF2-40B4-BE49-F238E27FC236}">
                <a16:creationId xmlns:a16="http://schemas.microsoft.com/office/drawing/2014/main" id="{929FC960-BBFD-C79C-1FFB-8D945C55DBF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70" name="rc393">
            <a:extLst>
              <a:ext uri="{FF2B5EF4-FFF2-40B4-BE49-F238E27FC236}">
                <a16:creationId xmlns:a16="http://schemas.microsoft.com/office/drawing/2014/main" id="{13FEB1E5-A41F-E2BC-9A1B-10F3553BEC4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71" name="rc394">
            <a:extLst>
              <a:ext uri="{FF2B5EF4-FFF2-40B4-BE49-F238E27FC236}">
                <a16:creationId xmlns:a16="http://schemas.microsoft.com/office/drawing/2014/main" id="{F8D4F1A9-4BD0-3112-FEFC-C116B234199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72" name="rc395">
            <a:extLst>
              <a:ext uri="{FF2B5EF4-FFF2-40B4-BE49-F238E27FC236}">
                <a16:creationId xmlns:a16="http://schemas.microsoft.com/office/drawing/2014/main" id="{24249CCD-B635-5643-A50F-F6D7659E7A5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73" name="rc396">
            <a:extLst>
              <a:ext uri="{FF2B5EF4-FFF2-40B4-BE49-F238E27FC236}">
                <a16:creationId xmlns:a16="http://schemas.microsoft.com/office/drawing/2014/main" id="{C8121F72-5C0F-6F9D-59E1-82E58FCBA3A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74" name="rc397">
            <a:extLst>
              <a:ext uri="{FF2B5EF4-FFF2-40B4-BE49-F238E27FC236}">
                <a16:creationId xmlns:a16="http://schemas.microsoft.com/office/drawing/2014/main" id="{E7A9E443-5C6B-22ED-6B1F-884741C7230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75" name="rc398">
            <a:extLst>
              <a:ext uri="{FF2B5EF4-FFF2-40B4-BE49-F238E27FC236}">
                <a16:creationId xmlns:a16="http://schemas.microsoft.com/office/drawing/2014/main" id="{FB547EF4-28A1-EBF8-A178-91329ECF651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76" name="rc399">
            <a:extLst>
              <a:ext uri="{FF2B5EF4-FFF2-40B4-BE49-F238E27FC236}">
                <a16:creationId xmlns:a16="http://schemas.microsoft.com/office/drawing/2014/main" id="{56D631F9-1431-B773-F7E6-1E537195447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77" name="rc400">
            <a:extLst>
              <a:ext uri="{FF2B5EF4-FFF2-40B4-BE49-F238E27FC236}">
                <a16:creationId xmlns:a16="http://schemas.microsoft.com/office/drawing/2014/main" id="{B77F0A29-9F23-E387-EC50-3CDF15DC4E7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78" name="rc401">
            <a:extLst>
              <a:ext uri="{FF2B5EF4-FFF2-40B4-BE49-F238E27FC236}">
                <a16:creationId xmlns:a16="http://schemas.microsoft.com/office/drawing/2014/main" id="{7B00FA8B-9F99-9D45-F151-74B547C950A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79" name="rc402">
            <a:extLst>
              <a:ext uri="{FF2B5EF4-FFF2-40B4-BE49-F238E27FC236}">
                <a16:creationId xmlns:a16="http://schemas.microsoft.com/office/drawing/2014/main" id="{CA46CA73-153B-9507-270C-BA409063661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80" name="rc403">
            <a:extLst>
              <a:ext uri="{FF2B5EF4-FFF2-40B4-BE49-F238E27FC236}">
                <a16:creationId xmlns:a16="http://schemas.microsoft.com/office/drawing/2014/main" id="{B9E4E17F-3DE8-5438-1D17-91FAF0178D4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81" name="rc404">
            <a:extLst>
              <a:ext uri="{FF2B5EF4-FFF2-40B4-BE49-F238E27FC236}">
                <a16:creationId xmlns:a16="http://schemas.microsoft.com/office/drawing/2014/main" id="{7C420945-73B8-AE8D-D26F-BFF1B1101C2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82" name="rc405">
            <a:extLst>
              <a:ext uri="{FF2B5EF4-FFF2-40B4-BE49-F238E27FC236}">
                <a16:creationId xmlns:a16="http://schemas.microsoft.com/office/drawing/2014/main" id="{61B9949A-5656-E5D1-619B-F268E71EC08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83" name="rc406">
            <a:extLst>
              <a:ext uri="{FF2B5EF4-FFF2-40B4-BE49-F238E27FC236}">
                <a16:creationId xmlns:a16="http://schemas.microsoft.com/office/drawing/2014/main" id="{B3AB8730-3FD9-FFE2-D633-D7062913657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84" name="rc407">
            <a:extLst>
              <a:ext uri="{FF2B5EF4-FFF2-40B4-BE49-F238E27FC236}">
                <a16:creationId xmlns:a16="http://schemas.microsoft.com/office/drawing/2014/main" id="{6ABDAA1C-CE74-050E-4BA4-ECBC86D7A40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85" name="rc408">
            <a:extLst>
              <a:ext uri="{FF2B5EF4-FFF2-40B4-BE49-F238E27FC236}">
                <a16:creationId xmlns:a16="http://schemas.microsoft.com/office/drawing/2014/main" id="{D2B6CB7E-4B4A-F735-05BB-2DF8E3BBD71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86" name="rc409">
            <a:extLst>
              <a:ext uri="{FF2B5EF4-FFF2-40B4-BE49-F238E27FC236}">
                <a16:creationId xmlns:a16="http://schemas.microsoft.com/office/drawing/2014/main" id="{C551159C-51EE-093E-3FD9-BC240C55B70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87" name="rc410">
            <a:extLst>
              <a:ext uri="{FF2B5EF4-FFF2-40B4-BE49-F238E27FC236}">
                <a16:creationId xmlns:a16="http://schemas.microsoft.com/office/drawing/2014/main" id="{C87AAADF-37BC-72C5-1AE4-B10FCA600D1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88" name="rc411">
            <a:extLst>
              <a:ext uri="{FF2B5EF4-FFF2-40B4-BE49-F238E27FC236}">
                <a16:creationId xmlns:a16="http://schemas.microsoft.com/office/drawing/2014/main" id="{C9B743CB-E0C5-0102-2628-24A93B23F8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89" name="rc412">
            <a:extLst>
              <a:ext uri="{FF2B5EF4-FFF2-40B4-BE49-F238E27FC236}">
                <a16:creationId xmlns:a16="http://schemas.microsoft.com/office/drawing/2014/main" id="{E4652C2C-AE2D-1227-A743-70E5C4DC18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90" name="rc413">
            <a:extLst>
              <a:ext uri="{FF2B5EF4-FFF2-40B4-BE49-F238E27FC236}">
                <a16:creationId xmlns:a16="http://schemas.microsoft.com/office/drawing/2014/main" id="{EEDC1753-5AB1-F6B3-D995-F56110EB08A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91" name="rc414">
            <a:extLst>
              <a:ext uri="{FF2B5EF4-FFF2-40B4-BE49-F238E27FC236}">
                <a16:creationId xmlns:a16="http://schemas.microsoft.com/office/drawing/2014/main" id="{CF0932B5-BE00-8E65-0199-EF2ECDA0F00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92" name="rc415">
            <a:extLst>
              <a:ext uri="{FF2B5EF4-FFF2-40B4-BE49-F238E27FC236}">
                <a16:creationId xmlns:a16="http://schemas.microsoft.com/office/drawing/2014/main" id="{E1026887-969F-B7A3-114B-D4562B3B9FF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93" name="rc416">
            <a:extLst>
              <a:ext uri="{FF2B5EF4-FFF2-40B4-BE49-F238E27FC236}">
                <a16:creationId xmlns:a16="http://schemas.microsoft.com/office/drawing/2014/main" id="{F0F2341D-B814-B706-6E6A-F4F9F3770FC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94" name="rc417">
            <a:extLst>
              <a:ext uri="{FF2B5EF4-FFF2-40B4-BE49-F238E27FC236}">
                <a16:creationId xmlns:a16="http://schemas.microsoft.com/office/drawing/2014/main" id="{0397EBB6-900D-84A6-A3F3-F5DC65CE85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95" name="rc418">
            <a:extLst>
              <a:ext uri="{FF2B5EF4-FFF2-40B4-BE49-F238E27FC236}">
                <a16:creationId xmlns:a16="http://schemas.microsoft.com/office/drawing/2014/main" id="{64654D46-3607-9D19-A93C-4B4ACEE7463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96" name="rc419">
            <a:extLst>
              <a:ext uri="{FF2B5EF4-FFF2-40B4-BE49-F238E27FC236}">
                <a16:creationId xmlns:a16="http://schemas.microsoft.com/office/drawing/2014/main" id="{37AB54AE-9B3A-0B7A-7BBD-2008B072A01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97" name="rc420">
            <a:extLst>
              <a:ext uri="{FF2B5EF4-FFF2-40B4-BE49-F238E27FC236}">
                <a16:creationId xmlns:a16="http://schemas.microsoft.com/office/drawing/2014/main" id="{92D334CD-B49A-439A-3C62-FBC8B9A9CBE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98" name="rc421">
            <a:extLst>
              <a:ext uri="{FF2B5EF4-FFF2-40B4-BE49-F238E27FC236}">
                <a16:creationId xmlns:a16="http://schemas.microsoft.com/office/drawing/2014/main" id="{8A15B314-9D3F-D49D-0AC0-F5F31333C58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499" name="rc422">
            <a:extLst>
              <a:ext uri="{FF2B5EF4-FFF2-40B4-BE49-F238E27FC236}">
                <a16:creationId xmlns:a16="http://schemas.microsoft.com/office/drawing/2014/main" id="{07749747-3CB8-5246-97E6-A9B9911A668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00" name="rc423">
            <a:extLst>
              <a:ext uri="{FF2B5EF4-FFF2-40B4-BE49-F238E27FC236}">
                <a16:creationId xmlns:a16="http://schemas.microsoft.com/office/drawing/2014/main" id="{CB8D8CE9-FF44-8536-9E4B-F0C8739637D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01" name="rc424">
            <a:extLst>
              <a:ext uri="{FF2B5EF4-FFF2-40B4-BE49-F238E27FC236}">
                <a16:creationId xmlns:a16="http://schemas.microsoft.com/office/drawing/2014/main" id="{D71AA95E-67DB-0C60-D66E-08316B79FBC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02" name="rc425">
            <a:extLst>
              <a:ext uri="{FF2B5EF4-FFF2-40B4-BE49-F238E27FC236}">
                <a16:creationId xmlns:a16="http://schemas.microsoft.com/office/drawing/2014/main" id="{23A412A2-C23B-F7E7-3734-7AD963B42B0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03" name="rc426">
            <a:extLst>
              <a:ext uri="{FF2B5EF4-FFF2-40B4-BE49-F238E27FC236}">
                <a16:creationId xmlns:a16="http://schemas.microsoft.com/office/drawing/2014/main" id="{B2E3C078-97E7-6635-115D-A4E46A0EFF4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04" name="rc427">
            <a:extLst>
              <a:ext uri="{FF2B5EF4-FFF2-40B4-BE49-F238E27FC236}">
                <a16:creationId xmlns:a16="http://schemas.microsoft.com/office/drawing/2014/main" id="{81F02153-E695-6EB2-3DD6-D7C2E9D60F6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05" name="rc428">
            <a:extLst>
              <a:ext uri="{FF2B5EF4-FFF2-40B4-BE49-F238E27FC236}">
                <a16:creationId xmlns:a16="http://schemas.microsoft.com/office/drawing/2014/main" id="{C68CD6B2-BC17-CF30-8D24-325A62FF00D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06" name="rc429">
            <a:extLst>
              <a:ext uri="{FF2B5EF4-FFF2-40B4-BE49-F238E27FC236}">
                <a16:creationId xmlns:a16="http://schemas.microsoft.com/office/drawing/2014/main" id="{CEDB4297-3BE0-166D-84D9-18D8BAA0389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07" name="rc430">
            <a:extLst>
              <a:ext uri="{FF2B5EF4-FFF2-40B4-BE49-F238E27FC236}">
                <a16:creationId xmlns:a16="http://schemas.microsoft.com/office/drawing/2014/main" id="{BEC13D8E-DD01-9BAB-21C7-93DB997EE4E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08" name="rc431">
            <a:extLst>
              <a:ext uri="{FF2B5EF4-FFF2-40B4-BE49-F238E27FC236}">
                <a16:creationId xmlns:a16="http://schemas.microsoft.com/office/drawing/2014/main" id="{FE8A6B44-FA71-AFA1-2B76-0F71BEB6DA2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09" name="rc432">
            <a:extLst>
              <a:ext uri="{FF2B5EF4-FFF2-40B4-BE49-F238E27FC236}">
                <a16:creationId xmlns:a16="http://schemas.microsoft.com/office/drawing/2014/main" id="{480A20E9-1CBF-BA38-5B4C-B233D471267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10" name="rc433">
            <a:extLst>
              <a:ext uri="{FF2B5EF4-FFF2-40B4-BE49-F238E27FC236}">
                <a16:creationId xmlns:a16="http://schemas.microsoft.com/office/drawing/2014/main" id="{C3E28D79-88C4-F74E-B7BB-9F77F7F4F49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11" name="rc434">
            <a:extLst>
              <a:ext uri="{FF2B5EF4-FFF2-40B4-BE49-F238E27FC236}">
                <a16:creationId xmlns:a16="http://schemas.microsoft.com/office/drawing/2014/main" id="{63F5B2EC-9B17-A684-1834-DF6C191FB74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12" name="rc435">
            <a:extLst>
              <a:ext uri="{FF2B5EF4-FFF2-40B4-BE49-F238E27FC236}">
                <a16:creationId xmlns:a16="http://schemas.microsoft.com/office/drawing/2014/main" id="{B8ECC88A-29FD-3A2B-F744-1D4AF30A6B1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13" name="rc436">
            <a:extLst>
              <a:ext uri="{FF2B5EF4-FFF2-40B4-BE49-F238E27FC236}">
                <a16:creationId xmlns:a16="http://schemas.microsoft.com/office/drawing/2014/main" id="{6AB8A7CD-391F-FE05-0B4D-7105681A7ED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14" name="rc437">
            <a:extLst>
              <a:ext uri="{FF2B5EF4-FFF2-40B4-BE49-F238E27FC236}">
                <a16:creationId xmlns:a16="http://schemas.microsoft.com/office/drawing/2014/main" id="{6060DAD5-4BFF-0889-0AE8-7556509C059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15" name="rc438">
            <a:extLst>
              <a:ext uri="{FF2B5EF4-FFF2-40B4-BE49-F238E27FC236}">
                <a16:creationId xmlns:a16="http://schemas.microsoft.com/office/drawing/2014/main" id="{EEC117A2-EBEF-B470-88D7-32612567378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16" name="rc439">
            <a:extLst>
              <a:ext uri="{FF2B5EF4-FFF2-40B4-BE49-F238E27FC236}">
                <a16:creationId xmlns:a16="http://schemas.microsoft.com/office/drawing/2014/main" id="{EAC2CFB8-EAE6-6D00-8B80-78EE23F3F20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17" name="rc440">
            <a:extLst>
              <a:ext uri="{FF2B5EF4-FFF2-40B4-BE49-F238E27FC236}">
                <a16:creationId xmlns:a16="http://schemas.microsoft.com/office/drawing/2014/main" id="{BCD72485-A254-A4C4-6D55-EFCC3F62D76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18" name="rc441">
            <a:extLst>
              <a:ext uri="{FF2B5EF4-FFF2-40B4-BE49-F238E27FC236}">
                <a16:creationId xmlns:a16="http://schemas.microsoft.com/office/drawing/2014/main" id="{52E155D0-678D-5875-9175-079F1D65FE6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19" name="rc442">
            <a:extLst>
              <a:ext uri="{FF2B5EF4-FFF2-40B4-BE49-F238E27FC236}">
                <a16:creationId xmlns:a16="http://schemas.microsoft.com/office/drawing/2014/main" id="{AA7CF724-60F2-8396-0567-19365D8D645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20" name="rc443">
            <a:extLst>
              <a:ext uri="{FF2B5EF4-FFF2-40B4-BE49-F238E27FC236}">
                <a16:creationId xmlns:a16="http://schemas.microsoft.com/office/drawing/2014/main" id="{5A443842-A2EE-C51B-7DB6-B24865EA387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21" name="rc444">
            <a:extLst>
              <a:ext uri="{FF2B5EF4-FFF2-40B4-BE49-F238E27FC236}">
                <a16:creationId xmlns:a16="http://schemas.microsoft.com/office/drawing/2014/main" id="{F059C8F2-0011-91F8-2FDB-3278495AEA6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22" name="rc445">
            <a:extLst>
              <a:ext uri="{FF2B5EF4-FFF2-40B4-BE49-F238E27FC236}">
                <a16:creationId xmlns:a16="http://schemas.microsoft.com/office/drawing/2014/main" id="{B4CCB896-BECE-66ED-F6DA-74E5E21819E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23" name="rc446">
            <a:extLst>
              <a:ext uri="{FF2B5EF4-FFF2-40B4-BE49-F238E27FC236}">
                <a16:creationId xmlns:a16="http://schemas.microsoft.com/office/drawing/2014/main" id="{F2B95F96-D404-2D2E-6881-F1161C78013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24" name="rc447">
            <a:extLst>
              <a:ext uri="{FF2B5EF4-FFF2-40B4-BE49-F238E27FC236}">
                <a16:creationId xmlns:a16="http://schemas.microsoft.com/office/drawing/2014/main" id="{A4C31999-EF68-3F6A-D598-3A0C26E9A81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25" name="rc448">
            <a:extLst>
              <a:ext uri="{FF2B5EF4-FFF2-40B4-BE49-F238E27FC236}">
                <a16:creationId xmlns:a16="http://schemas.microsoft.com/office/drawing/2014/main" id="{DFD835B6-3AEE-E89D-9318-8631BB0FC6B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26" name="rc449">
            <a:extLst>
              <a:ext uri="{FF2B5EF4-FFF2-40B4-BE49-F238E27FC236}">
                <a16:creationId xmlns:a16="http://schemas.microsoft.com/office/drawing/2014/main" id="{03AF5E9D-29B8-96AC-2C69-F227087B1AE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27" name="rc450">
            <a:extLst>
              <a:ext uri="{FF2B5EF4-FFF2-40B4-BE49-F238E27FC236}">
                <a16:creationId xmlns:a16="http://schemas.microsoft.com/office/drawing/2014/main" id="{E895E5B8-0BFB-37B0-F2A8-1B0A2910DB4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28" name="rc451">
            <a:extLst>
              <a:ext uri="{FF2B5EF4-FFF2-40B4-BE49-F238E27FC236}">
                <a16:creationId xmlns:a16="http://schemas.microsoft.com/office/drawing/2014/main" id="{60CE5FB3-AAC5-1DEE-6AC5-E4C3BF53C0A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29" name="rc452">
            <a:extLst>
              <a:ext uri="{FF2B5EF4-FFF2-40B4-BE49-F238E27FC236}">
                <a16:creationId xmlns:a16="http://schemas.microsoft.com/office/drawing/2014/main" id="{4EDB637A-AF45-B783-E8C3-74A6E38A03B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30" name="rc453">
            <a:extLst>
              <a:ext uri="{FF2B5EF4-FFF2-40B4-BE49-F238E27FC236}">
                <a16:creationId xmlns:a16="http://schemas.microsoft.com/office/drawing/2014/main" id="{975D4F83-697A-1B7B-D284-22B6230279F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31" name="rc454">
            <a:extLst>
              <a:ext uri="{FF2B5EF4-FFF2-40B4-BE49-F238E27FC236}">
                <a16:creationId xmlns:a16="http://schemas.microsoft.com/office/drawing/2014/main" id="{392B100D-4FDA-B8D1-4618-14D1E7A14E1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32" name="rc455">
            <a:extLst>
              <a:ext uri="{FF2B5EF4-FFF2-40B4-BE49-F238E27FC236}">
                <a16:creationId xmlns:a16="http://schemas.microsoft.com/office/drawing/2014/main" id="{806685D4-C6EE-58BF-DB49-A942B26FF44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33" name="rc456">
            <a:extLst>
              <a:ext uri="{FF2B5EF4-FFF2-40B4-BE49-F238E27FC236}">
                <a16:creationId xmlns:a16="http://schemas.microsoft.com/office/drawing/2014/main" id="{BA83AB06-602C-FEFB-8D84-FFB93092947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34" name="rc457">
            <a:extLst>
              <a:ext uri="{FF2B5EF4-FFF2-40B4-BE49-F238E27FC236}">
                <a16:creationId xmlns:a16="http://schemas.microsoft.com/office/drawing/2014/main" id="{9C4FB7E1-92C1-1CE2-7C57-A71EBE119DB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35" name="rc458">
            <a:extLst>
              <a:ext uri="{FF2B5EF4-FFF2-40B4-BE49-F238E27FC236}">
                <a16:creationId xmlns:a16="http://schemas.microsoft.com/office/drawing/2014/main" id="{F638695E-8191-326C-EAE1-81AE3B5E8A1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36" name="rc459">
            <a:extLst>
              <a:ext uri="{FF2B5EF4-FFF2-40B4-BE49-F238E27FC236}">
                <a16:creationId xmlns:a16="http://schemas.microsoft.com/office/drawing/2014/main" id="{1C9672DD-D59D-170F-2472-A1EE56A9646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37" name="rc460">
            <a:extLst>
              <a:ext uri="{FF2B5EF4-FFF2-40B4-BE49-F238E27FC236}">
                <a16:creationId xmlns:a16="http://schemas.microsoft.com/office/drawing/2014/main" id="{DA10CC56-28F8-9122-35F1-B38D37F4A5F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38" name="rc461">
            <a:extLst>
              <a:ext uri="{FF2B5EF4-FFF2-40B4-BE49-F238E27FC236}">
                <a16:creationId xmlns:a16="http://schemas.microsoft.com/office/drawing/2014/main" id="{A7D69097-A592-257C-8898-C0D2F2F6783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39" name="rc462">
            <a:extLst>
              <a:ext uri="{FF2B5EF4-FFF2-40B4-BE49-F238E27FC236}">
                <a16:creationId xmlns:a16="http://schemas.microsoft.com/office/drawing/2014/main" id="{1DA9E811-C01D-B7CA-D458-E7CC8F7033F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40" name="rc463">
            <a:extLst>
              <a:ext uri="{FF2B5EF4-FFF2-40B4-BE49-F238E27FC236}">
                <a16:creationId xmlns:a16="http://schemas.microsoft.com/office/drawing/2014/main" id="{DF187DBE-D637-B0D7-6E77-6D9CBA9074E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41" name="rc464">
            <a:extLst>
              <a:ext uri="{FF2B5EF4-FFF2-40B4-BE49-F238E27FC236}">
                <a16:creationId xmlns:a16="http://schemas.microsoft.com/office/drawing/2014/main" id="{9A8C81D9-E291-B801-2194-B59B6421688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42" name="rc465">
            <a:extLst>
              <a:ext uri="{FF2B5EF4-FFF2-40B4-BE49-F238E27FC236}">
                <a16:creationId xmlns:a16="http://schemas.microsoft.com/office/drawing/2014/main" id="{BF7267A0-0FFC-643B-14CB-4E3F6D2CD2A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43" name="rc466">
            <a:extLst>
              <a:ext uri="{FF2B5EF4-FFF2-40B4-BE49-F238E27FC236}">
                <a16:creationId xmlns:a16="http://schemas.microsoft.com/office/drawing/2014/main" id="{1B362E23-EBB3-5157-D0B9-7368E849BE7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44" name="rc467">
            <a:extLst>
              <a:ext uri="{FF2B5EF4-FFF2-40B4-BE49-F238E27FC236}">
                <a16:creationId xmlns:a16="http://schemas.microsoft.com/office/drawing/2014/main" id="{1754C460-EC88-357D-9D04-8937A72E598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45" name="rc468">
            <a:extLst>
              <a:ext uri="{FF2B5EF4-FFF2-40B4-BE49-F238E27FC236}">
                <a16:creationId xmlns:a16="http://schemas.microsoft.com/office/drawing/2014/main" id="{67E5D8A5-1E91-E1F6-99C0-90DE852A274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46" name="rc469">
            <a:extLst>
              <a:ext uri="{FF2B5EF4-FFF2-40B4-BE49-F238E27FC236}">
                <a16:creationId xmlns:a16="http://schemas.microsoft.com/office/drawing/2014/main" id="{A0EA3345-A2FE-25F2-BB92-70EF445A37D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47" name="rc470">
            <a:extLst>
              <a:ext uri="{FF2B5EF4-FFF2-40B4-BE49-F238E27FC236}">
                <a16:creationId xmlns:a16="http://schemas.microsoft.com/office/drawing/2014/main" id="{79FA503B-3E3D-C2B2-659E-9CCFEE8FED1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48" name="rc471">
            <a:extLst>
              <a:ext uri="{FF2B5EF4-FFF2-40B4-BE49-F238E27FC236}">
                <a16:creationId xmlns:a16="http://schemas.microsoft.com/office/drawing/2014/main" id="{802DD60F-8249-8EAF-F07C-E4762E88E08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49" name="rc472">
            <a:extLst>
              <a:ext uri="{FF2B5EF4-FFF2-40B4-BE49-F238E27FC236}">
                <a16:creationId xmlns:a16="http://schemas.microsoft.com/office/drawing/2014/main" id="{5B49388D-F795-15B8-7C91-C779FEABF30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50" name="rc473">
            <a:extLst>
              <a:ext uri="{FF2B5EF4-FFF2-40B4-BE49-F238E27FC236}">
                <a16:creationId xmlns:a16="http://schemas.microsoft.com/office/drawing/2014/main" id="{0277A312-4916-5A97-E27C-743952FF8B2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51" name="rc474">
            <a:extLst>
              <a:ext uri="{FF2B5EF4-FFF2-40B4-BE49-F238E27FC236}">
                <a16:creationId xmlns:a16="http://schemas.microsoft.com/office/drawing/2014/main" id="{FFE009CC-7440-92C5-70D7-9B8B1500CE9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52" name="rc475">
            <a:extLst>
              <a:ext uri="{FF2B5EF4-FFF2-40B4-BE49-F238E27FC236}">
                <a16:creationId xmlns:a16="http://schemas.microsoft.com/office/drawing/2014/main" id="{9ED1A5F7-A8C2-B777-CD73-34E88063AC3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53" name="rc476">
            <a:extLst>
              <a:ext uri="{FF2B5EF4-FFF2-40B4-BE49-F238E27FC236}">
                <a16:creationId xmlns:a16="http://schemas.microsoft.com/office/drawing/2014/main" id="{C4EEE139-4E83-95A9-5DA4-0667F86CE20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54" name="rc477">
            <a:extLst>
              <a:ext uri="{FF2B5EF4-FFF2-40B4-BE49-F238E27FC236}">
                <a16:creationId xmlns:a16="http://schemas.microsoft.com/office/drawing/2014/main" id="{471A8B81-457C-641C-E56A-12501AB3A0D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55" name="rc478">
            <a:extLst>
              <a:ext uri="{FF2B5EF4-FFF2-40B4-BE49-F238E27FC236}">
                <a16:creationId xmlns:a16="http://schemas.microsoft.com/office/drawing/2014/main" id="{C03B2B28-B6DD-0F7D-C6DF-D7F37E1DE4C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56" name="rc479">
            <a:extLst>
              <a:ext uri="{FF2B5EF4-FFF2-40B4-BE49-F238E27FC236}">
                <a16:creationId xmlns:a16="http://schemas.microsoft.com/office/drawing/2014/main" id="{92394116-5A0B-AECE-FF61-3E26C47C7E2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57" name="rc480">
            <a:extLst>
              <a:ext uri="{FF2B5EF4-FFF2-40B4-BE49-F238E27FC236}">
                <a16:creationId xmlns:a16="http://schemas.microsoft.com/office/drawing/2014/main" id="{141C948F-A75C-C5D9-FE1D-1EAF651EC14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58" name="rc481">
            <a:extLst>
              <a:ext uri="{FF2B5EF4-FFF2-40B4-BE49-F238E27FC236}">
                <a16:creationId xmlns:a16="http://schemas.microsoft.com/office/drawing/2014/main" id="{641C458E-FB76-20A0-7D31-3448F5BFD33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59" name="rc482">
            <a:extLst>
              <a:ext uri="{FF2B5EF4-FFF2-40B4-BE49-F238E27FC236}">
                <a16:creationId xmlns:a16="http://schemas.microsoft.com/office/drawing/2014/main" id="{9917EBE2-1ABD-5F75-4D41-C32A8C23343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60" name="rc483">
            <a:extLst>
              <a:ext uri="{FF2B5EF4-FFF2-40B4-BE49-F238E27FC236}">
                <a16:creationId xmlns:a16="http://schemas.microsoft.com/office/drawing/2014/main" id="{E03D33DC-95D6-A4ED-4DAB-1289FBEFB2D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61" name="rc484">
            <a:extLst>
              <a:ext uri="{FF2B5EF4-FFF2-40B4-BE49-F238E27FC236}">
                <a16:creationId xmlns:a16="http://schemas.microsoft.com/office/drawing/2014/main" id="{1537F1C5-ADA6-CA94-08F8-FE3F6FF98F2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62" name="rc485">
            <a:extLst>
              <a:ext uri="{FF2B5EF4-FFF2-40B4-BE49-F238E27FC236}">
                <a16:creationId xmlns:a16="http://schemas.microsoft.com/office/drawing/2014/main" id="{FE4512C6-BF3C-0AF8-6E30-0145F30A866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63" name="rc486">
            <a:extLst>
              <a:ext uri="{FF2B5EF4-FFF2-40B4-BE49-F238E27FC236}">
                <a16:creationId xmlns:a16="http://schemas.microsoft.com/office/drawing/2014/main" id="{077226FB-182B-350F-8801-4D269FA995A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64" name="rc487">
            <a:extLst>
              <a:ext uri="{FF2B5EF4-FFF2-40B4-BE49-F238E27FC236}">
                <a16:creationId xmlns:a16="http://schemas.microsoft.com/office/drawing/2014/main" id="{BF73D9B8-EEAD-B300-459C-F6D535520B9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65" name="rc488">
            <a:extLst>
              <a:ext uri="{FF2B5EF4-FFF2-40B4-BE49-F238E27FC236}">
                <a16:creationId xmlns:a16="http://schemas.microsoft.com/office/drawing/2014/main" id="{6CE81E52-A04F-ED1E-3EE4-C961490614A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66" name="rc489">
            <a:extLst>
              <a:ext uri="{FF2B5EF4-FFF2-40B4-BE49-F238E27FC236}">
                <a16:creationId xmlns:a16="http://schemas.microsoft.com/office/drawing/2014/main" id="{37118715-21B4-E7C3-5CAA-4CABF2B6770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67" name="rc490">
            <a:extLst>
              <a:ext uri="{FF2B5EF4-FFF2-40B4-BE49-F238E27FC236}">
                <a16:creationId xmlns:a16="http://schemas.microsoft.com/office/drawing/2014/main" id="{65E53D38-24AE-21C0-75FF-F5BD1D90F9D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68" name="rc491">
            <a:extLst>
              <a:ext uri="{FF2B5EF4-FFF2-40B4-BE49-F238E27FC236}">
                <a16:creationId xmlns:a16="http://schemas.microsoft.com/office/drawing/2014/main" id="{25C92169-2C89-BABA-E200-109FF915E77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69" name="rc492">
            <a:extLst>
              <a:ext uri="{FF2B5EF4-FFF2-40B4-BE49-F238E27FC236}">
                <a16:creationId xmlns:a16="http://schemas.microsoft.com/office/drawing/2014/main" id="{80DCA5BF-C05C-8B66-2589-A3DFDB2485A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70" name="rc493">
            <a:extLst>
              <a:ext uri="{FF2B5EF4-FFF2-40B4-BE49-F238E27FC236}">
                <a16:creationId xmlns:a16="http://schemas.microsoft.com/office/drawing/2014/main" id="{3478C894-CD52-24CC-7893-8D5D160CEEB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71" name="rc494">
            <a:extLst>
              <a:ext uri="{FF2B5EF4-FFF2-40B4-BE49-F238E27FC236}">
                <a16:creationId xmlns:a16="http://schemas.microsoft.com/office/drawing/2014/main" id="{0569E576-FC66-6AA8-0E95-E74707A8F9F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72" name="rc495">
            <a:extLst>
              <a:ext uri="{FF2B5EF4-FFF2-40B4-BE49-F238E27FC236}">
                <a16:creationId xmlns:a16="http://schemas.microsoft.com/office/drawing/2014/main" id="{59760C6D-DC91-9992-FACB-326570E6023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73" name="rc496">
            <a:extLst>
              <a:ext uri="{FF2B5EF4-FFF2-40B4-BE49-F238E27FC236}">
                <a16:creationId xmlns:a16="http://schemas.microsoft.com/office/drawing/2014/main" id="{AE1EE40C-03AB-A5FE-437C-0CEB2842ECC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74" name="rc497">
            <a:extLst>
              <a:ext uri="{FF2B5EF4-FFF2-40B4-BE49-F238E27FC236}">
                <a16:creationId xmlns:a16="http://schemas.microsoft.com/office/drawing/2014/main" id="{C8752271-F4BF-4E27-A2E6-B0F7D5D2C50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75" name="rc498">
            <a:extLst>
              <a:ext uri="{FF2B5EF4-FFF2-40B4-BE49-F238E27FC236}">
                <a16:creationId xmlns:a16="http://schemas.microsoft.com/office/drawing/2014/main" id="{F175430A-C873-C87C-23E8-43F553C773D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76" name="rc499">
            <a:extLst>
              <a:ext uri="{FF2B5EF4-FFF2-40B4-BE49-F238E27FC236}">
                <a16:creationId xmlns:a16="http://schemas.microsoft.com/office/drawing/2014/main" id="{84F547B3-29A5-A72C-E843-9B7BC7A1C5E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77" name="rc500">
            <a:extLst>
              <a:ext uri="{FF2B5EF4-FFF2-40B4-BE49-F238E27FC236}">
                <a16:creationId xmlns:a16="http://schemas.microsoft.com/office/drawing/2014/main" id="{9FAD99A1-CC8D-DFC3-903B-DC5FD6054CD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78" name="rc501">
            <a:extLst>
              <a:ext uri="{FF2B5EF4-FFF2-40B4-BE49-F238E27FC236}">
                <a16:creationId xmlns:a16="http://schemas.microsoft.com/office/drawing/2014/main" id="{6927E344-8699-53BF-0DF7-90E9E6D270B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79" name="rc502">
            <a:extLst>
              <a:ext uri="{FF2B5EF4-FFF2-40B4-BE49-F238E27FC236}">
                <a16:creationId xmlns:a16="http://schemas.microsoft.com/office/drawing/2014/main" id="{26F964B7-D444-8AB1-337E-673EB5F24DE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80" name="rc503">
            <a:extLst>
              <a:ext uri="{FF2B5EF4-FFF2-40B4-BE49-F238E27FC236}">
                <a16:creationId xmlns:a16="http://schemas.microsoft.com/office/drawing/2014/main" id="{AFB2D1C9-E106-A8DB-4D73-17C847A8209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81" name="rc504">
            <a:extLst>
              <a:ext uri="{FF2B5EF4-FFF2-40B4-BE49-F238E27FC236}">
                <a16:creationId xmlns:a16="http://schemas.microsoft.com/office/drawing/2014/main" id="{90F189DB-208B-B441-A0D4-6DD38868009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82" name="rc505">
            <a:extLst>
              <a:ext uri="{FF2B5EF4-FFF2-40B4-BE49-F238E27FC236}">
                <a16:creationId xmlns:a16="http://schemas.microsoft.com/office/drawing/2014/main" id="{F7520F18-A58A-CC51-A8D9-809FFF11635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83" name="rc506">
            <a:extLst>
              <a:ext uri="{FF2B5EF4-FFF2-40B4-BE49-F238E27FC236}">
                <a16:creationId xmlns:a16="http://schemas.microsoft.com/office/drawing/2014/main" id="{9FA17737-67A2-6020-4F64-D3A2EA6C478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84" name="rc507">
            <a:extLst>
              <a:ext uri="{FF2B5EF4-FFF2-40B4-BE49-F238E27FC236}">
                <a16:creationId xmlns:a16="http://schemas.microsoft.com/office/drawing/2014/main" id="{A3A1CF38-4B42-9BEA-C08D-83F6DE27BFC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85" name="rc508">
            <a:extLst>
              <a:ext uri="{FF2B5EF4-FFF2-40B4-BE49-F238E27FC236}">
                <a16:creationId xmlns:a16="http://schemas.microsoft.com/office/drawing/2014/main" id="{5FD4F147-3DAD-1385-1C6E-9D58B3D77F7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86" name="rc509">
            <a:extLst>
              <a:ext uri="{FF2B5EF4-FFF2-40B4-BE49-F238E27FC236}">
                <a16:creationId xmlns:a16="http://schemas.microsoft.com/office/drawing/2014/main" id="{0ED3AE1E-54A8-12A6-9EE7-CD35EF9456F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87" name="rc510">
            <a:extLst>
              <a:ext uri="{FF2B5EF4-FFF2-40B4-BE49-F238E27FC236}">
                <a16:creationId xmlns:a16="http://schemas.microsoft.com/office/drawing/2014/main" id="{C6FB65E8-C7D7-0F89-8228-985E0BA8314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88" name="rc511">
            <a:extLst>
              <a:ext uri="{FF2B5EF4-FFF2-40B4-BE49-F238E27FC236}">
                <a16:creationId xmlns:a16="http://schemas.microsoft.com/office/drawing/2014/main" id="{F74747C1-0F77-9899-E08C-EB6F485561D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89" name="rc512">
            <a:extLst>
              <a:ext uri="{FF2B5EF4-FFF2-40B4-BE49-F238E27FC236}">
                <a16:creationId xmlns:a16="http://schemas.microsoft.com/office/drawing/2014/main" id="{9F440BA9-F980-856C-0D81-31441887979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90" name="rc513">
            <a:extLst>
              <a:ext uri="{FF2B5EF4-FFF2-40B4-BE49-F238E27FC236}">
                <a16:creationId xmlns:a16="http://schemas.microsoft.com/office/drawing/2014/main" id="{CB7357C2-46ED-3562-07C5-2BB9EE6520E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91" name="rc514">
            <a:extLst>
              <a:ext uri="{FF2B5EF4-FFF2-40B4-BE49-F238E27FC236}">
                <a16:creationId xmlns:a16="http://schemas.microsoft.com/office/drawing/2014/main" id="{71A17203-EA02-D639-A365-4934DBD238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92" name="rc515">
            <a:extLst>
              <a:ext uri="{FF2B5EF4-FFF2-40B4-BE49-F238E27FC236}">
                <a16:creationId xmlns:a16="http://schemas.microsoft.com/office/drawing/2014/main" id="{25CC28C0-2FD5-7579-E517-2578EDE189F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93" name="rc516">
            <a:extLst>
              <a:ext uri="{FF2B5EF4-FFF2-40B4-BE49-F238E27FC236}">
                <a16:creationId xmlns:a16="http://schemas.microsoft.com/office/drawing/2014/main" id="{86DBB0D3-6721-4D30-E1DA-190398F6D7C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94" name="rc517">
            <a:extLst>
              <a:ext uri="{FF2B5EF4-FFF2-40B4-BE49-F238E27FC236}">
                <a16:creationId xmlns:a16="http://schemas.microsoft.com/office/drawing/2014/main" id="{30C18541-8AF1-4ED2-E0AF-3A27320E8C8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95" name="rc518">
            <a:extLst>
              <a:ext uri="{FF2B5EF4-FFF2-40B4-BE49-F238E27FC236}">
                <a16:creationId xmlns:a16="http://schemas.microsoft.com/office/drawing/2014/main" id="{1B1D1B80-AD27-5ECA-730C-0FA4CCC9A84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96" name="rc519">
            <a:extLst>
              <a:ext uri="{FF2B5EF4-FFF2-40B4-BE49-F238E27FC236}">
                <a16:creationId xmlns:a16="http://schemas.microsoft.com/office/drawing/2014/main" id="{4B891F3A-8BFE-E233-7A9A-3C0F33342B3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97" name="rc520">
            <a:extLst>
              <a:ext uri="{FF2B5EF4-FFF2-40B4-BE49-F238E27FC236}">
                <a16:creationId xmlns:a16="http://schemas.microsoft.com/office/drawing/2014/main" id="{F390A874-7989-0B29-E834-254351C46C1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98" name="rc521">
            <a:extLst>
              <a:ext uri="{FF2B5EF4-FFF2-40B4-BE49-F238E27FC236}">
                <a16:creationId xmlns:a16="http://schemas.microsoft.com/office/drawing/2014/main" id="{87C38F7B-9B9B-FE54-B0B4-F4DCAF153C8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599" name="rc522">
            <a:extLst>
              <a:ext uri="{FF2B5EF4-FFF2-40B4-BE49-F238E27FC236}">
                <a16:creationId xmlns:a16="http://schemas.microsoft.com/office/drawing/2014/main" id="{38F26864-E039-867B-7B4A-C7184D9E8DF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00" name="rc523">
            <a:extLst>
              <a:ext uri="{FF2B5EF4-FFF2-40B4-BE49-F238E27FC236}">
                <a16:creationId xmlns:a16="http://schemas.microsoft.com/office/drawing/2014/main" id="{F2F1B053-BBB0-C149-5B1D-E9A8809C0DB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01" name="rc524">
            <a:extLst>
              <a:ext uri="{FF2B5EF4-FFF2-40B4-BE49-F238E27FC236}">
                <a16:creationId xmlns:a16="http://schemas.microsoft.com/office/drawing/2014/main" id="{406652D3-EF9F-86CB-CF3D-AD6ED83F278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02" name="rc525">
            <a:extLst>
              <a:ext uri="{FF2B5EF4-FFF2-40B4-BE49-F238E27FC236}">
                <a16:creationId xmlns:a16="http://schemas.microsoft.com/office/drawing/2014/main" id="{A64BECDF-82FE-8787-85A3-5F751F1EAC4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03" name="rc526">
            <a:extLst>
              <a:ext uri="{FF2B5EF4-FFF2-40B4-BE49-F238E27FC236}">
                <a16:creationId xmlns:a16="http://schemas.microsoft.com/office/drawing/2014/main" id="{2BF49EB1-BCC1-7408-07BD-0DE7820734C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04" name="rc527">
            <a:extLst>
              <a:ext uri="{FF2B5EF4-FFF2-40B4-BE49-F238E27FC236}">
                <a16:creationId xmlns:a16="http://schemas.microsoft.com/office/drawing/2014/main" id="{E5FA262B-D7E3-120B-44D1-8F26BACD0AE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05" name="rc528">
            <a:extLst>
              <a:ext uri="{FF2B5EF4-FFF2-40B4-BE49-F238E27FC236}">
                <a16:creationId xmlns:a16="http://schemas.microsoft.com/office/drawing/2014/main" id="{BB438493-637F-EC29-4DF1-73ED9F3AAF4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06" name="rc529">
            <a:extLst>
              <a:ext uri="{FF2B5EF4-FFF2-40B4-BE49-F238E27FC236}">
                <a16:creationId xmlns:a16="http://schemas.microsoft.com/office/drawing/2014/main" id="{5158CD3D-672D-2AE0-5874-66CB9A9994A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07" name="rc530">
            <a:extLst>
              <a:ext uri="{FF2B5EF4-FFF2-40B4-BE49-F238E27FC236}">
                <a16:creationId xmlns:a16="http://schemas.microsoft.com/office/drawing/2014/main" id="{A58B5E11-08F3-A2C5-6097-1BD77A7B1A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08" name="rc531">
            <a:extLst>
              <a:ext uri="{FF2B5EF4-FFF2-40B4-BE49-F238E27FC236}">
                <a16:creationId xmlns:a16="http://schemas.microsoft.com/office/drawing/2014/main" id="{8738E0A5-6C4A-E606-D4B4-3B7F73EB633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09" name="rc532">
            <a:extLst>
              <a:ext uri="{FF2B5EF4-FFF2-40B4-BE49-F238E27FC236}">
                <a16:creationId xmlns:a16="http://schemas.microsoft.com/office/drawing/2014/main" id="{6506796C-5FCA-6E85-83AC-3FFBCA01A69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10" name="rc533">
            <a:extLst>
              <a:ext uri="{FF2B5EF4-FFF2-40B4-BE49-F238E27FC236}">
                <a16:creationId xmlns:a16="http://schemas.microsoft.com/office/drawing/2014/main" id="{B1D7A8EF-958B-84B9-844B-6443C7A9AD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11" name="rc534">
            <a:extLst>
              <a:ext uri="{FF2B5EF4-FFF2-40B4-BE49-F238E27FC236}">
                <a16:creationId xmlns:a16="http://schemas.microsoft.com/office/drawing/2014/main" id="{BD49B773-98E9-B336-3A82-1317B00E7A3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12" name="rc535">
            <a:extLst>
              <a:ext uri="{FF2B5EF4-FFF2-40B4-BE49-F238E27FC236}">
                <a16:creationId xmlns:a16="http://schemas.microsoft.com/office/drawing/2014/main" id="{DF64ACEE-E72E-87BE-C638-1C1E986F6E8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13" name="rc536">
            <a:extLst>
              <a:ext uri="{FF2B5EF4-FFF2-40B4-BE49-F238E27FC236}">
                <a16:creationId xmlns:a16="http://schemas.microsoft.com/office/drawing/2014/main" id="{52260A7F-639A-2093-A37A-69391B31115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14" name="rc537">
            <a:extLst>
              <a:ext uri="{FF2B5EF4-FFF2-40B4-BE49-F238E27FC236}">
                <a16:creationId xmlns:a16="http://schemas.microsoft.com/office/drawing/2014/main" id="{0C7E83CC-EA62-2D52-0A99-4EEC3D66633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15" name="rc538">
            <a:extLst>
              <a:ext uri="{FF2B5EF4-FFF2-40B4-BE49-F238E27FC236}">
                <a16:creationId xmlns:a16="http://schemas.microsoft.com/office/drawing/2014/main" id="{A2760D66-9C46-8F8E-7079-221A676D023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16" name="rc539">
            <a:extLst>
              <a:ext uri="{FF2B5EF4-FFF2-40B4-BE49-F238E27FC236}">
                <a16:creationId xmlns:a16="http://schemas.microsoft.com/office/drawing/2014/main" id="{F6112A9F-225E-5408-3C3A-18D43E24CFD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17" name="rc540">
            <a:extLst>
              <a:ext uri="{FF2B5EF4-FFF2-40B4-BE49-F238E27FC236}">
                <a16:creationId xmlns:a16="http://schemas.microsoft.com/office/drawing/2014/main" id="{C097D261-A78F-9822-B2F7-379F0BBF85F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18" name="rc541">
            <a:extLst>
              <a:ext uri="{FF2B5EF4-FFF2-40B4-BE49-F238E27FC236}">
                <a16:creationId xmlns:a16="http://schemas.microsoft.com/office/drawing/2014/main" id="{EF5136A4-718D-BEBB-EAD6-09FF7A1F484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19" name="rc542">
            <a:extLst>
              <a:ext uri="{FF2B5EF4-FFF2-40B4-BE49-F238E27FC236}">
                <a16:creationId xmlns:a16="http://schemas.microsoft.com/office/drawing/2014/main" id="{BB6C7BE9-5F52-CED4-29B6-B996174B064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20" name="rc543">
            <a:extLst>
              <a:ext uri="{FF2B5EF4-FFF2-40B4-BE49-F238E27FC236}">
                <a16:creationId xmlns:a16="http://schemas.microsoft.com/office/drawing/2014/main" id="{8EC88335-27AA-E520-61B8-5DA84FEDDA1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21" name="rc544">
            <a:extLst>
              <a:ext uri="{FF2B5EF4-FFF2-40B4-BE49-F238E27FC236}">
                <a16:creationId xmlns:a16="http://schemas.microsoft.com/office/drawing/2014/main" id="{D71EA471-FDC0-C96D-E9DC-079BDCB5C6D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22" name="rc545">
            <a:extLst>
              <a:ext uri="{FF2B5EF4-FFF2-40B4-BE49-F238E27FC236}">
                <a16:creationId xmlns:a16="http://schemas.microsoft.com/office/drawing/2014/main" id="{55016242-0B95-065E-ADBA-922CA2D5AC6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23" name="rc546">
            <a:extLst>
              <a:ext uri="{FF2B5EF4-FFF2-40B4-BE49-F238E27FC236}">
                <a16:creationId xmlns:a16="http://schemas.microsoft.com/office/drawing/2014/main" id="{4EEAA840-5336-4077-EF21-995F97918C6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24" name="rc547">
            <a:extLst>
              <a:ext uri="{FF2B5EF4-FFF2-40B4-BE49-F238E27FC236}">
                <a16:creationId xmlns:a16="http://schemas.microsoft.com/office/drawing/2014/main" id="{F1E9DB73-60AE-8112-6BBC-05C66945D5C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25" name="rc548">
            <a:extLst>
              <a:ext uri="{FF2B5EF4-FFF2-40B4-BE49-F238E27FC236}">
                <a16:creationId xmlns:a16="http://schemas.microsoft.com/office/drawing/2014/main" id="{973B1685-C7E8-EDEA-0EDE-612D4B55623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26" name="rc549">
            <a:extLst>
              <a:ext uri="{FF2B5EF4-FFF2-40B4-BE49-F238E27FC236}">
                <a16:creationId xmlns:a16="http://schemas.microsoft.com/office/drawing/2014/main" id="{6D521BC7-66B0-2F17-62AD-862844A510F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27" name="rc550">
            <a:extLst>
              <a:ext uri="{FF2B5EF4-FFF2-40B4-BE49-F238E27FC236}">
                <a16:creationId xmlns:a16="http://schemas.microsoft.com/office/drawing/2014/main" id="{1759A3ED-5DA9-FED3-2A1F-22D9E98499F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28" name="rc551">
            <a:extLst>
              <a:ext uri="{FF2B5EF4-FFF2-40B4-BE49-F238E27FC236}">
                <a16:creationId xmlns:a16="http://schemas.microsoft.com/office/drawing/2014/main" id="{B36DD9A2-B127-4F43-5D47-991E330A5BC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29" name="rc552">
            <a:extLst>
              <a:ext uri="{FF2B5EF4-FFF2-40B4-BE49-F238E27FC236}">
                <a16:creationId xmlns:a16="http://schemas.microsoft.com/office/drawing/2014/main" id="{9F23BC20-E875-4AB9-3BA3-67CDFBA28FA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30" name="rc553">
            <a:extLst>
              <a:ext uri="{FF2B5EF4-FFF2-40B4-BE49-F238E27FC236}">
                <a16:creationId xmlns:a16="http://schemas.microsoft.com/office/drawing/2014/main" id="{9908E215-1C2A-E270-9B68-42DEFCA684C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31" name="rc554">
            <a:extLst>
              <a:ext uri="{FF2B5EF4-FFF2-40B4-BE49-F238E27FC236}">
                <a16:creationId xmlns:a16="http://schemas.microsoft.com/office/drawing/2014/main" id="{E75AA6F2-59F5-47A3-18FE-8CF8CE94527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32" name="rc555">
            <a:extLst>
              <a:ext uri="{FF2B5EF4-FFF2-40B4-BE49-F238E27FC236}">
                <a16:creationId xmlns:a16="http://schemas.microsoft.com/office/drawing/2014/main" id="{42FB185B-B097-5E46-C405-3AE25C80040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33" name="rc556">
            <a:extLst>
              <a:ext uri="{FF2B5EF4-FFF2-40B4-BE49-F238E27FC236}">
                <a16:creationId xmlns:a16="http://schemas.microsoft.com/office/drawing/2014/main" id="{5C53D8A2-0896-BA3D-2E84-CA947098573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34" name="rc557">
            <a:extLst>
              <a:ext uri="{FF2B5EF4-FFF2-40B4-BE49-F238E27FC236}">
                <a16:creationId xmlns:a16="http://schemas.microsoft.com/office/drawing/2014/main" id="{122A057F-5C14-9B87-638B-48AED5EDDBE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35" name="rc558">
            <a:extLst>
              <a:ext uri="{FF2B5EF4-FFF2-40B4-BE49-F238E27FC236}">
                <a16:creationId xmlns:a16="http://schemas.microsoft.com/office/drawing/2014/main" id="{73FBAEC0-4A62-966B-A2A1-9B82BCF6593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36" name="rc559">
            <a:extLst>
              <a:ext uri="{FF2B5EF4-FFF2-40B4-BE49-F238E27FC236}">
                <a16:creationId xmlns:a16="http://schemas.microsoft.com/office/drawing/2014/main" id="{B1AD955A-D09D-3EEC-6B97-B914670E494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37" name="rc560">
            <a:extLst>
              <a:ext uri="{FF2B5EF4-FFF2-40B4-BE49-F238E27FC236}">
                <a16:creationId xmlns:a16="http://schemas.microsoft.com/office/drawing/2014/main" id="{1717DAED-81C3-54D2-0946-6DEAB4F0215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38" name="rc561">
            <a:extLst>
              <a:ext uri="{FF2B5EF4-FFF2-40B4-BE49-F238E27FC236}">
                <a16:creationId xmlns:a16="http://schemas.microsoft.com/office/drawing/2014/main" id="{9153535F-C421-43E0-3CD1-9D64E164E7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39" name="rc562">
            <a:extLst>
              <a:ext uri="{FF2B5EF4-FFF2-40B4-BE49-F238E27FC236}">
                <a16:creationId xmlns:a16="http://schemas.microsoft.com/office/drawing/2014/main" id="{3E69C24A-C8B2-E1DD-4BE8-6100F6933E2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40" name="rc563">
            <a:extLst>
              <a:ext uri="{FF2B5EF4-FFF2-40B4-BE49-F238E27FC236}">
                <a16:creationId xmlns:a16="http://schemas.microsoft.com/office/drawing/2014/main" id="{D41823DE-FFF3-7F3E-4868-375D34C6652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41" name="rc564">
            <a:extLst>
              <a:ext uri="{FF2B5EF4-FFF2-40B4-BE49-F238E27FC236}">
                <a16:creationId xmlns:a16="http://schemas.microsoft.com/office/drawing/2014/main" id="{41452B6E-0C38-555D-EB97-7A884ACE651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42" name="rc565">
            <a:extLst>
              <a:ext uri="{FF2B5EF4-FFF2-40B4-BE49-F238E27FC236}">
                <a16:creationId xmlns:a16="http://schemas.microsoft.com/office/drawing/2014/main" id="{53C3143F-E4D4-E1C8-D4FD-4B80A696B81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43" name="rc566">
            <a:extLst>
              <a:ext uri="{FF2B5EF4-FFF2-40B4-BE49-F238E27FC236}">
                <a16:creationId xmlns:a16="http://schemas.microsoft.com/office/drawing/2014/main" id="{2AB13C97-D1B1-D41C-0285-C409DCDD66C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44" name="rc567">
            <a:extLst>
              <a:ext uri="{FF2B5EF4-FFF2-40B4-BE49-F238E27FC236}">
                <a16:creationId xmlns:a16="http://schemas.microsoft.com/office/drawing/2014/main" id="{6CD22E38-A167-6982-A3A4-C023BBD97BC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45" name="rc568">
            <a:extLst>
              <a:ext uri="{FF2B5EF4-FFF2-40B4-BE49-F238E27FC236}">
                <a16:creationId xmlns:a16="http://schemas.microsoft.com/office/drawing/2014/main" id="{0767A739-58CC-A1B0-75E7-BBFFA93E90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46" name="rc569">
            <a:extLst>
              <a:ext uri="{FF2B5EF4-FFF2-40B4-BE49-F238E27FC236}">
                <a16:creationId xmlns:a16="http://schemas.microsoft.com/office/drawing/2014/main" id="{3B64190D-F224-052A-2184-228215AFAD8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47" name="rc570">
            <a:extLst>
              <a:ext uri="{FF2B5EF4-FFF2-40B4-BE49-F238E27FC236}">
                <a16:creationId xmlns:a16="http://schemas.microsoft.com/office/drawing/2014/main" id="{1C6C6843-432B-6F53-B3F3-ED1AE089C2B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48" name="rc571">
            <a:extLst>
              <a:ext uri="{FF2B5EF4-FFF2-40B4-BE49-F238E27FC236}">
                <a16:creationId xmlns:a16="http://schemas.microsoft.com/office/drawing/2014/main" id="{1FF07E46-070B-5F65-BE8F-09353EA2035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49" name="rc572">
            <a:extLst>
              <a:ext uri="{FF2B5EF4-FFF2-40B4-BE49-F238E27FC236}">
                <a16:creationId xmlns:a16="http://schemas.microsoft.com/office/drawing/2014/main" id="{DC0130A4-2260-B152-115B-CA7E05F674A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50" name="rc573">
            <a:extLst>
              <a:ext uri="{FF2B5EF4-FFF2-40B4-BE49-F238E27FC236}">
                <a16:creationId xmlns:a16="http://schemas.microsoft.com/office/drawing/2014/main" id="{D3B5C57D-E7F3-DEA7-F839-FF2A64A8082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51" name="rc574">
            <a:extLst>
              <a:ext uri="{FF2B5EF4-FFF2-40B4-BE49-F238E27FC236}">
                <a16:creationId xmlns:a16="http://schemas.microsoft.com/office/drawing/2014/main" id="{A8801571-A30B-94F1-1500-CC5C9CAB68D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52" name="rc575">
            <a:extLst>
              <a:ext uri="{FF2B5EF4-FFF2-40B4-BE49-F238E27FC236}">
                <a16:creationId xmlns:a16="http://schemas.microsoft.com/office/drawing/2014/main" id="{36F89EE0-40B7-F59C-A6E2-1C1B2AEEEB9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53" name="rc576">
            <a:extLst>
              <a:ext uri="{FF2B5EF4-FFF2-40B4-BE49-F238E27FC236}">
                <a16:creationId xmlns:a16="http://schemas.microsoft.com/office/drawing/2014/main" id="{ED25B8FE-1109-A839-9B15-6B6ADA417A5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54" name="rc577">
            <a:extLst>
              <a:ext uri="{FF2B5EF4-FFF2-40B4-BE49-F238E27FC236}">
                <a16:creationId xmlns:a16="http://schemas.microsoft.com/office/drawing/2014/main" id="{1AEA85DC-4D7A-9E71-D0D8-2DE3BE1DC7F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55" name="rc578">
            <a:extLst>
              <a:ext uri="{FF2B5EF4-FFF2-40B4-BE49-F238E27FC236}">
                <a16:creationId xmlns:a16="http://schemas.microsoft.com/office/drawing/2014/main" id="{D8FDC690-D0D5-6E8F-745A-5CD9F3EB79B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56" name="rc579">
            <a:extLst>
              <a:ext uri="{FF2B5EF4-FFF2-40B4-BE49-F238E27FC236}">
                <a16:creationId xmlns:a16="http://schemas.microsoft.com/office/drawing/2014/main" id="{4EF6DD14-0561-8582-B2F2-DF43857D7E5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57" name="rc580">
            <a:extLst>
              <a:ext uri="{FF2B5EF4-FFF2-40B4-BE49-F238E27FC236}">
                <a16:creationId xmlns:a16="http://schemas.microsoft.com/office/drawing/2014/main" id="{3F99FAB9-CFAF-945F-8EB8-7476A3A6449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58" name="rc581">
            <a:extLst>
              <a:ext uri="{FF2B5EF4-FFF2-40B4-BE49-F238E27FC236}">
                <a16:creationId xmlns:a16="http://schemas.microsoft.com/office/drawing/2014/main" id="{06F585C4-F605-5E43-1B64-8326707372F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59" name="rc582">
            <a:extLst>
              <a:ext uri="{FF2B5EF4-FFF2-40B4-BE49-F238E27FC236}">
                <a16:creationId xmlns:a16="http://schemas.microsoft.com/office/drawing/2014/main" id="{7422A48A-9B70-081A-7D0F-BE86214EB7E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60" name="rc583">
            <a:extLst>
              <a:ext uri="{FF2B5EF4-FFF2-40B4-BE49-F238E27FC236}">
                <a16:creationId xmlns:a16="http://schemas.microsoft.com/office/drawing/2014/main" id="{89640874-E732-E159-DFC5-8A4A9BA1D09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61" name="rc584">
            <a:extLst>
              <a:ext uri="{FF2B5EF4-FFF2-40B4-BE49-F238E27FC236}">
                <a16:creationId xmlns:a16="http://schemas.microsoft.com/office/drawing/2014/main" id="{E887EB88-E989-571D-2FA3-2314C7F513C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62" name="rc585">
            <a:extLst>
              <a:ext uri="{FF2B5EF4-FFF2-40B4-BE49-F238E27FC236}">
                <a16:creationId xmlns:a16="http://schemas.microsoft.com/office/drawing/2014/main" id="{D6AA6517-7A0A-F01A-9791-552D3724786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63" name="rc586">
            <a:extLst>
              <a:ext uri="{FF2B5EF4-FFF2-40B4-BE49-F238E27FC236}">
                <a16:creationId xmlns:a16="http://schemas.microsoft.com/office/drawing/2014/main" id="{B8E5AACE-DCD4-FB13-B697-DEE98F494A0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64" name="rc587">
            <a:extLst>
              <a:ext uri="{FF2B5EF4-FFF2-40B4-BE49-F238E27FC236}">
                <a16:creationId xmlns:a16="http://schemas.microsoft.com/office/drawing/2014/main" id="{844528BB-DD30-749E-E900-E9A51F41E6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65" name="rc588">
            <a:extLst>
              <a:ext uri="{FF2B5EF4-FFF2-40B4-BE49-F238E27FC236}">
                <a16:creationId xmlns:a16="http://schemas.microsoft.com/office/drawing/2014/main" id="{C074EA39-D92E-53CB-4996-FF053C3BE76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66" name="rc589">
            <a:extLst>
              <a:ext uri="{FF2B5EF4-FFF2-40B4-BE49-F238E27FC236}">
                <a16:creationId xmlns:a16="http://schemas.microsoft.com/office/drawing/2014/main" id="{2E7763A7-19A9-5A31-0108-75221219FD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67" name="rc590">
            <a:extLst>
              <a:ext uri="{FF2B5EF4-FFF2-40B4-BE49-F238E27FC236}">
                <a16:creationId xmlns:a16="http://schemas.microsoft.com/office/drawing/2014/main" id="{1210E61A-EC2C-068E-C0FB-092725471F1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68" name="rc591">
            <a:extLst>
              <a:ext uri="{FF2B5EF4-FFF2-40B4-BE49-F238E27FC236}">
                <a16:creationId xmlns:a16="http://schemas.microsoft.com/office/drawing/2014/main" id="{A87BF513-4846-2D1B-A567-772AF29E401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69" name="rc592">
            <a:extLst>
              <a:ext uri="{FF2B5EF4-FFF2-40B4-BE49-F238E27FC236}">
                <a16:creationId xmlns:a16="http://schemas.microsoft.com/office/drawing/2014/main" id="{AE2A4BD4-E70F-931D-364C-4B3FBD14098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70" name="rc593">
            <a:extLst>
              <a:ext uri="{FF2B5EF4-FFF2-40B4-BE49-F238E27FC236}">
                <a16:creationId xmlns:a16="http://schemas.microsoft.com/office/drawing/2014/main" id="{9EB70C97-8D69-9BB5-9C98-852AA7AA02C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71" name="rc594">
            <a:extLst>
              <a:ext uri="{FF2B5EF4-FFF2-40B4-BE49-F238E27FC236}">
                <a16:creationId xmlns:a16="http://schemas.microsoft.com/office/drawing/2014/main" id="{CEA8B327-F3BA-20F0-6402-62E10A6A384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72" name="rc595">
            <a:extLst>
              <a:ext uri="{FF2B5EF4-FFF2-40B4-BE49-F238E27FC236}">
                <a16:creationId xmlns:a16="http://schemas.microsoft.com/office/drawing/2014/main" id="{D602D6FD-7FDD-79E6-1B33-98D5544C85C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73" name="rc596">
            <a:extLst>
              <a:ext uri="{FF2B5EF4-FFF2-40B4-BE49-F238E27FC236}">
                <a16:creationId xmlns:a16="http://schemas.microsoft.com/office/drawing/2014/main" id="{9F5D33E9-4EAF-13EB-684D-07A86DDCFB3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74" name="rc597">
            <a:extLst>
              <a:ext uri="{FF2B5EF4-FFF2-40B4-BE49-F238E27FC236}">
                <a16:creationId xmlns:a16="http://schemas.microsoft.com/office/drawing/2014/main" id="{B282E180-EF3A-08FB-48DE-9A3C40F5218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75" name="rc598">
            <a:extLst>
              <a:ext uri="{FF2B5EF4-FFF2-40B4-BE49-F238E27FC236}">
                <a16:creationId xmlns:a16="http://schemas.microsoft.com/office/drawing/2014/main" id="{58402C1D-B61D-16E2-F54C-03222CA7974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76" name="rc599">
            <a:extLst>
              <a:ext uri="{FF2B5EF4-FFF2-40B4-BE49-F238E27FC236}">
                <a16:creationId xmlns:a16="http://schemas.microsoft.com/office/drawing/2014/main" id="{FC8DE40F-25B2-31E8-CB8D-0C0B688EE42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77" name="rc600">
            <a:extLst>
              <a:ext uri="{FF2B5EF4-FFF2-40B4-BE49-F238E27FC236}">
                <a16:creationId xmlns:a16="http://schemas.microsoft.com/office/drawing/2014/main" id="{25A8A331-B3A1-E159-8F7A-C075F6BA3C2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78" name="rc601">
            <a:extLst>
              <a:ext uri="{FF2B5EF4-FFF2-40B4-BE49-F238E27FC236}">
                <a16:creationId xmlns:a16="http://schemas.microsoft.com/office/drawing/2014/main" id="{4CD2AF24-DA70-A0C1-111B-75354929EA8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79" name="rc602">
            <a:extLst>
              <a:ext uri="{FF2B5EF4-FFF2-40B4-BE49-F238E27FC236}">
                <a16:creationId xmlns:a16="http://schemas.microsoft.com/office/drawing/2014/main" id="{FEE928EF-9F73-E57D-287E-D7B7C206B07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80" name="rc603">
            <a:extLst>
              <a:ext uri="{FF2B5EF4-FFF2-40B4-BE49-F238E27FC236}">
                <a16:creationId xmlns:a16="http://schemas.microsoft.com/office/drawing/2014/main" id="{E61E407B-3B2D-751A-AF33-43825008770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81" name="rc604">
            <a:extLst>
              <a:ext uri="{FF2B5EF4-FFF2-40B4-BE49-F238E27FC236}">
                <a16:creationId xmlns:a16="http://schemas.microsoft.com/office/drawing/2014/main" id="{DDA75A59-5527-48EC-4992-B7D5A276156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82" name="rc605">
            <a:extLst>
              <a:ext uri="{FF2B5EF4-FFF2-40B4-BE49-F238E27FC236}">
                <a16:creationId xmlns:a16="http://schemas.microsoft.com/office/drawing/2014/main" id="{E85A6935-58DA-C544-FD39-85F671A8458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83" name="rc606">
            <a:extLst>
              <a:ext uri="{FF2B5EF4-FFF2-40B4-BE49-F238E27FC236}">
                <a16:creationId xmlns:a16="http://schemas.microsoft.com/office/drawing/2014/main" id="{956C1AEE-26A4-D795-DDEE-A3C06DBF8EA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84" name="rc607">
            <a:extLst>
              <a:ext uri="{FF2B5EF4-FFF2-40B4-BE49-F238E27FC236}">
                <a16:creationId xmlns:a16="http://schemas.microsoft.com/office/drawing/2014/main" id="{13C9D2D6-1437-30B9-C26D-8369E6E4999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85" name="rc608">
            <a:extLst>
              <a:ext uri="{FF2B5EF4-FFF2-40B4-BE49-F238E27FC236}">
                <a16:creationId xmlns:a16="http://schemas.microsoft.com/office/drawing/2014/main" id="{88772115-9BE4-2052-2BAF-495E04C2EAF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86" name="rc609">
            <a:extLst>
              <a:ext uri="{FF2B5EF4-FFF2-40B4-BE49-F238E27FC236}">
                <a16:creationId xmlns:a16="http://schemas.microsoft.com/office/drawing/2014/main" id="{B355E65D-F40A-3C4C-14FD-B291ABC6ECB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87" name="rc610">
            <a:extLst>
              <a:ext uri="{FF2B5EF4-FFF2-40B4-BE49-F238E27FC236}">
                <a16:creationId xmlns:a16="http://schemas.microsoft.com/office/drawing/2014/main" id="{25DCF8F2-5B5A-43C3-FF86-06E80B0F9BF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88" name="rc611">
            <a:extLst>
              <a:ext uri="{FF2B5EF4-FFF2-40B4-BE49-F238E27FC236}">
                <a16:creationId xmlns:a16="http://schemas.microsoft.com/office/drawing/2014/main" id="{FEEC3A29-1D6C-1851-BC5B-EC7B0FE05EA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89" name="rc612">
            <a:extLst>
              <a:ext uri="{FF2B5EF4-FFF2-40B4-BE49-F238E27FC236}">
                <a16:creationId xmlns:a16="http://schemas.microsoft.com/office/drawing/2014/main" id="{001591E4-661A-9EF8-5BCC-DAB66CD5EEA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90" name="rc613">
            <a:extLst>
              <a:ext uri="{FF2B5EF4-FFF2-40B4-BE49-F238E27FC236}">
                <a16:creationId xmlns:a16="http://schemas.microsoft.com/office/drawing/2014/main" id="{A10FFD76-EAFF-81AD-53FB-9985EAD3677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91" name="rc614">
            <a:extLst>
              <a:ext uri="{FF2B5EF4-FFF2-40B4-BE49-F238E27FC236}">
                <a16:creationId xmlns:a16="http://schemas.microsoft.com/office/drawing/2014/main" id="{C6C819ED-80A7-44CA-97C9-C6E0E9D67EE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92" name="rc615">
            <a:extLst>
              <a:ext uri="{FF2B5EF4-FFF2-40B4-BE49-F238E27FC236}">
                <a16:creationId xmlns:a16="http://schemas.microsoft.com/office/drawing/2014/main" id="{FCD25EAC-83E0-87CF-3BC7-DD9292E9FB5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93" name="rc616">
            <a:extLst>
              <a:ext uri="{FF2B5EF4-FFF2-40B4-BE49-F238E27FC236}">
                <a16:creationId xmlns:a16="http://schemas.microsoft.com/office/drawing/2014/main" id="{A2CA3A7F-EC54-1252-93A9-185E96E70AC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94" name="rc617">
            <a:extLst>
              <a:ext uri="{FF2B5EF4-FFF2-40B4-BE49-F238E27FC236}">
                <a16:creationId xmlns:a16="http://schemas.microsoft.com/office/drawing/2014/main" id="{1EBA0C16-D3E3-F3DF-E122-48B53CC52E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95" name="rc618">
            <a:extLst>
              <a:ext uri="{FF2B5EF4-FFF2-40B4-BE49-F238E27FC236}">
                <a16:creationId xmlns:a16="http://schemas.microsoft.com/office/drawing/2014/main" id="{EED19391-B220-3A65-C33F-C9723F73C3B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96" name="rc619">
            <a:extLst>
              <a:ext uri="{FF2B5EF4-FFF2-40B4-BE49-F238E27FC236}">
                <a16:creationId xmlns:a16="http://schemas.microsoft.com/office/drawing/2014/main" id="{D459E056-2966-EDE1-04AC-21BCE23E4DE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97" name="rc620">
            <a:extLst>
              <a:ext uri="{FF2B5EF4-FFF2-40B4-BE49-F238E27FC236}">
                <a16:creationId xmlns:a16="http://schemas.microsoft.com/office/drawing/2014/main" id="{51C80C99-8EB9-4AFB-42D6-C51DAE10824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98" name="rc621">
            <a:extLst>
              <a:ext uri="{FF2B5EF4-FFF2-40B4-BE49-F238E27FC236}">
                <a16:creationId xmlns:a16="http://schemas.microsoft.com/office/drawing/2014/main" id="{86DF8F34-A45A-8BF4-454E-36F59F997CF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699" name="rc622">
            <a:extLst>
              <a:ext uri="{FF2B5EF4-FFF2-40B4-BE49-F238E27FC236}">
                <a16:creationId xmlns:a16="http://schemas.microsoft.com/office/drawing/2014/main" id="{32A70D41-6CB5-50A4-C7D1-FE7CBF76F5B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00" name="rc623">
            <a:extLst>
              <a:ext uri="{FF2B5EF4-FFF2-40B4-BE49-F238E27FC236}">
                <a16:creationId xmlns:a16="http://schemas.microsoft.com/office/drawing/2014/main" id="{C41585E7-B6F7-F745-1B47-4CEA6282C8F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01" name="rc624">
            <a:extLst>
              <a:ext uri="{FF2B5EF4-FFF2-40B4-BE49-F238E27FC236}">
                <a16:creationId xmlns:a16="http://schemas.microsoft.com/office/drawing/2014/main" id="{A09303C7-BBDE-FD71-68E5-8639FA923BE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02" name="rc625">
            <a:extLst>
              <a:ext uri="{FF2B5EF4-FFF2-40B4-BE49-F238E27FC236}">
                <a16:creationId xmlns:a16="http://schemas.microsoft.com/office/drawing/2014/main" id="{0A1C8A02-7539-2A42-7BD0-2AF271E167C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03" name="rc626">
            <a:extLst>
              <a:ext uri="{FF2B5EF4-FFF2-40B4-BE49-F238E27FC236}">
                <a16:creationId xmlns:a16="http://schemas.microsoft.com/office/drawing/2014/main" id="{D64D20F7-482F-455B-4899-56889B76E91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04" name="rc627">
            <a:extLst>
              <a:ext uri="{FF2B5EF4-FFF2-40B4-BE49-F238E27FC236}">
                <a16:creationId xmlns:a16="http://schemas.microsoft.com/office/drawing/2014/main" id="{A20FEDA5-9D5C-7231-D188-C5AB92FBD52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05" name="rc628">
            <a:extLst>
              <a:ext uri="{FF2B5EF4-FFF2-40B4-BE49-F238E27FC236}">
                <a16:creationId xmlns:a16="http://schemas.microsoft.com/office/drawing/2014/main" id="{40A0B79D-9DA6-292B-93D0-F39D572EFAD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06" name="rc629">
            <a:extLst>
              <a:ext uri="{FF2B5EF4-FFF2-40B4-BE49-F238E27FC236}">
                <a16:creationId xmlns:a16="http://schemas.microsoft.com/office/drawing/2014/main" id="{EE4ECA87-D44C-20B2-AA6A-4B3A2B67270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07" name="rc630">
            <a:extLst>
              <a:ext uri="{FF2B5EF4-FFF2-40B4-BE49-F238E27FC236}">
                <a16:creationId xmlns:a16="http://schemas.microsoft.com/office/drawing/2014/main" id="{A288FF56-558C-133A-7D78-2499FCD718D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08" name="rc631">
            <a:extLst>
              <a:ext uri="{FF2B5EF4-FFF2-40B4-BE49-F238E27FC236}">
                <a16:creationId xmlns:a16="http://schemas.microsoft.com/office/drawing/2014/main" id="{3413B2F8-3C30-E65C-E713-91EE1DC2861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09" name="rc632">
            <a:extLst>
              <a:ext uri="{FF2B5EF4-FFF2-40B4-BE49-F238E27FC236}">
                <a16:creationId xmlns:a16="http://schemas.microsoft.com/office/drawing/2014/main" id="{8208F13C-02A8-EBD0-8219-D20EB8F928E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10" name="rc633">
            <a:extLst>
              <a:ext uri="{FF2B5EF4-FFF2-40B4-BE49-F238E27FC236}">
                <a16:creationId xmlns:a16="http://schemas.microsoft.com/office/drawing/2014/main" id="{A8C666B2-2CD7-1D5F-1AB6-CE089BA2827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11" name="rc634">
            <a:extLst>
              <a:ext uri="{FF2B5EF4-FFF2-40B4-BE49-F238E27FC236}">
                <a16:creationId xmlns:a16="http://schemas.microsoft.com/office/drawing/2014/main" id="{FC38EE38-02E1-F509-9109-5B52A2B38F1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12" name="rc635">
            <a:extLst>
              <a:ext uri="{FF2B5EF4-FFF2-40B4-BE49-F238E27FC236}">
                <a16:creationId xmlns:a16="http://schemas.microsoft.com/office/drawing/2014/main" id="{11BDF6D4-F314-4B32-379F-8E077B755F5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13" name="rc636">
            <a:extLst>
              <a:ext uri="{FF2B5EF4-FFF2-40B4-BE49-F238E27FC236}">
                <a16:creationId xmlns:a16="http://schemas.microsoft.com/office/drawing/2014/main" id="{2775136B-4236-69C3-AC21-CB304371A80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14" name="rc637">
            <a:extLst>
              <a:ext uri="{FF2B5EF4-FFF2-40B4-BE49-F238E27FC236}">
                <a16:creationId xmlns:a16="http://schemas.microsoft.com/office/drawing/2014/main" id="{CBFF539E-DEC6-E4B7-E6EC-996075C39B4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15" name="rc638">
            <a:extLst>
              <a:ext uri="{FF2B5EF4-FFF2-40B4-BE49-F238E27FC236}">
                <a16:creationId xmlns:a16="http://schemas.microsoft.com/office/drawing/2014/main" id="{C1878D97-8192-FB4A-DBF0-1061E8D6A86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16" name="rc639">
            <a:extLst>
              <a:ext uri="{FF2B5EF4-FFF2-40B4-BE49-F238E27FC236}">
                <a16:creationId xmlns:a16="http://schemas.microsoft.com/office/drawing/2014/main" id="{901A140B-B5CC-EF34-4EDC-79714BC8C10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17" name="rc640">
            <a:extLst>
              <a:ext uri="{FF2B5EF4-FFF2-40B4-BE49-F238E27FC236}">
                <a16:creationId xmlns:a16="http://schemas.microsoft.com/office/drawing/2014/main" id="{FD0E4824-389D-F294-4983-AA730C89B07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18" name="rc641">
            <a:extLst>
              <a:ext uri="{FF2B5EF4-FFF2-40B4-BE49-F238E27FC236}">
                <a16:creationId xmlns:a16="http://schemas.microsoft.com/office/drawing/2014/main" id="{2E0EFD01-C67C-249D-3846-E6F4A0B0C77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19" name="rc642">
            <a:extLst>
              <a:ext uri="{FF2B5EF4-FFF2-40B4-BE49-F238E27FC236}">
                <a16:creationId xmlns:a16="http://schemas.microsoft.com/office/drawing/2014/main" id="{1549FB4C-55B6-FFF2-4B4A-4ACEF06F9BE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20" name="rc643">
            <a:extLst>
              <a:ext uri="{FF2B5EF4-FFF2-40B4-BE49-F238E27FC236}">
                <a16:creationId xmlns:a16="http://schemas.microsoft.com/office/drawing/2014/main" id="{D54C5FC8-7237-7D4D-075C-AD28A82744C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21" name="rc644">
            <a:extLst>
              <a:ext uri="{FF2B5EF4-FFF2-40B4-BE49-F238E27FC236}">
                <a16:creationId xmlns:a16="http://schemas.microsoft.com/office/drawing/2014/main" id="{886A8E8F-9529-7216-D541-B8A0A227186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22" name="rc645">
            <a:extLst>
              <a:ext uri="{FF2B5EF4-FFF2-40B4-BE49-F238E27FC236}">
                <a16:creationId xmlns:a16="http://schemas.microsoft.com/office/drawing/2014/main" id="{0B77B089-9352-4ABF-02F8-86BAD116771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23" name="rc646">
            <a:extLst>
              <a:ext uri="{FF2B5EF4-FFF2-40B4-BE49-F238E27FC236}">
                <a16:creationId xmlns:a16="http://schemas.microsoft.com/office/drawing/2014/main" id="{BB1AE8D5-7BDA-DF5D-2A40-9017D033B20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24" name="rc647">
            <a:extLst>
              <a:ext uri="{FF2B5EF4-FFF2-40B4-BE49-F238E27FC236}">
                <a16:creationId xmlns:a16="http://schemas.microsoft.com/office/drawing/2014/main" id="{DB0E5F72-325B-2972-469C-5B03A1E760A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25" name="rc648">
            <a:extLst>
              <a:ext uri="{FF2B5EF4-FFF2-40B4-BE49-F238E27FC236}">
                <a16:creationId xmlns:a16="http://schemas.microsoft.com/office/drawing/2014/main" id="{6D7474FF-FC95-8010-9FC6-097F96AEB98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26" name="rc649">
            <a:extLst>
              <a:ext uri="{FF2B5EF4-FFF2-40B4-BE49-F238E27FC236}">
                <a16:creationId xmlns:a16="http://schemas.microsoft.com/office/drawing/2014/main" id="{DD8C5953-679F-B5FF-E219-C1B9587BE0C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27" name="rc650">
            <a:extLst>
              <a:ext uri="{FF2B5EF4-FFF2-40B4-BE49-F238E27FC236}">
                <a16:creationId xmlns:a16="http://schemas.microsoft.com/office/drawing/2014/main" id="{8A32CB8A-E1ED-EB8C-92B8-83E5F65CC8A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28" name="rc651">
            <a:extLst>
              <a:ext uri="{FF2B5EF4-FFF2-40B4-BE49-F238E27FC236}">
                <a16:creationId xmlns:a16="http://schemas.microsoft.com/office/drawing/2014/main" id="{0402CEB6-3EDA-F1B4-D986-243CB9EEC79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29" name="rc652">
            <a:extLst>
              <a:ext uri="{FF2B5EF4-FFF2-40B4-BE49-F238E27FC236}">
                <a16:creationId xmlns:a16="http://schemas.microsoft.com/office/drawing/2014/main" id="{87F3F4E7-E0AC-A7FA-7A55-A43563C407E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30" name="rc653">
            <a:extLst>
              <a:ext uri="{FF2B5EF4-FFF2-40B4-BE49-F238E27FC236}">
                <a16:creationId xmlns:a16="http://schemas.microsoft.com/office/drawing/2014/main" id="{7B972670-299B-4DDB-4D52-B7EB9053573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31" name="rc654">
            <a:extLst>
              <a:ext uri="{FF2B5EF4-FFF2-40B4-BE49-F238E27FC236}">
                <a16:creationId xmlns:a16="http://schemas.microsoft.com/office/drawing/2014/main" id="{5EC0BFDD-6F46-987A-67AC-3E3C806DD5F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32" name="rc655">
            <a:extLst>
              <a:ext uri="{FF2B5EF4-FFF2-40B4-BE49-F238E27FC236}">
                <a16:creationId xmlns:a16="http://schemas.microsoft.com/office/drawing/2014/main" id="{31E14194-85F5-0129-A17D-EFE66B032BE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33" name="rc656">
            <a:extLst>
              <a:ext uri="{FF2B5EF4-FFF2-40B4-BE49-F238E27FC236}">
                <a16:creationId xmlns:a16="http://schemas.microsoft.com/office/drawing/2014/main" id="{FB4E124B-C641-E4AC-AA9B-0F2DC28DB69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34" name="rc657">
            <a:extLst>
              <a:ext uri="{FF2B5EF4-FFF2-40B4-BE49-F238E27FC236}">
                <a16:creationId xmlns:a16="http://schemas.microsoft.com/office/drawing/2014/main" id="{06BA6474-DE6C-BA56-5463-8AF754A376E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35" name="rc658">
            <a:extLst>
              <a:ext uri="{FF2B5EF4-FFF2-40B4-BE49-F238E27FC236}">
                <a16:creationId xmlns:a16="http://schemas.microsoft.com/office/drawing/2014/main" id="{F94EF9A0-407A-8EAC-50BB-59579B94123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36" name="rc659">
            <a:extLst>
              <a:ext uri="{FF2B5EF4-FFF2-40B4-BE49-F238E27FC236}">
                <a16:creationId xmlns:a16="http://schemas.microsoft.com/office/drawing/2014/main" id="{3A91A1FA-1C90-40B4-CE7D-7654DB4E0EB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37" name="rc660">
            <a:extLst>
              <a:ext uri="{FF2B5EF4-FFF2-40B4-BE49-F238E27FC236}">
                <a16:creationId xmlns:a16="http://schemas.microsoft.com/office/drawing/2014/main" id="{9A047CA1-507F-13E8-6736-DE30A6DC8F5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38" name="rc661">
            <a:extLst>
              <a:ext uri="{FF2B5EF4-FFF2-40B4-BE49-F238E27FC236}">
                <a16:creationId xmlns:a16="http://schemas.microsoft.com/office/drawing/2014/main" id="{95A30C0D-14B5-D524-3F9B-8C2C1CCA837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39" name="rc662">
            <a:extLst>
              <a:ext uri="{FF2B5EF4-FFF2-40B4-BE49-F238E27FC236}">
                <a16:creationId xmlns:a16="http://schemas.microsoft.com/office/drawing/2014/main" id="{9146F7F5-7EE1-85DE-D1B8-72244965E9E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40" name="rc663">
            <a:extLst>
              <a:ext uri="{FF2B5EF4-FFF2-40B4-BE49-F238E27FC236}">
                <a16:creationId xmlns:a16="http://schemas.microsoft.com/office/drawing/2014/main" id="{922F98B7-026B-5E6E-B79A-AE366C03C2D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41" name="rc664">
            <a:extLst>
              <a:ext uri="{FF2B5EF4-FFF2-40B4-BE49-F238E27FC236}">
                <a16:creationId xmlns:a16="http://schemas.microsoft.com/office/drawing/2014/main" id="{9D1EA368-C6BD-5201-1456-F8A21C4C7FA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42" name="rc665">
            <a:extLst>
              <a:ext uri="{FF2B5EF4-FFF2-40B4-BE49-F238E27FC236}">
                <a16:creationId xmlns:a16="http://schemas.microsoft.com/office/drawing/2014/main" id="{3E53C027-C3F1-1FB6-44BA-119B7B2C18D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43" name="rc666">
            <a:extLst>
              <a:ext uri="{FF2B5EF4-FFF2-40B4-BE49-F238E27FC236}">
                <a16:creationId xmlns:a16="http://schemas.microsoft.com/office/drawing/2014/main" id="{294E53F6-614F-A50B-BC88-EE99C613838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44" name="rc667">
            <a:extLst>
              <a:ext uri="{FF2B5EF4-FFF2-40B4-BE49-F238E27FC236}">
                <a16:creationId xmlns:a16="http://schemas.microsoft.com/office/drawing/2014/main" id="{F383FCEA-3F11-B5E7-C3E9-276FAB09F60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45" name="rc668">
            <a:extLst>
              <a:ext uri="{FF2B5EF4-FFF2-40B4-BE49-F238E27FC236}">
                <a16:creationId xmlns:a16="http://schemas.microsoft.com/office/drawing/2014/main" id="{AAA86E28-F16E-5805-AF00-6CDDC167DA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46" name="rc669">
            <a:extLst>
              <a:ext uri="{FF2B5EF4-FFF2-40B4-BE49-F238E27FC236}">
                <a16:creationId xmlns:a16="http://schemas.microsoft.com/office/drawing/2014/main" id="{CF4F6962-2C2A-CF48-2384-CFD49A6AA95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47" name="rc670">
            <a:extLst>
              <a:ext uri="{FF2B5EF4-FFF2-40B4-BE49-F238E27FC236}">
                <a16:creationId xmlns:a16="http://schemas.microsoft.com/office/drawing/2014/main" id="{A28ED48B-B1C3-D95D-DE67-C0060123116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48" name="rc671">
            <a:extLst>
              <a:ext uri="{FF2B5EF4-FFF2-40B4-BE49-F238E27FC236}">
                <a16:creationId xmlns:a16="http://schemas.microsoft.com/office/drawing/2014/main" id="{78D7B19C-D27B-2B55-3778-29D425002D0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49" name="rc672">
            <a:extLst>
              <a:ext uri="{FF2B5EF4-FFF2-40B4-BE49-F238E27FC236}">
                <a16:creationId xmlns:a16="http://schemas.microsoft.com/office/drawing/2014/main" id="{E73336C3-911E-BF8E-8136-FA2B42C77D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50" name="rc673">
            <a:extLst>
              <a:ext uri="{FF2B5EF4-FFF2-40B4-BE49-F238E27FC236}">
                <a16:creationId xmlns:a16="http://schemas.microsoft.com/office/drawing/2014/main" id="{CD47586F-7633-8D64-E545-5CD38A88492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51" name="rc674">
            <a:extLst>
              <a:ext uri="{FF2B5EF4-FFF2-40B4-BE49-F238E27FC236}">
                <a16:creationId xmlns:a16="http://schemas.microsoft.com/office/drawing/2014/main" id="{7C659C18-4540-CC24-C281-2C11BD933FE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52" name="rc675">
            <a:extLst>
              <a:ext uri="{FF2B5EF4-FFF2-40B4-BE49-F238E27FC236}">
                <a16:creationId xmlns:a16="http://schemas.microsoft.com/office/drawing/2014/main" id="{3D31275E-8A58-CF81-BF1D-8F7B788344E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53" name="rc676">
            <a:extLst>
              <a:ext uri="{FF2B5EF4-FFF2-40B4-BE49-F238E27FC236}">
                <a16:creationId xmlns:a16="http://schemas.microsoft.com/office/drawing/2014/main" id="{8B85379F-B1D6-8206-CC22-224DBD3BA68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54" name="rc677">
            <a:extLst>
              <a:ext uri="{FF2B5EF4-FFF2-40B4-BE49-F238E27FC236}">
                <a16:creationId xmlns:a16="http://schemas.microsoft.com/office/drawing/2014/main" id="{72701C67-0E84-9D8F-4447-74C22428468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55" name="rc678">
            <a:extLst>
              <a:ext uri="{FF2B5EF4-FFF2-40B4-BE49-F238E27FC236}">
                <a16:creationId xmlns:a16="http://schemas.microsoft.com/office/drawing/2014/main" id="{B2EE06C4-E784-1C6D-3AB7-C21B33FFF5F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56" name="rc679">
            <a:extLst>
              <a:ext uri="{FF2B5EF4-FFF2-40B4-BE49-F238E27FC236}">
                <a16:creationId xmlns:a16="http://schemas.microsoft.com/office/drawing/2014/main" id="{37C2A1EF-77FC-03DE-A85B-EC5A9E117D4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57" name="rc680">
            <a:extLst>
              <a:ext uri="{FF2B5EF4-FFF2-40B4-BE49-F238E27FC236}">
                <a16:creationId xmlns:a16="http://schemas.microsoft.com/office/drawing/2014/main" id="{4F1C2C2F-EAF2-AE55-F93C-6B2686D72FB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58" name="rc681">
            <a:extLst>
              <a:ext uri="{FF2B5EF4-FFF2-40B4-BE49-F238E27FC236}">
                <a16:creationId xmlns:a16="http://schemas.microsoft.com/office/drawing/2014/main" id="{8DB2299D-867C-AC55-7E53-29C789E3872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59" name="rc682">
            <a:extLst>
              <a:ext uri="{FF2B5EF4-FFF2-40B4-BE49-F238E27FC236}">
                <a16:creationId xmlns:a16="http://schemas.microsoft.com/office/drawing/2014/main" id="{90D2A0DB-F2AE-17CB-7A36-603D223ED29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60" name="rc683">
            <a:extLst>
              <a:ext uri="{FF2B5EF4-FFF2-40B4-BE49-F238E27FC236}">
                <a16:creationId xmlns:a16="http://schemas.microsoft.com/office/drawing/2014/main" id="{F6218CDA-6DC8-8040-5B35-346EAEE2540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61" name="rc684">
            <a:extLst>
              <a:ext uri="{FF2B5EF4-FFF2-40B4-BE49-F238E27FC236}">
                <a16:creationId xmlns:a16="http://schemas.microsoft.com/office/drawing/2014/main" id="{F052404F-57EC-AE35-B267-2CE362F20E8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62" name="rc685">
            <a:extLst>
              <a:ext uri="{FF2B5EF4-FFF2-40B4-BE49-F238E27FC236}">
                <a16:creationId xmlns:a16="http://schemas.microsoft.com/office/drawing/2014/main" id="{73FAD271-4634-DCD8-5E3E-C95B747BDBE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63" name="rc686">
            <a:extLst>
              <a:ext uri="{FF2B5EF4-FFF2-40B4-BE49-F238E27FC236}">
                <a16:creationId xmlns:a16="http://schemas.microsoft.com/office/drawing/2014/main" id="{826FB1D2-A609-544D-5A05-AFE7BD5CB72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64" name="rc687">
            <a:extLst>
              <a:ext uri="{FF2B5EF4-FFF2-40B4-BE49-F238E27FC236}">
                <a16:creationId xmlns:a16="http://schemas.microsoft.com/office/drawing/2014/main" id="{86DFABBA-4DF7-343A-DC08-AA370232FA1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65" name="rc688">
            <a:extLst>
              <a:ext uri="{FF2B5EF4-FFF2-40B4-BE49-F238E27FC236}">
                <a16:creationId xmlns:a16="http://schemas.microsoft.com/office/drawing/2014/main" id="{755D9E48-0B86-78DB-6233-EC4051A5ED4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66" name="rc689">
            <a:extLst>
              <a:ext uri="{FF2B5EF4-FFF2-40B4-BE49-F238E27FC236}">
                <a16:creationId xmlns:a16="http://schemas.microsoft.com/office/drawing/2014/main" id="{CB83214F-81E6-8108-9C09-2F41273EB11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67" name="rc690">
            <a:extLst>
              <a:ext uri="{FF2B5EF4-FFF2-40B4-BE49-F238E27FC236}">
                <a16:creationId xmlns:a16="http://schemas.microsoft.com/office/drawing/2014/main" id="{855DEEB2-9FD3-3DFD-39EC-4A05088CB97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68" name="rc691">
            <a:extLst>
              <a:ext uri="{FF2B5EF4-FFF2-40B4-BE49-F238E27FC236}">
                <a16:creationId xmlns:a16="http://schemas.microsoft.com/office/drawing/2014/main" id="{394D0153-D648-7FC7-CA60-B201553EB93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69" name="rc692">
            <a:extLst>
              <a:ext uri="{FF2B5EF4-FFF2-40B4-BE49-F238E27FC236}">
                <a16:creationId xmlns:a16="http://schemas.microsoft.com/office/drawing/2014/main" id="{76E6E8CC-2D26-1E55-BD6F-81C0C20CE49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70" name="rc693">
            <a:extLst>
              <a:ext uri="{FF2B5EF4-FFF2-40B4-BE49-F238E27FC236}">
                <a16:creationId xmlns:a16="http://schemas.microsoft.com/office/drawing/2014/main" id="{B6DC465E-44F6-9621-6279-53D787D2609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71" name="rc694">
            <a:extLst>
              <a:ext uri="{FF2B5EF4-FFF2-40B4-BE49-F238E27FC236}">
                <a16:creationId xmlns:a16="http://schemas.microsoft.com/office/drawing/2014/main" id="{FECE59E5-7C03-9659-E4DA-D79EE022CC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72" name="rc695">
            <a:extLst>
              <a:ext uri="{FF2B5EF4-FFF2-40B4-BE49-F238E27FC236}">
                <a16:creationId xmlns:a16="http://schemas.microsoft.com/office/drawing/2014/main" id="{1F596A28-63CF-5896-5E4B-24739B30876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73" name="rc696">
            <a:extLst>
              <a:ext uri="{FF2B5EF4-FFF2-40B4-BE49-F238E27FC236}">
                <a16:creationId xmlns:a16="http://schemas.microsoft.com/office/drawing/2014/main" id="{71CA5399-987D-FAD1-B0B6-CF6C510CAE0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74" name="rc697">
            <a:extLst>
              <a:ext uri="{FF2B5EF4-FFF2-40B4-BE49-F238E27FC236}">
                <a16:creationId xmlns:a16="http://schemas.microsoft.com/office/drawing/2014/main" id="{C5EB8806-13A3-193B-BBAD-186C87CCB52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75" name="rc698">
            <a:extLst>
              <a:ext uri="{FF2B5EF4-FFF2-40B4-BE49-F238E27FC236}">
                <a16:creationId xmlns:a16="http://schemas.microsoft.com/office/drawing/2014/main" id="{3F8A1D29-BE63-EBBB-CD7F-307A9EE8429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76" name="rc699">
            <a:extLst>
              <a:ext uri="{FF2B5EF4-FFF2-40B4-BE49-F238E27FC236}">
                <a16:creationId xmlns:a16="http://schemas.microsoft.com/office/drawing/2014/main" id="{3E61EB1F-B9AB-8390-8A1F-F4632B41F0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77" name="rc700">
            <a:extLst>
              <a:ext uri="{FF2B5EF4-FFF2-40B4-BE49-F238E27FC236}">
                <a16:creationId xmlns:a16="http://schemas.microsoft.com/office/drawing/2014/main" id="{5B1652EB-7795-BA85-46F3-FF0FCADFECB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78" name="rc701">
            <a:extLst>
              <a:ext uri="{FF2B5EF4-FFF2-40B4-BE49-F238E27FC236}">
                <a16:creationId xmlns:a16="http://schemas.microsoft.com/office/drawing/2014/main" id="{254D8DD3-D7C5-E260-8CE1-074B3CBF74E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79" name="rc702">
            <a:extLst>
              <a:ext uri="{FF2B5EF4-FFF2-40B4-BE49-F238E27FC236}">
                <a16:creationId xmlns:a16="http://schemas.microsoft.com/office/drawing/2014/main" id="{1A86881C-B6E7-9B3D-B277-CDF842406B2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80" name="rc703">
            <a:extLst>
              <a:ext uri="{FF2B5EF4-FFF2-40B4-BE49-F238E27FC236}">
                <a16:creationId xmlns:a16="http://schemas.microsoft.com/office/drawing/2014/main" id="{4C034B0E-0EBF-1F5E-57EF-F11860E71F2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81" name="rc704">
            <a:extLst>
              <a:ext uri="{FF2B5EF4-FFF2-40B4-BE49-F238E27FC236}">
                <a16:creationId xmlns:a16="http://schemas.microsoft.com/office/drawing/2014/main" id="{611681D4-F69A-400C-1AE3-F77B193146F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82" name="rc705">
            <a:extLst>
              <a:ext uri="{FF2B5EF4-FFF2-40B4-BE49-F238E27FC236}">
                <a16:creationId xmlns:a16="http://schemas.microsoft.com/office/drawing/2014/main" id="{63FA4CAE-E2F4-386F-E668-17FDCFC968A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83" name="rc706">
            <a:extLst>
              <a:ext uri="{FF2B5EF4-FFF2-40B4-BE49-F238E27FC236}">
                <a16:creationId xmlns:a16="http://schemas.microsoft.com/office/drawing/2014/main" id="{4F5746C8-82E8-114D-FEF1-5961E74EF80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84" name="rc707">
            <a:extLst>
              <a:ext uri="{FF2B5EF4-FFF2-40B4-BE49-F238E27FC236}">
                <a16:creationId xmlns:a16="http://schemas.microsoft.com/office/drawing/2014/main" id="{88713919-7525-6CB2-EBB6-4A7B2D07620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85" name="rc708">
            <a:extLst>
              <a:ext uri="{FF2B5EF4-FFF2-40B4-BE49-F238E27FC236}">
                <a16:creationId xmlns:a16="http://schemas.microsoft.com/office/drawing/2014/main" id="{F8E1BE6D-1932-2839-E74E-CB41F365D22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86" name="rc709">
            <a:extLst>
              <a:ext uri="{FF2B5EF4-FFF2-40B4-BE49-F238E27FC236}">
                <a16:creationId xmlns:a16="http://schemas.microsoft.com/office/drawing/2014/main" id="{B24FEE3C-8B34-4054-1A06-EC66269A745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87" name="rc710">
            <a:extLst>
              <a:ext uri="{FF2B5EF4-FFF2-40B4-BE49-F238E27FC236}">
                <a16:creationId xmlns:a16="http://schemas.microsoft.com/office/drawing/2014/main" id="{8C24424F-1617-FDAB-94C1-48CAE47A7B4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88" name="rc711">
            <a:extLst>
              <a:ext uri="{FF2B5EF4-FFF2-40B4-BE49-F238E27FC236}">
                <a16:creationId xmlns:a16="http://schemas.microsoft.com/office/drawing/2014/main" id="{B1AA53E1-BCAE-AC1A-021A-26324B6461F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89" name="rc712">
            <a:extLst>
              <a:ext uri="{FF2B5EF4-FFF2-40B4-BE49-F238E27FC236}">
                <a16:creationId xmlns:a16="http://schemas.microsoft.com/office/drawing/2014/main" id="{9C28352D-1EDD-33E5-0004-27DEAB02C1A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90" name="rc713">
            <a:extLst>
              <a:ext uri="{FF2B5EF4-FFF2-40B4-BE49-F238E27FC236}">
                <a16:creationId xmlns:a16="http://schemas.microsoft.com/office/drawing/2014/main" id="{B683C7DD-B7A3-FCF8-FF89-2E21CA9A033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91" name="rc714">
            <a:extLst>
              <a:ext uri="{FF2B5EF4-FFF2-40B4-BE49-F238E27FC236}">
                <a16:creationId xmlns:a16="http://schemas.microsoft.com/office/drawing/2014/main" id="{BD65E955-ACC5-0415-2191-EB9906A6849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92" name="rc715">
            <a:extLst>
              <a:ext uri="{FF2B5EF4-FFF2-40B4-BE49-F238E27FC236}">
                <a16:creationId xmlns:a16="http://schemas.microsoft.com/office/drawing/2014/main" id="{64766A90-D07B-79DE-6ECD-2A53179DF16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93" name="rc716">
            <a:extLst>
              <a:ext uri="{FF2B5EF4-FFF2-40B4-BE49-F238E27FC236}">
                <a16:creationId xmlns:a16="http://schemas.microsoft.com/office/drawing/2014/main" id="{F5BF0277-999C-8F18-FE46-E517B976341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94" name="rc717">
            <a:extLst>
              <a:ext uri="{FF2B5EF4-FFF2-40B4-BE49-F238E27FC236}">
                <a16:creationId xmlns:a16="http://schemas.microsoft.com/office/drawing/2014/main" id="{530303E1-085F-D9A1-4294-0D196B9FE85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95" name="rc718">
            <a:extLst>
              <a:ext uri="{FF2B5EF4-FFF2-40B4-BE49-F238E27FC236}">
                <a16:creationId xmlns:a16="http://schemas.microsoft.com/office/drawing/2014/main" id="{995CFD3F-3F05-1CC3-3866-539B27DA7F9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96" name="rc719">
            <a:extLst>
              <a:ext uri="{FF2B5EF4-FFF2-40B4-BE49-F238E27FC236}">
                <a16:creationId xmlns:a16="http://schemas.microsoft.com/office/drawing/2014/main" id="{2CBF5AD4-1D25-9F89-2506-5EDFA790A94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97" name="rc720">
            <a:extLst>
              <a:ext uri="{FF2B5EF4-FFF2-40B4-BE49-F238E27FC236}">
                <a16:creationId xmlns:a16="http://schemas.microsoft.com/office/drawing/2014/main" id="{103C9000-D435-F0F2-6F44-F44E69D13B9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98" name="rc721">
            <a:extLst>
              <a:ext uri="{FF2B5EF4-FFF2-40B4-BE49-F238E27FC236}">
                <a16:creationId xmlns:a16="http://schemas.microsoft.com/office/drawing/2014/main" id="{815CD922-8933-FAF3-C570-42647C6CDDF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799" name="rc722">
            <a:extLst>
              <a:ext uri="{FF2B5EF4-FFF2-40B4-BE49-F238E27FC236}">
                <a16:creationId xmlns:a16="http://schemas.microsoft.com/office/drawing/2014/main" id="{92E325D0-26E9-23EA-F48B-48B4F749FEE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00" name="rc723">
            <a:extLst>
              <a:ext uri="{FF2B5EF4-FFF2-40B4-BE49-F238E27FC236}">
                <a16:creationId xmlns:a16="http://schemas.microsoft.com/office/drawing/2014/main" id="{51BE8EC0-A748-10B1-0CCE-F9E48513C2B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01" name="rc724">
            <a:extLst>
              <a:ext uri="{FF2B5EF4-FFF2-40B4-BE49-F238E27FC236}">
                <a16:creationId xmlns:a16="http://schemas.microsoft.com/office/drawing/2014/main" id="{8CFB90F5-39DA-B44A-D8A2-F4D30032881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02" name="rc725">
            <a:extLst>
              <a:ext uri="{FF2B5EF4-FFF2-40B4-BE49-F238E27FC236}">
                <a16:creationId xmlns:a16="http://schemas.microsoft.com/office/drawing/2014/main" id="{7D8ABEE8-9BF4-D31B-999F-8C589DC4B44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03" name="rc726">
            <a:extLst>
              <a:ext uri="{FF2B5EF4-FFF2-40B4-BE49-F238E27FC236}">
                <a16:creationId xmlns:a16="http://schemas.microsoft.com/office/drawing/2014/main" id="{F8B73A15-F9D8-71AA-AA36-05829C3DB82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04" name="rc727">
            <a:extLst>
              <a:ext uri="{FF2B5EF4-FFF2-40B4-BE49-F238E27FC236}">
                <a16:creationId xmlns:a16="http://schemas.microsoft.com/office/drawing/2014/main" id="{AB465769-F250-BC4E-F95F-C2F96B4046A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05" name="rc728">
            <a:extLst>
              <a:ext uri="{FF2B5EF4-FFF2-40B4-BE49-F238E27FC236}">
                <a16:creationId xmlns:a16="http://schemas.microsoft.com/office/drawing/2014/main" id="{08CBDA27-4A93-4A8B-E5EA-3FA96B59202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06" name="rc729">
            <a:extLst>
              <a:ext uri="{FF2B5EF4-FFF2-40B4-BE49-F238E27FC236}">
                <a16:creationId xmlns:a16="http://schemas.microsoft.com/office/drawing/2014/main" id="{4FAA4E0F-0547-AB70-A1BD-38D01AA1117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07" name="rc730">
            <a:extLst>
              <a:ext uri="{FF2B5EF4-FFF2-40B4-BE49-F238E27FC236}">
                <a16:creationId xmlns:a16="http://schemas.microsoft.com/office/drawing/2014/main" id="{9715E0AB-BF29-4634-AAF3-5C4F787918E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08" name="rc731">
            <a:extLst>
              <a:ext uri="{FF2B5EF4-FFF2-40B4-BE49-F238E27FC236}">
                <a16:creationId xmlns:a16="http://schemas.microsoft.com/office/drawing/2014/main" id="{D0964EAC-0CDA-72F6-5503-53932D2E925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09" name="rc732">
            <a:extLst>
              <a:ext uri="{FF2B5EF4-FFF2-40B4-BE49-F238E27FC236}">
                <a16:creationId xmlns:a16="http://schemas.microsoft.com/office/drawing/2014/main" id="{20C043D1-25A8-8AD9-B6AA-390191FA8B7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10" name="rc733">
            <a:extLst>
              <a:ext uri="{FF2B5EF4-FFF2-40B4-BE49-F238E27FC236}">
                <a16:creationId xmlns:a16="http://schemas.microsoft.com/office/drawing/2014/main" id="{972CF074-6087-7C88-79E5-DA5C52C4BD5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11" name="rc734">
            <a:extLst>
              <a:ext uri="{FF2B5EF4-FFF2-40B4-BE49-F238E27FC236}">
                <a16:creationId xmlns:a16="http://schemas.microsoft.com/office/drawing/2014/main" id="{EE4FBEEF-5E50-9F83-BF15-058C3B0757D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12" name="rc735">
            <a:extLst>
              <a:ext uri="{FF2B5EF4-FFF2-40B4-BE49-F238E27FC236}">
                <a16:creationId xmlns:a16="http://schemas.microsoft.com/office/drawing/2014/main" id="{C2FD6829-31E8-3694-EDBC-0BC2CD19380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13" name="rc736">
            <a:extLst>
              <a:ext uri="{FF2B5EF4-FFF2-40B4-BE49-F238E27FC236}">
                <a16:creationId xmlns:a16="http://schemas.microsoft.com/office/drawing/2014/main" id="{C626227C-9A4D-21FA-95D3-EBA6446F5FF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14" name="rc737">
            <a:extLst>
              <a:ext uri="{FF2B5EF4-FFF2-40B4-BE49-F238E27FC236}">
                <a16:creationId xmlns:a16="http://schemas.microsoft.com/office/drawing/2014/main" id="{D8783129-0396-348E-3C94-397E9FE9092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15" name="rc738">
            <a:extLst>
              <a:ext uri="{FF2B5EF4-FFF2-40B4-BE49-F238E27FC236}">
                <a16:creationId xmlns:a16="http://schemas.microsoft.com/office/drawing/2014/main" id="{303BB6EF-FA3A-242C-2E25-0961331D34D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16" name="rc739">
            <a:extLst>
              <a:ext uri="{FF2B5EF4-FFF2-40B4-BE49-F238E27FC236}">
                <a16:creationId xmlns:a16="http://schemas.microsoft.com/office/drawing/2014/main" id="{F1326895-CBAC-CBA5-3BE2-CD57C8BA0FF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17" name="rc740">
            <a:extLst>
              <a:ext uri="{FF2B5EF4-FFF2-40B4-BE49-F238E27FC236}">
                <a16:creationId xmlns:a16="http://schemas.microsoft.com/office/drawing/2014/main" id="{46001F79-B2BE-E58C-2766-84BA3E383B1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18" name="rc741">
            <a:extLst>
              <a:ext uri="{FF2B5EF4-FFF2-40B4-BE49-F238E27FC236}">
                <a16:creationId xmlns:a16="http://schemas.microsoft.com/office/drawing/2014/main" id="{3ACA8CAC-FF1E-3F49-BFCC-38D3CDDA4F4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19" name="rc742">
            <a:extLst>
              <a:ext uri="{FF2B5EF4-FFF2-40B4-BE49-F238E27FC236}">
                <a16:creationId xmlns:a16="http://schemas.microsoft.com/office/drawing/2014/main" id="{56A30A01-1F90-4465-1D49-7E794DD339A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20" name="rc743">
            <a:extLst>
              <a:ext uri="{FF2B5EF4-FFF2-40B4-BE49-F238E27FC236}">
                <a16:creationId xmlns:a16="http://schemas.microsoft.com/office/drawing/2014/main" id="{FE147EA8-FD0C-3885-FDE4-12C183992A6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21" name="rc744">
            <a:extLst>
              <a:ext uri="{FF2B5EF4-FFF2-40B4-BE49-F238E27FC236}">
                <a16:creationId xmlns:a16="http://schemas.microsoft.com/office/drawing/2014/main" id="{7C732A28-3B07-AEE6-F674-BC62FF3A22B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22" name="rc745">
            <a:extLst>
              <a:ext uri="{FF2B5EF4-FFF2-40B4-BE49-F238E27FC236}">
                <a16:creationId xmlns:a16="http://schemas.microsoft.com/office/drawing/2014/main" id="{4F95F5F1-63F8-EA1E-7D44-09CF2F7319A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23" name="rc746">
            <a:extLst>
              <a:ext uri="{FF2B5EF4-FFF2-40B4-BE49-F238E27FC236}">
                <a16:creationId xmlns:a16="http://schemas.microsoft.com/office/drawing/2014/main" id="{0F8FA68D-EE39-1484-F6B2-5494B1BFDFF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24" name="rc747">
            <a:extLst>
              <a:ext uri="{FF2B5EF4-FFF2-40B4-BE49-F238E27FC236}">
                <a16:creationId xmlns:a16="http://schemas.microsoft.com/office/drawing/2014/main" id="{73DE1F68-9829-E0D2-6FF2-4B7D725A161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25" name="rc748">
            <a:extLst>
              <a:ext uri="{FF2B5EF4-FFF2-40B4-BE49-F238E27FC236}">
                <a16:creationId xmlns:a16="http://schemas.microsoft.com/office/drawing/2014/main" id="{B4BF5F24-DEB3-1783-A483-A3F85C5C057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26" name="rc749">
            <a:extLst>
              <a:ext uri="{FF2B5EF4-FFF2-40B4-BE49-F238E27FC236}">
                <a16:creationId xmlns:a16="http://schemas.microsoft.com/office/drawing/2014/main" id="{0A6185BF-747F-D879-36A5-57AFC326B9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27" name="rc750">
            <a:extLst>
              <a:ext uri="{FF2B5EF4-FFF2-40B4-BE49-F238E27FC236}">
                <a16:creationId xmlns:a16="http://schemas.microsoft.com/office/drawing/2014/main" id="{7832753B-EF05-2A0A-8EBE-8D648941061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28" name="rc751">
            <a:extLst>
              <a:ext uri="{FF2B5EF4-FFF2-40B4-BE49-F238E27FC236}">
                <a16:creationId xmlns:a16="http://schemas.microsoft.com/office/drawing/2014/main" id="{6A8D1BCE-15A4-0E87-BEC3-2D4F70821CB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29" name="rc752">
            <a:extLst>
              <a:ext uri="{FF2B5EF4-FFF2-40B4-BE49-F238E27FC236}">
                <a16:creationId xmlns:a16="http://schemas.microsoft.com/office/drawing/2014/main" id="{094D551E-B84F-42A5-FF56-535B44F4789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30" name="rc753">
            <a:extLst>
              <a:ext uri="{FF2B5EF4-FFF2-40B4-BE49-F238E27FC236}">
                <a16:creationId xmlns:a16="http://schemas.microsoft.com/office/drawing/2014/main" id="{ADCE977D-4FDD-2282-7185-209E7E38B5C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31" name="rc754">
            <a:extLst>
              <a:ext uri="{FF2B5EF4-FFF2-40B4-BE49-F238E27FC236}">
                <a16:creationId xmlns:a16="http://schemas.microsoft.com/office/drawing/2014/main" id="{A686D3A4-6370-1F2A-5C01-5CC19836CB4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32" name="rc755">
            <a:extLst>
              <a:ext uri="{FF2B5EF4-FFF2-40B4-BE49-F238E27FC236}">
                <a16:creationId xmlns:a16="http://schemas.microsoft.com/office/drawing/2014/main" id="{422D4476-332B-7C62-F673-4CC4290623E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33" name="rc756">
            <a:extLst>
              <a:ext uri="{FF2B5EF4-FFF2-40B4-BE49-F238E27FC236}">
                <a16:creationId xmlns:a16="http://schemas.microsoft.com/office/drawing/2014/main" id="{ED582DCA-DF52-02B8-9786-34B930E8CF2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34" name="rc757">
            <a:extLst>
              <a:ext uri="{FF2B5EF4-FFF2-40B4-BE49-F238E27FC236}">
                <a16:creationId xmlns:a16="http://schemas.microsoft.com/office/drawing/2014/main" id="{8E9598D6-C27B-046D-5590-3DBE4B976FC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35" name="rc758">
            <a:extLst>
              <a:ext uri="{FF2B5EF4-FFF2-40B4-BE49-F238E27FC236}">
                <a16:creationId xmlns:a16="http://schemas.microsoft.com/office/drawing/2014/main" id="{6560CC38-0F79-054B-5F76-02639A5970F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36" name="rc759">
            <a:extLst>
              <a:ext uri="{FF2B5EF4-FFF2-40B4-BE49-F238E27FC236}">
                <a16:creationId xmlns:a16="http://schemas.microsoft.com/office/drawing/2014/main" id="{C8E8534B-A036-1901-7750-1515F92080B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37" name="rc760">
            <a:extLst>
              <a:ext uri="{FF2B5EF4-FFF2-40B4-BE49-F238E27FC236}">
                <a16:creationId xmlns:a16="http://schemas.microsoft.com/office/drawing/2014/main" id="{F2DE0998-E1F4-2590-F1A5-83847FC010C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38" name="rc761">
            <a:extLst>
              <a:ext uri="{FF2B5EF4-FFF2-40B4-BE49-F238E27FC236}">
                <a16:creationId xmlns:a16="http://schemas.microsoft.com/office/drawing/2014/main" id="{2728DB62-053B-C9AB-A9FD-322585B5C7F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39" name="rc762">
            <a:extLst>
              <a:ext uri="{FF2B5EF4-FFF2-40B4-BE49-F238E27FC236}">
                <a16:creationId xmlns:a16="http://schemas.microsoft.com/office/drawing/2014/main" id="{F30E07D8-FB50-6C2D-D594-A2535563859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40" name="rc763">
            <a:extLst>
              <a:ext uri="{FF2B5EF4-FFF2-40B4-BE49-F238E27FC236}">
                <a16:creationId xmlns:a16="http://schemas.microsoft.com/office/drawing/2014/main" id="{12C9B645-0932-0D86-C1A4-2FF82416CE3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41" name="rc764">
            <a:extLst>
              <a:ext uri="{FF2B5EF4-FFF2-40B4-BE49-F238E27FC236}">
                <a16:creationId xmlns:a16="http://schemas.microsoft.com/office/drawing/2014/main" id="{1EDC8DBA-BF8E-0461-E0FF-B31DEACD644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42" name="rc765">
            <a:extLst>
              <a:ext uri="{FF2B5EF4-FFF2-40B4-BE49-F238E27FC236}">
                <a16:creationId xmlns:a16="http://schemas.microsoft.com/office/drawing/2014/main" id="{98660FC1-584D-6296-4886-709F42A62AA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43" name="rc766">
            <a:extLst>
              <a:ext uri="{FF2B5EF4-FFF2-40B4-BE49-F238E27FC236}">
                <a16:creationId xmlns:a16="http://schemas.microsoft.com/office/drawing/2014/main" id="{58F0E26E-8880-77FC-3C1A-3D006CEC631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44" name="rc767">
            <a:extLst>
              <a:ext uri="{FF2B5EF4-FFF2-40B4-BE49-F238E27FC236}">
                <a16:creationId xmlns:a16="http://schemas.microsoft.com/office/drawing/2014/main" id="{E06FF44B-DCA4-E69F-B44E-08DBF033447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45" name="rc768">
            <a:extLst>
              <a:ext uri="{FF2B5EF4-FFF2-40B4-BE49-F238E27FC236}">
                <a16:creationId xmlns:a16="http://schemas.microsoft.com/office/drawing/2014/main" id="{98116EE5-548C-6003-A129-3CE81D72323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46" name="rc769">
            <a:extLst>
              <a:ext uri="{FF2B5EF4-FFF2-40B4-BE49-F238E27FC236}">
                <a16:creationId xmlns:a16="http://schemas.microsoft.com/office/drawing/2014/main" id="{633AA85B-D979-68E3-5178-5CC63333AE2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47" name="rc770">
            <a:extLst>
              <a:ext uri="{FF2B5EF4-FFF2-40B4-BE49-F238E27FC236}">
                <a16:creationId xmlns:a16="http://schemas.microsoft.com/office/drawing/2014/main" id="{53722218-1196-0A0D-B1AB-4CA53071C14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48" name="rc771">
            <a:extLst>
              <a:ext uri="{FF2B5EF4-FFF2-40B4-BE49-F238E27FC236}">
                <a16:creationId xmlns:a16="http://schemas.microsoft.com/office/drawing/2014/main" id="{426B9C49-D77E-F3AE-10B6-8ADF960913C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49" name="rc772">
            <a:extLst>
              <a:ext uri="{FF2B5EF4-FFF2-40B4-BE49-F238E27FC236}">
                <a16:creationId xmlns:a16="http://schemas.microsoft.com/office/drawing/2014/main" id="{A54FC091-BCCF-BA11-5B68-384186FFD5F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50" name="rc773">
            <a:extLst>
              <a:ext uri="{FF2B5EF4-FFF2-40B4-BE49-F238E27FC236}">
                <a16:creationId xmlns:a16="http://schemas.microsoft.com/office/drawing/2014/main" id="{4A8337A1-3D9F-D2B8-808C-8E5E5DDFB4B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51" name="rc774">
            <a:extLst>
              <a:ext uri="{FF2B5EF4-FFF2-40B4-BE49-F238E27FC236}">
                <a16:creationId xmlns:a16="http://schemas.microsoft.com/office/drawing/2014/main" id="{28635225-79BD-62A2-A525-92124B51D43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52" name="rc775">
            <a:extLst>
              <a:ext uri="{FF2B5EF4-FFF2-40B4-BE49-F238E27FC236}">
                <a16:creationId xmlns:a16="http://schemas.microsoft.com/office/drawing/2014/main" id="{6587854E-9105-7DC2-0761-B99FF737B0C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53" name="rc776">
            <a:extLst>
              <a:ext uri="{FF2B5EF4-FFF2-40B4-BE49-F238E27FC236}">
                <a16:creationId xmlns:a16="http://schemas.microsoft.com/office/drawing/2014/main" id="{8D810441-0D41-01B0-CAE1-1348F7FDB89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54" name="rc777">
            <a:extLst>
              <a:ext uri="{FF2B5EF4-FFF2-40B4-BE49-F238E27FC236}">
                <a16:creationId xmlns:a16="http://schemas.microsoft.com/office/drawing/2014/main" id="{73DBB709-2946-B25B-DA21-34E78A7B0B1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55" name="rc778">
            <a:extLst>
              <a:ext uri="{FF2B5EF4-FFF2-40B4-BE49-F238E27FC236}">
                <a16:creationId xmlns:a16="http://schemas.microsoft.com/office/drawing/2014/main" id="{2E67BD22-8741-F347-62B3-B1A0405C349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56" name="rc779">
            <a:extLst>
              <a:ext uri="{FF2B5EF4-FFF2-40B4-BE49-F238E27FC236}">
                <a16:creationId xmlns:a16="http://schemas.microsoft.com/office/drawing/2014/main" id="{6867B76A-575D-906A-26A4-AD0F7C2F3D7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57" name="rc780">
            <a:extLst>
              <a:ext uri="{FF2B5EF4-FFF2-40B4-BE49-F238E27FC236}">
                <a16:creationId xmlns:a16="http://schemas.microsoft.com/office/drawing/2014/main" id="{693CC46A-EB47-CE55-B8AA-B5FD226F2CF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58" name="rc781">
            <a:extLst>
              <a:ext uri="{FF2B5EF4-FFF2-40B4-BE49-F238E27FC236}">
                <a16:creationId xmlns:a16="http://schemas.microsoft.com/office/drawing/2014/main" id="{B33600D5-C9EA-E145-56BA-B4FF67638E9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59" name="rc782">
            <a:extLst>
              <a:ext uri="{FF2B5EF4-FFF2-40B4-BE49-F238E27FC236}">
                <a16:creationId xmlns:a16="http://schemas.microsoft.com/office/drawing/2014/main" id="{6C6AF014-A2DD-1F9A-E7D0-94A4422AC3E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60" name="rc783">
            <a:extLst>
              <a:ext uri="{FF2B5EF4-FFF2-40B4-BE49-F238E27FC236}">
                <a16:creationId xmlns:a16="http://schemas.microsoft.com/office/drawing/2014/main" id="{1FBA3134-EFAC-8CEE-5E0F-D8DABFA1EBE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61" name="rc784">
            <a:extLst>
              <a:ext uri="{FF2B5EF4-FFF2-40B4-BE49-F238E27FC236}">
                <a16:creationId xmlns:a16="http://schemas.microsoft.com/office/drawing/2014/main" id="{51167406-F157-1A4F-7722-44257CA9D98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62" name="rc785">
            <a:extLst>
              <a:ext uri="{FF2B5EF4-FFF2-40B4-BE49-F238E27FC236}">
                <a16:creationId xmlns:a16="http://schemas.microsoft.com/office/drawing/2014/main" id="{AD55EB8F-9CBF-4C6D-57DF-ED08EAE92C0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63" name="rc786">
            <a:extLst>
              <a:ext uri="{FF2B5EF4-FFF2-40B4-BE49-F238E27FC236}">
                <a16:creationId xmlns:a16="http://schemas.microsoft.com/office/drawing/2014/main" id="{294BDBC3-4D58-66D7-F8FE-53F0B27BE42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64" name="rc787">
            <a:extLst>
              <a:ext uri="{FF2B5EF4-FFF2-40B4-BE49-F238E27FC236}">
                <a16:creationId xmlns:a16="http://schemas.microsoft.com/office/drawing/2014/main" id="{3532CE7E-5B78-D6DC-AAC8-700D83DB232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65" name="rc788">
            <a:extLst>
              <a:ext uri="{FF2B5EF4-FFF2-40B4-BE49-F238E27FC236}">
                <a16:creationId xmlns:a16="http://schemas.microsoft.com/office/drawing/2014/main" id="{EEB6C803-9371-F681-5781-BE45D516D63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66" name="rc789">
            <a:extLst>
              <a:ext uri="{FF2B5EF4-FFF2-40B4-BE49-F238E27FC236}">
                <a16:creationId xmlns:a16="http://schemas.microsoft.com/office/drawing/2014/main" id="{2681CA02-69E5-1782-AEF5-BD77088D023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67" name="rc790">
            <a:extLst>
              <a:ext uri="{FF2B5EF4-FFF2-40B4-BE49-F238E27FC236}">
                <a16:creationId xmlns:a16="http://schemas.microsoft.com/office/drawing/2014/main" id="{236C171E-E4BD-7D73-0F77-11766C0E77F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68" name="rc791">
            <a:extLst>
              <a:ext uri="{FF2B5EF4-FFF2-40B4-BE49-F238E27FC236}">
                <a16:creationId xmlns:a16="http://schemas.microsoft.com/office/drawing/2014/main" id="{98B48423-E3E7-BAF5-F3F4-CCA074D70FE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69" name="rc792">
            <a:extLst>
              <a:ext uri="{FF2B5EF4-FFF2-40B4-BE49-F238E27FC236}">
                <a16:creationId xmlns:a16="http://schemas.microsoft.com/office/drawing/2014/main" id="{42BF14C6-ACB1-45E6-DD7C-F9C4287D974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70" name="rc793">
            <a:extLst>
              <a:ext uri="{FF2B5EF4-FFF2-40B4-BE49-F238E27FC236}">
                <a16:creationId xmlns:a16="http://schemas.microsoft.com/office/drawing/2014/main" id="{36CBD5F7-26B5-1A8A-9BFB-D6AA858BE06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71" name="rc794">
            <a:extLst>
              <a:ext uri="{FF2B5EF4-FFF2-40B4-BE49-F238E27FC236}">
                <a16:creationId xmlns:a16="http://schemas.microsoft.com/office/drawing/2014/main" id="{412F2C55-E4C2-0C56-D3E7-2D2DD23D46C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72" name="rc795">
            <a:extLst>
              <a:ext uri="{FF2B5EF4-FFF2-40B4-BE49-F238E27FC236}">
                <a16:creationId xmlns:a16="http://schemas.microsoft.com/office/drawing/2014/main" id="{8B71C870-E707-6739-EF1E-ABCEF47905D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73" name="rc796">
            <a:extLst>
              <a:ext uri="{FF2B5EF4-FFF2-40B4-BE49-F238E27FC236}">
                <a16:creationId xmlns:a16="http://schemas.microsoft.com/office/drawing/2014/main" id="{85720B8A-7E70-7070-5FEE-95204A52B29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74" name="rc797">
            <a:extLst>
              <a:ext uri="{FF2B5EF4-FFF2-40B4-BE49-F238E27FC236}">
                <a16:creationId xmlns:a16="http://schemas.microsoft.com/office/drawing/2014/main" id="{8A4384D7-0EC6-C3E9-1A05-EF1B1706FD6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75" name="rc798">
            <a:extLst>
              <a:ext uri="{FF2B5EF4-FFF2-40B4-BE49-F238E27FC236}">
                <a16:creationId xmlns:a16="http://schemas.microsoft.com/office/drawing/2014/main" id="{648A34BC-50D4-3BFE-9B18-38172C33D0B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76" name="rc799">
            <a:extLst>
              <a:ext uri="{FF2B5EF4-FFF2-40B4-BE49-F238E27FC236}">
                <a16:creationId xmlns:a16="http://schemas.microsoft.com/office/drawing/2014/main" id="{566E0628-2B67-DBE8-928D-AFEF1AB52DE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77" name="rc800">
            <a:extLst>
              <a:ext uri="{FF2B5EF4-FFF2-40B4-BE49-F238E27FC236}">
                <a16:creationId xmlns:a16="http://schemas.microsoft.com/office/drawing/2014/main" id="{4E48498C-E1E3-068D-A765-FC573DBB4D2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78" name="rc801">
            <a:extLst>
              <a:ext uri="{FF2B5EF4-FFF2-40B4-BE49-F238E27FC236}">
                <a16:creationId xmlns:a16="http://schemas.microsoft.com/office/drawing/2014/main" id="{FF68B96A-5809-E5A5-646A-19FA564390E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79" name="rc802">
            <a:extLst>
              <a:ext uri="{FF2B5EF4-FFF2-40B4-BE49-F238E27FC236}">
                <a16:creationId xmlns:a16="http://schemas.microsoft.com/office/drawing/2014/main" id="{A1C7D103-C3BB-DE52-EAED-7CC2865268C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80" name="rc803">
            <a:extLst>
              <a:ext uri="{FF2B5EF4-FFF2-40B4-BE49-F238E27FC236}">
                <a16:creationId xmlns:a16="http://schemas.microsoft.com/office/drawing/2014/main" id="{6142D5F9-9276-072B-A6A4-FD8CD44D31F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81" name="rc804">
            <a:extLst>
              <a:ext uri="{FF2B5EF4-FFF2-40B4-BE49-F238E27FC236}">
                <a16:creationId xmlns:a16="http://schemas.microsoft.com/office/drawing/2014/main" id="{6BC463A7-F8F5-846E-82EB-F5AD21A21C0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82" name="rc805">
            <a:extLst>
              <a:ext uri="{FF2B5EF4-FFF2-40B4-BE49-F238E27FC236}">
                <a16:creationId xmlns:a16="http://schemas.microsoft.com/office/drawing/2014/main" id="{5C9C2D03-C046-41DA-E4FE-8D4A6E9F62C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83" name="rc806">
            <a:extLst>
              <a:ext uri="{FF2B5EF4-FFF2-40B4-BE49-F238E27FC236}">
                <a16:creationId xmlns:a16="http://schemas.microsoft.com/office/drawing/2014/main" id="{ADDDD0A3-5334-66E1-90C2-6ADFCA826C3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84" name="rc807">
            <a:extLst>
              <a:ext uri="{FF2B5EF4-FFF2-40B4-BE49-F238E27FC236}">
                <a16:creationId xmlns:a16="http://schemas.microsoft.com/office/drawing/2014/main" id="{A70EE462-87EC-5D57-1ADE-4BB746264D7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85" name="rc808">
            <a:extLst>
              <a:ext uri="{FF2B5EF4-FFF2-40B4-BE49-F238E27FC236}">
                <a16:creationId xmlns:a16="http://schemas.microsoft.com/office/drawing/2014/main" id="{1A444111-D2A1-F280-FE13-E353FA8A483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86" name="rc809">
            <a:extLst>
              <a:ext uri="{FF2B5EF4-FFF2-40B4-BE49-F238E27FC236}">
                <a16:creationId xmlns:a16="http://schemas.microsoft.com/office/drawing/2014/main" id="{C1AE9343-0168-CD48-DAB9-C7C2AAA5EFE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87" name="rc810">
            <a:extLst>
              <a:ext uri="{FF2B5EF4-FFF2-40B4-BE49-F238E27FC236}">
                <a16:creationId xmlns:a16="http://schemas.microsoft.com/office/drawing/2014/main" id="{918C94D8-6EAD-E910-1813-753D6C30CE2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88" name="rc811">
            <a:extLst>
              <a:ext uri="{FF2B5EF4-FFF2-40B4-BE49-F238E27FC236}">
                <a16:creationId xmlns:a16="http://schemas.microsoft.com/office/drawing/2014/main" id="{5EE8D987-E6CA-33D6-3715-0D3481D881B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89" name="rc812">
            <a:extLst>
              <a:ext uri="{FF2B5EF4-FFF2-40B4-BE49-F238E27FC236}">
                <a16:creationId xmlns:a16="http://schemas.microsoft.com/office/drawing/2014/main" id="{D05E0201-6119-021D-3777-ECB29488310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90" name="rc813">
            <a:extLst>
              <a:ext uri="{FF2B5EF4-FFF2-40B4-BE49-F238E27FC236}">
                <a16:creationId xmlns:a16="http://schemas.microsoft.com/office/drawing/2014/main" id="{25B34E46-9378-C021-5B69-6ED7F6B62F5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91" name="rc814">
            <a:extLst>
              <a:ext uri="{FF2B5EF4-FFF2-40B4-BE49-F238E27FC236}">
                <a16:creationId xmlns:a16="http://schemas.microsoft.com/office/drawing/2014/main" id="{3C9A99D8-3642-310A-1944-A63FD05E833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92" name="rc815">
            <a:extLst>
              <a:ext uri="{FF2B5EF4-FFF2-40B4-BE49-F238E27FC236}">
                <a16:creationId xmlns:a16="http://schemas.microsoft.com/office/drawing/2014/main" id="{8813CD3D-B2EB-44FB-C799-FC78306ED5A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93" name="rc816">
            <a:extLst>
              <a:ext uri="{FF2B5EF4-FFF2-40B4-BE49-F238E27FC236}">
                <a16:creationId xmlns:a16="http://schemas.microsoft.com/office/drawing/2014/main" id="{AE4DF406-D3B6-147D-9C29-EDEE382AF41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94" name="rc817">
            <a:extLst>
              <a:ext uri="{FF2B5EF4-FFF2-40B4-BE49-F238E27FC236}">
                <a16:creationId xmlns:a16="http://schemas.microsoft.com/office/drawing/2014/main" id="{90644D9F-8F47-B363-B0BD-E968299754D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95" name="rc818">
            <a:extLst>
              <a:ext uri="{FF2B5EF4-FFF2-40B4-BE49-F238E27FC236}">
                <a16:creationId xmlns:a16="http://schemas.microsoft.com/office/drawing/2014/main" id="{CB297F54-6D31-BC5D-35B6-530C6A7BCC4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96" name="rc819">
            <a:extLst>
              <a:ext uri="{FF2B5EF4-FFF2-40B4-BE49-F238E27FC236}">
                <a16:creationId xmlns:a16="http://schemas.microsoft.com/office/drawing/2014/main" id="{4853AE95-A053-4BCB-4EA7-945D9C4D4D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97" name="rc820">
            <a:extLst>
              <a:ext uri="{FF2B5EF4-FFF2-40B4-BE49-F238E27FC236}">
                <a16:creationId xmlns:a16="http://schemas.microsoft.com/office/drawing/2014/main" id="{2FAF66F7-16DC-B7B3-2550-5318A0CD475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98" name="rc821">
            <a:extLst>
              <a:ext uri="{FF2B5EF4-FFF2-40B4-BE49-F238E27FC236}">
                <a16:creationId xmlns:a16="http://schemas.microsoft.com/office/drawing/2014/main" id="{B23B2CC0-B351-D93C-D571-6EC3060E15A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899" name="rc822">
            <a:extLst>
              <a:ext uri="{FF2B5EF4-FFF2-40B4-BE49-F238E27FC236}">
                <a16:creationId xmlns:a16="http://schemas.microsoft.com/office/drawing/2014/main" id="{89112B37-F3EE-EC55-E5CC-ECE50306C43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00" name="rc823">
            <a:extLst>
              <a:ext uri="{FF2B5EF4-FFF2-40B4-BE49-F238E27FC236}">
                <a16:creationId xmlns:a16="http://schemas.microsoft.com/office/drawing/2014/main" id="{76FB6A6B-7725-CC02-C401-EE7F829358F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01" name="rc824">
            <a:extLst>
              <a:ext uri="{FF2B5EF4-FFF2-40B4-BE49-F238E27FC236}">
                <a16:creationId xmlns:a16="http://schemas.microsoft.com/office/drawing/2014/main" id="{524D957A-DE3B-8CED-4F44-E449D107787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02" name="rc825">
            <a:extLst>
              <a:ext uri="{FF2B5EF4-FFF2-40B4-BE49-F238E27FC236}">
                <a16:creationId xmlns:a16="http://schemas.microsoft.com/office/drawing/2014/main" id="{7441A84D-B9E0-BEB8-86F1-BE29CCAC095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03" name="rc826">
            <a:extLst>
              <a:ext uri="{FF2B5EF4-FFF2-40B4-BE49-F238E27FC236}">
                <a16:creationId xmlns:a16="http://schemas.microsoft.com/office/drawing/2014/main" id="{0A58725B-84BB-37E6-C087-06ACF3DE27B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04" name="rc827">
            <a:extLst>
              <a:ext uri="{FF2B5EF4-FFF2-40B4-BE49-F238E27FC236}">
                <a16:creationId xmlns:a16="http://schemas.microsoft.com/office/drawing/2014/main" id="{E9ACA852-3F97-0010-0F3B-F704843B0BB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05" name="rc828">
            <a:extLst>
              <a:ext uri="{FF2B5EF4-FFF2-40B4-BE49-F238E27FC236}">
                <a16:creationId xmlns:a16="http://schemas.microsoft.com/office/drawing/2014/main" id="{0BC8171C-19D2-F57D-87FB-B7E69C175D3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06" name="rc829">
            <a:extLst>
              <a:ext uri="{FF2B5EF4-FFF2-40B4-BE49-F238E27FC236}">
                <a16:creationId xmlns:a16="http://schemas.microsoft.com/office/drawing/2014/main" id="{B290A274-B475-8B2D-63E6-9561DA3A5ED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07" name="rc830">
            <a:extLst>
              <a:ext uri="{FF2B5EF4-FFF2-40B4-BE49-F238E27FC236}">
                <a16:creationId xmlns:a16="http://schemas.microsoft.com/office/drawing/2014/main" id="{9D2326E7-7425-0779-D749-9F5A9FFDB61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08" name="rc831">
            <a:extLst>
              <a:ext uri="{FF2B5EF4-FFF2-40B4-BE49-F238E27FC236}">
                <a16:creationId xmlns:a16="http://schemas.microsoft.com/office/drawing/2014/main" id="{57995CA9-8FEE-9400-F7F2-47D7252E3E2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09" name="rc832">
            <a:extLst>
              <a:ext uri="{FF2B5EF4-FFF2-40B4-BE49-F238E27FC236}">
                <a16:creationId xmlns:a16="http://schemas.microsoft.com/office/drawing/2014/main" id="{C4794B49-058B-60BB-5F2A-FA6F65E856F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10" name="rc833">
            <a:extLst>
              <a:ext uri="{FF2B5EF4-FFF2-40B4-BE49-F238E27FC236}">
                <a16:creationId xmlns:a16="http://schemas.microsoft.com/office/drawing/2014/main" id="{B220A157-EF88-A7CF-4E9C-D93B679A6BC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11" name="rc834">
            <a:extLst>
              <a:ext uri="{FF2B5EF4-FFF2-40B4-BE49-F238E27FC236}">
                <a16:creationId xmlns:a16="http://schemas.microsoft.com/office/drawing/2014/main" id="{9D0990EF-4B81-8674-B908-CD2ADBE66BE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12" name="rc835">
            <a:extLst>
              <a:ext uri="{FF2B5EF4-FFF2-40B4-BE49-F238E27FC236}">
                <a16:creationId xmlns:a16="http://schemas.microsoft.com/office/drawing/2014/main" id="{350A369D-24BB-8CC9-35FF-99897B7B0B5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13" name="rc836">
            <a:extLst>
              <a:ext uri="{FF2B5EF4-FFF2-40B4-BE49-F238E27FC236}">
                <a16:creationId xmlns:a16="http://schemas.microsoft.com/office/drawing/2014/main" id="{D67C637E-E8C9-E20C-2B1A-E5FB6A7EFC2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14" name="rc837">
            <a:extLst>
              <a:ext uri="{FF2B5EF4-FFF2-40B4-BE49-F238E27FC236}">
                <a16:creationId xmlns:a16="http://schemas.microsoft.com/office/drawing/2014/main" id="{7A536F50-4B6A-9F1B-4B3D-ABC5A054A07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15" name="rc838">
            <a:extLst>
              <a:ext uri="{FF2B5EF4-FFF2-40B4-BE49-F238E27FC236}">
                <a16:creationId xmlns:a16="http://schemas.microsoft.com/office/drawing/2014/main" id="{E029E60D-5464-7237-B082-470BC51C1FE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16" name="rc839">
            <a:extLst>
              <a:ext uri="{FF2B5EF4-FFF2-40B4-BE49-F238E27FC236}">
                <a16:creationId xmlns:a16="http://schemas.microsoft.com/office/drawing/2014/main" id="{9E7CFAB6-5785-31F2-6E79-6A6C526B8C7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17" name="rc840">
            <a:extLst>
              <a:ext uri="{FF2B5EF4-FFF2-40B4-BE49-F238E27FC236}">
                <a16:creationId xmlns:a16="http://schemas.microsoft.com/office/drawing/2014/main" id="{35740533-E147-CF32-FDC0-3D10A89B024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18" name="rc841">
            <a:extLst>
              <a:ext uri="{FF2B5EF4-FFF2-40B4-BE49-F238E27FC236}">
                <a16:creationId xmlns:a16="http://schemas.microsoft.com/office/drawing/2014/main" id="{EB3B5C1F-B6FD-03C0-4FDF-E817BE6142F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19" name="rc842">
            <a:extLst>
              <a:ext uri="{FF2B5EF4-FFF2-40B4-BE49-F238E27FC236}">
                <a16:creationId xmlns:a16="http://schemas.microsoft.com/office/drawing/2014/main" id="{18B283E2-4C24-95B5-27E3-E10598B00DB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20" name="rc843">
            <a:extLst>
              <a:ext uri="{FF2B5EF4-FFF2-40B4-BE49-F238E27FC236}">
                <a16:creationId xmlns:a16="http://schemas.microsoft.com/office/drawing/2014/main" id="{566EBF8F-7699-25B5-9BDC-B8F40BB0B06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21" name="rc844">
            <a:extLst>
              <a:ext uri="{FF2B5EF4-FFF2-40B4-BE49-F238E27FC236}">
                <a16:creationId xmlns:a16="http://schemas.microsoft.com/office/drawing/2014/main" id="{EACF8F74-904C-E83C-AB8F-9318C7792A8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22" name="rc845">
            <a:extLst>
              <a:ext uri="{FF2B5EF4-FFF2-40B4-BE49-F238E27FC236}">
                <a16:creationId xmlns:a16="http://schemas.microsoft.com/office/drawing/2014/main" id="{653E58CF-820C-10CA-2829-86D59F64C46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23" name="rc846">
            <a:extLst>
              <a:ext uri="{FF2B5EF4-FFF2-40B4-BE49-F238E27FC236}">
                <a16:creationId xmlns:a16="http://schemas.microsoft.com/office/drawing/2014/main" id="{0B4E1CD1-FDF9-58FC-E1A9-2F9DC156584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24" name="rc847">
            <a:extLst>
              <a:ext uri="{FF2B5EF4-FFF2-40B4-BE49-F238E27FC236}">
                <a16:creationId xmlns:a16="http://schemas.microsoft.com/office/drawing/2014/main" id="{1839CF8C-8DA6-24C8-6F72-014BE70E084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25" name="rc848">
            <a:extLst>
              <a:ext uri="{FF2B5EF4-FFF2-40B4-BE49-F238E27FC236}">
                <a16:creationId xmlns:a16="http://schemas.microsoft.com/office/drawing/2014/main" id="{4592CD75-B831-D31E-950F-4C3164E6188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26" name="rc849">
            <a:extLst>
              <a:ext uri="{FF2B5EF4-FFF2-40B4-BE49-F238E27FC236}">
                <a16:creationId xmlns:a16="http://schemas.microsoft.com/office/drawing/2014/main" id="{E7904D58-F3E0-D343-1EA1-E18AB82EDCC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27" name="rc850">
            <a:extLst>
              <a:ext uri="{FF2B5EF4-FFF2-40B4-BE49-F238E27FC236}">
                <a16:creationId xmlns:a16="http://schemas.microsoft.com/office/drawing/2014/main" id="{5904C75A-B5CF-1182-E022-4B11278DC1B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28" name="rc851">
            <a:extLst>
              <a:ext uri="{FF2B5EF4-FFF2-40B4-BE49-F238E27FC236}">
                <a16:creationId xmlns:a16="http://schemas.microsoft.com/office/drawing/2014/main" id="{5977BB81-D671-C1B5-BA79-5C596B9DFE3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29" name="rc852">
            <a:extLst>
              <a:ext uri="{FF2B5EF4-FFF2-40B4-BE49-F238E27FC236}">
                <a16:creationId xmlns:a16="http://schemas.microsoft.com/office/drawing/2014/main" id="{098FCE26-EB1A-6B38-044C-7728EB66F89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30" name="rc853">
            <a:extLst>
              <a:ext uri="{FF2B5EF4-FFF2-40B4-BE49-F238E27FC236}">
                <a16:creationId xmlns:a16="http://schemas.microsoft.com/office/drawing/2014/main" id="{28943294-1EFB-953A-57B6-698517637A3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31" name="rc854">
            <a:extLst>
              <a:ext uri="{FF2B5EF4-FFF2-40B4-BE49-F238E27FC236}">
                <a16:creationId xmlns:a16="http://schemas.microsoft.com/office/drawing/2014/main" id="{F604F0A6-6E2B-1DAF-A970-ED6F36B2ED4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32" name="rc855">
            <a:extLst>
              <a:ext uri="{FF2B5EF4-FFF2-40B4-BE49-F238E27FC236}">
                <a16:creationId xmlns:a16="http://schemas.microsoft.com/office/drawing/2014/main" id="{9B8C7B74-8980-CFD9-42E7-A0EB81CA97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33" name="rc856">
            <a:extLst>
              <a:ext uri="{FF2B5EF4-FFF2-40B4-BE49-F238E27FC236}">
                <a16:creationId xmlns:a16="http://schemas.microsoft.com/office/drawing/2014/main" id="{80068793-898C-D20E-49DC-585799DBA24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34" name="rc857">
            <a:extLst>
              <a:ext uri="{FF2B5EF4-FFF2-40B4-BE49-F238E27FC236}">
                <a16:creationId xmlns:a16="http://schemas.microsoft.com/office/drawing/2014/main" id="{CB0000B0-673B-A5C1-A888-118A5F64E78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35" name="rc858">
            <a:extLst>
              <a:ext uri="{FF2B5EF4-FFF2-40B4-BE49-F238E27FC236}">
                <a16:creationId xmlns:a16="http://schemas.microsoft.com/office/drawing/2014/main" id="{ADBE8C7B-AC64-2A83-D961-7ADB08F6DB5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36" name="rc859">
            <a:extLst>
              <a:ext uri="{FF2B5EF4-FFF2-40B4-BE49-F238E27FC236}">
                <a16:creationId xmlns:a16="http://schemas.microsoft.com/office/drawing/2014/main" id="{FE221B27-9BEC-9DCC-9FDA-C4B3D62DC21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37" name="rc860">
            <a:extLst>
              <a:ext uri="{FF2B5EF4-FFF2-40B4-BE49-F238E27FC236}">
                <a16:creationId xmlns:a16="http://schemas.microsoft.com/office/drawing/2014/main" id="{ABABD88B-26AF-8799-146D-2C5C8F3C365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38" name="rc861">
            <a:extLst>
              <a:ext uri="{FF2B5EF4-FFF2-40B4-BE49-F238E27FC236}">
                <a16:creationId xmlns:a16="http://schemas.microsoft.com/office/drawing/2014/main" id="{351E5284-E2D0-5DB3-D277-9DD40878FBD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39" name="rc862">
            <a:extLst>
              <a:ext uri="{FF2B5EF4-FFF2-40B4-BE49-F238E27FC236}">
                <a16:creationId xmlns:a16="http://schemas.microsoft.com/office/drawing/2014/main" id="{D95D7148-C69E-FABD-2C10-CD318DB7B3F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40" name="rc863">
            <a:extLst>
              <a:ext uri="{FF2B5EF4-FFF2-40B4-BE49-F238E27FC236}">
                <a16:creationId xmlns:a16="http://schemas.microsoft.com/office/drawing/2014/main" id="{201B6D3B-10F9-0664-679B-B0CA9AF3E4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41" name="rc864">
            <a:extLst>
              <a:ext uri="{FF2B5EF4-FFF2-40B4-BE49-F238E27FC236}">
                <a16:creationId xmlns:a16="http://schemas.microsoft.com/office/drawing/2014/main" id="{0A99466F-1418-6232-D348-D44A405D8E2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42" name="rc865">
            <a:extLst>
              <a:ext uri="{FF2B5EF4-FFF2-40B4-BE49-F238E27FC236}">
                <a16:creationId xmlns:a16="http://schemas.microsoft.com/office/drawing/2014/main" id="{30F65685-B98A-6F54-B91B-449FC5B172B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43" name="rc866">
            <a:extLst>
              <a:ext uri="{FF2B5EF4-FFF2-40B4-BE49-F238E27FC236}">
                <a16:creationId xmlns:a16="http://schemas.microsoft.com/office/drawing/2014/main" id="{854CED4E-CA86-2FC0-DB88-00EF6C3C135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44" name="rc867">
            <a:extLst>
              <a:ext uri="{FF2B5EF4-FFF2-40B4-BE49-F238E27FC236}">
                <a16:creationId xmlns:a16="http://schemas.microsoft.com/office/drawing/2014/main" id="{0AADD637-57F8-6DDA-EE81-711813EDA99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45" name="rc868">
            <a:extLst>
              <a:ext uri="{FF2B5EF4-FFF2-40B4-BE49-F238E27FC236}">
                <a16:creationId xmlns:a16="http://schemas.microsoft.com/office/drawing/2014/main" id="{F98C1E7F-9C85-FEEF-FBF9-783E355FBD6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46" name="rc869">
            <a:extLst>
              <a:ext uri="{FF2B5EF4-FFF2-40B4-BE49-F238E27FC236}">
                <a16:creationId xmlns:a16="http://schemas.microsoft.com/office/drawing/2014/main" id="{7095B025-3A4E-130E-9F6D-41CC5278E5B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47" name="rc870">
            <a:extLst>
              <a:ext uri="{FF2B5EF4-FFF2-40B4-BE49-F238E27FC236}">
                <a16:creationId xmlns:a16="http://schemas.microsoft.com/office/drawing/2014/main" id="{59B60A40-2E26-34A2-61DD-73EE4B9C9A0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48" name="rc871">
            <a:extLst>
              <a:ext uri="{FF2B5EF4-FFF2-40B4-BE49-F238E27FC236}">
                <a16:creationId xmlns:a16="http://schemas.microsoft.com/office/drawing/2014/main" id="{4111A53C-5EBA-61EE-DA6B-1153896695B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49" name="rc872">
            <a:extLst>
              <a:ext uri="{FF2B5EF4-FFF2-40B4-BE49-F238E27FC236}">
                <a16:creationId xmlns:a16="http://schemas.microsoft.com/office/drawing/2014/main" id="{430DC13E-87AE-B916-ACFC-5E15CC539CD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50" name="rc873">
            <a:extLst>
              <a:ext uri="{FF2B5EF4-FFF2-40B4-BE49-F238E27FC236}">
                <a16:creationId xmlns:a16="http://schemas.microsoft.com/office/drawing/2014/main" id="{922107F1-E6D4-DDB9-DD95-8393C7F3333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51" name="rc874">
            <a:extLst>
              <a:ext uri="{FF2B5EF4-FFF2-40B4-BE49-F238E27FC236}">
                <a16:creationId xmlns:a16="http://schemas.microsoft.com/office/drawing/2014/main" id="{5A5A9361-75BC-A693-097A-23B0DB243E1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52" name="rc875">
            <a:extLst>
              <a:ext uri="{FF2B5EF4-FFF2-40B4-BE49-F238E27FC236}">
                <a16:creationId xmlns:a16="http://schemas.microsoft.com/office/drawing/2014/main" id="{ECD6D38C-4914-FD80-1981-FAE75FB15B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53" name="rc876">
            <a:extLst>
              <a:ext uri="{FF2B5EF4-FFF2-40B4-BE49-F238E27FC236}">
                <a16:creationId xmlns:a16="http://schemas.microsoft.com/office/drawing/2014/main" id="{21F307CC-FDBC-C63A-E73C-07C3080A339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54" name="rc877">
            <a:extLst>
              <a:ext uri="{FF2B5EF4-FFF2-40B4-BE49-F238E27FC236}">
                <a16:creationId xmlns:a16="http://schemas.microsoft.com/office/drawing/2014/main" id="{29602D5E-8303-030B-278B-1D22D858542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55" name="rc878">
            <a:extLst>
              <a:ext uri="{FF2B5EF4-FFF2-40B4-BE49-F238E27FC236}">
                <a16:creationId xmlns:a16="http://schemas.microsoft.com/office/drawing/2014/main" id="{30405994-B599-1206-F7C3-EB1237391CF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56" name="rc879">
            <a:extLst>
              <a:ext uri="{FF2B5EF4-FFF2-40B4-BE49-F238E27FC236}">
                <a16:creationId xmlns:a16="http://schemas.microsoft.com/office/drawing/2014/main" id="{5E4359DE-FEBA-4C91-D543-D2BF0FF40E5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57" name="rc880">
            <a:extLst>
              <a:ext uri="{FF2B5EF4-FFF2-40B4-BE49-F238E27FC236}">
                <a16:creationId xmlns:a16="http://schemas.microsoft.com/office/drawing/2014/main" id="{90D252DA-1D66-9272-AD8E-7214EB5302E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58" name="rc881">
            <a:extLst>
              <a:ext uri="{FF2B5EF4-FFF2-40B4-BE49-F238E27FC236}">
                <a16:creationId xmlns:a16="http://schemas.microsoft.com/office/drawing/2014/main" id="{38AB1C55-BBFC-5021-94D8-A41C9433ED3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59" name="rc882">
            <a:extLst>
              <a:ext uri="{FF2B5EF4-FFF2-40B4-BE49-F238E27FC236}">
                <a16:creationId xmlns:a16="http://schemas.microsoft.com/office/drawing/2014/main" id="{ABB1D792-3D32-EB0D-817B-70F1DA816BA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60" name="rc883">
            <a:extLst>
              <a:ext uri="{FF2B5EF4-FFF2-40B4-BE49-F238E27FC236}">
                <a16:creationId xmlns:a16="http://schemas.microsoft.com/office/drawing/2014/main" id="{B7F57990-9570-A1A1-555F-170A0DA7D8A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61" name="rc884">
            <a:extLst>
              <a:ext uri="{FF2B5EF4-FFF2-40B4-BE49-F238E27FC236}">
                <a16:creationId xmlns:a16="http://schemas.microsoft.com/office/drawing/2014/main" id="{8DE5C8BC-F588-6EB2-69C8-8C5BF4BCB4B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62" name="rc885">
            <a:extLst>
              <a:ext uri="{FF2B5EF4-FFF2-40B4-BE49-F238E27FC236}">
                <a16:creationId xmlns:a16="http://schemas.microsoft.com/office/drawing/2014/main" id="{C2EC3905-A24E-D758-4B95-FDC34B4FCE5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63" name="rc886">
            <a:extLst>
              <a:ext uri="{FF2B5EF4-FFF2-40B4-BE49-F238E27FC236}">
                <a16:creationId xmlns:a16="http://schemas.microsoft.com/office/drawing/2014/main" id="{38424A47-CF22-3BD4-FAE6-84F2E807FAC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64" name="rc887">
            <a:extLst>
              <a:ext uri="{FF2B5EF4-FFF2-40B4-BE49-F238E27FC236}">
                <a16:creationId xmlns:a16="http://schemas.microsoft.com/office/drawing/2014/main" id="{9B2CF9F4-903F-D47E-9400-4AD0EEBE238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65" name="rc888">
            <a:extLst>
              <a:ext uri="{FF2B5EF4-FFF2-40B4-BE49-F238E27FC236}">
                <a16:creationId xmlns:a16="http://schemas.microsoft.com/office/drawing/2014/main" id="{10918969-C13C-B09C-DE10-7074C0F1959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66" name="rc889">
            <a:extLst>
              <a:ext uri="{FF2B5EF4-FFF2-40B4-BE49-F238E27FC236}">
                <a16:creationId xmlns:a16="http://schemas.microsoft.com/office/drawing/2014/main" id="{AA78E70C-9FF5-46A9-33E7-4147404094E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67" name="rc890">
            <a:extLst>
              <a:ext uri="{FF2B5EF4-FFF2-40B4-BE49-F238E27FC236}">
                <a16:creationId xmlns:a16="http://schemas.microsoft.com/office/drawing/2014/main" id="{02F6C5BA-9AA3-9055-E479-18C3B27CFA2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68" name="rc891">
            <a:extLst>
              <a:ext uri="{FF2B5EF4-FFF2-40B4-BE49-F238E27FC236}">
                <a16:creationId xmlns:a16="http://schemas.microsoft.com/office/drawing/2014/main" id="{CCF088E5-9CC7-099C-4AD3-3B0EAB71AF5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69" name="rc892">
            <a:extLst>
              <a:ext uri="{FF2B5EF4-FFF2-40B4-BE49-F238E27FC236}">
                <a16:creationId xmlns:a16="http://schemas.microsoft.com/office/drawing/2014/main" id="{65B1D65B-6EF5-4D48-B243-2DF97544D71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70" name="rc893">
            <a:extLst>
              <a:ext uri="{FF2B5EF4-FFF2-40B4-BE49-F238E27FC236}">
                <a16:creationId xmlns:a16="http://schemas.microsoft.com/office/drawing/2014/main" id="{7F8BDB2A-E0F5-625F-0BD4-850F7C4CD68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71" name="rc894">
            <a:extLst>
              <a:ext uri="{FF2B5EF4-FFF2-40B4-BE49-F238E27FC236}">
                <a16:creationId xmlns:a16="http://schemas.microsoft.com/office/drawing/2014/main" id="{659E4F16-81AA-B900-8E5E-68FBA27793D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72" name="rc895">
            <a:extLst>
              <a:ext uri="{FF2B5EF4-FFF2-40B4-BE49-F238E27FC236}">
                <a16:creationId xmlns:a16="http://schemas.microsoft.com/office/drawing/2014/main" id="{94D1A024-4217-06DE-DE10-A86A9A690D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73" name="rc896">
            <a:extLst>
              <a:ext uri="{FF2B5EF4-FFF2-40B4-BE49-F238E27FC236}">
                <a16:creationId xmlns:a16="http://schemas.microsoft.com/office/drawing/2014/main" id="{21123335-8D57-C701-11B0-1FFFB00C465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74" name="rc897">
            <a:extLst>
              <a:ext uri="{FF2B5EF4-FFF2-40B4-BE49-F238E27FC236}">
                <a16:creationId xmlns:a16="http://schemas.microsoft.com/office/drawing/2014/main" id="{4A9CCE2E-1625-298D-CB95-83423621B9E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75" name="rc898">
            <a:extLst>
              <a:ext uri="{FF2B5EF4-FFF2-40B4-BE49-F238E27FC236}">
                <a16:creationId xmlns:a16="http://schemas.microsoft.com/office/drawing/2014/main" id="{1128DE20-D79F-3550-A098-B36579E6847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76" name="rc899">
            <a:extLst>
              <a:ext uri="{FF2B5EF4-FFF2-40B4-BE49-F238E27FC236}">
                <a16:creationId xmlns:a16="http://schemas.microsoft.com/office/drawing/2014/main" id="{292FF3E2-3A95-E4CF-C661-F4835B3BEEF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77" name="rc900">
            <a:extLst>
              <a:ext uri="{FF2B5EF4-FFF2-40B4-BE49-F238E27FC236}">
                <a16:creationId xmlns:a16="http://schemas.microsoft.com/office/drawing/2014/main" id="{87515E77-E691-EBEA-E9DA-521678AB00F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78" name="rc901">
            <a:extLst>
              <a:ext uri="{FF2B5EF4-FFF2-40B4-BE49-F238E27FC236}">
                <a16:creationId xmlns:a16="http://schemas.microsoft.com/office/drawing/2014/main" id="{5ABC8FE4-D73B-ABC9-D89E-7D85A8781B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79" name="rc902">
            <a:extLst>
              <a:ext uri="{FF2B5EF4-FFF2-40B4-BE49-F238E27FC236}">
                <a16:creationId xmlns:a16="http://schemas.microsoft.com/office/drawing/2014/main" id="{0F243A2F-042D-E5A5-A538-B6BD7281EB5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80" name="rc903">
            <a:extLst>
              <a:ext uri="{FF2B5EF4-FFF2-40B4-BE49-F238E27FC236}">
                <a16:creationId xmlns:a16="http://schemas.microsoft.com/office/drawing/2014/main" id="{8BAA5940-6299-C34F-3634-8FFD71E3443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81" name="rc904">
            <a:extLst>
              <a:ext uri="{FF2B5EF4-FFF2-40B4-BE49-F238E27FC236}">
                <a16:creationId xmlns:a16="http://schemas.microsoft.com/office/drawing/2014/main" id="{94947544-F4AC-8A61-5FE5-41223C2C5F7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82" name="rc905">
            <a:extLst>
              <a:ext uri="{FF2B5EF4-FFF2-40B4-BE49-F238E27FC236}">
                <a16:creationId xmlns:a16="http://schemas.microsoft.com/office/drawing/2014/main" id="{8CDA07B1-CF69-B457-2B58-9168A6C34D0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83" name="rc906">
            <a:extLst>
              <a:ext uri="{FF2B5EF4-FFF2-40B4-BE49-F238E27FC236}">
                <a16:creationId xmlns:a16="http://schemas.microsoft.com/office/drawing/2014/main" id="{725948F5-9230-25D1-40C5-4DA8EB67698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84" name="rc907">
            <a:extLst>
              <a:ext uri="{FF2B5EF4-FFF2-40B4-BE49-F238E27FC236}">
                <a16:creationId xmlns:a16="http://schemas.microsoft.com/office/drawing/2014/main" id="{90F86AC7-BD0F-782B-61C0-3D93463E0C9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85" name="rc908">
            <a:extLst>
              <a:ext uri="{FF2B5EF4-FFF2-40B4-BE49-F238E27FC236}">
                <a16:creationId xmlns:a16="http://schemas.microsoft.com/office/drawing/2014/main" id="{B6A2016A-C00C-A665-DE6B-5C873F37729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86" name="rc909">
            <a:extLst>
              <a:ext uri="{FF2B5EF4-FFF2-40B4-BE49-F238E27FC236}">
                <a16:creationId xmlns:a16="http://schemas.microsoft.com/office/drawing/2014/main" id="{FC8979D2-5C43-FB2E-3FF0-5185B98075B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87" name="rc910">
            <a:extLst>
              <a:ext uri="{FF2B5EF4-FFF2-40B4-BE49-F238E27FC236}">
                <a16:creationId xmlns:a16="http://schemas.microsoft.com/office/drawing/2014/main" id="{3C62DE3D-F3CA-551C-AA50-8CE136CA90C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88" name="rc911">
            <a:extLst>
              <a:ext uri="{FF2B5EF4-FFF2-40B4-BE49-F238E27FC236}">
                <a16:creationId xmlns:a16="http://schemas.microsoft.com/office/drawing/2014/main" id="{D8333CC2-9142-D9D2-6A45-A72EE199321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89" name="rc912">
            <a:extLst>
              <a:ext uri="{FF2B5EF4-FFF2-40B4-BE49-F238E27FC236}">
                <a16:creationId xmlns:a16="http://schemas.microsoft.com/office/drawing/2014/main" id="{2137F04E-64F9-70D9-C2AC-D167EEC74D3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90" name="rc913">
            <a:extLst>
              <a:ext uri="{FF2B5EF4-FFF2-40B4-BE49-F238E27FC236}">
                <a16:creationId xmlns:a16="http://schemas.microsoft.com/office/drawing/2014/main" id="{AEFF1D5D-3E90-A239-1EB1-DCF0E2A5A42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91" name="rc914">
            <a:extLst>
              <a:ext uri="{FF2B5EF4-FFF2-40B4-BE49-F238E27FC236}">
                <a16:creationId xmlns:a16="http://schemas.microsoft.com/office/drawing/2014/main" id="{EE9080B6-5B2D-09E1-74F1-812A2BF4445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92" name="rc915">
            <a:extLst>
              <a:ext uri="{FF2B5EF4-FFF2-40B4-BE49-F238E27FC236}">
                <a16:creationId xmlns:a16="http://schemas.microsoft.com/office/drawing/2014/main" id="{1A9A7CC2-E391-010A-CB1D-36EB843371E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93" name="rc916">
            <a:extLst>
              <a:ext uri="{FF2B5EF4-FFF2-40B4-BE49-F238E27FC236}">
                <a16:creationId xmlns:a16="http://schemas.microsoft.com/office/drawing/2014/main" id="{1AFC5612-D8CA-A36E-F0FD-7E9E6953CD5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94" name="rc917">
            <a:extLst>
              <a:ext uri="{FF2B5EF4-FFF2-40B4-BE49-F238E27FC236}">
                <a16:creationId xmlns:a16="http://schemas.microsoft.com/office/drawing/2014/main" id="{44BC9DB8-69FD-D4BF-38BC-2145E4DFCCD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95" name="rc918">
            <a:extLst>
              <a:ext uri="{FF2B5EF4-FFF2-40B4-BE49-F238E27FC236}">
                <a16:creationId xmlns:a16="http://schemas.microsoft.com/office/drawing/2014/main" id="{3A4717D8-6684-90AA-253A-341F0F0695D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96" name="rc919">
            <a:extLst>
              <a:ext uri="{FF2B5EF4-FFF2-40B4-BE49-F238E27FC236}">
                <a16:creationId xmlns:a16="http://schemas.microsoft.com/office/drawing/2014/main" id="{860581C3-9218-A66B-4F57-B6234FB8C1A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97" name="rc920">
            <a:extLst>
              <a:ext uri="{FF2B5EF4-FFF2-40B4-BE49-F238E27FC236}">
                <a16:creationId xmlns:a16="http://schemas.microsoft.com/office/drawing/2014/main" id="{AA37E59B-CBF8-AC59-C4FC-0B41F6CDE4A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98" name="rc921">
            <a:extLst>
              <a:ext uri="{FF2B5EF4-FFF2-40B4-BE49-F238E27FC236}">
                <a16:creationId xmlns:a16="http://schemas.microsoft.com/office/drawing/2014/main" id="{0BE2B47A-717F-7CF2-084C-A526FD08CE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5999" name="rc922">
            <a:extLst>
              <a:ext uri="{FF2B5EF4-FFF2-40B4-BE49-F238E27FC236}">
                <a16:creationId xmlns:a16="http://schemas.microsoft.com/office/drawing/2014/main" id="{70A807CA-54AF-5392-9F6D-FAF7B8E1D6B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00" name="rc923">
            <a:extLst>
              <a:ext uri="{FF2B5EF4-FFF2-40B4-BE49-F238E27FC236}">
                <a16:creationId xmlns:a16="http://schemas.microsoft.com/office/drawing/2014/main" id="{23E739E1-08FF-CFB0-66D9-5DDD98E7C53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01" name="rc924">
            <a:extLst>
              <a:ext uri="{FF2B5EF4-FFF2-40B4-BE49-F238E27FC236}">
                <a16:creationId xmlns:a16="http://schemas.microsoft.com/office/drawing/2014/main" id="{87638DF5-79FF-B1AF-919F-E0FBED1B02B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02" name="rc925">
            <a:extLst>
              <a:ext uri="{FF2B5EF4-FFF2-40B4-BE49-F238E27FC236}">
                <a16:creationId xmlns:a16="http://schemas.microsoft.com/office/drawing/2014/main" id="{9DF75339-5835-BB6F-59F5-2FA513D268F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03" name="rc926">
            <a:extLst>
              <a:ext uri="{FF2B5EF4-FFF2-40B4-BE49-F238E27FC236}">
                <a16:creationId xmlns:a16="http://schemas.microsoft.com/office/drawing/2014/main" id="{7B311F4C-44A6-D5BB-B261-B1075B98613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04" name="rc927">
            <a:extLst>
              <a:ext uri="{FF2B5EF4-FFF2-40B4-BE49-F238E27FC236}">
                <a16:creationId xmlns:a16="http://schemas.microsoft.com/office/drawing/2014/main" id="{D7E8DC74-5486-5A65-B797-6FD02AD3C3B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05" name="rc928">
            <a:extLst>
              <a:ext uri="{FF2B5EF4-FFF2-40B4-BE49-F238E27FC236}">
                <a16:creationId xmlns:a16="http://schemas.microsoft.com/office/drawing/2014/main" id="{F878F795-6C7A-38BD-BB05-CE17A98ADF9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06" name="rc929">
            <a:extLst>
              <a:ext uri="{FF2B5EF4-FFF2-40B4-BE49-F238E27FC236}">
                <a16:creationId xmlns:a16="http://schemas.microsoft.com/office/drawing/2014/main" id="{FDEA0A8C-252A-E232-DB28-C53EBCB6B25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07" name="rc930">
            <a:extLst>
              <a:ext uri="{FF2B5EF4-FFF2-40B4-BE49-F238E27FC236}">
                <a16:creationId xmlns:a16="http://schemas.microsoft.com/office/drawing/2014/main" id="{E0CA43E5-D04B-ED02-F324-3FE807E4A86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08" name="rc931">
            <a:extLst>
              <a:ext uri="{FF2B5EF4-FFF2-40B4-BE49-F238E27FC236}">
                <a16:creationId xmlns:a16="http://schemas.microsoft.com/office/drawing/2014/main" id="{DD3113BD-6A1E-41E6-A3E7-B0BA8223CB5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09" name="rc932">
            <a:extLst>
              <a:ext uri="{FF2B5EF4-FFF2-40B4-BE49-F238E27FC236}">
                <a16:creationId xmlns:a16="http://schemas.microsoft.com/office/drawing/2014/main" id="{50D98BE8-692E-4AAB-0CC0-9E7C55588EF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10" name="rc933">
            <a:extLst>
              <a:ext uri="{FF2B5EF4-FFF2-40B4-BE49-F238E27FC236}">
                <a16:creationId xmlns:a16="http://schemas.microsoft.com/office/drawing/2014/main" id="{7B51CE1A-75BF-DF8A-C2CD-0630A067B4A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11" name="rc934">
            <a:extLst>
              <a:ext uri="{FF2B5EF4-FFF2-40B4-BE49-F238E27FC236}">
                <a16:creationId xmlns:a16="http://schemas.microsoft.com/office/drawing/2014/main" id="{43DB3C59-B9BB-7BB1-6CEC-B70DC23AC19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12" name="rc935">
            <a:extLst>
              <a:ext uri="{FF2B5EF4-FFF2-40B4-BE49-F238E27FC236}">
                <a16:creationId xmlns:a16="http://schemas.microsoft.com/office/drawing/2014/main" id="{B3EF5832-5843-DF53-0CD9-75F8C4370B5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13" name="rc936">
            <a:extLst>
              <a:ext uri="{FF2B5EF4-FFF2-40B4-BE49-F238E27FC236}">
                <a16:creationId xmlns:a16="http://schemas.microsoft.com/office/drawing/2014/main" id="{D439782B-E98D-A91B-5148-409C388BE3A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14" name="rc937">
            <a:extLst>
              <a:ext uri="{FF2B5EF4-FFF2-40B4-BE49-F238E27FC236}">
                <a16:creationId xmlns:a16="http://schemas.microsoft.com/office/drawing/2014/main" id="{F9900B8F-4053-5D46-ABCD-5D4AA54E77C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15" name="rc938">
            <a:extLst>
              <a:ext uri="{FF2B5EF4-FFF2-40B4-BE49-F238E27FC236}">
                <a16:creationId xmlns:a16="http://schemas.microsoft.com/office/drawing/2014/main" id="{7E64490A-CD19-DAA3-0A2A-0DD8F84F47C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16" name="rc939">
            <a:extLst>
              <a:ext uri="{FF2B5EF4-FFF2-40B4-BE49-F238E27FC236}">
                <a16:creationId xmlns:a16="http://schemas.microsoft.com/office/drawing/2014/main" id="{FDA35BE6-7344-9EA5-3268-8AFD78B1E6A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17" name="rc940">
            <a:extLst>
              <a:ext uri="{FF2B5EF4-FFF2-40B4-BE49-F238E27FC236}">
                <a16:creationId xmlns:a16="http://schemas.microsoft.com/office/drawing/2014/main" id="{51FB2763-A4C0-8D72-407A-644EC116A1D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18" name="rc941">
            <a:extLst>
              <a:ext uri="{FF2B5EF4-FFF2-40B4-BE49-F238E27FC236}">
                <a16:creationId xmlns:a16="http://schemas.microsoft.com/office/drawing/2014/main" id="{30E3BFC0-B654-09E7-4055-30D0CCD39F5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19" name="rc942">
            <a:extLst>
              <a:ext uri="{FF2B5EF4-FFF2-40B4-BE49-F238E27FC236}">
                <a16:creationId xmlns:a16="http://schemas.microsoft.com/office/drawing/2014/main" id="{0A766B53-C2D5-124D-0090-DC98F647B42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20" name="rc943">
            <a:extLst>
              <a:ext uri="{FF2B5EF4-FFF2-40B4-BE49-F238E27FC236}">
                <a16:creationId xmlns:a16="http://schemas.microsoft.com/office/drawing/2014/main" id="{651AD323-DBCF-2ADE-DE55-8DBA49A8603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21" name="rc944">
            <a:extLst>
              <a:ext uri="{FF2B5EF4-FFF2-40B4-BE49-F238E27FC236}">
                <a16:creationId xmlns:a16="http://schemas.microsoft.com/office/drawing/2014/main" id="{27C60B78-A246-F130-7854-0E7CCF544DE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22" name="rc945">
            <a:extLst>
              <a:ext uri="{FF2B5EF4-FFF2-40B4-BE49-F238E27FC236}">
                <a16:creationId xmlns:a16="http://schemas.microsoft.com/office/drawing/2014/main" id="{31CD727D-9240-C4EC-77A7-7466424CEBA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23" name="rc946">
            <a:extLst>
              <a:ext uri="{FF2B5EF4-FFF2-40B4-BE49-F238E27FC236}">
                <a16:creationId xmlns:a16="http://schemas.microsoft.com/office/drawing/2014/main" id="{42525492-3ECD-90BE-243D-9F6F197E324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24" name="rc947">
            <a:extLst>
              <a:ext uri="{FF2B5EF4-FFF2-40B4-BE49-F238E27FC236}">
                <a16:creationId xmlns:a16="http://schemas.microsoft.com/office/drawing/2014/main" id="{A75CB8E6-1E91-C252-AAA7-5654A398AFD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25" name="rc948">
            <a:extLst>
              <a:ext uri="{FF2B5EF4-FFF2-40B4-BE49-F238E27FC236}">
                <a16:creationId xmlns:a16="http://schemas.microsoft.com/office/drawing/2014/main" id="{1A9C5608-FB4B-1694-3B97-36448AED05E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26" name="rc949">
            <a:extLst>
              <a:ext uri="{FF2B5EF4-FFF2-40B4-BE49-F238E27FC236}">
                <a16:creationId xmlns:a16="http://schemas.microsoft.com/office/drawing/2014/main" id="{82A8611B-19E1-1042-33F7-ED614FD5277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27" name="rc950">
            <a:extLst>
              <a:ext uri="{FF2B5EF4-FFF2-40B4-BE49-F238E27FC236}">
                <a16:creationId xmlns:a16="http://schemas.microsoft.com/office/drawing/2014/main" id="{09BF8624-09F3-1DC1-AB2E-2449C1C363B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28" name="rc951">
            <a:extLst>
              <a:ext uri="{FF2B5EF4-FFF2-40B4-BE49-F238E27FC236}">
                <a16:creationId xmlns:a16="http://schemas.microsoft.com/office/drawing/2014/main" id="{4716EEAB-69F4-851B-40B5-571D41CD1E3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29" name="rc952">
            <a:extLst>
              <a:ext uri="{FF2B5EF4-FFF2-40B4-BE49-F238E27FC236}">
                <a16:creationId xmlns:a16="http://schemas.microsoft.com/office/drawing/2014/main" id="{FA5B00CA-61A0-4804-7887-96EA137B8B0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30" name="rc953">
            <a:extLst>
              <a:ext uri="{FF2B5EF4-FFF2-40B4-BE49-F238E27FC236}">
                <a16:creationId xmlns:a16="http://schemas.microsoft.com/office/drawing/2014/main" id="{F81AB49D-AAB8-6D26-CD46-555D5EE94E5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31" name="rc954">
            <a:extLst>
              <a:ext uri="{FF2B5EF4-FFF2-40B4-BE49-F238E27FC236}">
                <a16:creationId xmlns:a16="http://schemas.microsoft.com/office/drawing/2014/main" id="{B05584C7-A821-45C8-9791-17771BBFAE2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32" name="rc955">
            <a:extLst>
              <a:ext uri="{FF2B5EF4-FFF2-40B4-BE49-F238E27FC236}">
                <a16:creationId xmlns:a16="http://schemas.microsoft.com/office/drawing/2014/main" id="{9FD36328-7BE0-43D3-5087-1CE3F668A37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33" name="rc956">
            <a:extLst>
              <a:ext uri="{FF2B5EF4-FFF2-40B4-BE49-F238E27FC236}">
                <a16:creationId xmlns:a16="http://schemas.microsoft.com/office/drawing/2014/main" id="{481837C0-1BD1-6394-C023-109DE3A5004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34" name="rc957">
            <a:extLst>
              <a:ext uri="{FF2B5EF4-FFF2-40B4-BE49-F238E27FC236}">
                <a16:creationId xmlns:a16="http://schemas.microsoft.com/office/drawing/2014/main" id="{A09191A6-48EA-1CAF-05BF-B0E5A7CA3F8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35" name="rc958">
            <a:extLst>
              <a:ext uri="{FF2B5EF4-FFF2-40B4-BE49-F238E27FC236}">
                <a16:creationId xmlns:a16="http://schemas.microsoft.com/office/drawing/2014/main" id="{9EE784F1-DC4B-6B89-ABE5-26DFECCC25A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36" name="rc959">
            <a:extLst>
              <a:ext uri="{FF2B5EF4-FFF2-40B4-BE49-F238E27FC236}">
                <a16:creationId xmlns:a16="http://schemas.microsoft.com/office/drawing/2014/main" id="{7E532A81-C734-FB9A-03BF-FE15A913909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37" name="rc960">
            <a:extLst>
              <a:ext uri="{FF2B5EF4-FFF2-40B4-BE49-F238E27FC236}">
                <a16:creationId xmlns:a16="http://schemas.microsoft.com/office/drawing/2014/main" id="{7B75615E-E0DC-6DA2-8C77-4522C9FC26F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38" name="rc961">
            <a:extLst>
              <a:ext uri="{FF2B5EF4-FFF2-40B4-BE49-F238E27FC236}">
                <a16:creationId xmlns:a16="http://schemas.microsoft.com/office/drawing/2014/main" id="{5EF06539-B384-9066-33B7-67B524AE0B3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39" name="rc962">
            <a:extLst>
              <a:ext uri="{FF2B5EF4-FFF2-40B4-BE49-F238E27FC236}">
                <a16:creationId xmlns:a16="http://schemas.microsoft.com/office/drawing/2014/main" id="{234F2E93-6E63-CCB0-896F-57AD0976EAB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40" name="rc963">
            <a:extLst>
              <a:ext uri="{FF2B5EF4-FFF2-40B4-BE49-F238E27FC236}">
                <a16:creationId xmlns:a16="http://schemas.microsoft.com/office/drawing/2014/main" id="{B964C222-654D-7447-3FF1-78A18394FCF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41" name="rc964">
            <a:extLst>
              <a:ext uri="{FF2B5EF4-FFF2-40B4-BE49-F238E27FC236}">
                <a16:creationId xmlns:a16="http://schemas.microsoft.com/office/drawing/2014/main" id="{7F0038B8-297F-A62C-EFBC-EA4912C2BE1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42" name="rc965">
            <a:extLst>
              <a:ext uri="{FF2B5EF4-FFF2-40B4-BE49-F238E27FC236}">
                <a16:creationId xmlns:a16="http://schemas.microsoft.com/office/drawing/2014/main" id="{46BB638E-CC24-5891-DA72-5F5E8D0F788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43" name="rc966">
            <a:extLst>
              <a:ext uri="{FF2B5EF4-FFF2-40B4-BE49-F238E27FC236}">
                <a16:creationId xmlns:a16="http://schemas.microsoft.com/office/drawing/2014/main" id="{AE76EF1B-CDF9-2B89-E4CC-47F0ED30D82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44" name="rc967">
            <a:extLst>
              <a:ext uri="{FF2B5EF4-FFF2-40B4-BE49-F238E27FC236}">
                <a16:creationId xmlns:a16="http://schemas.microsoft.com/office/drawing/2014/main" id="{2D6C393D-C5BE-A56B-4F76-61DD3839F84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45" name="rc968">
            <a:extLst>
              <a:ext uri="{FF2B5EF4-FFF2-40B4-BE49-F238E27FC236}">
                <a16:creationId xmlns:a16="http://schemas.microsoft.com/office/drawing/2014/main" id="{B0334312-4269-6563-378B-FB5DA7EA51C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46" name="rc969">
            <a:extLst>
              <a:ext uri="{FF2B5EF4-FFF2-40B4-BE49-F238E27FC236}">
                <a16:creationId xmlns:a16="http://schemas.microsoft.com/office/drawing/2014/main" id="{FD159CA3-80E1-81D6-BDDA-6490608BD8E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47" name="rc970">
            <a:extLst>
              <a:ext uri="{FF2B5EF4-FFF2-40B4-BE49-F238E27FC236}">
                <a16:creationId xmlns:a16="http://schemas.microsoft.com/office/drawing/2014/main" id="{31886E15-85EA-A570-7B56-A88207759C1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48" name="rc971">
            <a:extLst>
              <a:ext uri="{FF2B5EF4-FFF2-40B4-BE49-F238E27FC236}">
                <a16:creationId xmlns:a16="http://schemas.microsoft.com/office/drawing/2014/main" id="{43B5932A-A092-8CE9-317D-A976A3E28F0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49" name="rc972">
            <a:extLst>
              <a:ext uri="{FF2B5EF4-FFF2-40B4-BE49-F238E27FC236}">
                <a16:creationId xmlns:a16="http://schemas.microsoft.com/office/drawing/2014/main" id="{F85359FC-AED0-5DD0-5D67-F2D41985684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50" name="rc973">
            <a:extLst>
              <a:ext uri="{FF2B5EF4-FFF2-40B4-BE49-F238E27FC236}">
                <a16:creationId xmlns:a16="http://schemas.microsoft.com/office/drawing/2014/main" id="{9E77B462-90FB-D59E-824A-6E91CD99EB6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51" name="rc974">
            <a:extLst>
              <a:ext uri="{FF2B5EF4-FFF2-40B4-BE49-F238E27FC236}">
                <a16:creationId xmlns:a16="http://schemas.microsoft.com/office/drawing/2014/main" id="{3A587A51-0AC2-4120-C148-FE3710D798E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52" name="rc975">
            <a:extLst>
              <a:ext uri="{FF2B5EF4-FFF2-40B4-BE49-F238E27FC236}">
                <a16:creationId xmlns:a16="http://schemas.microsoft.com/office/drawing/2014/main" id="{0B69668F-B073-1147-70E9-AE68080F60E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53" name="rc976">
            <a:extLst>
              <a:ext uri="{FF2B5EF4-FFF2-40B4-BE49-F238E27FC236}">
                <a16:creationId xmlns:a16="http://schemas.microsoft.com/office/drawing/2014/main" id="{EC0B3861-ACDA-BD57-BE70-2CAD38BC2E2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54" name="rc977">
            <a:extLst>
              <a:ext uri="{FF2B5EF4-FFF2-40B4-BE49-F238E27FC236}">
                <a16:creationId xmlns:a16="http://schemas.microsoft.com/office/drawing/2014/main" id="{942CA647-7C7E-FA28-EBDD-20D875158AF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55" name="rc978">
            <a:extLst>
              <a:ext uri="{FF2B5EF4-FFF2-40B4-BE49-F238E27FC236}">
                <a16:creationId xmlns:a16="http://schemas.microsoft.com/office/drawing/2014/main" id="{97875AF3-AC7E-8A27-83AF-48936A8B623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56" name="rc979">
            <a:extLst>
              <a:ext uri="{FF2B5EF4-FFF2-40B4-BE49-F238E27FC236}">
                <a16:creationId xmlns:a16="http://schemas.microsoft.com/office/drawing/2014/main" id="{52AC73A3-56CE-2104-9B0E-C2B1CFB0E3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57" name="rc980">
            <a:extLst>
              <a:ext uri="{FF2B5EF4-FFF2-40B4-BE49-F238E27FC236}">
                <a16:creationId xmlns:a16="http://schemas.microsoft.com/office/drawing/2014/main" id="{02E3BBA3-3314-7E93-E2CB-888852891BF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58" name="rc981">
            <a:extLst>
              <a:ext uri="{FF2B5EF4-FFF2-40B4-BE49-F238E27FC236}">
                <a16:creationId xmlns:a16="http://schemas.microsoft.com/office/drawing/2014/main" id="{EEB1E342-4421-C9A2-D16D-A94B33964F2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59" name="rc982">
            <a:extLst>
              <a:ext uri="{FF2B5EF4-FFF2-40B4-BE49-F238E27FC236}">
                <a16:creationId xmlns:a16="http://schemas.microsoft.com/office/drawing/2014/main" id="{47292289-DF11-AEC2-C190-6F76FC763A6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60" name="rc983">
            <a:extLst>
              <a:ext uri="{FF2B5EF4-FFF2-40B4-BE49-F238E27FC236}">
                <a16:creationId xmlns:a16="http://schemas.microsoft.com/office/drawing/2014/main" id="{70EC1F95-B796-6BE6-E008-4650F191E04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61" name="rc984">
            <a:extLst>
              <a:ext uri="{FF2B5EF4-FFF2-40B4-BE49-F238E27FC236}">
                <a16:creationId xmlns:a16="http://schemas.microsoft.com/office/drawing/2014/main" id="{39D42814-043D-E095-19EE-F6E520B6F33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62" name="rc985">
            <a:extLst>
              <a:ext uri="{FF2B5EF4-FFF2-40B4-BE49-F238E27FC236}">
                <a16:creationId xmlns:a16="http://schemas.microsoft.com/office/drawing/2014/main" id="{B033F6D8-DB45-F19E-5B87-77451B25C63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63" name="rc986">
            <a:extLst>
              <a:ext uri="{FF2B5EF4-FFF2-40B4-BE49-F238E27FC236}">
                <a16:creationId xmlns:a16="http://schemas.microsoft.com/office/drawing/2014/main" id="{DEF8DDCF-3B83-68EC-AFF8-A2FF17FEA5E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64" name="rc987">
            <a:extLst>
              <a:ext uri="{FF2B5EF4-FFF2-40B4-BE49-F238E27FC236}">
                <a16:creationId xmlns:a16="http://schemas.microsoft.com/office/drawing/2014/main" id="{D7ED64AD-2CC0-6B61-8A7A-F66C166F881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65" name="rc988">
            <a:extLst>
              <a:ext uri="{FF2B5EF4-FFF2-40B4-BE49-F238E27FC236}">
                <a16:creationId xmlns:a16="http://schemas.microsoft.com/office/drawing/2014/main" id="{0AA668FB-8439-F481-BB43-EA8E6F42E82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66" name="rc989">
            <a:extLst>
              <a:ext uri="{FF2B5EF4-FFF2-40B4-BE49-F238E27FC236}">
                <a16:creationId xmlns:a16="http://schemas.microsoft.com/office/drawing/2014/main" id="{1D349CB8-CCF0-85FE-CE2A-22555E03CF6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67" name="rc990">
            <a:extLst>
              <a:ext uri="{FF2B5EF4-FFF2-40B4-BE49-F238E27FC236}">
                <a16:creationId xmlns:a16="http://schemas.microsoft.com/office/drawing/2014/main" id="{2465D472-D6D7-36DC-520A-3653F00E647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68" name="rc991">
            <a:extLst>
              <a:ext uri="{FF2B5EF4-FFF2-40B4-BE49-F238E27FC236}">
                <a16:creationId xmlns:a16="http://schemas.microsoft.com/office/drawing/2014/main" id="{D54C445B-FA2F-9CBB-C108-8DA306AB417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69" name="rc992">
            <a:extLst>
              <a:ext uri="{FF2B5EF4-FFF2-40B4-BE49-F238E27FC236}">
                <a16:creationId xmlns:a16="http://schemas.microsoft.com/office/drawing/2014/main" id="{22C851B2-DE8C-04E5-0FFF-6990936B108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70" name="rc993">
            <a:extLst>
              <a:ext uri="{FF2B5EF4-FFF2-40B4-BE49-F238E27FC236}">
                <a16:creationId xmlns:a16="http://schemas.microsoft.com/office/drawing/2014/main" id="{F2E59312-7515-D870-B8C6-E2B4F7CAFAC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71" name="rc994">
            <a:extLst>
              <a:ext uri="{FF2B5EF4-FFF2-40B4-BE49-F238E27FC236}">
                <a16:creationId xmlns:a16="http://schemas.microsoft.com/office/drawing/2014/main" id="{C4C50FA3-E4D5-8450-D6B8-AE2FB0E284D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72" name="rc995">
            <a:extLst>
              <a:ext uri="{FF2B5EF4-FFF2-40B4-BE49-F238E27FC236}">
                <a16:creationId xmlns:a16="http://schemas.microsoft.com/office/drawing/2014/main" id="{D9A31245-FC28-F47D-68E3-08067D120C3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73" name="rc996">
            <a:extLst>
              <a:ext uri="{FF2B5EF4-FFF2-40B4-BE49-F238E27FC236}">
                <a16:creationId xmlns:a16="http://schemas.microsoft.com/office/drawing/2014/main" id="{1124A0F0-A2D1-63CE-BCED-032431BB161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74" name="rc997">
            <a:extLst>
              <a:ext uri="{FF2B5EF4-FFF2-40B4-BE49-F238E27FC236}">
                <a16:creationId xmlns:a16="http://schemas.microsoft.com/office/drawing/2014/main" id="{003D4353-520E-81BC-5B02-A0B0DEC9AE9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75" name="rc998">
            <a:extLst>
              <a:ext uri="{FF2B5EF4-FFF2-40B4-BE49-F238E27FC236}">
                <a16:creationId xmlns:a16="http://schemas.microsoft.com/office/drawing/2014/main" id="{51085B55-28AA-55B6-CF2E-C3ACDD41BEE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76" name="rc999">
            <a:extLst>
              <a:ext uri="{FF2B5EF4-FFF2-40B4-BE49-F238E27FC236}">
                <a16:creationId xmlns:a16="http://schemas.microsoft.com/office/drawing/2014/main" id="{FC000317-4276-37C4-7296-74F6C09558F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77" name="rc1000">
            <a:extLst>
              <a:ext uri="{FF2B5EF4-FFF2-40B4-BE49-F238E27FC236}">
                <a16:creationId xmlns:a16="http://schemas.microsoft.com/office/drawing/2014/main" id="{4AF5F478-FCA0-E38D-CBB9-22E26B0B8F9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78" name="rc1001">
            <a:extLst>
              <a:ext uri="{FF2B5EF4-FFF2-40B4-BE49-F238E27FC236}">
                <a16:creationId xmlns:a16="http://schemas.microsoft.com/office/drawing/2014/main" id="{920DD6D6-CAD8-F8D1-1825-850EE7FEA44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79" name="rc1002">
            <a:extLst>
              <a:ext uri="{FF2B5EF4-FFF2-40B4-BE49-F238E27FC236}">
                <a16:creationId xmlns:a16="http://schemas.microsoft.com/office/drawing/2014/main" id="{DAB2FD6B-3EEE-95E2-F5D5-B4C5CE6CD69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80" name="rc1003">
            <a:extLst>
              <a:ext uri="{FF2B5EF4-FFF2-40B4-BE49-F238E27FC236}">
                <a16:creationId xmlns:a16="http://schemas.microsoft.com/office/drawing/2014/main" id="{60C803C7-F699-34C4-AC45-E4B7CE79569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81" name="rc1004">
            <a:extLst>
              <a:ext uri="{FF2B5EF4-FFF2-40B4-BE49-F238E27FC236}">
                <a16:creationId xmlns:a16="http://schemas.microsoft.com/office/drawing/2014/main" id="{243CDAAE-9129-CB30-764D-694417234D9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82" name="rc1005">
            <a:extLst>
              <a:ext uri="{FF2B5EF4-FFF2-40B4-BE49-F238E27FC236}">
                <a16:creationId xmlns:a16="http://schemas.microsoft.com/office/drawing/2014/main" id="{B45571E8-0E6F-CC27-6D04-FD99C9E925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83" name="rc1006">
            <a:extLst>
              <a:ext uri="{FF2B5EF4-FFF2-40B4-BE49-F238E27FC236}">
                <a16:creationId xmlns:a16="http://schemas.microsoft.com/office/drawing/2014/main" id="{04C77727-5A37-6B3E-C5BB-DAB1BB6F58B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84" name="rc1007">
            <a:extLst>
              <a:ext uri="{FF2B5EF4-FFF2-40B4-BE49-F238E27FC236}">
                <a16:creationId xmlns:a16="http://schemas.microsoft.com/office/drawing/2014/main" id="{350D4710-FAC1-C1B3-E38F-B0908DE6CFE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85" name="rc1008">
            <a:extLst>
              <a:ext uri="{FF2B5EF4-FFF2-40B4-BE49-F238E27FC236}">
                <a16:creationId xmlns:a16="http://schemas.microsoft.com/office/drawing/2014/main" id="{559EBE9A-4C6F-6311-F564-4520B44B7D3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86" name="rc1009">
            <a:extLst>
              <a:ext uri="{FF2B5EF4-FFF2-40B4-BE49-F238E27FC236}">
                <a16:creationId xmlns:a16="http://schemas.microsoft.com/office/drawing/2014/main" id="{9F073FFC-8DA8-3788-C4AE-80D6C9B9BE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87" name="rc1010">
            <a:extLst>
              <a:ext uri="{FF2B5EF4-FFF2-40B4-BE49-F238E27FC236}">
                <a16:creationId xmlns:a16="http://schemas.microsoft.com/office/drawing/2014/main" id="{C175F40A-E346-E16F-71BE-A99B1B27967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88" name="rc1011">
            <a:extLst>
              <a:ext uri="{FF2B5EF4-FFF2-40B4-BE49-F238E27FC236}">
                <a16:creationId xmlns:a16="http://schemas.microsoft.com/office/drawing/2014/main" id="{3AE2BA16-8FC7-1697-3667-B20D600E03D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89" name="rc1012">
            <a:extLst>
              <a:ext uri="{FF2B5EF4-FFF2-40B4-BE49-F238E27FC236}">
                <a16:creationId xmlns:a16="http://schemas.microsoft.com/office/drawing/2014/main" id="{6DDB8C63-90EE-32A4-5512-E3D941A1DA4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90" name="rc1013">
            <a:extLst>
              <a:ext uri="{FF2B5EF4-FFF2-40B4-BE49-F238E27FC236}">
                <a16:creationId xmlns:a16="http://schemas.microsoft.com/office/drawing/2014/main" id="{10BBAFA6-54F3-6054-C427-2646070693D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91" name="rc1014">
            <a:extLst>
              <a:ext uri="{FF2B5EF4-FFF2-40B4-BE49-F238E27FC236}">
                <a16:creationId xmlns:a16="http://schemas.microsoft.com/office/drawing/2014/main" id="{69F7B091-DE86-77E1-22D7-4273987ADFB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92" name="rc1015">
            <a:extLst>
              <a:ext uri="{FF2B5EF4-FFF2-40B4-BE49-F238E27FC236}">
                <a16:creationId xmlns:a16="http://schemas.microsoft.com/office/drawing/2014/main" id="{3F577F84-3D8A-39CF-9134-F9D49667EEE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93" name="rc1016">
            <a:extLst>
              <a:ext uri="{FF2B5EF4-FFF2-40B4-BE49-F238E27FC236}">
                <a16:creationId xmlns:a16="http://schemas.microsoft.com/office/drawing/2014/main" id="{6E576E3C-A9AC-189C-E3BF-D71E3264518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94" name="rc1017">
            <a:extLst>
              <a:ext uri="{FF2B5EF4-FFF2-40B4-BE49-F238E27FC236}">
                <a16:creationId xmlns:a16="http://schemas.microsoft.com/office/drawing/2014/main" id="{2C6FD9FC-A879-9645-554B-C2EB2D08C54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95" name="rc1018">
            <a:extLst>
              <a:ext uri="{FF2B5EF4-FFF2-40B4-BE49-F238E27FC236}">
                <a16:creationId xmlns:a16="http://schemas.microsoft.com/office/drawing/2014/main" id="{6E39FD6A-34EF-03B9-FE4D-8147E76E014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96" name="rc1019">
            <a:extLst>
              <a:ext uri="{FF2B5EF4-FFF2-40B4-BE49-F238E27FC236}">
                <a16:creationId xmlns:a16="http://schemas.microsoft.com/office/drawing/2014/main" id="{A6D57CE5-4445-5D2A-34B7-2959F8AE201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97" name="rc1020">
            <a:extLst>
              <a:ext uri="{FF2B5EF4-FFF2-40B4-BE49-F238E27FC236}">
                <a16:creationId xmlns:a16="http://schemas.microsoft.com/office/drawing/2014/main" id="{5CDCF92F-98A1-2567-9A9E-F3DF8FFD53E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98" name="rc1021">
            <a:extLst>
              <a:ext uri="{FF2B5EF4-FFF2-40B4-BE49-F238E27FC236}">
                <a16:creationId xmlns:a16="http://schemas.microsoft.com/office/drawing/2014/main" id="{A8A81217-9C5B-A57B-3B8C-4F1B9187F6A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099" name="rc1022">
            <a:extLst>
              <a:ext uri="{FF2B5EF4-FFF2-40B4-BE49-F238E27FC236}">
                <a16:creationId xmlns:a16="http://schemas.microsoft.com/office/drawing/2014/main" id="{8531E16F-B402-DBAC-176A-96DC930948E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00" name="rc1023">
            <a:extLst>
              <a:ext uri="{FF2B5EF4-FFF2-40B4-BE49-F238E27FC236}">
                <a16:creationId xmlns:a16="http://schemas.microsoft.com/office/drawing/2014/main" id="{225D920F-49D1-2213-330E-5C3C16D85C3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01" name="rc1024">
            <a:extLst>
              <a:ext uri="{FF2B5EF4-FFF2-40B4-BE49-F238E27FC236}">
                <a16:creationId xmlns:a16="http://schemas.microsoft.com/office/drawing/2014/main" id="{0BA9E868-B1EE-3E5C-7593-31E11D7F2D7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02" name="rc1025">
            <a:extLst>
              <a:ext uri="{FF2B5EF4-FFF2-40B4-BE49-F238E27FC236}">
                <a16:creationId xmlns:a16="http://schemas.microsoft.com/office/drawing/2014/main" id="{D920CB43-6CF2-2105-9A0C-176FB2AA036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03" name="rc1026">
            <a:extLst>
              <a:ext uri="{FF2B5EF4-FFF2-40B4-BE49-F238E27FC236}">
                <a16:creationId xmlns:a16="http://schemas.microsoft.com/office/drawing/2014/main" id="{7264EE3C-E3EB-0D1E-9E64-D96C3FA3EE6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04" name="rc1027">
            <a:extLst>
              <a:ext uri="{FF2B5EF4-FFF2-40B4-BE49-F238E27FC236}">
                <a16:creationId xmlns:a16="http://schemas.microsoft.com/office/drawing/2014/main" id="{8F46E1AC-02AC-C860-25AC-4E9E72CF488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05" name="rc1028">
            <a:extLst>
              <a:ext uri="{FF2B5EF4-FFF2-40B4-BE49-F238E27FC236}">
                <a16:creationId xmlns:a16="http://schemas.microsoft.com/office/drawing/2014/main" id="{C933F92D-F4A8-0EE5-6D55-494743746B0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06" name="rc1029">
            <a:extLst>
              <a:ext uri="{FF2B5EF4-FFF2-40B4-BE49-F238E27FC236}">
                <a16:creationId xmlns:a16="http://schemas.microsoft.com/office/drawing/2014/main" id="{CC4A87FE-4274-842F-5222-5D9722BAC1D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07" name="rc1030">
            <a:extLst>
              <a:ext uri="{FF2B5EF4-FFF2-40B4-BE49-F238E27FC236}">
                <a16:creationId xmlns:a16="http://schemas.microsoft.com/office/drawing/2014/main" id="{74CE0A08-09C9-541B-3B1C-EF6DB885EEF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08" name="rc1031">
            <a:extLst>
              <a:ext uri="{FF2B5EF4-FFF2-40B4-BE49-F238E27FC236}">
                <a16:creationId xmlns:a16="http://schemas.microsoft.com/office/drawing/2014/main" id="{15BF09E4-9A8D-0C72-F304-0A8482B7EC2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09" name="rc1032">
            <a:extLst>
              <a:ext uri="{FF2B5EF4-FFF2-40B4-BE49-F238E27FC236}">
                <a16:creationId xmlns:a16="http://schemas.microsoft.com/office/drawing/2014/main" id="{21CEEAEB-5596-E614-0684-338A7EBEEB2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10" name="rc1033">
            <a:extLst>
              <a:ext uri="{FF2B5EF4-FFF2-40B4-BE49-F238E27FC236}">
                <a16:creationId xmlns:a16="http://schemas.microsoft.com/office/drawing/2014/main" id="{427C3972-574C-8004-3417-152F1A9A66B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11" name="rc1034">
            <a:extLst>
              <a:ext uri="{FF2B5EF4-FFF2-40B4-BE49-F238E27FC236}">
                <a16:creationId xmlns:a16="http://schemas.microsoft.com/office/drawing/2014/main" id="{4FDE1E76-2F44-B9DF-0A78-ED374BB3164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12" name="rc1035">
            <a:extLst>
              <a:ext uri="{FF2B5EF4-FFF2-40B4-BE49-F238E27FC236}">
                <a16:creationId xmlns:a16="http://schemas.microsoft.com/office/drawing/2014/main" id="{F0EA0022-8557-7DAD-AB15-513B4437592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13" name="rc1036">
            <a:extLst>
              <a:ext uri="{FF2B5EF4-FFF2-40B4-BE49-F238E27FC236}">
                <a16:creationId xmlns:a16="http://schemas.microsoft.com/office/drawing/2014/main" id="{4B169827-A727-F830-2347-142C8E2E529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14" name="rc1037">
            <a:extLst>
              <a:ext uri="{FF2B5EF4-FFF2-40B4-BE49-F238E27FC236}">
                <a16:creationId xmlns:a16="http://schemas.microsoft.com/office/drawing/2014/main" id="{9A16B96E-50F0-A4B9-CFBF-2AF1EBA74E1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15" name="rc1038">
            <a:extLst>
              <a:ext uri="{FF2B5EF4-FFF2-40B4-BE49-F238E27FC236}">
                <a16:creationId xmlns:a16="http://schemas.microsoft.com/office/drawing/2014/main" id="{F29C9EB5-21A9-6E2E-6979-9E5D1DCA954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16" name="rc1039">
            <a:extLst>
              <a:ext uri="{FF2B5EF4-FFF2-40B4-BE49-F238E27FC236}">
                <a16:creationId xmlns:a16="http://schemas.microsoft.com/office/drawing/2014/main" id="{2C3DBB31-0F57-5A9D-E0D0-72D47B05A43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17" name="rc1040">
            <a:extLst>
              <a:ext uri="{FF2B5EF4-FFF2-40B4-BE49-F238E27FC236}">
                <a16:creationId xmlns:a16="http://schemas.microsoft.com/office/drawing/2014/main" id="{CE31B01B-FF35-378C-0493-11347B1F1D4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18" name="rc1041">
            <a:extLst>
              <a:ext uri="{FF2B5EF4-FFF2-40B4-BE49-F238E27FC236}">
                <a16:creationId xmlns:a16="http://schemas.microsoft.com/office/drawing/2014/main" id="{CA074BAF-7A35-5B84-779B-592BEA9E535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19" name="rc1042">
            <a:extLst>
              <a:ext uri="{FF2B5EF4-FFF2-40B4-BE49-F238E27FC236}">
                <a16:creationId xmlns:a16="http://schemas.microsoft.com/office/drawing/2014/main" id="{C65CB0E4-F877-8FC5-A55A-AFE21627240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20" name="rc1043">
            <a:extLst>
              <a:ext uri="{FF2B5EF4-FFF2-40B4-BE49-F238E27FC236}">
                <a16:creationId xmlns:a16="http://schemas.microsoft.com/office/drawing/2014/main" id="{953389D5-5A4C-7FED-EC97-69D9EA48582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21" name="rc1044">
            <a:extLst>
              <a:ext uri="{FF2B5EF4-FFF2-40B4-BE49-F238E27FC236}">
                <a16:creationId xmlns:a16="http://schemas.microsoft.com/office/drawing/2014/main" id="{0B9D5DB7-8C20-F326-2867-3CBF8CEF19E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22" name="rc1045">
            <a:extLst>
              <a:ext uri="{FF2B5EF4-FFF2-40B4-BE49-F238E27FC236}">
                <a16:creationId xmlns:a16="http://schemas.microsoft.com/office/drawing/2014/main" id="{2A8F022F-D1A7-D73B-5440-F3112EF6EA8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23" name="rc1046">
            <a:extLst>
              <a:ext uri="{FF2B5EF4-FFF2-40B4-BE49-F238E27FC236}">
                <a16:creationId xmlns:a16="http://schemas.microsoft.com/office/drawing/2014/main" id="{9539E36F-BBF2-85D9-9A53-C580E9E0373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24" name="rc1047">
            <a:extLst>
              <a:ext uri="{FF2B5EF4-FFF2-40B4-BE49-F238E27FC236}">
                <a16:creationId xmlns:a16="http://schemas.microsoft.com/office/drawing/2014/main" id="{9E5BE299-ED1A-439F-84E1-9ED6615F17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25" name="rc1048">
            <a:extLst>
              <a:ext uri="{FF2B5EF4-FFF2-40B4-BE49-F238E27FC236}">
                <a16:creationId xmlns:a16="http://schemas.microsoft.com/office/drawing/2014/main" id="{FAC89782-9D19-3DE9-002D-380465D6D9C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26" name="rc1049">
            <a:extLst>
              <a:ext uri="{FF2B5EF4-FFF2-40B4-BE49-F238E27FC236}">
                <a16:creationId xmlns:a16="http://schemas.microsoft.com/office/drawing/2014/main" id="{310E567B-4CD3-6B5E-2EC0-DF7B661431D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27" name="rc1050">
            <a:extLst>
              <a:ext uri="{FF2B5EF4-FFF2-40B4-BE49-F238E27FC236}">
                <a16:creationId xmlns:a16="http://schemas.microsoft.com/office/drawing/2014/main" id="{DADD86CE-0FF6-613A-D2C0-2DA72A483A3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28" name="rc1051">
            <a:extLst>
              <a:ext uri="{FF2B5EF4-FFF2-40B4-BE49-F238E27FC236}">
                <a16:creationId xmlns:a16="http://schemas.microsoft.com/office/drawing/2014/main" id="{07D79C84-E57B-5C7E-82F9-D4C38D83A7B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29" name="rc1052">
            <a:extLst>
              <a:ext uri="{FF2B5EF4-FFF2-40B4-BE49-F238E27FC236}">
                <a16:creationId xmlns:a16="http://schemas.microsoft.com/office/drawing/2014/main" id="{1CE12F96-D184-CBDB-C624-DF03A6EF500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30" name="rc1053">
            <a:extLst>
              <a:ext uri="{FF2B5EF4-FFF2-40B4-BE49-F238E27FC236}">
                <a16:creationId xmlns:a16="http://schemas.microsoft.com/office/drawing/2014/main" id="{28EBB07E-3F02-AB5E-0882-3D998C54ED2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31" name="rc1054">
            <a:extLst>
              <a:ext uri="{FF2B5EF4-FFF2-40B4-BE49-F238E27FC236}">
                <a16:creationId xmlns:a16="http://schemas.microsoft.com/office/drawing/2014/main" id="{D87476D3-22BB-AE39-FBCD-7F01E5D2E54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32" name="rc1055">
            <a:extLst>
              <a:ext uri="{FF2B5EF4-FFF2-40B4-BE49-F238E27FC236}">
                <a16:creationId xmlns:a16="http://schemas.microsoft.com/office/drawing/2014/main" id="{4096B0F8-9525-21AB-96DA-4894D1F4C34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33" name="rc1056">
            <a:extLst>
              <a:ext uri="{FF2B5EF4-FFF2-40B4-BE49-F238E27FC236}">
                <a16:creationId xmlns:a16="http://schemas.microsoft.com/office/drawing/2014/main" id="{29882ADE-4140-E28F-300C-35192EFEEC5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34" name="rc1057">
            <a:extLst>
              <a:ext uri="{FF2B5EF4-FFF2-40B4-BE49-F238E27FC236}">
                <a16:creationId xmlns:a16="http://schemas.microsoft.com/office/drawing/2014/main" id="{AF0CDAA4-55AD-2A4F-1DFA-81799832523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35" name="rc1058">
            <a:extLst>
              <a:ext uri="{FF2B5EF4-FFF2-40B4-BE49-F238E27FC236}">
                <a16:creationId xmlns:a16="http://schemas.microsoft.com/office/drawing/2014/main" id="{29589A67-D148-8DE1-D723-C3960FD6BC2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36" name="rc1059">
            <a:extLst>
              <a:ext uri="{FF2B5EF4-FFF2-40B4-BE49-F238E27FC236}">
                <a16:creationId xmlns:a16="http://schemas.microsoft.com/office/drawing/2014/main" id="{D7C95330-A828-A778-A98E-8DA56465C84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37" name="rc1060">
            <a:extLst>
              <a:ext uri="{FF2B5EF4-FFF2-40B4-BE49-F238E27FC236}">
                <a16:creationId xmlns:a16="http://schemas.microsoft.com/office/drawing/2014/main" id="{C92CC565-7A82-6DC9-2895-2472FF10159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38" name="rc1061">
            <a:extLst>
              <a:ext uri="{FF2B5EF4-FFF2-40B4-BE49-F238E27FC236}">
                <a16:creationId xmlns:a16="http://schemas.microsoft.com/office/drawing/2014/main" id="{A51840AA-B470-97FF-942D-AF1CF3AE390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39" name="rc1062">
            <a:extLst>
              <a:ext uri="{FF2B5EF4-FFF2-40B4-BE49-F238E27FC236}">
                <a16:creationId xmlns:a16="http://schemas.microsoft.com/office/drawing/2014/main" id="{49983335-92A3-D25A-78CA-4532E59DCE0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40" name="rc1063">
            <a:extLst>
              <a:ext uri="{FF2B5EF4-FFF2-40B4-BE49-F238E27FC236}">
                <a16:creationId xmlns:a16="http://schemas.microsoft.com/office/drawing/2014/main" id="{9BC1862E-CA12-4D9F-03E9-6D1E550E061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41" name="rc1064">
            <a:extLst>
              <a:ext uri="{FF2B5EF4-FFF2-40B4-BE49-F238E27FC236}">
                <a16:creationId xmlns:a16="http://schemas.microsoft.com/office/drawing/2014/main" id="{03636D79-3EF6-70E6-042F-C0BD9F742E6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42" name="rc1065">
            <a:extLst>
              <a:ext uri="{FF2B5EF4-FFF2-40B4-BE49-F238E27FC236}">
                <a16:creationId xmlns:a16="http://schemas.microsoft.com/office/drawing/2014/main" id="{FB4F0F3D-539E-D424-D65A-C154E98EA27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43" name="rc1066">
            <a:extLst>
              <a:ext uri="{FF2B5EF4-FFF2-40B4-BE49-F238E27FC236}">
                <a16:creationId xmlns:a16="http://schemas.microsoft.com/office/drawing/2014/main" id="{22134419-4C29-3B96-86CB-BD247408274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44" name="rc1067">
            <a:extLst>
              <a:ext uri="{FF2B5EF4-FFF2-40B4-BE49-F238E27FC236}">
                <a16:creationId xmlns:a16="http://schemas.microsoft.com/office/drawing/2014/main" id="{682DFD5E-B56C-504A-EB44-9C0D10FD6C2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45" name="rc1068">
            <a:extLst>
              <a:ext uri="{FF2B5EF4-FFF2-40B4-BE49-F238E27FC236}">
                <a16:creationId xmlns:a16="http://schemas.microsoft.com/office/drawing/2014/main" id="{60F37CFB-237F-F306-F20C-7AA10EDC847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46" name="rc1069">
            <a:extLst>
              <a:ext uri="{FF2B5EF4-FFF2-40B4-BE49-F238E27FC236}">
                <a16:creationId xmlns:a16="http://schemas.microsoft.com/office/drawing/2014/main" id="{28D8C515-637B-A124-CD9D-45719B5C4CF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47" name="rc1070">
            <a:extLst>
              <a:ext uri="{FF2B5EF4-FFF2-40B4-BE49-F238E27FC236}">
                <a16:creationId xmlns:a16="http://schemas.microsoft.com/office/drawing/2014/main" id="{F2878E6F-B7FD-15CD-6F9E-7EB783319FA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48" name="rc1071">
            <a:extLst>
              <a:ext uri="{FF2B5EF4-FFF2-40B4-BE49-F238E27FC236}">
                <a16:creationId xmlns:a16="http://schemas.microsoft.com/office/drawing/2014/main" id="{B0AA7FD5-B4E8-08F8-89F0-7BD80C3DBB7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49" name="rc1072">
            <a:extLst>
              <a:ext uri="{FF2B5EF4-FFF2-40B4-BE49-F238E27FC236}">
                <a16:creationId xmlns:a16="http://schemas.microsoft.com/office/drawing/2014/main" id="{9FD95D05-6FAF-0702-AEFA-C2B436447B5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50" name="rc1073">
            <a:extLst>
              <a:ext uri="{FF2B5EF4-FFF2-40B4-BE49-F238E27FC236}">
                <a16:creationId xmlns:a16="http://schemas.microsoft.com/office/drawing/2014/main" id="{F22C4CC3-F7B1-CB0C-2541-343666520BE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51" name="rc1074">
            <a:extLst>
              <a:ext uri="{FF2B5EF4-FFF2-40B4-BE49-F238E27FC236}">
                <a16:creationId xmlns:a16="http://schemas.microsoft.com/office/drawing/2014/main" id="{EFB621AC-4634-E270-4138-5860559B4B9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52" name="rc1075">
            <a:extLst>
              <a:ext uri="{FF2B5EF4-FFF2-40B4-BE49-F238E27FC236}">
                <a16:creationId xmlns:a16="http://schemas.microsoft.com/office/drawing/2014/main" id="{E8202F93-E5CB-A43F-EBF7-FC8692975D2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53" name="rc1076">
            <a:extLst>
              <a:ext uri="{FF2B5EF4-FFF2-40B4-BE49-F238E27FC236}">
                <a16:creationId xmlns:a16="http://schemas.microsoft.com/office/drawing/2014/main" id="{AF1B558B-AA75-6EFA-8E94-4E9A0F8CD30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54" name="rc1077">
            <a:extLst>
              <a:ext uri="{FF2B5EF4-FFF2-40B4-BE49-F238E27FC236}">
                <a16:creationId xmlns:a16="http://schemas.microsoft.com/office/drawing/2014/main" id="{6360C02E-2E26-4F4F-571D-47B935845E2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55" name="rc1078">
            <a:extLst>
              <a:ext uri="{FF2B5EF4-FFF2-40B4-BE49-F238E27FC236}">
                <a16:creationId xmlns:a16="http://schemas.microsoft.com/office/drawing/2014/main" id="{EDA08797-8290-689E-B64D-B09E565F32F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56" name="rc1079">
            <a:extLst>
              <a:ext uri="{FF2B5EF4-FFF2-40B4-BE49-F238E27FC236}">
                <a16:creationId xmlns:a16="http://schemas.microsoft.com/office/drawing/2014/main" id="{49927847-3500-EC4E-A9AD-1ACFBCCE0BE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57" name="rc1080">
            <a:extLst>
              <a:ext uri="{FF2B5EF4-FFF2-40B4-BE49-F238E27FC236}">
                <a16:creationId xmlns:a16="http://schemas.microsoft.com/office/drawing/2014/main" id="{3F88F028-017F-E65B-2FB6-F3074A548D4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58" name="rc1081">
            <a:extLst>
              <a:ext uri="{FF2B5EF4-FFF2-40B4-BE49-F238E27FC236}">
                <a16:creationId xmlns:a16="http://schemas.microsoft.com/office/drawing/2014/main" id="{99FA6FF6-D13A-F0E0-1482-CFF79DCDFDF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59" name="rc1082">
            <a:extLst>
              <a:ext uri="{FF2B5EF4-FFF2-40B4-BE49-F238E27FC236}">
                <a16:creationId xmlns:a16="http://schemas.microsoft.com/office/drawing/2014/main" id="{9BC84ADF-28FD-87E0-DADA-A3027E4E0B5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60" name="rc1083">
            <a:extLst>
              <a:ext uri="{FF2B5EF4-FFF2-40B4-BE49-F238E27FC236}">
                <a16:creationId xmlns:a16="http://schemas.microsoft.com/office/drawing/2014/main" id="{19103997-E1D9-17E8-E82C-226B5EEFAA4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61" name="rc1084">
            <a:extLst>
              <a:ext uri="{FF2B5EF4-FFF2-40B4-BE49-F238E27FC236}">
                <a16:creationId xmlns:a16="http://schemas.microsoft.com/office/drawing/2014/main" id="{7CB0AB10-CC75-9556-7742-54017700145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62" name="rc1085">
            <a:extLst>
              <a:ext uri="{FF2B5EF4-FFF2-40B4-BE49-F238E27FC236}">
                <a16:creationId xmlns:a16="http://schemas.microsoft.com/office/drawing/2014/main" id="{44F39A65-92B7-93D8-8299-9D05E2A3B32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63" name="rc1086">
            <a:extLst>
              <a:ext uri="{FF2B5EF4-FFF2-40B4-BE49-F238E27FC236}">
                <a16:creationId xmlns:a16="http://schemas.microsoft.com/office/drawing/2014/main" id="{08BD29FE-5EFD-E7B2-6D4E-E152939B3FE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64" name="rc1087">
            <a:extLst>
              <a:ext uri="{FF2B5EF4-FFF2-40B4-BE49-F238E27FC236}">
                <a16:creationId xmlns:a16="http://schemas.microsoft.com/office/drawing/2014/main" id="{9BB95CEE-A4A1-022A-CDBF-016CCFB8086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65" name="rc1088">
            <a:extLst>
              <a:ext uri="{FF2B5EF4-FFF2-40B4-BE49-F238E27FC236}">
                <a16:creationId xmlns:a16="http://schemas.microsoft.com/office/drawing/2014/main" id="{F0EA7022-D33D-1F17-7933-2A4433EBFF8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66" name="rc1089">
            <a:extLst>
              <a:ext uri="{FF2B5EF4-FFF2-40B4-BE49-F238E27FC236}">
                <a16:creationId xmlns:a16="http://schemas.microsoft.com/office/drawing/2014/main" id="{64606DA8-9CBC-3C9A-A07B-05CAF4B0EF3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67" name="rc1090">
            <a:extLst>
              <a:ext uri="{FF2B5EF4-FFF2-40B4-BE49-F238E27FC236}">
                <a16:creationId xmlns:a16="http://schemas.microsoft.com/office/drawing/2014/main" id="{5A365775-5DA8-766B-D0CB-F4D142FF5A5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68" name="rc1091">
            <a:extLst>
              <a:ext uri="{FF2B5EF4-FFF2-40B4-BE49-F238E27FC236}">
                <a16:creationId xmlns:a16="http://schemas.microsoft.com/office/drawing/2014/main" id="{FDE00C90-C34E-89E5-A7E1-62C31401DD1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69" name="rc1092">
            <a:extLst>
              <a:ext uri="{FF2B5EF4-FFF2-40B4-BE49-F238E27FC236}">
                <a16:creationId xmlns:a16="http://schemas.microsoft.com/office/drawing/2014/main" id="{C53115ED-780F-E94F-F802-4A98FA80B5E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70" name="rc1093">
            <a:extLst>
              <a:ext uri="{FF2B5EF4-FFF2-40B4-BE49-F238E27FC236}">
                <a16:creationId xmlns:a16="http://schemas.microsoft.com/office/drawing/2014/main" id="{82134419-2D10-5CEB-1225-851F1248B08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71" name="rc1094">
            <a:extLst>
              <a:ext uri="{FF2B5EF4-FFF2-40B4-BE49-F238E27FC236}">
                <a16:creationId xmlns:a16="http://schemas.microsoft.com/office/drawing/2014/main" id="{BF6BF202-B26E-A4B1-1A9D-55772F9011E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72" name="rc1095">
            <a:extLst>
              <a:ext uri="{FF2B5EF4-FFF2-40B4-BE49-F238E27FC236}">
                <a16:creationId xmlns:a16="http://schemas.microsoft.com/office/drawing/2014/main" id="{9538DDA6-4887-BD56-C071-8A5B1108C20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73" name="rc1096">
            <a:extLst>
              <a:ext uri="{FF2B5EF4-FFF2-40B4-BE49-F238E27FC236}">
                <a16:creationId xmlns:a16="http://schemas.microsoft.com/office/drawing/2014/main" id="{B80867D2-F23A-DEDC-051F-A6B5FF91006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74" name="rc1097">
            <a:extLst>
              <a:ext uri="{FF2B5EF4-FFF2-40B4-BE49-F238E27FC236}">
                <a16:creationId xmlns:a16="http://schemas.microsoft.com/office/drawing/2014/main" id="{F0234D41-7EEB-81A9-9307-5F195793A25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75" name="rc1098">
            <a:extLst>
              <a:ext uri="{FF2B5EF4-FFF2-40B4-BE49-F238E27FC236}">
                <a16:creationId xmlns:a16="http://schemas.microsoft.com/office/drawing/2014/main" id="{D979F5CB-13CB-B7AF-97CA-1D839154D9A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76" name="rc1099">
            <a:extLst>
              <a:ext uri="{FF2B5EF4-FFF2-40B4-BE49-F238E27FC236}">
                <a16:creationId xmlns:a16="http://schemas.microsoft.com/office/drawing/2014/main" id="{32067F69-65A3-0A8A-1E39-B2A2D432773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77" name="rc1100">
            <a:extLst>
              <a:ext uri="{FF2B5EF4-FFF2-40B4-BE49-F238E27FC236}">
                <a16:creationId xmlns:a16="http://schemas.microsoft.com/office/drawing/2014/main" id="{394E0599-FD9D-D5BD-268A-618503013A8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78" name="rc1101">
            <a:extLst>
              <a:ext uri="{FF2B5EF4-FFF2-40B4-BE49-F238E27FC236}">
                <a16:creationId xmlns:a16="http://schemas.microsoft.com/office/drawing/2014/main" id="{029359FA-F938-76A5-CB5F-7DA2B5A1982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79" name="rc1102">
            <a:extLst>
              <a:ext uri="{FF2B5EF4-FFF2-40B4-BE49-F238E27FC236}">
                <a16:creationId xmlns:a16="http://schemas.microsoft.com/office/drawing/2014/main" id="{3089ADDC-9FED-6BF7-9231-B56C9ADEBCC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80" name="rc1103">
            <a:extLst>
              <a:ext uri="{FF2B5EF4-FFF2-40B4-BE49-F238E27FC236}">
                <a16:creationId xmlns:a16="http://schemas.microsoft.com/office/drawing/2014/main" id="{125D9349-60B3-38D4-0C85-29570CDC70E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81" name="rc1104">
            <a:extLst>
              <a:ext uri="{FF2B5EF4-FFF2-40B4-BE49-F238E27FC236}">
                <a16:creationId xmlns:a16="http://schemas.microsoft.com/office/drawing/2014/main" id="{DB4BFDDA-6365-DE10-6DB9-5AED9641D84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82" name="rc1105">
            <a:extLst>
              <a:ext uri="{FF2B5EF4-FFF2-40B4-BE49-F238E27FC236}">
                <a16:creationId xmlns:a16="http://schemas.microsoft.com/office/drawing/2014/main" id="{EF4CDD48-ABEE-845B-5E57-3014BC37F26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83" name="rc1106">
            <a:extLst>
              <a:ext uri="{FF2B5EF4-FFF2-40B4-BE49-F238E27FC236}">
                <a16:creationId xmlns:a16="http://schemas.microsoft.com/office/drawing/2014/main" id="{41AA5B1C-1810-3AB8-F4E9-18C915A2D3D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84" name="rc1107">
            <a:extLst>
              <a:ext uri="{FF2B5EF4-FFF2-40B4-BE49-F238E27FC236}">
                <a16:creationId xmlns:a16="http://schemas.microsoft.com/office/drawing/2014/main" id="{37BA9250-71E9-25BD-3388-F9E2FBD01C9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85" name="rc1108">
            <a:extLst>
              <a:ext uri="{FF2B5EF4-FFF2-40B4-BE49-F238E27FC236}">
                <a16:creationId xmlns:a16="http://schemas.microsoft.com/office/drawing/2014/main" id="{45992BA1-FB04-5FAD-181E-C5D3591CF1A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86" name="rc1109">
            <a:extLst>
              <a:ext uri="{FF2B5EF4-FFF2-40B4-BE49-F238E27FC236}">
                <a16:creationId xmlns:a16="http://schemas.microsoft.com/office/drawing/2014/main" id="{02D181D1-876F-1551-3265-FD5BCF0E470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87" name="rc1110">
            <a:extLst>
              <a:ext uri="{FF2B5EF4-FFF2-40B4-BE49-F238E27FC236}">
                <a16:creationId xmlns:a16="http://schemas.microsoft.com/office/drawing/2014/main" id="{30AC5632-E08E-4B6A-B602-4BAB8CBE0FC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88" name="rc1111">
            <a:extLst>
              <a:ext uri="{FF2B5EF4-FFF2-40B4-BE49-F238E27FC236}">
                <a16:creationId xmlns:a16="http://schemas.microsoft.com/office/drawing/2014/main" id="{DD863485-1A66-AAA6-3D25-51BF45CA644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89" name="rc1112">
            <a:extLst>
              <a:ext uri="{FF2B5EF4-FFF2-40B4-BE49-F238E27FC236}">
                <a16:creationId xmlns:a16="http://schemas.microsoft.com/office/drawing/2014/main" id="{893283DC-5E8D-A7A2-6053-8FD71AE9BD8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90" name="rc1113">
            <a:extLst>
              <a:ext uri="{FF2B5EF4-FFF2-40B4-BE49-F238E27FC236}">
                <a16:creationId xmlns:a16="http://schemas.microsoft.com/office/drawing/2014/main" id="{96B56906-86C5-6116-63E7-507B45E5F67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91" name="rc1114">
            <a:extLst>
              <a:ext uri="{FF2B5EF4-FFF2-40B4-BE49-F238E27FC236}">
                <a16:creationId xmlns:a16="http://schemas.microsoft.com/office/drawing/2014/main" id="{D13931AF-41B8-1006-9789-BB1FEE098F2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92" name="rc1115">
            <a:extLst>
              <a:ext uri="{FF2B5EF4-FFF2-40B4-BE49-F238E27FC236}">
                <a16:creationId xmlns:a16="http://schemas.microsoft.com/office/drawing/2014/main" id="{A709D6DE-4A07-6762-8389-7FE3CFF65E0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93" name="rc1116">
            <a:extLst>
              <a:ext uri="{FF2B5EF4-FFF2-40B4-BE49-F238E27FC236}">
                <a16:creationId xmlns:a16="http://schemas.microsoft.com/office/drawing/2014/main" id="{BC833EA9-B0E9-317B-975F-BD1296635BD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94" name="rc1117">
            <a:extLst>
              <a:ext uri="{FF2B5EF4-FFF2-40B4-BE49-F238E27FC236}">
                <a16:creationId xmlns:a16="http://schemas.microsoft.com/office/drawing/2014/main" id="{B2DFB162-E350-8A5B-D469-FF58B47ABB7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95" name="rc1118">
            <a:extLst>
              <a:ext uri="{FF2B5EF4-FFF2-40B4-BE49-F238E27FC236}">
                <a16:creationId xmlns:a16="http://schemas.microsoft.com/office/drawing/2014/main" id="{E37B8B01-C7BE-3405-04BC-0E31E163155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96" name="rc1119">
            <a:extLst>
              <a:ext uri="{FF2B5EF4-FFF2-40B4-BE49-F238E27FC236}">
                <a16:creationId xmlns:a16="http://schemas.microsoft.com/office/drawing/2014/main" id="{B8B62148-F442-0CFE-36A1-E37764A625A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97" name="rc1120">
            <a:extLst>
              <a:ext uri="{FF2B5EF4-FFF2-40B4-BE49-F238E27FC236}">
                <a16:creationId xmlns:a16="http://schemas.microsoft.com/office/drawing/2014/main" id="{D84DC345-ACF6-46B0-3FF9-3BBF6AC8443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98" name="rc1121">
            <a:extLst>
              <a:ext uri="{FF2B5EF4-FFF2-40B4-BE49-F238E27FC236}">
                <a16:creationId xmlns:a16="http://schemas.microsoft.com/office/drawing/2014/main" id="{BC58359B-22F7-D957-8257-4DA9BA9C2C2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199" name="rc1122">
            <a:extLst>
              <a:ext uri="{FF2B5EF4-FFF2-40B4-BE49-F238E27FC236}">
                <a16:creationId xmlns:a16="http://schemas.microsoft.com/office/drawing/2014/main" id="{E69892FD-00AA-E912-42F3-F9D2E94A467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00" name="rc1123">
            <a:extLst>
              <a:ext uri="{FF2B5EF4-FFF2-40B4-BE49-F238E27FC236}">
                <a16:creationId xmlns:a16="http://schemas.microsoft.com/office/drawing/2014/main" id="{DA7AC999-101B-5449-F75F-430A79CA9BE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01" name="rc1124">
            <a:extLst>
              <a:ext uri="{FF2B5EF4-FFF2-40B4-BE49-F238E27FC236}">
                <a16:creationId xmlns:a16="http://schemas.microsoft.com/office/drawing/2014/main" id="{4194184B-464A-670F-829F-23911441ED6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02" name="rc1125">
            <a:extLst>
              <a:ext uri="{FF2B5EF4-FFF2-40B4-BE49-F238E27FC236}">
                <a16:creationId xmlns:a16="http://schemas.microsoft.com/office/drawing/2014/main" id="{1DE8EDA4-B17C-D704-081B-44F82966E5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03" name="rc1126">
            <a:extLst>
              <a:ext uri="{FF2B5EF4-FFF2-40B4-BE49-F238E27FC236}">
                <a16:creationId xmlns:a16="http://schemas.microsoft.com/office/drawing/2014/main" id="{2FC56AF8-37F1-48A1-0375-88187A517CE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04" name="rc1127">
            <a:extLst>
              <a:ext uri="{FF2B5EF4-FFF2-40B4-BE49-F238E27FC236}">
                <a16:creationId xmlns:a16="http://schemas.microsoft.com/office/drawing/2014/main" id="{6D742648-A20C-937A-76D2-A5E79128CAF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05" name="rc1128">
            <a:extLst>
              <a:ext uri="{FF2B5EF4-FFF2-40B4-BE49-F238E27FC236}">
                <a16:creationId xmlns:a16="http://schemas.microsoft.com/office/drawing/2014/main" id="{0FCDE4AD-5133-716D-777E-03051D40BBC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06" name="rc1129">
            <a:extLst>
              <a:ext uri="{FF2B5EF4-FFF2-40B4-BE49-F238E27FC236}">
                <a16:creationId xmlns:a16="http://schemas.microsoft.com/office/drawing/2014/main" id="{4F35E875-0E95-61EA-FE5B-568180043E8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07" name="rc1130">
            <a:extLst>
              <a:ext uri="{FF2B5EF4-FFF2-40B4-BE49-F238E27FC236}">
                <a16:creationId xmlns:a16="http://schemas.microsoft.com/office/drawing/2014/main" id="{D43D8928-FC01-D04A-EC38-53440F1803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08" name="rc1131">
            <a:extLst>
              <a:ext uri="{FF2B5EF4-FFF2-40B4-BE49-F238E27FC236}">
                <a16:creationId xmlns:a16="http://schemas.microsoft.com/office/drawing/2014/main" id="{C285702C-A39F-A860-3223-04E4B975C97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09" name="rc1132">
            <a:extLst>
              <a:ext uri="{FF2B5EF4-FFF2-40B4-BE49-F238E27FC236}">
                <a16:creationId xmlns:a16="http://schemas.microsoft.com/office/drawing/2014/main" id="{697B023A-0276-A1C3-26A8-221A847657B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10" name="rc1133">
            <a:extLst>
              <a:ext uri="{FF2B5EF4-FFF2-40B4-BE49-F238E27FC236}">
                <a16:creationId xmlns:a16="http://schemas.microsoft.com/office/drawing/2014/main" id="{54DA7FBB-DCA5-A679-02EC-8C50B17CF9B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11" name="rc1134">
            <a:extLst>
              <a:ext uri="{FF2B5EF4-FFF2-40B4-BE49-F238E27FC236}">
                <a16:creationId xmlns:a16="http://schemas.microsoft.com/office/drawing/2014/main" id="{7DB21A39-AFBE-18E7-C547-9FF84D9A889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12" name="rc1135">
            <a:extLst>
              <a:ext uri="{FF2B5EF4-FFF2-40B4-BE49-F238E27FC236}">
                <a16:creationId xmlns:a16="http://schemas.microsoft.com/office/drawing/2014/main" id="{B67EBA70-25C4-AC63-D153-7531377D850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13" name="rc1136">
            <a:extLst>
              <a:ext uri="{FF2B5EF4-FFF2-40B4-BE49-F238E27FC236}">
                <a16:creationId xmlns:a16="http://schemas.microsoft.com/office/drawing/2014/main" id="{409F2DC5-1CBB-5982-AF37-2154B88A57B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14" name="rc1137">
            <a:extLst>
              <a:ext uri="{FF2B5EF4-FFF2-40B4-BE49-F238E27FC236}">
                <a16:creationId xmlns:a16="http://schemas.microsoft.com/office/drawing/2014/main" id="{AEDE6D43-9B9E-C0A8-7D8B-69E046CBC8B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15" name="rc1138">
            <a:extLst>
              <a:ext uri="{FF2B5EF4-FFF2-40B4-BE49-F238E27FC236}">
                <a16:creationId xmlns:a16="http://schemas.microsoft.com/office/drawing/2014/main" id="{CCB3FF65-1774-1F18-D2B9-C70646ED499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16" name="rc1139">
            <a:extLst>
              <a:ext uri="{FF2B5EF4-FFF2-40B4-BE49-F238E27FC236}">
                <a16:creationId xmlns:a16="http://schemas.microsoft.com/office/drawing/2014/main" id="{16970239-96F6-6EF4-24FD-C7C8AACB612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17" name="rc1140">
            <a:extLst>
              <a:ext uri="{FF2B5EF4-FFF2-40B4-BE49-F238E27FC236}">
                <a16:creationId xmlns:a16="http://schemas.microsoft.com/office/drawing/2014/main" id="{36CB186A-0D2E-1625-77D8-0CCABB662B4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18" name="rc1141">
            <a:extLst>
              <a:ext uri="{FF2B5EF4-FFF2-40B4-BE49-F238E27FC236}">
                <a16:creationId xmlns:a16="http://schemas.microsoft.com/office/drawing/2014/main" id="{2B265E6E-A158-3150-9056-38D5B24840B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19" name="rc1142">
            <a:extLst>
              <a:ext uri="{FF2B5EF4-FFF2-40B4-BE49-F238E27FC236}">
                <a16:creationId xmlns:a16="http://schemas.microsoft.com/office/drawing/2014/main" id="{C755D961-3787-CC75-A841-597348970AD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20" name="rc1143">
            <a:extLst>
              <a:ext uri="{FF2B5EF4-FFF2-40B4-BE49-F238E27FC236}">
                <a16:creationId xmlns:a16="http://schemas.microsoft.com/office/drawing/2014/main" id="{2B87CE19-E186-8D81-D65B-1DE7FA67945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21" name="rc1144">
            <a:extLst>
              <a:ext uri="{FF2B5EF4-FFF2-40B4-BE49-F238E27FC236}">
                <a16:creationId xmlns:a16="http://schemas.microsoft.com/office/drawing/2014/main" id="{7A06DC9D-349C-0B04-AB96-5E51C79FEC6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22" name="rc1145">
            <a:extLst>
              <a:ext uri="{FF2B5EF4-FFF2-40B4-BE49-F238E27FC236}">
                <a16:creationId xmlns:a16="http://schemas.microsoft.com/office/drawing/2014/main" id="{4B455A43-A551-E71D-3C32-B7491778243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23" name="rc1146">
            <a:extLst>
              <a:ext uri="{FF2B5EF4-FFF2-40B4-BE49-F238E27FC236}">
                <a16:creationId xmlns:a16="http://schemas.microsoft.com/office/drawing/2014/main" id="{6B16C804-8BF0-F790-675D-5AB37AC75C1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24" name="rc1147">
            <a:extLst>
              <a:ext uri="{FF2B5EF4-FFF2-40B4-BE49-F238E27FC236}">
                <a16:creationId xmlns:a16="http://schemas.microsoft.com/office/drawing/2014/main" id="{3F61F312-EE43-2B91-037F-6EC3A17073D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25" name="rc1148">
            <a:extLst>
              <a:ext uri="{FF2B5EF4-FFF2-40B4-BE49-F238E27FC236}">
                <a16:creationId xmlns:a16="http://schemas.microsoft.com/office/drawing/2014/main" id="{9349119C-77F3-255B-E282-DE39E0FD9DD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26" name="rc1149">
            <a:extLst>
              <a:ext uri="{FF2B5EF4-FFF2-40B4-BE49-F238E27FC236}">
                <a16:creationId xmlns:a16="http://schemas.microsoft.com/office/drawing/2014/main" id="{B6BD7170-3612-B236-A6BD-20364E0DB63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27" name="rc1150">
            <a:extLst>
              <a:ext uri="{FF2B5EF4-FFF2-40B4-BE49-F238E27FC236}">
                <a16:creationId xmlns:a16="http://schemas.microsoft.com/office/drawing/2014/main" id="{64F4CB0D-33DC-07A9-F72D-1F9F1FD1F33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28" name="rc1151">
            <a:extLst>
              <a:ext uri="{FF2B5EF4-FFF2-40B4-BE49-F238E27FC236}">
                <a16:creationId xmlns:a16="http://schemas.microsoft.com/office/drawing/2014/main" id="{5B620D61-7C76-2E99-2206-4F47667F72A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29" name="rc1152">
            <a:extLst>
              <a:ext uri="{FF2B5EF4-FFF2-40B4-BE49-F238E27FC236}">
                <a16:creationId xmlns:a16="http://schemas.microsoft.com/office/drawing/2014/main" id="{3A210244-F9B5-0612-1C4F-E93ED4A4036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30" name="rc1153">
            <a:extLst>
              <a:ext uri="{FF2B5EF4-FFF2-40B4-BE49-F238E27FC236}">
                <a16:creationId xmlns:a16="http://schemas.microsoft.com/office/drawing/2014/main" id="{59F8C24A-3FE0-94DC-725B-D1C8A54FB1A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31" name="rc1154">
            <a:extLst>
              <a:ext uri="{FF2B5EF4-FFF2-40B4-BE49-F238E27FC236}">
                <a16:creationId xmlns:a16="http://schemas.microsoft.com/office/drawing/2014/main" id="{03CFAE63-D4D5-E342-8D7E-66BEDA07297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32" name="rc1155">
            <a:extLst>
              <a:ext uri="{FF2B5EF4-FFF2-40B4-BE49-F238E27FC236}">
                <a16:creationId xmlns:a16="http://schemas.microsoft.com/office/drawing/2014/main" id="{5C1B70CE-6826-E502-16D1-8546E283FB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33" name="rc1156">
            <a:extLst>
              <a:ext uri="{FF2B5EF4-FFF2-40B4-BE49-F238E27FC236}">
                <a16:creationId xmlns:a16="http://schemas.microsoft.com/office/drawing/2014/main" id="{3E016B3C-461C-31FB-008F-20F18ED6B71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34" name="rc1157">
            <a:extLst>
              <a:ext uri="{FF2B5EF4-FFF2-40B4-BE49-F238E27FC236}">
                <a16:creationId xmlns:a16="http://schemas.microsoft.com/office/drawing/2014/main" id="{7ABEEEE1-D06A-297C-D547-86A27ACB023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35" name="rc1158">
            <a:extLst>
              <a:ext uri="{FF2B5EF4-FFF2-40B4-BE49-F238E27FC236}">
                <a16:creationId xmlns:a16="http://schemas.microsoft.com/office/drawing/2014/main" id="{3C0773B8-2497-F785-9789-B7041E36C88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36" name="rc1159">
            <a:extLst>
              <a:ext uri="{FF2B5EF4-FFF2-40B4-BE49-F238E27FC236}">
                <a16:creationId xmlns:a16="http://schemas.microsoft.com/office/drawing/2014/main" id="{E08E7709-0861-4123-8546-20CB476AA51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37" name="rc1160">
            <a:extLst>
              <a:ext uri="{FF2B5EF4-FFF2-40B4-BE49-F238E27FC236}">
                <a16:creationId xmlns:a16="http://schemas.microsoft.com/office/drawing/2014/main" id="{C4097434-934E-9715-908D-A1754EB01C8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38" name="rc1161">
            <a:extLst>
              <a:ext uri="{FF2B5EF4-FFF2-40B4-BE49-F238E27FC236}">
                <a16:creationId xmlns:a16="http://schemas.microsoft.com/office/drawing/2014/main" id="{F780619F-52D7-600B-EFBC-43DD6F01F6C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39" name="rc1162">
            <a:extLst>
              <a:ext uri="{FF2B5EF4-FFF2-40B4-BE49-F238E27FC236}">
                <a16:creationId xmlns:a16="http://schemas.microsoft.com/office/drawing/2014/main" id="{452E0C28-AE5D-711E-8FD5-BDFFFAC418E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40" name="rc1163">
            <a:extLst>
              <a:ext uri="{FF2B5EF4-FFF2-40B4-BE49-F238E27FC236}">
                <a16:creationId xmlns:a16="http://schemas.microsoft.com/office/drawing/2014/main" id="{1E194F3B-498C-F89A-41EF-A0EFAE66FB5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41" name="rc1164">
            <a:extLst>
              <a:ext uri="{FF2B5EF4-FFF2-40B4-BE49-F238E27FC236}">
                <a16:creationId xmlns:a16="http://schemas.microsoft.com/office/drawing/2014/main" id="{30D3B492-D493-93FB-1C55-F5DCB0B2FCF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42" name="rc1165">
            <a:extLst>
              <a:ext uri="{FF2B5EF4-FFF2-40B4-BE49-F238E27FC236}">
                <a16:creationId xmlns:a16="http://schemas.microsoft.com/office/drawing/2014/main" id="{5CE854F6-D8E8-156F-30CA-92A87CF1E7A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43" name="rc1166">
            <a:extLst>
              <a:ext uri="{FF2B5EF4-FFF2-40B4-BE49-F238E27FC236}">
                <a16:creationId xmlns:a16="http://schemas.microsoft.com/office/drawing/2014/main" id="{B3BBE5D4-5025-C577-2079-DFDD5901C28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44" name="rc1167">
            <a:extLst>
              <a:ext uri="{FF2B5EF4-FFF2-40B4-BE49-F238E27FC236}">
                <a16:creationId xmlns:a16="http://schemas.microsoft.com/office/drawing/2014/main" id="{3EA15F6C-5D1F-70C9-A0F1-C36171A0453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45" name="rc1168">
            <a:extLst>
              <a:ext uri="{FF2B5EF4-FFF2-40B4-BE49-F238E27FC236}">
                <a16:creationId xmlns:a16="http://schemas.microsoft.com/office/drawing/2014/main" id="{DEF3EF2C-D207-C47F-3094-85D4B03E113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46" name="rc1169">
            <a:extLst>
              <a:ext uri="{FF2B5EF4-FFF2-40B4-BE49-F238E27FC236}">
                <a16:creationId xmlns:a16="http://schemas.microsoft.com/office/drawing/2014/main" id="{72CC1312-5C35-5880-A6C8-8DD3280B07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47" name="rc1170">
            <a:extLst>
              <a:ext uri="{FF2B5EF4-FFF2-40B4-BE49-F238E27FC236}">
                <a16:creationId xmlns:a16="http://schemas.microsoft.com/office/drawing/2014/main" id="{0758711C-9E4C-9E5C-DDA3-095A3442F9C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48" name="rc1171">
            <a:extLst>
              <a:ext uri="{FF2B5EF4-FFF2-40B4-BE49-F238E27FC236}">
                <a16:creationId xmlns:a16="http://schemas.microsoft.com/office/drawing/2014/main" id="{B9F162D6-126D-AC59-F5D5-5F69B5EC470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49" name="rc1172">
            <a:extLst>
              <a:ext uri="{FF2B5EF4-FFF2-40B4-BE49-F238E27FC236}">
                <a16:creationId xmlns:a16="http://schemas.microsoft.com/office/drawing/2014/main" id="{D8D2ADB6-C3BE-896F-7A70-8DF77911B89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50" name="rc1173">
            <a:extLst>
              <a:ext uri="{FF2B5EF4-FFF2-40B4-BE49-F238E27FC236}">
                <a16:creationId xmlns:a16="http://schemas.microsoft.com/office/drawing/2014/main" id="{09C5EEEF-094D-569F-573B-99949A9B0A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51" name="rc1174">
            <a:extLst>
              <a:ext uri="{FF2B5EF4-FFF2-40B4-BE49-F238E27FC236}">
                <a16:creationId xmlns:a16="http://schemas.microsoft.com/office/drawing/2014/main" id="{DF391B0A-D463-424C-E57A-4E9107E1B7A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52" name="rc1175">
            <a:extLst>
              <a:ext uri="{FF2B5EF4-FFF2-40B4-BE49-F238E27FC236}">
                <a16:creationId xmlns:a16="http://schemas.microsoft.com/office/drawing/2014/main" id="{E9797425-AFCC-6E69-56ED-973AE1246FA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53" name="rc1176">
            <a:extLst>
              <a:ext uri="{FF2B5EF4-FFF2-40B4-BE49-F238E27FC236}">
                <a16:creationId xmlns:a16="http://schemas.microsoft.com/office/drawing/2014/main" id="{8B0717AC-9C3A-3083-5176-2A85C2EAD0D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54" name="rc1177">
            <a:extLst>
              <a:ext uri="{FF2B5EF4-FFF2-40B4-BE49-F238E27FC236}">
                <a16:creationId xmlns:a16="http://schemas.microsoft.com/office/drawing/2014/main" id="{B887E1B9-CB7B-8782-C92C-59647F672F3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55" name="rc1178">
            <a:extLst>
              <a:ext uri="{FF2B5EF4-FFF2-40B4-BE49-F238E27FC236}">
                <a16:creationId xmlns:a16="http://schemas.microsoft.com/office/drawing/2014/main" id="{A333882F-F8D2-594C-6FF4-3FAC7F640DA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56" name="rc1179">
            <a:extLst>
              <a:ext uri="{FF2B5EF4-FFF2-40B4-BE49-F238E27FC236}">
                <a16:creationId xmlns:a16="http://schemas.microsoft.com/office/drawing/2014/main" id="{51DCB383-57BF-C7E8-910B-975A2FD7AF9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57" name="rc1180">
            <a:extLst>
              <a:ext uri="{FF2B5EF4-FFF2-40B4-BE49-F238E27FC236}">
                <a16:creationId xmlns:a16="http://schemas.microsoft.com/office/drawing/2014/main" id="{EB89AC3D-E2F3-6816-E902-E11D8E60EFE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58" name="rc1181">
            <a:extLst>
              <a:ext uri="{FF2B5EF4-FFF2-40B4-BE49-F238E27FC236}">
                <a16:creationId xmlns:a16="http://schemas.microsoft.com/office/drawing/2014/main" id="{3125894A-688E-936D-B487-1000F77BC97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59" name="rc1182">
            <a:extLst>
              <a:ext uri="{FF2B5EF4-FFF2-40B4-BE49-F238E27FC236}">
                <a16:creationId xmlns:a16="http://schemas.microsoft.com/office/drawing/2014/main" id="{6C3AD836-1679-4E07-FBD5-A231553C59D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60" name="rc1183">
            <a:extLst>
              <a:ext uri="{FF2B5EF4-FFF2-40B4-BE49-F238E27FC236}">
                <a16:creationId xmlns:a16="http://schemas.microsoft.com/office/drawing/2014/main" id="{31303158-B830-AACA-0D27-F0C1EE76060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61" name="rc1184">
            <a:extLst>
              <a:ext uri="{FF2B5EF4-FFF2-40B4-BE49-F238E27FC236}">
                <a16:creationId xmlns:a16="http://schemas.microsoft.com/office/drawing/2014/main" id="{0DAB01DA-7150-99F9-6A23-251773ACC11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62" name="rc1185">
            <a:extLst>
              <a:ext uri="{FF2B5EF4-FFF2-40B4-BE49-F238E27FC236}">
                <a16:creationId xmlns:a16="http://schemas.microsoft.com/office/drawing/2014/main" id="{B5776F92-BF3E-25CF-CEE8-35E912EEAEB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63" name="rc1186">
            <a:extLst>
              <a:ext uri="{FF2B5EF4-FFF2-40B4-BE49-F238E27FC236}">
                <a16:creationId xmlns:a16="http://schemas.microsoft.com/office/drawing/2014/main" id="{73FC7038-62D1-53BF-C360-CAB661EFEBF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64" name="rc1187">
            <a:extLst>
              <a:ext uri="{FF2B5EF4-FFF2-40B4-BE49-F238E27FC236}">
                <a16:creationId xmlns:a16="http://schemas.microsoft.com/office/drawing/2014/main" id="{7B09FFEB-4F21-5DB9-02A3-42B1BF8EA53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65" name="rc1188">
            <a:extLst>
              <a:ext uri="{FF2B5EF4-FFF2-40B4-BE49-F238E27FC236}">
                <a16:creationId xmlns:a16="http://schemas.microsoft.com/office/drawing/2014/main" id="{9F0F3D8C-648C-DED1-391D-B7E61CE1900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66" name="rc1189">
            <a:extLst>
              <a:ext uri="{FF2B5EF4-FFF2-40B4-BE49-F238E27FC236}">
                <a16:creationId xmlns:a16="http://schemas.microsoft.com/office/drawing/2014/main" id="{0750FEBD-C13A-9483-8A67-846C4D503FD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67" name="rc1190">
            <a:extLst>
              <a:ext uri="{FF2B5EF4-FFF2-40B4-BE49-F238E27FC236}">
                <a16:creationId xmlns:a16="http://schemas.microsoft.com/office/drawing/2014/main" id="{B16518B8-B6E3-C1A9-727D-461A600EAD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68" name="rc1191">
            <a:extLst>
              <a:ext uri="{FF2B5EF4-FFF2-40B4-BE49-F238E27FC236}">
                <a16:creationId xmlns:a16="http://schemas.microsoft.com/office/drawing/2014/main" id="{AC14D548-D7F5-6006-82C9-C9FAB5288C0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69" name="rc1192">
            <a:extLst>
              <a:ext uri="{FF2B5EF4-FFF2-40B4-BE49-F238E27FC236}">
                <a16:creationId xmlns:a16="http://schemas.microsoft.com/office/drawing/2014/main" id="{BBE7A20A-8744-B208-4917-D7DFDDD8DD8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70" name="rc1193">
            <a:extLst>
              <a:ext uri="{FF2B5EF4-FFF2-40B4-BE49-F238E27FC236}">
                <a16:creationId xmlns:a16="http://schemas.microsoft.com/office/drawing/2014/main" id="{249A1E6F-4B31-71FF-A8E8-30FD36E3245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71" name="rc1194">
            <a:extLst>
              <a:ext uri="{FF2B5EF4-FFF2-40B4-BE49-F238E27FC236}">
                <a16:creationId xmlns:a16="http://schemas.microsoft.com/office/drawing/2014/main" id="{D19201D0-26FA-DDB2-9815-0F5C49A77E2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72" name="rc1195">
            <a:extLst>
              <a:ext uri="{FF2B5EF4-FFF2-40B4-BE49-F238E27FC236}">
                <a16:creationId xmlns:a16="http://schemas.microsoft.com/office/drawing/2014/main" id="{8F010D29-466B-6778-D9BE-9DF0108C2CF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73" name="rc1196">
            <a:extLst>
              <a:ext uri="{FF2B5EF4-FFF2-40B4-BE49-F238E27FC236}">
                <a16:creationId xmlns:a16="http://schemas.microsoft.com/office/drawing/2014/main" id="{1EF24FF4-9333-6BD4-57F2-DA8328DA95A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74" name="rc1197">
            <a:extLst>
              <a:ext uri="{FF2B5EF4-FFF2-40B4-BE49-F238E27FC236}">
                <a16:creationId xmlns:a16="http://schemas.microsoft.com/office/drawing/2014/main" id="{D61BFF91-EBB6-1AEB-43F9-BB4879258EE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75" name="rc1198">
            <a:extLst>
              <a:ext uri="{FF2B5EF4-FFF2-40B4-BE49-F238E27FC236}">
                <a16:creationId xmlns:a16="http://schemas.microsoft.com/office/drawing/2014/main" id="{D01263BE-E65A-9377-550E-73AB1253774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76" name="rc1199">
            <a:extLst>
              <a:ext uri="{FF2B5EF4-FFF2-40B4-BE49-F238E27FC236}">
                <a16:creationId xmlns:a16="http://schemas.microsoft.com/office/drawing/2014/main" id="{D623EE57-D0E5-6845-97C0-77B59912204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77" name="rc1200">
            <a:extLst>
              <a:ext uri="{FF2B5EF4-FFF2-40B4-BE49-F238E27FC236}">
                <a16:creationId xmlns:a16="http://schemas.microsoft.com/office/drawing/2014/main" id="{B01D8375-2055-A2E4-CADF-2226A7FF359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78" name="rc1201">
            <a:extLst>
              <a:ext uri="{FF2B5EF4-FFF2-40B4-BE49-F238E27FC236}">
                <a16:creationId xmlns:a16="http://schemas.microsoft.com/office/drawing/2014/main" id="{5EA9C29D-D77E-8889-9F3C-6BD4A5AC151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79" name="rc1202">
            <a:extLst>
              <a:ext uri="{FF2B5EF4-FFF2-40B4-BE49-F238E27FC236}">
                <a16:creationId xmlns:a16="http://schemas.microsoft.com/office/drawing/2014/main" id="{6EAE9DB2-37B5-DC3A-8423-0753C0D0FD1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80" name="rc1203">
            <a:extLst>
              <a:ext uri="{FF2B5EF4-FFF2-40B4-BE49-F238E27FC236}">
                <a16:creationId xmlns:a16="http://schemas.microsoft.com/office/drawing/2014/main" id="{E2488295-C3F2-644B-8ED5-3D2A32CBD9C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81" name="rc1204">
            <a:extLst>
              <a:ext uri="{FF2B5EF4-FFF2-40B4-BE49-F238E27FC236}">
                <a16:creationId xmlns:a16="http://schemas.microsoft.com/office/drawing/2014/main" id="{95B11FB9-3FDF-A7B8-284A-1E726D6B155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82" name="rc1205">
            <a:extLst>
              <a:ext uri="{FF2B5EF4-FFF2-40B4-BE49-F238E27FC236}">
                <a16:creationId xmlns:a16="http://schemas.microsoft.com/office/drawing/2014/main" id="{FA220CC8-0206-40FF-1933-2755D5F269F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83" name="rc1206">
            <a:extLst>
              <a:ext uri="{FF2B5EF4-FFF2-40B4-BE49-F238E27FC236}">
                <a16:creationId xmlns:a16="http://schemas.microsoft.com/office/drawing/2014/main" id="{B3E556C9-ED50-AB4C-B314-3C71250B9D5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84" name="rc1207">
            <a:extLst>
              <a:ext uri="{FF2B5EF4-FFF2-40B4-BE49-F238E27FC236}">
                <a16:creationId xmlns:a16="http://schemas.microsoft.com/office/drawing/2014/main" id="{F5AD0DC5-8529-753D-B5C8-D54935CCD6F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85" name="rc1208">
            <a:extLst>
              <a:ext uri="{FF2B5EF4-FFF2-40B4-BE49-F238E27FC236}">
                <a16:creationId xmlns:a16="http://schemas.microsoft.com/office/drawing/2014/main" id="{37C56C72-4387-E0AA-41AA-8D11CC13DBC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86" name="rc1209">
            <a:extLst>
              <a:ext uri="{FF2B5EF4-FFF2-40B4-BE49-F238E27FC236}">
                <a16:creationId xmlns:a16="http://schemas.microsoft.com/office/drawing/2014/main" id="{41E4EADB-14EB-048E-FCF1-1D5CA658DD7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87" name="rc1210">
            <a:extLst>
              <a:ext uri="{FF2B5EF4-FFF2-40B4-BE49-F238E27FC236}">
                <a16:creationId xmlns:a16="http://schemas.microsoft.com/office/drawing/2014/main" id="{6FCCD815-6058-51E3-ECB7-88FF0FB28E4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88" name="rc1211">
            <a:extLst>
              <a:ext uri="{FF2B5EF4-FFF2-40B4-BE49-F238E27FC236}">
                <a16:creationId xmlns:a16="http://schemas.microsoft.com/office/drawing/2014/main" id="{EE472FFA-D3A2-6231-88C8-B6120C8E59A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89" name="rc1212">
            <a:extLst>
              <a:ext uri="{FF2B5EF4-FFF2-40B4-BE49-F238E27FC236}">
                <a16:creationId xmlns:a16="http://schemas.microsoft.com/office/drawing/2014/main" id="{D2572F9E-AAA3-5536-92FB-DFC13D1831D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90" name="rc1213">
            <a:extLst>
              <a:ext uri="{FF2B5EF4-FFF2-40B4-BE49-F238E27FC236}">
                <a16:creationId xmlns:a16="http://schemas.microsoft.com/office/drawing/2014/main" id="{ECAD1A2A-998D-1ADF-8738-401DC6CECFD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91" name="rc1214">
            <a:extLst>
              <a:ext uri="{FF2B5EF4-FFF2-40B4-BE49-F238E27FC236}">
                <a16:creationId xmlns:a16="http://schemas.microsoft.com/office/drawing/2014/main" id="{5C81978B-F8BE-072D-D4B4-769C95042D2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92" name="rc1215">
            <a:extLst>
              <a:ext uri="{FF2B5EF4-FFF2-40B4-BE49-F238E27FC236}">
                <a16:creationId xmlns:a16="http://schemas.microsoft.com/office/drawing/2014/main" id="{14D07B8C-7EF0-E19C-C997-A5410CD6FDF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93" name="rc1216">
            <a:extLst>
              <a:ext uri="{FF2B5EF4-FFF2-40B4-BE49-F238E27FC236}">
                <a16:creationId xmlns:a16="http://schemas.microsoft.com/office/drawing/2014/main" id="{E6C35AE7-FCCC-24A9-E336-47F54913009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94" name="rc1217">
            <a:extLst>
              <a:ext uri="{FF2B5EF4-FFF2-40B4-BE49-F238E27FC236}">
                <a16:creationId xmlns:a16="http://schemas.microsoft.com/office/drawing/2014/main" id="{19C29517-1F62-4BE0-F552-48D77C689E3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95" name="rc1218">
            <a:extLst>
              <a:ext uri="{FF2B5EF4-FFF2-40B4-BE49-F238E27FC236}">
                <a16:creationId xmlns:a16="http://schemas.microsoft.com/office/drawing/2014/main" id="{7C8EDC03-383C-0D89-6ED6-E50D492F471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96" name="rc1219">
            <a:extLst>
              <a:ext uri="{FF2B5EF4-FFF2-40B4-BE49-F238E27FC236}">
                <a16:creationId xmlns:a16="http://schemas.microsoft.com/office/drawing/2014/main" id="{BAC13860-5D32-47BF-5788-70B145BD721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97" name="rc1220">
            <a:extLst>
              <a:ext uri="{FF2B5EF4-FFF2-40B4-BE49-F238E27FC236}">
                <a16:creationId xmlns:a16="http://schemas.microsoft.com/office/drawing/2014/main" id="{5C1721EA-24DE-D897-BCD4-9BD6B0FEBFB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98" name="rc1221">
            <a:extLst>
              <a:ext uri="{FF2B5EF4-FFF2-40B4-BE49-F238E27FC236}">
                <a16:creationId xmlns:a16="http://schemas.microsoft.com/office/drawing/2014/main" id="{6E2EA3BD-95B8-E131-BD33-EFC67013B37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299" name="rc1222">
            <a:extLst>
              <a:ext uri="{FF2B5EF4-FFF2-40B4-BE49-F238E27FC236}">
                <a16:creationId xmlns:a16="http://schemas.microsoft.com/office/drawing/2014/main" id="{A288B113-3BA1-9454-6F7E-A4EEC47A928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00" name="rc1223">
            <a:extLst>
              <a:ext uri="{FF2B5EF4-FFF2-40B4-BE49-F238E27FC236}">
                <a16:creationId xmlns:a16="http://schemas.microsoft.com/office/drawing/2014/main" id="{A50C28BD-E0A2-D546-4EAD-6D31B8F84F8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01" name="rc1224">
            <a:extLst>
              <a:ext uri="{FF2B5EF4-FFF2-40B4-BE49-F238E27FC236}">
                <a16:creationId xmlns:a16="http://schemas.microsoft.com/office/drawing/2014/main" id="{D13C26F9-E32E-D40D-8309-25A8BC1C039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02" name="rc1225">
            <a:extLst>
              <a:ext uri="{FF2B5EF4-FFF2-40B4-BE49-F238E27FC236}">
                <a16:creationId xmlns:a16="http://schemas.microsoft.com/office/drawing/2014/main" id="{B0482EF6-9457-ACE3-DD66-C2E0D8837D9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03" name="rc1226">
            <a:extLst>
              <a:ext uri="{FF2B5EF4-FFF2-40B4-BE49-F238E27FC236}">
                <a16:creationId xmlns:a16="http://schemas.microsoft.com/office/drawing/2014/main" id="{CE6DEBE5-68A0-4174-0C69-5267CBF009D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04" name="rc1227">
            <a:extLst>
              <a:ext uri="{FF2B5EF4-FFF2-40B4-BE49-F238E27FC236}">
                <a16:creationId xmlns:a16="http://schemas.microsoft.com/office/drawing/2014/main" id="{40CD2F39-9FF4-2721-0777-DE5817F70CB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05" name="rc1228">
            <a:extLst>
              <a:ext uri="{FF2B5EF4-FFF2-40B4-BE49-F238E27FC236}">
                <a16:creationId xmlns:a16="http://schemas.microsoft.com/office/drawing/2014/main" id="{7413E691-5BBA-9967-1FD6-F6EBA03C239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06" name="rc1229">
            <a:extLst>
              <a:ext uri="{FF2B5EF4-FFF2-40B4-BE49-F238E27FC236}">
                <a16:creationId xmlns:a16="http://schemas.microsoft.com/office/drawing/2014/main" id="{3DB489FF-C431-E93C-0A09-12FE82AB195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07" name="rc1230">
            <a:extLst>
              <a:ext uri="{FF2B5EF4-FFF2-40B4-BE49-F238E27FC236}">
                <a16:creationId xmlns:a16="http://schemas.microsoft.com/office/drawing/2014/main" id="{26D5BAB7-4100-B31F-2971-F2DF29494E1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08" name="rc1231">
            <a:extLst>
              <a:ext uri="{FF2B5EF4-FFF2-40B4-BE49-F238E27FC236}">
                <a16:creationId xmlns:a16="http://schemas.microsoft.com/office/drawing/2014/main" id="{333A2D95-1581-0288-9609-4B158A9F835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09" name="rc1232">
            <a:extLst>
              <a:ext uri="{FF2B5EF4-FFF2-40B4-BE49-F238E27FC236}">
                <a16:creationId xmlns:a16="http://schemas.microsoft.com/office/drawing/2014/main" id="{9A540AC8-54B9-1317-7B7E-9AEFD7ACCA3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10" name="rc1233">
            <a:extLst>
              <a:ext uri="{FF2B5EF4-FFF2-40B4-BE49-F238E27FC236}">
                <a16:creationId xmlns:a16="http://schemas.microsoft.com/office/drawing/2014/main" id="{46038A5B-92D2-8DAE-B62F-333CEFAE517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11" name="rc1234">
            <a:extLst>
              <a:ext uri="{FF2B5EF4-FFF2-40B4-BE49-F238E27FC236}">
                <a16:creationId xmlns:a16="http://schemas.microsoft.com/office/drawing/2014/main" id="{7A7F5221-6998-072B-D33B-89ADE18005F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12" name="rc1235">
            <a:extLst>
              <a:ext uri="{FF2B5EF4-FFF2-40B4-BE49-F238E27FC236}">
                <a16:creationId xmlns:a16="http://schemas.microsoft.com/office/drawing/2014/main" id="{5FF052DE-C4AF-7AE5-9544-42890EE790D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13" name="rc1236">
            <a:extLst>
              <a:ext uri="{FF2B5EF4-FFF2-40B4-BE49-F238E27FC236}">
                <a16:creationId xmlns:a16="http://schemas.microsoft.com/office/drawing/2014/main" id="{C4B02AB1-EFA6-EEE3-E7A2-6C287E0B20B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14" name="rc1237">
            <a:extLst>
              <a:ext uri="{FF2B5EF4-FFF2-40B4-BE49-F238E27FC236}">
                <a16:creationId xmlns:a16="http://schemas.microsoft.com/office/drawing/2014/main" id="{95BE6171-7192-3617-A387-A417A15DEAC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15" name="rc1238">
            <a:extLst>
              <a:ext uri="{FF2B5EF4-FFF2-40B4-BE49-F238E27FC236}">
                <a16:creationId xmlns:a16="http://schemas.microsoft.com/office/drawing/2014/main" id="{A579066F-AE20-0BAF-5B8C-3CEE0EB5288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16" name="rc1239">
            <a:extLst>
              <a:ext uri="{FF2B5EF4-FFF2-40B4-BE49-F238E27FC236}">
                <a16:creationId xmlns:a16="http://schemas.microsoft.com/office/drawing/2014/main" id="{EE671FD4-5CEF-ED36-2DA9-7D46AD129E7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17" name="rc1240">
            <a:extLst>
              <a:ext uri="{FF2B5EF4-FFF2-40B4-BE49-F238E27FC236}">
                <a16:creationId xmlns:a16="http://schemas.microsoft.com/office/drawing/2014/main" id="{3F7E210D-F473-F7D3-74C0-3F56182B2BF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18" name="rc1241">
            <a:extLst>
              <a:ext uri="{FF2B5EF4-FFF2-40B4-BE49-F238E27FC236}">
                <a16:creationId xmlns:a16="http://schemas.microsoft.com/office/drawing/2014/main" id="{00F4AEE8-9FAA-94CE-F9DB-9A4670251C5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19" name="rc1242">
            <a:extLst>
              <a:ext uri="{FF2B5EF4-FFF2-40B4-BE49-F238E27FC236}">
                <a16:creationId xmlns:a16="http://schemas.microsoft.com/office/drawing/2014/main" id="{7E7A6E23-AF1D-CC13-6620-EF07152BC8A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20" name="rc1243">
            <a:extLst>
              <a:ext uri="{FF2B5EF4-FFF2-40B4-BE49-F238E27FC236}">
                <a16:creationId xmlns:a16="http://schemas.microsoft.com/office/drawing/2014/main" id="{46A5F35C-2EBB-6BCC-6B67-8C802E72A22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21" name="rc1244">
            <a:extLst>
              <a:ext uri="{FF2B5EF4-FFF2-40B4-BE49-F238E27FC236}">
                <a16:creationId xmlns:a16="http://schemas.microsoft.com/office/drawing/2014/main" id="{38B35CCC-BCAD-E894-1DD6-1EEEDF002F7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22" name="rc1245">
            <a:extLst>
              <a:ext uri="{FF2B5EF4-FFF2-40B4-BE49-F238E27FC236}">
                <a16:creationId xmlns:a16="http://schemas.microsoft.com/office/drawing/2014/main" id="{841F4AFF-AC00-4F04-6949-7270E90F853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23" name="rc1246">
            <a:extLst>
              <a:ext uri="{FF2B5EF4-FFF2-40B4-BE49-F238E27FC236}">
                <a16:creationId xmlns:a16="http://schemas.microsoft.com/office/drawing/2014/main" id="{2FC604CF-1C94-14D8-1531-F242D7C5BA7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24" name="rc1247">
            <a:extLst>
              <a:ext uri="{FF2B5EF4-FFF2-40B4-BE49-F238E27FC236}">
                <a16:creationId xmlns:a16="http://schemas.microsoft.com/office/drawing/2014/main" id="{EC7819D0-E9CB-F9B1-0CF7-251F8677B9D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25" name="rc1248">
            <a:extLst>
              <a:ext uri="{FF2B5EF4-FFF2-40B4-BE49-F238E27FC236}">
                <a16:creationId xmlns:a16="http://schemas.microsoft.com/office/drawing/2014/main" id="{87587D02-9332-AFB5-0365-228DAEB1CF1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26" name="rc1249">
            <a:extLst>
              <a:ext uri="{FF2B5EF4-FFF2-40B4-BE49-F238E27FC236}">
                <a16:creationId xmlns:a16="http://schemas.microsoft.com/office/drawing/2014/main" id="{80662861-EC24-6CCB-1028-6903B24A47F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27" name="rc1250">
            <a:extLst>
              <a:ext uri="{FF2B5EF4-FFF2-40B4-BE49-F238E27FC236}">
                <a16:creationId xmlns:a16="http://schemas.microsoft.com/office/drawing/2014/main" id="{A84836EF-5746-FDDD-E14F-BF8BC693C37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28" name="rc1251">
            <a:extLst>
              <a:ext uri="{FF2B5EF4-FFF2-40B4-BE49-F238E27FC236}">
                <a16:creationId xmlns:a16="http://schemas.microsoft.com/office/drawing/2014/main" id="{56AD5243-38BF-B9D9-15C5-B189999CFB2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29" name="rc1252">
            <a:extLst>
              <a:ext uri="{FF2B5EF4-FFF2-40B4-BE49-F238E27FC236}">
                <a16:creationId xmlns:a16="http://schemas.microsoft.com/office/drawing/2014/main" id="{C6316BD3-6E0D-251D-8105-639350E88C6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30" name="rc1253">
            <a:extLst>
              <a:ext uri="{FF2B5EF4-FFF2-40B4-BE49-F238E27FC236}">
                <a16:creationId xmlns:a16="http://schemas.microsoft.com/office/drawing/2014/main" id="{0C39DAD9-0563-6A0A-235D-E4E9B5F988C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31" name="rc1254">
            <a:extLst>
              <a:ext uri="{FF2B5EF4-FFF2-40B4-BE49-F238E27FC236}">
                <a16:creationId xmlns:a16="http://schemas.microsoft.com/office/drawing/2014/main" id="{9057CC7B-08C1-1CDD-859A-89E981A5D15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32" name="rc1255">
            <a:extLst>
              <a:ext uri="{FF2B5EF4-FFF2-40B4-BE49-F238E27FC236}">
                <a16:creationId xmlns:a16="http://schemas.microsoft.com/office/drawing/2014/main" id="{02B83DB7-B880-B1A7-0440-673CFE4F8F4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33" name="rc1256">
            <a:extLst>
              <a:ext uri="{FF2B5EF4-FFF2-40B4-BE49-F238E27FC236}">
                <a16:creationId xmlns:a16="http://schemas.microsoft.com/office/drawing/2014/main" id="{72D032E3-3C62-0B55-D18F-31294B65B71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34" name="rc1257">
            <a:extLst>
              <a:ext uri="{FF2B5EF4-FFF2-40B4-BE49-F238E27FC236}">
                <a16:creationId xmlns:a16="http://schemas.microsoft.com/office/drawing/2014/main" id="{DB27794E-A373-B97B-7E8C-91DA7E09BD1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35" name="rc1258">
            <a:extLst>
              <a:ext uri="{FF2B5EF4-FFF2-40B4-BE49-F238E27FC236}">
                <a16:creationId xmlns:a16="http://schemas.microsoft.com/office/drawing/2014/main" id="{2FECEC81-D63C-30D8-B3AD-36B3F6B25DC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36" name="rc1259">
            <a:extLst>
              <a:ext uri="{FF2B5EF4-FFF2-40B4-BE49-F238E27FC236}">
                <a16:creationId xmlns:a16="http://schemas.microsoft.com/office/drawing/2014/main" id="{1BA57410-B7AE-714A-A58A-DBA9897DEB6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37" name="rc1260">
            <a:extLst>
              <a:ext uri="{FF2B5EF4-FFF2-40B4-BE49-F238E27FC236}">
                <a16:creationId xmlns:a16="http://schemas.microsoft.com/office/drawing/2014/main" id="{BD499F9D-79A5-6B49-8778-E48C31B713E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38" name="rc1261">
            <a:extLst>
              <a:ext uri="{FF2B5EF4-FFF2-40B4-BE49-F238E27FC236}">
                <a16:creationId xmlns:a16="http://schemas.microsoft.com/office/drawing/2014/main" id="{BB389011-F2AE-A685-10F1-A7458E3E41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39" name="rc1262">
            <a:extLst>
              <a:ext uri="{FF2B5EF4-FFF2-40B4-BE49-F238E27FC236}">
                <a16:creationId xmlns:a16="http://schemas.microsoft.com/office/drawing/2014/main" id="{78BB3ADA-8769-F460-B3D3-EA332C908B1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40" name="rc1263">
            <a:extLst>
              <a:ext uri="{FF2B5EF4-FFF2-40B4-BE49-F238E27FC236}">
                <a16:creationId xmlns:a16="http://schemas.microsoft.com/office/drawing/2014/main" id="{BCFEEAC4-869C-E1B1-00CB-F72C695A3D8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41" name="rc1264">
            <a:extLst>
              <a:ext uri="{FF2B5EF4-FFF2-40B4-BE49-F238E27FC236}">
                <a16:creationId xmlns:a16="http://schemas.microsoft.com/office/drawing/2014/main" id="{32F6C843-3C79-5AF5-9805-84E88E2B2A5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42" name="rc1265">
            <a:extLst>
              <a:ext uri="{FF2B5EF4-FFF2-40B4-BE49-F238E27FC236}">
                <a16:creationId xmlns:a16="http://schemas.microsoft.com/office/drawing/2014/main" id="{03D3CB75-E356-13C5-AC0B-5180D6A26DB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43" name="rc1266">
            <a:extLst>
              <a:ext uri="{FF2B5EF4-FFF2-40B4-BE49-F238E27FC236}">
                <a16:creationId xmlns:a16="http://schemas.microsoft.com/office/drawing/2014/main" id="{3C0D7443-0BED-43F1-C3C9-A7B58F9C8BD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44" name="rc1267">
            <a:extLst>
              <a:ext uri="{FF2B5EF4-FFF2-40B4-BE49-F238E27FC236}">
                <a16:creationId xmlns:a16="http://schemas.microsoft.com/office/drawing/2014/main" id="{E737CEF7-DA69-2E7A-E5EA-CFFE9E50896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45" name="rc1268">
            <a:extLst>
              <a:ext uri="{FF2B5EF4-FFF2-40B4-BE49-F238E27FC236}">
                <a16:creationId xmlns:a16="http://schemas.microsoft.com/office/drawing/2014/main" id="{44C38AC3-AACD-47E5-542F-49951617066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46" name="rc1269">
            <a:extLst>
              <a:ext uri="{FF2B5EF4-FFF2-40B4-BE49-F238E27FC236}">
                <a16:creationId xmlns:a16="http://schemas.microsoft.com/office/drawing/2014/main" id="{FF760EB0-33C3-E479-19D4-B42AA5E2E81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47" name="rc1270">
            <a:extLst>
              <a:ext uri="{FF2B5EF4-FFF2-40B4-BE49-F238E27FC236}">
                <a16:creationId xmlns:a16="http://schemas.microsoft.com/office/drawing/2014/main" id="{6DC1CDC5-AF44-9434-C5A8-E4C9A10C0CF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48" name="rc1271">
            <a:extLst>
              <a:ext uri="{FF2B5EF4-FFF2-40B4-BE49-F238E27FC236}">
                <a16:creationId xmlns:a16="http://schemas.microsoft.com/office/drawing/2014/main" id="{327FD65B-8F66-0CDE-E975-190E3C5F66B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49" name="rc1272">
            <a:extLst>
              <a:ext uri="{FF2B5EF4-FFF2-40B4-BE49-F238E27FC236}">
                <a16:creationId xmlns:a16="http://schemas.microsoft.com/office/drawing/2014/main" id="{EAFBB0EF-6D66-A1CB-5782-2C12570E9D6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50" name="rc1273">
            <a:extLst>
              <a:ext uri="{FF2B5EF4-FFF2-40B4-BE49-F238E27FC236}">
                <a16:creationId xmlns:a16="http://schemas.microsoft.com/office/drawing/2014/main" id="{E4343F4B-3C6D-A28E-BE40-D85E5FB0471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51" name="rc1274">
            <a:extLst>
              <a:ext uri="{FF2B5EF4-FFF2-40B4-BE49-F238E27FC236}">
                <a16:creationId xmlns:a16="http://schemas.microsoft.com/office/drawing/2014/main" id="{5EC14FC3-5B26-16E9-EC43-DAA048BE138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52" name="rc1275">
            <a:extLst>
              <a:ext uri="{FF2B5EF4-FFF2-40B4-BE49-F238E27FC236}">
                <a16:creationId xmlns:a16="http://schemas.microsoft.com/office/drawing/2014/main" id="{69A297C3-60F9-7B34-DE1D-AB10744344A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53" name="rc1276">
            <a:extLst>
              <a:ext uri="{FF2B5EF4-FFF2-40B4-BE49-F238E27FC236}">
                <a16:creationId xmlns:a16="http://schemas.microsoft.com/office/drawing/2014/main" id="{4CE66720-0FB6-3733-763D-F6F9CF8686F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54" name="rc1277">
            <a:extLst>
              <a:ext uri="{FF2B5EF4-FFF2-40B4-BE49-F238E27FC236}">
                <a16:creationId xmlns:a16="http://schemas.microsoft.com/office/drawing/2014/main" id="{77C7229F-408A-6BE0-74D2-1FEF3340E9D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55" name="rc1278">
            <a:extLst>
              <a:ext uri="{FF2B5EF4-FFF2-40B4-BE49-F238E27FC236}">
                <a16:creationId xmlns:a16="http://schemas.microsoft.com/office/drawing/2014/main" id="{2929DE2E-00C4-5C55-EAFC-0ACF70294C9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56" name="rc1279">
            <a:extLst>
              <a:ext uri="{FF2B5EF4-FFF2-40B4-BE49-F238E27FC236}">
                <a16:creationId xmlns:a16="http://schemas.microsoft.com/office/drawing/2014/main" id="{3BDD8CEE-70DD-3077-8816-8F4DE8D1B7E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57" name="rc1280">
            <a:extLst>
              <a:ext uri="{FF2B5EF4-FFF2-40B4-BE49-F238E27FC236}">
                <a16:creationId xmlns:a16="http://schemas.microsoft.com/office/drawing/2014/main" id="{70527AD6-DCB1-BD05-D510-7F8E68A070F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58" name="rc1281">
            <a:extLst>
              <a:ext uri="{FF2B5EF4-FFF2-40B4-BE49-F238E27FC236}">
                <a16:creationId xmlns:a16="http://schemas.microsoft.com/office/drawing/2014/main" id="{A811F971-A89A-80A2-DD53-036FBD700C1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59" name="rc1282">
            <a:extLst>
              <a:ext uri="{FF2B5EF4-FFF2-40B4-BE49-F238E27FC236}">
                <a16:creationId xmlns:a16="http://schemas.microsoft.com/office/drawing/2014/main" id="{FD3BB041-4BBE-7026-CB40-D70E9AF95FC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60" name="rc1283">
            <a:extLst>
              <a:ext uri="{FF2B5EF4-FFF2-40B4-BE49-F238E27FC236}">
                <a16:creationId xmlns:a16="http://schemas.microsoft.com/office/drawing/2014/main" id="{03170848-AC51-D23A-3E05-8FA285B5491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61" name="rc1284">
            <a:extLst>
              <a:ext uri="{FF2B5EF4-FFF2-40B4-BE49-F238E27FC236}">
                <a16:creationId xmlns:a16="http://schemas.microsoft.com/office/drawing/2014/main" id="{DF6A43A9-B966-A66F-25AD-E4B04EAF41A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62" name="rc1285">
            <a:extLst>
              <a:ext uri="{FF2B5EF4-FFF2-40B4-BE49-F238E27FC236}">
                <a16:creationId xmlns:a16="http://schemas.microsoft.com/office/drawing/2014/main" id="{8639EF61-94AC-423C-0786-FA304DEDF2E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63" name="rc1286">
            <a:extLst>
              <a:ext uri="{FF2B5EF4-FFF2-40B4-BE49-F238E27FC236}">
                <a16:creationId xmlns:a16="http://schemas.microsoft.com/office/drawing/2014/main" id="{F7256674-198A-8042-C0F6-EBA3CFC27EB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64" name="rc1287">
            <a:extLst>
              <a:ext uri="{FF2B5EF4-FFF2-40B4-BE49-F238E27FC236}">
                <a16:creationId xmlns:a16="http://schemas.microsoft.com/office/drawing/2014/main" id="{A3D35202-25DD-A111-4C7E-B0DB0BDBD72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65" name="rc1288">
            <a:extLst>
              <a:ext uri="{FF2B5EF4-FFF2-40B4-BE49-F238E27FC236}">
                <a16:creationId xmlns:a16="http://schemas.microsoft.com/office/drawing/2014/main" id="{7C2F1CFE-5E21-A89F-EFC1-5BDD7B1B5DC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66" name="rc1289">
            <a:extLst>
              <a:ext uri="{FF2B5EF4-FFF2-40B4-BE49-F238E27FC236}">
                <a16:creationId xmlns:a16="http://schemas.microsoft.com/office/drawing/2014/main" id="{8AD62418-F1A4-BC52-DF90-8322581B595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67" name="rc1290">
            <a:extLst>
              <a:ext uri="{FF2B5EF4-FFF2-40B4-BE49-F238E27FC236}">
                <a16:creationId xmlns:a16="http://schemas.microsoft.com/office/drawing/2014/main" id="{B54CBD3D-22D9-3D32-CD60-3113B06C61C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68" name="rc1291">
            <a:extLst>
              <a:ext uri="{FF2B5EF4-FFF2-40B4-BE49-F238E27FC236}">
                <a16:creationId xmlns:a16="http://schemas.microsoft.com/office/drawing/2014/main" id="{868EE6B2-5B7C-63BB-3025-624B564792B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69" name="rc1292">
            <a:extLst>
              <a:ext uri="{FF2B5EF4-FFF2-40B4-BE49-F238E27FC236}">
                <a16:creationId xmlns:a16="http://schemas.microsoft.com/office/drawing/2014/main" id="{A8E01B59-8538-0801-6CFD-5C1A5EE7E65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70" name="rc1293">
            <a:extLst>
              <a:ext uri="{FF2B5EF4-FFF2-40B4-BE49-F238E27FC236}">
                <a16:creationId xmlns:a16="http://schemas.microsoft.com/office/drawing/2014/main" id="{01F184F5-D721-EC9D-7DB1-27F9275C421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71" name="rc1294">
            <a:extLst>
              <a:ext uri="{FF2B5EF4-FFF2-40B4-BE49-F238E27FC236}">
                <a16:creationId xmlns:a16="http://schemas.microsoft.com/office/drawing/2014/main" id="{1214D2C6-A2F4-03F9-A27F-A54AEC221ED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72" name="rc1295">
            <a:extLst>
              <a:ext uri="{FF2B5EF4-FFF2-40B4-BE49-F238E27FC236}">
                <a16:creationId xmlns:a16="http://schemas.microsoft.com/office/drawing/2014/main" id="{6420E3CA-4763-BAA0-53C7-04CD640D73E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73" name="rc1296">
            <a:extLst>
              <a:ext uri="{FF2B5EF4-FFF2-40B4-BE49-F238E27FC236}">
                <a16:creationId xmlns:a16="http://schemas.microsoft.com/office/drawing/2014/main" id="{87189981-5001-253B-E4CD-C6BA07F91A5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74" name="rc1297">
            <a:extLst>
              <a:ext uri="{FF2B5EF4-FFF2-40B4-BE49-F238E27FC236}">
                <a16:creationId xmlns:a16="http://schemas.microsoft.com/office/drawing/2014/main" id="{A300178D-C3F0-DA0D-9A8E-EAD577BF784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75" name="rc1298">
            <a:extLst>
              <a:ext uri="{FF2B5EF4-FFF2-40B4-BE49-F238E27FC236}">
                <a16:creationId xmlns:a16="http://schemas.microsoft.com/office/drawing/2014/main" id="{020B008D-4023-6725-60E3-5DCE6DEB9BB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76" name="rc1299">
            <a:extLst>
              <a:ext uri="{FF2B5EF4-FFF2-40B4-BE49-F238E27FC236}">
                <a16:creationId xmlns:a16="http://schemas.microsoft.com/office/drawing/2014/main" id="{BD73FC4A-1B4A-B61D-7A3D-083F118721F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77" name="rc1300">
            <a:extLst>
              <a:ext uri="{FF2B5EF4-FFF2-40B4-BE49-F238E27FC236}">
                <a16:creationId xmlns:a16="http://schemas.microsoft.com/office/drawing/2014/main" id="{68FFAF95-6FDD-47BA-CC60-A5DAC41586F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78" name="rc1301">
            <a:extLst>
              <a:ext uri="{FF2B5EF4-FFF2-40B4-BE49-F238E27FC236}">
                <a16:creationId xmlns:a16="http://schemas.microsoft.com/office/drawing/2014/main" id="{9237B791-0BC8-01F2-B509-12C81F2820D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79" name="rc1302">
            <a:extLst>
              <a:ext uri="{FF2B5EF4-FFF2-40B4-BE49-F238E27FC236}">
                <a16:creationId xmlns:a16="http://schemas.microsoft.com/office/drawing/2014/main" id="{38384F91-B9C2-C146-02A8-4FC30D82E81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80" name="rc1303">
            <a:extLst>
              <a:ext uri="{FF2B5EF4-FFF2-40B4-BE49-F238E27FC236}">
                <a16:creationId xmlns:a16="http://schemas.microsoft.com/office/drawing/2014/main" id="{2CB363EB-C8A2-DF35-4DCA-8EEF7EFA0A1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81" name="rc1304">
            <a:extLst>
              <a:ext uri="{FF2B5EF4-FFF2-40B4-BE49-F238E27FC236}">
                <a16:creationId xmlns:a16="http://schemas.microsoft.com/office/drawing/2014/main" id="{889009E7-FCC6-6D91-CBFA-EBB8F4EF352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82" name="rc1305">
            <a:extLst>
              <a:ext uri="{FF2B5EF4-FFF2-40B4-BE49-F238E27FC236}">
                <a16:creationId xmlns:a16="http://schemas.microsoft.com/office/drawing/2014/main" id="{F167CBC7-9A7C-90F6-5068-0D4D79FE3E2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83" name="rc1306">
            <a:extLst>
              <a:ext uri="{FF2B5EF4-FFF2-40B4-BE49-F238E27FC236}">
                <a16:creationId xmlns:a16="http://schemas.microsoft.com/office/drawing/2014/main" id="{B001F284-3414-145E-CD1F-AC089C2FA4F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84" name="rc1307">
            <a:extLst>
              <a:ext uri="{FF2B5EF4-FFF2-40B4-BE49-F238E27FC236}">
                <a16:creationId xmlns:a16="http://schemas.microsoft.com/office/drawing/2014/main" id="{88DB0467-40C5-C466-912F-5ADC0B1E7D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85" name="rc1308">
            <a:extLst>
              <a:ext uri="{FF2B5EF4-FFF2-40B4-BE49-F238E27FC236}">
                <a16:creationId xmlns:a16="http://schemas.microsoft.com/office/drawing/2014/main" id="{6176930E-CB17-B10F-679B-D8684A95E87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86" name="rc1309">
            <a:extLst>
              <a:ext uri="{FF2B5EF4-FFF2-40B4-BE49-F238E27FC236}">
                <a16:creationId xmlns:a16="http://schemas.microsoft.com/office/drawing/2014/main" id="{08286A25-26F1-A390-FCEA-A9A23222847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87" name="rc1310">
            <a:extLst>
              <a:ext uri="{FF2B5EF4-FFF2-40B4-BE49-F238E27FC236}">
                <a16:creationId xmlns:a16="http://schemas.microsoft.com/office/drawing/2014/main" id="{58BB8BC4-729E-289D-24A4-1035347F99C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88" name="rc1311">
            <a:extLst>
              <a:ext uri="{FF2B5EF4-FFF2-40B4-BE49-F238E27FC236}">
                <a16:creationId xmlns:a16="http://schemas.microsoft.com/office/drawing/2014/main" id="{DE69E26D-0D20-A7DC-750C-6AE6F4A82DA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89" name="rc1312">
            <a:extLst>
              <a:ext uri="{FF2B5EF4-FFF2-40B4-BE49-F238E27FC236}">
                <a16:creationId xmlns:a16="http://schemas.microsoft.com/office/drawing/2014/main" id="{8A4671AA-6DDC-C03A-9177-F97BA292707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90" name="rc1313">
            <a:extLst>
              <a:ext uri="{FF2B5EF4-FFF2-40B4-BE49-F238E27FC236}">
                <a16:creationId xmlns:a16="http://schemas.microsoft.com/office/drawing/2014/main" id="{01EB0CB1-17E4-4D24-1F3B-AD684F57892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91" name="rc1314">
            <a:extLst>
              <a:ext uri="{FF2B5EF4-FFF2-40B4-BE49-F238E27FC236}">
                <a16:creationId xmlns:a16="http://schemas.microsoft.com/office/drawing/2014/main" id="{797503F1-A0A5-13A8-4971-0B2AD42F710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92" name="rc1315">
            <a:extLst>
              <a:ext uri="{FF2B5EF4-FFF2-40B4-BE49-F238E27FC236}">
                <a16:creationId xmlns:a16="http://schemas.microsoft.com/office/drawing/2014/main" id="{4DDD7C53-A636-A596-9363-23F8C919314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93" name="rc1316">
            <a:extLst>
              <a:ext uri="{FF2B5EF4-FFF2-40B4-BE49-F238E27FC236}">
                <a16:creationId xmlns:a16="http://schemas.microsoft.com/office/drawing/2014/main" id="{987E8CD3-8A52-A8E7-01AA-BDCFD6184A5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94" name="rc1317">
            <a:extLst>
              <a:ext uri="{FF2B5EF4-FFF2-40B4-BE49-F238E27FC236}">
                <a16:creationId xmlns:a16="http://schemas.microsoft.com/office/drawing/2014/main" id="{AE7BE6C2-D21F-8F9C-50B3-902EA214B8F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95" name="rc1318">
            <a:extLst>
              <a:ext uri="{FF2B5EF4-FFF2-40B4-BE49-F238E27FC236}">
                <a16:creationId xmlns:a16="http://schemas.microsoft.com/office/drawing/2014/main" id="{59429ABA-B4AB-6176-3DAA-A9A5F010796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96" name="rc1319">
            <a:extLst>
              <a:ext uri="{FF2B5EF4-FFF2-40B4-BE49-F238E27FC236}">
                <a16:creationId xmlns:a16="http://schemas.microsoft.com/office/drawing/2014/main" id="{57DF2D14-4B50-487C-8660-4B7613BB033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97" name="rc1320">
            <a:extLst>
              <a:ext uri="{FF2B5EF4-FFF2-40B4-BE49-F238E27FC236}">
                <a16:creationId xmlns:a16="http://schemas.microsoft.com/office/drawing/2014/main" id="{C26BFF82-80B1-A7AD-4CF9-C45F9FBB7E3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98" name="rc1321">
            <a:extLst>
              <a:ext uri="{FF2B5EF4-FFF2-40B4-BE49-F238E27FC236}">
                <a16:creationId xmlns:a16="http://schemas.microsoft.com/office/drawing/2014/main" id="{E618371D-D893-D0FB-81C4-42260C76299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399" name="rc1322">
            <a:extLst>
              <a:ext uri="{FF2B5EF4-FFF2-40B4-BE49-F238E27FC236}">
                <a16:creationId xmlns:a16="http://schemas.microsoft.com/office/drawing/2014/main" id="{7D7D89EA-D40B-ED98-25F4-E4FDD0347C5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00" name="rc1323">
            <a:extLst>
              <a:ext uri="{FF2B5EF4-FFF2-40B4-BE49-F238E27FC236}">
                <a16:creationId xmlns:a16="http://schemas.microsoft.com/office/drawing/2014/main" id="{3190764F-3000-9E63-4E79-596790EB9D7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01" name="rc1324">
            <a:extLst>
              <a:ext uri="{FF2B5EF4-FFF2-40B4-BE49-F238E27FC236}">
                <a16:creationId xmlns:a16="http://schemas.microsoft.com/office/drawing/2014/main" id="{97061219-A0D1-267F-0F47-3E44C94A8BA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02" name="rc1325">
            <a:extLst>
              <a:ext uri="{FF2B5EF4-FFF2-40B4-BE49-F238E27FC236}">
                <a16:creationId xmlns:a16="http://schemas.microsoft.com/office/drawing/2014/main" id="{599C489F-26E4-724A-A10E-CD31868C3D9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03" name="rc1326">
            <a:extLst>
              <a:ext uri="{FF2B5EF4-FFF2-40B4-BE49-F238E27FC236}">
                <a16:creationId xmlns:a16="http://schemas.microsoft.com/office/drawing/2014/main" id="{AF92427A-F1F4-454B-AD90-0A3260692E4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04" name="rc1327">
            <a:extLst>
              <a:ext uri="{FF2B5EF4-FFF2-40B4-BE49-F238E27FC236}">
                <a16:creationId xmlns:a16="http://schemas.microsoft.com/office/drawing/2014/main" id="{C603E70C-AA46-5FD3-EA92-CF4F3F9D48E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05" name="rc1328">
            <a:extLst>
              <a:ext uri="{FF2B5EF4-FFF2-40B4-BE49-F238E27FC236}">
                <a16:creationId xmlns:a16="http://schemas.microsoft.com/office/drawing/2014/main" id="{AEA7E345-3B1C-2471-DDF3-AF7C24DEB14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06" name="rc1329">
            <a:extLst>
              <a:ext uri="{FF2B5EF4-FFF2-40B4-BE49-F238E27FC236}">
                <a16:creationId xmlns:a16="http://schemas.microsoft.com/office/drawing/2014/main" id="{20422180-7E75-7DFC-A2ED-3792AA76609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07" name="rc1330">
            <a:extLst>
              <a:ext uri="{FF2B5EF4-FFF2-40B4-BE49-F238E27FC236}">
                <a16:creationId xmlns:a16="http://schemas.microsoft.com/office/drawing/2014/main" id="{EEE72430-ED25-00D4-9832-643CED3C934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08" name="rc1331">
            <a:extLst>
              <a:ext uri="{FF2B5EF4-FFF2-40B4-BE49-F238E27FC236}">
                <a16:creationId xmlns:a16="http://schemas.microsoft.com/office/drawing/2014/main" id="{55141F19-7709-C89C-D4C7-0FB3FC5FF6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09" name="rc1332">
            <a:extLst>
              <a:ext uri="{FF2B5EF4-FFF2-40B4-BE49-F238E27FC236}">
                <a16:creationId xmlns:a16="http://schemas.microsoft.com/office/drawing/2014/main" id="{208DC0AC-A187-1533-3B95-97D96DCC2A9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10" name="rc1333">
            <a:extLst>
              <a:ext uri="{FF2B5EF4-FFF2-40B4-BE49-F238E27FC236}">
                <a16:creationId xmlns:a16="http://schemas.microsoft.com/office/drawing/2014/main" id="{A9D0C12C-B207-B488-25B6-019455427C2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11" name="rc1334">
            <a:extLst>
              <a:ext uri="{FF2B5EF4-FFF2-40B4-BE49-F238E27FC236}">
                <a16:creationId xmlns:a16="http://schemas.microsoft.com/office/drawing/2014/main" id="{785086B8-8A67-190A-70AB-835939B9149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12" name="rc1335">
            <a:extLst>
              <a:ext uri="{FF2B5EF4-FFF2-40B4-BE49-F238E27FC236}">
                <a16:creationId xmlns:a16="http://schemas.microsoft.com/office/drawing/2014/main" id="{27D84977-D813-536F-744B-62B5C2DE3BC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13" name="rc1336">
            <a:extLst>
              <a:ext uri="{FF2B5EF4-FFF2-40B4-BE49-F238E27FC236}">
                <a16:creationId xmlns:a16="http://schemas.microsoft.com/office/drawing/2014/main" id="{E28647FA-4ABF-DC8E-FCBB-0FB86C5EE94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14" name="rc1337">
            <a:extLst>
              <a:ext uri="{FF2B5EF4-FFF2-40B4-BE49-F238E27FC236}">
                <a16:creationId xmlns:a16="http://schemas.microsoft.com/office/drawing/2014/main" id="{61BDFE4D-B76F-3EB7-FF69-9689FD6229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15" name="rc1338">
            <a:extLst>
              <a:ext uri="{FF2B5EF4-FFF2-40B4-BE49-F238E27FC236}">
                <a16:creationId xmlns:a16="http://schemas.microsoft.com/office/drawing/2014/main" id="{6A528406-03D0-E6B2-113E-84CD41C0823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16" name="rc1339">
            <a:extLst>
              <a:ext uri="{FF2B5EF4-FFF2-40B4-BE49-F238E27FC236}">
                <a16:creationId xmlns:a16="http://schemas.microsoft.com/office/drawing/2014/main" id="{DCA84C16-2E85-E405-0661-E3FB9C3681F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17" name="rc1340">
            <a:extLst>
              <a:ext uri="{FF2B5EF4-FFF2-40B4-BE49-F238E27FC236}">
                <a16:creationId xmlns:a16="http://schemas.microsoft.com/office/drawing/2014/main" id="{3F08CBBB-AB35-68B3-8508-58D3DE98A15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18" name="rc1341">
            <a:extLst>
              <a:ext uri="{FF2B5EF4-FFF2-40B4-BE49-F238E27FC236}">
                <a16:creationId xmlns:a16="http://schemas.microsoft.com/office/drawing/2014/main" id="{B8C19E43-D357-4874-E988-488C9E8B824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19" name="rc1342">
            <a:extLst>
              <a:ext uri="{FF2B5EF4-FFF2-40B4-BE49-F238E27FC236}">
                <a16:creationId xmlns:a16="http://schemas.microsoft.com/office/drawing/2014/main" id="{33813113-CB32-FB05-145F-BC01773460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20" name="rc1343">
            <a:extLst>
              <a:ext uri="{FF2B5EF4-FFF2-40B4-BE49-F238E27FC236}">
                <a16:creationId xmlns:a16="http://schemas.microsoft.com/office/drawing/2014/main" id="{425337B7-07B1-CD06-45BA-A0913D8F5A2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21" name="rc1344">
            <a:extLst>
              <a:ext uri="{FF2B5EF4-FFF2-40B4-BE49-F238E27FC236}">
                <a16:creationId xmlns:a16="http://schemas.microsoft.com/office/drawing/2014/main" id="{39FB86B8-7518-B9FB-E8DA-F93ACDEC271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22" name="rc1345">
            <a:extLst>
              <a:ext uri="{FF2B5EF4-FFF2-40B4-BE49-F238E27FC236}">
                <a16:creationId xmlns:a16="http://schemas.microsoft.com/office/drawing/2014/main" id="{1734D3EC-25AB-E1D9-6DA2-202B03D0CC2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23" name="rc1346">
            <a:extLst>
              <a:ext uri="{FF2B5EF4-FFF2-40B4-BE49-F238E27FC236}">
                <a16:creationId xmlns:a16="http://schemas.microsoft.com/office/drawing/2014/main" id="{F33B0FF3-1A02-85A5-6B99-34D5A780E60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24" name="rc1347">
            <a:extLst>
              <a:ext uri="{FF2B5EF4-FFF2-40B4-BE49-F238E27FC236}">
                <a16:creationId xmlns:a16="http://schemas.microsoft.com/office/drawing/2014/main" id="{49357626-61CA-12B6-F6D9-D4988D4F85D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25" name="rc1348">
            <a:extLst>
              <a:ext uri="{FF2B5EF4-FFF2-40B4-BE49-F238E27FC236}">
                <a16:creationId xmlns:a16="http://schemas.microsoft.com/office/drawing/2014/main" id="{5DC1C5DC-93B6-28E8-7A32-CE8A371E05F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26" name="rc1349">
            <a:extLst>
              <a:ext uri="{FF2B5EF4-FFF2-40B4-BE49-F238E27FC236}">
                <a16:creationId xmlns:a16="http://schemas.microsoft.com/office/drawing/2014/main" id="{A892A42B-365C-7F3A-D3D9-5BEAB171A6B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27" name="rc1350">
            <a:extLst>
              <a:ext uri="{FF2B5EF4-FFF2-40B4-BE49-F238E27FC236}">
                <a16:creationId xmlns:a16="http://schemas.microsoft.com/office/drawing/2014/main" id="{9E338B82-02FB-8997-6BCC-67CD6DB1BF5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28" name="rc1351">
            <a:extLst>
              <a:ext uri="{FF2B5EF4-FFF2-40B4-BE49-F238E27FC236}">
                <a16:creationId xmlns:a16="http://schemas.microsoft.com/office/drawing/2014/main" id="{8AAE666C-325D-0E6B-B23C-86B1AC39335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29" name="rc1352">
            <a:extLst>
              <a:ext uri="{FF2B5EF4-FFF2-40B4-BE49-F238E27FC236}">
                <a16:creationId xmlns:a16="http://schemas.microsoft.com/office/drawing/2014/main" id="{696D4F27-1D71-36DC-D672-D68471AD2EB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30" name="rc1353">
            <a:extLst>
              <a:ext uri="{FF2B5EF4-FFF2-40B4-BE49-F238E27FC236}">
                <a16:creationId xmlns:a16="http://schemas.microsoft.com/office/drawing/2014/main" id="{9DCD8612-1035-653F-30F3-CAB1892EF67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31" name="rc1354">
            <a:extLst>
              <a:ext uri="{FF2B5EF4-FFF2-40B4-BE49-F238E27FC236}">
                <a16:creationId xmlns:a16="http://schemas.microsoft.com/office/drawing/2014/main" id="{3D11011B-B801-A921-ECCE-873E71BD168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32" name="rc1355">
            <a:extLst>
              <a:ext uri="{FF2B5EF4-FFF2-40B4-BE49-F238E27FC236}">
                <a16:creationId xmlns:a16="http://schemas.microsoft.com/office/drawing/2014/main" id="{1E79E246-7AEA-22F4-828B-10C3F3D4689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33" name="rc1356">
            <a:extLst>
              <a:ext uri="{FF2B5EF4-FFF2-40B4-BE49-F238E27FC236}">
                <a16:creationId xmlns:a16="http://schemas.microsoft.com/office/drawing/2014/main" id="{D3644DC8-EAF8-B229-687C-3404468E792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34" name="rc1357">
            <a:extLst>
              <a:ext uri="{FF2B5EF4-FFF2-40B4-BE49-F238E27FC236}">
                <a16:creationId xmlns:a16="http://schemas.microsoft.com/office/drawing/2014/main" id="{EDEC8AF0-64F1-AFD3-5F7E-C3BF777AF8E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35" name="rc1358">
            <a:extLst>
              <a:ext uri="{FF2B5EF4-FFF2-40B4-BE49-F238E27FC236}">
                <a16:creationId xmlns:a16="http://schemas.microsoft.com/office/drawing/2014/main" id="{AF3927E7-B967-B1BE-06E8-9D40207EFA4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36" name="rc1359">
            <a:extLst>
              <a:ext uri="{FF2B5EF4-FFF2-40B4-BE49-F238E27FC236}">
                <a16:creationId xmlns:a16="http://schemas.microsoft.com/office/drawing/2014/main" id="{EB0093C2-C0DF-DCEB-CC8B-15EB0F96082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37" name="rc1360">
            <a:extLst>
              <a:ext uri="{FF2B5EF4-FFF2-40B4-BE49-F238E27FC236}">
                <a16:creationId xmlns:a16="http://schemas.microsoft.com/office/drawing/2014/main" id="{1538F66D-D545-8DD7-0A81-F656D86BA7C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38" name="rc1361">
            <a:extLst>
              <a:ext uri="{FF2B5EF4-FFF2-40B4-BE49-F238E27FC236}">
                <a16:creationId xmlns:a16="http://schemas.microsoft.com/office/drawing/2014/main" id="{710ACF74-5DD7-3564-8B02-AF56389B1C9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39" name="rc1362">
            <a:extLst>
              <a:ext uri="{FF2B5EF4-FFF2-40B4-BE49-F238E27FC236}">
                <a16:creationId xmlns:a16="http://schemas.microsoft.com/office/drawing/2014/main" id="{8074EEE2-2D9C-BD03-010C-F32136AF683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40" name="rc1363">
            <a:extLst>
              <a:ext uri="{FF2B5EF4-FFF2-40B4-BE49-F238E27FC236}">
                <a16:creationId xmlns:a16="http://schemas.microsoft.com/office/drawing/2014/main" id="{CD5BC8D5-996C-B3D5-DF05-E8027B54335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41" name="rc1364">
            <a:extLst>
              <a:ext uri="{FF2B5EF4-FFF2-40B4-BE49-F238E27FC236}">
                <a16:creationId xmlns:a16="http://schemas.microsoft.com/office/drawing/2014/main" id="{6B5957CA-B43B-0D2F-2E0F-E319426C3FF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42" name="rc1365">
            <a:extLst>
              <a:ext uri="{FF2B5EF4-FFF2-40B4-BE49-F238E27FC236}">
                <a16:creationId xmlns:a16="http://schemas.microsoft.com/office/drawing/2014/main" id="{E3115404-401C-B7CC-6F04-F39204FC923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43" name="rc1366">
            <a:extLst>
              <a:ext uri="{FF2B5EF4-FFF2-40B4-BE49-F238E27FC236}">
                <a16:creationId xmlns:a16="http://schemas.microsoft.com/office/drawing/2014/main" id="{BC83FB3D-9E63-6955-B777-D20FBF4B66E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44" name="rc1367">
            <a:extLst>
              <a:ext uri="{FF2B5EF4-FFF2-40B4-BE49-F238E27FC236}">
                <a16:creationId xmlns:a16="http://schemas.microsoft.com/office/drawing/2014/main" id="{9CE8914B-F591-1E98-D002-DD62A6EAE2E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45" name="rc1368">
            <a:extLst>
              <a:ext uri="{FF2B5EF4-FFF2-40B4-BE49-F238E27FC236}">
                <a16:creationId xmlns:a16="http://schemas.microsoft.com/office/drawing/2014/main" id="{BAE0C744-0003-BDEB-5D87-11CAF26DAE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46" name="rc1369">
            <a:extLst>
              <a:ext uri="{FF2B5EF4-FFF2-40B4-BE49-F238E27FC236}">
                <a16:creationId xmlns:a16="http://schemas.microsoft.com/office/drawing/2014/main" id="{94EDC93D-0FC7-8AC1-5988-28A4831D273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47" name="rc1370">
            <a:extLst>
              <a:ext uri="{FF2B5EF4-FFF2-40B4-BE49-F238E27FC236}">
                <a16:creationId xmlns:a16="http://schemas.microsoft.com/office/drawing/2014/main" id="{1653D91C-EB11-5C9A-6F97-CDECDB8675E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48" name="rc1371">
            <a:extLst>
              <a:ext uri="{FF2B5EF4-FFF2-40B4-BE49-F238E27FC236}">
                <a16:creationId xmlns:a16="http://schemas.microsoft.com/office/drawing/2014/main" id="{52F9E864-D472-DFEF-DCD5-D370D25C06F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49" name="rc1372">
            <a:extLst>
              <a:ext uri="{FF2B5EF4-FFF2-40B4-BE49-F238E27FC236}">
                <a16:creationId xmlns:a16="http://schemas.microsoft.com/office/drawing/2014/main" id="{3413034A-4460-8290-8B28-184F50DE575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50" name="rc1373">
            <a:extLst>
              <a:ext uri="{FF2B5EF4-FFF2-40B4-BE49-F238E27FC236}">
                <a16:creationId xmlns:a16="http://schemas.microsoft.com/office/drawing/2014/main" id="{F87A51D5-C13F-0EB4-78B0-0A0999225C1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51" name="rc1374">
            <a:extLst>
              <a:ext uri="{FF2B5EF4-FFF2-40B4-BE49-F238E27FC236}">
                <a16:creationId xmlns:a16="http://schemas.microsoft.com/office/drawing/2014/main" id="{5AB6F99D-F843-EA89-58D3-7D87F05506A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52" name="rc1375">
            <a:extLst>
              <a:ext uri="{FF2B5EF4-FFF2-40B4-BE49-F238E27FC236}">
                <a16:creationId xmlns:a16="http://schemas.microsoft.com/office/drawing/2014/main" id="{CBF33842-2929-AA40-4752-8D4BC4DD9BC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53" name="rc1376">
            <a:extLst>
              <a:ext uri="{FF2B5EF4-FFF2-40B4-BE49-F238E27FC236}">
                <a16:creationId xmlns:a16="http://schemas.microsoft.com/office/drawing/2014/main" id="{1F468021-C59C-3AC5-681C-23ED21F7A8B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54" name="rc1377">
            <a:extLst>
              <a:ext uri="{FF2B5EF4-FFF2-40B4-BE49-F238E27FC236}">
                <a16:creationId xmlns:a16="http://schemas.microsoft.com/office/drawing/2014/main" id="{214C553B-D181-5D0C-D251-730DD48A2AD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55" name="rc1378">
            <a:extLst>
              <a:ext uri="{FF2B5EF4-FFF2-40B4-BE49-F238E27FC236}">
                <a16:creationId xmlns:a16="http://schemas.microsoft.com/office/drawing/2014/main" id="{CFD6AB0D-EC40-6E5F-072E-97188FC97FD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56" name="rc1379">
            <a:extLst>
              <a:ext uri="{FF2B5EF4-FFF2-40B4-BE49-F238E27FC236}">
                <a16:creationId xmlns:a16="http://schemas.microsoft.com/office/drawing/2014/main" id="{0F49DF5D-7FB4-FD9F-1F87-80AB55F8A79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57" name="rc1380">
            <a:extLst>
              <a:ext uri="{FF2B5EF4-FFF2-40B4-BE49-F238E27FC236}">
                <a16:creationId xmlns:a16="http://schemas.microsoft.com/office/drawing/2014/main" id="{A8F79AE4-4FAA-462C-6DE8-709F325C728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58" name="rc1381">
            <a:extLst>
              <a:ext uri="{FF2B5EF4-FFF2-40B4-BE49-F238E27FC236}">
                <a16:creationId xmlns:a16="http://schemas.microsoft.com/office/drawing/2014/main" id="{9381D124-8CE7-9701-2DF5-65EC387CA2A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59" name="rc1382">
            <a:extLst>
              <a:ext uri="{FF2B5EF4-FFF2-40B4-BE49-F238E27FC236}">
                <a16:creationId xmlns:a16="http://schemas.microsoft.com/office/drawing/2014/main" id="{7629EEB1-4F58-6D90-0C18-7DFD8487DA7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60" name="rc1383">
            <a:extLst>
              <a:ext uri="{FF2B5EF4-FFF2-40B4-BE49-F238E27FC236}">
                <a16:creationId xmlns:a16="http://schemas.microsoft.com/office/drawing/2014/main" id="{BAB55857-296E-BC37-EB8F-97955EA17CE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61" name="rc1384">
            <a:extLst>
              <a:ext uri="{FF2B5EF4-FFF2-40B4-BE49-F238E27FC236}">
                <a16:creationId xmlns:a16="http://schemas.microsoft.com/office/drawing/2014/main" id="{7C153F53-2416-4EC4-DF01-EAFAE0A3B1E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62" name="rc1385">
            <a:extLst>
              <a:ext uri="{FF2B5EF4-FFF2-40B4-BE49-F238E27FC236}">
                <a16:creationId xmlns:a16="http://schemas.microsoft.com/office/drawing/2014/main" id="{8D376DB2-2ADA-67E4-C38E-35739295A0D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63" name="rc1386">
            <a:extLst>
              <a:ext uri="{FF2B5EF4-FFF2-40B4-BE49-F238E27FC236}">
                <a16:creationId xmlns:a16="http://schemas.microsoft.com/office/drawing/2014/main" id="{8E54F2EB-A466-32BA-12D8-3D2CAE3CB24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64" name="rc1387">
            <a:extLst>
              <a:ext uri="{FF2B5EF4-FFF2-40B4-BE49-F238E27FC236}">
                <a16:creationId xmlns:a16="http://schemas.microsoft.com/office/drawing/2014/main" id="{C62786B5-25AE-03FD-19C0-4E29C56E6BC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65" name="rc1388">
            <a:extLst>
              <a:ext uri="{FF2B5EF4-FFF2-40B4-BE49-F238E27FC236}">
                <a16:creationId xmlns:a16="http://schemas.microsoft.com/office/drawing/2014/main" id="{1A2B0DB6-2272-5297-57C0-4680A76B719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66" name="rc1389">
            <a:extLst>
              <a:ext uri="{FF2B5EF4-FFF2-40B4-BE49-F238E27FC236}">
                <a16:creationId xmlns:a16="http://schemas.microsoft.com/office/drawing/2014/main" id="{6E0C0B7A-D6F6-E26A-2C6A-FEE3C686CBE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67" name="rc1390">
            <a:extLst>
              <a:ext uri="{FF2B5EF4-FFF2-40B4-BE49-F238E27FC236}">
                <a16:creationId xmlns:a16="http://schemas.microsoft.com/office/drawing/2014/main" id="{D94C2F4E-34A6-5EFC-C499-4DE70A9F8AD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68" name="rc1391">
            <a:extLst>
              <a:ext uri="{FF2B5EF4-FFF2-40B4-BE49-F238E27FC236}">
                <a16:creationId xmlns:a16="http://schemas.microsoft.com/office/drawing/2014/main" id="{63393533-DC9A-CF1B-5D78-86D878D5A3A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69" name="rc1392">
            <a:extLst>
              <a:ext uri="{FF2B5EF4-FFF2-40B4-BE49-F238E27FC236}">
                <a16:creationId xmlns:a16="http://schemas.microsoft.com/office/drawing/2014/main" id="{B8498EE0-1689-E1E4-3CAA-EAA5B17FC4C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70" name="rc1393">
            <a:extLst>
              <a:ext uri="{FF2B5EF4-FFF2-40B4-BE49-F238E27FC236}">
                <a16:creationId xmlns:a16="http://schemas.microsoft.com/office/drawing/2014/main" id="{915C83C8-7770-3D19-2A37-F1B27C6CD08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71" name="rc1394">
            <a:extLst>
              <a:ext uri="{FF2B5EF4-FFF2-40B4-BE49-F238E27FC236}">
                <a16:creationId xmlns:a16="http://schemas.microsoft.com/office/drawing/2014/main" id="{572C3BEB-39D5-27B4-8199-D6D91A3241D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72" name="rc1395">
            <a:extLst>
              <a:ext uri="{FF2B5EF4-FFF2-40B4-BE49-F238E27FC236}">
                <a16:creationId xmlns:a16="http://schemas.microsoft.com/office/drawing/2014/main" id="{C055FB4A-D027-C522-77B5-11870001E21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73" name="rc1396">
            <a:extLst>
              <a:ext uri="{FF2B5EF4-FFF2-40B4-BE49-F238E27FC236}">
                <a16:creationId xmlns:a16="http://schemas.microsoft.com/office/drawing/2014/main" id="{4D2876EF-DCC9-5093-334A-6EE8D91E1E8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74" name="rc1397">
            <a:extLst>
              <a:ext uri="{FF2B5EF4-FFF2-40B4-BE49-F238E27FC236}">
                <a16:creationId xmlns:a16="http://schemas.microsoft.com/office/drawing/2014/main" id="{AC16FCA9-1888-2B85-705D-463F37757B5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75" name="rc1398">
            <a:extLst>
              <a:ext uri="{FF2B5EF4-FFF2-40B4-BE49-F238E27FC236}">
                <a16:creationId xmlns:a16="http://schemas.microsoft.com/office/drawing/2014/main" id="{D57C22D2-81A3-09BF-0B31-0187A54888C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76" name="rc1399">
            <a:extLst>
              <a:ext uri="{FF2B5EF4-FFF2-40B4-BE49-F238E27FC236}">
                <a16:creationId xmlns:a16="http://schemas.microsoft.com/office/drawing/2014/main" id="{4947B093-ED95-7306-DFA9-3964F3191A4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77" name="rc1400">
            <a:extLst>
              <a:ext uri="{FF2B5EF4-FFF2-40B4-BE49-F238E27FC236}">
                <a16:creationId xmlns:a16="http://schemas.microsoft.com/office/drawing/2014/main" id="{E27F46AF-4585-5BC3-2687-49428DFB9B4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78" name="rc1401">
            <a:extLst>
              <a:ext uri="{FF2B5EF4-FFF2-40B4-BE49-F238E27FC236}">
                <a16:creationId xmlns:a16="http://schemas.microsoft.com/office/drawing/2014/main" id="{E0B94143-F678-CA47-DC89-45258A58C8E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79" name="rc1402">
            <a:extLst>
              <a:ext uri="{FF2B5EF4-FFF2-40B4-BE49-F238E27FC236}">
                <a16:creationId xmlns:a16="http://schemas.microsoft.com/office/drawing/2014/main" id="{F1DDE717-3DD4-9EC1-C231-8DF3DEE37AD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80" name="rc1403">
            <a:extLst>
              <a:ext uri="{FF2B5EF4-FFF2-40B4-BE49-F238E27FC236}">
                <a16:creationId xmlns:a16="http://schemas.microsoft.com/office/drawing/2014/main" id="{778F71E2-711A-D68B-420C-66DD8A34F3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81" name="rc1404">
            <a:extLst>
              <a:ext uri="{FF2B5EF4-FFF2-40B4-BE49-F238E27FC236}">
                <a16:creationId xmlns:a16="http://schemas.microsoft.com/office/drawing/2014/main" id="{79F480A4-D6A3-8305-3F50-E45D7F0B4C1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82" name="rc1405">
            <a:extLst>
              <a:ext uri="{FF2B5EF4-FFF2-40B4-BE49-F238E27FC236}">
                <a16:creationId xmlns:a16="http://schemas.microsoft.com/office/drawing/2014/main" id="{48D57978-957F-3B27-9550-84F9C4690A7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83" name="rc1406">
            <a:extLst>
              <a:ext uri="{FF2B5EF4-FFF2-40B4-BE49-F238E27FC236}">
                <a16:creationId xmlns:a16="http://schemas.microsoft.com/office/drawing/2014/main" id="{DAC88435-A7C8-193A-CCE4-EB0EEB4510A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84" name="rc1407">
            <a:extLst>
              <a:ext uri="{FF2B5EF4-FFF2-40B4-BE49-F238E27FC236}">
                <a16:creationId xmlns:a16="http://schemas.microsoft.com/office/drawing/2014/main" id="{51589F91-AF1D-CEFD-C1CA-326305E7BFC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85" name="rc1408">
            <a:extLst>
              <a:ext uri="{FF2B5EF4-FFF2-40B4-BE49-F238E27FC236}">
                <a16:creationId xmlns:a16="http://schemas.microsoft.com/office/drawing/2014/main" id="{92BF2DB7-49B8-BA55-2E34-FC24D75A619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86" name="rc1409">
            <a:extLst>
              <a:ext uri="{FF2B5EF4-FFF2-40B4-BE49-F238E27FC236}">
                <a16:creationId xmlns:a16="http://schemas.microsoft.com/office/drawing/2014/main" id="{701C162C-48C0-1B40-1ECF-CD0684580B8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87" name="rc1410">
            <a:extLst>
              <a:ext uri="{FF2B5EF4-FFF2-40B4-BE49-F238E27FC236}">
                <a16:creationId xmlns:a16="http://schemas.microsoft.com/office/drawing/2014/main" id="{4FA50160-CDE9-FE51-B7F0-E1E01A9A1F2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88" name="rc1411">
            <a:extLst>
              <a:ext uri="{FF2B5EF4-FFF2-40B4-BE49-F238E27FC236}">
                <a16:creationId xmlns:a16="http://schemas.microsoft.com/office/drawing/2014/main" id="{F2A3B9AA-4454-47BF-A599-0C48ED4BFD5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89" name="rc1412">
            <a:extLst>
              <a:ext uri="{FF2B5EF4-FFF2-40B4-BE49-F238E27FC236}">
                <a16:creationId xmlns:a16="http://schemas.microsoft.com/office/drawing/2014/main" id="{8195904A-25D1-C6EB-3505-BC44E549670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90" name="rc1413">
            <a:extLst>
              <a:ext uri="{FF2B5EF4-FFF2-40B4-BE49-F238E27FC236}">
                <a16:creationId xmlns:a16="http://schemas.microsoft.com/office/drawing/2014/main" id="{6483E8B6-8954-DB8B-B820-B84FED1FAC8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91" name="rc1414">
            <a:extLst>
              <a:ext uri="{FF2B5EF4-FFF2-40B4-BE49-F238E27FC236}">
                <a16:creationId xmlns:a16="http://schemas.microsoft.com/office/drawing/2014/main" id="{8E0EEDDD-E75F-C585-FAD9-B3F2815702D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92" name="rc1415">
            <a:extLst>
              <a:ext uri="{FF2B5EF4-FFF2-40B4-BE49-F238E27FC236}">
                <a16:creationId xmlns:a16="http://schemas.microsoft.com/office/drawing/2014/main" id="{A11DD5A9-C45A-D351-9F3C-CB632066F9A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93" name="rc1416">
            <a:extLst>
              <a:ext uri="{FF2B5EF4-FFF2-40B4-BE49-F238E27FC236}">
                <a16:creationId xmlns:a16="http://schemas.microsoft.com/office/drawing/2014/main" id="{C5F017AE-982D-0E1F-2AA8-4746C741A17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94" name="rc1417">
            <a:extLst>
              <a:ext uri="{FF2B5EF4-FFF2-40B4-BE49-F238E27FC236}">
                <a16:creationId xmlns:a16="http://schemas.microsoft.com/office/drawing/2014/main" id="{82DBD9A0-47CD-07F9-13A6-CF5EA3E1816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95" name="rc1418">
            <a:extLst>
              <a:ext uri="{FF2B5EF4-FFF2-40B4-BE49-F238E27FC236}">
                <a16:creationId xmlns:a16="http://schemas.microsoft.com/office/drawing/2014/main" id="{F99D0DB2-1FCF-6340-822C-EC8BF70D68E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96" name="rc1419">
            <a:extLst>
              <a:ext uri="{FF2B5EF4-FFF2-40B4-BE49-F238E27FC236}">
                <a16:creationId xmlns:a16="http://schemas.microsoft.com/office/drawing/2014/main" id="{798FBA8F-F7A7-A192-DF10-572D47301BA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97" name="rc1420">
            <a:extLst>
              <a:ext uri="{FF2B5EF4-FFF2-40B4-BE49-F238E27FC236}">
                <a16:creationId xmlns:a16="http://schemas.microsoft.com/office/drawing/2014/main" id="{B3C891F4-0DEF-0F58-5FAA-4BC8BE5AAFD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98" name="rc1421">
            <a:extLst>
              <a:ext uri="{FF2B5EF4-FFF2-40B4-BE49-F238E27FC236}">
                <a16:creationId xmlns:a16="http://schemas.microsoft.com/office/drawing/2014/main" id="{CDEE08D7-2937-074F-005B-FB127F3A6D5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499" name="rc1422">
            <a:extLst>
              <a:ext uri="{FF2B5EF4-FFF2-40B4-BE49-F238E27FC236}">
                <a16:creationId xmlns:a16="http://schemas.microsoft.com/office/drawing/2014/main" id="{B6B782CD-1FAF-F488-D143-DC978086138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00" name="rc1423">
            <a:extLst>
              <a:ext uri="{FF2B5EF4-FFF2-40B4-BE49-F238E27FC236}">
                <a16:creationId xmlns:a16="http://schemas.microsoft.com/office/drawing/2014/main" id="{0A3C0E6E-5D5A-70A2-0E06-BB04C1BC101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01" name="rc1424">
            <a:extLst>
              <a:ext uri="{FF2B5EF4-FFF2-40B4-BE49-F238E27FC236}">
                <a16:creationId xmlns:a16="http://schemas.microsoft.com/office/drawing/2014/main" id="{89BD614C-3930-F5E0-AB7F-51C0997D1E3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02" name="rc1425">
            <a:extLst>
              <a:ext uri="{FF2B5EF4-FFF2-40B4-BE49-F238E27FC236}">
                <a16:creationId xmlns:a16="http://schemas.microsoft.com/office/drawing/2014/main" id="{91678F93-9316-D4AC-FBA0-5106DF2FFD8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03" name="rc1426">
            <a:extLst>
              <a:ext uri="{FF2B5EF4-FFF2-40B4-BE49-F238E27FC236}">
                <a16:creationId xmlns:a16="http://schemas.microsoft.com/office/drawing/2014/main" id="{A0AD0877-B208-6668-8E2C-2EA84BC5644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04" name="rc1427">
            <a:extLst>
              <a:ext uri="{FF2B5EF4-FFF2-40B4-BE49-F238E27FC236}">
                <a16:creationId xmlns:a16="http://schemas.microsoft.com/office/drawing/2014/main" id="{F39E55D5-1782-DCCC-F5D3-DFFB3E367D8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05" name="rc1428">
            <a:extLst>
              <a:ext uri="{FF2B5EF4-FFF2-40B4-BE49-F238E27FC236}">
                <a16:creationId xmlns:a16="http://schemas.microsoft.com/office/drawing/2014/main" id="{FAA99F20-38A2-9740-D4D2-9A827267AD8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06" name="rc1429">
            <a:extLst>
              <a:ext uri="{FF2B5EF4-FFF2-40B4-BE49-F238E27FC236}">
                <a16:creationId xmlns:a16="http://schemas.microsoft.com/office/drawing/2014/main" id="{DE1167E9-2E0A-D5B5-73EF-D0161D0BDF2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07" name="rc1430">
            <a:extLst>
              <a:ext uri="{FF2B5EF4-FFF2-40B4-BE49-F238E27FC236}">
                <a16:creationId xmlns:a16="http://schemas.microsoft.com/office/drawing/2014/main" id="{27DE5AD4-4788-9A0D-85BD-024CC237BAD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08" name="rc1431">
            <a:extLst>
              <a:ext uri="{FF2B5EF4-FFF2-40B4-BE49-F238E27FC236}">
                <a16:creationId xmlns:a16="http://schemas.microsoft.com/office/drawing/2014/main" id="{539983E7-926A-8DAC-C085-F31A31B5337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09" name="rc1432">
            <a:extLst>
              <a:ext uri="{FF2B5EF4-FFF2-40B4-BE49-F238E27FC236}">
                <a16:creationId xmlns:a16="http://schemas.microsoft.com/office/drawing/2014/main" id="{CE760B1F-BE9C-8979-90BF-DC55C2890F1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10" name="rc1433">
            <a:extLst>
              <a:ext uri="{FF2B5EF4-FFF2-40B4-BE49-F238E27FC236}">
                <a16:creationId xmlns:a16="http://schemas.microsoft.com/office/drawing/2014/main" id="{201D8954-51E4-E83F-D65A-AF1749956B9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11" name="rc1434">
            <a:extLst>
              <a:ext uri="{FF2B5EF4-FFF2-40B4-BE49-F238E27FC236}">
                <a16:creationId xmlns:a16="http://schemas.microsoft.com/office/drawing/2014/main" id="{84CB0AF6-A2EF-A199-4269-C88B3C24E64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12" name="rc1435">
            <a:extLst>
              <a:ext uri="{FF2B5EF4-FFF2-40B4-BE49-F238E27FC236}">
                <a16:creationId xmlns:a16="http://schemas.microsoft.com/office/drawing/2014/main" id="{339BC8A9-4E2B-64BA-6246-3698C8B6BD4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13" name="rc1436">
            <a:extLst>
              <a:ext uri="{FF2B5EF4-FFF2-40B4-BE49-F238E27FC236}">
                <a16:creationId xmlns:a16="http://schemas.microsoft.com/office/drawing/2014/main" id="{9856C2E6-1915-5E86-3472-233EBECB993A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14" name="rc1437">
            <a:extLst>
              <a:ext uri="{FF2B5EF4-FFF2-40B4-BE49-F238E27FC236}">
                <a16:creationId xmlns:a16="http://schemas.microsoft.com/office/drawing/2014/main" id="{F2431B3F-857B-852C-EFA1-3440CEC1DB2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15" name="rc1438">
            <a:extLst>
              <a:ext uri="{FF2B5EF4-FFF2-40B4-BE49-F238E27FC236}">
                <a16:creationId xmlns:a16="http://schemas.microsoft.com/office/drawing/2014/main" id="{6C382C0C-1148-4C0B-8596-CB3F41A04F9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16" name="rc1439">
            <a:extLst>
              <a:ext uri="{FF2B5EF4-FFF2-40B4-BE49-F238E27FC236}">
                <a16:creationId xmlns:a16="http://schemas.microsoft.com/office/drawing/2014/main" id="{BBDA64AC-0F2B-CAD4-062F-02703F168B5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17" name="rc1440">
            <a:extLst>
              <a:ext uri="{FF2B5EF4-FFF2-40B4-BE49-F238E27FC236}">
                <a16:creationId xmlns:a16="http://schemas.microsoft.com/office/drawing/2014/main" id="{E4E9F92E-6287-056C-4619-90C440CAA62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18" name="rc1441">
            <a:extLst>
              <a:ext uri="{FF2B5EF4-FFF2-40B4-BE49-F238E27FC236}">
                <a16:creationId xmlns:a16="http://schemas.microsoft.com/office/drawing/2014/main" id="{D2043755-A1BB-C19C-23F7-12541EB5733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19" name="rc1442">
            <a:extLst>
              <a:ext uri="{FF2B5EF4-FFF2-40B4-BE49-F238E27FC236}">
                <a16:creationId xmlns:a16="http://schemas.microsoft.com/office/drawing/2014/main" id="{56DC1E2F-2163-8941-F291-8C60166BE68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20" name="rc1443">
            <a:extLst>
              <a:ext uri="{FF2B5EF4-FFF2-40B4-BE49-F238E27FC236}">
                <a16:creationId xmlns:a16="http://schemas.microsoft.com/office/drawing/2014/main" id="{DC2C53CC-2041-EF79-7231-3A76B31DB9C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21" name="rc1444">
            <a:extLst>
              <a:ext uri="{FF2B5EF4-FFF2-40B4-BE49-F238E27FC236}">
                <a16:creationId xmlns:a16="http://schemas.microsoft.com/office/drawing/2014/main" id="{FF048D3C-80D2-2293-1A6A-69A934762A8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22" name="rc1445">
            <a:extLst>
              <a:ext uri="{FF2B5EF4-FFF2-40B4-BE49-F238E27FC236}">
                <a16:creationId xmlns:a16="http://schemas.microsoft.com/office/drawing/2014/main" id="{F544BAA8-04F4-13FC-3631-2C4B22549BB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23" name="rc1446">
            <a:extLst>
              <a:ext uri="{FF2B5EF4-FFF2-40B4-BE49-F238E27FC236}">
                <a16:creationId xmlns:a16="http://schemas.microsoft.com/office/drawing/2014/main" id="{0E97B98E-1D1B-AE14-2155-776F78BBB1D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24" name="rc1447">
            <a:extLst>
              <a:ext uri="{FF2B5EF4-FFF2-40B4-BE49-F238E27FC236}">
                <a16:creationId xmlns:a16="http://schemas.microsoft.com/office/drawing/2014/main" id="{2487125B-370F-A7A2-588B-422E02ECA4A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25" name="rc1448">
            <a:extLst>
              <a:ext uri="{FF2B5EF4-FFF2-40B4-BE49-F238E27FC236}">
                <a16:creationId xmlns:a16="http://schemas.microsoft.com/office/drawing/2014/main" id="{F9449341-5E31-3C90-2579-5DB40BD676E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26" name="rc1449">
            <a:extLst>
              <a:ext uri="{FF2B5EF4-FFF2-40B4-BE49-F238E27FC236}">
                <a16:creationId xmlns:a16="http://schemas.microsoft.com/office/drawing/2014/main" id="{C1168E00-2E78-F70B-CC35-BF6E416203A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27" name="rc1450">
            <a:extLst>
              <a:ext uri="{FF2B5EF4-FFF2-40B4-BE49-F238E27FC236}">
                <a16:creationId xmlns:a16="http://schemas.microsoft.com/office/drawing/2014/main" id="{DF19E8CD-EDAB-4AE2-C65E-6935EF45EA6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28" name="rc1451">
            <a:extLst>
              <a:ext uri="{FF2B5EF4-FFF2-40B4-BE49-F238E27FC236}">
                <a16:creationId xmlns:a16="http://schemas.microsoft.com/office/drawing/2014/main" id="{E273AFDA-8174-731A-3632-BDF366BE76B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29" name="rc1452">
            <a:extLst>
              <a:ext uri="{FF2B5EF4-FFF2-40B4-BE49-F238E27FC236}">
                <a16:creationId xmlns:a16="http://schemas.microsoft.com/office/drawing/2014/main" id="{928164F6-D78E-9926-9003-1761DF7447D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30" name="rc1453">
            <a:extLst>
              <a:ext uri="{FF2B5EF4-FFF2-40B4-BE49-F238E27FC236}">
                <a16:creationId xmlns:a16="http://schemas.microsoft.com/office/drawing/2014/main" id="{D629901E-0B3F-1866-44EF-A8711007C40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31" name="rc1454">
            <a:extLst>
              <a:ext uri="{FF2B5EF4-FFF2-40B4-BE49-F238E27FC236}">
                <a16:creationId xmlns:a16="http://schemas.microsoft.com/office/drawing/2014/main" id="{13073F52-41EB-046D-E9E5-67E3D2288CE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32" name="rc1455">
            <a:extLst>
              <a:ext uri="{FF2B5EF4-FFF2-40B4-BE49-F238E27FC236}">
                <a16:creationId xmlns:a16="http://schemas.microsoft.com/office/drawing/2014/main" id="{A9DBCC31-8F73-0BDD-63B4-87D46BDF49B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33" name="rc1456">
            <a:extLst>
              <a:ext uri="{FF2B5EF4-FFF2-40B4-BE49-F238E27FC236}">
                <a16:creationId xmlns:a16="http://schemas.microsoft.com/office/drawing/2014/main" id="{4C0B0CFC-8959-99C7-7D28-CA51FEE662B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34" name="rc1457">
            <a:extLst>
              <a:ext uri="{FF2B5EF4-FFF2-40B4-BE49-F238E27FC236}">
                <a16:creationId xmlns:a16="http://schemas.microsoft.com/office/drawing/2014/main" id="{9E66BEB4-45F4-DA0E-6469-AA58AA12FAC5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35" name="rc1458">
            <a:extLst>
              <a:ext uri="{FF2B5EF4-FFF2-40B4-BE49-F238E27FC236}">
                <a16:creationId xmlns:a16="http://schemas.microsoft.com/office/drawing/2014/main" id="{99657DDF-8040-4B35-D2F7-8EBE9C94CFD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36" name="rc1459">
            <a:extLst>
              <a:ext uri="{FF2B5EF4-FFF2-40B4-BE49-F238E27FC236}">
                <a16:creationId xmlns:a16="http://schemas.microsoft.com/office/drawing/2014/main" id="{6F6454B6-98D3-19F2-EB22-4249437087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37" name="rc1460">
            <a:extLst>
              <a:ext uri="{FF2B5EF4-FFF2-40B4-BE49-F238E27FC236}">
                <a16:creationId xmlns:a16="http://schemas.microsoft.com/office/drawing/2014/main" id="{979DB408-DBE9-D7BA-D82C-D0F1C421F6E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38" name="rc1461">
            <a:extLst>
              <a:ext uri="{FF2B5EF4-FFF2-40B4-BE49-F238E27FC236}">
                <a16:creationId xmlns:a16="http://schemas.microsoft.com/office/drawing/2014/main" id="{90219D9F-78D2-2A2A-F6B7-ADFCB1ADCEB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39" name="rc1462">
            <a:extLst>
              <a:ext uri="{FF2B5EF4-FFF2-40B4-BE49-F238E27FC236}">
                <a16:creationId xmlns:a16="http://schemas.microsoft.com/office/drawing/2014/main" id="{275B5FBD-7724-A903-73D5-6D315E28C02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40" name="rc1463">
            <a:extLst>
              <a:ext uri="{FF2B5EF4-FFF2-40B4-BE49-F238E27FC236}">
                <a16:creationId xmlns:a16="http://schemas.microsoft.com/office/drawing/2014/main" id="{911A2EA2-1A03-37A3-D4F5-BED6943F045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41" name="rc1464">
            <a:extLst>
              <a:ext uri="{FF2B5EF4-FFF2-40B4-BE49-F238E27FC236}">
                <a16:creationId xmlns:a16="http://schemas.microsoft.com/office/drawing/2014/main" id="{36900849-B0BB-D500-770D-478F0790A84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42" name="rc1465">
            <a:extLst>
              <a:ext uri="{FF2B5EF4-FFF2-40B4-BE49-F238E27FC236}">
                <a16:creationId xmlns:a16="http://schemas.microsoft.com/office/drawing/2014/main" id="{F8819BFF-C566-508E-8797-857BA1C5859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43" name="rc1466">
            <a:extLst>
              <a:ext uri="{FF2B5EF4-FFF2-40B4-BE49-F238E27FC236}">
                <a16:creationId xmlns:a16="http://schemas.microsoft.com/office/drawing/2014/main" id="{6D1758B5-A79E-30F5-3F30-049EEDFAF57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44" name="rc1467">
            <a:extLst>
              <a:ext uri="{FF2B5EF4-FFF2-40B4-BE49-F238E27FC236}">
                <a16:creationId xmlns:a16="http://schemas.microsoft.com/office/drawing/2014/main" id="{CF6AF874-8288-10E0-FDF8-97676FF7435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45" name="rc1468">
            <a:extLst>
              <a:ext uri="{FF2B5EF4-FFF2-40B4-BE49-F238E27FC236}">
                <a16:creationId xmlns:a16="http://schemas.microsoft.com/office/drawing/2014/main" id="{95321420-1578-06DB-76CD-ABB0CF772CD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46" name="rc1469">
            <a:extLst>
              <a:ext uri="{FF2B5EF4-FFF2-40B4-BE49-F238E27FC236}">
                <a16:creationId xmlns:a16="http://schemas.microsoft.com/office/drawing/2014/main" id="{BFA75485-206B-AB4B-9437-764C2935AA5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47" name="rc1470">
            <a:extLst>
              <a:ext uri="{FF2B5EF4-FFF2-40B4-BE49-F238E27FC236}">
                <a16:creationId xmlns:a16="http://schemas.microsoft.com/office/drawing/2014/main" id="{87666121-A89C-6DA1-7977-D0707512C7D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48" name="rc1471">
            <a:extLst>
              <a:ext uri="{FF2B5EF4-FFF2-40B4-BE49-F238E27FC236}">
                <a16:creationId xmlns:a16="http://schemas.microsoft.com/office/drawing/2014/main" id="{BAAB86FB-5FFE-6FAC-9E59-121B50BFB8AE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49" name="rc1472">
            <a:extLst>
              <a:ext uri="{FF2B5EF4-FFF2-40B4-BE49-F238E27FC236}">
                <a16:creationId xmlns:a16="http://schemas.microsoft.com/office/drawing/2014/main" id="{F4C3AD0E-6828-CA8D-C850-8E5DE016ADAF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50" name="rc1473">
            <a:extLst>
              <a:ext uri="{FF2B5EF4-FFF2-40B4-BE49-F238E27FC236}">
                <a16:creationId xmlns:a16="http://schemas.microsoft.com/office/drawing/2014/main" id="{1D59BA8D-8191-9CF2-BD60-4C7AEA2A934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51" name="rc1474">
            <a:extLst>
              <a:ext uri="{FF2B5EF4-FFF2-40B4-BE49-F238E27FC236}">
                <a16:creationId xmlns:a16="http://schemas.microsoft.com/office/drawing/2014/main" id="{F8DED3BC-75E4-16F6-8660-FD4F295E0D3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52" name="rc1475">
            <a:extLst>
              <a:ext uri="{FF2B5EF4-FFF2-40B4-BE49-F238E27FC236}">
                <a16:creationId xmlns:a16="http://schemas.microsoft.com/office/drawing/2014/main" id="{42A561D7-F810-7EE4-BCCF-55903464A8F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53" name="rc1476">
            <a:extLst>
              <a:ext uri="{FF2B5EF4-FFF2-40B4-BE49-F238E27FC236}">
                <a16:creationId xmlns:a16="http://schemas.microsoft.com/office/drawing/2014/main" id="{2F32D800-7B83-2142-35F4-FDCC513D955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54" name="rc1477">
            <a:extLst>
              <a:ext uri="{FF2B5EF4-FFF2-40B4-BE49-F238E27FC236}">
                <a16:creationId xmlns:a16="http://schemas.microsoft.com/office/drawing/2014/main" id="{F6F6E261-F38B-B4E4-1868-E8A2EA44CC0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55" name="rc1478">
            <a:extLst>
              <a:ext uri="{FF2B5EF4-FFF2-40B4-BE49-F238E27FC236}">
                <a16:creationId xmlns:a16="http://schemas.microsoft.com/office/drawing/2014/main" id="{62677116-34D1-C4AE-25C7-6A2C790BCC0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56" name="rc1479">
            <a:extLst>
              <a:ext uri="{FF2B5EF4-FFF2-40B4-BE49-F238E27FC236}">
                <a16:creationId xmlns:a16="http://schemas.microsoft.com/office/drawing/2014/main" id="{D8D5F627-30BE-2862-EA03-215F71B45D59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57" name="rc1480">
            <a:extLst>
              <a:ext uri="{FF2B5EF4-FFF2-40B4-BE49-F238E27FC236}">
                <a16:creationId xmlns:a16="http://schemas.microsoft.com/office/drawing/2014/main" id="{8B26357F-40C6-A7E5-F7B4-A35F4F34222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58" name="rc1481">
            <a:extLst>
              <a:ext uri="{FF2B5EF4-FFF2-40B4-BE49-F238E27FC236}">
                <a16:creationId xmlns:a16="http://schemas.microsoft.com/office/drawing/2014/main" id="{DB80C5CE-3C6C-AF33-CD28-67C5C5880BAD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59" name="rc1482">
            <a:extLst>
              <a:ext uri="{FF2B5EF4-FFF2-40B4-BE49-F238E27FC236}">
                <a16:creationId xmlns:a16="http://schemas.microsoft.com/office/drawing/2014/main" id="{0C461399-4EC2-298C-F305-4A76A0ABB28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60" name="rc1483">
            <a:extLst>
              <a:ext uri="{FF2B5EF4-FFF2-40B4-BE49-F238E27FC236}">
                <a16:creationId xmlns:a16="http://schemas.microsoft.com/office/drawing/2014/main" id="{56306FCE-A834-736E-C542-33C3A6537747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61" name="rc1484">
            <a:extLst>
              <a:ext uri="{FF2B5EF4-FFF2-40B4-BE49-F238E27FC236}">
                <a16:creationId xmlns:a16="http://schemas.microsoft.com/office/drawing/2014/main" id="{95F9403C-0CAE-9628-3A60-5E8695E1FA40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62" name="rc1485">
            <a:extLst>
              <a:ext uri="{FF2B5EF4-FFF2-40B4-BE49-F238E27FC236}">
                <a16:creationId xmlns:a16="http://schemas.microsoft.com/office/drawing/2014/main" id="{56CC1ACC-97F3-30CC-FFAD-13B9626B19A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63" name="rc1486">
            <a:extLst>
              <a:ext uri="{FF2B5EF4-FFF2-40B4-BE49-F238E27FC236}">
                <a16:creationId xmlns:a16="http://schemas.microsoft.com/office/drawing/2014/main" id="{0599D81D-C8D1-6CE3-58FB-180A69AF4486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64" name="rc1487">
            <a:extLst>
              <a:ext uri="{FF2B5EF4-FFF2-40B4-BE49-F238E27FC236}">
                <a16:creationId xmlns:a16="http://schemas.microsoft.com/office/drawing/2014/main" id="{60487036-65C1-296A-1773-FD7BFEADE9A3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65" name="rc1488">
            <a:extLst>
              <a:ext uri="{FF2B5EF4-FFF2-40B4-BE49-F238E27FC236}">
                <a16:creationId xmlns:a16="http://schemas.microsoft.com/office/drawing/2014/main" id="{A4C14675-826D-11DD-AE74-6B9ED5C4851B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66" name="rc1489">
            <a:extLst>
              <a:ext uri="{FF2B5EF4-FFF2-40B4-BE49-F238E27FC236}">
                <a16:creationId xmlns:a16="http://schemas.microsoft.com/office/drawing/2014/main" id="{5039AC54-BBC6-0362-0777-25920BB1B5B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67" name="rc1490">
            <a:extLst>
              <a:ext uri="{FF2B5EF4-FFF2-40B4-BE49-F238E27FC236}">
                <a16:creationId xmlns:a16="http://schemas.microsoft.com/office/drawing/2014/main" id="{2D7C3777-CB99-EA30-2692-981CF8E0E6C1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68" name="rc1491">
            <a:extLst>
              <a:ext uri="{FF2B5EF4-FFF2-40B4-BE49-F238E27FC236}">
                <a16:creationId xmlns:a16="http://schemas.microsoft.com/office/drawing/2014/main" id="{B6B63D16-9415-3512-1AAA-CA197887578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69" name="rc1492">
            <a:extLst>
              <a:ext uri="{FF2B5EF4-FFF2-40B4-BE49-F238E27FC236}">
                <a16:creationId xmlns:a16="http://schemas.microsoft.com/office/drawing/2014/main" id="{A74F29DA-2B3C-E79F-7A38-373DC124EFE8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70" name="rc1493">
            <a:extLst>
              <a:ext uri="{FF2B5EF4-FFF2-40B4-BE49-F238E27FC236}">
                <a16:creationId xmlns:a16="http://schemas.microsoft.com/office/drawing/2014/main" id="{D25B1D4E-75CA-68DA-E117-7EFE4585B7EC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71" name="rc1494">
            <a:extLst>
              <a:ext uri="{FF2B5EF4-FFF2-40B4-BE49-F238E27FC236}">
                <a16:creationId xmlns:a16="http://schemas.microsoft.com/office/drawing/2014/main" id="{5F839565-BF99-D10B-4346-AE0A98A6D404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72" name="rc1495">
            <a:extLst>
              <a:ext uri="{FF2B5EF4-FFF2-40B4-BE49-F238E27FC236}">
                <a16:creationId xmlns:a16="http://schemas.microsoft.com/office/drawing/2014/main" id="{292E291F-8D72-C277-B888-8BCA0235C4B2}"/>
              </a:ext>
            </a:extLst>
          </p:cNvPr>
          <p:cNvSpPr/>
          <p:nvPr/>
        </p:nvSpPr>
        <p:spPr>
          <a:xfrm>
            <a:off x="5670007" y="3211560"/>
            <a:ext cx="855062" cy="823871"/>
          </a:xfrm>
          <a:prstGeom prst="rect">
            <a:avLst/>
          </a:prstGeom>
          <a:ln w="13550" cap="flat">
            <a:solidFill>
              <a:srgbClr val="000000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 sz="5442"/>
          </a:p>
        </p:txBody>
      </p:sp>
      <p:sp>
        <p:nvSpPr>
          <p:cNvPr id="6573" name="pt1496">
            <a:extLst>
              <a:ext uri="{FF2B5EF4-FFF2-40B4-BE49-F238E27FC236}">
                <a16:creationId xmlns:a16="http://schemas.microsoft.com/office/drawing/2014/main" id="{546E5CFB-F74D-C0E5-62D5-6BE1DDB43767}"/>
              </a:ext>
            </a:extLst>
          </p:cNvPr>
          <p:cNvSpPr/>
          <p:nvPr/>
        </p:nvSpPr>
        <p:spPr>
          <a:xfrm>
            <a:off x="3607463" y="5267188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74" name="pt1497">
            <a:extLst>
              <a:ext uri="{FF2B5EF4-FFF2-40B4-BE49-F238E27FC236}">
                <a16:creationId xmlns:a16="http://schemas.microsoft.com/office/drawing/2014/main" id="{49FD2960-1954-D0C4-09BD-35D85B9DAAE2}"/>
              </a:ext>
            </a:extLst>
          </p:cNvPr>
          <p:cNvSpPr/>
          <p:nvPr/>
        </p:nvSpPr>
        <p:spPr>
          <a:xfrm>
            <a:off x="5359286" y="4451697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75" name="pt1498">
            <a:extLst>
              <a:ext uri="{FF2B5EF4-FFF2-40B4-BE49-F238E27FC236}">
                <a16:creationId xmlns:a16="http://schemas.microsoft.com/office/drawing/2014/main" id="{8CA08ECF-5126-B98C-0440-7EFFC5B5B4EF}"/>
              </a:ext>
            </a:extLst>
          </p:cNvPr>
          <p:cNvSpPr/>
          <p:nvPr/>
        </p:nvSpPr>
        <p:spPr>
          <a:xfrm>
            <a:off x="2690741" y="5273941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76" name="pt1499">
            <a:extLst>
              <a:ext uri="{FF2B5EF4-FFF2-40B4-BE49-F238E27FC236}">
                <a16:creationId xmlns:a16="http://schemas.microsoft.com/office/drawing/2014/main" id="{06271985-CD00-D454-A9E8-CB7EE030514F}"/>
              </a:ext>
            </a:extLst>
          </p:cNvPr>
          <p:cNvSpPr/>
          <p:nvPr/>
        </p:nvSpPr>
        <p:spPr>
          <a:xfrm>
            <a:off x="2318850" y="5592522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77" name="pt1500">
            <a:extLst>
              <a:ext uri="{FF2B5EF4-FFF2-40B4-BE49-F238E27FC236}">
                <a16:creationId xmlns:a16="http://schemas.microsoft.com/office/drawing/2014/main" id="{E3610316-E9AC-ACE3-93EF-71FB79D7B7F4}"/>
              </a:ext>
            </a:extLst>
          </p:cNvPr>
          <p:cNvSpPr/>
          <p:nvPr/>
        </p:nvSpPr>
        <p:spPr>
          <a:xfrm>
            <a:off x="5047022" y="4768314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78" name="pt1501">
            <a:extLst>
              <a:ext uri="{FF2B5EF4-FFF2-40B4-BE49-F238E27FC236}">
                <a16:creationId xmlns:a16="http://schemas.microsoft.com/office/drawing/2014/main" id="{13DBB0DF-8CDE-D1C7-803E-E3FE242727E4}"/>
              </a:ext>
            </a:extLst>
          </p:cNvPr>
          <p:cNvSpPr/>
          <p:nvPr/>
        </p:nvSpPr>
        <p:spPr>
          <a:xfrm>
            <a:off x="5030285" y="4774044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79" name="pt1502">
            <a:extLst>
              <a:ext uri="{FF2B5EF4-FFF2-40B4-BE49-F238E27FC236}">
                <a16:creationId xmlns:a16="http://schemas.microsoft.com/office/drawing/2014/main" id="{DBE0CB05-A73C-D7BB-6C07-B7AB64584A21}"/>
              </a:ext>
            </a:extLst>
          </p:cNvPr>
          <p:cNvSpPr/>
          <p:nvPr/>
        </p:nvSpPr>
        <p:spPr>
          <a:xfrm>
            <a:off x="3519916" y="5313466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0" name="pt1503">
            <a:extLst>
              <a:ext uri="{FF2B5EF4-FFF2-40B4-BE49-F238E27FC236}">
                <a16:creationId xmlns:a16="http://schemas.microsoft.com/office/drawing/2014/main" id="{DB5AD0CB-DFAF-A864-1B35-88E0FCC556D7}"/>
              </a:ext>
            </a:extLst>
          </p:cNvPr>
          <p:cNvSpPr/>
          <p:nvPr/>
        </p:nvSpPr>
        <p:spPr>
          <a:xfrm>
            <a:off x="2478441" y="5466912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1" name="pt1504">
            <a:extLst>
              <a:ext uri="{FF2B5EF4-FFF2-40B4-BE49-F238E27FC236}">
                <a16:creationId xmlns:a16="http://schemas.microsoft.com/office/drawing/2014/main" id="{93DAEE7F-5D00-D4B3-A3DE-2232990B4813}"/>
              </a:ext>
            </a:extLst>
          </p:cNvPr>
          <p:cNvSpPr/>
          <p:nvPr/>
        </p:nvSpPr>
        <p:spPr>
          <a:xfrm>
            <a:off x="5929684" y="3591361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2" name="pt1505">
            <a:extLst>
              <a:ext uri="{FF2B5EF4-FFF2-40B4-BE49-F238E27FC236}">
                <a16:creationId xmlns:a16="http://schemas.microsoft.com/office/drawing/2014/main" id="{65341D4E-9015-E107-06E5-982002DCF6BD}"/>
              </a:ext>
            </a:extLst>
          </p:cNvPr>
          <p:cNvSpPr/>
          <p:nvPr/>
        </p:nvSpPr>
        <p:spPr>
          <a:xfrm>
            <a:off x="4984283" y="4894311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3" name="pt1506">
            <a:extLst>
              <a:ext uri="{FF2B5EF4-FFF2-40B4-BE49-F238E27FC236}">
                <a16:creationId xmlns:a16="http://schemas.microsoft.com/office/drawing/2014/main" id="{33CA29B5-EE53-6E85-48A2-236124357BDD}"/>
              </a:ext>
            </a:extLst>
          </p:cNvPr>
          <p:cNvSpPr/>
          <p:nvPr/>
        </p:nvSpPr>
        <p:spPr>
          <a:xfrm>
            <a:off x="4972968" y="4886799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4" name="pt1507">
            <a:extLst>
              <a:ext uri="{FF2B5EF4-FFF2-40B4-BE49-F238E27FC236}">
                <a16:creationId xmlns:a16="http://schemas.microsoft.com/office/drawing/2014/main" id="{8D89750A-4C7E-8722-C7C2-C0EB0C513720}"/>
              </a:ext>
            </a:extLst>
          </p:cNvPr>
          <p:cNvSpPr/>
          <p:nvPr/>
        </p:nvSpPr>
        <p:spPr>
          <a:xfrm>
            <a:off x="3236552" y="5314312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5" name="pt1508">
            <a:extLst>
              <a:ext uri="{FF2B5EF4-FFF2-40B4-BE49-F238E27FC236}">
                <a16:creationId xmlns:a16="http://schemas.microsoft.com/office/drawing/2014/main" id="{41F2E17E-C0A8-E450-E2DF-FC1367D0B2C2}"/>
              </a:ext>
            </a:extLst>
          </p:cNvPr>
          <p:cNvSpPr/>
          <p:nvPr/>
        </p:nvSpPr>
        <p:spPr>
          <a:xfrm>
            <a:off x="3370141" y="5352078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6" name="pt1509">
            <a:extLst>
              <a:ext uri="{FF2B5EF4-FFF2-40B4-BE49-F238E27FC236}">
                <a16:creationId xmlns:a16="http://schemas.microsoft.com/office/drawing/2014/main" id="{502E4E4C-1B68-04E1-259D-9527EE04E1B2}"/>
              </a:ext>
            </a:extLst>
          </p:cNvPr>
          <p:cNvSpPr/>
          <p:nvPr/>
        </p:nvSpPr>
        <p:spPr>
          <a:xfrm>
            <a:off x="5218977" y="4613802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7" name="pt1510">
            <a:extLst>
              <a:ext uri="{FF2B5EF4-FFF2-40B4-BE49-F238E27FC236}">
                <a16:creationId xmlns:a16="http://schemas.microsoft.com/office/drawing/2014/main" id="{5ED5661A-ADEA-46FA-F270-A039DEA222BF}"/>
              </a:ext>
            </a:extLst>
          </p:cNvPr>
          <p:cNvSpPr/>
          <p:nvPr/>
        </p:nvSpPr>
        <p:spPr>
          <a:xfrm>
            <a:off x="2966162" y="5224897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8" name="pt1511">
            <a:extLst>
              <a:ext uri="{FF2B5EF4-FFF2-40B4-BE49-F238E27FC236}">
                <a16:creationId xmlns:a16="http://schemas.microsoft.com/office/drawing/2014/main" id="{B0C9771C-7D16-88BD-0BFB-384F133E5912}"/>
              </a:ext>
            </a:extLst>
          </p:cNvPr>
          <p:cNvSpPr/>
          <p:nvPr/>
        </p:nvSpPr>
        <p:spPr>
          <a:xfrm>
            <a:off x="6727453" y="2448519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89" name="pt1512">
            <a:extLst>
              <a:ext uri="{FF2B5EF4-FFF2-40B4-BE49-F238E27FC236}">
                <a16:creationId xmlns:a16="http://schemas.microsoft.com/office/drawing/2014/main" id="{65CBD7E0-43E8-5D6A-F3DB-900F796CDBDB}"/>
              </a:ext>
            </a:extLst>
          </p:cNvPr>
          <p:cNvSpPr/>
          <p:nvPr/>
        </p:nvSpPr>
        <p:spPr>
          <a:xfrm>
            <a:off x="6636561" y="2774053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90" name="pt1513">
            <a:extLst>
              <a:ext uri="{FF2B5EF4-FFF2-40B4-BE49-F238E27FC236}">
                <a16:creationId xmlns:a16="http://schemas.microsoft.com/office/drawing/2014/main" id="{2930F0A5-7CC7-CD1A-0602-126C60267077}"/>
              </a:ext>
            </a:extLst>
          </p:cNvPr>
          <p:cNvSpPr/>
          <p:nvPr/>
        </p:nvSpPr>
        <p:spPr>
          <a:xfrm>
            <a:off x="6639099" y="2762709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91" name="pt1514">
            <a:extLst>
              <a:ext uri="{FF2B5EF4-FFF2-40B4-BE49-F238E27FC236}">
                <a16:creationId xmlns:a16="http://schemas.microsoft.com/office/drawing/2014/main" id="{33EF212D-180E-2AB4-1EE5-08A7777FFDBF}"/>
              </a:ext>
            </a:extLst>
          </p:cNvPr>
          <p:cNvSpPr/>
          <p:nvPr/>
        </p:nvSpPr>
        <p:spPr>
          <a:xfrm>
            <a:off x="4960679" y="5099826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92" name="pt1515">
            <a:extLst>
              <a:ext uri="{FF2B5EF4-FFF2-40B4-BE49-F238E27FC236}">
                <a16:creationId xmlns:a16="http://schemas.microsoft.com/office/drawing/2014/main" id="{1AEB8D68-40AD-1F5C-16B8-3F3E1FB5EAF3}"/>
              </a:ext>
            </a:extLst>
          </p:cNvPr>
          <p:cNvSpPr/>
          <p:nvPr/>
        </p:nvSpPr>
        <p:spPr>
          <a:xfrm>
            <a:off x="3805426" y="5113960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93" name="pt1516">
            <a:extLst>
              <a:ext uri="{FF2B5EF4-FFF2-40B4-BE49-F238E27FC236}">
                <a16:creationId xmlns:a16="http://schemas.microsoft.com/office/drawing/2014/main" id="{11F6394F-9690-6D29-4A27-70854C164809}"/>
              </a:ext>
            </a:extLst>
          </p:cNvPr>
          <p:cNvSpPr/>
          <p:nvPr/>
        </p:nvSpPr>
        <p:spPr>
          <a:xfrm>
            <a:off x="6740038" y="2512000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94" name="pt1517">
            <a:extLst>
              <a:ext uri="{FF2B5EF4-FFF2-40B4-BE49-F238E27FC236}">
                <a16:creationId xmlns:a16="http://schemas.microsoft.com/office/drawing/2014/main" id="{7CE72390-E484-B8F0-7871-8FBF4DB130F6}"/>
              </a:ext>
            </a:extLst>
          </p:cNvPr>
          <p:cNvSpPr/>
          <p:nvPr/>
        </p:nvSpPr>
        <p:spPr>
          <a:xfrm>
            <a:off x="6055738" y="3285117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95" name="pt1518">
            <a:extLst>
              <a:ext uri="{FF2B5EF4-FFF2-40B4-BE49-F238E27FC236}">
                <a16:creationId xmlns:a16="http://schemas.microsoft.com/office/drawing/2014/main" id="{7F56E975-56B3-B8E8-3D01-EE75130FC788}"/>
              </a:ext>
            </a:extLst>
          </p:cNvPr>
          <p:cNvSpPr/>
          <p:nvPr/>
        </p:nvSpPr>
        <p:spPr>
          <a:xfrm>
            <a:off x="5954357" y="3209211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96" name="pt1519">
            <a:extLst>
              <a:ext uri="{FF2B5EF4-FFF2-40B4-BE49-F238E27FC236}">
                <a16:creationId xmlns:a16="http://schemas.microsoft.com/office/drawing/2014/main" id="{2018AE5D-F139-8F54-38EC-E60B1541C334}"/>
              </a:ext>
            </a:extLst>
          </p:cNvPr>
          <p:cNvSpPr/>
          <p:nvPr/>
        </p:nvSpPr>
        <p:spPr>
          <a:xfrm>
            <a:off x="7566956" y="2289037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97" name="pt1520">
            <a:extLst>
              <a:ext uri="{FF2B5EF4-FFF2-40B4-BE49-F238E27FC236}">
                <a16:creationId xmlns:a16="http://schemas.microsoft.com/office/drawing/2014/main" id="{7E32A380-13AD-0E36-3DC6-6A002B7A4772}"/>
              </a:ext>
            </a:extLst>
          </p:cNvPr>
          <p:cNvSpPr/>
          <p:nvPr/>
        </p:nvSpPr>
        <p:spPr>
          <a:xfrm>
            <a:off x="7568600" y="2285890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98" name="pt1521">
            <a:extLst>
              <a:ext uri="{FF2B5EF4-FFF2-40B4-BE49-F238E27FC236}">
                <a16:creationId xmlns:a16="http://schemas.microsoft.com/office/drawing/2014/main" id="{3F08D451-9399-7813-7F96-969C1701EE53}"/>
              </a:ext>
            </a:extLst>
          </p:cNvPr>
          <p:cNvSpPr/>
          <p:nvPr/>
        </p:nvSpPr>
        <p:spPr>
          <a:xfrm>
            <a:off x="2865414" y="5237508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599" name="pt1522">
            <a:extLst>
              <a:ext uri="{FF2B5EF4-FFF2-40B4-BE49-F238E27FC236}">
                <a16:creationId xmlns:a16="http://schemas.microsoft.com/office/drawing/2014/main" id="{2E3C489F-03DF-3FD2-08D0-A39233F68881}"/>
              </a:ext>
            </a:extLst>
          </p:cNvPr>
          <p:cNvSpPr/>
          <p:nvPr/>
        </p:nvSpPr>
        <p:spPr>
          <a:xfrm>
            <a:off x="5778796" y="3707556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00" name="pt1523">
            <a:extLst>
              <a:ext uri="{FF2B5EF4-FFF2-40B4-BE49-F238E27FC236}">
                <a16:creationId xmlns:a16="http://schemas.microsoft.com/office/drawing/2014/main" id="{5E88F066-9006-91CF-A5E2-AD75AF8F5564}"/>
              </a:ext>
            </a:extLst>
          </p:cNvPr>
          <p:cNvSpPr/>
          <p:nvPr/>
        </p:nvSpPr>
        <p:spPr>
          <a:xfrm>
            <a:off x="5766583" y="3689676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01" name="pt1524">
            <a:extLst>
              <a:ext uri="{FF2B5EF4-FFF2-40B4-BE49-F238E27FC236}">
                <a16:creationId xmlns:a16="http://schemas.microsoft.com/office/drawing/2014/main" id="{8F60CCBC-CF15-63B9-64D5-9D0D5C453E0E}"/>
              </a:ext>
            </a:extLst>
          </p:cNvPr>
          <p:cNvSpPr/>
          <p:nvPr/>
        </p:nvSpPr>
        <p:spPr>
          <a:xfrm>
            <a:off x="5948846" y="3974485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02" name="pt1525">
            <a:extLst>
              <a:ext uri="{FF2B5EF4-FFF2-40B4-BE49-F238E27FC236}">
                <a16:creationId xmlns:a16="http://schemas.microsoft.com/office/drawing/2014/main" id="{BE67BD08-C427-65C7-5FAC-C2109B620DEA}"/>
              </a:ext>
            </a:extLst>
          </p:cNvPr>
          <p:cNvSpPr/>
          <p:nvPr/>
        </p:nvSpPr>
        <p:spPr>
          <a:xfrm>
            <a:off x="8074435" y="1798567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03" name="pt1526">
            <a:extLst>
              <a:ext uri="{FF2B5EF4-FFF2-40B4-BE49-F238E27FC236}">
                <a16:creationId xmlns:a16="http://schemas.microsoft.com/office/drawing/2014/main" id="{CD83F1DA-1206-C5CF-AEEF-40BE6752F934}"/>
              </a:ext>
            </a:extLst>
          </p:cNvPr>
          <p:cNvSpPr/>
          <p:nvPr/>
        </p:nvSpPr>
        <p:spPr>
          <a:xfrm>
            <a:off x="5709314" y="3439951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04" name="pt1527">
            <a:extLst>
              <a:ext uri="{FF2B5EF4-FFF2-40B4-BE49-F238E27FC236}">
                <a16:creationId xmlns:a16="http://schemas.microsoft.com/office/drawing/2014/main" id="{4328EBB8-FC26-1247-360E-C19195EBE765}"/>
              </a:ext>
            </a:extLst>
          </p:cNvPr>
          <p:cNvSpPr/>
          <p:nvPr/>
        </p:nvSpPr>
        <p:spPr>
          <a:xfrm>
            <a:off x="6959028" y="2244469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05" name="pt1528">
            <a:extLst>
              <a:ext uri="{FF2B5EF4-FFF2-40B4-BE49-F238E27FC236}">
                <a16:creationId xmlns:a16="http://schemas.microsoft.com/office/drawing/2014/main" id="{0C816900-8BF7-213D-6697-A037B6DB078C}"/>
              </a:ext>
            </a:extLst>
          </p:cNvPr>
          <p:cNvSpPr/>
          <p:nvPr/>
        </p:nvSpPr>
        <p:spPr>
          <a:xfrm>
            <a:off x="6894687" y="2285070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06" name="pt1529">
            <a:extLst>
              <a:ext uri="{FF2B5EF4-FFF2-40B4-BE49-F238E27FC236}">
                <a16:creationId xmlns:a16="http://schemas.microsoft.com/office/drawing/2014/main" id="{30F27B77-6D57-269C-5273-DE31839843C7}"/>
              </a:ext>
            </a:extLst>
          </p:cNvPr>
          <p:cNvSpPr/>
          <p:nvPr/>
        </p:nvSpPr>
        <p:spPr>
          <a:xfrm>
            <a:off x="5560427" y="4322071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07" name="pt1530">
            <a:extLst>
              <a:ext uri="{FF2B5EF4-FFF2-40B4-BE49-F238E27FC236}">
                <a16:creationId xmlns:a16="http://schemas.microsoft.com/office/drawing/2014/main" id="{45F0B190-0FEA-256B-D032-28C53A19D146}"/>
              </a:ext>
            </a:extLst>
          </p:cNvPr>
          <p:cNvSpPr/>
          <p:nvPr/>
        </p:nvSpPr>
        <p:spPr>
          <a:xfrm>
            <a:off x="5547299" y="4360230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08" name="pt1531">
            <a:extLst>
              <a:ext uri="{FF2B5EF4-FFF2-40B4-BE49-F238E27FC236}">
                <a16:creationId xmlns:a16="http://schemas.microsoft.com/office/drawing/2014/main" id="{5AB5A2B7-7CA3-D20B-84A1-6FCB80849300}"/>
              </a:ext>
            </a:extLst>
          </p:cNvPr>
          <p:cNvSpPr/>
          <p:nvPr/>
        </p:nvSpPr>
        <p:spPr>
          <a:xfrm>
            <a:off x="6337294" y="2849422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09" name="pt1532">
            <a:extLst>
              <a:ext uri="{FF2B5EF4-FFF2-40B4-BE49-F238E27FC236}">
                <a16:creationId xmlns:a16="http://schemas.microsoft.com/office/drawing/2014/main" id="{86F90E43-EFD7-C6F6-EDA6-FF8DFA25A6FF}"/>
              </a:ext>
            </a:extLst>
          </p:cNvPr>
          <p:cNvSpPr/>
          <p:nvPr/>
        </p:nvSpPr>
        <p:spPr>
          <a:xfrm>
            <a:off x="4325409" y="5257663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0" name="pt1533">
            <a:extLst>
              <a:ext uri="{FF2B5EF4-FFF2-40B4-BE49-F238E27FC236}">
                <a16:creationId xmlns:a16="http://schemas.microsoft.com/office/drawing/2014/main" id="{29C4B160-D9C8-94E4-0501-89142088F561}"/>
              </a:ext>
            </a:extLst>
          </p:cNvPr>
          <p:cNvSpPr/>
          <p:nvPr/>
        </p:nvSpPr>
        <p:spPr>
          <a:xfrm>
            <a:off x="4397832" y="5256282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1" name="pt1534">
            <a:extLst>
              <a:ext uri="{FF2B5EF4-FFF2-40B4-BE49-F238E27FC236}">
                <a16:creationId xmlns:a16="http://schemas.microsoft.com/office/drawing/2014/main" id="{3F93184D-77CB-FFFF-F222-870381187B6E}"/>
              </a:ext>
            </a:extLst>
          </p:cNvPr>
          <p:cNvSpPr/>
          <p:nvPr/>
        </p:nvSpPr>
        <p:spPr>
          <a:xfrm>
            <a:off x="6446346" y="2823031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2" name="rc1535">
            <a:extLst>
              <a:ext uri="{FF2B5EF4-FFF2-40B4-BE49-F238E27FC236}">
                <a16:creationId xmlns:a16="http://schemas.microsoft.com/office/drawing/2014/main" id="{DF7371B3-77BE-C3DC-30FE-B3A783132512}"/>
              </a:ext>
            </a:extLst>
          </p:cNvPr>
          <p:cNvSpPr/>
          <p:nvPr/>
        </p:nvSpPr>
        <p:spPr>
          <a:xfrm>
            <a:off x="2326665" y="5607354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3" name="rc1536">
            <a:extLst>
              <a:ext uri="{FF2B5EF4-FFF2-40B4-BE49-F238E27FC236}">
                <a16:creationId xmlns:a16="http://schemas.microsoft.com/office/drawing/2014/main" id="{D97085E1-FB2A-0DEA-E954-0F4A3A0E71A4}"/>
              </a:ext>
            </a:extLst>
          </p:cNvPr>
          <p:cNvSpPr/>
          <p:nvPr/>
        </p:nvSpPr>
        <p:spPr>
          <a:xfrm>
            <a:off x="3380836" y="5362467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4" name="rc1537">
            <a:extLst>
              <a:ext uri="{FF2B5EF4-FFF2-40B4-BE49-F238E27FC236}">
                <a16:creationId xmlns:a16="http://schemas.microsoft.com/office/drawing/2014/main" id="{4AD6272F-D4B0-E817-CECA-F10770C5B00E}"/>
              </a:ext>
            </a:extLst>
          </p:cNvPr>
          <p:cNvSpPr/>
          <p:nvPr/>
        </p:nvSpPr>
        <p:spPr>
          <a:xfrm>
            <a:off x="4972557" y="5111919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5" name="rc1538">
            <a:extLst>
              <a:ext uri="{FF2B5EF4-FFF2-40B4-BE49-F238E27FC236}">
                <a16:creationId xmlns:a16="http://schemas.microsoft.com/office/drawing/2014/main" id="{EA9427DA-B40C-F281-1C3F-BED3BA6B1BA0}"/>
              </a:ext>
            </a:extLst>
          </p:cNvPr>
          <p:cNvSpPr/>
          <p:nvPr/>
        </p:nvSpPr>
        <p:spPr>
          <a:xfrm>
            <a:off x="5753488" y="3688950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6" name="rc1539">
            <a:extLst>
              <a:ext uri="{FF2B5EF4-FFF2-40B4-BE49-F238E27FC236}">
                <a16:creationId xmlns:a16="http://schemas.microsoft.com/office/drawing/2014/main" id="{ABCEB49D-6A68-2A33-A0D2-78D465EC4731}"/>
              </a:ext>
            </a:extLst>
          </p:cNvPr>
          <p:cNvSpPr/>
          <p:nvPr/>
        </p:nvSpPr>
        <p:spPr>
          <a:xfrm>
            <a:off x="5808062" y="3527250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7" name="rc1540">
            <a:extLst>
              <a:ext uri="{FF2B5EF4-FFF2-40B4-BE49-F238E27FC236}">
                <a16:creationId xmlns:a16="http://schemas.microsoft.com/office/drawing/2014/main" id="{B6B5C33A-6C37-C72E-EEAF-3AB1B6643E64}"/>
              </a:ext>
            </a:extLst>
          </p:cNvPr>
          <p:cNvSpPr/>
          <p:nvPr/>
        </p:nvSpPr>
        <p:spPr>
          <a:xfrm>
            <a:off x="5801771" y="3681324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8" name="rc1541">
            <a:extLst>
              <a:ext uri="{FF2B5EF4-FFF2-40B4-BE49-F238E27FC236}">
                <a16:creationId xmlns:a16="http://schemas.microsoft.com/office/drawing/2014/main" id="{86F16517-A622-1377-69F6-6F7B5D398012}"/>
              </a:ext>
            </a:extLst>
          </p:cNvPr>
          <p:cNvSpPr/>
          <p:nvPr/>
        </p:nvSpPr>
        <p:spPr>
          <a:xfrm>
            <a:off x="6739740" y="2461132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19" name="rc1542">
            <a:extLst>
              <a:ext uri="{FF2B5EF4-FFF2-40B4-BE49-F238E27FC236}">
                <a16:creationId xmlns:a16="http://schemas.microsoft.com/office/drawing/2014/main" id="{D2816A7D-CE62-ED6F-5AAA-5FBEF57E1678}"/>
              </a:ext>
            </a:extLst>
          </p:cNvPr>
          <p:cNvSpPr/>
          <p:nvPr/>
        </p:nvSpPr>
        <p:spPr>
          <a:xfrm>
            <a:off x="6968343" y="2264898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20" name="pl1543">
            <a:extLst>
              <a:ext uri="{FF2B5EF4-FFF2-40B4-BE49-F238E27FC236}">
                <a16:creationId xmlns:a16="http://schemas.microsoft.com/office/drawing/2014/main" id="{371AC66D-9D4A-B78D-2A93-E05D7ED0371F}"/>
              </a:ext>
            </a:extLst>
          </p:cNvPr>
          <p:cNvSpPr/>
          <p:nvPr/>
        </p:nvSpPr>
        <p:spPr>
          <a:xfrm>
            <a:off x="2416849" y="5372208"/>
            <a:ext cx="5511" cy="311328"/>
          </a:xfrm>
          <a:custGeom>
            <a:avLst/>
            <a:gdLst/>
            <a:ahLst/>
            <a:cxnLst/>
            <a:rect l="0" t="0" r="0" b="0"/>
            <a:pathLst>
              <a:path w="3674" h="207552">
                <a:moveTo>
                  <a:pt x="0" y="0"/>
                </a:moveTo>
                <a:lnTo>
                  <a:pt x="3674" y="207552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21" name="pl1544">
            <a:extLst>
              <a:ext uri="{FF2B5EF4-FFF2-40B4-BE49-F238E27FC236}">
                <a16:creationId xmlns:a16="http://schemas.microsoft.com/office/drawing/2014/main" id="{8AD07B16-F7AE-0405-D759-D44378813C3F}"/>
              </a:ext>
            </a:extLst>
          </p:cNvPr>
          <p:cNvSpPr/>
          <p:nvPr/>
        </p:nvSpPr>
        <p:spPr>
          <a:xfrm>
            <a:off x="3282124" y="4947136"/>
            <a:ext cx="187532" cy="492401"/>
          </a:xfrm>
          <a:custGeom>
            <a:avLst/>
            <a:gdLst/>
            <a:ahLst/>
            <a:cxnLst/>
            <a:rect l="0" t="0" r="0" b="0"/>
            <a:pathLst>
              <a:path w="125021" h="328267">
                <a:moveTo>
                  <a:pt x="0" y="0"/>
                </a:moveTo>
                <a:lnTo>
                  <a:pt x="125021" y="328267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22" name="pl1545">
            <a:extLst>
              <a:ext uri="{FF2B5EF4-FFF2-40B4-BE49-F238E27FC236}">
                <a16:creationId xmlns:a16="http://schemas.microsoft.com/office/drawing/2014/main" id="{E2A37238-13F2-6D5B-A0E6-B2F8D367614F}"/>
              </a:ext>
            </a:extLst>
          </p:cNvPr>
          <p:cNvSpPr/>
          <p:nvPr/>
        </p:nvSpPr>
        <p:spPr>
          <a:xfrm>
            <a:off x="4795653" y="4826439"/>
            <a:ext cx="260669" cy="364358"/>
          </a:xfrm>
          <a:custGeom>
            <a:avLst/>
            <a:gdLst/>
            <a:ahLst/>
            <a:cxnLst/>
            <a:rect l="0" t="0" r="0" b="0"/>
            <a:pathLst>
              <a:path w="173779" h="242905">
                <a:moveTo>
                  <a:pt x="0" y="0"/>
                </a:moveTo>
                <a:lnTo>
                  <a:pt x="173779" y="242905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23" name="pl1546">
            <a:extLst>
              <a:ext uri="{FF2B5EF4-FFF2-40B4-BE49-F238E27FC236}">
                <a16:creationId xmlns:a16="http://schemas.microsoft.com/office/drawing/2014/main" id="{0E0F8572-B526-C470-C583-D5FA1D82EE64}"/>
              </a:ext>
            </a:extLst>
          </p:cNvPr>
          <p:cNvSpPr/>
          <p:nvPr/>
        </p:nvSpPr>
        <p:spPr>
          <a:xfrm>
            <a:off x="6771264" y="2238144"/>
            <a:ext cx="60558" cy="299432"/>
          </a:xfrm>
          <a:custGeom>
            <a:avLst/>
            <a:gdLst/>
            <a:ahLst/>
            <a:cxnLst/>
            <a:rect l="0" t="0" r="0" b="0"/>
            <a:pathLst>
              <a:path w="40372" h="199621">
                <a:moveTo>
                  <a:pt x="0" y="0"/>
                </a:moveTo>
                <a:lnTo>
                  <a:pt x="40372" y="199621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24" name="pl1547">
            <a:extLst>
              <a:ext uri="{FF2B5EF4-FFF2-40B4-BE49-F238E27FC236}">
                <a16:creationId xmlns:a16="http://schemas.microsoft.com/office/drawing/2014/main" id="{B85100D0-0B1F-3143-C9B4-A376C3611263}"/>
              </a:ext>
            </a:extLst>
          </p:cNvPr>
          <p:cNvSpPr/>
          <p:nvPr/>
        </p:nvSpPr>
        <p:spPr>
          <a:xfrm>
            <a:off x="6889662" y="1902960"/>
            <a:ext cx="167489" cy="439010"/>
          </a:xfrm>
          <a:custGeom>
            <a:avLst/>
            <a:gdLst/>
            <a:ahLst/>
            <a:cxnLst/>
            <a:rect l="0" t="0" r="0" b="0"/>
            <a:pathLst>
              <a:path w="111659" h="292673">
                <a:moveTo>
                  <a:pt x="0" y="0"/>
                </a:moveTo>
                <a:lnTo>
                  <a:pt x="111659" y="292673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25" name="pg1548">
            <a:extLst>
              <a:ext uri="{FF2B5EF4-FFF2-40B4-BE49-F238E27FC236}">
                <a16:creationId xmlns:a16="http://schemas.microsoft.com/office/drawing/2014/main" id="{1C49FE80-A6E6-2904-53FE-4E8C5FA8DB2D}"/>
              </a:ext>
            </a:extLst>
          </p:cNvPr>
          <p:cNvSpPr/>
          <p:nvPr/>
        </p:nvSpPr>
        <p:spPr>
          <a:xfrm>
            <a:off x="2021416" y="5084310"/>
            <a:ext cx="790865" cy="287898"/>
          </a:xfrm>
          <a:custGeom>
            <a:avLst/>
            <a:gdLst/>
            <a:ahLst/>
            <a:cxnLst/>
            <a:rect l="0" t="0" r="0" b="0"/>
            <a:pathLst>
              <a:path w="527243" h="191932">
                <a:moveTo>
                  <a:pt x="27432" y="191932"/>
                </a:moveTo>
                <a:lnTo>
                  <a:pt x="499811" y="191932"/>
                </a:lnTo>
                <a:lnTo>
                  <a:pt x="498706" y="191910"/>
                </a:lnTo>
                <a:lnTo>
                  <a:pt x="503117" y="191732"/>
                </a:lnTo>
                <a:lnTo>
                  <a:pt x="507443" y="190849"/>
                </a:lnTo>
                <a:lnTo>
                  <a:pt x="511570" y="189284"/>
                </a:lnTo>
                <a:lnTo>
                  <a:pt x="515394" y="187076"/>
                </a:lnTo>
                <a:lnTo>
                  <a:pt x="518813" y="184284"/>
                </a:lnTo>
                <a:lnTo>
                  <a:pt x="521741" y="180980"/>
                </a:lnTo>
                <a:lnTo>
                  <a:pt x="524100" y="177248"/>
                </a:lnTo>
                <a:lnTo>
                  <a:pt x="525831" y="173187"/>
                </a:lnTo>
                <a:lnTo>
                  <a:pt x="526887" y="168900"/>
                </a:lnTo>
                <a:lnTo>
                  <a:pt x="527243" y="164500"/>
                </a:lnTo>
                <a:lnTo>
                  <a:pt x="527243" y="27432"/>
                </a:lnTo>
                <a:lnTo>
                  <a:pt x="526887" y="23031"/>
                </a:lnTo>
                <a:lnTo>
                  <a:pt x="525831" y="18745"/>
                </a:lnTo>
                <a:lnTo>
                  <a:pt x="524100" y="14683"/>
                </a:lnTo>
                <a:lnTo>
                  <a:pt x="521741" y="10952"/>
                </a:lnTo>
                <a:lnTo>
                  <a:pt x="518813" y="7647"/>
                </a:lnTo>
                <a:lnTo>
                  <a:pt x="515394" y="4855"/>
                </a:lnTo>
                <a:lnTo>
                  <a:pt x="511570" y="2648"/>
                </a:lnTo>
                <a:lnTo>
                  <a:pt x="507443" y="1083"/>
                </a:lnTo>
                <a:lnTo>
                  <a:pt x="503117" y="200"/>
                </a:lnTo>
                <a:lnTo>
                  <a:pt x="499811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26" name="tx1549">
            <a:extLst>
              <a:ext uri="{FF2B5EF4-FFF2-40B4-BE49-F238E27FC236}">
                <a16:creationId xmlns:a16="http://schemas.microsoft.com/office/drawing/2014/main" id="{14E46413-EF24-1B20-170F-81A6D53A5A8D}"/>
              </a:ext>
            </a:extLst>
          </p:cNvPr>
          <p:cNvSpPr/>
          <p:nvPr/>
        </p:nvSpPr>
        <p:spPr>
          <a:xfrm>
            <a:off x="2089996" y="5152890"/>
            <a:ext cx="653705" cy="150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5"/>
              </a:lnSpc>
            </a:pPr>
            <a:r>
              <a:rPr sz="1655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6627" name="pg1550">
            <a:extLst>
              <a:ext uri="{FF2B5EF4-FFF2-40B4-BE49-F238E27FC236}">
                <a16:creationId xmlns:a16="http://schemas.microsoft.com/office/drawing/2014/main" id="{E7CE8721-FB4B-687D-89CA-1C89C3F7C240}"/>
              </a:ext>
            </a:extLst>
          </p:cNvPr>
          <p:cNvSpPr/>
          <p:nvPr/>
        </p:nvSpPr>
        <p:spPr>
          <a:xfrm>
            <a:off x="2882363" y="4659237"/>
            <a:ext cx="779344" cy="287898"/>
          </a:xfrm>
          <a:custGeom>
            <a:avLst/>
            <a:gdLst/>
            <a:ahLst/>
            <a:cxnLst/>
            <a:rect l="0" t="0" r="0" b="0"/>
            <a:pathLst>
              <a:path w="519562" h="191932">
                <a:moveTo>
                  <a:pt x="27431" y="191932"/>
                </a:moveTo>
                <a:lnTo>
                  <a:pt x="492130" y="191932"/>
                </a:lnTo>
                <a:lnTo>
                  <a:pt x="491025" y="191910"/>
                </a:lnTo>
                <a:lnTo>
                  <a:pt x="495436" y="191732"/>
                </a:lnTo>
                <a:lnTo>
                  <a:pt x="499762" y="190849"/>
                </a:lnTo>
                <a:lnTo>
                  <a:pt x="503889" y="189284"/>
                </a:lnTo>
                <a:lnTo>
                  <a:pt x="507713" y="187076"/>
                </a:lnTo>
                <a:lnTo>
                  <a:pt x="511132" y="184284"/>
                </a:lnTo>
                <a:lnTo>
                  <a:pt x="514060" y="180980"/>
                </a:lnTo>
                <a:lnTo>
                  <a:pt x="516419" y="177248"/>
                </a:lnTo>
                <a:lnTo>
                  <a:pt x="518150" y="173187"/>
                </a:lnTo>
                <a:lnTo>
                  <a:pt x="519206" y="168900"/>
                </a:lnTo>
                <a:lnTo>
                  <a:pt x="519562" y="164500"/>
                </a:lnTo>
                <a:lnTo>
                  <a:pt x="519562" y="27431"/>
                </a:lnTo>
                <a:lnTo>
                  <a:pt x="519206" y="23031"/>
                </a:lnTo>
                <a:lnTo>
                  <a:pt x="518150" y="18745"/>
                </a:lnTo>
                <a:lnTo>
                  <a:pt x="516419" y="14683"/>
                </a:lnTo>
                <a:lnTo>
                  <a:pt x="514060" y="10952"/>
                </a:lnTo>
                <a:lnTo>
                  <a:pt x="511132" y="7647"/>
                </a:lnTo>
                <a:lnTo>
                  <a:pt x="507713" y="4855"/>
                </a:lnTo>
                <a:lnTo>
                  <a:pt x="503889" y="2648"/>
                </a:lnTo>
                <a:lnTo>
                  <a:pt x="499762" y="1083"/>
                </a:lnTo>
                <a:lnTo>
                  <a:pt x="495436" y="200"/>
                </a:lnTo>
                <a:lnTo>
                  <a:pt x="492130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1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28" name="tx1551">
            <a:extLst>
              <a:ext uri="{FF2B5EF4-FFF2-40B4-BE49-F238E27FC236}">
                <a16:creationId xmlns:a16="http://schemas.microsoft.com/office/drawing/2014/main" id="{8F4DF97A-A0EF-64DF-60FD-98E3B50467DB}"/>
              </a:ext>
            </a:extLst>
          </p:cNvPr>
          <p:cNvSpPr/>
          <p:nvPr/>
        </p:nvSpPr>
        <p:spPr>
          <a:xfrm>
            <a:off x="2950943" y="4727817"/>
            <a:ext cx="642183" cy="150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5"/>
              </a:lnSpc>
            </a:pPr>
            <a:r>
              <a:rPr sz="1655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6629" name="pg1552">
            <a:extLst>
              <a:ext uri="{FF2B5EF4-FFF2-40B4-BE49-F238E27FC236}">
                <a16:creationId xmlns:a16="http://schemas.microsoft.com/office/drawing/2014/main" id="{D9345D11-A6B6-692A-12E6-835E64E102D2}"/>
              </a:ext>
            </a:extLst>
          </p:cNvPr>
          <p:cNvSpPr/>
          <p:nvPr/>
        </p:nvSpPr>
        <p:spPr>
          <a:xfrm>
            <a:off x="4349094" y="4538541"/>
            <a:ext cx="767548" cy="287898"/>
          </a:xfrm>
          <a:custGeom>
            <a:avLst/>
            <a:gdLst/>
            <a:ahLst/>
            <a:cxnLst/>
            <a:rect l="0" t="0" r="0" b="0"/>
            <a:pathLst>
              <a:path w="511698" h="191932">
                <a:moveTo>
                  <a:pt x="27432" y="191932"/>
                </a:moveTo>
                <a:lnTo>
                  <a:pt x="484266" y="191932"/>
                </a:lnTo>
                <a:lnTo>
                  <a:pt x="483161" y="191910"/>
                </a:lnTo>
                <a:lnTo>
                  <a:pt x="487572" y="191732"/>
                </a:lnTo>
                <a:lnTo>
                  <a:pt x="491898" y="190849"/>
                </a:lnTo>
                <a:lnTo>
                  <a:pt x="496026" y="189284"/>
                </a:lnTo>
                <a:lnTo>
                  <a:pt x="499849" y="187076"/>
                </a:lnTo>
                <a:lnTo>
                  <a:pt x="503269" y="184284"/>
                </a:lnTo>
                <a:lnTo>
                  <a:pt x="506196" y="180980"/>
                </a:lnTo>
                <a:lnTo>
                  <a:pt x="508556" y="177248"/>
                </a:lnTo>
                <a:lnTo>
                  <a:pt x="510286" y="173187"/>
                </a:lnTo>
                <a:lnTo>
                  <a:pt x="511343" y="168900"/>
                </a:lnTo>
                <a:lnTo>
                  <a:pt x="511698" y="164500"/>
                </a:lnTo>
                <a:lnTo>
                  <a:pt x="511698" y="27432"/>
                </a:lnTo>
                <a:lnTo>
                  <a:pt x="511343" y="23031"/>
                </a:lnTo>
                <a:lnTo>
                  <a:pt x="510286" y="18745"/>
                </a:lnTo>
                <a:lnTo>
                  <a:pt x="508556" y="14683"/>
                </a:lnTo>
                <a:lnTo>
                  <a:pt x="506196" y="10952"/>
                </a:lnTo>
                <a:lnTo>
                  <a:pt x="503269" y="7647"/>
                </a:lnTo>
                <a:lnTo>
                  <a:pt x="499849" y="4855"/>
                </a:lnTo>
                <a:lnTo>
                  <a:pt x="496026" y="2648"/>
                </a:lnTo>
                <a:lnTo>
                  <a:pt x="491898" y="1083"/>
                </a:lnTo>
                <a:lnTo>
                  <a:pt x="487572" y="200"/>
                </a:lnTo>
                <a:lnTo>
                  <a:pt x="484266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5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5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30" name="tx1553">
            <a:extLst>
              <a:ext uri="{FF2B5EF4-FFF2-40B4-BE49-F238E27FC236}">
                <a16:creationId xmlns:a16="http://schemas.microsoft.com/office/drawing/2014/main" id="{9028D34A-3654-A5D1-5FF2-13B82BE4EC52}"/>
              </a:ext>
            </a:extLst>
          </p:cNvPr>
          <p:cNvSpPr/>
          <p:nvPr/>
        </p:nvSpPr>
        <p:spPr>
          <a:xfrm>
            <a:off x="4417674" y="4607121"/>
            <a:ext cx="630387" cy="150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5"/>
              </a:lnSpc>
            </a:pPr>
            <a:r>
              <a:rPr sz="1655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6631" name="pg1554">
            <a:extLst>
              <a:ext uri="{FF2B5EF4-FFF2-40B4-BE49-F238E27FC236}">
                <a16:creationId xmlns:a16="http://schemas.microsoft.com/office/drawing/2014/main" id="{8F9D4DDE-C3D1-C1C3-847D-0E7D60BDF6E7}"/>
              </a:ext>
            </a:extLst>
          </p:cNvPr>
          <p:cNvSpPr/>
          <p:nvPr/>
        </p:nvSpPr>
        <p:spPr>
          <a:xfrm>
            <a:off x="5945560" y="2040070"/>
            <a:ext cx="825703" cy="287898"/>
          </a:xfrm>
          <a:custGeom>
            <a:avLst/>
            <a:gdLst/>
            <a:ahLst/>
            <a:cxnLst/>
            <a:rect l="0" t="0" r="0" b="0"/>
            <a:pathLst>
              <a:path w="550468" h="191932">
                <a:moveTo>
                  <a:pt x="27431" y="191932"/>
                </a:moveTo>
                <a:lnTo>
                  <a:pt x="523036" y="191932"/>
                </a:lnTo>
                <a:lnTo>
                  <a:pt x="521932" y="191910"/>
                </a:lnTo>
                <a:lnTo>
                  <a:pt x="526343" y="191732"/>
                </a:lnTo>
                <a:lnTo>
                  <a:pt x="530668" y="190849"/>
                </a:lnTo>
                <a:lnTo>
                  <a:pt x="534796" y="189284"/>
                </a:lnTo>
                <a:lnTo>
                  <a:pt x="538619" y="187076"/>
                </a:lnTo>
                <a:lnTo>
                  <a:pt x="542039" y="184284"/>
                </a:lnTo>
                <a:lnTo>
                  <a:pt x="544967" y="180980"/>
                </a:lnTo>
                <a:lnTo>
                  <a:pt x="547326" y="177248"/>
                </a:lnTo>
                <a:lnTo>
                  <a:pt x="549057" y="173187"/>
                </a:lnTo>
                <a:lnTo>
                  <a:pt x="550113" y="168900"/>
                </a:lnTo>
                <a:lnTo>
                  <a:pt x="550468" y="164500"/>
                </a:lnTo>
                <a:lnTo>
                  <a:pt x="550468" y="27432"/>
                </a:lnTo>
                <a:lnTo>
                  <a:pt x="550113" y="23031"/>
                </a:lnTo>
                <a:lnTo>
                  <a:pt x="549057" y="18745"/>
                </a:lnTo>
                <a:lnTo>
                  <a:pt x="547326" y="14683"/>
                </a:lnTo>
                <a:lnTo>
                  <a:pt x="544967" y="10952"/>
                </a:lnTo>
                <a:lnTo>
                  <a:pt x="542039" y="7647"/>
                </a:lnTo>
                <a:lnTo>
                  <a:pt x="538619" y="4855"/>
                </a:lnTo>
                <a:lnTo>
                  <a:pt x="534796" y="2648"/>
                </a:lnTo>
                <a:lnTo>
                  <a:pt x="530668" y="1083"/>
                </a:lnTo>
                <a:lnTo>
                  <a:pt x="526343" y="200"/>
                </a:lnTo>
                <a:lnTo>
                  <a:pt x="523036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5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5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32" name="tx1555">
            <a:extLst>
              <a:ext uri="{FF2B5EF4-FFF2-40B4-BE49-F238E27FC236}">
                <a16:creationId xmlns:a16="http://schemas.microsoft.com/office/drawing/2014/main" id="{8896E376-74BD-7C1A-BBAB-4692B1D1C422}"/>
              </a:ext>
            </a:extLst>
          </p:cNvPr>
          <p:cNvSpPr/>
          <p:nvPr/>
        </p:nvSpPr>
        <p:spPr>
          <a:xfrm>
            <a:off x="6014140" y="2108650"/>
            <a:ext cx="688542" cy="150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5"/>
              </a:lnSpc>
            </a:pPr>
            <a:r>
              <a:rPr sz="1655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6633" name="pg1556">
            <a:extLst>
              <a:ext uri="{FF2B5EF4-FFF2-40B4-BE49-F238E27FC236}">
                <a16:creationId xmlns:a16="http://schemas.microsoft.com/office/drawing/2014/main" id="{AFFA1F82-7CD4-6155-6087-B47268734847}"/>
              </a:ext>
            </a:extLst>
          </p:cNvPr>
          <p:cNvSpPr/>
          <p:nvPr/>
        </p:nvSpPr>
        <p:spPr>
          <a:xfrm>
            <a:off x="6461826" y="1615062"/>
            <a:ext cx="837499" cy="287898"/>
          </a:xfrm>
          <a:custGeom>
            <a:avLst/>
            <a:gdLst/>
            <a:ahLst/>
            <a:cxnLst/>
            <a:rect l="0" t="0" r="0" b="0"/>
            <a:pathLst>
              <a:path w="558332" h="191932">
                <a:moveTo>
                  <a:pt x="27432" y="191932"/>
                </a:moveTo>
                <a:lnTo>
                  <a:pt x="530900" y="191932"/>
                </a:lnTo>
                <a:lnTo>
                  <a:pt x="529796" y="191910"/>
                </a:lnTo>
                <a:lnTo>
                  <a:pt x="534207" y="191732"/>
                </a:lnTo>
                <a:lnTo>
                  <a:pt x="538532" y="190849"/>
                </a:lnTo>
                <a:lnTo>
                  <a:pt x="542660" y="189284"/>
                </a:lnTo>
                <a:lnTo>
                  <a:pt x="546483" y="187076"/>
                </a:lnTo>
                <a:lnTo>
                  <a:pt x="549903" y="184284"/>
                </a:lnTo>
                <a:lnTo>
                  <a:pt x="552830" y="180980"/>
                </a:lnTo>
                <a:lnTo>
                  <a:pt x="555190" y="177248"/>
                </a:lnTo>
                <a:lnTo>
                  <a:pt x="556920" y="173187"/>
                </a:lnTo>
                <a:lnTo>
                  <a:pt x="557977" y="168900"/>
                </a:lnTo>
                <a:lnTo>
                  <a:pt x="558332" y="164500"/>
                </a:lnTo>
                <a:lnTo>
                  <a:pt x="558332" y="27431"/>
                </a:lnTo>
                <a:lnTo>
                  <a:pt x="557977" y="23031"/>
                </a:lnTo>
                <a:lnTo>
                  <a:pt x="556920" y="18745"/>
                </a:lnTo>
                <a:lnTo>
                  <a:pt x="555190" y="14683"/>
                </a:lnTo>
                <a:lnTo>
                  <a:pt x="552830" y="10952"/>
                </a:lnTo>
                <a:lnTo>
                  <a:pt x="549903" y="7647"/>
                </a:lnTo>
                <a:lnTo>
                  <a:pt x="546483" y="4855"/>
                </a:lnTo>
                <a:lnTo>
                  <a:pt x="542660" y="2648"/>
                </a:lnTo>
                <a:lnTo>
                  <a:pt x="538532" y="1083"/>
                </a:lnTo>
                <a:lnTo>
                  <a:pt x="534207" y="200"/>
                </a:lnTo>
                <a:lnTo>
                  <a:pt x="530900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1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34" name="tx1557">
            <a:extLst>
              <a:ext uri="{FF2B5EF4-FFF2-40B4-BE49-F238E27FC236}">
                <a16:creationId xmlns:a16="http://schemas.microsoft.com/office/drawing/2014/main" id="{86CD97C9-98AB-26C7-13E0-24DD01C0B33E}"/>
              </a:ext>
            </a:extLst>
          </p:cNvPr>
          <p:cNvSpPr/>
          <p:nvPr/>
        </p:nvSpPr>
        <p:spPr>
          <a:xfrm>
            <a:off x="6530406" y="1683642"/>
            <a:ext cx="700338" cy="150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5"/>
              </a:lnSpc>
            </a:pPr>
            <a:r>
              <a:rPr sz="1655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6635" name="pl1558">
            <a:extLst>
              <a:ext uri="{FF2B5EF4-FFF2-40B4-BE49-F238E27FC236}">
                <a16:creationId xmlns:a16="http://schemas.microsoft.com/office/drawing/2014/main" id="{67331956-F326-331C-FF37-2C41B869FBED}"/>
              </a:ext>
            </a:extLst>
          </p:cNvPr>
          <p:cNvSpPr/>
          <p:nvPr/>
        </p:nvSpPr>
        <p:spPr>
          <a:xfrm>
            <a:off x="1952836" y="1096849"/>
            <a:ext cx="0" cy="5465000"/>
          </a:xfrm>
          <a:custGeom>
            <a:avLst/>
            <a:gdLst/>
            <a:ahLst/>
            <a:cxnLst/>
            <a:rect l="0" t="0" r="0" b="0"/>
            <a:pathLst>
              <a:path h="3643333">
                <a:moveTo>
                  <a:pt x="0" y="3643333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36" name="tx1559">
            <a:extLst>
              <a:ext uri="{FF2B5EF4-FFF2-40B4-BE49-F238E27FC236}">
                <a16:creationId xmlns:a16="http://schemas.microsoft.com/office/drawing/2014/main" id="{06ED92CC-1EAB-E29D-1536-60A2565A8534}"/>
              </a:ext>
            </a:extLst>
          </p:cNvPr>
          <p:cNvSpPr/>
          <p:nvPr/>
        </p:nvSpPr>
        <p:spPr>
          <a:xfrm>
            <a:off x="1281207" y="629014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25</a:t>
            </a:r>
          </a:p>
        </p:txBody>
      </p:sp>
      <p:sp>
        <p:nvSpPr>
          <p:cNvPr id="6637" name="tx1560">
            <a:extLst>
              <a:ext uri="{FF2B5EF4-FFF2-40B4-BE49-F238E27FC236}">
                <a16:creationId xmlns:a16="http://schemas.microsoft.com/office/drawing/2014/main" id="{434F71FD-F8B4-DAE4-010F-3492BBFC3CD1}"/>
              </a:ext>
            </a:extLst>
          </p:cNvPr>
          <p:cNvSpPr/>
          <p:nvPr/>
        </p:nvSpPr>
        <p:spPr>
          <a:xfrm>
            <a:off x="1543121" y="6262572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38" name="tx1561">
            <a:extLst>
              <a:ext uri="{FF2B5EF4-FFF2-40B4-BE49-F238E27FC236}">
                <a16:creationId xmlns:a16="http://schemas.microsoft.com/office/drawing/2014/main" id="{E7FB9D1B-A3A1-A38A-1236-8E60AE4FC241}"/>
              </a:ext>
            </a:extLst>
          </p:cNvPr>
          <p:cNvSpPr/>
          <p:nvPr/>
        </p:nvSpPr>
        <p:spPr>
          <a:xfrm>
            <a:off x="1683768" y="6290142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39" name="tx1562">
            <a:extLst>
              <a:ext uri="{FF2B5EF4-FFF2-40B4-BE49-F238E27FC236}">
                <a16:creationId xmlns:a16="http://schemas.microsoft.com/office/drawing/2014/main" id="{C90B5DB1-5520-9C2D-E01E-8C8CF298160C}"/>
              </a:ext>
            </a:extLst>
          </p:cNvPr>
          <p:cNvSpPr/>
          <p:nvPr/>
        </p:nvSpPr>
        <p:spPr>
          <a:xfrm>
            <a:off x="1281207" y="523904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30</a:t>
            </a:r>
          </a:p>
        </p:txBody>
      </p:sp>
      <p:sp>
        <p:nvSpPr>
          <p:cNvPr id="6640" name="tx1563">
            <a:extLst>
              <a:ext uri="{FF2B5EF4-FFF2-40B4-BE49-F238E27FC236}">
                <a16:creationId xmlns:a16="http://schemas.microsoft.com/office/drawing/2014/main" id="{17A6E78E-DBE0-3393-9807-A9E9012A29CC}"/>
              </a:ext>
            </a:extLst>
          </p:cNvPr>
          <p:cNvSpPr/>
          <p:nvPr/>
        </p:nvSpPr>
        <p:spPr>
          <a:xfrm>
            <a:off x="1543121" y="521147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41" name="tx1564">
            <a:extLst>
              <a:ext uri="{FF2B5EF4-FFF2-40B4-BE49-F238E27FC236}">
                <a16:creationId xmlns:a16="http://schemas.microsoft.com/office/drawing/2014/main" id="{A0E9E719-00C9-47FA-8959-9E33C3370120}"/>
              </a:ext>
            </a:extLst>
          </p:cNvPr>
          <p:cNvSpPr/>
          <p:nvPr/>
        </p:nvSpPr>
        <p:spPr>
          <a:xfrm>
            <a:off x="1683768" y="5239042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42" name="tx1565">
            <a:extLst>
              <a:ext uri="{FF2B5EF4-FFF2-40B4-BE49-F238E27FC236}">
                <a16:creationId xmlns:a16="http://schemas.microsoft.com/office/drawing/2014/main" id="{E29E3B24-DBBC-9199-5061-86753ABD2389}"/>
              </a:ext>
            </a:extLst>
          </p:cNvPr>
          <p:cNvSpPr/>
          <p:nvPr/>
        </p:nvSpPr>
        <p:spPr>
          <a:xfrm>
            <a:off x="1281207" y="4188081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35</a:t>
            </a:r>
          </a:p>
        </p:txBody>
      </p:sp>
      <p:sp>
        <p:nvSpPr>
          <p:cNvPr id="6643" name="tx1566">
            <a:extLst>
              <a:ext uri="{FF2B5EF4-FFF2-40B4-BE49-F238E27FC236}">
                <a16:creationId xmlns:a16="http://schemas.microsoft.com/office/drawing/2014/main" id="{92BE4970-E654-2BF7-DE7E-3D9DCCA838AC}"/>
              </a:ext>
            </a:extLst>
          </p:cNvPr>
          <p:cNvSpPr/>
          <p:nvPr/>
        </p:nvSpPr>
        <p:spPr>
          <a:xfrm>
            <a:off x="1543121" y="4160512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44" name="tx1567">
            <a:extLst>
              <a:ext uri="{FF2B5EF4-FFF2-40B4-BE49-F238E27FC236}">
                <a16:creationId xmlns:a16="http://schemas.microsoft.com/office/drawing/2014/main" id="{3659D5D3-042C-BCEF-D030-2E2F32E7CCAA}"/>
              </a:ext>
            </a:extLst>
          </p:cNvPr>
          <p:cNvSpPr/>
          <p:nvPr/>
        </p:nvSpPr>
        <p:spPr>
          <a:xfrm>
            <a:off x="1683768" y="4188081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45" name="tx1568">
            <a:extLst>
              <a:ext uri="{FF2B5EF4-FFF2-40B4-BE49-F238E27FC236}">
                <a16:creationId xmlns:a16="http://schemas.microsoft.com/office/drawing/2014/main" id="{3B3AEB35-2EBD-3B67-9F36-F168169EA618}"/>
              </a:ext>
            </a:extLst>
          </p:cNvPr>
          <p:cNvSpPr/>
          <p:nvPr/>
        </p:nvSpPr>
        <p:spPr>
          <a:xfrm>
            <a:off x="1281207" y="3137119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6646" name="tx1569">
            <a:extLst>
              <a:ext uri="{FF2B5EF4-FFF2-40B4-BE49-F238E27FC236}">
                <a16:creationId xmlns:a16="http://schemas.microsoft.com/office/drawing/2014/main" id="{5807143E-2C73-42C1-9D27-37B18133BFE1}"/>
              </a:ext>
            </a:extLst>
          </p:cNvPr>
          <p:cNvSpPr/>
          <p:nvPr/>
        </p:nvSpPr>
        <p:spPr>
          <a:xfrm>
            <a:off x="1543121" y="3109551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47" name="tx1570">
            <a:extLst>
              <a:ext uri="{FF2B5EF4-FFF2-40B4-BE49-F238E27FC236}">
                <a16:creationId xmlns:a16="http://schemas.microsoft.com/office/drawing/2014/main" id="{568E9B8A-E5EF-9E3E-A4C5-C9867AAD54BE}"/>
              </a:ext>
            </a:extLst>
          </p:cNvPr>
          <p:cNvSpPr/>
          <p:nvPr/>
        </p:nvSpPr>
        <p:spPr>
          <a:xfrm>
            <a:off x="1683768" y="3137119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48" name="tx1571">
            <a:extLst>
              <a:ext uri="{FF2B5EF4-FFF2-40B4-BE49-F238E27FC236}">
                <a16:creationId xmlns:a16="http://schemas.microsoft.com/office/drawing/2014/main" id="{3927CE95-C735-7760-6FE8-6AC50D2598DC}"/>
              </a:ext>
            </a:extLst>
          </p:cNvPr>
          <p:cNvSpPr/>
          <p:nvPr/>
        </p:nvSpPr>
        <p:spPr>
          <a:xfrm>
            <a:off x="1281207" y="2086294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45</a:t>
            </a:r>
          </a:p>
        </p:txBody>
      </p:sp>
      <p:sp>
        <p:nvSpPr>
          <p:cNvPr id="6649" name="tx1572">
            <a:extLst>
              <a:ext uri="{FF2B5EF4-FFF2-40B4-BE49-F238E27FC236}">
                <a16:creationId xmlns:a16="http://schemas.microsoft.com/office/drawing/2014/main" id="{918CED83-0C79-FA34-AB95-93F41C6C0415}"/>
              </a:ext>
            </a:extLst>
          </p:cNvPr>
          <p:cNvSpPr/>
          <p:nvPr/>
        </p:nvSpPr>
        <p:spPr>
          <a:xfrm>
            <a:off x="1543121" y="2058726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50" name="tx1573">
            <a:extLst>
              <a:ext uri="{FF2B5EF4-FFF2-40B4-BE49-F238E27FC236}">
                <a16:creationId xmlns:a16="http://schemas.microsoft.com/office/drawing/2014/main" id="{B5C5A4C1-0FE2-9203-073D-7907704D5115}"/>
              </a:ext>
            </a:extLst>
          </p:cNvPr>
          <p:cNvSpPr/>
          <p:nvPr/>
        </p:nvSpPr>
        <p:spPr>
          <a:xfrm>
            <a:off x="1683768" y="2086294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51" name="tx1574">
            <a:extLst>
              <a:ext uri="{FF2B5EF4-FFF2-40B4-BE49-F238E27FC236}">
                <a16:creationId xmlns:a16="http://schemas.microsoft.com/office/drawing/2014/main" id="{A07122F6-4A14-BE4E-CDDF-A8AED100EFC6}"/>
              </a:ext>
            </a:extLst>
          </p:cNvPr>
          <p:cNvSpPr/>
          <p:nvPr/>
        </p:nvSpPr>
        <p:spPr>
          <a:xfrm>
            <a:off x="1281207" y="1035196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50</a:t>
            </a:r>
          </a:p>
        </p:txBody>
      </p:sp>
      <p:sp>
        <p:nvSpPr>
          <p:cNvPr id="6652" name="tx1575">
            <a:extLst>
              <a:ext uri="{FF2B5EF4-FFF2-40B4-BE49-F238E27FC236}">
                <a16:creationId xmlns:a16="http://schemas.microsoft.com/office/drawing/2014/main" id="{6FBB3F88-C3CC-50D8-E57F-CAA5126020CF}"/>
              </a:ext>
            </a:extLst>
          </p:cNvPr>
          <p:cNvSpPr/>
          <p:nvPr/>
        </p:nvSpPr>
        <p:spPr>
          <a:xfrm>
            <a:off x="1543121" y="1007626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53" name="tx1576">
            <a:extLst>
              <a:ext uri="{FF2B5EF4-FFF2-40B4-BE49-F238E27FC236}">
                <a16:creationId xmlns:a16="http://schemas.microsoft.com/office/drawing/2014/main" id="{1E482440-1CFF-C1A9-DB93-5B6CF042BE96}"/>
              </a:ext>
            </a:extLst>
          </p:cNvPr>
          <p:cNvSpPr/>
          <p:nvPr/>
        </p:nvSpPr>
        <p:spPr>
          <a:xfrm>
            <a:off x="1683768" y="1035196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654" name="pl1577">
            <a:extLst>
              <a:ext uri="{FF2B5EF4-FFF2-40B4-BE49-F238E27FC236}">
                <a16:creationId xmlns:a16="http://schemas.microsoft.com/office/drawing/2014/main" id="{0A775B8F-08CF-9FDD-5525-EF6E01BC77DC}"/>
              </a:ext>
            </a:extLst>
          </p:cNvPr>
          <p:cNvSpPr/>
          <p:nvPr/>
        </p:nvSpPr>
        <p:spPr>
          <a:xfrm>
            <a:off x="1900645" y="6351657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5" name="pl1578">
            <a:extLst>
              <a:ext uri="{FF2B5EF4-FFF2-40B4-BE49-F238E27FC236}">
                <a16:creationId xmlns:a16="http://schemas.microsoft.com/office/drawing/2014/main" id="{D20AEC73-385A-974A-F71E-D40B9C044489}"/>
              </a:ext>
            </a:extLst>
          </p:cNvPr>
          <p:cNvSpPr/>
          <p:nvPr/>
        </p:nvSpPr>
        <p:spPr>
          <a:xfrm>
            <a:off x="1900645" y="5300695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6" name="pl1579">
            <a:extLst>
              <a:ext uri="{FF2B5EF4-FFF2-40B4-BE49-F238E27FC236}">
                <a16:creationId xmlns:a16="http://schemas.microsoft.com/office/drawing/2014/main" id="{A97D03D3-FFC7-8274-0A65-1AD9A1B65C94}"/>
              </a:ext>
            </a:extLst>
          </p:cNvPr>
          <p:cNvSpPr/>
          <p:nvPr/>
        </p:nvSpPr>
        <p:spPr>
          <a:xfrm>
            <a:off x="1900645" y="4249734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7" name="pl1580">
            <a:extLst>
              <a:ext uri="{FF2B5EF4-FFF2-40B4-BE49-F238E27FC236}">
                <a16:creationId xmlns:a16="http://schemas.microsoft.com/office/drawing/2014/main" id="{6E9BDE5C-36FA-CAFF-97ED-9C6CD64D07CC}"/>
              </a:ext>
            </a:extLst>
          </p:cNvPr>
          <p:cNvSpPr/>
          <p:nvPr/>
        </p:nvSpPr>
        <p:spPr>
          <a:xfrm>
            <a:off x="1900645" y="3198772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8" name="pl1581">
            <a:extLst>
              <a:ext uri="{FF2B5EF4-FFF2-40B4-BE49-F238E27FC236}">
                <a16:creationId xmlns:a16="http://schemas.microsoft.com/office/drawing/2014/main" id="{2BBF199A-F9C1-9A57-295B-65AA8CA83B45}"/>
              </a:ext>
            </a:extLst>
          </p:cNvPr>
          <p:cNvSpPr/>
          <p:nvPr/>
        </p:nvSpPr>
        <p:spPr>
          <a:xfrm>
            <a:off x="1900645" y="2147811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59" name="pl1582">
            <a:extLst>
              <a:ext uri="{FF2B5EF4-FFF2-40B4-BE49-F238E27FC236}">
                <a16:creationId xmlns:a16="http://schemas.microsoft.com/office/drawing/2014/main" id="{B5B6B0A0-76D9-AAA9-0B17-4FB105828458}"/>
              </a:ext>
            </a:extLst>
          </p:cNvPr>
          <p:cNvSpPr/>
          <p:nvPr/>
        </p:nvSpPr>
        <p:spPr>
          <a:xfrm>
            <a:off x="1900645" y="1096849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60" name="pl1583">
            <a:extLst>
              <a:ext uri="{FF2B5EF4-FFF2-40B4-BE49-F238E27FC236}">
                <a16:creationId xmlns:a16="http://schemas.microsoft.com/office/drawing/2014/main" id="{856D5384-A297-8AE9-EC6C-97C31EEABD15}"/>
              </a:ext>
            </a:extLst>
          </p:cNvPr>
          <p:cNvSpPr/>
          <p:nvPr/>
        </p:nvSpPr>
        <p:spPr>
          <a:xfrm>
            <a:off x="1952836" y="6561850"/>
            <a:ext cx="6714686" cy="0"/>
          </a:xfrm>
          <a:custGeom>
            <a:avLst/>
            <a:gdLst/>
            <a:ahLst/>
            <a:cxnLst/>
            <a:rect l="0" t="0" r="0" b="0"/>
            <a:pathLst>
              <a:path w="4476454">
                <a:moveTo>
                  <a:pt x="0" y="0"/>
                </a:moveTo>
                <a:lnTo>
                  <a:pt x="4476454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61" name="pl1584">
            <a:extLst>
              <a:ext uri="{FF2B5EF4-FFF2-40B4-BE49-F238E27FC236}">
                <a16:creationId xmlns:a16="http://schemas.microsoft.com/office/drawing/2014/main" id="{E1630A4A-16BF-514D-2222-8F3E21414C88}"/>
              </a:ext>
            </a:extLst>
          </p:cNvPr>
          <p:cNvSpPr/>
          <p:nvPr/>
        </p:nvSpPr>
        <p:spPr>
          <a:xfrm>
            <a:off x="1952836" y="6561850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662" name="pl1585">
            <a:extLst>
              <a:ext uri="{FF2B5EF4-FFF2-40B4-BE49-F238E27FC236}">
                <a16:creationId xmlns:a16="http://schemas.microsoft.com/office/drawing/2014/main" id="{32A64E73-0848-A334-66FA-F1A2757F0B86}"/>
              </a:ext>
            </a:extLst>
          </p:cNvPr>
          <p:cNvSpPr/>
          <p:nvPr/>
        </p:nvSpPr>
        <p:spPr>
          <a:xfrm>
            <a:off x="2792172" y="6561850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63" name="pl1586">
            <a:extLst>
              <a:ext uri="{FF2B5EF4-FFF2-40B4-BE49-F238E27FC236}">
                <a16:creationId xmlns:a16="http://schemas.microsoft.com/office/drawing/2014/main" id="{E9A1782B-2A67-8879-3849-7896787B0213}"/>
              </a:ext>
            </a:extLst>
          </p:cNvPr>
          <p:cNvSpPr/>
          <p:nvPr/>
        </p:nvSpPr>
        <p:spPr>
          <a:xfrm>
            <a:off x="3631508" y="6561850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64" name="pl1587">
            <a:extLst>
              <a:ext uri="{FF2B5EF4-FFF2-40B4-BE49-F238E27FC236}">
                <a16:creationId xmlns:a16="http://schemas.microsoft.com/office/drawing/2014/main" id="{CC94D648-5B5A-8A40-B8BC-1B5483CB0C29}"/>
              </a:ext>
            </a:extLst>
          </p:cNvPr>
          <p:cNvSpPr/>
          <p:nvPr/>
        </p:nvSpPr>
        <p:spPr>
          <a:xfrm>
            <a:off x="4470844" y="6561850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65" name="pl1588">
            <a:extLst>
              <a:ext uri="{FF2B5EF4-FFF2-40B4-BE49-F238E27FC236}">
                <a16:creationId xmlns:a16="http://schemas.microsoft.com/office/drawing/2014/main" id="{EAAC340E-4392-069E-BB48-A80F0739B19E}"/>
              </a:ext>
            </a:extLst>
          </p:cNvPr>
          <p:cNvSpPr/>
          <p:nvPr/>
        </p:nvSpPr>
        <p:spPr>
          <a:xfrm>
            <a:off x="5310180" y="6561850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66" name="pl1589">
            <a:extLst>
              <a:ext uri="{FF2B5EF4-FFF2-40B4-BE49-F238E27FC236}">
                <a16:creationId xmlns:a16="http://schemas.microsoft.com/office/drawing/2014/main" id="{6CD5A437-FE3B-9F83-6B39-912E1CF4899F}"/>
              </a:ext>
            </a:extLst>
          </p:cNvPr>
          <p:cNvSpPr/>
          <p:nvPr/>
        </p:nvSpPr>
        <p:spPr>
          <a:xfrm>
            <a:off x="6149515" y="6561850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67" name="pl1590">
            <a:extLst>
              <a:ext uri="{FF2B5EF4-FFF2-40B4-BE49-F238E27FC236}">
                <a16:creationId xmlns:a16="http://schemas.microsoft.com/office/drawing/2014/main" id="{D4B9CEA9-1F0D-5539-ADB4-9F6D3C809CB5}"/>
              </a:ext>
            </a:extLst>
          </p:cNvPr>
          <p:cNvSpPr/>
          <p:nvPr/>
        </p:nvSpPr>
        <p:spPr>
          <a:xfrm>
            <a:off x="6988851" y="6561850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68" name="pl1591">
            <a:extLst>
              <a:ext uri="{FF2B5EF4-FFF2-40B4-BE49-F238E27FC236}">
                <a16:creationId xmlns:a16="http://schemas.microsoft.com/office/drawing/2014/main" id="{396ADE8F-A052-C21C-792A-AFA474757B53}"/>
              </a:ext>
            </a:extLst>
          </p:cNvPr>
          <p:cNvSpPr/>
          <p:nvPr/>
        </p:nvSpPr>
        <p:spPr>
          <a:xfrm>
            <a:off x="7828187" y="6561850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69" name="pl1592">
            <a:extLst>
              <a:ext uri="{FF2B5EF4-FFF2-40B4-BE49-F238E27FC236}">
                <a16:creationId xmlns:a16="http://schemas.microsoft.com/office/drawing/2014/main" id="{13623146-B3F0-9F9E-DE95-6A88536405AF}"/>
              </a:ext>
            </a:extLst>
          </p:cNvPr>
          <p:cNvSpPr/>
          <p:nvPr/>
        </p:nvSpPr>
        <p:spPr>
          <a:xfrm>
            <a:off x="8667523" y="6561850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670" name="tx1593">
            <a:extLst>
              <a:ext uri="{FF2B5EF4-FFF2-40B4-BE49-F238E27FC236}">
                <a16:creationId xmlns:a16="http://schemas.microsoft.com/office/drawing/2014/main" id="{C61653E4-DC1D-7454-469D-5506608B0360}"/>
              </a:ext>
            </a:extLst>
          </p:cNvPr>
          <p:cNvSpPr/>
          <p:nvPr/>
        </p:nvSpPr>
        <p:spPr>
          <a:xfrm>
            <a:off x="1611760" y="6755904"/>
            <a:ext cx="279806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6671" name="tx1594">
            <a:extLst>
              <a:ext uri="{FF2B5EF4-FFF2-40B4-BE49-F238E27FC236}">
                <a16:creationId xmlns:a16="http://schemas.microsoft.com/office/drawing/2014/main" id="{993182FC-7ED8-DD66-6E55-5E1E2DB0FD35}"/>
              </a:ext>
            </a:extLst>
          </p:cNvPr>
          <p:cNvSpPr/>
          <p:nvPr/>
        </p:nvSpPr>
        <p:spPr>
          <a:xfrm>
            <a:off x="1980132" y="6728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72" name="tx1595">
            <a:extLst>
              <a:ext uri="{FF2B5EF4-FFF2-40B4-BE49-F238E27FC236}">
                <a16:creationId xmlns:a16="http://schemas.microsoft.com/office/drawing/2014/main" id="{6412A5C2-ECFE-DDCE-3609-85A10AA9F64E}"/>
              </a:ext>
            </a:extLst>
          </p:cNvPr>
          <p:cNvSpPr/>
          <p:nvPr/>
        </p:nvSpPr>
        <p:spPr>
          <a:xfrm>
            <a:off x="2115816" y="6755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73" name="tx1596">
            <a:extLst>
              <a:ext uri="{FF2B5EF4-FFF2-40B4-BE49-F238E27FC236}">
                <a16:creationId xmlns:a16="http://schemas.microsoft.com/office/drawing/2014/main" id="{4CE6F4E5-6C2C-CB91-2568-5055B3AE7243}"/>
              </a:ext>
            </a:extLst>
          </p:cNvPr>
          <p:cNvSpPr/>
          <p:nvPr/>
        </p:nvSpPr>
        <p:spPr>
          <a:xfrm>
            <a:off x="2475856" y="6755904"/>
            <a:ext cx="233034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95</a:t>
            </a:r>
          </a:p>
        </p:txBody>
      </p:sp>
      <p:sp>
        <p:nvSpPr>
          <p:cNvPr id="6674" name="tx1597">
            <a:extLst>
              <a:ext uri="{FF2B5EF4-FFF2-40B4-BE49-F238E27FC236}">
                <a16:creationId xmlns:a16="http://schemas.microsoft.com/office/drawing/2014/main" id="{BF3C287F-4F48-957E-1C2D-F8345876FAEC}"/>
              </a:ext>
            </a:extLst>
          </p:cNvPr>
          <p:cNvSpPr/>
          <p:nvPr/>
        </p:nvSpPr>
        <p:spPr>
          <a:xfrm>
            <a:off x="2796081" y="6728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75" name="tx1598">
            <a:extLst>
              <a:ext uri="{FF2B5EF4-FFF2-40B4-BE49-F238E27FC236}">
                <a16:creationId xmlns:a16="http://schemas.microsoft.com/office/drawing/2014/main" id="{861E829A-08E4-DC0E-F8E7-74E649764EA6}"/>
              </a:ext>
            </a:extLst>
          </p:cNvPr>
          <p:cNvSpPr/>
          <p:nvPr/>
        </p:nvSpPr>
        <p:spPr>
          <a:xfrm>
            <a:off x="2907904" y="6755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76" name="tx1599">
            <a:extLst>
              <a:ext uri="{FF2B5EF4-FFF2-40B4-BE49-F238E27FC236}">
                <a16:creationId xmlns:a16="http://schemas.microsoft.com/office/drawing/2014/main" id="{3DF194D4-CDF2-FC04-C8D4-E552F3CB7569}"/>
              </a:ext>
            </a:extLst>
          </p:cNvPr>
          <p:cNvSpPr/>
          <p:nvPr/>
        </p:nvSpPr>
        <p:spPr>
          <a:xfrm>
            <a:off x="3339952" y="6755904"/>
            <a:ext cx="233034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90</a:t>
            </a:r>
          </a:p>
        </p:txBody>
      </p:sp>
      <p:sp>
        <p:nvSpPr>
          <p:cNvPr id="6677" name="tx1600">
            <a:extLst>
              <a:ext uri="{FF2B5EF4-FFF2-40B4-BE49-F238E27FC236}">
                <a16:creationId xmlns:a16="http://schemas.microsoft.com/office/drawing/2014/main" id="{FC53CC38-84D8-F632-30BA-A216BE9AB2D7}"/>
              </a:ext>
            </a:extLst>
          </p:cNvPr>
          <p:cNvSpPr/>
          <p:nvPr/>
        </p:nvSpPr>
        <p:spPr>
          <a:xfrm>
            <a:off x="3635417" y="6728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78" name="tx1601">
            <a:extLst>
              <a:ext uri="{FF2B5EF4-FFF2-40B4-BE49-F238E27FC236}">
                <a16:creationId xmlns:a16="http://schemas.microsoft.com/office/drawing/2014/main" id="{2B424F33-1477-1A5B-9274-9A03176159E4}"/>
              </a:ext>
            </a:extLst>
          </p:cNvPr>
          <p:cNvSpPr/>
          <p:nvPr/>
        </p:nvSpPr>
        <p:spPr>
          <a:xfrm>
            <a:off x="3772000" y="6755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79" name="tx1602">
            <a:extLst>
              <a:ext uri="{FF2B5EF4-FFF2-40B4-BE49-F238E27FC236}">
                <a16:creationId xmlns:a16="http://schemas.microsoft.com/office/drawing/2014/main" id="{EB730E6F-9E11-C515-3D23-51166EC3C588}"/>
              </a:ext>
            </a:extLst>
          </p:cNvPr>
          <p:cNvSpPr/>
          <p:nvPr/>
        </p:nvSpPr>
        <p:spPr>
          <a:xfrm>
            <a:off x="4187038" y="6755904"/>
            <a:ext cx="233034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85</a:t>
            </a:r>
          </a:p>
        </p:txBody>
      </p:sp>
      <p:sp>
        <p:nvSpPr>
          <p:cNvPr id="6680" name="tx1603">
            <a:extLst>
              <a:ext uri="{FF2B5EF4-FFF2-40B4-BE49-F238E27FC236}">
                <a16:creationId xmlns:a16="http://schemas.microsoft.com/office/drawing/2014/main" id="{66CB4763-7655-8BB6-54C0-9FE2AA7A7485}"/>
              </a:ext>
            </a:extLst>
          </p:cNvPr>
          <p:cNvSpPr/>
          <p:nvPr/>
        </p:nvSpPr>
        <p:spPr>
          <a:xfrm>
            <a:off x="4474753" y="6728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81" name="tx1604">
            <a:extLst>
              <a:ext uri="{FF2B5EF4-FFF2-40B4-BE49-F238E27FC236}">
                <a16:creationId xmlns:a16="http://schemas.microsoft.com/office/drawing/2014/main" id="{4BA90D77-B1A2-2BC1-A90B-76448C9AE786}"/>
              </a:ext>
            </a:extLst>
          </p:cNvPr>
          <p:cNvSpPr/>
          <p:nvPr/>
        </p:nvSpPr>
        <p:spPr>
          <a:xfrm>
            <a:off x="4621967" y="6755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82" name="tx1605">
            <a:extLst>
              <a:ext uri="{FF2B5EF4-FFF2-40B4-BE49-F238E27FC236}">
                <a16:creationId xmlns:a16="http://schemas.microsoft.com/office/drawing/2014/main" id="{8D35068F-C1D9-0B66-1CF7-71A372C8227B}"/>
              </a:ext>
            </a:extLst>
          </p:cNvPr>
          <p:cNvSpPr/>
          <p:nvPr/>
        </p:nvSpPr>
        <p:spPr>
          <a:xfrm>
            <a:off x="4996136" y="6755904"/>
            <a:ext cx="233034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80</a:t>
            </a:r>
          </a:p>
        </p:txBody>
      </p:sp>
      <p:sp>
        <p:nvSpPr>
          <p:cNvPr id="6683" name="tx1606">
            <a:extLst>
              <a:ext uri="{FF2B5EF4-FFF2-40B4-BE49-F238E27FC236}">
                <a16:creationId xmlns:a16="http://schemas.microsoft.com/office/drawing/2014/main" id="{518053FE-E98B-98BC-A750-2FBFA2BD8285}"/>
              </a:ext>
            </a:extLst>
          </p:cNvPr>
          <p:cNvSpPr/>
          <p:nvPr/>
        </p:nvSpPr>
        <p:spPr>
          <a:xfrm>
            <a:off x="5314089" y="6728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84" name="tx1607">
            <a:extLst>
              <a:ext uri="{FF2B5EF4-FFF2-40B4-BE49-F238E27FC236}">
                <a16:creationId xmlns:a16="http://schemas.microsoft.com/office/drawing/2014/main" id="{3357B233-93E6-2FF2-1EE1-F872B8B97492}"/>
              </a:ext>
            </a:extLst>
          </p:cNvPr>
          <p:cNvSpPr/>
          <p:nvPr/>
        </p:nvSpPr>
        <p:spPr>
          <a:xfrm>
            <a:off x="5428184" y="6755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85" name="tx1608">
            <a:extLst>
              <a:ext uri="{FF2B5EF4-FFF2-40B4-BE49-F238E27FC236}">
                <a16:creationId xmlns:a16="http://schemas.microsoft.com/office/drawing/2014/main" id="{F0E84BC7-66C3-D918-470F-FA1D06E42341}"/>
              </a:ext>
            </a:extLst>
          </p:cNvPr>
          <p:cNvSpPr/>
          <p:nvPr/>
        </p:nvSpPr>
        <p:spPr>
          <a:xfrm>
            <a:off x="5860232" y="6755904"/>
            <a:ext cx="233034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75</a:t>
            </a:r>
          </a:p>
        </p:txBody>
      </p:sp>
      <p:sp>
        <p:nvSpPr>
          <p:cNvPr id="6686" name="tx1609">
            <a:extLst>
              <a:ext uri="{FF2B5EF4-FFF2-40B4-BE49-F238E27FC236}">
                <a16:creationId xmlns:a16="http://schemas.microsoft.com/office/drawing/2014/main" id="{68CB7B89-6F0C-836C-AC20-668824C70BC2}"/>
              </a:ext>
            </a:extLst>
          </p:cNvPr>
          <p:cNvSpPr/>
          <p:nvPr/>
        </p:nvSpPr>
        <p:spPr>
          <a:xfrm>
            <a:off x="6153424" y="6728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87" name="tx1610">
            <a:extLst>
              <a:ext uri="{FF2B5EF4-FFF2-40B4-BE49-F238E27FC236}">
                <a16:creationId xmlns:a16="http://schemas.microsoft.com/office/drawing/2014/main" id="{F95BB541-E6B6-6236-E342-630FD5743879}"/>
              </a:ext>
            </a:extLst>
          </p:cNvPr>
          <p:cNvSpPr/>
          <p:nvPr/>
        </p:nvSpPr>
        <p:spPr>
          <a:xfrm>
            <a:off x="6278151" y="6755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88" name="tx1611">
            <a:extLst>
              <a:ext uri="{FF2B5EF4-FFF2-40B4-BE49-F238E27FC236}">
                <a16:creationId xmlns:a16="http://schemas.microsoft.com/office/drawing/2014/main" id="{60398684-798B-1E79-B8C7-18CD5C12E2F4}"/>
              </a:ext>
            </a:extLst>
          </p:cNvPr>
          <p:cNvSpPr/>
          <p:nvPr/>
        </p:nvSpPr>
        <p:spPr>
          <a:xfrm>
            <a:off x="6652320" y="6755904"/>
            <a:ext cx="233034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70</a:t>
            </a:r>
          </a:p>
        </p:txBody>
      </p:sp>
      <p:sp>
        <p:nvSpPr>
          <p:cNvPr id="6689" name="tx1612">
            <a:extLst>
              <a:ext uri="{FF2B5EF4-FFF2-40B4-BE49-F238E27FC236}">
                <a16:creationId xmlns:a16="http://schemas.microsoft.com/office/drawing/2014/main" id="{2D7CDA6B-9FCE-D835-48D8-183F94A986CF}"/>
              </a:ext>
            </a:extLst>
          </p:cNvPr>
          <p:cNvSpPr/>
          <p:nvPr/>
        </p:nvSpPr>
        <p:spPr>
          <a:xfrm>
            <a:off x="6992760" y="6728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90" name="tx1613">
            <a:extLst>
              <a:ext uri="{FF2B5EF4-FFF2-40B4-BE49-F238E27FC236}">
                <a16:creationId xmlns:a16="http://schemas.microsoft.com/office/drawing/2014/main" id="{8F43B420-C87C-53B3-927A-D4B9FA90CD9B}"/>
              </a:ext>
            </a:extLst>
          </p:cNvPr>
          <p:cNvSpPr/>
          <p:nvPr/>
        </p:nvSpPr>
        <p:spPr>
          <a:xfrm>
            <a:off x="7142247" y="6755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91" name="tx1614">
            <a:extLst>
              <a:ext uri="{FF2B5EF4-FFF2-40B4-BE49-F238E27FC236}">
                <a16:creationId xmlns:a16="http://schemas.microsoft.com/office/drawing/2014/main" id="{394FB01F-E5BA-A0E4-4A99-F5A1CB471EEF}"/>
              </a:ext>
            </a:extLst>
          </p:cNvPr>
          <p:cNvSpPr/>
          <p:nvPr/>
        </p:nvSpPr>
        <p:spPr>
          <a:xfrm>
            <a:off x="7516416" y="6755904"/>
            <a:ext cx="233034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65</a:t>
            </a:r>
          </a:p>
        </p:txBody>
      </p:sp>
      <p:sp>
        <p:nvSpPr>
          <p:cNvPr id="6692" name="tx1615">
            <a:extLst>
              <a:ext uri="{FF2B5EF4-FFF2-40B4-BE49-F238E27FC236}">
                <a16:creationId xmlns:a16="http://schemas.microsoft.com/office/drawing/2014/main" id="{7BA6958F-81CE-EBFB-C513-A34E9149CBC0}"/>
              </a:ext>
            </a:extLst>
          </p:cNvPr>
          <p:cNvSpPr/>
          <p:nvPr/>
        </p:nvSpPr>
        <p:spPr>
          <a:xfrm>
            <a:off x="7832096" y="6728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93" name="tx1616">
            <a:extLst>
              <a:ext uri="{FF2B5EF4-FFF2-40B4-BE49-F238E27FC236}">
                <a16:creationId xmlns:a16="http://schemas.microsoft.com/office/drawing/2014/main" id="{CF14E5BC-8E9B-4BC1-822B-8FA34F20CC43}"/>
              </a:ext>
            </a:extLst>
          </p:cNvPr>
          <p:cNvSpPr/>
          <p:nvPr/>
        </p:nvSpPr>
        <p:spPr>
          <a:xfrm>
            <a:off x="7948464" y="6755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94" name="tx1617">
            <a:extLst>
              <a:ext uri="{FF2B5EF4-FFF2-40B4-BE49-F238E27FC236}">
                <a16:creationId xmlns:a16="http://schemas.microsoft.com/office/drawing/2014/main" id="{A532ACA1-E756-A766-042F-044FD4361CAD}"/>
              </a:ext>
            </a:extLst>
          </p:cNvPr>
          <p:cNvSpPr/>
          <p:nvPr/>
        </p:nvSpPr>
        <p:spPr>
          <a:xfrm>
            <a:off x="8380512" y="6755904"/>
            <a:ext cx="233034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60</a:t>
            </a:r>
          </a:p>
        </p:txBody>
      </p:sp>
      <p:sp>
        <p:nvSpPr>
          <p:cNvPr id="6695" name="tx1618">
            <a:extLst>
              <a:ext uri="{FF2B5EF4-FFF2-40B4-BE49-F238E27FC236}">
                <a16:creationId xmlns:a16="http://schemas.microsoft.com/office/drawing/2014/main" id="{08B3FCD0-66B7-3D4E-34B2-E114FA900624}"/>
              </a:ext>
            </a:extLst>
          </p:cNvPr>
          <p:cNvSpPr/>
          <p:nvPr/>
        </p:nvSpPr>
        <p:spPr>
          <a:xfrm>
            <a:off x="8671432" y="672833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696" name="tx1619">
            <a:extLst>
              <a:ext uri="{FF2B5EF4-FFF2-40B4-BE49-F238E27FC236}">
                <a16:creationId xmlns:a16="http://schemas.microsoft.com/office/drawing/2014/main" id="{56050106-52DC-B3C2-861C-CF6E2B73801A}"/>
              </a:ext>
            </a:extLst>
          </p:cNvPr>
          <p:cNvSpPr/>
          <p:nvPr/>
        </p:nvSpPr>
        <p:spPr>
          <a:xfrm>
            <a:off x="8798431" y="6755904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697" name="tx1620">
            <a:extLst>
              <a:ext uri="{FF2B5EF4-FFF2-40B4-BE49-F238E27FC236}">
                <a16:creationId xmlns:a16="http://schemas.microsoft.com/office/drawing/2014/main" id="{84C1E3CF-0E65-5858-BC5A-3D48C9FFC7D8}"/>
              </a:ext>
            </a:extLst>
          </p:cNvPr>
          <p:cNvSpPr/>
          <p:nvPr/>
        </p:nvSpPr>
        <p:spPr>
          <a:xfrm>
            <a:off x="4849802" y="7013761"/>
            <a:ext cx="920755" cy="15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Longitude</a:t>
            </a:r>
          </a:p>
        </p:txBody>
      </p:sp>
      <p:sp>
        <p:nvSpPr>
          <p:cNvPr id="6698" name="tx1621">
            <a:extLst>
              <a:ext uri="{FF2B5EF4-FFF2-40B4-BE49-F238E27FC236}">
                <a16:creationId xmlns:a16="http://schemas.microsoft.com/office/drawing/2014/main" id="{C006963F-ECCB-CDD5-B535-3E81083C31B5}"/>
              </a:ext>
            </a:extLst>
          </p:cNvPr>
          <p:cNvSpPr/>
          <p:nvPr/>
        </p:nvSpPr>
        <p:spPr>
          <a:xfrm rot="16200000">
            <a:off x="665983" y="3754186"/>
            <a:ext cx="745739" cy="15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Latitude</a:t>
            </a:r>
          </a:p>
        </p:txBody>
      </p:sp>
      <p:sp>
        <p:nvSpPr>
          <p:cNvPr id="6699" name="tx1622">
            <a:extLst>
              <a:ext uri="{FF2B5EF4-FFF2-40B4-BE49-F238E27FC236}">
                <a16:creationId xmlns:a16="http://schemas.microsoft.com/office/drawing/2014/main" id="{20A0DCF5-4C03-7673-4222-39678A30AEEE}"/>
              </a:ext>
            </a:extLst>
          </p:cNvPr>
          <p:cNvSpPr/>
          <p:nvPr/>
        </p:nvSpPr>
        <p:spPr>
          <a:xfrm>
            <a:off x="2485453" y="452736"/>
            <a:ext cx="7407227" cy="22160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980"/>
              </a:lnSpc>
            </a:pP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(A) Map of Seascape Populations &amp; Experimental</a:t>
            </a: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Source Sites</a:t>
            </a:r>
            <a:endParaRPr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6705" name="pl6">
            <a:extLst>
              <a:ext uri="{FF2B5EF4-FFF2-40B4-BE49-F238E27FC236}">
                <a16:creationId xmlns:a16="http://schemas.microsoft.com/office/drawing/2014/main" id="{10C19799-D874-51C5-6ECD-5CC0D22AFA4A}"/>
              </a:ext>
            </a:extLst>
          </p:cNvPr>
          <p:cNvSpPr/>
          <p:nvPr/>
        </p:nvSpPr>
        <p:spPr>
          <a:xfrm>
            <a:off x="16123069" y="1133414"/>
            <a:ext cx="168935" cy="317660"/>
          </a:xfrm>
          <a:custGeom>
            <a:avLst/>
            <a:gdLst/>
            <a:ahLst/>
            <a:cxnLst/>
            <a:rect l="0" t="0" r="0" b="0"/>
            <a:pathLst>
              <a:path w="112623" h="211773">
                <a:moveTo>
                  <a:pt x="2065" y="211773"/>
                </a:moveTo>
                <a:lnTo>
                  <a:pt x="92269" y="64079"/>
                </a:lnTo>
                <a:lnTo>
                  <a:pt x="112623" y="0"/>
                </a:lnTo>
                <a:lnTo>
                  <a:pt x="0" y="183378"/>
                </a:lnTo>
                <a:lnTo>
                  <a:pt x="2065" y="211773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06" name="pl7">
            <a:extLst>
              <a:ext uri="{FF2B5EF4-FFF2-40B4-BE49-F238E27FC236}">
                <a16:creationId xmlns:a16="http://schemas.microsoft.com/office/drawing/2014/main" id="{6AD2D579-1AFD-6440-54D6-956500DF4E14}"/>
              </a:ext>
            </a:extLst>
          </p:cNvPr>
          <p:cNvSpPr/>
          <p:nvPr/>
        </p:nvSpPr>
        <p:spPr>
          <a:xfrm>
            <a:off x="14824816" y="3253196"/>
            <a:ext cx="323732" cy="623528"/>
          </a:xfrm>
          <a:custGeom>
            <a:avLst/>
            <a:gdLst/>
            <a:ahLst/>
            <a:cxnLst/>
            <a:rect l="0" t="0" r="0" b="0"/>
            <a:pathLst>
              <a:path w="215821" h="415685">
                <a:moveTo>
                  <a:pt x="117318" y="220301"/>
                </a:moveTo>
                <a:lnTo>
                  <a:pt x="96926" y="254318"/>
                </a:lnTo>
                <a:lnTo>
                  <a:pt x="0" y="415685"/>
                </a:lnTo>
                <a:lnTo>
                  <a:pt x="34962" y="399868"/>
                </a:lnTo>
                <a:lnTo>
                  <a:pt x="117430" y="251555"/>
                </a:lnTo>
                <a:lnTo>
                  <a:pt x="134818" y="220206"/>
                </a:lnTo>
                <a:lnTo>
                  <a:pt x="186341" y="114724"/>
                </a:lnTo>
                <a:lnTo>
                  <a:pt x="215821" y="0"/>
                </a:lnTo>
                <a:lnTo>
                  <a:pt x="185440" y="56599"/>
                </a:lnTo>
                <a:lnTo>
                  <a:pt x="117318" y="22030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07" name="pl8">
            <a:extLst>
              <a:ext uri="{FF2B5EF4-FFF2-40B4-BE49-F238E27FC236}">
                <a16:creationId xmlns:a16="http://schemas.microsoft.com/office/drawing/2014/main" id="{FE8BE9E4-DCF0-7011-625B-BE8038401752}"/>
              </a:ext>
            </a:extLst>
          </p:cNvPr>
          <p:cNvSpPr/>
          <p:nvPr/>
        </p:nvSpPr>
        <p:spPr>
          <a:xfrm>
            <a:off x="13254091" y="6281294"/>
            <a:ext cx="152903" cy="279420"/>
          </a:xfrm>
          <a:custGeom>
            <a:avLst/>
            <a:gdLst/>
            <a:ahLst/>
            <a:cxnLst/>
            <a:rect l="0" t="0" r="0" b="0"/>
            <a:pathLst>
              <a:path w="101935" h="186280">
                <a:moveTo>
                  <a:pt x="15596" y="186280"/>
                </a:moveTo>
                <a:lnTo>
                  <a:pt x="0" y="93523"/>
                </a:lnTo>
                <a:lnTo>
                  <a:pt x="4919" y="0"/>
                </a:lnTo>
                <a:lnTo>
                  <a:pt x="17237" y="79087"/>
                </a:lnTo>
                <a:lnTo>
                  <a:pt x="47017" y="150123"/>
                </a:lnTo>
                <a:lnTo>
                  <a:pt x="101935" y="185048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08" name="pl9">
            <a:extLst>
              <a:ext uri="{FF2B5EF4-FFF2-40B4-BE49-F238E27FC236}">
                <a16:creationId xmlns:a16="http://schemas.microsoft.com/office/drawing/2014/main" id="{EE8594C9-F5D6-15D7-4279-61CAD95695E3}"/>
              </a:ext>
            </a:extLst>
          </p:cNvPr>
          <p:cNvSpPr/>
          <p:nvPr/>
        </p:nvSpPr>
        <p:spPr>
          <a:xfrm>
            <a:off x="13575688" y="5652047"/>
            <a:ext cx="888324" cy="904641"/>
          </a:xfrm>
          <a:custGeom>
            <a:avLst/>
            <a:gdLst/>
            <a:ahLst/>
            <a:cxnLst/>
            <a:rect l="0" t="0" r="0" b="0"/>
            <a:pathLst>
              <a:path w="592216" h="603094">
                <a:moveTo>
                  <a:pt x="0" y="603094"/>
                </a:moveTo>
                <a:lnTo>
                  <a:pt x="28424" y="576766"/>
                </a:lnTo>
                <a:lnTo>
                  <a:pt x="59668" y="512782"/>
                </a:lnTo>
                <a:lnTo>
                  <a:pt x="107737" y="508256"/>
                </a:lnTo>
                <a:lnTo>
                  <a:pt x="179878" y="529886"/>
                </a:lnTo>
                <a:lnTo>
                  <a:pt x="146643" y="457802"/>
                </a:lnTo>
                <a:lnTo>
                  <a:pt x="184197" y="480241"/>
                </a:lnTo>
                <a:lnTo>
                  <a:pt x="239401" y="500871"/>
                </a:lnTo>
                <a:lnTo>
                  <a:pt x="246273" y="433218"/>
                </a:lnTo>
                <a:lnTo>
                  <a:pt x="241053" y="370567"/>
                </a:lnTo>
                <a:lnTo>
                  <a:pt x="312668" y="414256"/>
                </a:lnTo>
                <a:lnTo>
                  <a:pt x="393071" y="439173"/>
                </a:lnTo>
                <a:lnTo>
                  <a:pt x="444745" y="471666"/>
                </a:lnTo>
                <a:lnTo>
                  <a:pt x="493152" y="532982"/>
                </a:lnTo>
                <a:lnTo>
                  <a:pt x="457363" y="381716"/>
                </a:lnTo>
                <a:lnTo>
                  <a:pt x="412561" y="269373"/>
                </a:lnTo>
                <a:lnTo>
                  <a:pt x="371327" y="224351"/>
                </a:lnTo>
                <a:lnTo>
                  <a:pt x="360324" y="180805"/>
                </a:lnTo>
                <a:lnTo>
                  <a:pt x="380566" y="105100"/>
                </a:lnTo>
                <a:lnTo>
                  <a:pt x="385711" y="85900"/>
                </a:lnTo>
                <a:lnTo>
                  <a:pt x="375195" y="57695"/>
                </a:lnTo>
                <a:lnTo>
                  <a:pt x="381429" y="20962"/>
                </a:lnTo>
                <a:lnTo>
                  <a:pt x="395925" y="0"/>
                </a:lnTo>
                <a:lnTo>
                  <a:pt x="417932" y="25774"/>
                </a:lnTo>
                <a:lnTo>
                  <a:pt x="436633" y="90331"/>
                </a:lnTo>
                <a:lnTo>
                  <a:pt x="440088" y="105958"/>
                </a:lnTo>
                <a:lnTo>
                  <a:pt x="501076" y="378619"/>
                </a:lnTo>
                <a:lnTo>
                  <a:pt x="563791" y="541892"/>
                </a:lnTo>
                <a:lnTo>
                  <a:pt x="592216" y="598311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09" name="pl10">
            <a:extLst>
              <a:ext uri="{FF2B5EF4-FFF2-40B4-BE49-F238E27FC236}">
                <a16:creationId xmlns:a16="http://schemas.microsoft.com/office/drawing/2014/main" id="{30D2B8E0-E8DD-8809-97B2-B519FBC6DC88}"/>
              </a:ext>
            </a:extLst>
          </p:cNvPr>
          <p:cNvSpPr/>
          <p:nvPr/>
        </p:nvSpPr>
        <p:spPr>
          <a:xfrm>
            <a:off x="12592316" y="851339"/>
            <a:ext cx="2627771" cy="5698008"/>
          </a:xfrm>
          <a:custGeom>
            <a:avLst/>
            <a:gdLst/>
            <a:ahLst/>
            <a:cxnLst/>
            <a:rect l="0" t="0" r="0" b="0"/>
            <a:pathLst>
              <a:path w="1751847" h="3798672">
                <a:moveTo>
                  <a:pt x="1276986" y="3798672"/>
                </a:moveTo>
                <a:lnTo>
                  <a:pt x="1196576" y="3619874"/>
                </a:lnTo>
                <a:lnTo>
                  <a:pt x="1120004" y="3306335"/>
                </a:lnTo>
                <a:lnTo>
                  <a:pt x="1094618" y="3202473"/>
                </a:lnTo>
                <a:lnTo>
                  <a:pt x="1055299" y="3096610"/>
                </a:lnTo>
                <a:lnTo>
                  <a:pt x="1036222" y="3002515"/>
                </a:lnTo>
                <a:lnTo>
                  <a:pt x="1010798" y="2953062"/>
                </a:lnTo>
                <a:lnTo>
                  <a:pt x="899601" y="2935529"/>
                </a:lnTo>
                <a:lnTo>
                  <a:pt x="822503" y="2914042"/>
                </a:lnTo>
                <a:lnTo>
                  <a:pt x="703044" y="2975311"/>
                </a:lnTo>
                <a:lnTo>
                  <a:pt x="635147" y="2968307"/>
                </a:lnTo>
                <a:lnTo>
                  <a:pt x="622228" y="2905847"/>
                </a:lnTo>
                <a:lnTo>
                  <a:pt x="522786" y="2821567"/>
                </a:lnTo>
                <a:lnTo>
                  <a:pt x="493607" y="2699077"/>
                </a:lnTo>
                <a:lnTo>
                  <a:pt x="421654" y="2688166"/>
                </a:lnTo>
                <a:lnTo>
                  <a:pt x="298778" y="2648289"/>
                </a:lnTo>
                <a:lnTo>
                  <a:pt x="239743" y="2603362"/>
                </a:lnTo>
                <a:lnTo>
                  <a:pt x="90354" y="2579302"/>
                </a:lnTo>
                <a:lnTo>
                  <a:pt x="66620" y="2566248"/>
                </a:lnTo>
                <a:lnTo>
                  <a:pt x="48294" y="2546619"/>
                </a:lnTo>
                <a:lnTo>
                  <a:pt x="235875" y="2557863"/>
                </a:lnTo>
                <a:lnTo>
                  <a:pt x="469272" y="2655435"/>
                </a:lnTo>
                <a:lnTo>
                  <a:pt x="525114" y="2651481"/>
                </a:lnTo>
                <a:lnTo>
                  <a:pt x="547121" y="2728425"/>
                </a:lnTo>
                <a:lnTo>
                  <a:pt x="620539" y="2797269"/>
                </a:lnTo>
                <a:lnTo>
                  <a:pt x="655013" y="2837813"/>
                </a:lnTo>
                <a:lnTo>
                  <a:pt x="702030" y="2876309"/>
                </a:lnTo>
                <a:lnTo>
                  <a:pt x="750174" y="2855012"/>
                </a:lnTo>
                <a:lnTo>
                  <a:pt x="792460" y="2816421"/>
                </a:lnTo>
                <a:lnTo>
                  <a:pt x="779016" y="2759631"/>
                </a:lnTo>
                <a:lnTo>
                  <a:pt x="758887" y="2722183"/>
                </a:lnTo>
                <a:lnTo>
                  <a:pt x="701843" y="2660295"/>
                </a:lnTo>
                <a:lnTo>
                  <a:pt x="627824" y="2626945"/>
                </a:lnTo>
                <a:lnTo>
                  <a:pt x="540511" y="2553098"/>
                </a:lnTo>
                <a:lnTo>
                  <a:pt x="442684" y="2429941"/>
                </a:lnTo>
                <a:lnTo>
                  <a:pt x="429014" y="2400259"/>
                </a:lnTo>
                <a:lnTo>
                  <a:pt x="427587" y="2374675"/>
                </a:lnTo>
                <a:lnTo>
                  <a:pt x="596279" y="2565962"/>
                </a:lnTo>
                <a:lnTo>
                  <a:pt x="661247" y="2600932"/>
                </a:lnTo>
                <a:lnTo>
                  <a:pt x="707964" y="2575157"/>
                </a:lnTo>
                <a:lnTo>
                  <a:pt x="698500" y="2543951"/>
                </a:lnTo>
                <a:lnTo>
                  <a:pt x="701955" y="2491067"/>
                </a:lnTo>
                <a:lnTo>
                  <a:pt x="807707" y="2519462"/>
                </a:lnTo>
                <a:lnTo>
                  <a:pt x="814692" y="2447664"/>
                </a:lnTo>
                <a:lnTo>
                  <a:pt x="803801" y="2384680"/>
                </a:lnTo>
                <a:lnTo>
                  <a:pt x="727604" y="2350425"/>
                </a:lnTo>
                <a:lnTo>
                  <a:pt x="775335" y="2310214"/>
                </a:lnTo>
                <a:lnTo>
                  <a:pt x="638039" y="2254233"/>
                </a:lnTo>
                <a:lnTo>
                  <a:pt x="587754" y="2214928"/>
                </a:lnTo>
                <a:lnTo>
                  <a:pt x="533639" y="2131076"/>
                </a:lnTo>
                <a:lnTo>
                  <a:pt x="460109" y="2077335"/>
                </a:lnTo>
                <a:lnTo>
                  <a:pt x="357249" y="1950414"/>
                </a:lnTo>
                <a:lnTo>
                  <a:pt x="298853" y="1859892"/>
                </a:lnTo>
                <a:lnTo>
                  <a:pt x="155810" y="1730446"/>
                </a:lnTo>
                <a:lnTo>
                  <a:pt x="186905" y="1728969"/>
                </a:lnTo>
                <a:lnTo>
                  <a:pt x="287399" y="1798956"/>
                </a:lnTo>
                <a:lnTo>
                  <a:pt x="373059" y="1929641"/>
                </a:lnTo>
                <a:lnTo>
                  <a:pt x="400623" y="1952605"/>
                </a:lnTo>
                <a:lnTo>
                  <a:pt x="631579" y="2202159"/>
                </a:lnTo>
                <a:lnTo>
                  <a:pt x="674541" y="2213689"/>
                </a:lnTo>
                <a:lnTo>
                  <a:pt x="745668" y="2208544"/>
                </a:lnTo>
                <a:lnTo>
                  <a:pt x="775298" y="2163759"/>
                </a:lnTo>
                <a:lnTo>
                  <a:pt x="784836" y="2092771"/>
                </a:lnTo>
                <a:lnTo>
                  <a:pt x="808984" y="2040316"/>
                </a:lnTo>
                <a:lnTo>
                  <a:pt x="807106" y="1995960"/>
                </a:lnTo>
                <a:lnTo>
                  <a:pt x="737368" y="1927974"/>
                </a:lnTo>
                <a:lnTo>
                  <a:pt x="647502" y="1881188"/>
                </a:lnTo>
                <a:lnTo>
                  <a:pt x="587717" y="1799909"/>
                </a:lnTo>
                <a:lnTo>
                  <a:pt x="514374" y="1761414"/>
                </a:lnTo>
                <a:lnTo>
                  <a:pt x="313273" y="1699811"/>
                </a:lnTo>
                <a:lnTo>
                  <a:pt x="205269" y="1544066"/>
                </a:lnTo>
                <a:lnTo>
                  <a:pt x="156712" y="1530964"/>
                </a:lnTo>
                <a:lnTo>
                  <a:pt x="62865" y="1560312"/>
                </a:lnTo>
                <a:lnTo>
                  <a:pt x="31094" y="1548878"/>
                </a:lnTo>
                <a:lnTo>
                  <a:pt x="0" y="1505094"/>
                </a:lnTo>
                <a:lnTo>
                  <a:pt x="22982" y="1375743"/>
                </a:lnTo>
                <a:lnTo>
                  <a:pt x="40971" y="1306661"/>
                </a:lnTo>
                <a:lnTo>
                  <a:pt x="114614" y="1231956"/>
                </a:lnTo>
                <a:lnTo>
                  <a:pt x="170569" y="1190030"/>
                </a:lnTo>
                <a:lnTo>
                  <a:pt x="206170" y="1135146"/>
                </a:lnTo>
                <a:lnTo>
                  <a:pt x="217887" y="1024423"/>
                </a:lnTo>
                <a:lnTo>
                  <a:pt x="227275" y="1133240"/>
                </a:lnTo>
                <a:lnTo>
                  <a:pt x="199786" y="1203418"/>
                </a:lnTo>
                <a:lnTo>
                  <a:pt x="137484" y="1257779"/>
                </a:lnTo>
                <a:lnTo>
                  <a:pt x="71352" y="1364261"/>
                </a:lnTo>
                <a:lnTo>
                  <a:pt x="55429" y="1409284"/>
                </a:lnTo>
                <a:lnTo>
                  <a:pt x="62414" y="1494279"/>
                </a:lnTo>
                <a:lnTo>
                  <a:pt x="121336" y="1504618"/>
                </a:lnTo>
                <a:lnTo>
                  <a:pt x="182248" y="1461072"/>
                </a:lnTo>
                <a:lnTo>
                  <a:pt x="240344" y="1457641"/>
                </a:lnTo>
                <a:lnTo>
                  <a:pt x="250183" y="1507762"/>
                </a:lnTo>
                <a:lnTo>
                  <a:pt x="279512" y="1553499"/>
                </a:lnTo>
                <a:lnTo>
                  <a:pt x="326042" y="1607098"/>
                </a:lnTo>
                <a:lnTo>
                  <a:pt x="342941" y="1563123"/>
                </a:lnTo>
                <a:lnTo>
                  <a:pt x="342678" y="1511288"/>
                </a:lnTo>
                <a:lnTo>
                  <a:pt x="418800" y="1635541"/>
                </a:lnTo>
                <a:lnTo>
                  <a:pt x="553805" y="1669320"/>
                </a:lnTo>
                <a:lnTo>
                  <a:pt x="660871" y="1722775"/>
                </a:lnTo>
                <a:lnTo>
                  <a:pt x="701204" y="1770085"/>
                </a:lnTo>
                <a:lnTo>
                  <a:pt x="747959" y="1807199"/>
                </a:lnTo>
                <a:lnTo>
                  <a:pt x="754305" y="1754744"/>
                </a:lnTo>
                <a:lnTo>
                  <a:pt x="729069" y="1700002"/>
                </a:lnTo>
                <a:lnTo>
                  <a:pt x="695947" y="1630348"/>
                </a:lnTo>
                <a:lnTo>
                  <a:pt x="516590" y="1448780"/>
                </a:lnTo>
                <a:lnTo>
                  <a:pt x="496160" y="1367644"/>
                </a:lnTo>
                <a:lnTo>
                  <a:pt x="489401" y="1294988"/>
                </a:lnTo>
                <a:lnTo>
                  <a:pt x="503371" y="1326623"/>
                </a:lnTo>
                <a:lnTo>
                  <a:pt x="512834" y="1366643"/>
                </a:lnTo>
                <a:lnTo>
                  <a:pt x="570104" y="1466884"/>
                </a:lnTo>
                <a:lnTo>
                  <a:pt x="618173" y="1498233"/>
                </a:lnTo>
                <a:lnTo>
                  <a:pt x="672889" y="1539349"/>
                </a:lnTo>
                <a:lnTo>
                  <a:pt x="707250" y="1532060"/>
                </a:lnTo>
                <a:lnTo>
                  <a:pt x="690088" y="1482082"/>
                </a:lnTo>
                <a:lnTo>
                  <a:pt x="657717" y="1428675"/>
                </a:lnTo>
                <a:lnTo>
                  <a:pt x="624782" y="1372837"/>
                </a:lnTo>
                <a:lnTo>
                  <a:pt x="597443" y="1167495"/>
                </a:lnTo>
                <a:lnTo>
                  <a:pt x="609573" y="1122949"/>
                </a:lnTo>
                <a:lnTo>
                  <a:pt x="613854" y="1071876"/>
                </a:lnTo>
                <a:lnTo>
                  <a:pt x="610775" y="1015562"/>
                </a:lnTo>
                <a:lnTo>
                  <a:pt x="630603" y="969824"/>
                </a:lnTo>
                <a:lnTo>
                  <a:pt x="611338" y="915225"/>
                </a:lnTo>
                <a:lnTo>
                  <a:pt x="580769" y="852718"/>
                </a:lnTo>
                <a:lnTo>
                  <a:pt x="590233" y="850050"/>
                </a:lnTo>
                <a:lnTo>
                  <a:pt x="646488" y="886497"/>
                </a:lnTo>
                <a:lnTo>
                  <a:pt x="687272" y="844285"/>
                </a:lnTo>
                <a:lnTo>
                  <a:pt x="681488" y="793402"/>
                </a:lnTo>
                <a:lnTo>
                  <a:pt x="633983" y="761529"/>
                </a:lnTo>
                <a:lnTo>
                  <a:pt x="568940" y="668244"/>
                </a:lnTo>
                <a:lnTo>
                  <a:pt x="571643" y="653570"/>
                </a:lnTo>
                <a:lnTo>
                  <a:pt x="686633" y="696830"/>
                </a:lnTo>
                <a:lnTo>
                  <a:pt x="700566" y="669673"/>
                </a:lnTo>
                <a:lnTo>
                  <a:pt x="698350" y="619838"/>
                </a:lnTo>
                <a:lnTo>
                  <a:pt x="734251" y="599590"/>
                </a:lnTo>
                <a:lnTo>
                  <a:pt x="744954" y="560713"/>
                </a:lnTo>
                <a:lnTo>
                  <a:pt x="743339" y="538226"/>
                </a:lnTo>
                <a:lnTo>
                  <a:pt x="755920" y="522265"/>
                </a:lnTo>
                <a:lnTo>
                  <a:pt x="797792" y="601448"/>
                </a:lnTo>
                <a:lnTo>
                  <a:pt x="812814" y="572767"/>
                </a:lnTo>
                <a:lnTo>
                  <a:pt x="819874" y="488391"/>
                </a:lnTo>
                <a:lnTo>
                  <a:pt x="838801" y="506257"/>
                </a:lnTo>
                <a:lnTo>
                  <a:pt x="844359" y="545658"/>
                </a:lnTo>
                <a:lnTo>
                  <a:pt x="901629" y="522932"/>
                </a:lnTo>
                <a:lnTo>
                  <a:pt x="935540" y="493775"/>
                </a:lnTo>
                <a:lnTo>
                  <a:pt x="948271" y="457471"/>
                </a:lnTo>
                <a:lnTo>
                  <a:pt x="944928" y="402157"/>
                </a:lnTo>
                <a:lnTo>
                  <a:pt x="961903" y="368855"/>
                </a:lnTo>
                <a:lnTo>
                  <a:pt x="1005503" y="361470"/>
                </a:lnTo>
                <a:lnTo>
                  <a:pt x="1041930" y="345510"/>
                </a:lnTo>
                <a:lnTo>
                  <a:pt x="1033105" y="424025"/>
                </a:lnTo>
                <a:lnTo>
                  <a:pt x="1108062" y="417879"/>
                </a:lnTo>
                <a:lnTo>
                  <a:pt x="1076892" y="459377"/>
                </a:lnTo>
                <a:lnTo>
                  <a:pt x="1045159" y="467905"/>
                </a:lnTo>
                <a:lnTo>
                  <a:pt x="1007944" y="515500"/>
                </a:lnTo>
                <a:lnTo>
                  <a:pt x="1057477" y="527459"/>
                </a:lnTo>
                <a:lnTo>
                  <a:pt x="1105734" y="549517"/>
                </a:lnTo>
                <a:lnTo>
                  <a:pt x="1028823" y="557998"/>
                </a:lnTo>
                <a:lnTo>
                  <a:pt x="953153" y="556473"/>
                </a:lnTo>
                <a:lnTo>
                  <a:pt x="892578" y="608976"/>
                </a:lnTo>
                <a:lnTo>
                  <a:pt x="829075" y="729417"/>
                </a:lnTo>
                <a:lnTo>
                  <a:pt x="843571" y="854290"/>
                </a:lnTo>
                <a:lnTo>
                  <a:pt x="908088" y="796404"/>
                </a:lnTo>
                <a:lnTo>
                  <a:pt x="906361" y="836233"/>
                </a:lnTo>
                <a:lnTo>
                  <a:pt x="867530" y="925421"/>
                </a:lnTo>
                <a:lnTo>
                  <a:pt x="821902" y="907412"/>
                </a:lnTo>
                <a:lnTo>
                  <a:pt x="769815" y="907221"/>
                </a:lnTo>
                <a:lnTo>
                  <a:pt x="756859" y="962440"/>
                </a:lnTo>
                <a:lnTo>
                  <a:pt x="756033" y="1005557"/>
                </a:lnTo>
                <a:lnTo>
                  <a:pt x="825132" y="971921"/>
                </a:lnTo>
                <a:lnTo>
                  <a:pt x="863399" y="998744"/>
                </a:lnTo>
                <a:lnTo>
                  <a:pt x="881012" y="1060060"/>
                </a:lnTo>
                <a:lnTo>
                  <a:pt x="820400" y="1089408"/>
                </a:lnTo>
                <a:lnTo>
                  <a:pt x="779354" y="1093744"/>
                </a:lnTo>
                <a:lnTo>
                  <a:pt x="747959" y="1199654"/>
                </a:lnTo>
                <a:lnTo>
                  <a:pt x="773383" y="1186791"/>
                </a:lnTo>
                <a:lnTo>
                  <a:pt x="796290" y="1138385"/>
                </a:lnTo>
                <a:lnTo>
                  <a:pt x="846537" y="1152202"/>
                </a:lnTo>
                <a:lnTo>
                  <a:pt x="875754" y="1202561"/>
                </a:lnTo>
                <a:lnTo>
                  <a:pt x="966559" y="1285936"/>
                </a:lnTo>
                <a:lnTo>
                  <a:pt x="997316" y="1282172"/>
                </a:lnTo>
                <a:lnTo>
                  <a:pt x="1009633" y="1304993"/>
                </a:lnTo>
                <a:lnTo>
                  <a:pt x="923485" y="1305136"/>
                </a:lnTo>
                <a:lnTo>
                  <a:pt x="857766" y="1288461"/>
                </a:lnTo>
                <a:lnTo>
                  <a:pt x="807181" y="1306708"/>
                </a:lnTo>
                <a:lnTo>
                  <a:pt x="783560" y="1409474"/>
                </a:lnTo>
                <a:lnTo>
                  <a:pt x="806805" y="1466265"/>
                </a:lnTo>
                <a:lnTo>
                  <a:pt x="847551" y="1539540"/>
                </a:lnTo>
                <a:lnTo>
                  <a:pt x="920744" y="1582133"/>
                </a:lnTo>
                <a:lnTo>
                  <a:pt x="970953" y="1619342"/>
                </a:lnTo>
                <a:lnTo>
                  <a:pt x="994725" y="1604382"/>
                </a:lnTo>
                <a:lnTo>
                  <a:pt x="1005202" y="1577178"/>
                </a:lnTo>
                <a:lnTo>
                  <a:pt x="1021313" y="1568221"/>
                </a:lnTo>
                <a:lnTo>
                  <a:pt x="1035433" y="1607812"/>
                </a:lnTo>
                <a:lnTo>
                  <a:pt x="1058604" y="1589946"/>
                </a:lnTo>
                <a:lnTo>
                  <a:pt x="1095857" y="1545209"/>
                </a:lnTo>
                <a:lnTo>
                  <a:pt x="1119028" y="1538825"/>
                </a:lnTo>
                <a:lnTo>
                  <a:pt x="1105133" y="1581085"/>
                </a:lnTo>
                <a:lnTo>
                  <a:pt x="1115009" y="1637208"/>
                </a:lnTo>
                <a:lnTo>
                  <a:pt x="1098824" y="1683327"/>
                </a:lnTo>
                <a:lnTo>
                  <a:pt x="1065664" y="1726968"/>
                </a:lnTo>
                <a:lnTo>
                  <a:pt x="1093942" y="1748455"/>
                </a:lnTo>
                <a:lnTo>
                  <a:pt x="1121394" y="1755125"/>
                </a:lnTo>
                <a:lnTo>
                  <a:pt x="1167773" y="1807532"/>
                </a:lnTo>
                <a:lnTo>
                  <a:pt x="1141823" y="1860130"/>
                </a:lnTo>
                <a:lnTo>
                  <a:pt x="1125074" y="1919827"/>
                </a:lnTo>
                <a:lnTo>
                  <a:pt x="1214039" y="1917730"/>
                </a:lnTo>
                <a:lnTo>
                  <a:pt x="1272397" y="1937026"/>
                </a:lnTo>
                <a:lnTo>
                  <a:pt x="1226206" y="2066377"/>
                </a:lnTo>
                <a:lnTo>
                  <a:pt x="1170026" y="2129837"/>
                </a:lnTo>
                <a:lnTo>
                  <a:pt x="1096383" y="2263714"/>
                </a:lnTo>
                <a:lnTo>
                  <a:pt x="1029537" y="2479061"/>
                </a:lnTo>
                <a:lnTo>
                  <a:pt x="1012375" y="2610413"/>
                </a:lnTo>
                <a:lnTo>
                  <a:pt x="1022252" y="2660772"/>
                </a:lnTo>
                <a:lnTo>
                  <a:pt x="1060819" y="2719611"/>
                </a:lnTo>
                <a:lnTo>
                  <a:pt x="1122633" y="2578397"/>
                </a:lnTo>
                <a:lnTo>
                  <a:pt x="1154892" y="2452953"/>
                </a:lnTo>
                <a:lnTo>
                  <a:pt x="1189629" y="2406310"/>
                </a:lnTo>
                <a:lnTo>
                  <a:pt x="1241979" y="2364003"/>
                </a:lnTo>
                <a:lnTo>
                  <a:pt x="1293728" y="2345470"/>
                </a:lnTo>
                <a:lnTo>
                  <a:pt x="1327902" y="2322696"/>
                </a:lnTo>
                <a:lnTo>
                  <a:pt x="1320767" y="2251946"/>
                </a:lnTo>
                <a:lnTo>
                  <a:pt x="1490285" y="1867705"/>
                </a:lnTo>
                <a:lnTo>
                  <a:pt x="1507559" y="1828638"/>
                </a:lnTo>
                <a:lnTo>
                  <a:pt x="1555027" y="1766035"/>
                </a:lnTo>
                <a:lnTo>
                  <a:pt x="1606063" y="1655694"/>
                </a:lnTo>
                <a:lnTo>
                  <a:pt x="1656385" y="1643211"/>
                </a:lnTo>
                <a:lnTo>
                  <a:pt x="1670618" y="1601190"/>
                </a:lnTo>
                <a:lnTo>
                  <a:pt x="1676213" y="1517100"/>
                </a:lnTo>
                <a:lnTo>
                  <a:pt x="1689658" y="1495756"/>
                </a:lnTo>
                <a:lnTo>
                  <a:pt x="1710425" y="1477032"/>
                </a:lnTo>
                <a:lnTo>
                  <a:pt x="1723006" y="1492040"/>
                </a:lnTo>
                <a:lnTo>
                  <a:pt x="1722254" y="1535252"/>
                </a:lnTo>
                <a:lnTo>
                  <a:pt x="1740017" y="1518386"/>
                </a:lnTo>
                <a:lnTo>
                  <a:pt x="1749631" y="1476079"/>
                </a:lnTo>
                <a:lnTo>
                  <a:pt x="1750495" y="1447589"/>
                </a:lnTo>
                <a:lnTo>
                  <a:pt x="1751847" y="1400994"/>
                </a:lnTo>
                <a:lnTo>
                  <a:pt x="1723419" y="1327433"/>
                </a:lnTo>
                <a:lnTo>
                  <a:pt x="1694202" y="1307280"/>
                </a:lnTo>
                <a:lnTo>
                  <a:pt x="1635543" y="1315332"/>
                </a:lnTo>
                <a:lnTo>
                  <a:pt x="1680645" y="1275026"/>
                </a:lnTo>
                <a:lnTo>
                  <a:pt x="1714856" y="1186838"/>
                </a:lnTo>
                <a:lnTo>
                  <a:pt x="1711251" y="1133431"/>
                </a:lnTo>
                <a:lnTo>
                  <a:pt x="1637120" y="1092600"/>
                </a:lnTo>
                <a:lnTo>
                  <a:pt x="1540719" y="949004"/>
                </a:lnTo>
                <a:lnTo>
                  <a:pt x="1477817" y="825847"/>
                </a:lnTo>
                <a:lnTo>
                  <a:pt x="1462082" y="641802"/>
                </a:lnTo>
                <a:lnTo>
                  <a:pt x="1379651" y="523314"/>
                </a:lnTo>
                <a:lnTo>
                  <a:pt x="1338079" y="450991"/>
                </a:lnTo>
                <a:lnTo>
                  <a:pt x="1343149" y="376811"/>
                </a:lnTo>
                <a:lnTo>
                  <a:pt x="1332146" y="341222"/>
                </a:lnTo>
                <a:lnTo>
                  <a:pt x="1327526" y="291149"/>
                </a:lnTo>
                <a:lnTo>
                  <a:pt x="1393246" y="216397"/>
                </a:lnTo>
                <a:lnTo>
                  <a:pt x="1422275" y="154366"/>
                </a:lnTo>
                <a:lnTo>
                  <a:pt x="1455660" y="120730"/>
                </a:lnTo>
                <a:lnTo>
                  <a:pt x="1471320" y="104960"/>
                </a:lnTo>
                <a:lnTo>
                  <a:pt x="1532645" y="72658"/>
                </a:lnTo>
                <a:lnTo>
                  <a:pt x="1646433" y="43310"/>
                </a:lnTo>
                <a:lnTo>
                  <a:pt x="168443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10" name="pl11">
            <a:extLst>
              <a:ext uri="{FF2B5EF4-FFF2-40B4-BE49-F238E27FC236}">
                <a16:creationId xmlns:a16="http://schemas.microsoft.com/office/drawing/2014/main" id="{2782C6F0-334D-DC19-8AC2-3C80726C0B3D}"/>
              </a:ext>
            </a:extLst>
          </p:cNvPr>
          <p:cNvSpPr/>
          <p:nvPr/>
        </p:nvSpPr>
        <p:spPr>
          <a:xfrm>
            <a:off x="14656724" y="851339"/>
            <a:ext cx="1623396" cy="1460739"/>
          </a:xfrm>
          <a:custGeom>
            <a:avLst/>
            <a:gdLst/>
            <a:ahLst/>
            <a:cxnLst/>
            <a:rect l="0" t="0" r="0" b="0"/>
            <a:pathLst>
              <a:path w="1082264" h="973826">
                <a:moveTo>
                  <a:pt x="326570" y="0"/>
                </a:moveTo>
                <a:lnTo>
                  <a:pt x="323338" y="7149"/>
                </a:lnTo>
                <a:lnTo>
                  <a:pt x="284883" y="66988"/>
                </a:lnTo>
                <a:lnTo>
                  <a:pt x="131550" y="106770"/>
                </a:lnTo>
                <a:lnTo>
                  <a:pt x="78712" y="145838"/>
                </a:lnTo>
                <a:lnTo>
                  <a:pt x="40445" y="221257"/>
                </a:lnTo>
                <a:lnTo>
                  <a:pt x="525" y="329120"/>
                </a:lnTo>
                <a:lnTo>
                  <a:pt x="3830" y="397393"/>
                </a:lnTo>
                <a:lnTo>
                  <a:pt x="0" y="438080"/>
                </a:lnTo>
                <a:lnTo>
                  <a:pt x="131363" y="584773"/>
                </a:lnTo>
                <a:lnTo>
                  <a:pt x="225473" y="638991"/>
                </a:lnTo>
                <a:lnTo>
                  <a:pt x="298477" y="713552"/>
                </a:lnTo>
                <a:lnTo>
                  <a:pt x="364572" y="710646"/>
                </a:lnTo>
                <a:lnTo>
                  <a:pt x="422179" y="732705"/>
                </a:lnTo>
                <a:lnTo>
                  <a:pt x="482378" y="774440"/>
                </a:lnTo>
                <a:lnTo>
                  <a:pt x="464465" y="870346"/>
                </a:lnTo>
                <a:lnTo>
                  <a:pt x="438327" y="965203"/>
                </a:lnTo>
                <a:lnTo>
                  <a:pt x="462061" y="973826"/>
                </a:lnTo>
                <a:lnTo>
                  <a:pt x="561241" y="914511"/>
                </a:lnTo>
                <a:lnTo>
                  <a:pt x="675480" y="713552"/>
                </a:lnTo>
                <a:lnTo>
                  <a:pt x="707138" y="674866"/>
                </a:lnTo>
                <a:lnTo>
                  <a:pt x="708527" y="630892"/>
                </a:lnTo>
                <a:lnTo>
                  <a:pt x="727191" y="607928"/>
                </a:lnTo>
                <a:lnTo>
                  <a:pt x="774509" y="577913"/>
                </a:lnTo>
                <a:lnTo>
                  <a:pt x="807444" y="582105"/>
                </a:lnTo>
                <a:lnTo>
                  <a:pt x="842481" y="538559"/>
                </a:lnTo>
                <a:lnTo>
                  <a:pt x="856301" y="472860"/>
                </a:lnTo>
                <a:lnTo>
                  <a:pt x="872449" y="441368"/>
                </a:lnTo>
                <a:lnTo>
                  <a:pt x="859230" y="380908"/>
                </a:lnTo>
                <a:lnTo>
                  <a:pt x="918002" y="393486"/>
                </a:lnTo>
                <a:lnTo>
                  <a:pt x="974971" y="317400"/>
                </a:lnTo>
                <a:lnTo>
                  <a:pt x="1036822" y="207392"/>
                </a:lnTo>
                <a:lnTo>
                  <a:pt x="1081812" y="1003"/>
                </a:lnTo>
                <a:lnTo>
                  <a:pt x="108226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11" name="pl12">
            <a:extLst>
              <a:ext uri="{FF2B5EF4-FFF2-40B4-BE49-F238E27FC236}">
                <a16:creationId xmlns:a16="http://schemas.microsoft.com/office/drawing/2014/main" id="{A43AE70C-0883-DEF7-73E7-FDDE02EF6CEE}"/>
              </a:ext>
            </a:extLst>
          </p:cNvPr>
          <p:cNvSpPr/>
          <p:nvPr/>
        </p:nvSpPr>
        <p:spPr>
          <a:xfrm>
            <a:off x="16318255" y="851339"/>
            <a:ext cx="42996" cy="221043"/>
          </a:xfrm>
          <a:custGeom>
            <a:avLst/>
            <a:gdLst/>
            <a:ahLst/>
            <a:cxnLst/>
            <a:rect l="0" t="0" r="0" b="0"/>
            <a:pathLst>
              <a:path w="28664" h="147362">
                <a:moveTo>
                  <a:pt x="9999" y="0"/>
                </a:moveTo>
                <a:lnTo>
                  <a:pt x="0" y="107390"/>
                </a:lnTo>
                <a:lnTo>
                  <a:pt x="3116" y="147362"/>
                </a:lnTo>
                <a:lnTo>
                  <a:pt x="26963" y="15724"/>
                </a:lnTo>
                <a:lnTo>
                  <a:pt x="2866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12" name="rc13">
            <a:extLst>
              <a:ext uri="{FF2B5EF4-FFF2-40B4-BE49-F238E27FC236}">
                <a16:creationId xmlns:a16="http://schemas.microsoft.com/office/drawing/2014/main" id="{F323AFE7-62E8-A276-5986-A2F43FC4D07B}"/>
              </a:ext>
            </a:extLst>
          </p:cNvPr>
          <p:cNvSpPr/>
          <p:nvPr/>
        </p:nvSpPr>
        <p:spPr>
          <a:xfrm>
            <a:off x="13103864" y="4748215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13" name="rc14">
            <a:extLst>
              <a:ext uri="{FF2B5EF4-FFF2-40B4-BE49-F238E27FC236}">
                <a16:creationId xmlns:a16="http://schemas.microsoft.com/office/drawing/2014/main" id="{AE3A77EA-BACF-8AC6-230D-0C9BE82C61A9}"/>
              </a:ext>
            </a:extLst>
          </p:cNvPr>
          <p:cNvSpPr/>
          <p:nvPr/>
        </p:nvSpPr>
        <p:spPr>
          <a:xfrm>
            <a:off x="13478917" y="3622271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14" name="rc15">
            <a:extLst>
              <a:ext uri="{FF2B5EF4-FFF2-40B4-BE49-F238E27FC236}">
                <a16:creationId xmlns:a16="http://schemas.microsoft.com/office/drawing/2014/main" id="{6FB2F022-240B-8FFF-A7A0-766E785C365B}"/>
              </a:ext>
            </a:extLst>
          </p:cNvPr>
          <p:cNvSpPr/>
          <p:nvPr/>
        </p:nvSpPr>
        <p:spPr>
          <a:xfrm>
            <a:off x="13435691" y="4695110"/>
            <a:ext cx="192098" cy="192098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15" name="pt16">
            <a:extLst>
              <a:ext uri="{FF2B5EF4-FFF2-40B4-BE49-F238E27FC236}">
                <a16:creationId xmlns:a16="http://schemas.microsoft.com/office/drawing/2014/main" id="{EDEF8871-F103-9563-1E02-83F7F56FB101}"/>
              </a:ext>
            </a:extLst>
          </p:cNvPr>
          <p:cNvSpPr/>
          <p:nvPr/>
        </p:nvSpPr>
        <p:spPr>
          <a:xfrm>
            <a:off x="14387164" y="4142225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16" name="pt17">
            <a:extLst>
              <a:ext uri="{FF2B5EF4-FFF2-40B4-BE49-F238E27FC236}">
                <a16:creationId xmlns:a16="http://schemas.microsoft.com/office/drawing/2014/main" id="{347CCA1B-FBA6-57B4-56DF-295F0034F6F4}"/>
              </a:ext>
            </a:extLst>
          </p:cNvPr>
          <p:cNvSpPr/>
          <p:nvPr/>
        </p:nvSpPr>
        <p:spPr>
          <a:xfrm>
            <a:off x="15253459" y="2009804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17" name="pt18">
            <a:extLst>
              <a:ext uri="{FF2B5EF4-FFF2-40B4-BE49-F238E27FC236}">
                <a16:creationId xmlns:a16="http://schemas.microsoft.com/office/drawing/2014/main" id="{5B8850B5-B1F6-F21C-97EE-9B6E4454DDDE}"/>
              </a:ext>
            </a:extLst>
          </p:cNvPr>
          <p:cNvSpPr/>
          <p:nvPr/>
        </p:nvSpPr>
        <p:spPr>
          <a:xfrm>
            <a:off x="14556737" y="1481257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18" name="pt19">
            <a:extLst>
              <a:ext uri="{FF2B5EF4-FFF2-40B4-BE49-F238E27FC236}">
                <a16:creationId xmlns:a16="http://schemas.microsoft.com/office/drawing/2014/main" id="{B9C6C7A3-9EDC-0A06-F165-11082777618C}"/>
              </a:ext>
            </a:extLst>
          </p:cNvPr>
          <p:cNvSpPr/>
          <p:nvPr/>
        </p:nvSpPr>
        <p:spPr>
          <a:xfrm>
            <a:off x="13350202" y="4951300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19" name="pt20">
            <a:extLst>
              <a:ext uri="{FF2B5EF4-FFF2-40B4-BE49-F238E27FC236}">
                <a16:creationId xmlns:a16="http://schemas.microsoft.com/office/drawing/2014/main" id="{6ACB8029-FF43-F3B8-CFE4-2AEF2B481B13}"/>
              </a:ext>
            </a:extLst>
          </p:cNvPr>
          <p:cNvSpPr/>
          <p:nvPr/>
        </p:nvSpPr>
        <p:spPr>
          <a:xfrm>
            <a:off x="13266266" y="4826803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20" name="pt21">
            <a:extLst>
              <a:ext uri="{FF2B5EF4-FFF2-40B4-BE49-F238E27FC236}">
                <a16:creationId xmlns:a16="http://schemas.microsoft.com/office/drawing/2014/main" id="{46E95E10-3F1E-CC75-3BF1-E66AFC544B2A}"/>
              </a:ext>
            </a:extLst>
          </p:cNvPr>
          <p:cNvSpPr/>
          <p:nvPr/>
        </p:nvSpPr>
        <p:spPr>
          <a:xfrm>
            <a:off x="12872698" y="3087935"/>
            <a:ext cx="216759" cy="216759"/>
          </a:xfrm>
          <a:prstGeom prst="ellipse">
            <a:avLst/>
          </a:prstGeom>
          <a:solidFill>
            <a:srgbClr val="3155A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21" name="pg22">
            <a:extLst>
              <a:ext uri="{FF2B5EF4-FFF2-40B4-BE49-F238E27FC236}">
                <a16:creationId xmlns:a16="http://schemas.microsoft.com/office/drawing/2014/main" id="{5634E8DA-9967-5078-7F76-2BF17CCA4E53}"/>
              </a:ext>
            </a:extLst>
          </p:cNvPr>
          <p:cNvSpPr/>
          <p:nvPr/>
        </p:nvSpPr>
        <p:spPr>
          <a:xfrm>
            <a:off x="13255955" y="3549778"/>
            <a:ext cx="291926" cy="252815"/>
          </a:xfrm>
          <a:custGeom>
            <a:avLst/>
            <a:gdLst/>
            <a:ahLst/>
            <a:cxnLst/>
            <a:rect l="0" t="0" r="0" b="0"/>
            <a:pathLst>
              <a:path w="194617" h="168543">
                <a:moveTo>
                  <a:pt x="97308" y="0"/>
                </a:moveTo>
                <a:lnTo>
                  <a:pt x="194617" y="168543"/>
                </a:lnTo>
                <a:lnTo>
                  <a:pt x="0" y="168543"/>
                </a:lnTo>
                <a:close/>
              </a:path>
            </a:pathLst>
          </a:cu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22" name="pg23">
            <a:extLst>
              <a:ext uri="{FF2B5EF4-FFF2-40B4-BE49-F238E27FC236}">
                <a16:creationId xmlns:a16="http://schemas.microsoft.com/office/drawing/2014/main" id="{BBD55DCF-DC40-33D0-FC67-5A1ACCD170B9}"/>
              </a:ext>
            </a:extLst>
          </p:cNvPr>
          <p:cNvSpPr/>
          <p:nvPr/>
        </p:nvSpPr>
        <p:spPr>
          <a:xfrm>
            <a:off x="13212728" y="4622615"/>
            <a:ext cx="291926" cy="252815"/>
          </a:xfrm>
          <a:custGeom>
            <a:avLst/>
            <a:gdLst/>
            <a:ahLst/>
            <a:cxnLst/>
            <a:rect l="0" t="0" r="0" b="0"/>
            <a:pathLst>
              <a:path w="194617" h="168543">
                <a:moveTo>
                  <a:pt x="97308" y="0"/>
                </a:moveTo>
                <a:lnTo>
                  <a:pt x="194617" y="168543"/>
                </a:lnTo>
                <a:lnTo>
                  <a:pt x="0" y="168543"/>
                </a:lnTo>
                <a:close/>
              </a:path>
            </a:pathLst>
          </a:custGeom>
          <a:solidFill>
            <a:srgbClr val="1D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23" name="pl24">
            <a:extLst>
              <a:ext uri="{FF2B5EF4-FFF2-40B4-BE49-F238E27FC236}">
                <a16:creationId xmlns:a16="http://schemas.microsoft.com/office/drawing/2014/main" id="{03A0BEBC-F514-7966-8723-991F4A10A4DB}"/>
              </a:ext>
            </a:extLst>
          </p:cNvPr>
          <p:cNvSpPr/>
          <p:nvPr/>
        </p:nvSpPr>
        <p:spPr>
          <a:xfrm>
            <a:off x="13596503" y="3718321"/>
            <a:ext cx="631340" cy="3"/>
          </a:xfrm>
          <a:custGeom>
            <a:avLst/>
            <a:gdLst/>
            <a:ahLst/>
            <a:cxnLst/>
            <a:rect l="0" t="0" r="0" b="0"/>
            <a:pathLst>
              <a:path w="420893" h="2">
                <a:moveTo>
                  <a:pt x="420893" y="2"/>
                </a:moveTo>
                <a:lnTo>
                  <a:pt x="0" y="0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24" name="pl25">
            <a:extLst>
              <a:ext uri="{FF2B5EF4-FFF2-40B4-BE49-F238E27FC236}">
                <a16:creationId xmlns:a16="http://schemas.microsoft.com/office/drawing/2014/main" id="{62FFF0C5-739F-1E62-FEE7-9A46EC511AAB}"/>
              </a:ext>
            </a:extLst>
          </p:cNvPr>
          <p:cNvSpPr/>
          <p:nvPr/>
        </p:nvSpPr>
        <p:spPr>
          <a:xfrm>
            <a:off x="13553276" y="4791158"/>
            <a:ext cx="613923" cy="2"/>
          </a:xfrm>
          <a:custGeom>
            <a:avLst/>
            <a:gdLst/>
            <a:ahLst/>
            <a:cxnLst/>
            <a:rect l="0" t="0" r="0" b="0"/>
            <a:pathLst>
              <a:path w="409282" h="1">
                <a:moveTo>
                  <a:pt x="409282" y="1"/>
                </a:moveTo>
                <a:lnTo>
                  <a:pt x="0" y="0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25" name="pg26">
            <a:extLst>
              <a:ext uri="{FF2B5EF4-FFF2-40B4-BE49-F238E27FC236}">
                <a16:creationId xmlns:a16="http://schemas.microsoft.com/office/drawing/2014/main" id="{AB7D627E-F814-790F-52A3-19AF32954EA9}"/>
              </a:ext>
            </a:extLst>
          </p:cNvPr>
          <p:cNvSpPr/>
          <p:nvPr/>
        </p:nvSpPr>
        <p:spPr>
          <a:xfrm>
            <a:off x="14227843" y="3574375"/>
            <a:ext cx="1001541" cy="287898"/>
          </a:xfrm>
          <a:custGeom>
            <a:avLst/>
            <a:gdLst/>
            <a:ahLst/>
            <a:cxnLst/>
            <a:rect l="0" t="0" r="0" b="0"/>
            <a:pathLst>
              <a:path w="667694" h="191932">
                <a:moveTo>
                  <a:pt x="27431" y="191932"/>
                </a:moveTo>
                <a:lnTo>
                  <a:pt x="640262" y="191932"/>
                </a:lnTo>
                <a:lnTo>
                  <a:pt x="639158" y="191910"/>
                </a:lnTo>
                <a:lnTo>
                  <a:pt x="643569" y="191732"/>
                </a:lnTo>
                <a:lnTo>
                  <a:pt x="647894" y="190849"/>
                </a:lnTo>
                <a:lnTo>
                  <a:pt x="652022" y="189284"/>
                </a:lnTo>
                <a:lnTo>
                  <a:pt x="655846" y="187076"/>
                </a:lnTo>
                <a:lnTo>
                  <a:pt x="659265" y="184284"/>
                </a:lnTo>
                <a:lnTo>
                  <a:pt x="662193" y="180980"/>
                </a:lnTo>
                <a:lnTo>
                  <a:pt x="664552" y="177248"/>
                </a:lnTo>
                <a:lnTo>
                  <a:pt x="666283" y="173187"/>
                </a:lnTo>
                <a:lnTo>
                  <a:pt x="667339" y="168900"/>
                </a:lnTo>
                <a:lnTo>
                  <a:pt x="667694" y="164500"/>
                </a:lnTo>
                <a:lnTo>
                  <a:pt x="667694" y="27432"/>
                </a:lnTo>
                <a:lnTo>
                  <a:pt x="667339" y="23031"/>
                </a:lnTo>
                <a:lnTo>
                  <a:pt x="666283" y="18745"/>
                </a:lnTo>
                <a:lnTo>
                  <a:pt x="664552" y="14683"/>
                </a:lnTo>
                <a:lnTo>
                  <a:pt x="662193" y="10952"/>
                </a:lnTo>
                <a:lnTo>
                  <a:pt x="659265" y="7647"/>
                </a:lnTo>
                <a:lnTo>
                  <a:pt x="655846" y="4855"/>
                </a:lnTo>
                <a:lnTo>
                  <a:pt x="652022" y="2648"/>
                </a:lnTo>
                <a:lnTo>
                  <a:pt x="647894" y="1083"/>
                </a:lnTo>
                <a:lnTo>
                  <a:pt x="643569" y="200"/>
                </a:lnTo>
                <a:lnTo>
                  <a:pt x="640262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26" name="tx27">
            <a:extLst>
              <a:ext uri="{FF2B5EF4-FFF2-40B4-BE49-F238E27FC236}">
                <a16:creationId xmlns:a16="http://schemas.microsoft.com/office/drawing/2014/main" id="{57E9DD96-629E-B315-0792-A26D494C03B4}"/>
              </a:ext>
            </a:extLst>
          </p:cNvPr>
          <p:cNvSpPr/>
          <p:nvPr/>
        </p:nvSpPr>
        <p:spPr>
          <a:xfrm>
            <a:off x="14296423" y="3642955"/>
            <a:ext cx="864381" cy="150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5"/>
              </a:lnSpc>
            </a:pPr>
            <a:r>
              <a:rPr sz="1655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6727" name="pg28">
            <a:extLst>
              <a:ext uri="{FF2B5EF4-FFF2-40B4-BE49-F238E27FC236}">
                <a16:creationId xmlns:a16="http://schemas.microsoft.com/office/drawing/2014/main" id="{B6D92B40-C7B3-DF7F-7E88-4ACC0427B1D5}"/>
              </a:ext>
            </a:extLst>
          </p:cNvPr>
          <p:cNvSpPr/>
          <p:nvPr/>
        </p:nvSpPr>
        <p:spPr>
          <a:xfrm>
            <a:off x="14167201" y="4647211"/>
            <a:ext cx="1036380" cy="287898"/>
          </a:xfrm>
          <a:custGeom>
            <a:avLst/>
            <a:gdLst/>
            <a:ahLst/>
            <a:cxnLst/>
            <a:rect l="0" t="0" r="0" b="0"/>
            <a:pathLst>
              <a:path w="690920" h="191932">
                <a:moveTo>
                  <a:pt x="27432" y="191932"/>
                </a:moveTo>
                <a:lnTo>
                  <a:pt x="663488" y="191932"/>
                </a:lnTo>
                <a:lnTo>
                  <a:pt x="662384" y="191910"/>
                </a:lnTo>
                <a:lnTo>
                  <a:pt x="666795" y="191732"/>
                </a:lnTo>
                <a:lnTo>
                  <a:pt x="671120" y="190849"/>
                </a:lnTo>
                <a:lnTo>
                  <a:pt x="675248" y="189284"/>
                </a:lnTo>
                <a:lnTo>
                  <a:pt x="679071" y="187076"/>
                </a:lnTo>
                <a:lnTo>
                  <a:pt x="682491" y="184284"/>
                </a:lnTo>
                <a:lnTo>
                  <a:pt x="685418" y="180980"/>
                </a:lnTo>
                <a:lnTo>
                  <a:pt x="687778" y="177248"/>
                </a:lnTo>
                <a:lnTo>
                  <a:pt x="689508" y="173187"/>
                </a:lnTo>
                <a:lnTo>
                  <a:pt x="690565" y="168900"/>
                </a:lnTo>
                <a:lnTo>
                  <a:pt x="690920" y="164500"/>
                </a:lnTo>
                <a:lnTo>
                  <a:pt x="690920" y="27432"/>
                </a:lnTo>
                <a:lnTo>
                  <a:pt x="690565" y="23031"/>
                </a:lnTo>
                <a:lnTo>
                  <a:pt x="689508" y="18745"/>
                </a:lnTo>
                <a:lnTo>
                  <a:pt x="687778" y="14683"/>
                </a:lnTo>
                <a:lnTo>
                  <a:pt x="685418" y="10952"/>
                </a:lnTo>
                <a:lnTo>
                  <a:pt x="682491" y="7647"/>
                </a:lnTo>
                <a:lnTo>
                  <a:pt x="679071" y="4855"/>
                </a:lnTo>
                <a:lnTo>
                  <a:pt x="675248" y="2648"/>
                </a:lnTo>
                <a:lnTo>
                  <a:pt x="671120" y="1083"/>
                </a:lnTo>
                <a:lnTo>
                  <a:pt x="666795" y="200"/>
                </a:lnTo>
                <a:lnTo>
                  <a:pt x="663488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28" name="tx29">
            <a:extLst>
              <a:ext uri="{FF2B5EF4-FFF2-40B4-BE49-F238E27FC236}">
                <a16:creationId xmlns:a16="http://schemas.microsoft.com/office/drawing/2014/main" id="{924E5300-4D41-2C0B-1B34-ABD95B604E81}"/>
              </a:ext>
            </a:extLst>
          </p:cNvPr>
          <p:cNvSpPr/>
          <p:nvPr/>
        </p:nvSpPr>
        <p:spPr>
          <a:xfrm>
            <a:off x="14235781" y="4715791"/>
            <a:ext cx="899220" cy="150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5"/>
              </a:lnSpc>
            </a:pPr>
            <a:r>
              <a:rPr sz="1655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6729" name="pl30">
            <a:extLst>
              <a:ext uri="{FF2B5EF4-FFF2-40B4-BE49-F238E27FC236}">
                <a16:creationId xmlns:a16="http://schemas.microsoft.com/office/drawing/2014/main" id="{6C82D8BF-DB64-4006-5803-AAC98923479B}"/>
              </a:ext>
            </a:extLst>
          </p:cNvPr>
          <p:cNvSpPr/>
          <p:nvPr/>
        </p:nvSpPr>
        <p:spPr>
          <a:xfrm>
            <a:off x="13106797" y="3483809"/>
            <a:ext cx="278417" cy="221238"/>
          </a:xfrm>
          <a:custGeom>
            <a:avLst/>
            <a:gdLst/>
            <a:ahLst/>
            <a:cxnLst/>
            <a:rect l="0" t="0" r="0" b="0"/>
            <a:pathLst>
              <a:path w="185611" h="147492">
                <a:moveTo>
                  <a:pt x="0" y="0"/>
                </a:moveTo>
                <a:lnTo>
                  <a:pt x="185611" y="147492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30" name="pl31">
            <a:extLst>
              <a:ext uri="{FF2B5EF4-FFF2-40B4-BE49-F238E27FC236}">
                <a16:creationId xmlns:a16="http://schemas.microsoft.com/office/drawing/2014/main" id="{6917F159-07E1-DA4E-4448-6007CE987116}"/>
              </a:ext>
            </a:extLst>
          </p:cNvPr>
          <p:cNvSpPr/>
          <p:nvPr/>
        </p:nvSpPr>
        <p:spPr>
          <a:xfrm>
            <a:off x="13152544" y="4570040"/>
            <a:ext cx="191651" cy="205569"/>
          </a:xfrm>
          <a:custGeom>
            <a:avLst/>
            <a:gdLst/>
            <a:ahLst/>
            <a:cxnLst/>
            <a:rect l="0" t="0" r="0" b="0"/>
            <a:pathLst>
              <a:path w="127767" h="137046">
                <a:moveTo>
                  <a:pt x="0" y="0"/>
                </a:moveTo>
                <a:lnTo>
                  <a:pt x="127767" y="137046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31" name="pg32">
            <a:extLst>
              <a:ext uri="{FF2B5EF4-FFF2-40B4-BE49-F238E27FC236}">
                <a16:creationId xmlns:a16="http://schemas.microsoft.com/office/drawing/2014/main" id="{AB8C4990-7B5C-2E7F-98D2-B34B6A74A5A5}"/>
              </a:ext>
            </a:extLst>
          </p:cNvPr>
          <p:cNvSpPr/>
          <p:nvPr/>
        </p:nvSpPr>
        <p:spPr>
          <a:xfrm>
            <a:off x="12081938" y="3310918"/>
            <a:ext cx="1024859" cy="287898"/>
          </a:xfrm>
          <a:custGeom>
            <a:avLst/>
            <a:gdLst/>
            <a:ahLst/>
            <a:cxnLst/>
            <a:rect l="0" t="0" r="0" b="0"/>
            <a:pathLst>
              <a:path w="683239" h="191932">
                <a:moveTo>
                  <a:pt x="27431" y="191932"/>
                </a:moveTo>
                <a:lnTo>
                  <a:pt x="655807" y="191932"/>
                </a:lnTo>
                <a:lnTo>
                  <a:pt x="654703" y="191910"/>
                </a:lnTo>
                <a:lnTo>
                  <a:pt x="659114" y="191732"/>
                </a:lnTo>
                <a:lnTo>
                  <a:pt x="663439" y="190849"/>
                </a:lnTo>
                <a:lnTo>
                  <a:pt x="667567" y="189284"/>
                </a:lnTo>
                <a:lnTo>
                  <a:pt x="671390" y="187076"/>
                </a:lnTo>
                <a:lnTo>
                  <a:pt x="674810" y="184284"/>
                </a:lnTo>
                <a:lnTo>
                  <a:pt x="677737" y="180980"/>
                </a:lnTo>
                <a:lnTo>
                  <a:pt x="680097" y="177248"/>
                </a:lnTo>
                <a:lnTo>
                  <a:pt x="681827" y="173187"/>
                </a:lnTo>
                <a:lnTo>
                  <a:pt x="682884" y="168900"/>
                </a:lnTo>
                <a:lnTo>
                  <a:pt x="683239" y="164500"/>
                </a:lnTo>
                <a:lnTo>
                  <a:pt x="683239" y="27432"/>
                </a:lnTo>
                <a:lnTo>
                  <a:pt x="682884" y="23031"/>
                </a:lnTo>
                <a:lnTo>
                  <a:pt x="681827" y="18745"/>
                </a:lnTo>
                <a:lnTo>
                  <a:pt x="680097" y="14683"/>
                </a:lnTo>
                <a:lnTo>
                  <a:pt x="677737" y="10952"/>
                </a:lnTo>
                <a:lnTo>
                  <a:pt x="674810" y="7647"/>
                </a:lnTo>
                <a:lnTo>
                  <a:pt x="671390" y="4855"/>
                </a:lnTo>
                <a:lnTo>
                  <a:pt x="667567" y="2648"/>
                </a:lnTo>
                <a:lnTo>
                  <a:pt x="663439" y="1083"/>
                </a:lnTo>
                <a:lnTo>
                  <a:pt x="659114" y="200"/>
                </a:lnTo>
                <a:lnTo>
                  <a:pt x="655807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32" name="tx33">
            <a:extLst>
              <a:ext uri="{FF2B5EF4-FFF2-40B4-BE49-F238E27FC236}">
                <a16:creationId xmlns:a16="http://schemas.microsoft.com/office/drawing/2014/main" id="{A22FC02F-71CA-2436-2CA9-F7563BC25700}"/>
              </a:ext>
            </a:extLst>
          </p:cNvPr>
          <p:cNvSpPr/>
          <p:nvPr/>
        </p:nvSpPr>
        <p:spPr>
          <a:xfrm>
            <a:off x="12150518" y="3379498"/>
            <a:ext cx="887699" cy="150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5"/>
              </a:lnSpc>
            </a:pPr>
            <a:r>
              <a:rPr sz="1655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6733" name="pg34">
            <a:extLst>
              <a:ext uri="{FF2B5EF4-FFF2-40B4-BE49-F238E27FC236}">
                <a16:creationId xmlns:a16="http://schemas.microsoft.com/office/drawing/2014/main" id="{E15EB9FC-AAB5-3FE4-15CB-10FBBBC2EE23}"/>
              </a:ext>
            </a:extLst>
          </p:cNvPr>
          <p:cNvSpPr/>
          <p:nvPr/>
        </p:nvSpPr>
        <p:spPr>
          <a:xfrm>
            <a:off x="12034690" y="4383770"/>
            <a:ext cx="1117854" cy="287898"/>
          </a:xfrm>
          <a:custGeom>
            <a:avLst/>
            <a:gdLst/>
            <a:ahLst/>
            <a:cxnLst/>
            <a:rect l="0" t="0" r="0" b="0"/>
            <a:pathLst>
              <a:path w="745236" h="191932">
                <a:moveTo>
                  <a:pt x="27431" y="191932"/>
                </a:moveTo>
                <a:lnTo>
                  <a:pt x="717804" y="191932"/>
                </a:lnTo>
                <a:lnTo>
                  <a:pt x="716699" y="191910"/>
                </a:lnTo>
                <a:lnTo>
                  <a:pt x="721110" y="191732"/>
                </a:lnTo>
                <a:lnTo>
                  <a:pt x="725436" y="190849"/>
                </a:lnTo>
                <a:lnTo>
                  <a:pt x="729563" y="189284"/>
                </a:lnTo>
                <a:lnTo>
                  <a:pt x="733387" y="187076"/>
                </a:lnTo>
                <a:lnTo>
                  <a:pt x="736806" y="184284"/>
                </a:lnTo>
                <a:lnTo>
                  <a:pt x="739734" y="180980"/>
                </a:lnTo>
                <a:lnTo>
                  <a:pt x="742093" y="177248"/>
                </a:lnTo>
                <a:lnTo>
                  <a:pt x="743824" y="173187"/>
                </a:lnTo>
                <a:lnTo>
                  <a:pt x="744880" y="168900"/>
                </a:lnTo>
                <a:lnTo>
                  <a:pt x="745236" y="164500"/>
                </a:lnTo>
                <a:lnTo>
                  <a:pt x="745236" y="27432"/>
                </a:lnTo>
                <a:lnTo>
                  <a:pt x="744880" y="23031"/>
                </a:lnTo>
                <a:lnTo>
                  <a:pt x="743824" y="18745"/>
                </a:lnTo>
                <a:lnTo>
                  <a:pt x="742093" y="14683"/>
                </a:lnTo>
                <a:lnTo>
                  <a:pt x="739734" y="10952"/>
                </a:lnTo>
                <a:lnTo>
                  <a:pt x="736806" y="7647"/>
                </a:lnTo>
                <a:lnTo>
                  <a:pt x="733387" y="4855"/>
                </a:lnTo>
                <a:lnTo>
                  <a:pt x="729563" y="2648"/>
                </a:lnTo>
                <a:lnTo>
                  <a:pt x="725436" y="1083"/>
                </a:lnTo>
                <a:lnTo>
                  <a:pt x="721110" y="200"/>
                </a:lnTo>
                <a:lnTo>
                  <a:pt x="717804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34" name="tx35">
            <a:extLst>
              <a:ext uri="{FF2B5EF4-FFF2-40B4-BE49-F238E27FC236}">
                <a16:creationId xmlns:a16="http://schemas.microsoft.com/office/drawing/2014/main" id="{D5CE9BAC-A5C2-2CDF-301A-80F903FF7125}"/>
              </a:ext>
            </a:extLst>
          </p:cNvPr>
          <p:cNvSpPr/>
          <p:nvPr/>
        </p:nvSpPr>
        <p:spPr>
          <a:xfrm>
            <a:off x="12103270" y="4452350"/>
            <a:ext cx="980694" cy="150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5"/>
              </a:lnSpc>
            </a:pPr>
            <a:r>
              <a:rPr sz="1655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 River</a:t>
            </a:r>
          </a:p>
        </p:txBody>
      </p:sp>
      <p:sp>
        <p:nvSpPr>
          <p:cNvPr id="6735" name="pl36">
            <a:extLst>
              <a:ext uri="{FF2B5EF4-FFF2-40B4-BE49-F238E27FC236}">
                <a16:creationId xmlns:a16="http://schemas.microsoft.com/office/drawing/2014/main" id="{D71A75C5-CA28-50AC-4CC1-109054BAA6F2}"/>
              </a:ext>
            </a:extLst>
          </p:cNvPr>
          <p:cNvSpPr/>
          <p:nvPr/>
        </p:nvSpPr>
        <p:spPr>
          <a:xfrm>
            <a:off x="13203533" y="4864990"/>
            <a:ext cx="171881" cy="984153"/>
          </a:xfrm>
          <a:custGeom>
            <a:avLst/>
            <a:gdLst/>
            <a:ahLst/>
            <a:cxnLst/>
            <a:rect l="0" t="0" r="0" b="0"/>
            <a:pathLst>
              <a:path w="114587" h="656102">
                <a:moveTo>
                  <a:pt x="114587" y="656102"/>
                </a:moveTo>
                <a:lnTo>
                  <a:pt x="0" y="0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36" name="pg37">
            <a:extLst>
              <a:ext uri="{FF2B5EF4-FFF2-40B4-BE49-F238E27FC236}">
                <a16:creationId xmlns:a16="http://schemas.microsoft.com/office/drawing/2014/main" id="{009BB754-BCDC-2D42-EDF5-9D96845ED6AA}"/>
              </a:ext>
            </a:extLst>
          </p:cNvPr>
          <p:cNvSpPr/>
          <p:nvPr/>
        </p:nvSpPr>
        <p:spPr>
          <a:xfrm>
            <a:off x="13375414" y="5724826"/>
            <a:ext cx="802659" cy="287898"/>
          </a:xfrm>
          <a:custGeom>
            <a:avLst/>
            <a:gdLst/>
            <a:ahLst/>
            <a:cxnLst/>
            <a:rect l="0" t="0" r="0" b="0"/>
            <a:pathLst>
              <a:path w="535106" h="191932">
                <a:moveTo>
                  <a:pt x="27431" y="191932"/>
                </a:moveTo>
                <a:lnTo>
                  <a:pt x="507674" y="191932"/>
                </a:lnTo>
                <a:lnTo>
                  <a:pt x="506570" y="191910"/>
                </a:lnTo>
                <a:lnTo>
                  <a:pt x="510981" y="191732"/>
                </a:lnTo>
                <a:lnTo>
                  <a:pt x="515306" y="190849"/>
                </a:lnTo>
                <a:lnTo>
                  <a:pt x="519434" y="189284"/>
                </a:lnTo>
                <a:lnTo>
                  <a:pt x="523258" y="187076"/>
                </a:lnTo>
                <a:lnTo>
                  <a:pt x="526677" y="184284"/>
                </a:lnTo>
                <a:lnTo>
                  <a:pt x="529605" y="180980"/>
                </a:lnTo>
                <a:lnTo>
                  <a:pt x="531964" y="177248"/>
                </a:lnTo>
                <a:lnTo>
                  <a:pt x="533695" y="173187"/>
                </a:lnTo>
                <a:lnTo>
                  <a:pt x="534751" y="168900"/>
                </a:lnTo>
                <a:lnTo>
                  <a:pt x="535106" y="164500"/>
                </a:lnTo>
                <a:lnTo>
                  <a:pt x="535106" y="27431"/>
                </a:lnTo>
                <a:lnTo>
                  <a:pt x="534751" y="23031"/>
                </a:lnTo>
                <a:lnTo>
                  <a:pt x="533695" y="18745"/>
                </a:lnTo>
                <a:lnTo>
                  <a:pt x="531964" y="14683"/>
                </a:lnTo>
                <a:lnTo>
                  <a:pt x="529605" y="10952"/>
                </a:lnTo>
                <a:lnTo>
                  <a:pt x="526677" y="7647"/>
                </a:lnTo>
                <a:lnTo>
                  <a:pt x="523258" y="4855"/>
                </a:lnTo>
                <a:lnTo>
                  <a:pt x="519434" y="2648"/>
                </a:lnTo>
                <a:lnTo>
                  <a:pt x="515306" y="1083"/>
                </a:lnTo>
                <a:lnTo>
                  <a:pt x="510981" y="200"/>
                </a:lnTo>
                <a:lnTo>
                  <a:pt x="507674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1"/>
                </a:lnTo>
                <a:lnTo>
                  <a:pt x="0" y="164500"/>
                </a:lnTo>
                <a:lnTo>
                  <a:pt x="88" y="162293"/>
                </a:lnTo>
                <a:lnTo>
                  <a:pt x="88" y="166707"/>
                </a:lnTo>
                <a:lnTo>
                  <a:pt x="797" y="171065"/>
                </a:lnTo>
                <a:lnTo>
                  <a:pt x="2195" y="175252"/>
                </a:lnTo>
                <a:lnTo>
                  <a:pt x="4246" y="179162"/>
                </a:lnTo>
                <a:lnTo>
                  <a:pt x="6898" y="182691"/>
                </a:lnTo>
                <a:lnTo>
                  <a:pt x="10082" y="185749"/>
                </a:lnTo>
                <a:lnTo>
                  <a:pt x="13716" y="188257"/>
                </a:lnTo>
                <a:lnTo>
                  <a:pt x="17704" y="190149"/>
                </a:lnTo>
                <a:lnTo>
                  <a:pt x="21944" y="191378"/>
                </a:lnTo>
                <a:lnTo>
                  <a:pt x="26327" y="19191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37" name="tx38">
            <a:extLst>
              <a:ext uri="{FF2B5EF4-FFF2-40B4-BE49-F238E27FC236}">
                <a16:creationId xmlns:a16="http://schemas.microsoft.com/office/drawing/2014/main" id="{3EC1D309-DE89-CE29-F59D-F3D6754412E0}"/>
              </a:ext>
            </a:extLst>
          </p:cNvPr>
          <p:cNvSpPr/>
          <p:nvPr/>
        </p:nvSpPr>
        <p:spPr>
          <a:xfrm>
            <a:off x="13443994" y="5793406"/>
            <a:ext cx="665499" cy="15073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5"/>
              </a:lnSpc>
            </a:pPr>
            <a:r>
              <a:rPr sz="1655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6738" name="pl39">
            <a:extLst>
              <a:ext uri="{FF2B5EF4-FFF2-40B4-BE49-F238E27FC236}">
                <a16:creationId xmlns:a16="http://schemas.microsoft.com/office/drawing/2014/main" id="{EBEB1EFA-51AD-EA28-6B45-0D9CFFB3DF99}"/>
              </a:ext>
            </a:extLst>
          </p:cNvPr>
          <p:cNvSpPr/>
          <p:nvPr/>
        </p:nvSpPr>
        <p:spPr>
          <a:xfrm>
            <a:off x="11966110" y="851339"/>
            <a:ext cx="0" cy="5736714"/>
          </a:xfrm>
          <a:custGeom>
            <a:avLst/>
            <a:gdLst/>
            <a:ahLst/>
            <a:cxnLst/>
            <a:rect l="0" t="0" r="0" b="0"/>
            <a:pathLst>
              <a:path h="3824476">
                <a:moveTo>
                  <a:pt x="0" y="3824476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39" name="tx40">
            <a:extLst>
              <a:ext uri="{FF2B5EF4-FFF2-40B4-BE49-F238E27FC236}">
                <a16:creationId xmlns:a16="http://schemas.microsoft.com/office/drawing/2014/main" id="{A1F1BF12-023D-A005-E570-F9F6BF4A36D1}"/>
              </a:ext>
            </a:extLst>
          </p:cNvPr>
          <p:cNvSpPr/>
          <p:nvPr/>
        </p:nvSpPr>
        <p:spPr>
          <a:xfrm>
            <a:off x="11188824" y="5823226"/>
            <a:ext cx="326303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36.5</a:t>
            </a:r>
          </a:p>
        </p:txBody>
      </p:sp>
      <p:sp>
        <p:nvSpPr>
          <p:cNvPr id="6740" name="tx41">
            <a:extLst>
              <a:ext uri="{FF2B5EF4-FFF2-40B4-BE49-F238E27FC236}">
                <a16:creationId xmlns:a16="http://schemas.microsoft.com/office/drawing/2014/main" id="{2D63ECAC-0C09-BA30-FB22-B3BA47C91726}"/>
              </a:ext>
            </a:extLst>
          </p:cNvPr>
          <p:cNvSpPr/>
          <p:nvPr/>
        </p:nvSpPr>
        <p:spPr>
          <a:xfrm>
            <a:off x="11619990" y="5795657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41" name="tx42">
            <a:extLst>
              <a:ext uri="{FF2B5EF4-FFF2-40B4-BE49-F238E27FC236}">
                <a16:creationId xmlns:a16="http://schemas.microsoft.com/office/drawing/2014/main" id="{BF33341F-0232-9415-0346-78EE63F7D4A1}"/>
              </a:ext>
            </a:extLst>
          </p:cNvPr>
          <p:cNvSpPr/>
          <p:nvPr/>
        </p:nvSpPr>
        <p:spPr>
          <a:xfrm>
            <a:off x="11715921" y="5823226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742" name="tx43">
            <a:extLst>
              <a:ext uri="{FF2B5EF4-FFF2-40B4-BE49-F238E27FC236}">
                <a16:creationId xmlns:a16="http://schemas.microsoft.com/office/drawing/2014/main" id="{48D56CE0-2365-1C57-C3A5-69DF6D134EA0}"/>
              </a:ext>
            </a:extLst>
          </p:cNvPr>
          <p:cNvSpPr/>
          <p:nvPr/>
        </p:nvSpPr>
        <p:spPr>
          <a:xfrm>
            <a:off x="11188824" y="5091428"/>
            <a:ext cx="326303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37.0</a:t>
            </a:r>
          </a:p>
        </p:txBody>
      </p:sp>
      <p:sp>
        <p:nvSpPr>
          <p:cNvPr id="6743" name="tx44">
            <a:extLst>
              <a:ext uri="{FF2B5EF4-FFF2-40B4-BE49-F238E27FC236}">
                <a16:creationId xmlns:a16="http://schemas.microsoft.com/office/drawing/2014/main" id="{0C9E828D-E206-B870-F760-716F3ED9F7A4}"/>
              </a:ext>
            </a:extLst>
          </p:cNvPr>
          <p:cNvSpPr/>
          <p:nvPr/>
        </p:nvSpPr>
        <p:spPr>
          <a:xfrm>
            <a:off x="11619990" y="5063860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44" name="tx45">
            <a:extLst>
              <a:ext uri="{FF2B5EF4-FFF2-40B4-BE49-F238E27FC236}">
                <a16:creationId xmlns:a16="http://schemas.microsoft.com/office/drawing/2014/main" id="{B8100AC0-0F37-590F-667E-2B76A2DE943F}"/>
              </a:ext>
            </a:extLst>
          </p:cNvPr>
          <p:cNvSpPr/>
          <p:nvPr/>
        </p:nvSpPr>
        <p:spPr>
          <a:xfrm>
            <a:off x="11715921" y="5091428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745" name="tx46">
            <a:extLst>
              <a:ext uri="{FF2B5EF4-FFF2-40B4-BE49-F238E27FC236}">
                <a16:creationId xmlns:a16="http://schemas.microsoft.com/office/drawing/2014/main" id="{C1C37F38-F765-BCE0-1110-799110F31576}"/>
              </a:ext>
            </a:extLst>
          </p:cNvPr>
          <p:cNvSpPr/>
          <p:nvPr/>
        </p:nvSpPr>
        <p:spPr>
          <a:xfrm>
            <a:off x="11188824" y="4359632"/>
            <a:ext cx="326303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37.5</a:t>
            </a:r>
          </a:p>
        </p:txBody>
      </p:sp>
      <p:sp>
        <p:nvSpPr>
          <p:cNvPr id="6746" name="tx47">
            <a:extLst>
              <a:ext uri="{FF2B5EF4-FFF2-40B4-BE49-F238E27FC236}">
                <a16:creationId xmlns:a16="http://schemas.microsoft.com/office/drawing/2014/main" id="{094C3317-EA15-3F71-9610-3D746A4AA120}"/>
              </a:ext>
            </a:extLst>
          </p:cNvPr>
          <p:cNvSpPr/>
          <p:nvPr/>
        </p:nvSpPr>
        <p:spPr>
          <a:xfrm>
            <a:off x="11619990" y="4332062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47" name="tx48">
            <a:extLst>
              <a:ext uri="{FF2B5EF4-FFF2-40B4-BE49-F238E27FC236}">
                <a16:creationId xmlns:a16="http://schemas.microsoft.com/office/drawing/2014/main" id="{91E61CB9-3111-DCEA-9FA7-279B6FF642A7}"/>
              </a:ext>
            </a:extLst>
          </p:cNvPr>
          <p:cNvSpPr/>
          <p:nvPr/>
        </p:nvSpPr>
        <p:spPr>
          <a:xfrm>
            <a:off x="11715921" y="4359632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748" name="tx49">
            <a:extLst>
              <a:ext uri="{FF2B5EF4-FFF2-40B4-BE49-F238E27FC236}">
                <a16:creationId xmlns:a16="http://schemas.microsoft.com/office/drawing/2014/main" id="{859C6FBF-7F3C-C77C-0F37-041BCBB861A3}"/>
              </a:ext>
            </a:extLst>
          </p:cNvPr>
          <p:cNvSpPr/>
          <p:nvPr/>
        </p:nvSpPr>
        <p:spPr>
          <a:xfrm>
            <a:off x="11188824" y="3627766"/>
            <a:ext cx="326303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38.0</a:t>
            </a:r>
          </a:p>
        </p:txBody>
      </p:sp>
      <p:sp>
        <p:nvSpPr>
          <p:cNvPr id="6749" name="tx50">
            <a:extLst>
              <a:ext uri="{FF2B5EF4-FFF2-40B4-BE49-F238E27FC236}">
                <a16:creationId xmlns:a16="http://schemas.microsoft.com/office/drawing/2014/main" id="{090850E2-6810-3FC8-4E0F-8DA6D9531748}"/>
              </a:ext>
            </a:extLst>
          </p:cNvPr>
          <p:cNvSpPr/>
          <p:nvPr/>
        </p:nvSpPr>
        <p:spPr>
          <a:xfrm>
            <a:off x="11619990" y="3600196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50" name="tx51">
            <a:extLst>
              <a:ext uri="{FF2B5EF4-FFF2-40B4-BE49-F238E27FC236}">
                <a16:creationId xmlns:a16="http://schemas.microsoft.com/office/drawing/2014/main" id="{33332126-9936-51AE-88BF-94F917B7A95B}"/>
              </a:ext>
            </a:extLst>
          </p:cNvPr>
          <p:cNvSpPr/>
          <p:nvPr/>
        </p:nvSpPr>
        <p:spPr>
          <a:xfrm>
            <a:off x="11715921" y="3627766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751" name="tx52">
            <a:extLst>
              <a:ext uri="{FF2B5EF4-FFF2-40B4-BE49-F238E27FC236}">
                <a16:creationId xmlns:a16="http://schemas.microsoft.com/office/drawing/2014/main" id="{D0E09186-9D99-1F8E-E647-426C23F4036B}"/>
              </a:ext>
            </a:extLst>
          </p:cNvPr>
          <p:cNvSpPr/>
          <p:nvPr/>
        </p:nvSpPr>
        <p:spPr>
          <a:xfrm>
            <a:off x="11150553" y="2895968"/>
            <a:ext cx="326303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38.5</a:t>
            </a:r>
          </a:p>
        </p:txBody>
      </p:sp>
      <p:sp>
        <p:nvSpPr>
          <p:cNvPr id="6752" name="tx53">
            <a:extLst>
              <a:ext uri="{FF2B5EF4-FFF2-40B4-BE49-F238E27FC236}">
                <a16:creationId xmlns:a16="http://schemas.microsoft.com/office/drawing/2014/main" id="{5A3566B1-50C2-FC50-9A52-E5659E1E8D42}"/>
              </a:ext>
            </a:extLst>
          </p:cNvPr>
          <p:cNvSpPr/>
          <p:nvPr/>
        </p:nvSpPr>
        <p:spPr>
          <a:xfrm>
            <a:off x="11587134" y="2868400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53" name="tx54">
            <a:extLst>
              <a:ext uri="{FF2B5EF4-FFF2-40B4-BE49-F238E27FC236}">
                <a16:creationId xmlns:a16="http://schemas.microsoft.com/office/drawing/2014/main" id="{CCC1116D-1592-9B21-7A76-12BA197D8AC0}"/>
              </a:ext>
            </a:extLst>
          </p:cNvPr>
          <p:cNvSpPr/>
          <p:nvPr/>
        </p:nvSpPr>
        <p:spPr>
          <a:xfrm>
            <a:off x="11715921" y="2895968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754" name="tx55">
            <a:extLst>
              <a:ext uri="{FF2B5EF4-FFF2-40B4-BE49-F238E27FC236}">
                <a16:creationId xmlns:a16="http://schemas.microsoft.com/office/drawing/2014/main" id="{EF866F13-729C-A005-9353-BB199500ECDB}"/>
              </a:ext>
            </a:extLst>
          </p:cNvPr>
          <p:cNvSpPr/>
          <p:nvPr/>
        </p:nvSpPr>
        <p:spPr>
          <a:xfrm>
            <a:off x="11150553" y="2164240"/>
            <a:ext cx="326303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39.0</a:t>
            </a:r>
          </a:p>
        </p:txBody>
      </p:sp>
      <p:sp>
        <p:nvSpPr>
          <p:cNvPr id="6755" name="tx56">
            <a:extLst>
              <a:ext uri="{FF2B5EF4-FFF2-40B4-BE49-F238E27FC236}">
                <a16:creationId xmlns:a16="http://schemas.microsoft.com/office/drawing/2014/main" id="{A8A4E603-2786-D2CD-3A34-8BC13670C69D}"/>
              </a:ext>
            </a:extLst>
          </p:cNvPr>
          <p:cNvSpPr/>
          <p:nvPr/>
        </p:nvSpPr>
        <p:spPr>
          <a:xfrm>
            <a:off x="11587134" y="2136670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56" name="tx57">
            <a:extLst>
              <a:ext uri="{FF2B5EF4-FFF2-40B4-BE49-F238E27FC236}">
                <a16:creationId xmlns:a16="http://schemas.microsoft.com/office/drawing/2014/main" id="{10E994AD-7445-9159-A84C-A28DAD92CF2A}"/>
              </a:ext>
            </a:extLst>
          </p:cNvPr>
          <p:cNvSpPr/>
          <p:nvPr/>
        </p:nvSpPr>
        <p:spPr>
          <a:xfrm>
            <a:off x="11715921" y="2164240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757" name="tx58">
            <a:extLst>
              <a:ext uri="{FF2B5EF4-FFF2-40B4-BE49-F238E27FC236}">
                <a16:creationId xmlns:a16="http://schemas.microsoft.com/office/drawing/2014/main" id="{54D2CF0E-DF1F-1CA0-049F-CB97F9B96879}"/>
              </a:ext>
            </a:extLst>
          </p:cNvPr>
          <p:cNvSpPr/>
          <p:nvPr/>
        </p:nvSpPr>
        <p:spPr>
          <a:xfrm>
            <a:off x="11116816" y="1432442"/>
            <a:ext cx="326303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39.5</a:t>
            </a:r>
          </a:p>
        </p:txBody>
      </p:sp>
      <p:sp>
        <p:nvSpPr>
          <p:cNvPr id="6758" name="tx59">
            <a:extLst>
              <a:ext uri="{FF2B5EF4-FFF2-40B4-BE49-F238E27FC236}">
                <a16:creationId xmlns:a16="http://schemas.microsoft.com/office/drawing/2014/main" id="{7AE9B539-E6C3-D057-AC12-AB812D0C0D4E}"/>
              </a:ext>
            </a:extLst>
          </p:cNvPr>
          <p:cNvSpPr/>
          <p:nvPr/>
        </p:nvSpPr>
        <p:spPr>
          <a:xfrm>
            <a:off x="11547982" y="140487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59" name="tx60">
            <a:extLst>
              <a:ext uri="{FF2B5EF4-FFF2-40B4-BE49-F238E27FC236}">
                <a16:creationId xmlns:a16="http://schemas.microsoft.com/office/drawing/2014/main" id="{1BDAB741-5A89-BDDC-19D4-5E332C4BBA4E}"/>
              </a:ext>
            </a:extLst>
          </p:cNvPr>
          <p:cNvSpPr/>
          <p:nvPr/>
        </p:nvSpPr>
        <p:spPr>
          <a:xfrm>
            <a:off x="11715921" y="1432442"/>
            <a:ext cx="12097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N</a:t>
            </a:r>
          </a:p>
        </p:txBody>
      </p:sp>
      <p:sp>
        <p:nvSpPr>
          <p:cNvPr id="6760" name="pl61">
            <a:extLst>
              <a:ext uri="{FF2B5EF4-FFF2-40B4-BE49-F238E27FC236}">
                <a16:creationId xmlns:a16="http://schemas.microsoft.com/office/drawing/2014/main" id="{589C005B-5432-FC2F-182F-52C2315C62D4}"/>
              </a:ext>
            </a:extLst>
          </p:cNvPr>
          <p:cNvSpPr/>
          <p:nvPr/>
        </p:nvSpPr>
        <p:spPr>
          <a:xfrm>
            <a:off x="11913917" y="5884880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61" name="pl62">
            <a:extLst>
              <a:ext uri="{FF2B5EF4-FFF2-40B4-BE49-F238E27FC236}">
                <a16:creationId xmlns:a16="http://schemas.microsoft.com/office/drawing/2014/main" id="{C65B36CC-B50C-70C8-D3BF-AC7AE4123125}"/>
              </a:ext>
            </a:extLst>
          </p:cNvPr>
          <p:cNvSpPr/>
          <p:nvPr/>
        </p:nvSpPr>
        <p:spPr>
          <a:xfrm>
            <a:off x="11913917" y="5153083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62" name="pl63">
            <a:extLst>
              <a:ext uri="{FF2B5EF4-FFF2-40B4-BE49-F238E27FC236}">
                <a16:creationId xmlns:a16="http://schemas.microsoft.com/office/drawing/2014/main" id="{8C8DA631-55A8-9160-8A69-29311E5EC7A3}"/>
              </a:ext>
            </a:extLst>
          </p:cNvPr>
          <p:cNvSpPr/>
          <p:nvPr/>
        </p:nvSpPr>
        <p:spPr>
          <a:xfrm>
            <a:off x="11913917" y="4421285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63" name="pl64">
            <a:extLst>
              <a:ext uri="{FF2B5EF4-FFF2-40B4-BE49-F238E27FC236}">
                <a16:creationId xmlns:a16="http://schemas.microsoft.com/office/drawing/2014/main" id="{92C11737-ADD0-044A-5546-8600AE70C20D}"/>
              </a:ext>
            </a:extLst>
          </p:cNvPr>
          <p:cNvSpPr/>
          <p:nvPr/>
        </p:nvSpPr>
        <p:spPr>
          <a:xfrm>
            <a:off x="11913917" y="3689488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64" name="pl65">
            <a:extLst>
              <a:ext uri="{FF2B5EF4-FFF2-40B4-BE49-F238E27FC236}">
                <a16:creationId xmlns:a16="http://schemas.microsoft.com/office/drawing/2014/main" id="{A4F3EC24-6CDD-B3F3-F190-99655208EE4E}"/>
              </a:ext>
            </a:extLst>
          </p:cNvPr>
          <p:cNvSpPr/>
          <p:nvPr/>
        </p:nvSpPr>
        <p:spPr>
          <a:xfrm>
            <a:off x="11913917" y="2957690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65" name="pl66">
            <a:extLst>
              <a:ext uri="{FF2B5EF4-FFF2-40B4-BE49-F238E27FC236}">
                <a16:creationId xmlns:a16="http://schemas.microsoft.com/office/drawing/2014/main" id="{CAE5FDDE-2E28-FC50-C8F3-8C1C0519FDBA}"/>
              </a:ext>
            </a:extLst>
          </p:cNvPr>
          <p:cNvSpPr/>
          <p:nvPr/>
        </p:nvSpPr>
        <p:spPr>
          <a:xfrm>
            <a:off x="11913917" y="2225893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66" name="pl67">
            <a:extLst>
              <a:ext uri="{FF2B5EF4-FFF2-40B4-BE49-F238E27FC236}">
                <a16:creationId xmlns:a16="http://schemas.microsoft.com/office/drawing/2014/main" id="{5C0C5E13-B61E-C53C-DE1B-B78AE2FD2B87}"/>
              </a:ext>
            </a:extLst>
          </p:cNvPr>
          <p:cNvSpPr/>
          <p:nvPr/>
        </p:nvSpPr>
        <p:spPr>
          <a:xfrm>
            <a:off x="11913917" y="1494095"/>
            <a:ext cx="52191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67" name="pl68">
            <a:extLst>
              <a:ext uri="{FF2B5EF4-FFF2-40B4-BE49-F238E27FC236}">
                <a16:creationId xmlns:a16="http://schemas.microsoft.com/office/drawing/2014/main" id="{8692459F-87A8-EA05-EBD1-FF0612189E51}"/>
              </a:ext>
            </a:extLst>
          </p:cNvPr>
          <p:cNvSpPr/>
          <p:nvPr/>
        </p:nvSpPr>
        <p:spPr>
          <a:xfrm>
            <a:off x="11966110" y="6588053"/>
            <a:ext cx="5876348" cy="0"/>
          </a:xfrm>
          <a:custGeom>
            <a:avLst/>
            <a:gdLst/>
            <a:ahLst/>
            <a:cxnLst/>
            <a:rect l="0" t="0" r="0" b="0"/>
            <a:pathLst>
              <a:path w="3917565">
                <a:moveTo>
                  <a:pt x="0" y="0"/>
                </a:moveTo>
                <a:lnTo>
                  <a:pt x="3917565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68" name="pl69">
            <a:extLst>
              <a:ext uri="{FF2B5EF4-FFF2-40B4-BE49-F238E27FC236}">
                <a16:creationId xmlns:a16="http://schemas.microsoft.com/office/drawing/2014/main" id="{66A47A0A-D41A-0A99-66DA-6A6C4070BD7A}"/>
              </a:ext>
            </a:extLst>
          </p:cNvPr>
          <p:cNvSpPr/>
          <p:nvPr/>
        </p:nvSpPr>
        <p:spPr>
          <a:xfrm>
            <a:off x="12954185" y="6588053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769" name="pl70">
            <a:extLst>
              <a:ext uri="{FF2B5EF4-FFF2-40B4-BE49-F238E27FC236}">
                <a16:creationId xmlns:a16="http://schemas.microsoft.com/office/drawing/2014/main" id="{4965E2BA-5472-6849-18F8-158A812CC409}"/>
              </a:ext>
            </a:extLst>
          </p:cNvPr>
          <p:cNvSpPr/>
          <p:nvPr/>
        </p:nvSpPr>
        <p:spPr>
          <a:xfrm>
            <a:off x="14107838" y="6588053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770" name="pl71">
            <a:extLst>
              <a:ext uri="{FF2B5EF4-FFF2-40B4-BE49-F238E27FC236}">
                <a16:creationId xmlns:a16="http://schemas.microsoft.com/office/drawing/2014/main" id="{4E4AE61F-7BA4-7D13-A6A7-ABBF67A86C53}"/>
              </a:ext>
            </a:extLst>
          </p:cNvPr>
          <p:cNvSpPr/>
          <p:nvPr/>
        </p:nvSpPr>
        <p:spPr>
          <a:xfrm>
            <a:off x="15261491" y="6588053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771" name="pl72">
            <a:extLst>
              <a:ext uri="{FF2B5EF4-FFF2-40B4-BE49-F238E27FC236}">
                <a16:creationId xmlns:a16="http://schemas.microsoft.com/office/drawing/2014/main" id="{5905A118-2A61-74AA-AC8A-9004004995A6}"/>
              </a:ext>
            </a:extLst>
          </p:cNvPr>
          <p:cNvSpPr/>
          <p:nvPr/>
        </p:nvSpPr>
        <p:spPr>
          <a:xfrm>
            <a:off x="16415145" y="6588053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772" name="pl73">
            <a:extLst>
              <a:ext uri="{FF2B5EF4-FFF2-40B4-BE49-F238E27FC236}">
                <a16:creationId xmlns:a16="http://schemas.microsoft.com/office/drawing/2014/main" id="{448AC6C2-7D41-CF4E-54A5-F006A100CF77}"/>
              </a:ext>
            </a:extLst>
          </p:cNvPr>
          <p:cNvSpPr/>
          <p:nvPr/>
        </p:nvSpPr>
        <p:spPr>
          <a:xfrm>
            <a:off x="17568798" y="6588053"/>
            <a:ext cx="0" cy="52191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2000"/>
          </a:p>
        </p:txBody>
      </p:sp>
      <p:sp>
        <p:nvSpPr>
          <p:cNvPr id="6773" name="tx74">
            <a:extLst>
              <a:ext uri="{FF2B5EF4-FFF2-40B4-BE49-F238E27FC236}">
                <a16:creationId xmlns:a16="http://schemas.microsoft.com/office/drawing/2014/main" id="{E9961BDA-D0E6-1F50-D417-1E40B0DD1023}"/>
              </a:ext>
            </a:extLst>
          </p:cNvPr>
          <p:cNvSpPr/>
          <p:nvPr/>
        </p:nvSpPr>
        <p:spPr>
          <a:xfrm>
            <a:off x="12658471" y="680109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77</a:t>
            </a:r>
          </a:p>
        </p:txBody>
      </p:sp>
      <p:sp>
        <p:nvSpPr>
          <p:cNvPr id="6774" name="tx75">
            <a:extLst>
              <a:ext uri="{FF2B5EF4-FFF2-40B4-BE49-F238E27FC236}">
                <a16:creationId xmlns:a16="http://schemas.microsoft.com/office/drawing/2014/main" id="{BD808131-9277-4AC0-85A7-9549CFFA96A3}"/>
              </a:ext>
            </a:extLst>
          </p:cNvPr>
          <p:cNvSpPr/>
          <p:nvPr/>
        </p:nvSpPr>
        <p:spPr>
          <a:xfrm>
            <a:off x="12934846" y="677352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75" name="tx76">
            <a:extLst>
              <a:ext uri="{FF2B5EF4-FFF2-40B4-BE49-F238E27FC236}">
                <a16:creationId xmlns:a16="http://schemas.microsoft.com/office/drawing/2014/main" id="{9FFCD26E-9CF2-081F-CD3E-2856A42DC4A7}"/>
              </a:ext>
            </a:extLst>
          </p:cNvPr>
          <p:cNvSpPr/>
          <p:nvPr/>
        </p:nvSpPr>
        <p:spPr>
          <a:xfrm>
            <a:off x="13118911" y="6801092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776" name="tx77">
            <a:extLst>
              <a:ext uri="{FF2B5EF4-FFF2-40B4-BE49-F238E27FC236}">
                <a16:creationId xmlns:a16="http://schemas.microsoft.com/office/drawing/2014/main" id="{6B9D086C-8B20-61BB-3B77-3CDAD9D83E8F}"/>
              </a:ext>
            </a:extLst>
          </p:cNvPr>
          <p:cNvSpPr/>
          <p:nvPr/>
        </p:nvSpPr>
        <p:spPr>
          <a:xfrm>
            <a:off x="13810599" y="680109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76</a:t>
            </a:r>
          </a:p>
        </p:txBody>
      </p:sp>
      <p:sp>
        <p:nvSpPr>
          <p:cNvPr id="6777" name="tx78">
            <a:extLst>
              <a:ext uri="{FF2B5EF4-FFF2-40B4-BE49-F238E27FC236}">
                <a16:creationId xmlns:a16="http://schemas.microsoft.com/office/drawing/2014/main" id="{A6F87EA8-038C-5456-9441-D5AB71A12508}"/>
              </a:ext>
            </a:extLst>
          </p:cNvPr>
          <p:cNvSpPr/>
          <p:nvPr/>
        </p:nvSpPr>
        <p:spPr>
          <a:xfrm>
            <a:off x="14088499" y="677352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78" name="tx79">
            <a:extLst>
              <a:ext uri="{FF2B5EF4-FFF2-40B4-BE49-F238E27FC236}">
                <a16:creationId xmlns:a16="http://schemas.microsoft.com/office/drawing/2014/main" id="{94E16882-BA4A-0187-0D59-6DEA17295FA6}"/>
              </a:ext>
            </a:extLst>
          </p:cNvPr>
          <p:cNvSpPr/>
          <p:nvPr/>
        </p:nvSpPr>
        <p:spPr>
          <a:xfrm>
            <a:off x="14271039" y="6801092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779" name="tx80">
            <a:extLst>
              <a:ext uri="{FF2B5EF4-FFF2-40B4-BE49-F238E27FC236}">
                <a16:creationId xmlns:a16="http://schemas.microsoft.com/office/drawing/2014/main" id="{D2615C24-D83E-96E5-DC34-EF1F44CE5C1B}"/>
              </a:ext>
            </a:extLst>
          </p:cNvPr>
          <p:cNvSpPr/>
          <p:nvPr/>
        </p:nvSpPr>
        <p:spPr>
          <a:xfrm>
            <a:off x="14962727" y="680109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75</a:t>
            </a:r>
          </a:p>
        </p:txBody>
      </p:sp>
      <p:sp>
        <p:nvSpPr>
          <p:cNvPr id="6780" name="tx81">
            <a:extLst>
              <a:ext uri="{FF2B5EF4-FFF2-40B4-BE49-F238E27FC236}">
                <a16:creationId xmlns:a16="http://schemas.microsoft.com/office/drawing/2014/main" id="{DAF94A10-B88A-0BA5-531D-DA67BDF5F35B}"/>
              </a:ext>
            </a:extLst>
          </p:cNvPr>
          <p:cNvSpPr/>
          <p:nvPr/>
        </p:nvSpPr>
        <p:spPr>
          <a:xfrm>
            <a:off x="15242152" y="677352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81" name="tx82">
            <a:extLst>
              <a:ext uri="{FF2B5EF4-FFF2-40B4-BE49-F238E27FC236}">
                <a16:creationId xmlns:a16="http://schemas.microsoft.com/office/drawing/2014/main" id="{028E92DF-C2C3-8722-60CE-04383F29B392}"/>
              </a:ext>
            </a:extLst>
          </p:cNvPr>
          <p:cNvSpPr/>
          <p:nvPr/>
        </p:nvSpPr>
        <p:spPr>
          <a:xfrm>
            <a:off x="15423167" y="6801092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782" name="tx83">
            <a:extLst>
              <a:ext uri="{FF2B5EF4-FFF2-40B4-BE49-F238E27FC236}">
                <a16:creationId xmlns:a16="http://schemas.microsoft.com/office/drawing/2014/main" id="{85817044-44EB-5B86-0018-D3A0E7510511}"/>
              </a:ext>
            </a:extLst>
          </p:cNvPr>
          <p:cNvSpPr/>
          <p:nvPr/>
        </p:nvSpPr>
        <p:spPr>
          <a:xfrm>
            <a:off x="16114855" y="680109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74</a:t>
            </a:r>
          </a:p>
        </p:txBody>
      </p:sp>
      <p:sp>
        <p:nvSpPr>
          <p:cNvPr id="6783" name="tx84">
            <a:extLst>
              <a:ext uri="{FF2B5EF4-FFF2-40B4-BE49-F238E27FC236}">
                <a16:creationId xmlns:a16="http://schemas.microsoft.com/office/drawing/2014/main" id="{CB632056-4E87-78E1-DA24-8F227BB28AD5}"/>
              </a:ext>
            </a:extLst>
          </p:cNvPr>
          <p:cNvSpPr/>
          <p:nvPr/>
        </p:nvSpPr>
        <p:spPr>
          <a:xfrm>
            <a:off x="16395805" y="677352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84" name="tx85">
            <a:extLst>
              <a:ext uri="{FF2B5EF4-FFF2-40B4-BE49-F238E27FC236}">
                <a16:creationId xmlns:a16="http://schemas.microsoft.com/office/drawing/2014/main" id="{550BC0F5-821A-E124-5609-556787870F39}"/>
              </a:ext>
            </a:extLst>
          </p:cNvPr>
          <p:cNvSpPr/>
          <p:nvPr/>
        </p:nvSpPr>
        <p:spPr>
          <a:xfrm>
            <a:off x="16575295" y="6801092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785" name="tx86">
            <a:extLst>
              <a:ext uri="{FF2B5EF4-FFF2-40B4-BE49-F238E27FC236}">
                <a16:creationId xmlns:a16="http://schemas.microsoft.com/office/drawing/2014/main" id="{EAE3792C-EC4F-EDD6-7551-43F8FC9718DD}"/>
              </a:ext>
            </a:extLst>
          </p:cNvPr>
          <p:cNvSpPr/>
          <p:nvPr/>
        </p:nvSpPr>
        <p:spPr>
          <a:xfrm>
            <a:off x="17266983" y="6801092"/>
            <a:ext cx="18653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73</a:t>
            </a:r>
          </a:p>
        </p:txBody>
      </p:sp>
      <p:sp>
        <p:nvSpPr>
          <p:cNvPr id="6786" name="tx87">
            <a:extLst>
              <a:ext uri="{FF2B5EF4-FFF2-40B4-BE49-F238E27FC236}">
                <a16:creationId xmlns:a16="http://schemas.microsoft.com/office/drawing/2014/main" id="{89D7072D-F97F-566A-13BC-251847F3A190}"/>
              </a:ext>
            </a:extLst>
          </p:cNvPr>
          <p:cNvSpPr/>
          <p:nvPr/>
        </p:nvSpPr>
        <p:spPr>
          <a:xfrm>
            <a:off x="17549458" y="6773524"/>
            <a:ext cx="67071" cy="14772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6787" name="tx88">
            <a:extLst>
              <a:ext uri="{FF2B5EF4-FFF2-40B4-BE49-F238E27FC236}">
                <a16:creationId xmlns:a16="http://schemas.microsoft.com/office/drawing/2014/main" id="{8C1C852A-A3E8-1EDC-B32B-5135C6BDF3BE}"/>
              </a:ext>
            </a:extLst>
          </p:cNvPr>
          <p:cNvSpPr/>
          <p:nvPr/>
        </p:nvSpPr>
        <p:spPr>
          <a:xfrm>
            <a:off x="17727423" y="6801092"/>
            <a:ext cx="15814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</a:t>
            </a:r>
          </a:p>
        </p:txBody>
      </p:sp>
      <p:sp>
        <p:nvSpPr>
          <p:cNvPr id="6788" name="tx89">
            <a:extLst>
              <a:ext uri="{FF2B5EF4-FFF2-40B4-BE49-F238E27FC236}">
                <a16:creationId xmlns:a16="http://schemas.microsoft.com/office/drawing/2014/main" id="{4F676338-AD2B-F9B5-A58B-29CE1CADD5DA}"/>
              </a:ext>
            </a:extLst>
          </p:cNvPr>
          <p:cNvSpPr/>
          <p:nvPr/>
        </p:nvSpPr>
        <p:spPr>
          <a:xfrm>
            <a:off x="14443906" y="7020072"/>
            <a:ext cx="920754" cy="15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Longitude</a:t>
            </a:r>
          </a:p>
        </p:txBody>
      </p:sp>
      <p:sp>
        <p:nvSpPr>
          <p:cNvPr id="6789" name="tx90">
            <a:extLst>
              <a:ext uri="{FF2B5EF4-FFF2-40B4-BE49-F238E27FC236}">
                <a16:creationId xmlns:a16="http://schemas.microsoft.com/office/drawing/2014/main" id="{BF1ECE5F-D91A-3BE4-80F2-459A5F4C4778}"/>
              </a:ext>
            </a:extLst>
          </p:cNvPr>
          <p:cNvSpPr/>
          <p:nvPr/>
        </p:nvSpPr>
        <p:spPr>
          <a:xfrm rot="16200000">
            <a:off x="10603086" y="3644533"/>
            <a:ext cx="745739" cy="15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Latitude</a:t>
            </a:r>
          </a:p>
        </p:txBody>
      </p:sp>
      <p:sp>
        <p:nvSpPr>
          <p:cNvPr id="6790" name="rc91">
            <a:extLst>
              <a:ext uri="{FF2B5EF4-FFF2-40B4-BE49-F238E27FC236}">
                <a16:creationId xmlns:a16="http://schemas.microsoft.com/office/drawing/2014/main" id="{423DBAF1-5A7D-314F-6A27-C2FB68A32539}"/>
              </a:ext>
            </a:extLst>
          </p:cNvPr>
          <p:cNvSpPr/>
          <p:nvPr/>
        </p:nvSpPr>
        <p:spPr>
          <a:xfrm>
            <a:off x="18051226" y="2806409"/>
            <a:ext cx="1620560" cy="1826574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6791" name="tx92">
            <a:extLst>
              <a:ext uri="{FF2B5EF4-FFF2-40B4-BE49-F238E27FC236}">
                <a16:creationId xmlns:a16="http://schemas.microsoft.com/office/drawing/2014/main" id="{7D64C4BA-68FF-E4E3-7128-CD8024698431}"/>
              </a:ext>
            </a:extLst>
          </p:cNvPr>
          <p:cNvSpPr/>
          <p:nvPr/>
        </p:nvSpPr>
        <p:spPr>
          <a:xfrm>
            <a:off x="18155610" y="2843608"/>
            <a:ext cx="361005" cy="15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Site</a:t>
            </a:r>
          </a:p>
        </p:txBody>
      </p:sp>
      <p:sp>
        <p:nvSpPr>
          <p:cNvPr id="6792" name="rc93">
            <a:extLst>
              <a:ext uri="{FF2B5EF4-FFF2-40B4-BE49-F238E27FC236}">
                <a16:creationId xmlns:a16="http://schemas.microsoft.com/office/drawing/2014/main" id="{DB8B17E0-C157-AA38-47F3-564C89FA2E05}"/>
              </a:ext>
            </a:extLst>
          </p:cNvPr>
          <p:cNvSpPr/>
          <p:nvPr/>
        </p:nvSpPr>
        <p:spPr>
          <a:xfrm>
            <a:off x="18155610" y="3211864"/>
            <a:ext cx="329183" cy="329184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6793" name="pt94">
            <a:extLst>
              <a:ext uri="{FF2B5EF4-FFF2-40B4-BE49-F238E27FC236}">
                <a16:creationId xmlns:a16="http://schemas.microsoft.com/office/drawing/2014/main" id="{20BBDD73-3702-468C-6F36-3564AB40B55A}"/>
              </a:ext>
            </a:extLst>
          </p:cNvPr>
          <p:cNvSpPr/>
          <p:nvPr/>
        </p:nvSpPr>
        <p:spPr>
          <a:xfrm>
            <a:off x="18059398" y="3131641"/>
            <a:ext cx="365760" cy="365760"/>
          </a:xfrm>
          <a:prstGeom prst="ellipse">
            <a:avLst/>
          </a:prstGeom>
          <a:solidFill>
            <a:srgbClr val="3155A9">
              <a:alpha val="100000"/>
            </a:srgbClr>
          </a:solidFill>
          <a:ln w="9017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95" name="rc96">
            <a:extLst>
              <a:ext uri="{FF2B5EF4-FFF2-40B4-BE49-F238E27FC236}">
                <a16:creationId xmlns:a16="http://schemas.microsoft.com/office/drawing/2014/main" id="{DE9BAC60-C116-BA73-2DC7-873438AA5679}"/>
              </a:ext>
            </a:extLst>
          </p:cNvPr>
          <p:cNvSpPr/>
          <p:nvPr/>
        </p:nvSpPr>
        <p:spPr>
          <a:xfrm>
            <a:off x="18059398" y="3635696"/>
            <a:ext cx="365760" cy="365760"/>
          </a:xfrm>
          <a:prstGeom prst="rect">
            <a:avLst/>
          </a:prstGeom>
          <a:solidFill>
            <a:srgbClr val="FFA500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97" name="pg98">
            <a:extLst>
              <a:ext uri="{FF2B5EF4-FFF2-40B4-BE49-F238E27FC236}">
                <a16:creationId xmlns:a16="http://schemas.microsoft.com/office/drawing/2014/main" id="{9466ADD9-1A0A-5C34-1B56-B4D4C353A8F6}"/>
              </a:ext>
            </a:extLst>
          </p:cNvPr>
          <p:cNvSpPr/>
          <p:nvPr/>
        </p:nvSpPr>
        <p:spPr>
          <a:xfrm>
            <a:off x="18034320" y="4134032"/>
            <a:ext cx="457200" cy="365760"/>
          </a:xfrm>
          <a:custGeom>
            <a:avLst/>
            <a:gdLst/>
            <a:ahLst/>
            <a:cxnLst/>
            <a:rect l="0" t="0" r="0" b="0"/>
            <a:pathLst>
              <a:path w="194617" h="168543">
                <a:moveTo>
                  <a:pt x="97308" y="0"/>
                </a:moveTo>
                <a:lnTo>
                  <a:pt x="194617" y="168543"/>
                </a:lnTo>
                <a:lnTo>
                  <a:pt x="0" y="168543"/>
                </a:lnTo>
                <a:close/>
              </a:path>
            </a:pathLst>
          </a:cu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799" name="pg100">
            <a:extLst>
              <a:ext uri="{FF2B5EF4-FFF2-40B4-BE49-F238E27FC236}">
                <a16:creationId xmlns:a16="http://schemas.microsoft.com/office/drawing/2014/main" id="{D6C0BE88-BB17-22D9-C546-A786FF94C9C7}"/>
              </a:ext>
            </a:extLst>
          </p:cNvPr>
          <p:cNvSpPr/>
          <p:nvPr/>
        </p:nvSpPr>
        <p:spPr>
          <a:xfrm>
            <a:off x="18034320" y="4638088"/>
            <a:ext cx="457200" cy="365760"/>
          </a:xfrm>
          <a:custGeom>
            <a:avLst/>
            <a:gdLst/>
            <a:ahLst/>
            <a:cxnLst/>
            <a:rect l="0" t="0" r="0" b="0"/>
            <a:pathLst>
              <a:path w="194617" h="168543">
                <a:moveTo>
                  <a:pt x="97308" y="0"/>
                </a:moveTo>
                <a:lnTo>
                  <a:pt x="194617" y="168543"/>
                </a:lnTo>
                <a:lnTo>
                  <a:pt x="0" y="168543"/>
                </a:lnTo>
                <a:close/>
              </a:path>
            </a:pathLst>
          </a:custGeom>
          <a:solidFill>
            <a:srgbClr val="1D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6800" name="tx101">
            <a:extLst>
              <a:ext uri="{FF2B5EF4-FFF2-40B4-BE49-F238E27FC236}">
                <a16:creationId xmlns:a16="http://schemas.microsoft.com/office/drawing/2014/main" id="{8151516B-C9A8-B1CF-5C43-0CC23529C006}"/>
              </a:ext>
            </a:extLst>
          </p:cNvPr>
          <p:cNvSpPr/>
          <p:nvPr/>
        </p:nvSpPr>
        <p:spPr>
          <a:xfrm>
            <a:off x="18753892" y="3316379"/>
            <a:ext cx="745739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Seascape</a:t>
            </a:r>
          </a:p>
        </p:txBody>
      </p:sp>
      <p:sp>
        <p:nvSpPr>
          <p:cNvPr id="6801" name="tx102">
            <a:extLst>
              <a:ext uri="{FF2B5EF4-FFF2-40B4-BE49-F238E27FC236}">
                <a16:creationId xmlns:a16="http://schemas.microsoft.com/office/drawing/2014/main" id="{11282455-5977-64A0-4FA8-694E2B078C36}"/>
              </a:ext>
            </a:extLst>
          </p:cNvPr>
          <p:cNvSpPr/>
          <p:nvPr/>
        </p:nvSpPr>
        <p:spPr>
          <a:xfrm>
            <a:off x="18851559" y="3851720"/>
            <a:ext cx="978225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</a:t>
            </a:r>
          </a:p>
        </p:txBody>
      </p:sp>
      <p:sp>
        <p:nvSpPr>
          <p:cNvPr id="6802" name="tx103">
            <a:extLst>
              <a:ext uri="{FF2B5EF4-FFF2-40B4-BE49-F238E27FC236}">
                <a16:creationId xmlns:a16="http://schemas.microsoft.com/office/drawing/2014/main" id="{8A855F02-D302-DAFB-5FC5-C1B4B9267543}"/>
              </a:ext>
            </a:extLst>
          </p:cNvPr>
          <p:cNvSpPr/>
          <p:nvPr/>
        </p:nvSpPr>
        <p:spPr>
          <a:xfrm>
            <a:off x="18791611" y="4379639"/>
            <a:ext cx="708020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6803" name="tx104">
            <a:extLst>
              <a:ext uri="{FF2B5EF4-FFF2-40B4-BE49-F238E27FC236}">
                <a16:creationId xmlns:a16="http://schemas.microsoft.com/office/drawing/2014/main" id="{684DBFF6-65BF-8CE4-69C6-009F648EFF55}"/>
              </a:ext>
            </a:extLst>
          </p:cNvPr>
          <p:cNvSpPr/>
          <p:nvPr/>
        </p:nvSpPr>
        <p:spPr>
          <a:xfrm>
            <a:off x="18789417" y="4883696"/>
            <a:ext cx="782223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 River</a:t>
            </a:r>
          </a:p>
        </p:txBody>
      </p:sp>
      <p:sp>
        <p:nvSpPr>
          <p:cNvPr id="3253" name="Conector reto 3252">
            <a:extLst>
              <a:ext uri="{FF2B5EF4-FFF2-40B4-BE49-F238E27FC236}">
                <a16:creationId xmlns:a16="http://schemas.microsoft.com/office/drawing/2014/main" id="{2380A1B4-7B81-4C97-971D-45BFE3DDA0BF}"/>
              </a:ext>
            </a:extLst>
          </p:cNvPr>
          <p:cNvSpPr/>
          <p:nvPr/>
        </p:nvSpPr>
        <p:spPr>
          <a:xfrm rot="-1435982">
            <a:off x="6287600" y="2006964"/>
            <a:ext cx="5931153" cy="84494"/>
          </a:xfrm>
          <a:prstGeom prst="line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  <p:sp>
        <p:nvSpPr>
          <p:cNvPr id="3254" name="Straight Connector 3253">
            <a:extLst>
              <a:ext uri="{FF2B5EF4-FFF2-40B4-BE49-F238E27FC236}">
                <a16:creationId xmlns:a16="http://schemas.microsoft.com/office/drawing/2014/main" id="{0BEC1FD2-E99F-4C48-B1C5-7B51DE41E969}"/>
              </a:ext>
            </a:extLst>
          </p:cNvPr>
          <p:cNvSpPr/>
          <p:nvPr/>
        </p:nvSpPr>
        <p:spPr>
          <a:xfrm rot="1514043" flipV="1">
            <a:off x="6251448" y="5290941"/>
            <a:ext cx="6011778" cy="21233"/>
          </a:xfrm>
          <a:prstGeom prst="line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972661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1515</TotalTime>
  <Words>501</Words>
  <Application>Microsoft Macintosh PowerPoint</Application>
  <PresentationFormat>Custom</PresentationFormat>
  <Paragraphs>415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Helvetica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8</cp:revision>
  <dcterms:created xsi:type="dcterms:W3CDTF">2017-02-13T16:18:36Z</dcterms:created>
  <dcterms:modified xsi:type="dcterms:W3CDTF">2026-01-21T15:19:38Z</dcterms:modified>
  <cp:category/>
</cp:coreProperties>
</file>