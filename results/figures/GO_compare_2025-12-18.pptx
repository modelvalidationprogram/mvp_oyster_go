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99225" y="307067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99225" y="27802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99225" y="273750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2493133" y="31517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2493133" y="30282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2493133" y="29033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270093" y="32967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270093" y="28055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270093" y="289845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169361" y="270218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169361" y="20741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169361" y="2227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320540" y="357309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320540" y="243319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320540" y="32584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34778" y="335842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34778" y="375548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734778" y="34526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44887" y="511844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044887" y="489775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44887" y="504204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900288" y="481725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00288" y="455603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900288" y="49242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57927" y="2070498"/>
              <a:ext cx="5701062" cy="3478708"/>
            </a:xfrm>
            <a:custGeom>
              <a:avLst/>
              <a:pathLst>
                <a:path w="5701062" h="3478708">
                  <a:moveTo>
                    <a:pt x="0" y="0"/>
                  </a:moveTo>
                  <a:lnTo>
                    <a:pt x="72165" y="39752"/>
                  </a:lnTo>
                  <a:lnTo>
                    <a:pt x="144330" y="79391"/>
                  </a:lnTo>
                  <a:lnTo>
                    <a:pt x="216496" y="118909"/>
                  </a:lnTo>
                  <a:lnTo>
                    <a:pt x="288661" y="158299"/>
                  </a:lnTo>
                  <a:lnTo>
                    <a:pt x="360826" y="197550"/>
                  </a:lnTo>
                  <a:lnTo>
                    <a:pt x="432992" y="236655"/>
                  </a:lnTo>
                  <a:lnTo>
                    <a:pt x="505157" y="275603"/>
                  </a:lnTo>
                  <a:lnTo>
                    <a:pt x="577322" y="314383"/>
                  </a:lnTo>
                  <a:lnTo>
                    <a:pt x="649488" y="352983"/>
                  </a:lnTo>
                  <a:lnTo>
                    <a:pt x="721653" y="391391"/>
                  </a:lnTo>
                  <a:lnTo>
                    <a:pt x="793818" y="429594"/>
                  </a:lnTo>
                  <a:lnTo>
                    <a:pt x="865984" y="467577"/>
                  </a:lnTo>
                  <a:lnTo>
                    <a:pt x="938149" y="505326"/>
                  </a:lnTo>
                  <a:lnTo>
                    <a:pt x="1010314" y="542823"/>
                  </a:lnTo>
                  <a:lnTo>
                    <a:pt x="1082480" y="580053"/>
                  </a:lnTo>
                  <a:lnTo>
                    <a:pt x="1154645" y="616996"/>
                  </a:lnTo>
                  <a:lnTo>
                    <a:pt x="1226811" y="653633"/>
                  </a:lnTo>
                  <a:lnTo>
                    <a:pt x="1298976" y="689946"/>
                  </a:lnTo>
                  <a:lnTo>
                    <a:pt x="1371141" y="725912"/>
                  </a:lnTo>
                  <a:lnTo>
                    <a:pt x="1443307" y="761511"/>
                  </a:lnTo>
                  <a:lnTo>
                    <a:pt x="1515472" y="796721"/>
                  </a:lnTo>
                  <a:lnTo>
                    <a:pt x="1587637" y="831520"/>
                  </a:lnTo>
                  <a:lnTo>
                    <a:pt x="1659803" y="865887"/>
                  </a:lnTo>
                  <a:lnTo>
                    <a:pt x="1731968" y="899798"/>
                  </a:lnTo>
                  <a:lnTo>
                    <a:pt x="1804133" y="933234"/>
                  </a:lnTo>
                  <a:lnTo>
                    <a:pt x="1876299" y="966174"/>
                  </a:lnTo>
                  <a:lnTo>
                    <a:pt x="1948464" y="998600"/>
                  </a:lnTo>
                  <a:lnTo>
                    <a:pt x="2020629" y="1030495"/>
                  </a:lnTo>
                  <a:lnTo>
                    <a:pt x="2092795" y="1061846"/>
                  </a:lnTo>
                  <a:lnTo>
                    <a:pt x="2164960" y="1092639"/>
                  </a:lnTo>
                  <a:lnTo>
                    <a:pt x="2237125" y="1122868"/>
                  </a:lnTo>
                  <a:lnTo>
                    <a:pt x="2309291" y="1152525"/>
                  </a:lnTo>
                  <a:lnTo>
                    <a:pt x="2381456" y="1181610"/>
                  </a:lnTo>
                  <a:lnTo>
                    <a:pt x="2453622" y="1210122"/>
                  </a:lnTo>
                  <a:lnTo>
                    <a:pt x="2525787" y="1238069"/>
                  </a:lnTo>
                  <a:lnTo>
                    <a:pt x="2597952" y="1265456"/>
                  </a:lnTo>
                  <a:lnTo>
                    <a:pt x="2670118" y="1292295"/>
                  </a:lnTo>
                  <a:lnTo>
                    <a:pt x="2742283" y="1318600"/>
                  </a:lnTo>
                  <a:lnTo>
                    <a:pt x="2814448" y="1344388"/>
                  </a:lnTo>
                  <a:lnTo>
                    <a:pt x="2886614" y="1369675"/>
                  </a:lnTo>
                  <a:lnTo>
                    <a:pt x="2958779" y="1394482"/>
                  </a:lnTo>
                  <a:lnTo>
                    <a:pt x="3030944" y="1418830"/>
                  </a:lnTo>
                  <a:lnTo>
                    <a:pt x="3103110" y="1442740"/>
                  </a:lnTo>
                  <a:lnTo>
                    <a:pt x="3175275" y="1466234"/>
                  </a:lnTo>
                  <a:lnTo>
                    <a:pt x="3247440" y="1489334"/>
                  </a:lnTo>
                  <a:lnTo>
                    <a:pt x="3319606" y="1512062"/>
                  </a:lnTo>
                  <a:lnTo>
                    <a:pt x="3391771" y="1534440"/>
                  </a:lnTo>
                  <a:lnTo>
                    <a:pt x="3463936" y="1556487"/>
                  </a:lnTo>
                  <a:lnTo>
                    <a:pt x="3536102" y="1578225"/>
                  </a:lnTo>
                  <a:lnTo>
                    <a:pt x="3608267" y="1599673"/>
                  </a:lnTo>
                  <a:lnTo>
                    <a:pt x="3680433" y="1620848"/>
                  </a:lnTo>
                  <a:lnTo>
                    <a:pt x="3752598" y="1641768"/>
                  </a:lnTo>
                  <a:lnTo>
                    <a:pt x="3824763" y="1662451"/>
                  </a:lnTo>
                  <a:lnTo>
                    <a:pt x="3896929" y="1682910"/>
                  </a:lnTo>
                  <a:lnTo>
                    <a:pt x="3969094" y="1703161"/>
                  </a:lnTo>
                  <a:lnTo>
                    <a:pt x="4041259" y="1723217"/>
                  </a:lnTo>
                  <a:lnTo>
                    <a:pt x="4113425" y="1743090"/>
                  </a:lnTo>
                  <a:lnTo>
                    <a:pt x="4185590" y="1762794"/>
                  </a:lnTo>
                  <a:lnTo>
                    <a:pt x="4257755" y="1782338"/>
                  </a:lnTo>
                  <a:lnTo>
                    <a:pt x="4329921" y="1801733"/>
                  </a:lnTo>
                  <a:lnTo>
                    <a:pt x="4402086" y="1820988"/>
                  </a:lnTo>
                  <a:lnTo>
                    <a:pt x="4474251" y="1840112"/>
                  </a:lnTo>
                  <a:lnTo>
                    <a:pt x="4546417" y="1859114"/>
                  </a:lnTo>
                  <a:lnTo>
                    <a:pt x="4618582" y="1878001"/>
                  </a:lnTo>
                  <a:lnTo>
                    <a:pt x="4690748" y="1896779"/>
                  </a:lnTo>
                  <a:lnTo>
                    <a:pt x="4762913" y="1915457"/>
                  </a:lnTo>
                  <a:lnTo>
                    <a:pt x="4835078" y="1934039"/>
                  </a:lnTo>
                  <a:lnTo>
                    <a:pt x="4907244" y="1952532"/>
                  </a:lnTo>
                  <a:lnTo>
                    <a:pt x="4979409" y="1970940"/>
                  </a:lnTo>
                  <a:lnTo>
                    <a:pt x="5051574" y="1989269"/>
                  </a:lnTo>
                  <a:lnTo>
                    <a:pt x="5123740" y="2007523"/>
                  </a:lnTo>
                  <a:lnTo>
                    <a:pt x="5195905" y="2025707"/>
                  </a:lnTo>
                  <a:lnTo>
                    <a:pt x="5268070" y="2043824"/>
                  </a:lnTo>
                  <a:lnTo>
                    <a:pt x="5340236" y="2061878"/>
                  </a:lnTo>
                  <a:lnTo>
                    <a:pt x="5412401" y="2079872"/>
                  </a:lnTo>
                  <a:lnTo>
                    <a:pt x="5484566" y="2097810"/>
                  </a:lnTo>
                  <a:lnTo>
                    <a:pt x="5556732" y="2115695"/>
                  </a:lnTo>
                  <a:lnTo>
                    <a:pt x="5628897" y="2133530"/>
                  </a:lnTo>
                  <a:lnTo>
                    <a:pt x="5701062" y="2151316"/>
                  </a:lnTo>
                  <a:lnTo>
                    <a:pt x="5701062" y="3478708"/>
                  </a:lnTo>
                  <a:lnTo>
                    <a:pt x="5628897" y="3437880"/>
                  </a:lnTo>
                  <a:lnTo>
                    <a:pt x="5556732" y="3397100"/>
                  </a:lnTo>
                  <a:lnTo>
                    <a:pt x="5484566" y="3356370"/>
                  </a:lnTo>
                  <a:lnTo>
                    <a:pt x="5412401" y="3315693"/>
                  </a:lnTo>
                  <a:lnTo>
                    <a:pt x="5340236" y="3275073"/>
                  </a:lnTo>
                  <a:lnTo>
                    <a:pt x="5268070" y="3234512"/>
                  </a:lnTo>
                  <a:lnTo>
                    <a:pt x="5195905" y="3194015"/>
                  </a:lnTo>
                  <a:lnTo>
                    <a:pt x="5123740" y="3153584"/>
                  </a:lnTo>
                  <a:lnTo>
                    <a:pt x="5051574" y="3113223"/>
                  </a:lnTo>
                  <a:lnTo>
                    <a:pt x="4979409" y="3072937"/>
                  </a:lnTo>
                  <a:lnTo>
                    <a:pt x="4907244" y="3032731"/>
                  </a:lnTo>
                  <a:lnTo>
                    <a:pt x="4835078" y="2992609"/>
                  </a:lnTo>
                  <a:lnTo>
                    <a:pt x="4762913" y="2952577"/>
                  </a:lnTo>
                  <a:lnTo>
                    <a:pt x="4690748" y="2912639"/>
                  </a:lnTo>
                  <a:lnTo>
                    <a:pt x="4618582" y="2872803"/>
                  </a:lnTo>
                  <a:lnTo>
                    <a:pt x="4546417" y="2833075"/>
                  </a:lnTo>
                  <a:lnTo>
                    <a:pt x="4474251" y="2793463"/>
                  </a:lnTo>
                  <a:lnTo>
                    <a:pt x="4402086" y="2753972"/>
                  </a:lnTo>
                  <a:lnTo>
                    <a:pt x="4329921" y="2714613"/>
                  </a:lnTo>
                  <a:lnTo>
                    <a:pt x="4257755" y="2675393"/>
                  </a:lnTo>
                  <a:lnTo>
                    <a:pt x="4185590" y="2636322"/>
                  </a:lnTo>
                  <a:lnTo>
                    <a:pt x="4113425" y="2597411"/>
                  </a:lnTo>
                  <a:lnTo>
                    <a:pt x="4041259" y="2558670"/>
                  </a:lnTo>
                  <a:lnTo>
                    <a:pt x="3969094" y="2520111"/>
                  </a:lnTo>
                  <a:lnTo>
                    <a:pt x="3896929" y="2481748"/>
                  </a:lnTo>
                  <a:lnTo>
                    <a:pt x="3824763" y="2443592"/>
                  </a:lnTo>
                  <a:lnTo>
                    <a:pt x="3752598" y="2405660"/>
                  </a:lnTo>
                  <a:lnTo>
                    <a:pt x="3680433" y="2367966"/>
                  </a:lnTo>
                  <a:lnTo>
                    <a:pt x="3608267" y="2330526"/>
                  </a:lnTo>
                  <a:lnTo>
                    <a:pt x="3536102" y="2293359"/>
                  </a:lnTo>
                  <a:lnTo>
                    <a:pt x="3463936" y="2256482"/>
                  </a:lnTo>
                  <a:lnTo>
                    <a:pt x="3391771" y="2219915"/>
                  </a:lnTo>
                  <a:lnTo>
                    <a:pt x="3319606" y="2183678"/>
                  </a:lnTo>
                  <a:lnTo>
                    <a:pt x="3247440" y="2147791"/>
                  </a:lnTo>
                  <a:lnTo>
                    <a:pt x="3175275" y="2112277"/>
                  </a:lnTo>
                  <a:lnTo>
                    <a:pt x="3103110" y="2077156"/>
                  </a:lnTo>
                  <a:lnTo>
                    <a:pt x="3030944" y="2042451"/>
                  </a:lnTo>
                  <a:lnTo>
                    <a:pt x="2958779" y="2008184"/>
                  </a:lnTo>
                  <a:lnTo>
                    <a:pt x="2886614" y="1974377"/>
                  </a:lnTo>
                  <a:lnTo>
                    <a:pt x="2814448" y="1941050"/>
                  </a:lnTo>
                  <a:lnTo>
                    <a:pt x="2742283" y="1908222"/>
                  </a:lnTo>
                  <a:lnTo>
                    <a:pt x="2670118" y="1875913"/>
                  </a:lnTo>
                  <a:lnTo>
                    <a:pt x="2597952" y="1844138"/>
                  </a:lnTo>
                  <a:lnTo>
                    <a:pt x="2525787" y="1812910"/>
                  </a:lnTo>
                  <a:lnTo>
                    <a:pt x="2453622" y="1782241"/>
                  </a:lnTo>
                  <a:lnTo>
                    <a:pt x="2381456" y="1752140"/>
                  </a:lnTo>
                  <a:lnTo>
                    <a:pt x="2309291" y="1722610"/>
                  </a:lnTo>
                  <a:lnTo>
                    <a:pt x="2237125" y="1693652"/>
                  </a:lnTo>
                  <a:lnTo>
                    <a:pt x="2164960" y="1665266"/>
                  </a:lnTo>
                  <a:lnTo>
                    <a:pt x="2092795" y="1637445"/>
                  </a:lnTo>
                  <a:lnTo>
                    <a:pt x="2020629" y="1610181"/>
                  </a:lnTo>
                  <a:lnTo>
                    <a:pt x="1948464" y="1583461"/>
                  </a:lnTo>
                  <a:lnTo>
                    <a:pt x="1876299" y="1557273"/>
                  </a:lnTo>
                  <a:lnTo>
                    <a:pt x="1804133" y="1531598"/>
                  </a:lnTo>
                  <a:lnTo>
                    <a:pt x="1731968" y="1506419"/>
                  </a:lnTo>
                  <a:lnTo>
                    <a:pt x="1659803" y="1481716"/>
                  </a:lnTo>
                  <a:lnTo>
                    <a:pt x="1587637" y="1457467"/>
                  </a:lnTo>
                  <a:lnTo>
                    <a:pt x="1515472" y="1433652"/>
                  </a:lnTo>
                  <a:lnTo>
                    <a:pt x="1443307" y="1410247"/>
                  </a:lnTo>
                  <a:lnTo>
                    <a:pt x="1371141" y="1387232"/>
                  </a:lnTo>
                  <a:lnTo>
                    <a:pt x="1298976" y="1364584"/>
                  </a:lnTo>
                  <a:lnTo>
                    <a:pt x="1226811" y="1342281"/>
                  </a:lnTo>
                  <a:lnTo>
                    <a:pt x="1154645" y="1320304"/>
                  </a:lnTo>
                  <a:lnTo>
                    <a:pt x="1082480" y="1298632"/>
                  </a:lnTo>
                  <a:lnTo>
                    <a:pt x="1010314" y="1277247"/>
                  </a:lnTo>
                  <a:lnTo>
                    <a:pt x="938149" y="1256130"/>
                  </a:lnTo>
                  <a:lnTo>
                    <a:pt x="865984" y="1235264"/>
                  </a:lnTo>
                  <a:lnTo>
                    <a:pt x="793818" y="1214632"/>
                  </a:lnTo>
                  <a:lnTo>
                    <a:pt x="721653" y="1194221"/>
                  </a:lnTo>
                  <a:lnTo>
                    <a:pt x="649488" y="1174014"/>
                  </a:lnTo>
                  <a:lnTo>
                    <a:pt x="577322" y="1154000"/>
                  </a:lnTo>
                  <a:lnTo>
                    <a:pt x="505157" y="1134165"/>
                  </a:lnTo>
                  <a:lnTo>
                    <a:pt x="432992" y="1114498"/>
                  </a:lnTo>
                  <a:lnTo>
                    <a:pt x="360826" y="1094988"/>
                  </a:lnTo>
                  <a:lnTo>
                    <a:pt x="288661" y="1075625"/>
                  </a:lnTo>
                  <a:lnTo>
                    <a:pt x="216496" y="1056400"/>
                  </a:lnTo>
                  <a:lnTo>
                    <a:pt x="144330" y="1037303"/>
                  </a:lnTo>
                  <a:lnTo>
                    <a:pt x="72165" y="1018328"/>
                  </a:lnTo>
                  <a:lnTo>
                    <a:pt x="0" y="99946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57927" y="2070498"/>
              <a:ext cx="5701062" cy="2151316"/>
            </a:xfrm>
            <a:custGeom>
              <a:avLst/>
              <a:pathLst>
                <a:path w="5701062" h="2151316">
                  <a:moveTo>
                    <a:pt x="0" y="0"/>
                  </a:moveTo>
                  <a:lnTo>
                    <a:pt x="72165" y="39752"/>
                  </a:lnTo>
                  <a:lnTo>
                    <a:pt x="144330" y="79391"/>
                  </a:lnTo>
                  <a:lnTo>
                    <a:pt x="216496" y="118909"/>
                  </a:lnTo>
                  <a:lnTo>
                    <a:pt x="288661" y="158299"/>
                  </a:lnTo>
                  <a:lnTo>
                    <a:pt x="360826" y="197550"/>
                  </a:lnTo>
                  <a:lnTo>
                    <a:pt x="432992" y="236655"/>
                  </a:lnTo>
                  <a:lnTo>
                    <a:pt x="505157" y="275603"/>
                  </a:lnTo>
                  <a:lnTo>
                    <a:pt x="577322" y="314383"/>
                  </a:lnTo>
                  <a:lnTo>
                    <a:pt x="649488" y="352983"/>
                  </a:lnTo>
                  <a:lnTo>
                    <a:pt x="721653" y="391391"/>
                  </a:lnTo>
                  <a:lnTo>
                    <a:pt x="793818" y="429594"/>
                  </a:lnTo>
                  <a:lnTo>
                    <a:pt x="865984" y="467577"/>
                  </a:lnTo>
                  <a:lnTo>
                    <a:pt x="938149" y="505326"/>
                  </a:lnTo>
                  <a:lnTo>
                    <a:pt x="1010314" y="542823"/>
                  </a:lnTo>
                  <a:lnTo>
                    <a:pt x="1082480" y="580053"/>
                  </a:lnTo>
                  <a:lnTo>
                    <a:pt x="1154645" y="616996"/>
                  </a:lnTo>
                  <a:lnTo>
                    <a:pt x="1226811" y="653633"/>
                  </a:lnTo>
                  <a:lnTo>
                    <a:pt x="1298976" y="689946"/>
                  </a:lnTo>
                  <a:lnTo>
                    <a:pt x="1371141" y="725912"/>
                  </a:lnTo>
                  <a:lnTo>
                    <a:pt x="1443307" y="761511"/>
                  </a:lnTo>
                  <a:lnTo>
                    <a:pt x="1515472" y="796721"/>
                  </a:lnTo>
                  <a:lnTo>
                    <a:pt x="1587637" y="831520"/>
                  </a:lnTo>
                  <a:lnTo>
                    <a:pt x="1659803" y="865887"/>
                  </a:lnTo>
                  <a:lnTo>
                    <a:pt x="1731968" y="899798"/>
                  </a:lnTo>
                  <a:lnTo>
                    <a:pt x="1804133" y="933234"/>
                  </a:lnTo>
                  <a:lnTo>
                    <a:pt x="1876299" y="966174"/>
                  </a:lnTo>
                  <a:lnTo>
                    <a:pt x="1948464" y="998600"/>
                  </a:lnTo>
                  <a:lnTo>
                    <a:pt x="2020629" y="1030495"/>
                  </a:lnTo>
                  <a:lnTo>
                    <a:pt x="2092795" y="1061846"/>
                  </a:lnTo>
                  <a:lnTo>
                    <a:pt x="2164960" y="1092639"/>
                  </a:lnTo>
                  <a:lnTo>
                    <a:pt x="2237125" y="1122868"/>
                  </a:lnTo>
                  <a:lnTo>
                    <a:pt x="2309291" y="1152525"/>
                  </a:lnTo>
                  <a:lnTo>
                    <a:pt x="2381456" y="1181610"/>
                  </a:lnTo>
                  <a:lnTo>
                    <a:pt x="2453622" y="1210122"/>
                  </a:lnTo>
                  <a:lnTo>
                    <a:pt x="2525787" y="1238069"/>
                  </a:lnTo>
                  <a:lnTo>
                    <a:pt x="2597952" y="1265456"/>
                  </a:lnTo>
                  <a:lnTo>
                    <a:pt x="2670118" y="1292295"/>
                  </a:lnTo>
                  <a:lnTo>
                    <a:pt x="2742283" y="1318600"/>
                  </a:lnTo>
                  <a:lnTo>
                    <a:pt x="2814448" y="1344388"/>
                  </a:lnTo>
                  <a:lnTo>
                    <a:pt x="2886614" y="1369675"/>
                  </a:lnTo>
                  <a:lnTo>
                    <a:pt x="2958779" y="1394482"/>
                  </a:lnTo>
                  <a:lnTo>
                    <a:pt x="3030944" y="1418830"/>
                  </a:lnTo>
                  <a:lnTo>
                    <a:pt x="3103110" y="1442740"/>
                  </a:lnTo>
                  <a:lnTo>
                    <a:pt x="3175275" y="1466234"/>
                  </a:lnTo>
                  <a:lnTo>
                    <a:pt x="3247440" y="1489334"/>
                  </a:lnTo>
                  <a:lnTo>
                    <a:pt x="3319606" y="1512062"/>
                  </a:lnTo>
                  <a:lnTo>
                    <a:pt x="3391771" y="1534440"/>
                  </a:lnTo>
                  <a:lnTo>
                    <a:pt x="3463936" y="1556487"/>
                  </a:lnTo>
                  <a:lnTo>
                    <a:pt x="3536102" y="1578225"/>
                  </a:lnTo>
                  <a:lnTo>
                    <a:pt x="3608267" y="1599673"/>
                  </a:lnTo>
                  <a:lnTo>
                    <a:pt x="3680433" y="1620848"/>
                  </a:lnTo>
                  <a:lnTo>
                    <a:pt x="3752598" y="1641768"/>
                  </a:lnTo>
                  <a:lnTo>
                    <a:pt x="3824763" y="1662451"/>
                  </a:lnTo>
                  <a:lnTo>
                    <a:pt x="3896929" y="1682910"/>
                  </a:lnTo>
                  <a:lnTo>
                    <a:pt x="3969094" y="1703161"/>
                  </a:lnTo>
                  <a:lnTo>
                    <a:pt x="4041259" y="1723217"/>
                  </a:lnTo>
                  <a:lnTo>
                    <a:pt x="4113425" y="1743090"/>
                  </a:lnTo>
                  <a:lnTo>
                    <a:pt x="4185590" y="1762794"/>
                  </a:lnTo>
                  <a:lnTo>
                    <a:pt x="4257755" y="1782338"/>
                  </a:lnTo>
                  <a:lnTo>
                    <a:pt x="4329921" y="1801733"/>
                  </a:lnTo>
                  <a:lnTo>
                    <a:pt x="4402086" y="1820988"/>
                  </a:lnTo>
                  <a:lnTo>
                    <a:pt x="4474251" y="1840112"/>
                  </a:lnTo>
                  <a:lnTo>
                    <a:pt x="4546417" y="1859114"/>
                  </a:lnTo>
                  <a:lnTo>
                    <a:pt x="4618582" y="1878001"/>
                  </a:lnTo>
                  <a:lnTo>
                    <a:pt x="4690748" y="1896779"/>
                  </a:lnTo>
                  <a:lnTo>
                    <a:pt x="4762913" y="1915457"/>
                  </a:lnTo>
                  <a:lnTo>
                    <a:pt x="4835078" y="1934039"/>
                  </a:lnTo>
                  <a:lnTo>
                    <a:pt x="4907244" y="1952532"/>
                  </a:lnTo>
                  <a:lnTo>
                    <a:pt x="4979409" y="1970940"/>
                  </a:lnTo>
                  <a:lnTo>
                    <a:pt x="5051574" y="1989269"/>
                  </a:lnTo>
                  <a:lnTo>
                    <a:pt x="5123740" y="2007523"/>
                  </a:lnTo>
                  <a:lnTo>
                    <a:pt x="5195905" y="2025707"/>
                  </a:lnTo>
                  <a:lnTo>
                    <a:pt x="5268070" y="2043824"/>
                  </a:lnTo>
                  <a:lnTo>
                    <a:pt x="5340236" y="2061878"/>
                  </a:lnTo>
                  <a:lnTo>
                    <a:pt x="5412401" y="2079872"/>
                  </a:lnTo>
                  <a:lnTo>
                    <a:pt x="5484566" y="2097810"/>
                  </a:lnTo>
                  <a:lnTo>
                    <a:pt x="5556732" y="2115695"/>
                  </a:lnTo>
                  <a:lnTo>
                    <a:pt x="5628897" y="2133530"/>
                  </a:lnTo>
                  <a:lnTo>
                    <a:pt x="5701062" y="21513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57927" y="3069964"/>
              <a:ext cx="5701062" cy="2479242"/>
            </a:xfrm>
            <a:custGeom>
              <a:avLst/>
              <a:pathLst>
                <a:path w="5701062" h="2479242">
                  <a:moveTo>
                    <a:pt x="5701062" y="2479242"/>
                  </a:moveTo>
                  <a:lnTo>
                    <a:pt x="5628897" y="2438414"/>
                  </a:lnTo>
                  <a:lnTo>
                    <a:pt x="5556732" y="2397633"/>
                  </a:lnTo>
                  <a:lnTo>
                    <a:pt x="5484566" y="2356904"/>
                  </a:lnTo>
                  <a:lnTo>
                    <a:pt x="5412401" y="2316227"/>
                  </a:lnTo>
                  <a:lnTo>
                    <a:pt x="5340236" y="2275607"/>
                  </a:lnTo>
                  <a:lnTo>
                    <a:pt x="5268070" y="2235046"/>
                  </a:lnTo>
                  <a:lnTo>
                    <a:pt x="5195905" y="2194549"/>
                  </a:lnTo>
                  <a:lnTo>
                    <a:pt x="5123740" y="2154118"/>
                  </a:lnTo>
                  <a:lnTo>
                    <a:pt x="5051574" y="2113757"/>
                  </a:lnTo>
                  <a:lnTo>
                    <a:pt x="4979409" y="2073471"/>
                  </a:lnTo>
                  <a:lnTo>
                    <a:pt x="4907244" y="2033265"/>
                  </a:lnTo>
                  <a:lnTo>
                    <a:pt x="4835078" y="1993143"/>
                  </a:lnTo>
                  <a:lnTo>
                    <a:pt x="4762913" y="1953110"/>
                  </a:lnTo>
                  <a:lnTo>
                    <a:pt x="4690748" y="1913173"/>
                  </a:lnTo>
                  <a:lnTo>
                    <a:pt x="4618582" y="1873337"/>
                  </a:lnTo>
                  <a:lnTo>
                    <a:pt x="4546417" y="1833609"/>
                  </a:lnTo>
                  <a:lnTo>
                    <a:pt x="4474251" y="1793996"/>
                  </a:lnTo>
                  <a:lnTo>
                    <a:pt x="4402086" y="1754506"/>
                  </a:lnTo>
                  <a:lnTo>
                    <a:pt x="4329921" y="1715147"/>
                  </a:lnTo>
                  <a:lnTo>
                    <a:pt x="4257755" y="1675927"/>
                  </a:lnTo>
                  <a:lnTo>
                    <a:pt x="4185590" y="1636856"/>
                  </a:lnTo>
                  <a:lnTo>
                    <a:pt x="4113425" y="1597945"/>
                  </a:lnTo>
                  <a:lnTo>
                    <a:pt x="4041259" y="1559204"/>
                  </a:lnTo>
                  <a:lnTo>
                    <a:pt x="3969094" y="1520645"/>
                  </a:lnTo>
                  <a:lnTo>
                    <a:pt x="3896929" y="1482282"/>
                  </a:lnTo>
                  <a:lnTo>
                    <a:pt x="3824763" y="1444126"/>
                  </a:lnTo>
                  <a:lnTo>
                    <a:pt x="3752598" y="1406194"/>
                  </a:lnTo>
                  <a:lnTo>
                    <a:pt x="3680433" y="1368500"/>
                  </a:lnTo>
                  <a:lnTo>
                    <a:pt x="3608267" y="1331060"/>
                  </a:lnTo>
                  <a:lnTo>
                    <a:pt x="3536102" y="1293893"/>
                  </a:lnTo>
                  <a:lnTo>
                    <a:pt x="3463936" y="1257016"/>
                  </a:lnTo>
                  <a:lnTo>
                    <a:pt x="3391771" y="1220449"/>
                  </a:lnTo>
                  <a:lnTo>
                    <a:pt x="3319606" y="1184212"/>
                  </a:lnTo>
                  <a:lnTo>
                    <a:pt x="3247440" y="1148325"/>
                  </a:lnTo>
                  <a:lnTo>
                    <a:pt x="3175275" y="1112811"/>
                  </a:lnTo>
                  <a:lnTo>
                    <a:pt x="3103110" y="1077690"/>
                  </a:lnTo>
                  <a:lnTo>
                    <a:pt x="3030944" y="1042985"/>
                  </a:lnTo>
                  <a:lnTo>
                    <a:pt x="2958779" y="1008718"/>
                  </a:lnTo>
                  <a:lnTo>
                    <a:pt x="2886614" y="974911"/>
                  </a:lnTo>
                  <a:lnTo>
                    <a:pt x="2814448" y="941584"/>
                  </a:lnTo>
                  <a:lnTo>
                    <a:pt x="2742283" y="908756"/>
                  </a:lnTo>
                  <a:lnTo>
                    <a:pt x="2670118" y="876447"/>
                  </a:lnTo>
                  <a:lnTo>
                    <a:pt x="2597952" y="844672"/>
                  </a:lnTo>
                  <a:lnTo>
                    <a:pt x="2525787" y="813444"/>
                  </a:lnTo>
                  <a:lnTo>
                    <a:pt x="2453622" y="782775"/>
                  </a:lnTo>
                  <a:lnTo>
                    <a:pt x="2381456" y="752674"/>
                  </a:lnTo>
                  <a:lnTo>
                    <a:pt x="2309291" y="723144"/>
                  </a:lnTo>
                  <a:lnTo>
                    <a:pt x="2237125" y="694186"/>
                  </a:lnTo>
                  <a:lnTo>
                    <a:pt x="2164960" y="665800"/>
                  </a:lnTo>
                  <a:lnTo>
                    <a:pt x="2092795" y="637979"/>
                  </a:lnTo>
                  <a:lnTo>
                    <a:pt x="2020629" y="610715"/>
                  </a:lnTo>
                  <a:lnTo>
                    <a:pt x="1948464" y="583995"/>
                  </a:lnTo>
                  <a:lnTo>
                    <a:pt x="1876299" y="557807"/>
                  </a:lnTo>
                  <a:lnTo>
                    <a:pt x="1804133" y="532132"/>
                  </a:lnTo>
                  <a:lnTo>
                    <a:pt x="1731968" y="506953"/>
                  </a:lnTo>
                  <a:lnTo>
                    <a:pt x="1659803" y="482250"/>
                  </a:lnTo>
                  <a:lnTo>
                    <a:pt x="1587637" y="458001"/>
                  </a:lnTo>
                  <a:lnTo>
                    <a:pt x="1515472" y="434186"/>
                  </a:lnTo>
                  <a:lnTo>
                    <a:pt x="1443307" y="410781"/>
                  </a:lnTo>
                  <a:lnTo>
                    <a:pt x="1371141" y="387766"/>
                  </a:lnTo>
                  <a:lnTo>
                    <a:pt x="1298976" y="365117"/>
                  </a:lnTo>
                  <a:lnTo>
                    <a:pt x="1226811" y="342815"/>
                  </a:lnTo>
                  <a:lnTo>
                    <a:pt x="1154645" y="320838"/>
                  </a:lnTo>
                  <a:lnTo>
                    <a:pt x="1082480" y="299166"/>
                  </a:lnTo>
                  <a:lnTo>
                    <a:pt x="1010314" y="277781"/>
                  </a:lnTo>
                  <a:lnTo>
                    <a:pt x="938149" y="256664"/>
                  </a:lnTo>
                  <a:lnTo>
                    <a:pt x="865984" y="235798"/>
                  </a:lnTo>
                  <a:lnTo>
                    <a:pt x="793818" y="215166"/>
                  </a:lnTo>
                  <a:lnTo>
                    <a:pt x="721653" y="194755"/>
                  </a:lnTo>
                  <a:lnTo>
                    <a:pt x="649488" y="174548"/>
                  </a:lnTo>
                  <a:lnTo>
                    <a:pt x="577322" y="154534"/>
                  </a:lnTo>
                  <a:lnTo>
                    <a:pt x="505157" y="134699"/>
                  </a:lnTo>
                  <a:lnTo>
                    <a:pt x="432992" y="115032"/>
                  </a:lnTo>
                  <a:lnTo>
                    <a:pt x="360826" y="95522"/>
                  </a:lnTo>
                  <a:lnTo>
                    <a:pt x="288661" y="76159"/>
                  </a:lnTo>
                  <a:lnTo>
                    <a:pt x="216496" y="56934"/>
                  </a:lnTo>
                  <a:lnTo>
                    <a:pt x="144330" y="37837"/>
                  </a:lnTo>
                  <a:lnTo>
                    <a:pt x="72165" y="188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57927" y="2570231"/>
              <a:ext cx="5701062" cy="2315279"/>
            </a:xfrm>
            <a:custGeom>
              <a:avLst/>
              <a:pathLst>
                <a:path w="5701062" h="2315279">
                  <a:moveTo>
                    <a:pt x="0" y="0"/>
                  </a:moveTo>
                  <a:lnTo>
                    <a:pt x="72165" y="29307"/>
                  </a:lnTo>
                  <a:lnTo>
                    <a:pt x="144330" y="58614"/>
                  </a:lnTo>
                  <a:lnTo>
                    <a:pt x="216496" y="87922"/>
                  </a:lnTo>
                  <a:lnTo>
                    <a:pt x="288661" y="117229"/>
                  </a:lnTo>
                  <a:lnTo>
                    <a:pt x="360826" y="146536"/>
                  </a:lnTo>
                  <a:lnTo>
                    <a:pt x="432992" y="175844"/>
                  </a:lnTo>
                  <a:lnTo>
                    <a:pt x="505157" y="205151"/>
                  </a:lnTo>
                  <a:lnTo>
                    <a:pt x="577322" y="234458"/>
                  </a:lnTo>
                  <a:lnTo>
                    <a:pt x="649488" y="263766"/>
                  </a:lnTo>
                  <a:lnTo>
                    <a:pt x="721653" y="293073"/>
                  </a:lnTo>
                  <a:lnTo>
                    <a:pt x="793818" y="322380"/>
                  </a:lnTo>
                  <a:lnTo>
                    <a:pt x="865984" y="351688"/>
                  </a:lnTo>
                  <a:lnTo>
                    <a:pt x="938149" y="380995"/>
                  </a:lnTo>
                  <a:lnTo>
                    <a:pt x="1010314" y="410302"/>
                  </a:lnTo>
                  <a:lnTo>
                    <a:pt x="1082480" y="439610"/>
                  </a:lnTo>
                  <a:lnTo>
                    <a:pt x="1154645" y="468917"/>
                  </a:lnTo>
                  <a:lnTo>
                    <a:pt x="1226811" y="498224"/>
                  </a:lnTo>
                  <a:lnTo>
                    <a:pt x="1298976" y="527532"/>
                  </a:lnTo>
                  <a:lnTo>
                    <a:pt x="1371141" y="556839"/>
                  </a:lnTo>
                  <a:lnTo>
                    <a:pt x="1443307" y="586146"/>
                  </a:lnTo>
                  <a:lnTo>
                    <a:pt x="1515472" y="615454"/>
                  </a:lnTo>
                  <a:lnTo>
                    <a:pt x="1587637" y="644761"/>
                  </a:lnTo>
                  <a:lnTo>
                    <a:pt x="1659803" y="674068"/>
                  </a:lnTo>
                  <a:lnTo>
                    <a:pt x="1731968" y="703376"/>
                  </a:lnTo>
                  <a:lnTo>
                    <a:pt x="1804133" y="732683"/>
                  </a:lnTo>
                  <a:lnTo>
                    <a:pt x="1876299" y="761990"/>
                  </a:lnTo>
                  <a:lnTo>
                    <a:pt x="1948464" y="791298"/>
                  </a:lnTo>
                  <a:lnTo>
                    <a:pt x="2020629" y="820605"/>
                  </a:lnTo>
                  <a:lnTo>
                    <a:pt x="2092795" y="849912"/>
                  </a:lnTo>
                  <a:lnTo>
                    <a:pt x="2164960" y="879220"/>
                  </a:lnTo>
                  <a:lnTo>
                    <a:pt x="2237125" y="908527"/>
                  </a:lnTo>
                  <a:lnTo>
                    <a:pt x="2309291" y="937834"/>
                  </a:lnTo>
                  <a:lnTo>
                    <a:pt x="2381456" y="967142"/>
                  </a:lnTo>
                  <a:lnTo>
                    <a:pt x="2453622" y="996449"/>
                  </a:lnTo>
                  <a:lnTo>
                    <a:pt x="2525787" y="1025756"/>
                  </a:lnTo>
                  <a:lnTo>
                    <a:pt x="2597952" y="1055064"/>
                  </a:lnTo>
                  <a:lnTo>
                    <a:pt x="2670118" y="1084371"/>
                  </a:lnTo>
                  <a:lnTo>
                    <a:pt x="2742283" y="1113678"/>
                  </a:lnTo>
                  <a:lnTo>
                    <a:pt x="2814448" y="1142986"/>
                  </a:lnTo>
                  <a:lnTo>
                    <a:pt x="2886614" y="1172293"/>
                  </a:lnTo>
                  <a:lnTo>
                    <a:pt x="2958779" y="1201600"/>
                  </a:lnTo>
                  <a:lnTo>
                    <a:pt x="3030944" y="1230908"/>
                  </a:lnTo>
                  <a:lnTo>
                    <a:pt x="3103110" y="1260215"/>
                  </a:lnTo>
                  <a:lnTo>
                    <a:pt x="3175275" y="1289522"/>
                  </a:lnTo>
                  <a:lnTo>
                    <a:pt x="3247440" y="1318830"/>
                  </a:lnTo>
                  <a:lnTo>
                    <a:pt x="3319606" y="1348137"/>
                  </a:lnTo>
                  <a:lnTo>
                    <a:pt x="3391771" y="1377444"/>
                  </a:lnTo>
                  <a:lnTo>
                    <a:pt x="3463936" y="1406752"/>
                  </a:lnTo>
                  <a:lnTo>
                    <a:pt x="3536102" y="1436059"/>
                  </a:lnTo>
                  <a:lnTo>
                    <a:pt x="3608267" y="1465366"/>
                  </a:lnTo>
                  <a:lnTo>
                    <a:pt x="3680433" y="1494674"/>
                  </a:lnTo>
                  <a:lnTo>
                    <a:pt x="3752598" y="1523981"/>
                  </a:lnTo>
                  <a:lnTo>
                    <a:pt x="3824763" y="1553288"/>
                  </a:lnTo>
                  <a:lnTo>
                    <a:pt x="3896929" y="1582596"/>
                  </a:lnTo>
                  <a:lnTo>
                    <a:pt x="3969094" y="1611903"/>
                  </a:lnTo>
                  <a:lnTo>
                    <a:pt x="4041259" y="1641210"/>
                  </a:lnTo>
                  <a:lnTo>
                    <a:pt x="4113425" y="1670518"/>
                  </a:lnTo>
                  <a:lnTo>
                    <a:pt x="4185590" y="1699825"/>
                  </a:lnTo>
                  <a:lnTo>
                    <a:pt x="4257755" y="1729132"/>
                  </a:lnTo>
                  <a:lnTo>
                    <a:pt x="4329921" y="1758440"/>
                  </a:lnTo>
                  <a:lnTo>
                    <a:pt x="4402086" y="1787747"/>
                  </a:lnTo>
                  <a:lnTo>
                    <a:pt x="4474251" y="1817054"/>
                  </a:lnTo>
                  <a:lnTo>
                    <a:pt x="4546417" y="1846362"/>
                  </a:lnTo>
                  <a:lnTo>
                    <a:pt x="4618582" y="1875669"/>
                  </a:lnTo>
                  <a:lnTo>
                    <a:pt x="4690748" y="1904976"/>
                  </a:lnTo>
                  <a:lnTo>
                    <a:pt x="4762913" y="1934284"/>
                  </a:lnTo>
                  <a:lnTo>
                    <a:pt x="4835078" y="1963591"/>
                  </a:lnTo>
                  <a:lnTo>
                    <a:pt x="4907244" y="1992898"/>
                  </a:lnTo>
                  <a:lnTo>
                    <a:pt x="4979409" y="2022206"/>
                  </a:lnTo>
                  <a:lnTo>
                    <a:pt x="5051574" y="2051513"/>
                  </a:lnTo>
                  <a:lnTo>
                    <a:pt x="5123740" y="2080820"/>
                  </a:lnTo>
                  <a:lnTo>
                    <a:pt x="5195905" y="2110128"/>
                  </a:lnTo>
                  <a:lnTo>
                    <a:pt x="5268070" y="2139435"/>
                  </a:lnTo>
                  <a:lnTo>
                    <a:pt x="5340236" y="2168742"/>
                  </a:lnTo>
                  <a:lnTo>
                    <a:pt x="5412401" y="2198050"/>
                  </a:lnTo>
                  <a:lnTo>
                    <a:pt x="5484566" y="2227357"/>
                  </a:lnTo>
                  <a:lnTo>
                    <a:pt x="5556732" y="2256664"/>
                  </a:lnTo>
                  <a:lnTo>
                    <a:pt x="5628897" y="2285972"/>
                  </a:lnTo>
                  <a:lnTo>
                    <a:pt x="5701062" y="2315279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53582" y="42720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853582" y="438857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53582" y="44665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226401" y="386813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226401" y="41389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226401" y="377505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892401" y="40450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892401" y="367450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892401" y="39947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96053" y="463668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96053" y="428397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196053" y="460288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456894" y="35667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56894" y="391020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456894" y="3761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81882" y="363147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81882" y="38647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581882" y="38593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295638" y="513215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95638" y="509964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104964" y="520105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04964" y="509618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85104" y="3655005"/>
              <a:ext cx="3665999" cy="1309813"/>
            </a:xfrm>
            <a:custGeom>
              <a:avLst/>
              <a:pathLst>
                <a:path w="3665999" h="1309813">
                  <a:moveTo>
                    <a:pt x="0" y="0"/>
                  </a:moveTo>
                  <a:lnTo>
                    <a:pt x="46405" y="13387"/>
                  </a:lnTo>
                  <a:lnTo>
                    <a:pt x="92810" y="26713"/>
                  </a:lnTo>
                  <a:lnTo>
                    <a:pt x="139215" y="39972"/>
                  </a:lnTo>
                  <a:lnTo>
                    <a:pt x="185620" y="53162"/>
                  </a:lnTo>
                  <a:lnTo>
                    <a:pt x="232025" y="66278"/>
                  </a:lnTo>
                  <a:lnTo>
                    <a:pt x="278430" y="79316"/>
                  </a:lnTo>
                  <a:lnTo>
                    <a:pt x="324835" y="92272"/>
                  </a:lnTo>
                  <a:lnTo>
                    <a:pt x="371240" y="105139"/>
                  </a:lnTo>
                  <a:lnTo>
                    <a:pt x="417645" y="117914"/>
                  </a:lnTo>
                  <a:lnTo>
                    <a:pt x="464050" y="130590"/>
                  </a:lnTo>
                  <a:lnTo>
                    <a:pt x="510455" y="143162"/>
                  </a:lnTo>
                  <a:lnTo>
                    <a:pt x="556860" y="155623"/>
                  </a:lnTo>
                  <a:lnTo>
                    <a:pt x="603265" y="167965"/>
                  </a:lnTo>
                  <a:lnTo>
                    <a:pt x="649670" y="180183"/>
                  </a:lnTo>
                  <a:lnTo>
                    <a:pt x="696075" y="192267"/>
                  </a:lnTo>
                  <a:lnTo>
                    <a:pt x="742480" y="204211"/>
                  </a:lnTo>
                  <a:lnTo>
                    <a:pt x="788885" y="216005"/>
                  </a:lnTo>
                  <a:lnTo>
                    <a:pt x="835291" y="227639"/>
                  </a:lnTo>
                  <a:lnTo>
                    <a:pt x="881696" y="239105"/>
                  </a:lnTo>
                  <a:lnTo>
                    <a:pt x="928101" y="250393"/>
                  </a:lnTo>
                  <a:lnTo>
                    <a:pt x="974506" y="261490"/>
                  </a:lnTo>
                  <a:lnTo>
                    <a:pt x="1020911" y="272388"/>
                  </a:lnTo>
                  <a:lnTo>
                    <a:pt x="1067316" y="283073"/>
                  </a:lnTo>
                  <a:lnTo>
                    <a:pt x="1113721" y="293534"/>
                  </a:lnTo>
                  <a:lnTo>
                    <a:pt x="1160126" y="303759"/>
                  </a:lnTo>
                  <a:lnTo>
                    <a:pt x="1206531" y="313735"/>
                  </a:lnTo>
                  <a:lnTo>
                    <a:pt x="1252936" y="323450"/>
                  </a:lnTo>
                  <a:lnTo>
                    <a:pt x="1299341" y="332891"/>
                  </a:lnTo>
                  <a:lnTo>
                    <a:pt x="1345746" y="342045"/>
                  </a:lnTo>
                  <a:lnTo>
                    <a:pt x="1392151" y="350901"/>
                  </a:lnTo>
                  <a:lnTo>
                    <a:pt x="1438556" y="359447"/>
                  </a:lnTo>
                  <a:lnTo>
                    <a:pt x="1484961" y="367672"/>
                  </a:lnTo>
                  <a:lnTo>
                    <a:pt x="1531366" y="375565"/>
                  </a:lnTo>
                  <a:lnTo>
                    <a:pt x="1577771" y="383116"/>
                  </a:lnTo>
                  <a:lnTo>
                    <a:pt x="1624176" y="390319"/>
                  </a:lnTo>
                  <a:lnTo>
                    <a:pt x="1670582" y="397166"/>
                  </a:lnTo>
                  <a:lnTo>
                    <a:pt x="1716987" y="403651"/>
                  </a:lnTo>
                  <a:lnTo>
                    <a:pt x="1763392" y="409772"/>
                  </a:lnTo>
                  <a:lnTo>
                    <a:pt x="1809797" y="415525"/>
                  </a:lnTo>
                  <a:lnTo>
                    <a:pt x="1856202" y="420911"/>
                  </a:lnTo>
                  <a:lnTo>
                    <a:pt x="1902607" y="425932"/>
                  </a:lnTo>
                  <a:lnTo>
                    <a:pt x="1949012" y="430590"/>
                  </a:lnTo>
                  <a:lnTo>
                    <a:pt x="1995417" y="434891"/>
                  </a:lnTo>
                  <a:lnTo>
                    <a:pt x="2041822" y="438841"/>
                  </a:lnTo>
                  <a:lnTo>
                    <a:pt x="2088227" y="442447"/>
                  </a:lnTo>
                  <a:lnTo>
                    <a:pt x="2134632" y="445719"/>
                  </a:lnTo>
                  <a:lnTo>
                    <a:pt x="2181037" y="448667"/>
                  </a:lnTo>
                  <a:lnTo>
                    <a:pt x="2227442" y="451301"/>
                  </a:lnTo>
                  <a:lnTo>
                    <a:pt x="2273847" y="453634"/>
                  </a:lnTo>
                  <a:lnTo>
                    <a:pt x="2320252" y="455677"/>
                  </a:lnTo>
                  <a:lnTo>
                    <a:pt x="2366657" y="457443"/>
                  </a:lnTo>
                  <a:lnTo>
                    <a:pt x="2413062" y="458944"/>
                  </a:lnTo>
                  <a:lnTo>
                    <a:pt x="2459467" y="460194"/>
                  </a:lnTo>
                  <a:lnTo>
                    <a:pt x="2505873" y="461203"/>
                  </a:lnTo>
                  <a:lnTo>
                    <a:pt x="2552278" y="461986"/>
                  </a:lnTo>
                  <a:lnTo>
                    <a:pt x="2598683" y="462553"/>
                  </a:lnTo>
                  <a:lnTo>
                    <a:pt x="2645088" y="462916"/>
                  </a:lnTo>
                  <a:lnTo>
                    <a:pt x="2691493" y="463087"/>
                  </a:lnTo>
                  <a:lnTo>
                    <a:pt x="2737898" y="463076"/>
                  </a:lnTo>
                  <a:lnTo>
                    <a:pt x="2784303" y="462894"/>
                  </a:lnTo>
                  <a:lnTo>
                    <a:pt x="2830708" y="462551"/>
                  </a:lnTo>
                  <a:lnTo>
                    <a:pt x="2877113" y="462055"/>
                  </a:lnTo>
                  <a:lnTo>
                    <a:pt x="2923518" y="461416"/>
                  </a:lnTo>
                  <a:lnTo>
                    <a:pt x="2969923" y="460642"/>
                  </a:lnTo>
                  <a:lnTo>
                    <a:pt x="3016328" y="459741"/>
                  </a:lnTo>
                  <a:lnTo>
                    <a:pt x="3062733" y="458720"/>
                  </a:lnTo>
                  <a:lnTo>
                    <a:pt x="3109138" y="457586"/>
                  </a:lnTo>
                  <a:lnTo>
                    <a:pt x="3155543" y="456345"/>
                  </a:lnTo>
                  <a:lnTo>
                    <a:pt x="3201948" y="455005"/>
                  </a:lnTo>
                  <a:lnTo>
                    <a:pt x="3248353" y="453570"/>
                  </a:lnTo>
                  <a:lnTo>
                    <a:pt x="3294758" y="452046"/>
                  </a:lnTo>
                  <a:lnTo>
                    <a:pt x="3341164" y="450439"/>
                  </a:lnTo>
                  <a:lnTo>
                    <a:pt x="3387569" y="448751"/>
                  </a:lnTo>
                  <a:lnTo>
                    <a:pt x="3433974" y="446989"/>
                  </a:lnTo>
                  <a:lnTo>
                    <a:pt x="3480379" y="445157"/>
                  </a:lnTo>
                  <a:lnTo>
                    <a:pt x="3526784" y="443257"/>
                  </a:lnTo>
                  <a:lnTo>
                    <a:pt x="3573189" y="441294"/>
                  </a:lnTo>
                  <a:lnTo>
                    <a:pt x="3619594" y="439272"/>
                  </a:lnTo>
                  <a:lnTo>
                    <a:pt x="3665999" y="437192"/>
                  </a:lnTo>
                  <a:lnTo>
                    <a:pt x="3665999" y="1309813"/>
                  </a:lnTo>
                  <a:lnTo>
                    <a:pt x="3619594" y="1296326"/>
                  </a:lnTo>
                  <a:lnTo>
                    <a:pt x="3573189" y="1282894"/>
                  </a:lnTo>
                  <a:lnTo>
                    <a:pt x="3526784" y="1269523"/>
                  </a:lnTo>
                  <a:lnTo>
                    <a:pt x="3480379" y="1256215"/>
                  </a:lnTo>
                  <a:lnTo>
                    <a:pt x="3433974" y="1242974"/>
                  </a:lnTo>
                  <a:lnTo>
                    <a:pt x="3387569" y="1229803"/>
                  </a:lnTo>
                  <a:lnTo>
                    <a:pt x="3341164" y="1216707"/>
                  </a:lnTo>
                  <a:lnTo>
                    <a:pt x="3294758" y="1203691"/>
                  </a:lnTo>
                  <a:lnTo>
                    <a:pt x="3248353" y="1190759"/>
                  </a:lnTo>
                  <a:lnTo>
                    <a:pt x="3201948" y="1177915"/>
                  </a:lnTo>
                  <a:lnTo>
                    <a:pt x="3155543" y="1165166"/>
                  </a:lnTo>
                  <a:lnTo>
                    <a:pt x="3109138" y="1152518"/>
                  </a:lnTo>
                  <a:lnTo>
                    <a:pt x="3062733" y="1139975"/>
                  </a:lnTo>
                  <a:lnTo>
                    <a:pt x="3016328" y="1127546"/>
                  </a:lnTo>
                  <a:lnTo>
                    <a:pt x="2969923" y="1115236"/>
                  </a:lnTo>
                  <a:lnTo>
                    <a:pt x="2923518" y="1103053"/>
                  </a:lnTo>
                  <a:lnTo>
                    <a:pt x="2877113" y="1091006"/>
                  </a:lnTo>
                  <a:lnTo>
                    <a:pt x="2830708" y="1079101"/>
                  </a:lnTo>
                  <a:lnTo>
                    <a:pt x="2784303" y="1067349"/>
                  </a:lnTo>
                  <a:lnTo>
                    <a:pt x="2737898" y="1055759"/>
                  </a:lnTo>
                  <a:lnTo>
                    <a:pt x="2691493" y="1044340"/>
                  </a:lnTo>
                  <a:lnTo>
                    <a:pt x="2645088" y="1033102"/>
                  </a:lnTo>
                  <a:lnTo>
                    <a:pt x="2598683" y="1022057"/>
                  </a:lnTo>
                  <a:lnTo>
                    <a:pt x="2552278" y="1011216"/>
                  </a:lnTo>
                  <a:lnTo>
                    <a:pt x="2505873" y="1000590"/>
                  </a:lnTo>
                  <a:lnTo>
                    <a:pt x="2459467" y="990191"/>
                  </a:lnTo>
                  <a:lnTo>
                    <a:pt x="2413062" y="980031"/>
                  </a:lnTo>
                  <a:lnTo>
                    <a:pt x="2366657" y="970124"/>
                  </a:lnTo>
                  <a:lnTo>
                    <a:pt x="2320252" y="960482"/>
                  </a:lnTo>
                  <a:lnTo>
                    <a:pt x="2273847" y="951116"/>
                  </a:lnTo>
                  <a:lnTo>
                    <a:pt x="2227442" y="942040"/>
                  </a:lnTo>
                  <a:lnTo>
                    <a:pt x="2181037" y="933266"/>
                  </a:lnTo>
                  <a:lnTo>
                    <a:pt x="2134632" y="924806"/>
                  </a:lnTo>
                  <a:lnTo>
                    <a:pt x="2088227" y="916669"/>
                  </a:lnTo>
                  <a:lnTo>
                    <a:pt x="2041822" y="908867"/>
                  </a:lnTo>
                  <a:lnTo>
                    <a:pt x="1995417" y="901408"/>
                  </a:lnTo>
                  <a:lnTo>
                    <a:pt x="1949012" y="894300"/>
                  </a:lnTo>
                  <a:lnTo>
                    <a:pt x="1902607" y="887550"/>
                  </a:lnTo>
                  <a:lnTo>
                    <a:pt x="1856202" y="881162"/>
                  </a:lnTo>
                  <a:lnTo>
                    <a:pt x="1809797" y="875140"/>
                  </a:lnTo>
                  <a:lnTo>
                    <a:pt x="1763392" y="869485"/>
                  </a:lnTo>
                  <a:lnTo>
                    <a:pt x="1716987" y="864197"/>
                  </a:lnTo>
                  <a:lnTo>
                    <a:pt x="1670582" y="859274"/>
                  </a:lnTo>
                  <a:lnTo>
                    <a:pt x="1624176" y="854712"/>
                  </a:lnTo>
                  <a:lnTo>
                    <a:pt x="1577771" y="850506"/>
                  </a:lnTo>
                  <a:lnTo>
                    <a:pt x="1531366" y="846650"/>
                  </a:lnTo>
                  <a:lnTo>
                    <a:pt x="1484961" y="843134"/>
                  </a:lnTo>
                  <a:lnTo>
                    <a:pt x="1438556" y="839950"/>
                  </a:lnTo>
                  <a:lnTo>
                    <a:pt x="1392151" y="837087"/>
                  </a:lnTo>
                  <a:lnTo>
                    <a:pt x="1345746" y="834535"/>
                  </a:lnTo>
                  <a:lnTo>
                    <a:pt x="1299341" y="832281"/>
                  </a:lnTo>
                  <a:lnTo>
                    <a:pt x="1252936" y="830314"/>
                  </a:lnTo>
                  <a:lnTo>
                    <a:pt x="1206531" y="828620"/>
                  </a:lnTo>
                  <a:lnTo>
                    <a:pt x="1160126" y="827187"/>
                  </a:lnTo>
                  <a:lnTo>
                    <a:pt x="1113721" y="826004"/>
                  </a:lnTo>
                  <a:lnTo>
                    <a:pt x="1067316" y="825056"/>
                  </a:lnTo>
                  <a:lnTo>
                    <a:pt x="1020911" y="824333"/>
                  </a:lnTo>
                  <a:lnTo>
                    <a:pt x="974506" y="823822"/>
                  </a:lnTo>
                  <a:lnTo>
                    <a:pt x="928101" y="823511"/>
                  </a:lnTo>
                  <a:lnTo>
                    <a:pt x="881696" y="823390"/>
                  </a:lnTo>
                  <a:lnTo>
                    <a:pt x="835291" y="823447"/>
                  </a:lnTo>
                  <a:lnTo>
                    <a:pt x="788885" y="823673"/>
                  </a:lnTo>
                  <a:lnTo>
                    <a:pt x="742480" y="824059"/>
                  </a:lnTo>
                  <a:lnTo>
                    <a:pt x="696075" y="824594"/>
                  </a:lnTo>
                  <a:lnTo>
                    <a:pt x="649670" y="825270"/>
                  </a:lnTo>
                  <a:lnTo>
                    <a:pt x="603265" y="826079"/>
                  </a:lnTo>
                  <a:lnTo>
                    <a:pt x="556860" y="827013"/>
                  </a:lnTo>
                  <a:lnTo>
                    <a:pt x="510455" y="828065"/>
                  </a:lnTo>
                  <a:lnTo>
                    <a:pt x="464050" y="829228"/>
                  </a:lnTo>
                  <a:lnTo>
                    <a:pt x="417645" y="830496"/>
                  </a:lnTo>
                  <a:lnTo>
                    <a:pt x="371240" y="831862"/>
                  </a:lnTo>
                  <a:lnTo>
                    <a:pt x="324835" y="833321"/>
                  </a:lnTo>
                  <a:lnTo>
                    <a:pt x="278430" y="834868"/>
                  </a:lnTo>
                  <a:lnTo>
                    <a:pt x="232025" y="836498"/>
                  </a:lnTo>
                  <a:lnTo>
                    <a:pt x="185620" y="838205"/>
                  </a:lnTo>
                  <a:lnTo>
                    <a:pt x="139215" y="839987"/>
                  </a:lnTo>
                  <a:lnTo>
                    <a:pt x="92810" y="841838"/>
                  </a:lnTo>
                  <a:lnTo>
                    <a:pt x="46405" y="843755"/>
                  </a:lnTo>
                  <a:lnTo>
                    <a:pt x="0" y="84573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85104" y="3655005"/>
              <a:ext cx="3665999" cy="463087"/>
            </a:xfrm>
            <a:custGeom>
              <a:avLst/>
              <a:pathLst>
                <a:path w="3665999" h="463087">
                  <a:moveTo>
                    <a:pt x="0" y="0"/>
                  </a:moveTo>
                  <a:lnTo>
                    <a:pt x="46405" y="13387"/>
                  </a:lnTo>
                  <a:lnTo>
                    <a:pt x="92810" y="26713"/>
                  </a:lnTo>
                  <a:lnTo>
                    <a:pt x="139215" y="39972"/>
                  </a:lnTo>
                  <a:lnTo>
                    <a:pt x="185620" y="53162"/>
                  </a:lnTo>
                  <a:lnTo>
                    <a:pt x="232025" y="66278"/>
                  </a:lnTo>
                  <a:lnTo>
                    <a:pt x="278430" y="79316"/>
                  </a:lnTo>
                  <a:lnTo>
                    <a:pt x="324835" y="92272"/>
                  </a:lnTo>
                  <a:lnTo>
                    <a:pt x="371240" y="105139"/>
                  </a:lnTo>
                  <a:lnTo>
                    <a:pt x="417645" y="117914"/>
                  </a:lnTo>
                  <a:lnTo>
                    <a:pt x="464050" y="130590"/>
                  </a:lnTo>
                  <a:lnTo>
                    <a:pt x="510455" y="143162"/>
                  </a:lnTo>
                  <a:lnTo>
                    <a:pt x="556860" y="155623"/>
                  </a:lnTo>
                  <a:lnTo>
                    <a:pt x="603265" y="167965"/>
                  </a:lnTo>
                  <a:lnTo>
                    <a:pt x="649670" y="180183"/>
                  </a:lnTo>
                  <a:lnTo>
                    <a:pt x="696075" y="192267"/>
                  </a:lnTo>
                  <a:lnTo>
                    <a:pt x="742480" y="204211"/>
                  </a:lnTo>
                  <a:lnTo>
                    <a:pt x="788885" y="216005"/>
                  </a:lnTo>
                  <a:lnTo>
                    <a:pt x="835291" y="227639"/>
                  </a:lnTo>
                  <a:lnTo>
                    <a:pt x="881696" y="239105"/>
                  </a:lnTo>
                  <a:lnTo>
                    <a:pt x="928101" y="250393"/>
                  </a:lnTo>
                  <a:lnTo>
                    <a:pt x="974506" y="261490"/>
                  </a:lnTo>
                  <a:lnTo>
                    <a:pt x="1020911" y="272388"/>
                  </a:lnTo>
                  <a:lnTo>
                    <a:pt x="1067316" y="283073"/>
                  </a:lnTo>
                  <a:lnTo>
                    <a:pt x="1113721" y="293534"/>
                  </a:lnTo>
                  <a:lnTo>
                    <a:pt x="1160126" y="303759"/>
                  </a:lnTo>
                  <a:lnTo>
                    <a:pt x="1206531" y="313735"/>
                  </a:lnTo>
                  <a:lnTo>
                    <a:pt x="1252936" y="323450"/>
                  </a:lnTo>
                  <a:lnTo>
                    <a:pt x="1299341" y="332891"/>
                  </a:lnTo>
                  <a:lnTo>
                    <a:pt x="1345746" y="342045"/>
                  </a:lnTo>
                  <a:lnTo>
                    <a:pt x="1392151" y="350901"/>
                  </a:lnTo>
                  <a:lnTo>
                    <a:pt x="1438556" y="359447"/>
                  </a:lnTo>
                  <a:lnTo>
                    <a:pt x="1484961" y="367672"/>
                  </a:lnTo>
                  <a:lnTo>
                    <a:pt x="1531366" y="375565"/>
                  </a:lnTo>
                  <a:lnTo>
                    <a:pt x="1577771" y="383116"/>
                  </a:lnTo>
                  <a:lnTo>
                    <a:pt x="1624176" y="390319"/>
                  </a:lnTo>
                  <a:lnTo>
                    <a:pt x="1670582" y="397166"/>
                  </a:lnTo>
                  <a:lnTo>
                    <a:pt x="1716987" y="403651"/>
                  </a:lnTo>
                  <a:lnTo>
                    <a:pt x="1763392" y="409772"/>
                  </a:lnTo>
                  <a:lnTo>
                    <a:pt x="1809797" y="415525"/>
                  </a:lnTo>
                  <a:lnTo>
                    <a:pt x="1856202" y="420911"/>
                  </a:lnTo>
                  <a:lnTo>
                    <a:pt x="1902607" y="425932"/>
                  </a:lnTo>
                  <a:lnTo>
                    <a:pt x="1949012" y="430590"/>
                  </a:lnTo>
                  <a:lnTo>
                    <a:pt x="1995417" y="434891"/>
                  </a:lnTo>
                  <a:lnTo>
                    <a:pt x="2041822" y="438841"/>
                  </a:lnTo>
                  <a:lnTo>
                    <a:pt x="2088227" y="442447"/>
                  </a:lnTo>
                  <a:lnTo>
                    <a:pt x="2134632" y="445719"/>
                  </a:lnTo>
                  <a:lnTo>
                    <a:pt x="2181037" y="448667"/>
                  </a:lnTo>
                  <a:lnTo>
                    <a:pt x="2227442" y="451301"/>
                  </a:lnTo>
                  <a:lnTo>
                    <a:pt x="2273847" y="453634"/>
                  </a:lnTo>
                  <a:lnTo>
                    <a:pt x="2320252" y="455677"/>
                  </a:lnTo>
                  <a:lnTo>
                    <a:pt x="2366657" y="457443"/>
                  </a:lnTo>
                  <a:lnTo>
                    <a:pt x="2413062" y="458944"/>
                  </a:lnTo>
                  <a:lnTo>
                    <a:pt x="2459467" y="460194"/>
                  </a:lnTo>
                  <a:lnTo>
                    <a:pt x="2505873" y="461203"/>
                  </a:lnTo>
                  <a:lnTo>
                    <a:pt x="2552278" y="461986"/>
                  </a:lnTo>
                  <a:lnTo>
                    <a:pt x="2598683" y="462553"/>
                  </a:lnTo>
                  <a:lnTo>
                    <a:pt x="2645088" y="462916"/>
                  </a:lnTo>
                  <a:lnTo>
                    <a:pt x="2691493" y="463087"/>
                  </a:lnTo>
                  <a:lnTo>
                    <a:pt x="2737898" y="463076"/>
                  </a:lnTo>
                  <a:lnTo>
                    <a:pt x="2784303" y="462894"/>
                  </a:lnTo>
                  <a:lnTo>
                    <a:pt x="2830708" y="462551"/>
                  </a:lnTo>
                  <a:lnTo>
                    <a:pt x="2877113" y="462055"/>
                  </a:lnTo>
                  <a:lnTo>
                    <a:pt x="2923518" y="461416"/>
                  </a:lnTo>
                  <a:lnTo>
                    <a:pt x="2969923" y="460642"/>
                  </a:lnTo>
                  <a:lnTo>
                    <a:pt x="3016328" y="459741"/>
                  </a:lnTo>
                  <a:lnTo>
                    <a:pt x="3062733" y="458720"/>
                  </a:lnTo>
                  <a:lnTo>
                    <a:pt x="3109138" y="457586"/>
                  </a:lnTo>
                  <a:lnTo>
                    <a:pt x="3155543" y="456345"/>
                  </a:lnTo>
                  <a:lnTo>
                    <a:pt x="3201948" y="455005"/>
                  </a:lnTo>
                  <a:lnTo>
                    <a:pt x="3248353" y="453570"/>
                  </a:lnTo>
                  <a:lnTo>
                    <a:pt x="3294758" y="452046"/>
                  </a:lnTo>
                  <a:lnTo>
                    <a:pt x="3341164" y="450439"/>
                  </a:lnTo>
                  <a:lnTo>
                    <a:pt x="3387569" y="448751"/>
                  </a:lnTo>
                  <a:lnTo>
                    <a:pt x="3433974" y="446989"/>
                  </a:lnTo>
                  <a:lnTo>
                    <a:pt x="3480379" y="445157"/>
                  </a:lnTo>
                  <a:lnTo>
                    <a:pt x="3526784" y="443257"/>
                  </a:lnTo>
                  <a:lnTo>
                    <a:pt x="3573189" y="441294"/>
                  </a:lnTo>
                  <a:lnTo>
                    <a:pt x="3619594" y="439272"/>
                  </a:lnTo>
                  <a:lnTo>
                    <a:pt x="3665999" y="4371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85104" y="4478396"/>
              <a:ext cx="3665999" cy="486423"/>
            </a:xfrm>
            <a:custGeom>
              <a:avLst/>
              <a:pathLst>
                <a:path w="3665999" h="486423">
                  <a:moveTo>
                    <a:pt x="3665999" y="486423"/>
                  </a:moveTo>
                  <a:lnTo>
                    <a:pt x="3619594" y="472935"/>
                  </a:lnTo>
                  <a:lnTo>
                    <a:pt x="3573189" y="459504"/>
                  </a:lnTo>
                  <a:lnTo>
                    <a:pt x="3526784" y="446133"/>
                  </a:lnTo>
                  <a:lnTo>
                    <a:pt x="3480379" y="432825"/>
                  </a:lnTo>
                  <a:lnTo>
                    <a:pt x="3433974" y="419583"/>
                  </a:lnTo>
                  <a:lnTo>
                    <a:pt x="3387569" y="406413"/>
                  </a:lnTo>
                  <a:lnTo>
                    <a:pt x="3341164" y="393317"/>
                  </a:lnTo>
                  <a:lnTo>
                    <a:pt x="3294758" y="380301"/>
                  </a:lnTo>
                  <a:lnTo>
                    <a:pt x="3248353" y="367369"/>
                  </a:lnTo>
                  <a:lnTo>
                    <a:pt x="3201948" y="354525"/>
                  </a:lnTo>
                  <a:lnTo>
                    <a:pt x="3155543" y="341776"/>
                  </a:lnTo>
                  <a:lnTo>
                    <a:pt x="3109138" y="329128"/>
                  </a:lnTo>
                  <a:lnTo>
                    <a:pt x="3062733" y="316585"/>
                  </a:lnTo>
                  <a:lnTo>
                    <a:pt x="3016328" y="304156"/>
                  </a:lnTo>
                  <a:lnTo>
                    <a:pt x="2969923" y="291846"/>
                  </a:lnTo>
                  <a:lnTo>
                    <a:pt x="2923518" y="279663"/>
                  </a:lnTo>
                  <a:lnTo>
                    <a:pt x="2877113" y="267616"/>
                  </a:lnTo>
                  <a:lnTo>
                    <a:pt x="2830708" y="255711"/>
                  </a:lnTo>
                  <a:lnTo>
                    <a:pt x="2784303" y="243959"/>
                  </a:lnTo>
                  <a:lnTo>
                    <a:pt x="2737898" y="232369"/>
                  </a:lnTo>
                  <a:lnTo>
                    <a:pt x="2691493" y="220950"/>
                  </a:lnTo>
                  <a:lnTo>
                    <a:pt x="2645088" y="209712"/>
                  </a:lnTo>
                  <a:lnTo>
                    <a:pt x="2598683" y="198667"/>
                  </a:lnTo>
                  <a:lnTo>
                    <a:pt x="2552278" y="187826"/>
                  </a:lnTo>
                  <a:lnTo>
                    <a:pt x="2505873" y="177200"/>
                  </a:lnTo>
                  <a:lnTo>
                    <a:pt x="2459467" y="166801"/>
                  </a:lnTo>
                  <a:lnTo>
                    <a:pt x="2413062" y="156641"/>
                  </a:lnTo>
                  <a:lnTo>
                    <a:pt x="2366657" y="146734"/>
                  </a:lnTo>
                  <a:lnTo>
                    <a:pt x="2320252" y="137091"/>
                  </a:lnTo>
                  <a:lnTo>
                    <a:pt x="2273847" y="127726"/>
                  </a:lnTo>
                  <a:lnTo>
                    <a:pt x="2227442" y="118650"/>
                  </a:lnTo>
                  <a:lnTo>
                    <a:pt x="2181037" y="109876"/>
                  </a:lnTo>
                  <a:lnTo>
                    <a:pt x="2134632" y="101415"/>
                  </a:lnTo>
                  <a:lnTo>
                    <a:pt x="2088227" y="93279"/>
                  </a:lnTo>
                  <a:lnTo>
                    <a:pt x="2041822" y="85477"/>
                  </a:lnTo>
                  <a:lnTo>
                    <a:pt x="1995417" y="78018"/>
                  </a:lnTo>
                  <a:lnTo>
                    <a:pt x="1949012" y="70910"/>
                  </a:lnTo>
                  <a:lnTo>
                    <a:pt x="1902607" y="64160"/>
                  </a:lnTo>
                  <a:lnTo>
                    <a:pt x="1856202" y="57772"/>
                  </a:lnTo>
                  <a:lnTo>
                    <a:pt x="1809797" y="51750"/>
                  </a:lnTo>
                  <a:lnTo>
                    <a:pt x="1763392" y="46095"/>
                  </a:lnTo>
                  <a:lnTo>
                    <a:pt x="1716987" y="40807"/>
                  </a:lnTo>
                  <a:lnTo>
                    <a:pt x="1670582" y="35884"/>
                  </a:lnTo>
                  <a:lnTo>
                    <a:pt x="1624176" y="31322"/>
                  </a:lnTo>
                  <a:lnTo>
                    <a:pt x="1577771" y="27116"/>
                  </a:lnTo>
                  <a:lnTo>
                    <a:pt x="1531366" y="23259"/>
                  </a:lnTo>
                  <a:lnTo>
                    <a:pt x="1484961" y="19744"/>
                  </a:lnTo>
                  <a:lnTo>
                    <a:pt x="1438556" y="16560"/>
                  </a:lnTo>
                  <a:lnTo>
                    <a:pt x="1392151" y="13697"/>
                  </a:lnTo>
                  <a:lnTo>
                    <a:pt x="1345746" y="11145"/>
                  </a:lnTo>
                  <a:lnTo>
                    <a:pt x="1299341" y="8891"/>
                  </a:lnTo>
                  <a:lnTo>
                    <a:pt x="1252936" y="6923"/>
                  </a:lnTo>
                  <a:lnTo>
                    <a:pt x="1206531" y="5230"/>
                  </a:lnTo>
                  <a:lnTo>
                    <a:pt x="1160126" y="3797"/>
                  </a:lnTo>
                  <a:lnTo>
                    <a:pt x="1113721" y="2614"/>
                  </a:lnTo>
                  <a:lnTo>
                    <a:pt x="1067316" y="1666"/>
                  </a:lnTo>
                  <a:lnTo>
                    <a:pt x="1020911" y="943"/>
                  </a:lnTo>
                  <a:lnTo>
                    <a:pt x="974506" y="431"/>
                  </a:lnTo>
                  <a:lnTo>
                    <a:pt x="928101" y="121"/>
                  </a:lnTo>
                  <a:lnTo>
                    <a:pt x="881696" y="0"/>
                  </a:lnTo>
                  <a:lnTo>
                    <a:pt x="835291" y="57"/>
                  </a:lnTo>
                  <a:lnTo>
                    <a:pt x="788885" y="283"/>
                  </a:lnTo>
                  <a:lnTo>
                    <a:pt x="742480" y="669"/>
                  </a:lnTo>
                  <a:lnTo>
                    <a:pt x="696075" y="1204"/>
                  </a:lnTo>
                  <a:lnTo>
                    <a:pt x="649670" y="1880"/>
                  </a:lnTo>
                  <a:lnTo>
                    <a:pt x="603265" y="2689"/>
                  </a:lnTo>
                  <a:lnTo>
                    <a:pt x="556860" y="3623"/>
                  </a:lnTo>
                  <a:lnTo>
                    <a:pt x="510455" y="4675"/>
                  </a:lnTo>
                  <a:lnTo>
                    <a:pt x="464050" y="5838"/>
                  </a:lnTo>
                  <a:lnTo>
                    <a:pt x="417645" y="7106"/>
                  </a:lnTo>
                  <a:lnTo>
                    <a:pt x="371240" y="8472"/>
                  </a:lnTo>
                  <a:lnTo>
                    <a:pt x="324835" y="9931"/>
                  </a:lnTo>
                  <a:lnTo>
                    <a:pt x="278430" y="11478"/>
                  </a:lnTo>
                  <a:lnTo>
                    <a:pt x="232025" y="13107"/>
                  </a:lnTo>
                  <a:lnTo>
                    <a:pt x="185620" y="14815"/>
                  </a:lnTo>
                  <a:lnTo>
                    <a:pt x="139215" y="16597"/>
                  </a:lnTo>
                  <a:lnTo>
                    <a:pt x="92810" y="18448"/>
                  </a:lnTo>
                  <a:lnTo>
                    <a:pt x="46405" y="20364"/>
                  </a:lnTo>
                  <a:lnTo>
                    <a:pt x="0" y="223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85104" y="4077873"/>
              <a:ext cx="3665999" cy="450636"/>
            </a:xfrm>
            <a:custGeom>
              <a:avLst/>
              <a:pathLst>
                <a:path w="3665999" h="450636">
                  <a:moveTo>
                    <a:pt x="0" y="0"/>
                  </a:moveTo>
                  <a:lnTo>
                    <a:pt x="46405" y="5704"/>
                  </a:lnTo>
                  <a:lnTo>
                    <a:pt x="92810" y="11408"/>
                  </a:lnTo>
                  <a:lnTo>
                    <a:pt x="139215" y="17112"/>
                  </a:lnTo>
                  <a:lnTo>
                    <a:pt x="185620" y="22817"/>
                  </a:lnTo>
                  <a:lnTo>
                    <a:pt x="232025" y="28521"/>
                  </a:lnTo>
                  <a:lnTo>
                    <a:pt x="278430" y="34225"/>
                  </a:lnTo>
                  <a:lnTo>
                    <a:pt x="324835" y="39929"/>
                  </a:lnTo>
                  <a:lnTo>
                    <a:pt x="371240" y="45634"/>
                  </a:lnTo>
                  <a:lnTo>
                    <a:pt x="417645" y="51338"/>
                  </a:lnTo>
                  <a:lnTo>
                    <a:pt x="464050" y="57042"/>
                  </a:lnTo>
                  <a:lnTo>
                    <a:pt x="510455" y="62746"/>
                  </a:lnTo>
                  <a:lnTo>
                    <a:pt x="556860" y="68451"/>
                  </a:lnTo>
                  <a:lnTo>
                    <a:pt x="603265" y="74155"/>
                  </a:lnTo>
                  <a:lnTo>
                    <a:pt x="649670" y="79859"/>
                  </a:lnTo>
                  <a:lnTo>
                    <a:pt x="696075" y="85563"/>
                  </a:lnTo>
                  <a:lnTo>
                    <a:pt x="742480" y="91268"/>
                  </a:lnTo>
                  <a:lnTo>
                    <a:pt x="788885" y="96972"/>
                  </a:lnTo>
                  <a:lnTo>
                    <a:pt x="835291" y="102676"/>
                  </a:lnTo>
                  <a:lnTo>
                    <a:pt x="881696" y="108380"/>
                  </a:lnTo>
                  <a:lnTo>
                    <a:pt x="928101" y="114085"/>
                  </a:lnTo>
                  <a:lnTo>
                    <a:pt x="974506" y="119789"/>
                  </a:lnTo>
                  <a:lnTo>
                    <a:pt x="1020911" y="125493"/>
                  </a:lnTo>
                  <a:lnTo>
                    <a:pt x="1067316" y="131197"/>
                  </a:lnTo>
                  <a:lnTo>
                    <a:pt x="1113721" y="136902"/>
                  </a:lnTo>
                  <a:lnTo>
                    <a:pt x="1160126" y="142606"/>
                  </a:lnTo>
                  <a:lnTo>
                    <a:pt x="1206531" y="148310"/>
                  </a:lnTo>
                  <a:lnTo>
                    <a:pt x="1252936" y="154014"/>
                  </a:lnTo>
                  <a:lnTo>
                    <a:pt x="1299341" y="159719"/>
                  </a:lnTo>
                  <a:lnTo>
                    <a:pt x="1345746" y="165423"/>
                  </a:lnTo>
                  <a:lnTo>
                    <a:pt x="1392151" y="171127"/>
                  </a:lnTo>
                  <a:lnTo>
                    <a:pt x="1438556" y="176831"/>
                  </a:lnTo>
                  <a:lnTo>
                    <a:pt x="1484961" y="182536"/>
                  </a:lnTo>
                  <a:lnTo>
                    <a:pt x="1531366" y="188240"/>
                  </a:lnTo>
                  <a:lnTo>
                    <a:pt x="1577771" y="193944"/>
                  </a:lnTo>
                  <a:lnTo>
                    <a:pt x="1624176" y="199648"/>
                  </a:lnTo>
                  <a:lnTo>
                    <a:pt x="1670582" y="205353"/>
                  </a:lnTo>
                  <a:lnTo>
                    <a:pt x="1716987" y="211057"/>
                  </a:lnTo>
                  <a:lnTo>
                    <a:pt x="1763392" y="216761"/>
                  </a:lnTo>
                  <a:lnTo>
                    <a:pt x="1809797" y="222465"/>
                  </a:lnTo>
                  <a:lnTo>
                    <a:pt x="1856202" y="228170"/>
                  </a:lnTo>
                  <a:lnTo>
                    <a:pt x="1902607" y="233874"/>
                  </a:lnTo>
                  <a:lnTo>
                    <a:pt x="1949012" y="239578"/>
                  </a:lnTo>
                  <a:lnTo>
                    <a:pt x="1995417" y="245282"/>
                  </a:lnTo>
                  <a:lnTo>
                    <a:pt x="2041822" y="250987"/>
                  </a:lnTo>
                  <a:lnTo>
                    <a:pt x="2088227" y="256691"/>
                  </a:lnTo>
                  <a:lnTo>
                    <a:pt x="2134632" y="262395"/>
                  </a:lnTo>
                  <a:lnTo>
                    <a:pt x="2181037" y="268099"/>
                  </a:lnTo>
                  <a:lnTo>
                    <a:pt x="2227442" y="273804"/>
                  </a:lnTo>
                  <a:lnTo>
                    <a:pt x="2273847" y="279508"/>
                  </a:lnTo>
                  <a:lnTo>
                    <a:pt x="2320252" y="285212"/>
                  </a:lnTo>
                  <a:lnTo>
                    <a:pt x="2366657" y="290916"/>
                  </a:lnTo>
                  <a:lnTo>
                    <a:pt x="2413062" y="296621"/>
                  </a:lnTo>
                  <a:lnTo>
                    <a:pt x="2459467" y="302325"/>
                  </a:lnTo>
                  <a:lnTo>
                    <a:pt x="2505873" y="308029"/>
                  </a:lnTo>
                  <a:lnTo>
                    <a:pt x="2552278" y="313733"/>
                  </a:lnTo>
                  <a:lnTo>
                    <a:pt x="2598683" y="319438"/>
                  </a:lnTo>
                  <a:lnTo>
                    <a:pt x="2645088" y="325142"/>
                  </a:lnTo>
                  <a:lnTo>
                    <a:pt x="2691493" y="330846"/>
                  </a:lnTo>
                  <a:lnTo>
                    <a:pt x="2737898" y="336551"/>
                  </a:lnTo>
                  <a:lnTo>
                    <a:pt x="2784303" y="342255"/>
                  </a:lnTo>
                  <a:lnTo>
                    <a:pt x="2830708" y="347959"/>
                  </a:lnTo>
                  <a:lnTo>
                    <a:pt x="2877113" y="353663"/>
                  </a:lnTo>
                  <a:lnTo>
                    <a:pt x="2923518" y="359368"/>
                  </a:lnTo>
                  <a:lnTo>
                    <a:pt x="2969923" y="365072"/>
                  </a:lnTo>
                  <a:lnTo>
                    <a:pt x="3016328" y="370776"/>
                  </a:lnTo>
                  <a:lnTo>
                    <a:pt x="3062733" y="376480"/>
                  </a:lnTo>
                  <a:lnTo>
                    <a:pt x="3109138" y="382185"/>
                  </a:lnTo>
                  <a:lnTo>
                    <a:pt x="3155543" y="387889"/>
                  </a:lnTo>
                  <a:lnTo>
                    <a:pt x="3201948" y="393593"/>
                  </a:lnTo>
                  <a:lnTo>
                    <a:pt x="3248353" y="399297"/>
                  </a:lnTo>
                  <a:lnTo>
                    <a:pt x="3294758" y="405002"/>
                  </a:lnTo>
                  <a:lnTo>
                    <a:pt x="3341164" y="410706"/>
                  </a:lnTo>
                  <a:lnTo>
                    <a:pt x="3387569" y="416410"/>
                  </a:lnTo>
                  <a:lnTo>
                    <a:pt x="3433974" y="422114"/>
                  </a:lnTo>
                  <a:lnTo>
                    <a:pt x="3480379" y="427819"/>
                  </a:lnTo>
                  <a:lnTo>
                    <a:pt x="3526784" y="433523"/>
                  </a:lnTo>
                  <a:lnTo>
                    <a:pt x="3573189" y="439227"/>
                  </a:lnTo>
                  <a:lnTo>
                    <a:pt x="3619594" y="444931"/>
                  </a:lnTo>
                  <a:lnTo>
                    <a:pt x="3665999" y="450636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24927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41286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57645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74004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92708" y="190363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938079" y="52893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44529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36165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38079" y="27800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38079" y="19436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23476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7079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50681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14284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1125998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762023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398048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034073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770771" y="5925448"/>
              <a:ext cx="67537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LEA Offset</a:t>
              </a:r>
            </a:p>
          </p:txBody>
        </p:sp>
        <p:sp>
          <p:nvSpPr>
            <p:cNvPr id="81" name="tx81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72874" y="1669789"/>
              <a:ext cx="37891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(LEA) vs Survival at Final Time Point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5537041" y="31002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5537041" y="278301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5537041" y="273633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6900288" y="318878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6900288" y="305390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6900288" y="291748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6673650" y="334712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6673650" y="28106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6673650" y="29121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435775" y="26977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435775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435775" y="217877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5928470" y="364902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5928470" y="240393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928470" y="330531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492235" y="341455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492235" y="38482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492235" y="351749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199225" y="533700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199225" y="509594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199225" y="5253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443542" y="50080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443542" y="472268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443542" y="512485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57927" y="2266657"/>
              <a:ext cx="5701062" cy="3282549"/>
            </a:xfrm>
            <a:custGeom>
              <a:avLst/>
              <a:pathLst>
                <a:path w="5701062" h="3282549">
                  <a:moveTo>
                    <a:pt x="0" y="1799022"/>
                  </a:moveTo>
                  <a:lnTo>
                    <a:pt x="72165" y="1785664"/>
                  </a:lnTo>
                  <a:lnTo>
                    <a:pt x="144330" y="1772251"/>
                  </a:lnTo>
                  <a:lnTo>
                    <a:pt x="216496" y="1758781"/>
                  </a:lnTo>
                  <a:lnTo>
                    <a:pt x="288661" y="1745249"/>
                  </a:lnTo>
                  <a:lnTo>
                    <a:pt x="360826" y="1731653"/>
                  </a:lnTo>
                  <a:lnTo>
                    <a:pt x="432992" y="1717989"/>
                  </a:lnTo>
                  <a:lnTo>
                    <a:pt x="505157" y="1704254"/>
                  </a:lnTo>
                  <a:lnTo>
                    <a:pt x="577322" y="1690443"/>
                  </a:lnTo>
                  <a:lnTo>
                    <a:pt x="649488" y="1676554"/>
                  </a:lnTo>
                  <a:lnTo>
                    <a:pt x="721653" y="1662581"/>
                  </a:lnTo>
                  <a:lnTo>
                    <a:pt x="793818" y="1648520"/>
                  </a:lnTo>
                  <a:lnTo>
                    <a:pt x="865984" y="1634365"/>
                  </a:lnTo>
                  <a:lnTo>
                    <a:pt x="938149" y="1620112"/>
                  </a:lnTo>
                  <a:lnTo>
                    <a:pt x="1010314" y="1605755"/>
                  </a:lnTo>
                  <a:lnTo>
                    <a:pt x="1082480" y="1591287"/>
                  </a:lnTo>
                  <a:lnTo>
                    <a:pt x="1154645" y="1576703"/>
                  </a:lnTo>
                  <a:lnTo>
                    <a:pt x="1226811" y="1561995"/>
                  </a:lnTo>
                  <a:lnTo>
                    <a:pt x="1298976" y="1547156"/>
                  </a:lnTo>
                  <a:lnTo>
                    <a:pt x="1371141" y="1532178"/>
                  </a:lnTo>
                  <a:lnTo>
                    <a:pt x="1443307" y="1517053"/>
                  </a:lnTo>
                  <a:lnTo>
                    <a:pt x="1515472" y="1501771"/>
                  </a:lnTo>
                  <a:lnTo>
                    <a:pt x="1587637" y="1486324"/>
                  </a:lnTo>
                  <a:lnTo>
                    <a:pt x="1659803" y="1470702"/>
                  </a:lnTo>
                  <a:lnTo>
                    <a:pt x="1731968" y="1454892"/>
                  </a:lnTo>
                  <a:lnTo>
                    <a:pt x="1804133" y="1438884"/>
                  </a:lnTo>
                  <a:lnTo>
                    <a:pt x="1876299" y="1422667"/>
                  </a:lnTo>
                  <a:lnTo>
                    <a:pt x="1948464" y="1406226"/>
                  </a:lnTo>
                  <a:lnTo>
                    <a:pt x="2020629" y="1389548"/>
                  </a:lnTo>
                  <a:lnTo>
                    <a:pt x="2092795" y="1372619"/>
                  </a:lnTo>
                  <a:lnTo>
                    <a:pt x="2164960" y="1355425"/>
                  </a:lnTo>
                  <a:lnTo>
                    <a:pt x="2237125" y="1337949"/>
                  </a:lnTo>
                  <a:lnTo>
                    <a:pt x="2309291" y="1320175"/>
                  </a:lnTo>
                  <a:lnTo>
                    <a:pt x="2381456" y="1302086"/>
                  </a:lnTo>
                  <a:lnTo>
                    <a:pt x="2453622" y="1283665"/>
                  </a:lnTo>
                  <a:lnTo>
                    <a:pt x="2525787" y="1264893"/>
                  </a:lnTo>
                  <a:lnTo>
                    <a:pt x="2597952" y="1245754"/>
                  </a:lnTo>
                  <a:lnTo>
                    <a:pt x="2670118" y="1226227"/>
                  </a:lnTo>
                  <a:lnTo>
                    <a:pt x="2742283" y="1206296"/>
                  </a:lnTo>
                  <a:lnTo>
                    <a:pt x="2814448" y="1185942"/>
                  </a:lnTo>
                  <a:lnTo>
                    <a:pt x="2886614" y="1165147"/>
                  </a:lnTo>
                  <a:lnTo>
                    <a:pt x="2958779" y="1143894"/>
                  </a:lnTo>
                  <a:lnTo>
                    <a:pt x="3030944" y="1122168"/>
                  </a:lnTo>
                  <a:lnTo>
                    <a:pt x="3103110" y="1099953"/>
                  </a:lnTo>
                  <a:lnTo>
                    <a:pt x="3175275" y="1077236"/>
                  </a:lnTo>
                  <a:lnTo>
                    <a:pt x="3247440" y="1054005"/>
                  </a:lnTo>
                  <a:lnTo>
                    <a:pt x="3319606" y="1030252"/>
                  </a:lnTo>
                  <a:lnTo>
                    <a:pt x="3391771" y="1005968"/>
                  </a:lnTo>
                  <a:lnTo>
                    <a:pt x="3463936" y="981148"/>
                  </a:lnTo>
                  <a:lnTo>
                    <a:pt x="3536102" y="955791"/>
                  </a:lnTo>
                  <a:lnTo>
                    <a:pt x="3608267" y="929895"/>
                  </a:lnTo>
                  <a:lnTo>
                    <a:pt x="3680433" y="903463"/>
                  </a:lnTo>
                  <a:lnTo>
                    <a:pt x="3752598" y="876500"/>
                  </a:lnTo>
                  <a:lnTo>
                    <a:pt x="3824763" y="849014"/>
                  </a:lnTo>
                  <a:lnTo>
                    <a:pt x="3896929" y="821014"/>
                  </a:lnTo>
                  <a:lnTo>
                    <a:pt x="3969094" y="792511"/>
                  </a:lnTo>
                  <a:lnTo>
                    <a:pt x="4041259" y="763519"/>
                  </a:lnTo>
                  <a:lnTo>
                    <a:pt x="4113425" y="734052"/>
                  </a:lnTo>
                  <a:lnTo>
                    <a:pt x="4185590" y="704127"/>
                  </a:lnTo>
                  <a:lnTo>
                    <a:pt x="4257755" y="673760"/>
                  </a:lnTo>
                  <a:lnTo>
                    <a:pt x="4329921" y="642969"/>
                  </a:lnTo>
                  <a:lnTo>
                    <a:pt x="4402086" y="611772"/>
                  </a:lnTo>
                  <a:lnTo>
                    <a:pt x="4474251" y="580187"/>
                  </a:lnTo>
                  <a:lnTo>
                    <a:pt x="4546417" y="548233"/>
                  </a:lnTo>
                  <a:lnTo>
                    <a:pt x="4618582" y="515927"/>
                  </a:lnTo>
                  <a:lnTo>
                    <a:pt x="4690748" y="483289"/>
                  </a:lnTo>
                  <a:lnTo>
                    <a:pt x="4762913" y="450334"/>
                  </a:lnTo>
                  <a:lnTo>
                    <a:pt x="4835078" y="417081"/>
                  </a:lnTo>
                  <a:lnTo>
                    <a:pt x="4907244" y="383545"/>
                  </a:lnTo>
                  <a:lnTo>
                    <a:pt x="4979409" y="349742"/>
                  </a:lnTo>
                  <a:lnTo>
                    <a:pt x="5051574" y="315688"/>
                  </a:lnTo>
                  <a:lnTo>
                    <a:pt x="5123740" y="281396"/>
                  </a:lnTo>
                  <a:lnTo>
                    <a:pt x="5195905" y="246881"/>
                  </a:lnTo>
                  <a:lnTo>
                    <a:pt x="5268070" y="212154"/>
                  </a:lnTo>
                  <a:lnTo>
                    <a:pt x="5340236" y="177229"/>
                  </a:lnTo>
                  <a:lnTo>
                    <a:pt x="5412401" y="142116"/>
                  </a:lnTo>
                  <a:lnTo>
                    <a:pt x="5484566" y="106827"/>
                  </a:lnTo>
                  <a:lnTo>
                    <a:pt x="5556732" y="71371"/>
                  </a:lnTo>
                  <a:lnTo>
                    <a:pt x="5628897" y="35759"/>
                  </a:lnTo>
                  <a:lnTo>
                    <a:pt x="5701062" y="0"/>
                  </a:lnTo>
                  <a:lnTo>
                    <a:pt x="5701062" y="1072655"/>
                  </a:lnTo>
                  <a:lnTo>
                    <a:pt x="5628897" y="1087641"/>
                  </a:lnTo>
                  <a:lnTo>
                    <a:pt x="5556732" y="1102775"/>
                  </a:lnTo>
                  <a:lnTo>
                    <a:pt x="5484566" y="1118065"/>
                  </a:lnTo>
                  <a:lnTo>
                    <a:pt x="5412401" y="1133522"/>
                  </a:lnTo>
                  <a:lnTo>
                    <a:pt x="5340236" y="1149155"/>
                  </a:lnTo>
                  <a:lnTo>
                    <a:pt x="5268070" y="1164975"/>
                  </a:lnTo>
                  <a:lnTo>
                    <a:pt x="5195905" y="1180995"/>
                  </a:lnTo>
                  <a:lnTo>
                    <a:pt x="5123740" y="1197225"/>
                  </a:lnTo>
                  <a:lnTo>
                    <a:pt x="5051574" y="1213679"/>
                  </a:lnTo>
                  <a:lnTo>
                    <a:pt x="4979409" y="1230370"/>
                  </a:lnTo>
                  <a:lnTo>
                    <a:pt x="4907244" y="1247313"/>
                  </a:lnTo>
                  <a:lnTo>
                    <a:pt x="4835078" y="1264523"/>
                  </a:lnTo>
                  <a:lnTo>
                    <a:pt x="4762913" y="1282016"/>
                  </a:lnTo>
                  <a:lnTo>
                    <a:pt x="4690748" y="1299807"/>
                  </a:lnTo>
                  <a:lnTo>
                    <a:pt x="4618582" y="1317914"/>
                  </a:lnTo>
                  <a:lnTo>
                    <a:pt x="4546417" y="1336355"/>
                  </a:lnTo>
                  <a:lnTo>
                    <a:pt x="4474251" y="1355146"/>
                  </a:lnTo>
                  <a:lnTo>
                    <a:pt x="4402086" y="1374307"/>
                  </a:lnTo>
                  <a:lnTo>
                    <a:pt x="4329921" y="1393856"/>
                  </a:lnTo>
                  <a:lnTo>
                    <a:pt x="4257755" y="1413810"/>
                  </a:lnTo>
                  <a:lnTo>
                    <a:pt x="4185590" y="1434189"/>
                  </a:lnTo>
                  <a:lnTo>
                    <a:pt x="4113425" y="1455009"/>
                  </a:lnTo>
                  <a:lnTo>
                    <a:pt x="4041259" y="1476288"/>
                  </a:lnTo>
                  <a:lnTo>
                    <a:pt x="3969094" y="1498042"/>
                  </a:lnTo>
                  <a:lnTo>
                    <a:pt x="3896929" y="1520285"/>
                  </a:lnTo>
                  <a:lnTo>
                    <a:pt x="3824763" y="1543031"/>
                  </a:lnTo>
                  <a:lnTo>
                    <a:pt x="3752598" y="1566290"/>
                  </a:lnTo>
                  <a:lnTo>
                    <a:pt x="3680433" y="1590073"/>
                  </a:lnTo>
                  <a:lnTo>
                    <a:pt x="3608267" y="1614387"/>
                  </a:lnTo>
                  <a:lnTo>
                    <a:pt x="3536102" y="1639237"/>
                  </a:lnTo>
                  <a:lnTo>
                    <a:pt x="3463936" y="1664625"/>
                  </a:lnTo>
                  <a:lnTo>
                    <a:pt x="3391771" y="1690552"/>
                  </a:lnTo>
                  <a:lnTo>
                    <a:pt x="3319606" y="1717013"/>
                  </a:lnTo>
                  <a:lnTo>
                    <a:pt x="3247440" y="1744006"/>
                  </a:lnTo>
                  <a:lnTo>
                    <a:pt x="3175275" y="1771521"/>
                  </a:lnTo>
                  <a:lnTo>
                    <a:pt x="3103110" y="1799550"/>
                  </a:lnTo>
                  <a:lnTo>
                    <a:pt x="3030944" y="1828081"/>
                  </a:lnTo>
                  <a:lnTo>
                    <a:pt x="2958779" y="1857100"/>
                  </a:lnTo>
                  <a:lnTo>
                    <a:pt x="2886614" y="1886593"/>
                  </a:lnTo>
                  <a:lnTo>
                    <a:pt x="2814448" y="1916544"/>
                  </a:lnTo>
                  <a:lnTo>
                    <a:pt x="2742283" y="1946935"/>
                  </a:lnTo>
                  <a:lnTo>
                    <a:pt x="2670118" y="1977750"/>
                  </a:lnTo>
                  <a:lnTo>
                    <a:pt x="2597952" y="2008969"/>
                  </a:lnTo>
                  <a:lnTo>
                    <a:pt x="2525787" y="2040575"/>
                  </a:lnTo>
                  <a:lnTo>
                    <a:pt x="2453622" y="2072550"/>
                  </a:lnTo>
                  <a:lnTo>
                    <a:pt x="2381456" y="2104874"/>
                  </a:lnTo>
                  <a:lnTo>
                    <a:pt x="2309291" y="2137531"/>
                  </a:lnTo>
                  <a:lnTo>
                    <a:pt x="2237125" y="2170503"/>
                  </a:lnTo>
                  <a:lnTo>
                    <a:pt x="2164960" y="2203773"/>
                  </a:lnTo>
                  <a:lnTo>
                    <a:pt x="2092795" y="2237324"/>
                  </a:lnTo>
                  <a:lnTo>
                    <a:pt x="2020629" y="2271141"/>
                  </a:lnTo>
                  <a:lnTo>
                    <a:pt x="1948464" y="2305209"/>
                  </a:lnTo>
                  <a:lnTo>
                    <a:pt x="1876299" y="2339514"/>
                  </a:lnTo>
                  <a:lnTo>
                    <a:pt x="1804133" y="2374042"/>
                  </a:lnTo>
                  <a:lnTo>
                    <a:pt x="1731968" y="2408780"/>
                  </a:lnTo>
                  <a:lnTo>
                    <a:pt x="1659803" y="2443716"/>
                  </a:lnTo>
                  <a:lnTo>
                    <a:pt x="1587637" y="2478839"/>
                  </a:lnTo>
                  <a:lnTo>
                    <a:pt x="1515472" y="2514138"/>
                  </a:lnTo>
                  <a:lnTo>
                    <a:pt x="1443307" y="2549602"/>
                  </a:lnTo>
                  <a:lnTo>
                    <a:pt x="1371141" y="2585223"/>
                  </a:lnTo>
                  <a:lnTo>
                    <a:pt x="1298976" y="2620991"/>
                  </a:lnTo>
                  <a:lnTo>
                    <a:pt x="1226811" y="2656898"/>
                  </a:lnTo>
                  <a:lnTo>
                    <a:pt x="1154645" y="2692936"/>
                  </a:lnTo>
                  <a:lnTo>
                    <a:pt x="1082480" y="2729097"/>
                  </a:lnTo>
                  <a:lnTo>
                    <a:pt x="1010314" y="2765375"/>
                  </a:lnTo>
                  <a:lnTo>
                    <a:pt x="938149" y="2801764"/>
                  </a:lnTo>
                  <a:lnTo>
                    <a:pt x="865984" y="2838256"/>
                  </a:lnTo>
                  <a:lnTo>
                    <a:pt x="793818" y="2874848"/>
                  </a:lnTo>
                  <a:lnTo>
                    <a:pt x="721653" y="2911532"/>
                  </a:lnTo>
                  <a:lnTo>
                    <a:pt x="649488" y="2948305"/>
                  </a:lnTo>
                  <a:lnTo>
                    <a:pt x="577322" y="2985161"/>
                  </a:lnTo>
                  <a:lnTo>
                    <a:pt x="505157" y="3022096"/>
                  </a:lnTo>
                  <a:lnTo>
                    <a:pt x="432992" y="3059107"/>
                  </a:lnTo>
                  <a:lnTo>
                    <a:pt x="360826" y="3096189"/>
                  </a:lnTo>
                  <a:lnTo>
                    <a:pt x="288661" y="3133339"/>
                  </a:lnTo>
                  <a:lnTo>
                    <a:pt x="216496" y="3170552"/>
                  </a:lnTo>
                  <a:lnTo>
                    <a:pt x="144330" y="3207827"/>
                  </a:lnTo>
                  <a:lnTo>
                    <a:pt x="72165" y="3245161"/>
                  </a:lnTo>
                  <a:lnTo>
                    <a:pt x="0" y="328254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57927" y="2266657"/>
              <a:ext cx="5701062" cy="1799022"/>
            </a:xfrm>
            <a:custGeom>
              <a:avLst/>
              <a:pathLst>
                <a:path w="5701062" h="1799022">
                  <a:moveTo>
                    <a:pt x="0" y="1799022"/>
                  </a:moveTo>
                  <a:lnTo>
                    <a:pt x="72165" y="1785664"/>
                  </a:lnTo>
                  <a:lnTo>
                    <a:pt x="144330" y="1772251"/>
                  </a:lnTo>
                  <a:lnTo>
                    <a:pt x="216496" y="1758781"/>
                  </a:lnTo>
                  <a:lnTo>
                    <a:pt x="288661" y="1745249"/>
                  </a:lnTo>
                  <a:lnTo>
                    <a:pt x="360826" y="1731653"/>
                  </a:lnTo>
                  <a:lnTo>
                    <a:pt x="432992" y="1717989"/>
                  </a:lnTo>
                  <a:lnTo>
                    <a:pt x="505157" y="1704254"/>
                  </a:lnTo>
                  <a:lnTo>
                    <a:pt x="577322" y="1690443"/>
                  </a:lnTo>
                  <a:lnTo>
                    <a:pt x="649488" y="1676554"/>
                  </a:lnTo>
                  <a:lnTo>
                    <a:pt x="721653" y="1662581"/>
                  </a:lnTo>
                  <a:lnTo>
                    <a:pt x="793818" y="1648520"/>
                  </a:lnTo>
                  <a:lnTo>
                    <a:pt x="865984" y="1634365"/>
                  </a:lnTo>
                  <a:lnTo>
                    <a:pt x="938149" y="1620112"/>
                  </a:lnTo>
                  <a:lnTo>
                    <a:pt x="1010314" y="1605755"/>
                  </a:lnTo>
                  <a:lnTo>
                    <a:pt x="1082480" y="1591287"/>
                  </a:lnTo>
                  <a:lnTo>
                    <a:pt x="1154645" y="1576703"/>
                  </a:lnTo>
                  <a:lnTo>
                    <a:pt x="1226811" y="1561995"/>
                  </a:lnTo>
                  <a:lnTo>
                    <a:pt x="1298976" y="1547156"/>
                  </a:lnTo>
                  <a:lnTo>
                    <a:pt x="1371141" y="1532178"/>
                  </a:lnTo>
                  <a:lnTo>
                    <a:pt x="1443307" y="1517053"/>
                  </a:lnTo>
                  <a:lnTo>
                    <a:pt x="1515472" y="1501771"/>
                  </a:lnTo>
                  <a:lnTo>
                    <a:pt x="1587637" y="1486324"/>
                  </a:lnTo>
                  <a:lnTo>
                    <a:pt x="1659803" y="1470702"/>
                  </a:lnTo>
                  <a:lnTo>
                    <a:pt x="1731968" y="1454892"/>
                  </a:lnTo>
                  <a:lnTo>
                    <a:pt x="1804133" y="1438884"/>
                  </a:lnTo>
                  <a:lnTo>
                    <a:pt x="1876299" y="1422667"/>
                  </a:lnTo>
                  <a:lnTo>
                    <a:pt x="1948464" y="1406226"/>
                  </a:lnTo>
                  <a:lnTo>
                    <a:pt x="2020629" y="1389548"/>
                  </a:lnTo>
                  <a:lnTo>
                    <a:pt x="2092795" y="1372619"/>
                  </a:lnTo>
                  <a:lnTo>
                    <a:pt x="2164960" y="1355425"/>
                  </a:lnTo>
                  <a:lnTo>
                    <a:pt x="2237125" y="1337949"/>
                  </a:lnTo>
                  <a:lnTo>
                    <a:pt x="2309291" y="1320175"/>
                  </a:lnTo>
                  <a:lnTo>
                    <a:pt x="2381456" y="1302086"/>
                  </a:lnTo>
                  <a:lnTo>
                    <a:pt x="2453622" y="1283665"/>
                  </a:lnTo>
                  <a:lnTo>
                    <a:pt x="2525787" y="1264893"/>
                  </a:lnTo>
                  <a:lnTo>
                    <a:pt x="2597952" y="1245754"/>
                  </a:lnTo>
                  <a:lnTo>
                    <a:pt x="2670118" y="1226227"/>
                  </a:lnTo>
                  <a:lnTo>
                    <a:pt x="2742283" y="1206296"/>
                  </a:lnTo>
                  <a:lnTo>
                    <a:pt x="2814448" y="1185942"/>
                  </a:lnTo>
                  <a:lnTo>
                    <a:pt x="2886614" y="1165147"/>
                  </a:lnTo>
                  <a:lnTo>
                    <a:pt x="2958779" y="1143894"/>
                  </a:lnTo>
                  <a:lnTo>
                    <a:pt x="3030944" y="1122168"/>
                  </a:lnTo>
                  <a:lnTo>
                    <a:pt x="3103110" y="1099953"/>
                  </a:lnTo>
                  <a:lnTo>
                    <a:pt x="3175275" y="1077236"/>
                  </a:lnTo>
                  <a:lnTo>
                    <a:pt x="3247440" y="1054005"/>
                  </a:lnTo>
                  <a:lnTo>
                    <a:pt x="3319606" y="1030252"/>
                  </a:lnTo>
                  <a:lnTo>
                    <a:pt x="3391771" y="1005968"/>
                  </a:lnTo>
                  <a:lnTo>
                    <a:pt x="3463936" y="981148"/>
                  </a:lnTo>
                  <a:lnTo>
                    <a:pt x="3536102" y="955791"/>
                  </a:lnTo>
                  <a:lnTo>
                    <a:pt x="3608267" y="929895"/>
                  </a:lnTo>
                  <a:lnTo>
                    <a:pt x="3680433" y="903463"/>
                  </a:lnTo>
                  <a:lnTo>
                    <a:pt x="3752598" y="876500"/>
                  </a:lnTo>
                  <a:lnTo>
                    <a:pt x="3824763" y="849014"/>
                  </a:lnTo>
                  <a:lnTo>
                    <a:pt x="3896929" y="821014"/>
                  </a:lnTo>
                  <a:lnTo>
                    <a:pt x="3969094" y="792511"/>
                  </a:lnTo>
                  <a:lnTo>
                    <a:pt x="4041259" y="763519"/>
                  </a:lnTo>
                  <a:lnTo>
                    <a:pt x="4113425" y="734052"/>
                  </a:lnTo>
                  <a:lnTo>
                    <a:pt x="4185590" y="704127"/>
                  </a:lnTo>
                  <a:lnTo>
                    <a:pt x="4257755" y="673760"/>
                  </a:lnTo>
                  <a:lnTo>
                    <a:pt x="4329921" y="642969"/>
                  </a:lnTo>
                  <a:lnTo>
                    <a:pt x="4402086" y="611772"/>
                  </a:lnTo>
                  <a:lnTo>
                    <a:pt x="4474251" y="580187"/>
                  </a:lnTo>
                  <a:lnTo>
                    <a:pt x="4546417" y="548233"/>
                  </a:lnTo>
                  <a:lnTo>
                    <a:pt x="4618582" y="515927"/>
                  </a:lnTo>
                  <a:lnTo>
                    <a:pt x="4690748" y="483289"/>
                  </a:lnTo>
                  <a:lnTo>
                    <a:pt x="4762913" y="450334"/>
                  </a:lnTo>
                  <a:lnTo>
                    <a:pt x="4835078" y="417081"/>
                  </a:lnTo>
                  <a:lnTo>
                    <a:pt x="4907244" y="383545"/>
                  </a:lnTo>
                  <a:lnTo>
                    <a:pt x="4979409" y="349742"/>
                  </a:lnTo>
                  <a:lnTo>
                    <a:pt x="5051574" y="315688"/>
                  </a:lnTo>
                  <a:lnTo>
                    <a:pt x="5123740" y="281396"/>
                  </a:lnTo>
                  <a:lnTo>
                    <a:pt x="5195905" y="246881"/>
                  </a:lnTo>
                  <a:lnTo>
                    <a:pt x="5268070" y="212154"/>
                  </a:lnTo>
                  <a:lnTo>
                    <a:pt x="5340236" y="177229"/>
                  </a:lnTo>
                  <a:lnTo>
                    <a:pt x="5412401" y="142116"/>
                  </a:lnTo>
                  <a:lnTo>
                    <a:pt x="5484566" y="106827"/>
                  </a:lnTo>
                  <a:lnTo>
                    <a:pt x="5556732" y="71371"/>
                  </a:lnTo>
                  <a:lnTo>
                    <a:pt x="5628897" y="35759"/>
                  </a:lnTo>
                  <a:lnTo>
                    <a:pt x="570106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57927" y="3339313"/>
              <a:ext cx="5701062" cy="2209893"/>
            </a:xfrm>
            <a:custGeom>
              <a:avLst/>
              <a:pathLst>
                <a:path w="5701062" h="2209893">
                  <a:moveTo>
                    <a:pt x="5701062" y="0"/>
                  </a:moveTo>
                  <a:lnTo>
                    <a:pt x="5628897" y="14985"/>
                  </a:lnTo>
                  <a:lnTo>
                    <a:pt x="5556732" y="30119"/>
                  </a:lnTo>
                  <a:lnTo>
                    <a:pt x="5484566" y="45409"/>
                  </a:lnTo>
                  <a:lnTo>
                    <a:pt x="5412401" y="60866"/>
                  </a:lnTo>
                  <a:lnTo>
                    <a:pt x="5340236" y="76499"/>
                  </a:lnTo>
                  <a:lnTo>
                    <a:pt x="5268070" y="92320"/>
                  </a:lnTo>
                  <a:lnTo>
                    <a:pt x="5195905" y="108339"/>
                  </a:lnTo>
                  <a:lnTo>
                    <a:pt x="5123740" y="124569"/>
                  </a:lnTo>
                  <a:lnTo>
                    <a:pt x="5051574" y="141023"/>
                  </a:lnTo>
                  <a:lnTo>
                    <a:pt x="4979409" y="157714"/>
                  </a:lnTo>
                  <a:lnTo>
                    <a:pt x="4907244" y="174657"/>
                  </a:lnTo>
                  <a:lnTo>
                    <a:pt x="4835078" y="191867"/>
                  </a:lnTo>
                  <a:lnTo>
                    <a:pt x="4762913" y="209360"/>
                  </a:lnTo>
                  <a:lnTo>
                    <a:pt x="4690748" y="227151"/>
                  </a:lnTo>
                  <a:lnTo>
                    <a:pt x="4618582" y="245258"/>
                  </a:lnTo>
                  <a:lnTo>
                    <a:pt x="4546417" y="263699"/>
                  </a:lnTo>
                  <a:lnTo>
                    <a:pt x="4474251" y="282490"/>
                  </a:lnTo>
                  <a:lnTo>
                    <a:pt x="4402086" y="301651"/>
                  </a:lnTo>
                  <a:lnTo>
                    <a:pt x="4329921" y="321200"/>
                  </a:lnTo>
                  <a:lnTo>
                    <a:pt x="4257755" y="341154"/>
                  </a:lnTo>
                  <a:lnTo>
                    <a:pt x="4185590" y="361533"/>
                  </a:lnTo>
                  <a:lnTo>
                    <a:pt x="4113425" y="382353"/>
                  </a:lnTo>
                  <a:lnTo>
                    <a:pt x="4041259" y="403633"/>
                  </a:lnTo>
                  <a:lnTo>
                    <a:pt x="3969094" y="425386"/>
                  </a:lnTo>
                  <a:lnTo>
                    <a:pt x="3896929" y="447629"/>
                  </a:lnTo>
                  <a:lnTo>
                    <a:pt x="3824763" y="470375"/>
                  </a:lnTo>
                  <a:lnTo>
                    <a:pt x="3752598" y="493634"/>
                  </a:lnTo>
                  <a:lnTo>
                    <a:pt x="3680433" y="517417"/>
                  </a:lnTo>
                  <a:lnTo>
                    <a:pt x="3608267" y="541731"/>
                  </a:lnTo>
                  <a:lnTo>
                    <a:pt x="3536102" y="566581"/>
                  </a:lnTo>
                  <a:lnTo>
                    <a:pt x="3463936" y="591969"/>
                  </a:lnTo>
                  <a:lnTo>
                    <a:pt x="3391771" y="617896"/>
                  </a:lnTo>
                  <a:lnTo>
                    <a:pt x="3319606" y="644357"/>
                  </a:lnTo>
                  <a:lnTo>
                    <a:pt x="3247440" y="671350"/>
                  </a:lnTo>
                  <a:lnTo>
                    <a:pt x="3175275" y="698865"/>
                  </a:lnTo>
                  <a:lnTo>
                    <a:pt x="3103110" y="726894"/>
                  </a:lnTo>
                  <a:lnTo>
                    <a:pt x="3030944" y="755425"/>
                  </a:lnTo>
                  <a:lnTo>
                    <a:pt x="2958779" y="784444"/>
                  </a:lnTo>
                  <a:lnTo>
                    <a:pt x="2886614" y="813937"/>
                  </a:lnTo>
                  <a:lnTo>
                    <a:pt x="2814448" y="843888"/>
                  </a:lnTo>
                  <a:lnTo>
                    <a:pt x="2742283" y="874279"/>
                  </a:lnTo>
                  <a:lnTo>
                    <a:pt x="2670118" y="905094"/>
                  </a:lnTo>
                  <a:lnTo>
                    <a:pt x="2597952" y="936313"/>
                  </a:lnTo>
                  <a:lnTo>
                    <a:pt x="2525787" y="967919"/>
                  </a:lnTo>
                  <a:lnTo>
                    <a:pt x="2453622" y="999894"/>
                  </a:lnTo>
                  <a:lnTo>
                    <a:pt x="2381456" y="1032218"/>
                  </a:lnTo>
                  <a:lnTo>
                    <a:pt x="2309291" y="1064875"/>
                  </a:lnTo>
                  <a:lnTo>
                    <a:pt x="2237125" y="1097847"/>
                  </a:lnTo>
                  <a:lnTo>
                    <a:pt x="2164960" y="1131117"/>
                  </a:lnTo>
                  <a:lnTo>
                    <a:pt x="2092795" y="1164668"/>
                  </a:lnTo>
                  <a:lnTo>
                    <a:pt x="2020629" y="1198485"/>
                  </a:lnTo>
                  <a:lnTo>
                    <a:pt x="1948464" y="1232553"/>
                  </a:lnTo>
                  <a:lnTo>
                    <a:pt x="1876299" y="1266858"/>
                  </a:lnTo>
                  <a:lnTo>
                    <a:pt x="1804133" y="1301386"/>
                  </a:lnTo>
                  <a:lnTo>
                    <a:pt x="1731968" y="1336124"/>
                  </a:lnTo>
                  <a:lnTo>
                    <a:pt x="1659803" y="1371060"/>
                  </a:lnTo>
                  <a:lnTo>
                    <a:pt x="1587637" y="1406183"/>
                  </a:lnTo>
                  <a:lnTo>
                    <a:pt x="1515472" y="1441482"/>
                  </a:lnTo>
                  <a:lnTo>
                    <a:pt x="1443307" y="1476946"/>
                  </a:lnTo>
                  <a:lnTo>
                    <a:pt x="1371141" y="1512567"/>
                  </a:lnTo>
                  <a:lnTo>
                    <a:pt x="1298976" y="1548335"/>
                  </a:lnTo>
                  <a:lnTo>
                    <a:pt x="1226811" y="1584242"/>
                  </a:lnTo>
                  <a:lnTo>
                    <a:pt x="1154645" y="1620280"/>
                  </a:lnTo>
                  <a:lnTo>
                    <a:pt x="1082480" y="1656441"/>
                  </a:lnTo>
                  <a:lnTo>
                    <a:pt x="1010314" y="1692719"/>
                  </a:lnTo>
                  <a:lnTo>
                    <a:pt x="938149" y="1729108"/>
                  </a:lnTo>
                  <a:lnTo>
                    <a:pt x="865984" y="1765600"/>
                  </a:lnTo>
                  <a:lnTo>
                    <a:pt x="793818" y="1802192"/>
                  </a:lnTo>
                  <a:lnTo>
                    <a:pt x="721653" y="1838876"/>
                  </a:lnTo>
                  <a:lnTo>
                    <a:pt x="649488" y="1875649"/>
                  </a:lnTo>
                  <a:lnTo>
                    <a:pt x="577322" y="1912505"/>
                  </a:lnTo>
                  <a:lnTo>
                    <a:pt x="505157" y="1949441"/>
                  </a:lnTo>
                  <a:lnTo>
                    <a:pt x="432992" y="1986451"/>
                  </a:lnTo>
                  <a:lnTo>
                    <a:pt x="360826" y="2023533"/>
                  </a:lnTo>
                  <a:lnTo>
                    <a:pt x="288661" y="2060683"/>
                  </a:lnTo>
                  <a:lnTo>
                    <a:pt x="216496" y="2097897"/>
                  </a:lnTo>
                  <a:lnTo>
                    <a:pt x="144330" y="2135172"/>
                  </a:lnTo>
                  <a:lnTo>
                    <a:pt x="72165" y="2172505"/>
                  </a:lnTo>
                  <a:lnTo>
                    <a:pt x="0" y="22098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57927" y="2802985"/>
              <a:ext cx="5701062" cy="2004457"/>
            </a:xfrm>
            <a:custGeom>
              <a:avLst/>
              <a:pathLst>
                <a:path w="5701062" h="2004457">
                  <a:moveTo>
                    <a:pt x="0" y="2004457"/>
                  </a:moveTo>
                  <a:lnTo>
                    <a:pt x="72165" y="1979084"/>
                  </a:lnTo>
                  <a:lnTo>
                    <a:pt x="144330" y="1953712"/>
                  </a:lnTo>
                  <a:lnTo>
                    <a:pt x="216496" y="1928339"/>
                  </a:lnTo>
                  <a:lnTo>
                    <a:pt x="288661" y="1902966"/>
                  </a:lnTo>
                  <a:lnTo>
                    <a:pt x="360826" y="1877593"/>
                  </a:lnTo>
                  <a:lnTo>
                    <a:pt x="432992" y="1852220"/>
                  </a:lnTo>
                  <a:lnTo>
                    <a:pt x="505157" y="1826847"/>
                  </a:lnTo>
                  <a:lnTo>
                    <a:pt x="577322" y="1801474"/>
                  </a:lnTo>
                  <a:lnTo>
                    <a:pt x="649488" y="1776101"/>
                  </a:lnTo>
                  <a:lnTo>
                    <a:pt x="721653" y="1750728"/>
                  </a:lnTo>
                  <a:lnTo>
                    <a:pt x="793818" y="1725356"/>
                  </a:lnTo>
                  <a:lnTo>
                    <a:pt x="865984" y="1699983"/>
                  </a:lnTo>
                  <a:lnTo>
                    <a:pt x="938149" y="1674610"/>
                  </a:lnTo>
                  <a:lnTo>
                    <a:pt x="1010314" y="1649237"/>
                  </a:lnTo>
                  <a:lnTo>
                    <a:pt x="1082480" y="1623864"/>
                  </a:lnTo>
                  <a:lnTo>
                    <a:pt x="1154645" y="1598491"/>
                  </a:lnTo>
                  <a:lnTo>
                    <a:pt x="1226811" y="1573118"/>
                  </a:lnTo>
                  <a:lnTo>
                    <a:pt x="1298976" y="1547745"/>
                  </a:lnTo>
                  <a:lnTo>
                    <a:pt x="1371141" y="1522373"/>
                  </a:lnTo>
                  <a:lnTo>
                    <a:pt x="1443307" y="1497000"/>
                  </a:lnTo>
                  <a:lnTo>
                    <a:pt x="1515472" y="1471627"/>
                  </a:lnTo>
                  <a:lnTo>
                    <a:pt x="1587637" y="1446254"/>
                  </a:lnTo>
                  <a:lnTo>
                    <a:pt x="1659803" y="1420881"/>
                  </a:lnTo>
                  <a:lnTo>
                    <a:pt x="1731968" y="1395508"/>
                  </a:lnTo>
                  <a:lnTo>
                    <a:pt x="1804133" y="1370135"/>
                  </a:lnTo>
                  <a:lnTo>
                    <a:pt x="1876299" y="1344762"/>
                  </a:lnTo>
                  <a:lnTo>
                    <a:pt x="1948464" y="1319389"/>
                  </a:lnTo>
                  <a:lnTo>
                    <a:pt x="2020629" y="1294017"/>
                  </a:lnTo>
                  <a:lnTo>
                    <a:pt x="2092795" y="1268644"/>
                  </a:lnTo>
                  <a:lnTo>
                    <a:pt x="2164960" y="1243271"/>
                  </a:lnTo>
                  <a:lnTo>
                    <a:pt x="2237125" y="1217898"/>
                  </a:lnTo>
                  <a:lnTo>
                    <a:pt x="2309291" y="1192525"/>
                  </a:lnTo>
                  <a:lnTo>
                    <a:pt x="2381456" y="1167152"/>
                  </a:lnTo>
                  <a:lnTo>
                    <a:pt x="2453622" y="1141779"/>
                  </a:lnTo>
                  <a:lnTo>
                    <a:pt x="2525787" y="1116406"/>
                  </a:lnTo>
                  <a:lnTo>
                    <a:pt x="2597952" y="1091033"/>
                  </a:lnTo>
                  <a:lnTo>
                    <a:pt x="2670118" y="1065661"/>
                  </a:lnTo>
                  <a:lnTo>
                    <a:pt x="2742283" y="1040288"/>
                  </a:lnTo>
                  <a:lnTo>
                    <a:pt x="2814448" y="1014915"/>
                  </a:lnTo>
                  <a:lnTo>
                    <a:pt x="2886614" y="989542"/>
                  </a:lnTo>
                  <a:lnTo>
                    <a:pt x="2958779" y="964169"/>
                  </a:lnTo>
                  <a:lnTo>
                    <a:pt x="3030944" y="938796"/>
                  </a:lnTo>
                  <a:lnTo>
                    <a:pt x="3103110" y="913423"/>
                  </a:lnTo>
                  <a:lnTo>
                    <a:pt x="3175275" y="888050"/>
                  </a:lnTo>
                  <a:lnTo>
                    <a:pt x="3247440" y="862678"/>
                  </a:lnTo>
                  <a:lnTo>
                    <a:pt x="3319606" y="837305"/>
                  </a:lnTo>
                  <a:lnTo>
                    <a:pt x="3391771" y="811932"/>
                  </a:lnTo>
                  <a:lnTo>
                    <a:pt x="3463936" y="786559"/>
                  </a:lnTo>
                  <a:lnTo>
                    <a:pt x="3536102" y="761186"/>
                  </a:lnTo>
                  <a:lnTo>
                    <a:pt x="3608267" y="735813"/>
                  </a:lnTo>
                  <a:lnTo>
                    <a:pt x="3680433" y="710440"/>
                  </a:lnTo>
                  <a:lnTo>
                    <a:pt x="3752598" y="685067"/>
                  </a:lnTo>
                  <a:lnTo>
                    <a:pt x="3824763" y="659694"/>
                  </a:lnTo>
                  <a:lnTo>
                    <a:pt x="3896929" y="634322"/>
                  </a:lnTo>
                  <a:lnTo>
                    <a:pt x="3969094" y="608949"/>
                  </a:lnTo>
                  <a:lnTo>
                    <a:pt x="4041259" y="583576"/>
                  </a:lnTo>
                  <a:lnTo>
                    <a:pt x="4113425" y="558203"/>
                  </a:lnTo>
                  <a:lnTo>
                    <a:pt x="4185590" y="532830"/>
                  </a:lnTo>
                  <a:lnTo>
                    <a:pt x="4257755" y="507457"/>
                  </a:lnTo>
                  <a:lnTo>
                    <a:pt x="4329921" y="482084"/>
                  </a:lnTo>
                  <a:lnTo>
                    <a:pt x="4402086" y="456711"/>
                  </a:lnTo>
                  <a:lnTo>
                    <a:pt x="4474251" y="431339"/>
                  </a:lnTo>
                  <a:lnTo>
                    <a:pt x="4546417" y="405966"/>
                  </a:lnTo>
                  <a:lnTo>
                    <a:pt x="4618582" y="380593"/>
                  </a:lnTo>
                  <a:lnTo>
                    <a:pt x="4690748" y="355220"/>
                  </a:lnTo>
                  <a:lnTo>
                    <a:pt x="4762913" y="329847"/>
                  </a:lnTo>
                  <a:lnTo>
                    <a:pt x="4835078" y="304474"/>
                  </a:lnTo>
                  <a:lnTo>
                    <a:pt x="4907244" y="279101"/>
                  </a:lnTo>
                  <a:lnTo>
                    <a:pt x="4979409" y="253728"/>
                  </a:lnTo>
                  <a:lnTo>
                    <a:pt x="5051574" y="228355"/>
                  </a:lnTo>
                  <a:lnTo>
                    <a:pt x="5123740" y="202983"/>
                  </a:lnTo>
                  <a:lnTo>
                    <a:pt x="5195905" y="177610"/>
                  </a:lnTo>
                  <a:lnTo>
                    <a:pt x="5268070" y="152237"/>
                  </a:lnTo>
                  <a:lnTo>
                    <a:pt x="5340236" y="126864"/>
                  </a:lnTo>
                  <a:lnTo>
                    <a:pt x="5412401" y="101491"/>
                  </a:lnTo>
                  <a:lnTo>
                    <a:pt x="5484566" y="76118"/>
                  </a:lnTo>
                  <a:lnTo>
                    <a:pt x="5556732" y="50745"/>
                  </a:lnTo>
                  <a:lnTo>
                    <a:pt x="5628897" y="25372"/>
                  </a:lnTo>
                  <a:lnTo>
                    <a:pt x="5701062" y="0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189846" y="441245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189846" y="453977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89846" y="462499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190064" y="39713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190064" y="426716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190064" y="38696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322407" y="416452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322407" y="375980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322407" y="410962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73258" y="481078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73258" y="442552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73258" y="477385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18264" y="364205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18264" y="401725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618264" y="385459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138517" y="371280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138517" y="396761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38517" y="396172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859243" y="535197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859243" y="531647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734513" y="542724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734513" y="531269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793216" y="3439766"/>
              <a:ext cx="4455551" cy="1960330"/>
            </a:xfrm>
            <a:custGeom>
              <a:avLst/>
              <a:pathLst>
                <a:path w="4455551" h="1960330">
                  <a:moveTo>
                    <a:pt x="0" y="924394"/>
                  </a:moveTo>
                  <a:lnTo>
                    <a:pt x="56399" y="923389"/>
                  </a:lnTo>
                  <a:lnTo>
                    <a:pt x="112798" y="922322"/>
                  </a:lnTo>
                  <a:lnTo>
                    <a:pt x="169198" y="921190"/>
                  </a:lnTo>
                  <a:lnTo>
                    <a:pt x="225597" y="919990"/>
                  </a:lnTo>
                  <a:lnTo>
                    <a:pt x="281996" y="918715"/>
                  </a:lnTo>
                  <a:lnTo>
                    <a:pt x="338396" y="917362"/>
                  </a:lnTo>
                  <a:lnTo>
                    <a:pt x="394795" y="915924"/>
                  </a:lnTo>
                  <a:lnTo>
                    <a:pt x="451195" y="914397"/>
                  </a:lnTo>
                  <a:lnTo>
                    <a:pt x="507594" y="912773"/>
                  </a:lnTo>
                  <a:lnTo>
                    <a:pt x="563993" y="911046"/>
                  </a:lnTo>
                  <a:lnTo>
                    <a:pt x="620393" y="909209"/>
                  </a:lnTo>
                  <a:lnTo>
                    <a:pt x="676792" y="907253"/>
                  </a:lnTo>
                  <a:lnTo>
                    <a:pt x="733191" y="905169"/>
                  </a:lnTo>
                  <a:lnTo>
                    <a:pt x="789591" y="902948"/>
                  </a:lnTo>
                  <a:lnTo>
                    <a:pt x="845990" y="900580"/>
                  </a:lnTo>
                  <a:lnTo>
                    <a:pt x="902390" y="898054"/>
                  </a:lnTo>
                  <a:lnTo>
                    <a:pt x="958789" y="895356"/>
                  </a:lnTo>
                  <a:lnTo>
                    <a:pt x="1015188" y="892475"/>
                  </a:lnTo>
                  <a:lnTo>
                    <a:pt x="1071588" y="889396"/>
                  </a:lnTo>
                  <a:lnTo>
                    <a:pt x="1127987" y="886103"/>
                  </a:lnTo>
                  <a:lnTo>
                    <a:pt x="1184387" y="882580"/>
                  </a:lnTo>
                  <a:lnTo>
                    <a:pt x="1240786" y="878809"/>
                  </a:lnTo>
                  <a:lnTo>
                    <a:pt x="1297185" y="874771"/>
                  </a:lnTo>
                  <a:lnTo>
                    <a:pt x="1353585" y="870447"/>
                  </a:lnTo>
                  <a:lnTo>
                    <a:pt x="1409984" y="865813"/>
                  </a:lnTo>
                  <a:lnTo>
                    <a:pt x="1466383" y="860849"/>
                  </a:lnTo>
                  <a:lnTo>
                    <a:pt x="1522783" y="855530"/>
                  </a:lnTo>
                  <a:lnTo>
                    <a:pt x="1579182" y="849833"/>
                  </a:lnTo>
                  <a:lnTo>
                    <a:pt x="1635582" y="843731"/>
                  </a:lnTo>
                  <a:lnTo>
                    <a:pt x="1691981" y="837200"/>
                  </a:lnTo>
                  <a:lnTo>
                    <a:pt x="1748380" y="830215"/>
                  </a:lnTo>
                  <a:lnTo>
                    <a:pt x="1804780" y="822751"/>
                  </a:lnTo>
                  <a:lnTo>
                    <a:pt x="1861179" y="814785"/>
                  </a:lnTo>
                  <a:lnTo>
                    <a:pt x="1917578" y="806295"/>
                  </a:lnTo>
                  <a:lnTo>
                    <a:pt x="1973978" y="797261"/>
                  </a:lnTo>
                  <a:lnTo>
                    <a:pt x="2030377" y="787667"/>
                  </a:lnTo>
                  <a:lnTo>
                    <a:pt x="2086777" y="777499"/>
                  </a:lnTo>
                  <a:lnTo>
                    <a:pt x="2143176" y="766747"/>
                  </a:lnTo>
                  <a:lnTo>
                    <a:pt x="2199575" y="755406"/>
                  </a:lnTo>
                  <a:lnTo>
                    <a:pt x="2255975" y="743474"/>
                  </a:lnTo>
                  <a:lnTo>
                    <a:pt x="2312374" y="730955"/>
                  </a:lnTo>
                  <a:lnTo>
                    <a:pt x="2368774" y="717856"/>
                  </a:lnTo>
                  <a:lnTo>
                    <a:pt x="2425173" y="704189"/>
                  </a:lnTo>
                  <a:lnTo>
                    <a:pt x="2481572" y="689968"/>
                  </a:lnTo>
                  <a:lnTo>
                    <a:pt x="2537972" y="675211"/>
                  </a:lnTo>
                  <a:lnTo>
                    <a:pt x="2594371" y="659939"/>
                  </a:lnTo>
                  <a:lnTo>
                    <a:pt x="2650770" y="644175"/>
                  </a:lnTo>
                  <a:lnTo>
                    <a:pt x="2707170" y="627942"/>
                  </a:lnTo>
                  <a:lnTo>
                    <a:pt x="2763569" y="611266"/>
                  </a:lnTo>
                  <a:lnTo>
                    <a:pt x="2819969" y="594172"/>
                  </a:lnTo>
                  <a:lnTo>
                    <a:pt x="2876368" y="576684"/>
                  </a:lnTo>
                  <a:lnTo>
                    <a:pt x="2932767" y="558828"/>
                  </a:lnTo>
                  <a:lnTo>
                    <a:pt x="2989167" y="540628"/>
                  </a:lnTo>
                  <a:lnTo>
                    <a:pt x="3045566" y="522106"/>
                  </a:lnTo>
                  <a:lnTo>
                    <a:pt x="3101965" y="503285"/>
                  </a:lnTo>
                  <a:lnTo>
                    <a:pt x="3158365" y="484186"/>
                  </a:lnTo>
                  <a:lnTo>
                    <a:pt x="3214764" y="464829"/>
                  </a:lnTo>
                  <a:lnTo>
                    <a:pt x="3271164" y="445231"/>
                  </a:lnTo>
                  <a:lnTo>
                    <a:pt x="3327563" y="425410"/>
                  </a:lnTo>
                  <a:lnTo>
                    <a:pt x="3383962" y="405383"/>
                  </a:lnTo>
                  <a:lnTo>
                    <a:pt x="3440362" y="385164"/>
                  </a:lnTo>
                  <a:lnTo>
                    <a:pt x="3496761" y="364766"/>
                  </a:lnTo>
                  <a:lnTo>
                    <a:pt x="3553161" y="344203"/>
                  </a:lnTo>
                  <a:lnTo>
                    <a:pt x="3609560" y="323487"/>
                  </a:lnTo>
                  <a:lnTo>
                    <a:pt x="3665959" y="302627"/>
                  </a:lnTo>
                  <a:lnTo>
                    <a:pt x="3722359" y="281635"/>
                  </a:lnTo>
                  <a:lnTo>
                    <a:pt x="3778758" y="260519"/>
                  </a:lnTo>
                  <a:lnTo>
                    <a:pt x="3835157" y="239289"/>
                  </a:lnTo>
                  <a:lnTo>
                    <a:pt x="3891557" y="217950"/>
                  </a:lnTo>
                  <a:lnTo>
                    <a:pt x="3947956" y="196512"/>
                  </a:lnTo>
                  <a:lnTo>
                    <a:pt x="4004356" y="174980"/>
                  </a:lnTo>
                  <a:lnTo>
                    <a:pt x="4060755" y="153360"/>
                  </a:lnTo>
                  <a:lnTo>
                    <a:pt x="4117154" y="131659"/>
                  </a:lnTo>
                  <a:lnTo>
                    <a:pt x="4173554" y="109881"/>
                  </a:lnTo>
                  <a:lnTo>
                    <a:pt x="4229953" y="88032"/>
                  </a:lnTo>
                  <a:lnTo>
                    <a:pt x="4286352" y="66115"/>
                  </a:lnTo>
                  <a:lnTo>
                    <a:pt x="4342752" y="44135"/>
                  </a:lnTo>
                  <a:lnTo>
                    <a:pt x="4399151" y="22095"/>
                  </a:lnTo>
                  <a:lnTo>
                    <a:pt x="4455551" y="0"/>
                  </a:lnTo>
                  <a:lnTo>
                    <a:pt x="4455551" y="1066128"/>
                  </a:lnTo>
                  <a:lnTo>
                    <a:pt x="4399151" y="1067053"/>
                  </a:lnTo>
                  <a:lnTo>
                    <a:pt x="4342752" y="1068033"/>
                  </a:lnTo>
                  <a:lnTo>
                    <a:pt x="4286352" y="1069073"/>
                  </a:lnTo>
                  <a:lnTo>
                    <a:pt x="4229953" y="1070177"/>
                  </a:lnTo>
                  <a:lnTo>
                    <a:pt x="4173554" y="1071347"/>
                  </a:lnTo>
                  <a:lnTo>
                    <a:pt x="4117154" y="1072590"/>
                  </a:lnTo>
                  <a:lnTo>
                    <a:pt x="4060755" y="1073909"/>
                  </a:lnTo>
                  <a:lnTo>
                    <a:pt x="4004356" y="1075309"/>
                  </a:lnTo>
                  <a:lnTo>
                    <a:pt x="3947956" y="1076798"/>
                  </a:lnTo>
                  <a:lnTo>
                    <a:pt x="3891557" y="1078379"/>
                  </a:lnTo>
                  <a:lnTo>
                    <a:pt x="3835157" y="1080061"/>
                  </a:lnTo>
                  <a:lnTo>
                    <a:pt x="3778758" y="1081851"/>
                  </a:lnTo>
                  <a:lnTo>
                    <a:pt x="3722359" y="1083755"/>
                  </a:lnTo>
                  <a:lnTo>
                    <a:pt x="3665959" y="1085783"/>
                  </a:lnTo>
                  <a:lnTo>
                    <a:pt x="3609560" y="1087944"/>
                  </a:lnTo>
                  <a:lnTo>
                    <a:pt x="3553161" y="1090248"/>
                  </a:lnTo>
                  <a:lnTo>
                    <a:pt x="3496761" y="1092705"/>
                  </a:lnTo>
                  <a:lnTo>
                    <a:pt x="3440362" y="1095328"/>
                  </a:lnTo>
                  <a:lnTo>
                    <a:pt x="3383962" y="1098129"/>
                  </a:lnTo>
                  <a:lnTo>
                    <a:pt x="3327563" y="1101121"/>
                  </a:lnTo>
                  <a:lnTo>
                    <a:pt x="3271164" y="1104321"/>
                  </a:lnTo>
                  <a:lnTo>
                    <a:pt x="3214764" y="1107743"/>
                  </a:lnTo>
                  <a:lnTo>
                    <a:pt x="3158365" y="1111406"/>
                  </a:lnTo>
                  <a:lnTo>
                    <a:pt x="3101965" y="1115327"/>
                  </a:lnTo>
                  <a:lnTo>
                    <a:pt x="3045566" y="1119526"/>
                  </a:lnTo>
                  <a:lnTo>
                    <a:pt x="2989167" y="1124025"/>
                  </a:lnTo>
                  <a:lnTo>
                    <a:pt x="2932767" y="1128845"/>
                  </a:lnTo>
                  <a:lnTo>
                    <a:pt x="2876368" y="1134009"/>
                  </a:lnTo>
                  <a:lnTo>
                    <a:pt x="2819969" y="1139542"/>
                  </a:lnTo>
                  <a:lnTo>
                    <a:pt x="2763569" y="1145467"/>
                  </a:lnTo>
                  <a:lnTo>
                    <a:pt x="2707170" y="1151812"/>
                  </a:lnTo>
                  <a:lnTo>
                    <a:pt x="2650770" y="1158599"/>
                  </a:lnTo>
                  <a:lnTo>
                    <a:pt x="2594371" y="1165855"/>
                  </a:lnTo>
                  <a:lnTo>
                    <a:pt x="2537972" y="1173604"/>
                  </a:lnTo>
                  <a:lnTo>
                    <a:pt x="2481572" y="1181867"/>
                  </a:lnTo>
                  <a:lnTo>
                    <a:pt x="2425173" y="1190666"/>
                  </a:lnTo>
                  <a:lnTo>
                    <a:pt x="2368774" y="1200019"/>
                  </a:lnTo>
                  <a:lnTo>
                    <a:pt x="2312374" y="1209940"/>
                  </a:lnTo>
                  <a:lnTo>
                    <a:pt x="2255975" y="1220441"/>
                  </a:lnTo>
                  <a:lnTo>
                    <a:pt x="2199575" y="1231530"/>
                  </a:lnTo>
                  <a:lnTo>
                    <a:pt x="2143176" y="1243209"/>
                  </a:lnTo>
                  <a:lnTo>
                    <a:pt x="2086777" y="1255478"/>
                  </a:lnTo>
                  <a:lnTo>
                    <a:pt x="2030377" y="1268330"/>
                  </a:lnTo>
                  <a:lnTo>
                    <a:pt x="1973978" y="1281755"/>
                  </a:lnTo>
                  <a:lnTo>
                    <a:pt x="1917578" y="1295742"/>
                  </a:lnTo>
                  <a:lnTo>
                    <a:pt x="1861179" y="1310272"/>
                  </a:lnTo>
                  <a:lnTo>
                    <a:pt x="1804780" y="1325326"/>
                  </a:lnTo>
                  <a:lnTo>
                    <a:pt x="1748380" y="1340882"/>
                  </a:lnTo>
                  <a:lnTo>
                    <a:pt x="1691981" y="1356918"/>
                  </a:lnTo>
                  <a:lnTo>
                    <a:pt x="1635582" y="1373407"/>
                  </a:lnTo>
                  <a:lnTo>
                    <a:pt x="1579182" y="1390325"/>
                  </a:lnTo>
                  <a:lnTo>
                    <a:pt x="1522783" y="1407648"/>
                  </a:lnTo>
                  <a:lnTo>
                    <a:pt x="1466383" y="1425349"/>
                  </a:lnTo>
                  <a:lnTo>
                    <a:pt x="1409984" y="1443405"/>
                  </a:lnTo>
                  <a:lnTo>
                    <a:pt x="1353585" y="1461792"/>
                  </a:lnTo>
                  <a:lnTo>
                    <a:pt x="1297185" y="1480488"/>
                  </a:lnTo>
                  <a:lnTo>
                    <a:pt x="1240786" y="1499470"/>
                  </a:lnTo>
                  <a:lnTo>
                    <a:pt x="1184387" y="1518720"/>
                  </a:lnTo>
                  <a:lnTo>
                    <a:pt x="1127987" y="1538217"/>
                  </a:lnTo>
                  <a:lnTo>
                    <a:pt x="1071588" y="1557944"/>
                  </a:lnTo>
                  <a:lnTo>
                    <a:pt x="1015188" y="1577885"/>
                  </a:lnTo>
                  <a:lnTo>
                    <a:pt x="958789" y="1598024"/>
                  </a:lnTo>
                  <a:lnTo>
                    <a:pt x="902390" y="1618347"/>
                  </a:lnTo>
                  <a:lnTo>
                    <a:pt x="845990" y="1638841"/>
                  </a:lnTo>
                  <a:lnTo>
                    <a:pt x="789591" y="1659493"/>
                  </a:lnTo>
                  <a:lnTo>
                    <a:pt x="733191" y="1680292"/>
                  </a:lnTo>
                  <a:lnTo>
                    <a:pt x="676792" y="1701229"/>
                  </a:lnTo>
                  <a:lnTo>
                    <a:pt x="620393" y="1722293"/>
                  </a:lnTo>
                  <a:lnTo>
                    <a:pt x="563993" y="1743476"/>
                  </a:lnTo>
                  <a:lnTo>
                    <a:pt x="507594" y="1764769"/>
                  </a:lnTo>
                  <a:lnTo>
                    <a:pt x="451195" y="1786165"/>
                  </a:lnTo>
                  <a:lnTo>
                    <a:pt x="394795" y="1807658"/>
                  </a:lnTo>
                  <a:lnTo>
                    <a:pt x="338396" y="1829241"/>
                  </a:lnTo>
                  <a:lnTo>
                    <a:pt x="281996" y="1850908"/>
                  </a:lnTo>
                  <a:lnTo>
                    <a:pt x="225597" y="1872653"/>
                  </a:lnTo>
                  <a:lnTo>
                    <a:pt x="169198" y="1894473"/>
                  </a:lnTo>
                  <a:lnTo>
                    <a:pt x="112798" y="1916361"/>
                  </a:lnTo>
                  <a:lnTo>
                    <a:pt x="56399" y="1938315"/>
                  </a:lnTo>
                  <a:lnTo>
                    <a:pt x="0" y="196033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793216" y="3439766"/>
              <a:ext cx="4455551" cy="924394"/>
            </a:xfrm>
            <a:custGeom>
              <a:avLst/>
              <a:pathLst>
                <a:path w="4455551" h="924394">
                  <a:moveTo>
                    <a:pt x="0" y="924394"/>
                  </a:moveTo>
                  <a:lnTo>
                    <a:pt x="56399" y="923389"/>
                  </a:lnTo>
                  <a:lnTo>
                    <a:pt x="112798" y="922322"/>
                  </a:lnTo>
                  <a:lnTo>
                    <a:pt x="169198" y="921190"/>
                  </a:lnTo>
                  <a:lnTo>
                    <a:pt x="225597" y="919990"/>
                  </a:lnTo>
                  <a:lnTo>
                    <a:pt x="281996" y="918715"/>
                  </a:lnTo>
                  <a:lnTo>
                    <a:pt x="338396" y="917362"/>
                  </a:lnTo>
                  <a:lnTo>
                    <a:pt x="394795" y="915924"/>
                  </a:lnTo>
                  <a:lnTo>
                    <a:pt x="451195" y="914397"/>
                  </a:lnTo>
                  <a:lnTo>
                    <a:pt x="507594" y="912773"/>
                  </a:lnTo>
                  <a:lnTo>
                    <a:pt x="563993" y="911046"/>
                  </a:lnTo>
                  <a:lnTo>
                    <a:pt x="620393" y="909209"/>
                  </a:lnTo>
                  <a:lnTo>
                    <a:pt x="676792" y="907253"/>
                  </a:lnTo>
                  <a:lnTo>
                    <a:pt x="733191" y="905169"/>
                  </a:lnTo>
                  <a:lnTo>
                    <a:pt x="789591" y="902948"/>
                  </a:lnTo>
                  <a:lnTo>
                    <a:pt x="845990" y="900580"/>
                  </a:lnTo>
                  <a:lnTo>
                    <a:pt x="902390" y="898054"/>
                  </a:lnTo>
                  <a:lnTo>
                    <a:pt x="958789" y="895356"/>
                  </a:lnTo>
                  <a:lnTo>
                    <a:pt x="1015188" y="892475"/>
                  </a:lnTo>
                  <a:lnTo>
                    <a:pt x="1071588" y="889396"/>
                  </a:lnTo>
                  <a:lnTo>
                    <a:pt x="1127987" y="886103"/>
                  </a:lnTo>
                  <a:lnTo>
                    <a:pt x="1184387" y="882580"/>
                  </a:lnTo>
                  <a:lnTo>
                    <a:pt x="1240786" y="878809"/>
                  </a:lnTo>
                  <a:lnTo>
                    <a:pt x="1297185" y="874771"/>
                  </a:lnTo>
                  <a:lnTo>
                    <a:pt x="1353585" y="870447"/>
                  </a:lnTo>
                  <a:lnTo>
                    <a:pt x="1409984" y="865813"/>
                  </a:lnTo>
                  <a:lnTo>
                    <a:pt x="1466383" y="860849"/>
                  </a:lnTo>
                  <a:lnTo>
                    <a:pt x="1522783" y="855530"/>
                  </a:lnTo>
                  <a:lnTo>
                    <a:pt x="1579182" y="849833"/>
                  </a:lnTo>
                  <a:lnTo>
                    <a:pt x="1635582" y="843731"/>
                  </a:lnTo>
                  <a:lnTo>
                    <a:pt x="1691981" y="837200"/>
                  </a:lnTo>
                  <a:lnTo>
                    <a:pt x="1748380" y="830215"/>
                  </a:lnTo>
                  <a:lnTo>
                    <a:pt x="1804780" y="822751"/>
                  </a:lnTo>
                  <a:lnTo>
                    <a:pt x="1861179" y="814785"/>
                  </a:lnTo>
                  <a:lnTo>
                    <a:pt x="1917578" y="806295"/>
                  </a:lnTo>
                  <a:lnTo>
                    <a:pt x="1973978" y="797261"/>
                  </a:lnTo>
                  <a:lnTo>
                    <a:pt x="2030377" y="787667"/>
                  </a:lnTo>
                  <a:lnTo>
                    <a:pt x="2086777" y="777499"/>
                  </a:lnTo>
                  <a:lnTo>
                    <a:pt x="2143176" y="766747"/>
                  </a:lnTo>
                  <a:lnTo>
                    <a:pt x="2199575" y="755406"/>
                  </a:lnTo>
                  <a:lnTo>
                    <a:pt x="2255975" y="743474"/>
                  </a:lnTo>
                  <a:lnTo>
                    <a:pt x="2312374" y="730955"/>
                  </a:lnTo>
                  <a:lnTo>
                    <a:pt x="2368774" y="717856"/>
                  </a:lnTo>
                  <a:lnTo>
                    <a:pt x="2425173" y="704189"/>
                  </a:lnTo>
                  <a:lnTo>
                    <a:pt x="2481572" y="689968"/>
                  </a:lnTo>
                  <a:lnTo>
                    <a:pt x="2537972" y="675211"/>
                  </a:lnTo>
                  <a:lnTo>
                    <a:pt x="2594371" y="659939"/>
                  </a:lnTo>
                  <a:lnTo>
                    <a:pt x="2650770" y="644175"/>
                  </a:lnTo>
                  <a:lnTo>
                    <a:pt x="2707170" y="627942"/>
                  </a:lnTo>
                  <a:lnTo>
                    <a:pt x="2763569" y="611266"/>
                  </a:lnTo>
                  <a:lnTo>
                    <a:pt x="2819969" y="594172"/>
                  </a:lnTo>
                  <a:lnTo>
                    <a:pt x="2876368" y="576684"/>
                  </a:lnTo>
                  <a:lnTo>
                    <a:pt x="2932767" y="558828"/>
                  </a:lnTo>
                  <a:lnTo>
                    <a:pt x="2989167" y="540628"/>
                  </a:lnTo>
                  <a:lnTo>
                    <a:pt x="3045566" y="522106"/>
                  </a:lnTo>
                  <a:lnTo>
                    <a:pt x="3101965" y="503285"/>
                  </a:lnTo>
                  <a:lnTo>
                    <a:pt x="3158365" y="484186"/>
                  </a:lnTo>
                  <a:lnTo>
                    <a:pt x="3214764" y="464829"/>
                  </a:lnTo>
                  <a:lnTo>
                    <a:pt x="3271164" y="445231"/>
                  </a:lnTo>
                  <a:lnTo>
                    <a:pt x="3327563" y="425410"/>
                  </a:lnTo>
                  <a:lnTo>
                    <a:pt x="3383962" y="405383"/>
                  </a:lnTo>
                  <a:lnTo>
                    <a:pt x="3440362" y="385164"/>
                  </a:lnTo>
                  <a:lnTo>
                    <a:pt x="3496761" y="364766"/>
                  </a:lnTo>
                  <a:lnTo>
                    <a:pt x="3553161" y="344203"/>
                  </a:lnTo>
                  <a:lnTo>
                    <a:pt x="3609560" y="323487"/>
                  </a:lnTo>
                  <a:lnTo>
                    <a:pt x="3665959" y="302627"/>
                  </a:lnTo>
                  <a:lnTo>
                    <a:pt x="3722359" y="281635"/>
                  </a:lnTo>
                  <a:lnTo>
                    <a:pt x="3778758" y="260519"/>
                  </a:lnTo>
                  <a:lnTo>
                    <a:pt x="3835157" y="239289"/>
                  </a:lnTo>
                  <a:lnTo>
                    <a:pt x="3891557" y="217950"/>
                  </a:lnTo>
                  <a:lnTo>
                    <a:pt x="3947956" y="196512"/>
                  </a:lnTo>
                  <a:lnTo>
                    <a:pt x="4004356" y="174980"/>
                  </a:lnTo>
                  <a:lnTo>
                    <a:pt x="4060755" y="153360"/>
                  </a:lnTo>
                  <a:lnTo>
                    <a:pt x="4117154" y="131659"/>
                  </a:lnTo>
                  <a:lnTo>
                    <a:pt x="4173554" y="109881"/>
                  </a:lnTo>
                  <a:lnTo>
                    <a:pt x="4229953" y="88032"/>
                  </a:lnTo>
                  <a:lnTo>
                    <a:pt x="4286352" y="66115"/>
                  </a:lnTo>
                  <a:lnTo>
                    <a:pt x="4342752" y="44135"/>
                  </a:lnTo>
                  <a:lnTo>
                    <a:pt x="4399151" y="22095"/>
                  </a:lnTo>
                  <a:lnTo>
                    <a:pt x="445555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793216" y="4505895"/>
              <a:ext cx="4455551" cy="894201"/>
            </a:xfrm>
            <a:custGeom>
              <a:avLst/>
              <a:pathLst>
                <a:path w="4455551" h="894201">
                  <a:moveTo>
                    <a:pt x="4455551" y="0"/>
                  </a:moveTo>
                  <a:lnTo>
                    <a:pt x="4399151" y="924"/>
                  </a:lnTo>
                  <a:lnTo>
                    <a:pt x="4342752" y="1905"/>
                  </a:lnTo>
                  <a:lnTo>
                    <a:pt x="4286352" y="2945"/>
                  </a:lnTo>
                  <a:lnTo>
                    <a:pt x="4229953" y="4048"/>
                  </a:lnTo>
                  <a:lnTo>
                    <a:pt x="4173554" y="5219"/>
                  </a:lnTo>
                  <a:lnTo>
                    <a:pt x="4117154" y="6461"/>
                  </a:lnTo>
                  <a:lnTo>
                    <a:pt x="4060755" y="7780"/>
                  </a:lnTo>
                  <a:lnTo>
                    <a:pt x="4004356" y="9181"/>
                  </a:lnTo>
                  <a:lnTo>
                    <a:pt x="3947956" y="10669"/>
                  </a:lnTo>
                  <a:lnTo>
                    <a:pt x="3891557" y="12251"/>
                  </a:lnTo>
                  <a:lnTo>
                    <a:pt x="3835157" y="13933"/>
                  </a:lnTo>
                  <a:lnTo>
                    <a:pt x="3778758" y="15722"/>
                  </a:lnTo>
                  <a:lnTo>
                    <a:pt x="3722359" y="17626"/>
                  </a:lnTo>
                  <a:lnTo>
                    <a:pt x="3665959" y="19654"/>
                  </a:lnTo>
                  <a:lnTo>
                    <a:pt x="3609560" y="21815"/>
                  </a:lnTo>
                  <a:lnTo>
                    <a:pt x="3553161" y="24119"/>
                  </a:lnTo>
                  <a:lnTo>
                    <a:pt x="3496761" y="26576"/>
                  </a:lnTo>
                  <a:lnTo>
                    <a:pt x="3440362" y="29199"/>
                  </a:lnTo>
                  <a:lnTo>
                    <a:pt x="3383962" y="32000"/>
                  </a:lnTo>
                  <a:lnTo>
                    <a:pt x="3327563" y="34993"/>
                  </a:lnTo>
                  <a:lnTo>
                    <a:pt x="3271164" y="38192"/>
                  </a:lnTo>
                  <a:lnTo>
                    <a:pt x="3214764" y="41615"/>
                  </a:lnTo>
                  <a:lnTo>
                    <a:pt x="3158365" y="45277"/>
                  </a:lnTo>
                  <a:lnTo>
                    <a:pt x="3101965" y="49198"/>
                  </a:lnTo>
                  <a:lnTo>
                    <a:pt x="3045566" y="53398"/>
                  </a:lnTo>
                  <a:lnTo>
                    <a:pt x="2989167" y="57896"/>
                  </a:lnTo>
                  <a:lnTo>
                    <a:pt x="2932767" y="62716"/>
                  </a:lnTo>
                  <a:lnTo>
                    <a:pt x="2876368" y="67880"/>
                  </a:lnTo>
                  <a:lnTo>
                    <a:pt x="2819969" y="73413"/>
                  </a:lnTo>
                  <a:lnTo>
                    <a:pt x="2763569" y="79339"/>
                  </a:lnTo>
                  <a:lnTo>
                    <a:pt x="2707170" y="85683"/>
                  </a:lnTo>
                  <a:lnTo>
                    <a:pt x="2650770" y="92471"/>
                  </a:lnTo>
                  <a:lnTo>
                    <a:pt x="2594371" y="99727"/>
                  </a:lnTo>
                  <a:lnTo>
                    <a:pt x="2537972" y="107475"/>
                  </a:lnTo>
                  <a:lnTo>
                    <a:pt x="2481572" y="115739"/>
                  </a:lnTo>
                  <a:lnTo>
                    <a:pt x="2425173" y="124538"/>
                  </a:lnTo>
                  <a:lnTo>
                    <a:pt x="2368774" y="133890"/>
                  </a:lnTo>
                  <a:lnTo>
                    <a:pt x="2312374" y="143812"/>
                  </a:lnTo>
                  <a:lnTo>
                    <a:pt x="2255975" y="154313"/>
                  </a:lnTo>
                  <a:lnTo>
                    <a:pt x="2199575" y="165402"/>
                  </a:lnTo>
                  <a:lnTo>
                    <a:pt x="2143176" y="177081"/>
                  </a:lnTo>
                  <a:lnTo>
                    <a:pt x="2086777" y="189349"/>
                  </a:lnTo>
                  <a:lnTo>
                    <a:pt x="2030377" y="202201"/>
                  </a:lnTo>
                  <a:lnTo>
                    <a:pt x="1973978" y="215627"/>
                  </a:lnTo>
                  <a:lnTo>
                    <a:pt x="1917578" y="229613"/>
                  </a:lnTo>
                  <a:lnTo>
                    <a:pt x="1861179" y="244143"/>
                  </a:lnTo>
                  <a:lnTo>
                    <a:pt x="1804780" y="259198"/>
                  </a:lnTo>
                  <a:lnTo>
                    <a:pt x="1748380" y="274754"/>
                  </a:lnTo>
                  <a:lnTo>
                    <a:pt x="1691981" y="290789"/>
                  </a:lnTo>
                  <a:lnTo>
                    <a:pt x="1635582" y="307278"/>
                  </a:lnTo>
                  <a:lnTo>
                    <a:pt x="1579182" y="324197"/>
                  </a:lnTo>
                  <a:lnTo>
                    <a:pt x="1522783" y="341519"/>
                  </a:lnTo>
                  <a:lnTo>
                    <a:pt x="1466383" y="359221"/>
                  </a:lnTo>
                  <a:lnTo>
                    <a:pt x="1409984" y="377277"/>
                  </a:lnTo>
                  <a:lnTo>
                    <a:pt x="1353585" y="395664"/>
                  </a:lnTo>
                  <a:lnTo>
                    <a:pt x="1297185" y="414359"/>
                  </a:lnTo>
                  <a:lnTo>
                    <a:pt x="1240786" y="433342"/>
                  </a:lnTo>
                  <a:lnTo>
                    <a:pt x="1184387" y="452591"/>
                  </a:lnTo>
                  <a:lnTo>
                    <a:pt x="1127987" y="472088"/>
                  </a:lnTo>
                  <a:lnTo>
                    <a:pt x="1071588" y="491816"/>
                  </a:lnTo>
                  <a:lnTo>
                    <a:pt x="1015188" y="511757"/>
                  </a:lnTo>
                  <a:lnTo>
                    <a:pt x="958789" y="531896"/>
                  </a:lnTo>
                  <a:lnTo>
                    <a:pt x="902390" y="552218"/>
                  </a:lnTo>
                  <a:lnTo>
                    <a:pt x="845990" y="572712"/>
                  </a:lnTo>
                  <a:lnTo>
                    <a:pt x="789591" y="593364"/>
                  </a:lnTo>
                  <a:lnTo>
                    <a:pt x="733191" y="614164"/>
                  </a:lnTo>
                  <a:lnTo>
                    <a:pt x="676792" y="635100"/>
                  </a:lnTo>
                  <a:lnTo>
                    <a:pt x="620393" y="656164"/>
                  </a:lnTo>
                  <a:lnTo>
                    <a:pt x="563993" y="677347"/>
                  </a:lnTo>
                  <a:lnTo>
                    <a:pt x="507594" y="698640"/>
                  </a:lnTo>
                  <a:lnTo>
                    <a:pt x="451195" y="720037"/>
                  </a:lnTo>
                  <a:lnTo>
                    <a:pt x="394795" y="741530"/>
                  </a:lnTo>
                  <a:lnTo>
                    <a:pt x="338396" y="763112"/>
                  </a:lnTo>
                  <a:lnTo>
                    <a:pt x="281996" y="784779"/>
                  </a:lnTo>
                  <a:lnTo>
                    <a:pt x="225597" y="806525"/>
                  </a:lnTo>
                  <a:lnTo>
                    <a:pt x="169198" y="828344"/>
                  </a:lnTo>
                  <a:lnTo>
                    <a:pt x="112798" y="850233"/>
                  </a:lnTo>
                  <a:lnTo>
                    <a:pt x="56399" y="872186"/>
                  </a:lnTo>
                  <a:lnTo>
                    <a:pt x="0" y="8942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793216" y="3972831"/>
              <a:ext cx="4455551" cy="909298"/>
            </a:xfrm>
            <a:custGeom>
              <a:avLst/>
              <a:pathLst>
                <a:path w="4455551" h="909298">
                  <a:moveTo>
                    <a:pt x="0" y="909298"/>
                  </a:moveTo>
                  <a:lnTo>
                    <a:pt x="56399" y="897788"/>
                  </a:lnTo>
                  <a:lnTo>
                    <a:pt x="112798" y="886277"/>
                  </a:lnTo>
                  <a:lnTo>
                    <a:pt x="169198" y="874767"/>
                  </a:lnTo>
                  <a:lnTo>
                    <a:pt x="225597" y="863257"/>
                  </a:lnTo>
                  <a:lnTo>
                    <a:pt x="281996" y="851747"/>
                  </a:lnTo>
                  <a:lnTo>
                    <a:pt x="338396" y="840237"/>
                  </a:lnTo>
                  <a:lnTo>
                    <a:pt x="394795" y="828727"/>
                  </a:lnTo>
                  <a:lnTo>
                    <a:pt x="451195" y="817217"/>
                  </a:lnTo>
                  <a:lnTo>
                    <a:pt x="507594" y="805707"/>
                  </a:lnTo>
                  <a:lnTo>
                    <a:pt x="563993" y="794197"/>
                  </a:lnTo>
                  <a:lnTo>
                    <a:pt x="620393" y="782687"/>
                  </a:lnTo>
                  <a:lnTo>
                    <a:pt x="676792" y="771176"/>
                  </a:lnTo>
                  <a:lnTo>
                    <a:pt x="733191" y="759666"/>
                  </a:lnTo>
                  <a:lnTo>
                    <a:pt x="789591" y="748156"/>
                  </a:lnTo>
                  <a:lnTo>
                    <a:pt x="845990" y="736646"/>
                  </a:lnTo>
                  <a:lnTo>
                    <a:pt x="902390" y="725136"/>
                  </a:lnTo>
                  <a:lnTo>
                    <a:pt x="958789" y="713626"/>
                  </a:lnTo>
                  <a:lnTo>
                    <a:pt x="1015188" y="702116"/>
                  </a:lnTo>
                  <a:lnTo>
                    <a:pt x="1071588" y="690606"/>
                  </a:lnTo>
                  <a:lnTo>
                    <a:pt x="1127987" y="679096"/>
                  </a:lnTo>
                  <a:lnTo>
                    <a:pt x="1184387" y="667586"/>
                  </a:lnTo>
                  <a:lnTo>
                    <a:pt x="1240786" y="656075"/>
                  </a:lnTo>
                  <a:lnTo>
                    <a:pt x="1297185" y="644565"/>
                  </a:lnTo>
                  <a:lnTo>
                    <a:pt x="1353585" y="633055"/>
                  </a:lnTo>
                  <a:lnTo>
                    <a:pt x="1409984" y="621545"/>
                  </a:lnTo>
                  <a:lnTo>
                    <a:pt x="1466383" y="610035"/>
                  </a:lnTo>
                  <a:lnTo>
                    <a:pt x="1522783" y="598525"/>
                  </a:lnTo>
                  <a:lnTo>
                    <a:pt x="1579182" y="587015"/>
                  </a:lnTo>
                  <a:lnTo>
                    <a:pt x="1635582" y="575505"/>
                  </a:lnTo>
                  <a:lnTo>
                    <a:pt x="1691981" y="563995"/>
                  </a:lnTo>
                  <a:lnTo>
                    <a:pt x="1748380" y="552484"/>
                  </a:lnTo>
                  <a:lnTo>
                    <a:pt x="1804780" y="540974"/>
                  </a:lnTo>
                  <a:lnTo>
                    <a:pt x="1861179" y="529464"/>
                  </a:lnTo>
                  <a:lnTo>
                    <a:pt x="1917578" y="517954"/>
                  </a:lnTo>
                  <a:lnTo>
                    <a:pt x="1973978" y="506444"/>
                  </a:lnTo>
                  <a:lnTo>
                    <a:pt x="2030377" y="494934"/>
                  </a:lnTo>
                  <a:lnTo>
                    <a:pt x="2086777" y="483424"/>
                  </a:lnTo>
                  <a:lnTo>
                    <a:pt x="2143176" y="471914"/>
                  </a:lnTo>
                  <a:lnTo>
                    <a:pt x="2199575" y="460404"/>
                  </a:lnTo>
                  <a:lnTo>
                    <a:pt x="2255975" y="448894"/>
                  </a:lnTo>
                  <a:lnTo>
                    <a:pt x="2312374" y="437383"/>
                  </a:lnTo>
                  <a:lnTo>
                    <a:pt x="2368774" y="425873"/>
                  </a:lnTo>
                  <a:lnTo>
                    <a:pt x="2425173" y="414363"/>
                  </a:lnTo>
                  <a:lnTo>
                    <a:pt x="2481572" y="402853"/>
                  </a:lnTo>
                  <a:lnTo>
                    <a:pt x="2537972" y="391343"/>
                  </a:lnTo>
                  <a:lnTo>
                    <a:pt x="2594371" y="379833"/>
                  </a:lnTo>
                  <a:lnTo>
                    <a:pt x="2650770" y="368323"/>
                  </a:lnTo>
                  <a:lnTo>
                    <a:pt x="2707170" y="356813"/>
                  </a:lnTo>
                  <a:lnTo>
                    <a:pt x="2763569" y="345303"/>
                  </a:lnTo>
                  <a:lnTo>
                    <a:pt x="2819969" y="333793"/>
                  </a:lnTo>
                  <a:lnTo>
                    <a:pt x="2876368" y="322282"/>
                  </a:lnTo>
                  <a:lnTo>
                    <a:pt x="2932767" y="310772"/>
                  </a:lnTo>
                  <a:lnTo>
                    <a:pt x="2989167" y="299262"/>
                  </a:lnTo>
                  <a:lnTo>
                    <a:pt x="3045566" y="287752"/>
                  </a:lnTo>
                  <a:lnTo>
                    <a:pt x="3101965" y="276242"/>
                  </a:lnTo>
                  <a:lnTo>
                    <a:pt x="3158365" y="264732"/>
                  </a:lnTo>
                  <a:lnTo>
                    <a:pt x="3214764" y="253222"/>
                  </a:lnTo>
                  <a:lnTo>
                    <a:pt x="3271164" y="241712"/>
                  </a:lnTo>
                  <a:lnTo>
                    <a:pt x="3327563" y="230202"/>
                  </a:lnTo>
                  <a:lnTo>
                    <a:pt x="3383962" y="218691"/>
                  </a:lnTo>
                  <a:lnTo>
                    <a:pt x="3440362" y="207181"/>
                  </a:lnTo>
                  <a:lnTo>
                    <a:pt x="3496761" y="195671"/>
                  </a:lnTo>
                  <a:lnTo>
                    <a:pt x="3553161" y="184161"/>
                  </a:lnTo>
                  <a:lnTo>
                    <a:pt x="3609560" y="172651"/>
                  </a:lnTo>
                  <a:lnTo>
                    <a:pt x="3665959" y="161141"/>
                  </a:lnTo>
                  <a:lnTo>
                    <a:pt x="3722359" y="149631"/>
                  </a:lnTo>
                  <a:lnTo>
                    <a:pt x="3778758" y="138121"/>
                  </a:lnTo>
                  <a:lnTo>
                    <a:pt x="3835157" y="126611"/>
                  </a:lnTo>
                  <a:lnTo>
                    <a:pt x="3891557" y="115101"/>
                  </a:lnTo>
                  <a:lnTo>
                    <a:pt x="3947956" y="103590"/>
                  </a:lnTo>
                  <a:lnTo>
                    <a:pt x="4004356" y="92080"/>
                  </a:lnTo>
                  <a:lnTo>
                    <a:pt x="4060755" y="80570"/>
                  </a:lnTo>
                  <a:lnTo>
                    <a:pt x="4117154" y="69060"/>
                  </a:lnTo>
                  <a:lnTo>
                    <a:pt x="4173554" y="57550"/>
                  </a:lnTo>
                  <a:lnTo>
                    <a:pt x="4229953" y="46040"/>
                  </a:lnTo>
                  <a:lnTo>
                    <a:pt x="4286352" y="34530"/>
                  </a:lnTo>
                  <a:lnTo>
                    <a:pt x="4342752" y="23020"/>
                  </a:lnTo>
                  <a:lnTo>
                    <a:pt x="4399151" y="11510"/>
                  </a:lnTo>
                  <a:lnTo>
                    <a:pt x="4455551" y="0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47818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56458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65098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73737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38079" y="55182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38079" y="46046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36910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27774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01585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1818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62051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42284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875993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678325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0658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282991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805838" y="5925448"/>
              <a:ext cx="6052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GF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72874" y="1669789"/>
              <a:ext cx="38448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(GFaf) vs Survival at Final Time 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201754" y="31087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201754" y="281799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201754" y="27751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520978" y="318995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520978" y="30663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520978" y="29412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1947106" y="33351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947106" y="284328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947106" y="29363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276598" y="27398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276598" y="211101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276598" y="226408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917674" y="361186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917674" y="247048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917674" y="329678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480508" y="339691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480508" y="379448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480508" y="349128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445188" y="51592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445188" y="49382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445188" y="508272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900288" y="485763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00288" y="459607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900288" y="49647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60457" y="2070498"/>
              <a:ext cx="5698533" cy="3478708"/>
            </a:xfrm>
            <a:custGeom>
              <a:avLst/>
              <a:pathLst>
                <a:path w="5698533" h="3478708">
                  <a:moveTo>
                    <a:pt x="0" y="0"/>
                  </a:moveTo>
                  <a:lnTo>
                    <a:pt x="72133" y="39766"/>
                  </a:lnTo>
                  <a:lnTo>
                    <a:pt x="144266" y="79423"/>
                  </a:lnTo>
                  <a:lnTo>
                    <a:pt x="216399" y="118962"/>
                  </a:lnTo>
                  <a:lnTo>
                    <a:pt x="288533" y="158377"/>
                  </a:lnTo>
                  <a:lnTo>
                    <a:pt x="360666" y="197658"/>
                  </a:lnTo>
                  <a:lnTo>
                    <a:pt x="432799" y="236796"/>
                  </a:lnTo>
                  <a:lnTo>
                    <a:pt x="504933" y="275783"/>
                  </a:lnTo>
                  <a:lnTo>
                    <a:pt x="577066" y="314606"/>
                  </a:lnTo>
                  <a:lnTo>
                    <a:pt x="649199" y="353256"/>
                  </a:lnTo>
                  <a:lnTo>
                    <a:pt x="721333" y="391719"/>
                  </a:lnTo>
                  <a:lnTo>
                    <a:pt x="793466" y="429983"/>
                  </a:lnTo>
                  <a:lnTo>
                    <a:pt x="865599" y="468033"/>
                  </a:lnTo>
                  <a:lnTo>
                    <a:pt x="937733" y="505856"/>
                  </a:lnTo>
                  <a:lnTo>
                    <a:pt x="1009866" y="543434"/>
                  </a:lnTo>
                  <a:lnTo>
                    <a:pt x="1081999" y="580751"/>
                  </a:lnTo>
                  <a:lnTo>
                    <a:pt x="1154133" y="617788"/>
                  </a:lnTo>
                  <a:lnTo>
                    <a:pt x="1226266" y="654528"/>
                  </a:lnTo>
                  <a:lnTo>
                    <a:pt x="1298399" y="690948"/>
                  </a:lnTo>
                  <a:lnTo>
                    <a:pt x="1370533" y="727029"/>
                  </a:lnTo>
                  <a:lnTo>
                    <a:pt x="1442666" y="762749"/>
                  </a:lnTo>
                  <a:lnTo>
                    <a:pt x="1514799" y="798085"/>
                  </a:lnTo>
                  <a:lnTo>
                    <a:pt x="1586933" y="833014"/>
                  </a:lnTo>
                  <a:lnTo>
                    <a:pt x="1659066" y="867513"/>
                  </a:lnTo>
                  <a:lnTo>
                    <a:pt x="1731199" y="901558"/>
                  </a:lnTo>
                  <a:lnTo>
                    <a:pt x="1803333" y="935127"/>
                  </a:lnTo>
                  <a:lnTo>
                    <a:pt x="1875466" y="968197"/>
                  </a:lnTo>
                  <a:lnTo>
                    <a:pt x="1947599" y="1000747"/>
                  </a:lnTo>
                  <a:lnTo>
                    <a:pt x="2019733" y="1032758"/>
                  </a:lnTo>
                  <a:lnTo>
                    <a:pt x="2091866" y="1064212"/>
                  </a:lnTo>
                  <a:lnTo>
                    <a:pt x="2163999" y="1095093"/>
                  </a:lnTo>
                  <a:lnTo>
                    <a:pt x="2236133" y="1125390"/>
                  </a:lnTo>
                  <a:lnTo>
                    <a:pt x="2308266" y="1155094"/>
                  </a:lnTo>
                  <a:lnTo>
                    <a:pt x="2380399" y="1184198"/>
                  </a:lnTo>
                  <a:lnTo>
                    <a:pt x="2452533" y="1212701"/>
                  </a:lnTo>
                  <a:lnTo>
                    <a:pt x="2524666" y="1240604"/>
                  </a:lnTo>
                  <a:lnTo>
                    <a:pt x="2596799" y="1267913"/>
                  </a:lnTo>
                  <a:lnTo>
                    <a:pt x="2668933" y="1294636"/>
                  </a:lnTo>
                  <a:lnTo>
                    <a:pt x="2741066" y="1320786"/>
                  </a:lnTo>
                  <a:lnTo>
                    <a:pt x="2813199" y="1346376"/>
                  </a:lnTo>
                  <a:lnTo>
                    <a:pt x="2885333" y="1371425"/>
                  </a:lnTo>
                  <a:lnTo>
                    <a:pt x="2957466" y="1395952"/>
                  </a:lnTo>
                  <a:lnTo>
                    <a:pt x="3029599" y="1419977"/>
                  </a:lnTo>
                  <a:lnTo>
                    <a:pt x="3101733" y="1443524"/>
                  </a:lnTo>
                  <a:lnTo>
                    <a:pt x="3173866" y="1466614"/>
                  </a:lnTo>
                  <a:lnTo>
                    <a:pt x="3245999" y="1489272"/>
                  </a:lnTo>
                  <a:lnTo>
                    <a:pt x="3318133" y="1511520"/>
                  </a:lnTo>
                  <a:lnTo>
                    <a:pt x="3390266" y="1533381"/>
                  </a:lnTo>
                  <a:lnTo>
                    <a:pt x="3462399" y="1554879"/>
                  </a:lnTo>
                  <a:lnTo>
                    <a:pt x="3534533" y="1576034"/>
                  </a:lnTo>
                  <a:lnTo>
                    <a:pt x="3606666" y="1596869"/>
                  </a:lnTo>
                  <a:lnTo>
                    <a:pt x="3678799" y="1617403"/>
                  </a:lnTo>
                  <a:lnTo>
                    <a:pt x="3750933" y="1637656"/>
                  </a:lnTo>
                  <a:lnTo>
                    <a:pt x="3823066" y="1657645"/>
                  </a:lnTo>
                  <a:lnTo>
                    <a:pt x="3895199" y="1677388"/>
                  </a:lnTo>
                  <a:lnTo>
                    <a:pt x="3967333" y="1696902"/>
                  </a:lnTo>
                  <a:lnTo>
                    <a:pt x="4039466" y="1716200"/>
                  </a:lnTo>
                  <a:lnTo>
                    <a:pt x="4111599" y="1735297"/>
                  </a:lnTo>
                  <a:lnTo>
                    <a:pt x="4183733" y="1754207"/>
                  </a:lnTo>
                  <a:lnTo>
                    <a:pt x="4255866" y="1772942"/>
                  </a:lnTo>
                  <a:lnTo>
                    <a:pt x="4327999" y="1791512"/>
                  </a:lnTo>
                  <a:lnTo>
                    <a:pt x="4400133" y="1809929"/>
                  </a:lnTo>
                  <a:lnTo>
                    <a:pt x="4472266" y="1828202"/>
                  </a:lnTo>
                  <a:lnTo>
                    <a:pt x="4544399" y="1846341"/>
                  </a:lnTo>
                  <a:lnTo>
                    <a:pt x="4616533" y="1864354"/>
                  </a:lnTo>
                  <a:lnTo>
                    <a:pt x="4688666" y="1882249"/>
                  </a:lnTo>
                  <a:lnTo>
                    <a:pt x="4760799" y="1900034"/>
                  </a:lnTo>
                  <a:lnTo>
                    <a:pt x="4832933" y="1917714"/>
                  </a:lnTo>
                  <a:lnTo>
                    <a:pt x="4905066" y="1935296"/>
                  </a:lnTo>
                  <a:lnTo>
                    <a:pt x="4977199" y="1952787"/>
                  </a:lnTo>
                  <a:lnTo>
                    <a:pt x="5049333" y="1970191"/>
                  </a:lnTo>
                  <a:lnTo>
                    <a:pt x="5121466" y="1987514"/>
                  </a:lnTo>
                  <a:lnTo>
                    <a:pt x="5193599" y="2004761"/>
                  </a:lnTo>
                  <a:lnTo>
                    <a:pt x="5265733" y="2021935"/>
                  </a:lnTo>
                  <a:lnTo>
                    <a:pt x="5337866" y="2039041"/>
                  </a:lnTo>
                  <a:lnTo>
                    <a:pt x="5409999" y="2056082"/>
                  </a:lnTo>
                  <a:lnTo>
                    <a:pt x="5482133" y="2073062"/>
                  </a:lnTo>
                  <a:lnTo>
                    <a:pt x="5554266" y="2089985"/>
                  </a:lnTo>
                  <a:lnTo>
                    <a:pt x="5626399" y="2106854"/>
                  </a:lnTo>
                  <a:lnTo>
                    <a:pt x="5698533" y="2123670"/>
                  </a:lnTo>
                  <a:lnTo>
                    <a:pt x="5698533" y="3478708"/>
                  </a:lnTo>
                  <a:lnTo>
                    <a:pt x="5626399" y="3437986"/>
                  </a:lnTo>
                  <a:lnTo>
                    <a:pt x="5554266" y="3397315"/>
                  </a:lnTo>
                  <a:lnTo>
                    <a:pt x="5482133" y="3356700"/>
                  </a:lnTo>
                  <a:lnTo>
                    <a:pt x="5409999" y="3316141"/>
                  </a:lnTo>
                  <a:lnTo>
                    <a:pt x="5337866" y="3275644"/>
                  </a:lnTo>
                  <a:lnTo>
                    <a:pt x="5265733" y="3235211"/>
                  </a:lnTo>
                  <a:lnTo>
                    <a:pt x="5193599" y="3194847"/>
                  </a:lnTo>
                  <a:lnTo>
                    <a:pt x="5121466" y="3154554"/>
                  </a:lnTo>
                  <a:lnTo>
                    <a:pt x="5049333" y="3114338"/>
                  </a:lnTo>
                  <a:lnTo>
                    <a:pt x="4977199" y="3074204"/>
                  </a:lnTo>
                  <a:lnTo>
                    <a:pt x="4905066" y="3034156"/>
                  </a:lnTo>
                  <a:lnTo>
                    <a:pt x="4832933" y="2994200"/>
                  </a:lnTo>
                  <a:lnTo>
                    <a:pt x="4760799" y="2954342"/>
                  </a:lnTo>
                  <a:lnTo>
                    <a:pt x="4688666" y="2914587"/>
                  </a:lnTo>
                  <a:lnTo>
                    <a:pt x="4616533" y="2874943"/>
                  </a:lnTo>
                  <a:lnTo>
                    <a:pt x="4544399" y="2835418"/>
                  </a:lnTo>
                  <a:lnTo>
                    <a:pt x="4472266" y="2796018"/>
                  </a:lnTo>
                  <a:lnTo>
                    <a:pt x="4400133" y="2756753"/>
                  </a:lnTo>
                  <a:lnTo>
                    <a:pt x="4327999" y="2717631"/>
                  </a:lnTo>
                  <a:lnTo>
                    <a:pt x="4255866" y="2678663"/>
                  </a:lnTo>
                  <a:lnTo>
                    <a:pt x="4183733" y="2639859"/>
                  </a:lnTo>
                  <a:lnTo>
                    <a:pt x="4111599" y="2601230"/>
                  </a:lnTo>
                  <a:lnTo>
                    <a:pt x="4039466" y="2562788"/>
                  </a:lnTo>
                  <a:lnTo>
                    <a:pt x="3967333" y="2524548"/>
                  </a:lnTo>
                  <a:lnTo>
                    <a:pt x="3895199" y="2486523"/>
                  </a:lnTo>
                  <a:lnTo>
                    <a:pt x="3823066" y="2448727"/>
                  </a:lnTo>
                  <a:lnTo>
                    <a:pt x="3750933" y="2411178"/>
                  </a:lnTo>
                  <a:lnTo>
                    <a:pt x="3678799" y="2373892"/>
                  </a:lnTo>
                  <a:lnTo>
                    <a:pt x="3606666" y="2336887"/>
                  </a:lnTo>
                  <a:lnTo>
                    <a:pt x="3534533" y="2300183"/>
                  </a:lnTo>
                  <a:lnTo>
                    <a:pt x="3462399" y="2263800"/>
                  </a:lnTo>
                  <a:lnTo>
                    <a:pt x="3390266" y="2227759"/>
                  </a:lnTo>
                  <a:lnTo>
                    <a:pt x="3318133" y="2192082"/>
                  </a:lnTo>
                  <a:lnTo>
                    <a:pt x="3245999" y="2156791"/>
                  </a:lnTo>
                  <a:lnTo>
                    <a:pt x="3173866" y="2121910"/>
                  </a:lnTo>
                  <a:lnTo>
                    <a:pt x="3101733" y="2087462"/>
                  </a:lnTo>
                  <a:lnTo>
                    <a:pt x="3029599" y="2053470"/>
                  </a:lnTo>
                  <a:lnTo>
                    <a:pt x="2957466" y="2019956"/>
                  </a:lnTo>
                  <a:lnTo>
                    <a:pt x="2885333" y="1986945"/>
                  </a:lnTo>
                  <a:lnTo>
                    <a:pt x="2813199" y="1954455"/>
                  </a:lnTo>
                  <a:lnTo>
                    <a:pt x="2741066" y="1922507"/>
                  </a:lnTo>
                  <a:lnTo>
                    <a:pt x="2668933" y="1891117"/>
                  </a:lnTo>
                  <a:lnTo>
                    <a:pt x="2596799" y="1860302"/>
                  </a:lnTo>
                  <a:lnTo>
                    <a:pt x="2524666" y="1830072"/>
                  </a:lnTo>
                  <a:lnTo>
                    <a:pt x="2452533" y="1800437"/>
                  </a:lnTo>
                  <a:lnTo>
                    <a:pt x="2380399" y="1771401"/>
                  </a:lnTo>
                  <a:lnTo>
                    <a:pt x="2308266" y="1742966"/>
                  </a:lnTo>
                  <a:lnTo>
                    <a:pt x="2236133" y="1715131"/>
                  </a:lnTo>
                  <a:lnTo>
                    <a:pt x="2163999" y="1687890"/>
                  </a:lnTo>
                  <a:lnTo>
                    <a:pt x="2091866" y="1661232"/>
                  </a:lnTo>
                  <a:lnTo>
                    <a:pt x="2019733" y="1635147"/>
                  </a:lnTo>
                  <a:lnTo>
                    <a:pt x="1947599" y="1609619"/>
                  </a:lnTo>
                  <a:lnTo>
                    <a:pt x="1875466" y="1584631"/>
                  </a:lnTo>
                  <a:lnTo>
                    <a:pt x="1803333" y="1560162"/>
                  </a:lnTo>
                  <a:lnTo>
                    <a:pt x="1731199" y="1536192"/>
                  </a:lnTo>
                  <a:lnTo>
                    <a:pt x="1659066" y="1512699"/>
                  </a:lnTo>
                  <a:lnTo>
                    <a:pt x="1586933" y="1489659"/>
                  </a:lnTo>
                  <a:lnTo>
                    <a:pt x="1514799" y="1467050"/>
                  </a:lnTo>
                  <a:lnTo>
                    <a:pt x="1442666" y="1444847"/>
                  </a:lnTo>
                  <a:lnTo>
                    <a:pt x="1370533" y="1423028"/>
                  </a:lnTo>
                  <a:lnTo>
                    <a:pt x="1298399" y="1401570"/>
                  </a:lnTo>
                  <a:lnTo>
                    <a:pt x="1226266" y="1380452"/>
                  </a:lnTo>
                  <a:lnTo>
                    <a:pt x="1154133" y="1359653"/>
                  </a:lnTo>
                  <a:lnTo>
                    <a:pt x="1081999" y="1339152"/>
                  </a:lnTo>
                  <a:lnTo>
                    <a:pt x="1009866" y="1318930"/>
                  </a:lnTo>
                  <a:lnTo>
                    <a:pt x="937733" y="1298969"/>
                  </a:lnTo>
                  <a:lnTo>
                    <a:pt x="865599" y="1279253"/>
                  </a:lnTo>
                  <a:lnTo>
                    <a:pt x="793466" y="1259765"/>
                  </a:lnTo>
                  <a:lnTo>
                    <a:pt x="721333" y="1240490"/>
                  </a:lnTo>
                  <a:lnTo>
                    <a:pt x="649199" y="1221415"/>
                  </a:lnTo>
                  <a:lnTo>
                    <a:pt x="577066" y="1202526"/>
                  </a:lnTo>
                  <a:lnTo>
                    <a:pt x="504933" y="1183811"/>
                  </a:lnTo>
                  <a:lnTo>
                    <a:pt x="432799" y="1165258"/>
                  </a:lnTo>
                  <a:lnTo>
                    <a:pt x="360666" y="1146858"/>
                  </a:lnTo>
                  <a:lnTo>
                    <a:pt x="288533" y="1128600"/>
                  </a:lnTo>
                  <a:lnTo>
                    <a:pt x="216399" y="1110476"/>
                  </a:lnTo>
                  <a:lnTo>
                    <a:pt x="144266" y="1092477"/>
                  </a:lnTo>
                  <a:lnTo>
                    <a:pt x="72133" y="1074595"/>
                  </a:lnTo>
                  <a:lnTo>
                    <a:pt x="0" y="105682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60457" y="2070498"/>
              <a:ext cx="5698533" cy="2123670"/>
            </a:xfrm>
            <a:custGeom>
              <a:avLst/>
              <a:pathLst>
                <a:path w="5698533" h="2123670">
                  <a:moveTo>
                    <a:pt x="0" y="0"/>
                  </a:moveTo>
                  <a:lnTo>
                    <a:pt x="72133" y="39766"/>
                  </a:lnTo>
                  <a:lnTo>
                    <a:pt x="144266" y="79423"/>
                  </a:lnTo>
                  <a:lnTo>
                    <a:pt x="216399" y="118962"/>
                  </a:lnTo>
                  <a:lnTo>
                    <a:pt x="288533" y="158377"/>
                  </a:lnTo>
                  <a:lnTo>
                    <a:pt x="360666" y="197658"/>
                  </a:lnTo>
                  <a:lnTo>
                    <a:pt x="432799" y="236796"/>
                  </a:lnTo>
                  <a:lnTo>
                    <a:pt x="504933" y="275783"/>
                  </a:lnTo>
                  <a:lnTo>
                    <a:pt x="577066" y="314606"/>
                  </a:lnTo>
                  <a:lnTo>
                    <a:pt x="649199" y="353256"/>
                  </a:lnTo>
                  <a:lnTo>
                    <a:pt x="721333" y="391719"/>
                  </a:lnTo>
                  <a:lnTo>
                    <a:pt x="793466" y="429983"/>
                  </a:lnTo>
                  <a:lnTo>
                    <a:pt x="865599" y="468033"/>
                  </a:lnTo>
                  <a:lnTo>
                    <a:pt x="937733" y="505856"/>
                  </a:lnTo>
                  <a:lnTo>
                    <a:pt x="1009866" y="543434"/>
                  </a:lnTo>
                  <a:lnTo>
                    <a:pt x="1081999" y="580751"/>
                  </a:lnTo>
                  <a:lnTo>
                    <a:pt x="1154133" y="617788"/>
                  </a:lnTo>
                  <a:lnTo>
                    <a:pt x="1226266" y="654528"/>
                  </a:lnTo>
                  <a:lnTo>
                    <a:pt x="1298399" y="690948"/>
                  </a:lnTo>
                  <a:lnTo>
                    <a:pt x="1370533" y="727029"/>
                  </a:lnTo>
                  <a:lnTo>
                    <a:pt x="1442666" y="762749"/>
                  </a:lnTo>
                  <a:lnTo>
                    <a:pt x="1514799" y="798085"/>
                  </a:lnTo>
                  <a:lnTo>
                    <a:pt x="1586933" y="833014"/>
                  </a:lnTo>
                  <a:lnTo>
                    <a:pt x="1659066" y="867513"/>
                  </a:lnTo>
                  <a:lnTo>
                    <a:pt x="1731199" y="901558"/>
                  </a:lnTo>
                  <a:lnTo>
                    <a:pt x="1803333" y="935127"/>
                  </a:lnTo>
                  <a:lnTo>
                    <a:pt x="1875466" y="968197"/>
                  </a:lnTo>
                  <a:lnTo>
                    <a:pt x="1947599" y="1000747"/>
                  </a:lnTo>
                  <a:lnTo>
                    <a:pt x="2019733" y="1032758"/>
                  </a:lnTo>
                  <a:lnTo>
                    <a:pt x="2091866" y="1064212"/>
                  </a:lnTo>
                  <a:lnTo>
                    <a:pt x="2163999" y="1095093"/>
                  </a:lnTo>
                  <a:lnTo>
                    <a:pt x="2236133" y="1125390"/>
                  </a:lnTo>
                  <a:lnTo>
                    <a:pt x="2308266" y="1155094"/>
                  </a:lnTo>
                  <a:lnTo>
                    <a:pt x="2380399" y="1184198"/>
                  </a:lnTo>
                  <a:lnTo>
                    <a:pt x="2452533" y="1212701"/>
                  </a:lnTo>
                  <a:lnTo>
                    <a:pt x="2524666" y="1240604"/>
                  </a:lnTo>
                  <a:lnTo>
                    <a:pt x="2596799" y="1267913"/>
                  </a:lnTo>
                  <a:lnTo>
                    <a:pt x="2668933" y="1294636"/>
                  </a:lnTo>
                  <a:lnTo>
                    <a:pt x="2741066" y="1320786"/>
                  </a:lnTo>
                  <a:lnTo>
                    <a:pt x="2813199" y="1346376"/>
                  </a:lnTo>
                  <a:lnTo>
                    <a:pt x="2885333" y="1371425"/>
                  </a:lnTo>
                  <a:lnTo>
                    <a:pt x="2957466" y="1395952"/>
                  </a:lnTo>
                  <a:lnTo>
                    <a:pt x="3029599" y="1419977"/>
                  </a:lnTo>
                  <a:lnTo>
                    <a:pt x="3101733" y="1443524"/>
                  </a:lnTo>
                  <a:lnTo>
                    <a:pt x="3173866" y="1466614"/>
                  </a:lnTo>
                  <a:lnTo>
                    <a:pt x="3245999" y="1489272"/>
                  </a:lnTo>
                  <a:lnTo>
                    <a:pt x="3318133" y="1511520"/>
                  </a:lnTo>
                  <a:lnTo>
                    <a:pt x="3390266" y="1533381"/>
                  </a:lnTo>
                  <a:lnTo>
                    <a:pt x="3462399" y="1554879"/>
                  </a:lnTo>
                  <a:lnTo>
                    <a:pt x="3534533" y="1576034"/>
                  </a:lnTo>
                  <a:lnTo>
                    <a:pt x="3606666" y="1596869"/>
                  </a:lnTo>
                  <a:lnTo>
                    <a:pt x="3678799" y="1617403"/>
                  </a:lnTo>
                  <a:lnTo>
                    <a:pt x="3750933" y="1637656"/>
                  </a:lnTo>
                  <a:lnTo>
                    <a:pt x="3823066" y="1657645"/>
                  </a:lnTo>
                  <a:lnTo>
                    <a:pt x="3895199" y="1677388"/>
                  </a:lnTo>
                  <a:lnTo>
                    <a:pt x="3967333" y="1696902"/>
                  </a:lnTo>
                  <a:lnTo>
                    <a:pt x="4039466" y="1716200"/>
                  </a:lnTo>
                  <a:lnTo>
                    <a:pt x="4111599" y="1735297"/>
                  </a:lnTo>
                  <a:lnTo>
                    <a:pt x="4183733" y="1754207"/>
                  </a:lnTo>
                  <a:lnTo>
                    <a:pt x="4255866" y="1772942"/>
                  </a:lnTo>
                  <a:lnTo>
                    <a:pt x="4327999" y="1791512"/>
                  </a:lnTo>
                  <a:lnTo>
                    <a:pt x="4400133" y="1809929"/>
                  </a:lnTo>
                  <a:lnTo>
                    <a:pt x="4472266" y="1828202"/>
                  </a:lnTo>
                  <a:lnTo>
                    <a:pt x="4544399" y="1846341"/>
                  </a:lnTo>
                  <a:lnTo>
                    <a:pt x="4616533" y="1864354"/>
                  </a:lnTo>
                  <a:lnTo>
                    <a:pt x="4688666" y="1882249"/>
                  </a:lnTo>
                  <a:lnTo>
                    <a:pt x="4760799" y="1900034"/>
                  </a:lnTo>
                  <a:lnTo>
                    <a:pt x="4832933" y="1917714"/>
                  </a:lnTo>
                  <a:lnTo>
                    <a:pt x="4905066" y="1935296"/>
                  </a:lnTo>
                  <a:lnTo>
                    <a:pt x="4977199" y="1952787"/>
                  </a:lnTo>
                  <a:lnTo>
                    <a:pt x="5049333" y="1970191"/>
                  </a:lnTo>
                  <a:lnTo>
                    <a:pt x="5121466" y="1987514"/>
                  </a:lnTo>
                  <a:lnTo>
                    <a:pt x="5193599" y="2004761"/>
                  </a:lnTo>
                  <a:lnTo>
                    <a:pt x="5265733" y="2021935"/>
                  </a:lnTo>
                  <a:lnTo>
                    <a:pt x="5337866" y="2039041"/>
                  </a:lnTo>
                  <a:lnTo>
                    <a:pt x="5409999" y="2056082"/>
                  </a:lnTo>
                  <a:lnTo>
                    <a:pt x="5482133" y="2073062"/>
                  </a:lnTo>
                  <a:lnTo>
                    <a:pt x="5554266" y="2089985"/>
                  </a:lnTo>
                  <a:lnTo>
                    <a:pt x="5626399" y="2106854"/>
                  </a:lnTo>
                  <a:lnTo>
                    <a:pt x="5698533" y="21236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60457" y="3127322"/>
              <a:ext cx="5698533" cy="2421884"/>
            </a:xfrm>
            <a:custGeom>
              <a:avLst/>
              <a:pathLst>
                <a:path w="5698533" h="2421884">
                  <a:moveTo>
                    <a:pt x="5698533" y="2421884"/>
                  </a:moveTo>
                  <a:lnTo>
                    <a:pt x="5626399" y="2381162"/>
                  </a:lnTo>
                  <a:lnTo>
                    <a:pt x="5554266" y="2340492"/>
                  </a:lnTo>
                  <a:lnTo>
                    <a:pt x="5482133" y="2299876"/>
                  </a:lnTo>
                  <a:lnTo>
                    <a:pt x="5409999" y="2259318"/>
                  </a:lnTo>
                  <a:lnTo>
                    <a:pt x="5337866" y="2218821"/>
                  </a:lnTo>
                  <a:lnTo>
                    <a:pt x="5265733" y="2178388"/>
                  </a:lnTo>
                  <a:lnTo>
                    <a:pt x="5193599" y="2138023"/>
                  </a:lnTo>
                  <a:lnTo>
                    <a:pt x="5121466" y="2097731"/>
                  </a:lnTo>
                  <a:lnTo>
                    <a:pt x="5049333" y="2057515"/>
                  </a:lnTo>
                  <a:lnTo>
                    <a:pt x="4977199" y="2017381"/>
                  </a:lnTo>
                  <a:lnTo>
                    <a:pt x="4905066" y="1977333"/>
                  </a:lnTo>
                  <a:lnTo>
                    <a:pt x="4832933" y="1937377"/>
                  </a:lnTo>
                  <a:lnTo>
                    <a:pt x="4760799" y="1897518"/>
                  </a:lnTo>
                  <a:lnTo>
                    <a:pt x="4688666" y="1857764"/>
                  </a:lnTo>
                  <a:lnTo>
                    <a:pt x="4616533" y="1818120"/>
                  </a:lnTo>
                  <a:lnTo>
                    <a:pt x="4544399" y="1778594"/>
                  </a:lnTo>
                  <a:lnTo>
                    <a:pt x="4472266" y="1739195"/>
                  </a:lnTo>
                  <a:lnTo>
                    <a:pt x="4400133" y="1699929"/>
                  </a:lnTo>
                  <a:lnTo>
                    <a:pt x="4327999" y="1660808"/>
                  </a:lnTo>
                  <a:lnTo>
                    <a:pt x="4255866" y="1621839"/>
                  </a:lnTo>
                  <a:lnTo>
                    <a:pt x="4183733" y="1583035"/>
                  </a:lnTo>
                  <a:lnTo>
                    <a:pt x="4111599" y="1544406"/>
                  </a:lnTo>
                  <a:lnTo>
                    <a:pt x="4039466" y="1505965"/>
                  </a:lnTo>
                  <a:lnTo>
                    <a:pt x="3967333" y="1467725"/>
                  </a:lnTo>
                  <a:lnTo>
                    <a:pt x="3895199" y="1429699"/>
                  </a:lnTo>
                  <a:lnTo>
                    <a:pt x="3823066" y="1391904"/>
                  </a:lnTo>
                  <a:lnTo>
                    <a:pt x="3750933" y="1354355"/>
                  </a:lnTo>
                  <a:lnTo>
                    <a:pt x="3678799" y="1317069"/>
                  </a:lnTo>
                  <a:lnTo>
                    <a:pt x="3606666" y="1280064"/>
                  </a:lnTo>
                  <a:lnTo>
                    <a:pt x="3534533" y="1243360"/>
                  </a:lnTo>
                  <a:lnTo>
                    <a:pt x="3462399" y="1206977"/>
                  </a:lnTo>
                  <a:lnTo>
                    <a:pt x="3390266" y="1170936"/>
                  </a:lnTo>
                  <a:lnTo>
                    <a:pt x="3318133" y="1135259"/>
                  </a:lnTo>
                  <a:lnTo>
                    <a:pt x="3245999" y="1099968"/>
                  </a:lnTo>
                  <a:lnTo>
                    <a:pt x="3173866" y="1065087"/>
                  </a:lnTo>
                  <a:lnTo>
                    <a:pt x="3101733" y="1030638"/>
                  </a:lnTo>
                  <a:lnTo>
                    <a:pt x="3029599" y="996646"/>
                  </a:lnTo>
                  <a:lnTo>
                    <a:pt x="2957466" y="963133"/>
                  </a:lnTo>
                  <a:lnTo>
                    <a:pt x="2885333" y="930121"/>
                  </a:lnTo>
                  <a:lnTo>
                    <a:pt x="2813199" y="897631"/>
                  </a:lnTo>
                  <a:lnTo>
                    <a:pt x="2741066" y="865683"/>
                  </a:lnTo>
                  <a:lnTo>
                    <a:pt x="2668933" y="834294"/>
                  </a:lnTo>
                  <a:lnTo>
                    <a:pt x="2596799" y="803479"/>
                  </a:lnTo>
                  <a:lnTo>
                    <a:pt x="2524666" y="773249"/>
                  </a:lnTo>
                  <a:lnTo>
                    <a:pt x="2452533" y="743613"/>
                  </a:lnTo>
                  <a:lnTo>
                    <a:pt x="2380399" y="714578"/>
                  </a:lnTo>
                  <a:lnTo>
                    <a:pt x="2308266" y="686143"/>
                  </a:lnTo>
                  <a:lnTo>
                    <a:pt x="2236133" y="658308"/>
                  </a:lnTo>
                  <a:lnTo>
                    <a:pt x="2163999" y="631066"/>
                  </a:lnTo>
                  <a:lnTo>
                    <a:pt x="2091866" y="604409"/>
                  </a:lnTo>
                  <a:lnTo>
                    <a:pt x="2019733" y="578324"/>
                  </a:lnTo>
                  <a:lnTo>
                    <a:pt x="1947599" y="552796"/>
                  </a:lnTo>
                  <a:lnTo>
                    <a:pt x="1875466" y="527808"/>
                  </a:lnTo>
                  <a:lnTo>
                    <a:pt x="1803333" y="503339"/>
                  </a:lnTo>
                  <a:lnTo>
                    <a:pt x="1731199" y="479369"/>
                  </a:lnTo>
                  <a:lnTo>
                    <a:pt x="1659066" y="455876"/>
                  </a:lnTo>
                  <a:lnTo>
                    <a:pt x="1586933" y="432836"/>
                  </a:lnTo>
                  <a:lnTo>
                    <a:pt x="1514799" y="410226"/>
                  </a:lnTo>
                  <a:lnTo>
                    <a:pt x="1442666" y="388023"/>
                  </a:lnTo>
                  <a:lnTo>
                    <a:pt x="1370533" y="366205"/>
                  </a:lnTo>
                  <a:lnTo>
                    <a:pt x="1298399" y="344747"/>
                  </a:lnTo>
                  <a:lnTo>
                    <a:pt x="1226266" y="323629"/>
                  </a:lnTo>
                  <a:lnTo>
                    <a:pt x="1154133" y="302829"/>
                  </a:lnTo>
                  <a:lnTo>
                    <a:pt x="1081999" y="282328"/>
                  </a:lnTo>
                  <a:lnTo>
                    <a:pt x="1009866" y="262107"/>
                  </a:lnTo>
                  <a:lnTo>
                    <a:pt x="937733" y="242146"/>
                  </a:lnTo>
                  <a:lnTo>
                    <a:pt x="865599" y="222430"/>
                  </a:lnTo>
                  <a:lnTo>
                    <a:pt x="793466" y="202942"/>
                  </a:lnTo>
                  <a:lnTo>
                    <a:pt x="721333" y="183667"/>
                  </a:lnTo>
                  <a:lnTo>
                    <a:pt x="649199" y="164592"/>
                  </a:lnTo>
                  <a:lnTo>
                    <a:pt x="577066" y="145702"/>
                  </a:lnTo>
                  <a:lnTo>
                    <a:pt x="504933" y="126987"/>
                  </a:lnTo>
                  <a:lnTo>
                    <a:pt x="432799" y="108435"/>
                  </a:lnTo>
                  <a:lnTo>
                    <a:pt x="360666" y="90035"/>
                  </a:lnTo>
                  <a:lnTo>
                    <a:pt x="288533" y="71777"/>
                  </a:lnTo>
                  <a:lnTo>
                    <a:pt x="216399" y="53653"/>
                  </a:lnTo>
                  <a:lnTo>
                    <a:pt x="144266" y="35654"/>
                  </a:lnTo>
                  <a:lnTo>
                    <a:pt x="72133" y="177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60457" y="2598910"/>
              <a:ext cx="5698533" cy="2272777"/>
            </a:xfrm>
            <a:custGeom>
              <a:avLst/>
              <a:pathLst>
                <a:path w="5698533" h="2272777">
                  <a:moveTo>
                    <a:pt x="0" y="0"/>
                  </a:moveTo>
                  <a:lnTo>
                    <a:pt x="72133" y="28769"/>
                  </a:lnTo>
                  <a:lnTo>
                    <a:pt x="144266" y="57538"/>
                  </a:lnTo>
                  <a:lnTo>
                    <a:pt x="216399" y="86308"/>
                  </a:lnTo>
                  <a:lnTo>
                    <a:pt x="288533" y="115077"/>
                  </a:lnTo>
                  <a:lnTo>
                    <a:pt x="360666" y="143846"/>
                  </a:lnTo>
                  <a:lnTo>
                    <a:pt x="432799" y="172616"/>
                  </a:lnTo>
                  <a:lnTo>
                    <a:pt x="504933" y="201385"/>
                  </a:lnTo>
                  <a:lnTo>
                    <a:pt x="577066" y="230154"/>
                  </a:lnTo>
                  <a:lnTo>
                    <a:pt x="649199" y="258924"/>
                  </a:lnTo>
                  <a:lnTo>
                    <a:pt x="721333" y="287693"/>
                  </a:lnTo>
                  <a:lnTo>
                    <a:pt x="793466" y="316462"/>
                  </a:lnTo>
                  <a:lnTo>
                    <a:pt x="865599" y="345232"/>
                  </a:lnTo>
                  <a:lnTo>
                    <a:pt x="937733" y="374001"/>
                  </a:lnTo>
                  <a:lnTo>
                    <a:pt x="1009866" y="402770"/>
                  </a:lnTo>
                  <a:lnTo>
                    <a:pt x="1081999" y="431540"/>
                  </a:lnTo>
                  <a:lnTo>
                    <a:pt x="1154133" y="460309"/>
                  </a:lnTo>
                  <a:lnTo>
                    <a:pt x="1226266" y="489078"/>
                  </a:lnTo>
                  <a:lnTo>
                    <a:pt x="1298399" y="517848"/>
                  </a:lnTo>
                  <a:lnTo>
                    <a:pt x="1370533" y="546617"/>
                  </a:lnTo>
                  <a:lnTo>
                    <a:pt x="1442666" y="575386"/>
                  </a:lnTo>
                  <a:lnTo>
                    <a:pt x="1514799" y="604156"/>
                  </a:lnTo>
                  <a:lnTo>
                    <a:pt x="1586933" y="632925"/>
                  </a:lnTo>
                  <a:lnTo>
                    <a:pt x="1659066" y="661694"/>
                  </a:lnTo>
                  <a:lnTo>
                    <a:pt x="1731199" y="690464"/>
                  </a:lnTo>
                  <a:lnTo>
                    <a:pt x="1803333" y="719233"/>
                  </a:lnTo>
                  <a:lnTo>
                    <a:pt x="1875466" y="748002"/>
                  </a:lnTo>
                  <a:lnTo>
                    <a:pt x="1947599" y="776772"/>
                  </a:lnTo>
                  <a:lnTo>
                    <a:pt x="2019733" y="805541"/>
                  </a:lnTo>
                  <a:lnTo>
                    <a:pt x="2091866" y="834310"/>
                  </a:lnTo>
                  <a:lnTo>
                    <a:pt x="2163999" y="863080"/>
                  </a:lnTo>
                  <a:lnTo>
                    <a:pt x="2236133" y="891849"/>
                  </a:lnTo>
                  <a:lnTo>
                    <a:pt x="2308266" y="920618"/>
                  </a:lnTo>
                  <a:lnTo>
                    <a:pt x="2380399" y="949388"/>
                  </a:lnTo>
                  <a:lnTo>
                    <a:pt x="2452533" y="978157"/>
                  </a:lnTo>
                  <a:lnTo>
                    <a:pt x="2524666" y="1006926"/>
                  </a:lnTo>
                  <a:lnTo>
                    <a:pt x="2596799" y="1035696"/>
                  </a:lnTo>
                  <a:lnTo>
                    <a:pt x="2668933" y="1064465"/>
                  </a:lnTo>
                  <a:lnTo>
                    <a:pt x="2741066" y="1093234"/>
                  </a:lnTo>
                  <a:lnTo>
                    <a:pt x="2813199" y="1122004"/>
                  </a:lnTo>
                  <a:lnTo>
                    <a:pt x="2885333" y="1150773"/>
                  </a:lnTo>
                  <a:lnTo>
                    <a:pt x="2957466" y="1179542"/>
                  </a:lnTo>
                  <a:lnTo>
                    <a:pt x="3029599" y="1208312"/>
                  </a:lnTo>
                  <a:lnTo>
                    <a:pt x="3101733" y="1237081"/>
                  </a:lnTo>
                  <a:lnTo>
                    <a:pt x="3173866" y="1265850"/>
                  </a:lnTo>
                  <a:lnTo>
                    <a:pt x="3245999" y="1294620"/>
                  </a:lnTo>
                  <a:lnTo>
                    <a:pt x="3318133" y="1323389"/>
                  </a:lnTo>
                  <a:lnTo>
                    <a:pt x="3390266" y="1352158"/>
                  </a:lnTo>
                  <a:lnTo>
                    <a:pt x="3462399" y="1380928"/>
                  </a:lnTo>
                  <a:lnTo>
                    <a:pt x="3534533" y="1409697"/>
                  </a:lnTo>
                  <a:lnTo>
                    <a:pt x="3606666" y="1438466"/>
                  </a:lnTo>
                  <a:lnTo>
                    <a:pt x="3678799" y="1467236"/>
                  </a:lnTo>
                  <a:lnTo>
                    <a:pt x="3750933" y="1496005"/>
                  </a:lnTo>
                  <a:lnTo>
                    <a:pt x="3823066" y="1524774"/>
                  </a:lnTo>
                  <a:lnTo>
                    <a:pt x="3895199" y="1553544"/>
                  </a:lnTo>
                  <a:lnTo>
                    <a:pt x="3967333" y="1582313"/>
                  </a:lnTo>
                  <a:lnTo>
                    <a:pt x="4039466" y="1611083"/>
                  </a:lnTo>
                  <a:lnTo>
                    <a:pt x="4111599" y="1639852"/>
                  </a:lnTo>
                  <a:lnTo>
                    <a:pt x="4183733" y="1668621"/>
                  </a:lnTo>
                  <a:lnTo>
                    <a:pt x="4255866" y="1697391"/>
                  </a:lnTo>
                  <a:lnTo>
                    <a:pt x="4327999" y="1726160"/>
                  </a:lnTo>
                  <a:lnTo>
                    <a:pt x="4400133" y="1754929"/>
                  </a:lnTo>
                  <a:lnTo>
                    <a:pt x="4472266" y="1783699"/>
                  </a:lnTo>
                  <a:lnTo>
                    <a:pt x="4544399" y="1812468"/>
                  </a:lnTo>
                  <a:lnTo>
                    <a:pt x="4616533" y="1841237"/>
                  </a:lnTo>
                  <a:lnTo>
                    <a:pt x="4688666" y="1870007"/>
                  </a:lnTo>
                  <a:lnTo>
                    <a:pt x="4760799" y="1898776"/>
                  </a:lnTo>
                  <a:lnTo>
                    <a:pt x="4832933" y="1927545"/>
                  </a:lnTo>
                  <a:lnTo>
                    <a:pt x="4905066" y="1956315"/>
                  </a:lnTo>
                  <a:lnTo>
                    <a:pt x="4977199" y="1985084"/>
                  </a:lnTo>
                  <a:lnTo>
                    <a:pt x="5049333" y="2013853"/>
                  </a:lnTo>
                  <a:lnTo>
                    <a:pt x="5121466" y="2042623"/>
                  </a:lnTo>
                  <a:lnTo>
                    <a:pt x="5193599" y="2071392"/>
                  </a:lnTo>
                  <a:lnTo>
                    <a:pt x="5265733" y="2100161"/>
                  </a:lnTo>
                  <a:lnTo>
                    <a:pt x="5337866" y="2128931"/>
                  </a:lnTo>
                  <a:lnTo>
                    <a:pt x="5409999" y="2157700"/>
                  </a:lnTo>
                  <a:lnTo>
                    <a:pt x="5482133" y="2186469"/>
                  </a:lnTo>
                  <a:lnTo>
                    <a:pt x="5554266" y="2215239"/>
                  </a:lnTo>
                  <a:lnTo>
                    <a:pt x="5626399" y="2244008"/>
                  </a:lnTo>
                  <a:lnTo>
                    <a:pt x="5698533" y="2272777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27969" y="43116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27969" y="44284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27969" y="450652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99225" y="3907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99225" y="41784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99225" y="381408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400123" y="40844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400123" y="371340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400123" y="40340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021004" y="467683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021004" y="43236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021004" y="464298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49254" y="360546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49254" y="394940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49254" y="380030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235701" y="367031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235701" y="390390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235701" y="389850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648501" y="517294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48501" y="51403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112477" y="52419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12477" y="513693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57927" y="3817825"/>
              <a:ext cx="4821779" cy="1296184"/>
            </a:xfrm>
            <a:custGeom>
              <a:avLst/>
              <a:pathLst>
                <a:path w="4821779" h="1296184">
                  <a:moveTo>
                    <a:pt x="0" y="0"/>
                  </a:moveTo>
                  <a:lnTo>
                    <a:pt x="61035" y="12311"/>
                  </a:lnTo>
                  <a:lnTo>
                    <a:pt x="122070" y="24524"/>
                  </a:lnTo>
                  <a:lnTo>
                    <a:pt x="183105" y="36634"/>
                  </a:lnTo>
                  <a:lnTo>
                    <a:pt x="244140" y="48635"/>
                  </a:lnTo>
                  <a:lnTo>
                    <a:pt x="305175" y="60520"/>
                  </a:lnTo>
                  <a:lnTo>
                    <a:pt x="366211" y="72284"/>
                  </a:lnTo>
                  <a:lnTo>
                    <a:pt x="427246" y="83919"/>
                  </a:lnTo>
                  <a:lnTo>
                    <a:pt x="488281" y="95420"/>
                  </a:lnTo>
                  <a:lnTo>
                    <a:pt x="549316" y="106777"/>
                  </a:lnTo>
                  <a:lnTo>
                    <a:pt x="610351" y="117985"/>
                  </a:lnTo>
                  <a:lnTo>
                    <a:pt x="671387" y="129034"/>
                  </a:lnTo>
                  <a:lnTo>
                    <a:pt x="732422" y="139918"/>
                  </a:lnTo>
                  <a:lnTo>
                    <a:pt x="793457" y="150626"/>
                  </a:lnTo>
                  <a:lnTo>
                    <a:pt x="854492" y="161151"/>
                  </a:lnTo>
                  <a:lnTo>
                    <a:pt x="915527" y="171484"/>
                  </a:lnTo>
                  <a:lnTo>
                    <a:pt x="976562" y="181616"/>
                  </a:lnTo>
                  <a:lnTo>
                    <a:pt x="1037598" y="191538"/>
                  </a:lnTo>
                  <a:lnTo>
                    <a:pt x="1098633" y="201241"/>
                  </a:lnTo>
                  <a:lnTo>
                    <a:pt x="1159668" y="210717"/>
                  </a:lnTo>
                  <a:lnTo>
                    <a:pt x="1220703" y="219955"/>
                  </a:lnTo>
                  <a:lnTo>
                    <a:pt x="1281738" y="228949"/>
                  </a:lnTo>
                  <a:lnTo>
                    <a:pt x="1342774" y="237690"/>
                  </a:lnTo>
                  <a:lnTo>
                    <a:pt x="1403809" y="246170"/>
                  </a:lnTo>
                  <a:lnTo>
                    <a:pt x="1464844" y="254384"/>
                  </a:lnTo>
                  <a:lnTo>
                    <a:pt x="1525879" y="262324"/>
                  </a:lnTo>
                  <a:lnTo>
                    <a:pt x="1586914" y="269985"/>
                  </a:lnTo>
                  <a:lnTo>
                    <a:pt x="1647950" y="277363"/>
                  </a:lnTo>
                  <a:lnTo>
                    <a:pt x="1708985" y="284454"/>
                  </a:lnTo>
                  <a:lnTo>
                    <a:pt x="1770020" y="291256"/>
                  </a:lnTo>
                  <a:lnTo>
                    <a:pt x="1831055" y="297768"/>
                  </a:lnTo>
                  <a:lnTo>
                    <a:pt x="1892090" y="303989"/>
                  </a:lnTo>
                  <a:lnTo>
                    <a:pt x="1953125" y="309921"/>
                  </a:lnTo>
                  <a:lnTo>
                    <a:pt x="2014161" y="315565"/>
                  </a:lnTo>
                  <a:lnTo>
                    <a:pt x="2075196" y="320924"/>
                  </a:lnTo>
                  <a:lnTo>
                    <a:pt x="2136231" y="326003"/>
                  </a:lnTo>
                  <a:lnTo>
                    <a:pt x="2197266" y="330807"/>
                  </a:lnTo>
                  <a:lnTo>
                    <a:pt x="2258301" y="335341"/>
                  </a:lnTo>
                  <a:lnTo>
                    <a:pt x="2319337" y="339613"/>
                  </a:lnTo>
                  <a:lnTo>
                    <a:pt x="2380372" y="343629"/>
                  </a:lnTo>
                  <a:lnTo>
                    <a:pt x="2441407" y="347398"/>
                  </a:lnTo>
                  <a:lnTo>
                    <a:pt x="2502442" y="350927"/>
                  </a:lnTo>
                  <a:lnTo>
                    <a:pt x="2563477" y="354225"/>
                  </a:lnTo>
                  <a:lnTo>
                    <a:pt x="2624513" y="357302"/>
                  </a:lnTo>
                  <a:lnTo>
                    <a:pt x="2685548" y="360165"/>
                  </a:lnTo>
                  <a:lnTo>
                    <a:pt x="2746583" y="362824"/>
                  </a:lnTo>
                  <a:lnTo>
                    <a:pt x="2807618" y="365288"/>
                  </a:lnTo>
                  <a:lnTo>
                    <a:pt x="2868653" y="367566"/>
                  </a:lnTo>
                  <a:lnTo>
                    <a:pt x="2929688" y="369666"/>
                  </a:lnTo>
                  <a:lnTo>
                    <a:pt x="2990724" y="371598"/>
                  </a:lnTo>
                  <a:lnTo>
                    <a:pt x="3051759" y="373368"/>
                  </a:lnTo>
                  <a:lnTo>
                    <a:pt x="3112794" y="374985"/>
                  </a:lnTo>
                  <a:lnTo>
                    <a:pt x="3173829" y="376458"/>
                  </a:lnTo>
                  <a:lnTo>
                    <a:pt x="3234864" y="377792"/>
                  </a:lnTo>
                  <a:lnTo>
                    <a:pt x="3295900" y="378997"/>
                  </a:lnTo>
                  <a:lnTo>
                    <a:pt x="3356935" y="380077"/>
                  </a:lnTo>
                  <a:lnTo>
                    <a:pt x="3417970" y="381040"/>
                  </a:lnTo>
                  <a:lnTo>
                    <a:pt x="3479005" y="381891"/>
                  </a:lnTo>
                  <a:lnTo>
                    <a:pt x="3540040" y="382638"/>
                  </a:lnTo>
                  <a:lnTo>
                    <a:pt x="3601076" y="383284"/>
                  </a:lnTo>
                  <a:lnTo>
                    <a:pt x="3662111" y="383836"/>
                  </a:lnTo>
                  <a:lnTo>
                    <a:pt x="3723146" y="384299"/>
                  </a:lnTo>
                  <a:lnTo>
                    <a:pt x="3784181" y="384676"/>
                  </a:lnTo>
                  <a:lnTo>
                    <a:pt x="3845216" y="384973"/>
                  </a:lnTo>
                  <a:lnTo>
                    <a:pt x="3906251" y="385194"/>
                  </a:lnTo>
                  <a:lnTo>
                    <a:pt x="3967287" y="385342"/>
                  </a:lnTo>
                  <a:lnTo>
                    <a:pt x="4028322" y="385422"/>
                  </a:lnTo>
                  <a:lnTo>
                    <a:pt x="4089357" y="385436"/>
                  </a:lnTo>
                  <a:lnTo>
                    <a:pt x="4150392" y="385388"/>
                  </a:lnTo>
                  <a:lnTo>
                    <a:pt x="4211427" y="385282"/>
                  </a:lnTo>
                  <a:lnTo>
                    <a:pt x="4272463" y="385120"/>
                  </a:lnTo>
                  <a:lnTo>
                    <a:pt x="4333498" y="384904"/>
                  </a:lnTo>
                  <a:lnTo>
                    <a:pt x="4394533" y="384639"/>
                  </a:lnTo>
                  <a:lnTo>
                    <a:pt x="4455568" y="384325"/>
                  </a:lnTo>
                  <a:lnTo>
                    <a:pt x="4516603" y="383965"/>
                  </a:lnTo>
                  <a:lnTo>
                    <a:pt x="4577639" y="383562"/>
                  </a:lnTo>
                  <a:lnTo>
                    <a:pt x="4638674" y="383118"/>
                  </a:lnTo>
                  <a:lnTo>
                    <a:pt x="4699709" y="382634"/>
                  </a:lnTo>
                  <a:lnTo>
                    <a:pt x="4760744" y="382112"/>
                  </a:lnTo>
                  <a:lnTo>
                    <a:pt x="4821779" y="381554"/>
                  </a:lnTo>
                  <a:lnTo>
                    <a:pt x="4821779" y="1296184"/>
                  </a:lnTo>
                  <a:lnTo>
                    <a:pt x="4760744" y="1282701"/>
                  </a:lnTo>
                  <a:lnTo>
                    <a:pt x="4699709" y="1269254"/>
                  </a:lnTo>
                  <a:lnTo>
                    <a:pt x="4638674" y="1255844"/>
                  </a:lnTo>
                  <a:lnTo>
                    <a:pt x="4577639" y="1242474"/>
                  </a:lnTo>
                  <a:lnTo>
                    <a:pt x="4516603" y="1229146"/>
                  </a:lnTo>
                  <a:lnTo>
                    <a:pt x="4455568" y="1215861"/>
                  </a:lnTo>
                  <a:lnTo>
                    <a:pt x="4394533" y="1202622"/>
                  </a:lnTo>
                  <a:lnTo>
                    <a:pt x="4333498" y="1189431"/>
                  </a:lnTo>
                  <a:lnTo>
                    <a:pt x="4272463" y="1176290"/>
                  </a:lnTo>
                  <a:lnTo>
                    <a:pt x="4211427" y="1163203"/>
                  </a:lnTo>
                  <a:lnTo>
                    <a:pt x="4150392" y="1150171"/>
                  </a:lnTo>
                  <a:lnTo>
                    <a:pt x="4089357" y="1137198"/>
                  </a:lnTo>
                  <a:lnTo>
                    <a:pt x="4028322" y="1124287"/>
                  </a:lnTo>
                  <a:lnTo>
                    <a:pt x="3967287" y="1111441"/>
                  </a:lnTo>
                  <a:lnTo>
                    <a:pt x="3906251" y="1098664"/>
                  </a:lnTo>
                  <a:lnTo>
                    <a:pt x="3845216" y="1085960"/>
                  </a:lnTo>
                  <a:lnTo>
                    <a:pt x="3784181" y="1073331"/>
                  </a:lnTo>
                  <a:lnTo>
                    <a:pt x="3723146" y="1060783"/>
                  </a:lnTo>
                  <a:lnTo>
                    <a:pt x="3662111" y="1048320"/>
                  </a:lnTo>
                  <a:lnTo>
                    <a:pt x="3601076" y="1035947"/>
                  </a:lnTo>
                  <a:lnTo>
                    <a:pt x="3540040" y="1023668"/>
                  </a:lnTo>
                  <a:lnTo>
                    <a:pt x="3479005" y="1011489"/>
                  </a:lnTo>
                  <a:lnTo>
                    <a:pt x="3417970" y="999416"/>
                  </a:lnTo>
                  <a:lnTo>
                    <a:pt x="3356935" y="987453"/>
                  </a:lnTo>
                  <a:lnTo>
                    <a:pt x="3295900" y="975608"/>
                  </a:lnTo>
                  <a:lnTo>
                    <a:pt x="3234864" y="963887"/>
                  </a:lnTo>
                  <a:lnTo>
                    <a:pt x="3173829" y="952296"/>
                  </a:lnTo>
                  <a:lnTo>
                    <a:pt x="3112794" y="940844"/>
                  </a:lnTo>
                  <a:lnTo>
                    <a:pt x="3051759" y="929536"/>
                  </a:lnTo>
                  <a:lnTo>
                    <a:pt x="2990724" y="918381"/>
                  </a:lnTo>
                  <a:lnTo>
                    <a:pt x="2929688" y="907387"/>
                  </a:lnTo>
                  <a:lnTo>
                    <a:pt x="2868653" y="896561"/>
                  </a:lnTo>
                  <a:lnTo>
                    <a:pt x="2807618" y="885914"/>
                  </a:lnTo>
                  <a:lnTo>
                    <a:pt x="2746583" y="875453"/>
                  </a:lnTo>
                  <a:lnTo>
                    <a:pt x="2685548" y="865187"/>
                  </a:lnTo>
                  <a:lnTo>
                    <a:pt x="2624513" y="855125"/>
                  </a:lnTo>
                  <a:lnTo>
                    <a:pt x="2563477" y="845276"/>
                  </a:lnTo>
                  <a:lnTo>
                    <a:pt x="2502442" y="835649"/>
                  </a:lnTo>
                  <a:lnTo>
                    <a:pt x="2441407" y="826253"/>
                  </a:lnTo>
                  <a:lnTo>
                    <a:pt x="2380372" y="817096"/>
                  </a:lnTo>
                  <a:lnTo>
                    <a:pt x="2319337" y="808187"/>
                  </a:lnTo>
                  <a:lnTo>
                    <a:pt x="2258301" y="799533"/>
                  </a:lnTo>
                  <a:lnTo>
                    <a:pt x="2197266" y="791142"/>
                  </a:lnTo>
                  <a:lnTo>
                    <a:pt x="2136231" y="783021"/>
                  </a:lnTo>
                  <a:lnTo>
                    <a:pt x="2075196" y="775174"/>
                  </a:lnTo>
                  <a:lnTo>
                    <a:pt x="2014161" y="767609"/>
                  </a:lnTo>
                  <a:lnTo>
                    <a:pt x="1953125" y="760327"/>
                  </a:lnTo>
                  <a:lnTo>
                    <a:pt x="1892090" y="753334"/>
                  </a:lnTo>
                  <a:lnTo>
                    <a:pt x="1831055" y="746629"/>
                  </a:lnTo>
                  <a:lnTo>
                    <a:pt x="1770020" y="740216"/>
                  </a:lnTo>
                  <a:lnTo>
                    <a:pt x="1708985" y="734093"/>
                  </a:lnTo>
                  <a:lnTo>
                    <a:pt x="1647950" y="728259"/>
                  </a:lnTo>
                  <a:lnTo>
                    <a:pt x="1586914" y="722711"/>
                  </a:lnTo>
                  <a:lnTo>
                    <a:pt x="1525879" y="717447"/>
                  </a:lnTo>
                  <a:lnTo>
                    <a:pt x="1464844" y="712462"/>
                  </a:lnTo>
                  <a:lnTo>
                    <a:pt x="1403809" y="707750"/>
                  </a:lnTo>
                  <a:lnTo>
                    <a:pt x="1342774" y="703305"/>
                  </a:lnTo>
                  <a:lnTo>
                    <a:pt x="1281738" y="699121"/>
                  </a:lnTo>
                  <a:lnTo>
                    <a:pt x="1220703" y="695189"/>
                  </a:lnTo>
                  <a:lnTo>
                    <a:pt x="1159668" y="691502"/>
                  </a:lnTo>
                  <a:lnTo>
                    <a:pt x="1098633" y="688052"/>
                  </a:lnTo>
                  <a:lnTo>
                    <a:pt x="1037598" y="684830"/>
                  </a:lnTo>
                  <a:lnTo>
                    <a:pt x="976562" y="681826"/>
                  </a:lnTo>
                  <a:lnTo>
                    <a:pt x="915527" y="679033"/>
                  </a:lnTo>
                  <a:lnTo>
                    <a:pt x="854492" y="676441"/>
                  </a:lnTo>
                  <a:lnTo>
                    <a:pt x="793457" y="674041"/>
                  </a:lnTo>
                  <a:lnTo>
                    <a:pt x="732422" y="671824"/>
                  </a:lnTo>
                  <a:lnTo>
                    <a:pt x="671387" y="669782"/>
                  </a:lnTo>
                  <a:lnTo>
                    <a:pt x="610351" y="667906"/>
                  </a:lnTo>
                  <a:lnTo>
                    <a:pt x="549316" y="666188"/>
                  </a:lnTo>
                  <a:lnTo>
                    <a:pt x="488281" y="664621"/>
                  </a:lnTo>
                  <a:lnTo>
                    <a:pt x="427246" y="663196"/>
                  </a:lnTo>
                  <a:lnTo>
                    <a:pt x="366211" y="661906"/>
                  </a:lnTo>
                  <a:lnTo>
                    <a:pt x="305175" y="660744"/>
                  </a:lnTo>
                  <a:lnTo>
                    <a:pt x="244140" y="659705"/>
                  </a:lnTo>
                  <a:lnTo>
                    <a:pt x="183105" y="658780"/>
                  </a:lnTo>
                  <a:lnTo>
                    <a:pt x="122070" y="657964"/>
                  </a:lnTo>
                  <a:lnTo>
                    <a:pt x="61035" y="657252"/>
                  </a:lnTo>
                  <a:lnTo>
                    <a:pt x="0" y="65663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57927" y="3817825"/>
              <a:ext cx="4821779" cy="385436"/>
            </a:xfrm>
            <a:custGeom>
              <a:avLst/>
              <a:pathLst>
                <a:path w="4821779" h="385436">
                  <a:moveTo>
                    <a:pt x="0" y="0"/>
                  </a:moveTo>
                  <a:lnTo>
                    <a:pt x="61035" y="12311"/>
                  </a:lnTo>
                  <a:lnTo>
                    <a:pt x="122070" y="24524"/>
                  </a:lnTo>
                  <a:lnTo>
                    <a:pt x="183105" y="36634"/>
                  </a:lnTo>
                  <a:lnTo>
                    <a:pt x="244140" y="48635"/>
                  </a:lnTo>
                  <a:lnTo>
                    <a:pt x="305175" y="60520"/>
                  </a:lnTo>
                  <a:lnTo>
                    <a:pt x="366211" y="72284"/>
                  </a:lnTo>
                  <a:lnTo>
                    <a:pt x="427246" y="83919"/>
                  </a:lnTo>
                  <a:lnTo>
                    <a:pt x="488281" y="95420"/>
                  </a:lnTo>
                  <a:lnTo>
                    <a:pt x="549316" y="106777"/>
                  </a:lnTo>
                  <a:lnTo>
                    <a:pt x="610351" y="117985"/>
                  </a:lnTo>
                  <a:lnTo>
                    <a:pt x="671387" y="129034"/>
                  </a:lnTo>
                  <a:lnTo>
                    <a:pt x="732422" y="139918"/>
                  </a:lnTo>
                  <a:lnTo>
                    <a:pt x="793457" y="150626"/>
                  </a:lnTo>
                  <a:lnTo>
                    <a:pt x="854492" y="161151"/>
                  </a:lnTo>
                  <a:lnTo>
                    <a:pt x="915527" y="171484"/>
                  </a:lnTo>
                  <a:lnTo>
                    <a:pt x="976562" y="181616"/>
                  </a:lnTo>
                  <a:lnTo>
                    <a:pt x="1037598" y="191538"/>
                  </a:lnTo>
                  <a:lnTo>
                    <a:pt x="1098633" y="201241"/>
                  </a:lnTo>
                  <a:lnTo>
                    <a:pt x="1159668" y="210717"/>
                  </a:lnTo>
                  <a:lnTo>
                    <a:pt x="1220703" y="219955"/>
                  </a:lnTo>
                  <a:lnTo>
                    <a:pt x="1281738" y="228949"/>
                  </a:lnTo>
                  <a:lnTo>
                    <a:pt x="1342774" y="237690"/>
                  </a:lnTo>
                  <a:lnTo>
                    <a:pt x="1403809" y="246170"/>
                  </a:lnTo>
                  <a:lnTo>
                    <a:pt x="1464844" y="254384"/>
                  </a:lnTo>
                  <a:lnTo>
                    <a:pt x="1525879" y="262324"/>
                  </a:lnTo>
                  <a:lnTo>
                    <a:pt x="1586914" y="269985"/>
                  </a:lnTo>
                  <a:lnTo>
                    <a:pt x="1647950" y="277363"/>
                  </a:lnTo>
                  <a:lnTo>
                    <a:pt x="1708985" y="284454"/>
                  </a:lnTo>
                  <a:lnTo>
                    <a:pt x="1770020" y="291256"/>
                  </a:lnTo>
                  <a:lnTo>
                    <a:pt x="1831055" y="297768"/>
                  </a:lnTo>
                  <a:lnTo>
                    <a:pt x="1892090" y="303989"/>
                  </a:lnTo>
                  <a:lnTo>
                    <a:pt x="1953125" y="309921"/>
                  </a:lnTo>
                  <a:lnTo>
                    <a:pt x="2014161" y="315565"/>
                  </a:lnTo>
                  <a:lnTo>
                    <a:pt x="2075196" y="320924"/>
                  </a:lnTo>
                  <a:lnTo>
                    <a:pt x="2136231" y="326003"/>
                  </a:lnTo>
                  <a:lnTo>
                    <a:pt x="2197266" y="330807"/>
                  </a:lnTo>
                  <a:lnTo>
                    <a:pt x="2258301" y="335341"/>
                  </a:lnTo>
                  <a:lnTo>
                    <a:pt x="2319337" y="339613"/>
                  </a:lnTo>
                  <a:lnTo>
                    <a:pt x="2380372" y="343629"/>
                  </a:lnTo>
                  <a:lnTo>
                    <a:pt x="2441407" y="347398"/>
                  </a:lnTo>
                  <a:lnTo>
                    <a:pt x="2502442" y="350927"/>
                  </a:lnTo>
                  <a:lnTo>
                    <a:pt x="2563477" y="354225"/>
                  </a:lnTo>
                  <a:lnTo>
                    <a:pt x="2624513" y="357302"/>
                  </a:lnTo>
                  <a:lnTo>
                    <a:pt x="2685548" y="360165"/>
                  </a:lnTo>
                  <a:lnTo>
                    <a:pt x="2746583" y="362824"/>
                  </a:lnTo>
                  <a:lnTo>
                    <a:pt x="2807618" y="365288"/>
                  </a:lnTo>
                  <a:lnTo>
                    <a:pt x="2868653" y="367566"/>
                  </a:lnTo>
                  <a:lnTo>
                    <a:pt x="2929688" y="369666"/>
                  </a:lnTo>
                  <a:lnTo>
                    <a:pt x="2990724" y="371598"/>
                  </a:lnTo>
                  <a:lnTo>
                    <a:pt x="3051759" y="373368"/>
                  </a:lnTo>
                  <a:lnTo>
                    <a:pt x="3112794" y="374985"/>
                  </a:lnTo>
                  <a:lnTo>
                    <a:pt x="3173829" y="376458"/>
                  </a:lnTo>
                  <a:lnTo>
                    <a:pt x="3234864" y="377792"/>
                  </a:lnTo>
                  <a:lnTo>
                    <a:pt x="3295900" y="378997"/>
                  </a:lnTo>
                  <a:lnTo>
                    <a:pt x="3356935" y="380077"/>
                  </a:lnTo>
                  <a:lnTo>
                    <a:pt x="3417970" y="381040"/>
                  </a:lnTo>
                  <a:lnTo>
                    <a:pt x="3479005" y="381891"/>
                  </a:lnTo>
                  <a:lnTo>
                    <a:pt x="3540040" y="382638"/>
                  </a:lnTo>
                  <a:lnTo>
                    <a:pt x="3601076" y="383284"/>
                  </a:lnTo>
                  <a:lnTo>
                    <a:pt x="3662111" y="383836"/>
                  </a:lnTo>
                  <a:lnTo>
                    <a:pt x="3723146" y="384299"/>
                  </a:lnTo>
                  <a:lnTo>
                    <a:pt x="3784181" y="384676"/>
                  </a:lnTo>
                  <a:lnTo>
                    <a:pt x="3845216" y="384973"/>
                  </a:lnTo>
                  <a:lnTo>
                    <a:pt x="3906251" y="385194"/>
                  </a:lnTo>
                  <a:lnTo>
                    <a:pt x="3967287" y="385342"/>
                  </a:lnTo>
                  <a:lnTo>
                    <a:pt x="4028322" y="385422"/>
                  </a:lnTo>
                  <a:lnTo>
                    <a:pt x="4089357" y="385436"/>
                  </a:lnTo>
                  <a:lnTo>
                    <a:pt x="4150392" y="385388"/>
                  </a:lnTo>
                  <a:lnTo>
                    <a:pt x="4211427" y="385282"/>
                  </a:lnTo>
                  <a:lnTo>
                    <a:pt x="4272463" y="385120"/>
                  </a:lnTo>
                  <a:lnTo>
                    <a:pt x="4333498" y="384904"/>
                  </a:lnTo>
                  <a:lnTo>
                    <a:pt x="4394533" y="384639"/>
                  </a:lnTo>
                  <a:lnTo>
                    <a:pt x="4455568" y="384325"/>
                  </a:lnTo>
                  <a:lnTo>
                    <a:pt x="4516603" y="383965"/>
                  </a:lnTo>
                  <a:lnTo>
                    <a:pt x="4577639" y="383562"/>
                  </a:lnTo>
                  <a:lnTo>
                    <a:pt x="4638674" y="383118"/>
                  </a:lnTo>
                  <a:lnTo>
                    <a:pt x="4699709" y="382634"/>
                  </a:lnTo>
                  <a:lnTo>
                    <a:pt x="4760744" y="382112"/>
                  </a:lnTo>
                  <a:lnTo>
                    <a:pt x="4821779" y="3815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57927" y="4474464"/>
              <a:ext cx="4821779" cy="639545"/>
            </a:xfrm>
            <a:custGeom>
              <a:avLst/>
              <a:pathLst>
                <a:path w="4821779" h="639545">
                  <a:moveTo>
                    <a:pt x="4821779" y="639545"/>
                  </a:moveTo>
                  <a:lnTo>
                    <a:pt x="4760744" y="626062"/>
                  </a:lnTo>
                  <a:lnTo>
                    <a:pt x="4699709" y="612615"/>
                  </a:lnTo>
                  <a:lnTo>
                    <a:pt x="4638674" y="599205"/>
                  </a:lnTo>
                  <a:lnTo>
                    <a:pt x="4577639" y="585835"/>
                  </a:lnTo>
                  <a:lnTo>
                    <a:pt x="4516603" y="572507"/>
                  </a:lnTo>
                  <a:lnTo>
                    <a:pt x="4455568" y="559222"/>
                  </a:lnTo>
                  <a:lnTo>
                    <a:pt x="4394533" y="545983"/>
                  </a:lnTo>
                  <a:lnTo>
                    <a:pt x="4333498" y="532792"/>
                  </a:lnTo>
                  <a:lnTo>
                    <a:pt x="4272463" y="519651"/>
                  </a:lnTo>
                  <a:lnTo>
                    <a:pt x="4211427" y="506564"/>
                  </a:lnTo>
                  <a:lnTo>
                    <a:pt x="4150392" y="493532"/>
                  </a:lnTo>
                  <a:lnTo>
                    <a:pt x="4089357" y="480559"/>
                  </a:lnTo>
                  <a:lnTo>
                    <a:pt x="4028322" y="467648"/>
                  </a:lnTo>
                  <a:lnTo>
                    <a:pt x="3967287" y="454802"/>
                  </a:lnTo>
                  <a:lnTo>
                    <a:pt x="3906251" y="442025"/>
                  </a:lnTo>
                  <a:lnTo>
                    <a:pt x="3845216" y="429321"/>
                  </a:lnTo>
                  <a:lnTo>
                    <a:pt x="3784181" y="416692"/>
                  </a:lnTo>
                  <a:lnTo>
                    <a:pt x="3723146" y="404144"/>
                  </a:lnTo>
                  <a:lnTo>
                    <a:pt x="3662111" y="391681"/>
                  </a:lnTo>
                  <a:lnTo>
                    <a:pt x="3601076" y="379308"/>
                  </a:lnTo>
                  <a:lnTo>
                    <a:pt x="3540040" y="367029"/>
                  </a:lnTo>
                  <a:lnTo>
                    <a:pt x="3479005" y="354850"/>
                  </a:lnTo>
                  <a:lnTo>
                    <a:pt x="3417970" y="342777"/>
                  </a:lnTo>
                  <a:lnTo>
                    <a:pt x="3356935" y="330814"/>
                  </a:lnTo>
                  <a:lnTo>
                    <a:pt x="3295900" y="318969"/>
                  </a:lnTo>
                  <a:lnTo>
                    <a:pt x="3234864" y="307248"/>
                  </a:lnTo>
                  <a:lnTo>
                    <a:pt x="3173829" y="295658"/>
                  </a:lnTo>
                  <a:lnTo>
                    <a:pt x="3112794" y="284205"/>
                  </a:lnTo>
                  <a:lnTo>
                    <a:pt x="3051759" y="272897"/>
                  </a:lnTo>
                  <a:lnTo>
                    <a:pt x="2990724" y="261742"/>
                  </a:lnTo>
                  <a:lnTo>
                    <a:pt x="2929688" y="250748"/>
                  </a:lnTo>
                  <a:lnTo>
                    <a:pt x="2868653" y="239923"/>
                  </a:lnTo>
                  <a:lnTo>
                    <a:pt x="2807618" y="229275"/>
                  </a:lnTo>
                  <a:lnTo>
                    <a:pt x="2746583" y="218814"/>
                  </a:lnTo>
                  <a:lnTo>
                    <a:pt x="2685548" y="208548"/>
                  </a:lnTo>
                  <a:lnTo>
                    <a:pt x="2624513" y="198486"/>
                  </a:lnTo>
                  <a:lnTo>
                    <a:pt x="2563477" y="188637"/>
                  </a:lnTo>
                  <a:lnTo>
                    <a:pt x="2502442" y="179010"/>
                  </a:lnTo>
                  <a:lnTo>
                    <a:pt x="2441407" y="169614"/>
                  </a:lnTo>
                  <a:lnTo>
                    <a:pt x="2380372" y="160457"/>
                  </a:lnTo>
                  <a:lnTo>
                    <a:pt x="2319337" y="151548"/>
                  </a:lnTo>
                  <a:lnTo>
                    <a:pt x="2258301" y="142894"/>
                  </a:lnTo>
                  <a:lnTo>
                    <a:pt x="2197266" y="134503"/>
                  </a:lnTo>
                  <a:lnTo>
                    <a:pt x="2136231" y="126382"/>
                  </a:lnTo>
                  <a:lnTo>
                    <a:pt x="2075196" y="118536"/>
                  </a:lnTo>
                  <a:lnTo>
                    <a:pt x="2014161" y="110970"/>
                  </a:lnTo>
                  <a:lnTo>
                    <a:pt x="1953125" y="103688"/>
                  </a:lnTo>
                  <a:lnTo>
                    <a:pt x="1892090" y="96695"/>
                  </a:lnTo>
                  <a:lnTo>
                    <a:pt x="1831055" y="89991"/>
                  </a:lnTo>
                  <a:lnTo>
                    <a:pt x="1770020" y="83577"/>
                  </a:lnTo>
                  <a:lnTo>
                    <a:pt x="1708985" y="77454"/>
                  </a:lnTo>
                  <a:lnTo>
                    <a:pt x="1647950" y="71620"/>
                  </a:lnTo>
                  <a:lnTo>
                    <a:pt x="1586914" y="66073"/>
                  </a:lnTo>
                  <a:lnTo>
                    <a:pt x="1525879" y="60808"/>
                  </a:lnTo>
                  <a:lnTo>
                    <a:pt x="1464844" y="55823"/>
                  </a:lnTo>
                  <a:lnTo>
                    <a:pt x="1403809" y="51111"/>
                  </a:lnTo>
                  <a:lnTo>
                    <a:pt x="1342774" y="46666"/>
                  </a:lnTo>
                  <a:lnTo>
                    <a:pt x="1281738" y="42482"/>
                  </a:lnTo>
                  <a:lnTo>
                    <a:pt x="1220703" y="38550"/>
                  </a:lnTo>
                  <a:lnTo>
                    <a:pt x="1159668" y="34863"/>
                  </a:lnTo>
                  <a:lnTo>
                    <a:pt x="1098633" y="31413"/>
                  </a:lnTo>
                  <a:lnTo>
                    <a:pt x="1037598" y="28191"/>
                  </a:lnTo>
                  <a:lnTo>
                    <a:pt x="976562" y="25188"/>
                  </a:lnTo>
                  <a:lnTo>
                    <a:pt x="915527" y="22394"/>
                  </a:lnTo>
                  <a:lnTo>
                    <a:pt x="854492" y="19802"/>
                  </a:lnTo>
                  <a:lnTo>
                    <a:pt x="793457" y="17402"/>
                  </a:lnTo>
                  <a:lnTo>
                    <a:pt x="732422" y="15185"/>
                  </a:lnTo>
                  <a:lnTo>
                    <a:pt x="671387" y="13143"/>
                  </a:lnTo>
                  <a:lnTo>
                    <a:pt x="610351" y="11267"/>
                  </a:lnTo>
                  <a:lnTo>
                    <a:pt x="549316" y="9549"/>
                  </a:lnTo>
                  <a:lnTo>
                    <a:pt x="488281" y="7982"/>
                  </a:lnTo>
                  <a:lnTo>
                    <a:pt x="427246" y="6557"/>
                  </a:lnTo>
                  <a:lnTo>
                    <a:pt x="366211" y="5267"/>
                  </a:lnTo>
                  <a:lnTo>
                    <a:pt x="305175" y="4106"/>
                  </a:lnTo>
                  <a:lnTo>
                    <a:pt x="244140" y="3066"/>
                  </a:lnTo>
                  <a:lnTo>
                    <a:pt x="183105" y="2141"/>
                  </a:lnTo>
                  <a:lnTo>
                    <a:pt x="122070" y="1326"/>
                  </a:lnTo>
                  <a:lnTo>
                    <a:pt x="61035" y="6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57927" y="4146144"/>
              <a:ext cx="4821779" cy="510549"/>
            </a:xfrm>
            <a:custGeom>
              <a:avLst/>
              <a:pathLst>
                <a:path w="4821779" h="510549">
                  <a:moveTo>
                    <a:pt x="0" y="0"/>
                  </a:moveTo>
                  <a:lnTo>
                    <a:pt x="61035" y="6462"/>
                  </a:lnTo>
                  <a:lnTo>
                    <a:pt x="122070" y="12925"/>
                  </a:lnTo>
                  <a:lnTo>
                    <a:pt x="183105" y="19387"/>
                  </a:lnTo>
                  <a:lnTo>
                    <a:pt x="244140" y="25850"/>
                  </a:lnTo>
                  <a:lnTo>
                    <a:pt x="305175" y="32313"/>
                  </a:lnTo>
                  <a:lnTo>
                    <a:pt x="366211" y="38775"/>
                  </a:lnTo>
                  <a:lnTo>
                    <a:pt x="427246" y="45238"/>
                  </a:lnTo>
                  <a:lnTo>
                    <a:pt x="488281" y="51701"/>
                  </a:lnTo>
                  <a:lnTo>
                    <a:pt x="549316" y="58163"/>
                  </a:lnTo>
                  <a:lnTo>
                    <a:pt x="610351" y="64626"/>
                  </a:lnTo>
                  <a:lnTo>
                    <a:pt x="671387" y="71089"/>
                  </a:lnTo>
                  <a:lnTo>
                    <a:pt x="732422" y="77551"/>
                  </a:lnTo>
                  <a:lnTo>
                    <a:pt x="793457" y="84014"/>
                  </a:lnTo>
                  <a:lnTo>
                    <a:pt x="854492" y="90477"/>
                  </a:lnTo>
                  <a:lnTo>
                    <a:pt x="915527" y="96939"/>
                  </a:lnTo>
                  <a:lnTo>
                    <a:pt x="976562" y="103402"/>
                  </a:lnTo>
                  <a:lnTo>
                    <a:pt x="1037598" y="109865"/>
                  </a:lnTo>
                  <a:lnTo>
                    <a:pt x="1098633" y="116327"/>
                  </a:lnTo>
                  <a:lnTo>
                    <a:pt x="1159668" y="122790"/>
                  </a:lnTo>
                  <a:lnTo>
                    <a:pt x="1220703" y="129253"/>
                  </a:lnTo>
                  <a:lnTo>
                    <a:pt x="1281738" y="135715"/>
                  </a:lnTo>
                  <a:lnTo>
                    <a:pt x="1342774" y="142178"/>
                  </a:lnTo>
                  <a:lnTo>
                    <a:pt x="1403809" y="148641"/>
                  </a:lnTo>
                  <a:lnTo>
                    <a:pt x="1464844" y="155103"/>
                  </a:lnTo>
                  <a:lnTo>
                    <a:pt x="1525879" y="161566"/>
                  </a:lnTo>
                  <a:lnTo>
                    <a:pt x="1586914" y="168029"/>
                  </a:lnTo>
                  <a:lnTo>
                    <a:pt x="1647950" y="174491"/>
                  </a:lnTo>
                  <a:lnTo>
                    <a:pt x="1708985" y="180954"/>
                  </a:lnTo>
                  <a:lnTo>
                    <a:pt x="1770020" y="187417"/>
                  </a:lnTo>
                  <a:lnTo>
                    <a:pt x="1831055" y="193879"/>
                  </a:lnTo>
                  <a:lnTo>
                    <a:pt x="1892090" y="200342"/>
                  </a:lnTo>
                  <a:lnTo>
                    <a:pt x="1953125" y="206805"/>
                  </a:lnTo>
                  <a:lnTo>
                    <a:pt x="2014161" y="213267"/>
                  </a:lnTo>
                  <a:lnTo>
                    <a:pt x="2075196" y="219730"/>
                  </a:lnTo>
                  <a:lnTo>
                    <a:pt x="2136231" y="226193"/>
                  </a:lnTo>
                  <a:lnTo>
                    <a:pt x="2197266" y="232655"/>
                  </a:lnTo>
                  <a:lnTo>
                    <a:pt x="2258301" y="239118"/>
                  </a:lnTo>
                  <a:lnTo>
                    <a:pt x="2319337" y="245580"/>
                  </a:lnTo>
                  <a:lnTo>
                    <a:pt x="2380372" y="252043"/>
                  </a:lnTo>
                  <a:lnTo>
                    <a:pt x="2441407" y="258506"/>
                  </a:lnTo>
                  <a:lnTo>
                    <a:pt x="2502442" y="264968"/>
                  </a:lnTo>
                  <a:lnTo>
                    <a:pt x="2563477" y="271431"/>
                  </a:lnTo>
                  <a:lnTo>
                    <a:pt x="2624513" y="277894"/>
                  </a:lnTo>
                  <a:lnTo>
                    <a:pt x="2685548" y="284356"/>
                  </a:lnTo>
                  <a:lnTo>
                    <a:pt x="2746583" y="290819"/>
                  </a:lnTo>
                  <a:lnTo>
                    <a:pt x="2807618" y="297282"/>
                  </a:lnTo>
                  <a:lnTo>
                    <a:pt x="2868653" y="303744"/>
                  </a:lnTo>
                  <a:lnTo>
                    <a:pt x="2929688" y="310207"/>
                  </a:lnTo>
                  <a:lnTo>
                    <a:pt x="2990724" y="316670"/>
                  </a:lnTo>
                  <a:lnTo>
                    <a:pt x="3051759" y="323132"/>
                  </a:lnTo>
                  <a:lnTo>
                    <a:pt x="3112794" y="329595"/>
                  </a:lnTo>
                  <a:lnTo>
                    <a:pt x="3173829" y="336058"/>
                  </a:lnTo>
                  <a:lnTo>
                    <a:pt x="3234864" y="342520"/>
                  </a:lnTo>
                  <a:lnTo>
                    <a:pt x="3295900" y="348983"/>
                  </a:lnTo>
                  <a:lnTo>
                    <a:pt x="3356935" y="355446"/>
                  </a:lnTo>
                  <a:lnTo>
                    <a:pt x="3417970" y="361908"/>
                  </a:lnTo>
                  <a:lnTo>
                    <a:pt x="3479005" y="368371"/>
                  </a:lnTo>
                  <a:lnTo>
                    <a:pt x="3540040" y="374834"/>
                  </a:lnTo>
                  <a:lnTo>
                    <a:pt x="3601076" y="381296"/>
                  </a:lnTo>
                  <a:lnTo>
                    <a:pt x="3662111" y="387759"/>
                  </a:lnTo>
                  <a:lnTo>
                    <a:pt x="3723146" y="394222"/>
                  </a:lnTo>
                  <a:lnTo>
                    <a:pt x="3784181" y="400684"/>
                  </a:lnTo>
                  <a:lnTo>
                    <a:pt x="3845216" y="407147"/>
                  </a:lnTo>
                  <a:lnTo>
                    <a:pt x="3906251" y="413610"/>
                  </a:lnTo>
                  <a:lnTo>
                    <a:pt x="3967287" y="420072"/>
                  </a:lnTo>
                  <a:lnTo>
                    <a:pt x="4028322" y="426535"/>
                  </a:lnTo>
                  <a:lnTo>
                    <a:pt x="4089357" y="432998"/>
                  </a:lnTo>
                  <a:lnTo>
                    <a:pt x="4150392" y="439460"/>
                  </a:lnTo>
                  <a:lnTo>
                    <a:pt x="4211427" y="445923"/>
                  </a:lnTo>
                  <a:lnTo>
                    <a:pt x="4272463" y="452386"/>
                  </a:lnTo>
                  <a:lnTo>
                    <a:pt x="4333498" y="458848"/>
                  </a:lnTo>
                  <a:lnTo>
                    <a:pt x="4394533" y="465311"/>
                  </a:lnTo>
                  <a:lnTo>
                    <a:pt x="4455568" y="471773"/>
                  </a:lnTo>
                  <a:lnTo>
                    <a:pt x="4516603" y="478236"/>
                  </a:lnTo>
                  <a:lnTo>
                    <a:pt x="4577639" y="484699"/>
                  </a:lnTo>
                  <a:lnTo>
                    <a:pt x="4638674" y="491161"/>
                  </a:lnTo>
                  <a:lnTo>
                    <a:pt x="4699709" y="497624"/>
                  </a:lnTo>
                  <a:lnTo>
                    <a:pt x="4760744" y="504087"/>
                  </a:lnTo>
                  <a:lnTo>
                    <a:pt x="4821779" y="51054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29019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45270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61520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77770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92708" y="194021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938079" y="53302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44927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36552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38079" y="28177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38079" y="19802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01486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4451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47416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20382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9837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71342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44307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17273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755363" y="5925448"/>
              <a:ext cx="7061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RDA Offset</a:t>
              </a:r>
            </a:p>
          </p:txBody>
        </p:sp>
        <p:sp>
          <p:nvSpPr>
            <p:cNvPr id="81" name="tx81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72874" y="1669789"/>
              <a:ext cx="382621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(RDA) vs Survival at Final Time Point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99225" y="33720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99225" y="308328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99225" y="304077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940136" y="34526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940136" y="332988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940136" y="320569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463832" y="35968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5463832" y="310840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5463832" y="32008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840206" y="300565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840206" y="238118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840206" y="253319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900288" y="387167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900288" y="27381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900288" y="35587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873241" y="365820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873241" y="40530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873241" y="375192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436307" y="54083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436307" y="51889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436307" y="533238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591407" y="510885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591407" y="484909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591407" y="521522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57927" y="2070498"/>
              <a:ext cx="5701062" cy="2626917"/>
            </a:xfrm>
            <a:custGeom>
              <a:avLst/>
              <a:pathLst>
                <a:path w="5701062" h="2626917">
                  <a:moveTo>
                    <a:pt x="0" y="0"/>
                  </a:moveTo>
                  <a:lnTo>
                    <a:pt x="72165" y="28967"/>
                  </a:lnTo>
                  <a:lnTo>
                    <a:pt x="144330" y="57892"/>
                  </a:lnTo>
                  <a:lnTo>
                    <a:pt x="216496" y="86770"/>
                  </a:lnTo>
                  <a:lnTo>
                    <a:pt x="288661" y="115601"/>
                  </a:lnTo>
                  <a:lnTo>
                    <a:pt x="360826" y="144382"/>
                  </a:lnTo>
                  <a:lnTo>
                    <a:pt x="432992" y="173109"/>
                  </a:lnTo>
                  <a:lnTo>
                    <a:pt x="505157" y="201782"/>
                  </a:lnTo>
                  <a:lnTo>
                    <a:pt x="577322" y="230397"/>
                  </a:lnTo>
                  <a:lnTo>
                    <a:pt x="649488" y="258950"/>
                  </a:lnTo>
                  <a:lnTo>
                    <a:pt x="721653" y="287440"/>
                  </a:lnTo>
                  <a:lnTo>
                    <a:pt x="793818" y="315862"/>
                  </a:lnTo>
                  <a:lnTo>
                    <a:pt x="865984" y="344213"/>
                  </a:lnTo>
                  <a:lnTo>
                    <a:pt x="938149" y="372489"/>
                  </a:lnTo>
                  <a:lnTo>
                    <a:pt x="1010314" y="400686"/>
                  </a:lnTo>
                  <a:lnTo>
                    <a:pt x="1082480" y="428800"/>
                  </a:lnTo>
                  <a:lnTo>
                    <a:pt x="1154645" y="456826"/>
                  </a:lnTo>
                  <a:lnTo>
                    <a:pt x="1226811" y="484759"/>
                  </a:lnTo>
                  <a:lnTo>
                    <a:pt x="1298976" y="512594"/>
                  </a:lnTo>
                  <a:lnTo>
                    <a:pt x="1371141" y="540326"/>
                  </a:lnTo>
                  <a:lnTo>
                    <a:pt x="1443307" y="567948"/>
                  </a:lnTo>
                  <a:lnTo>
                    <a:pt x="1515472" y="595453"/>
                  </a:lnTo>
                  <a:lnTo>
                    <a:pt x="1587637" y="622836"/>
                  </a:lnTo>
                  <a:lnTo>
                    <a:pt x="1659803" y="650089"/>
                  </a:lnTo>
                  <a:lnTo>
                    <a:pt x="1731968" y="677203"/>
                  </a:lnTo>
                  <a:lnTo>
                    <a:pt x="1804133" y="704171"/>
                  </a:lnTo>
                  <a:lnTo>
                    <a:pt x="1876299" y="730983"/>
                  </a:lnTo>
                  <a:lnTo>
                    <a:pt x="1948464" y="757631"/>
                  </a:lnTo>
                  <a:lnTo>
                    <a:pt x="2020629" y="784103"/>
                  </a:lnTo>
                  <a:lnTo>
                    <a:pt x="2092795" y="810389"/>
                  </a:lnTo>
                  <a:lnTo>
                    <a:pt x="2164960" y="836478"/>
                  </a:lnTo>
                  <a:lnTo>
                    <a:pt x="2237125" y="862357"/>
                  </a:lnTo>
                  <a:lnTo>
                    <a:pt x="2309291" y="888012"/>
                  </a:lnTo>
                  <a:lnTo>
                    <a:pt x="2381456" y="913431"/>
                  </a:lnTo>
                  <a:lnTo>
                    <a:pt x="2453622" y="938599"/>
                  </a:lnTo>
                  <a:lnTo>
                    <a:pt x="2525787" y="963499"/>
                  </a:lnTo>
                  <a:lnTo>
                    <a:pt x="2597952" y="988116"/>
                  </a:lnTo>
                  <a:lnTo>
                    <a:pt x="2670118" y="1012433"/>
                  </a:lnTo>
                  <a:lnTo>
                    <a:pt x="2742283" y="1036431"/>
                  </a:lnTo>
                  <a:lnTo>
                    <a:pt x="2814448" y="1060093"/>
                  </a:lnTo>
                  <a:lnTo>
                    <a:pt x="2886614" y="1083399"/>
                  </a:lnTo>
                  <a:lnTo>
                    <a:pt x="2958779" y="1106329"/>
                  </a:lnTo>
                  <a:lnTo>
                    <a:pt x="3030944" y="1128863"/>
                  </a:lnTo>
                  <a:lnTo>
                    <a:pt x="3103110" y="1150981"/>
                  </a:lnTo>
                  <a:lnTo>
                    <a:pt x="3175275" y="1172662"/>
                  </a:lnTo>
                  <a:lnTo>
                    <a:pt x="3247440" y="1193885"/>
                  </a:lnTo>
                  <a:lnTo>
                    <a:pt x="3319606" y="1214632"/>
                  </a:lnTo>
                  <a:lnTo>
                    <a:pt x="3391771" y="1234881"/>
                  </a:lnTo>
                  <a:lnTo>
                    <a:pt x="3463936" y="1254616"/>
                  </a:lnTo>
                  <a:lnTo>
                    <a:pt x="3536102" y="1273819"/>
                  </a:lnTo>
                  <a:lnTo>
                    <a:pt x="3608267" y="1292474"/>
                  </a:lnTo>
                  <a:lnTo>
                    <a:pt x="3680433" y="1310567"/>
                  </a:lnTo>
                  <a:lnTo>
                    <a:pt x="3752598" y="1328088"/>
                  </a:lnTo>
                  <a:lnTo>
                    <a:pt x="3824763" y="1345026"/>
                  </a:lnTo>
                  <a:lnTo>
                    <a:pt x="3896929" y="1361375"/>
                  </a:lnTo>
                  <a:lnTo>
                    <a:pt x="3969094" y="1377132"/>
                  </a:lnTo>
                  <a:lnTo>
                    <a:pt x="4041259" y="1392296"/>
                  </a:lnTo>
                  <a:lnTo>
                    <a:pt x="4113425" y="1406867"/>
                  </a:lnTo>
                  <a:lnTo>
                    <a:pt x="4185590" y="1420853"/>
                  </a:lnTo>
                  <a:lnTo>
                    <a:pt x="4257755" y="1434258"/>
                  </a:lnTo>
                  <a:lnTo>
                    <a:pt x="4329921" y="1447095"/>
                  </a:lnTo>
                  <a:lnTo>
                    <a:pt x="4402086" y="1459375"/>
                  </a:lnTo>
                  <a:lnTo>
                    <a:pt x="4474251" y="1471112"/>
                  </a:lnTo>
                  <a:lnTo>
                    <a:pt x="4546417" y="1482323"/>
                  </a:lnTo>
                  <a:lnTo>
                    <a:pt x="4618582" y="1493026"/>
                  </a:lnTo>
                  <a:lnTo>
                    <a:pt x="4690748" y="1503239"/>
                  </a:lnTo>
                  <a:lnTo>
                    <a:pt x="4762913" y="1512981"/>
                  </a:lnTo>
                  <a:lnTo>
                    <a:pt x="4835078" y="1522273"/>
                  </a:lnTo>
                  <a:lnTo>
                    <a:pt x="4907244" y="1531136"/>
                  </a:lnTo>
                  <a:lnTo>
                    <a:pt x="4979409" y="1539590"/>
                  </a:lnTo>
                  <a:lnTo>
                    <a:pt x="5051574" y="1547655"/>
                  </a:lnTo>
                  <a:lnTo>
                    <a:pt x="5123740" y="1555351"/>
                  </a:lnTo>
                  <a:lnTo>
                    <a:pt x="5195905" y="1562698"/>
                  </a:lnTo>
                  <a:lnTo>
                    <a:pt x="5268070" y="1569714"/>
                  </a:lnTo>
                  <a:lnTo>
                    <a:pt x="5340236" y="1576419"/>
                  </a:lnTo>
                  <a:lnTo>
                    <a:pt x="5412401" y="1582830"/>
                  </a:lnTo>
                  <a:lnTo>
                    <a:pt x="5484566" y="1588964"/>
                  </a:lnTo>
                  <a:lnTo>
                    <a:pt x="5556732" y="1594835"/>
                  </a:lnTo>
                  <a:lnTo>
                    <a:pt x="5628897" y="1600461"/>
                  </a:lnTo>
                  <a:lnTo>
                    <a:pt x="5701062" y="1605855"/>
                  </a:lnTo>
                  <a:lnTo>
                    <a:pt x="5701062" y="2626917"/>
                  </a:lnTo>
                  <a:lnTo>
                    <a:pt x="5628897" y="2601181"/>
                  </a:lnTo>
                  <a:lnTo>
                    <a:pt x="5556732" y="2575677"/>
                  </a:lnTo>
                  <a:lnTo>
                    <a:pt x="5484566" y="2550419"/>
                  </a:lnTo>
                  <a:lnTo>
                    <a:pt x="5412401" y="2525423"/>
                  </a:lnTo>
                  <a:lnTo>
                    <a:pt x="5340236" y="2500704"/>
                  </a:lnTo>
                  <a:lnTo>
                    <a:pt x="5268070" y="2476279"/>
                  </a:lnTo>
                  <a:lnTo>
                    <a:pt x="5195905" y="2452166"/>
                  </a:lnTo>
                  <a:lnTo>
                    <a:pt x="5123740" y="2428383"/>
                  </a:lnTo>
                  <a:lnTo>
                    <a:pt x="5051574" y="2404950"/>
                  </a:lnTo>
                  <a:lnTo>
                    <a:pt x="4979409" y="2381885"/>
                  </a:lnTo>
                  <a:lnTo>
                    <a:pt x="4907244" y="2359209"/>
                  </a:lnTo>
                  <a:lnTo>
                    <a:pt x="4835078" y="2336941"/>
                  </a:lnTo>
                  <a:lnTo>
                    <a:pt x="4762913" y="2315104"/>
                  </a:lnTo>
                  <a:lnTo>
                    <a:pt x="4690748" y="2293717"/>
                  </a:lnTo>
                  <a:lnTo>
                    <a:pt x="4618582" y="2272800"/>
                  </a:lnTo>
                  <a:lnTo>
                    <a:pt x="4546417" y="2252372"/>
                  </a:lnTo>
                  <a:lnTo>
                    <a:pt x="4474251" y="2232454"/>
                  </a:lnTo>
                  <a:lnTo>
                    <a:pt x="4402086" y="2213061"/>
                  </a:lnTo>
                  <a:lnTo>
                    <a:pt x="4329921" y="2194211"/>
                  </a:lnTo>
                  <a:lnTo>
                    <a:pt x="4257755" y="2175918"/>
                  </a:lnTo>
                  <a:lnTo>
                    <a:pt x="4185590" y="2158194"/>
                  </a:lnTo>
                  <a:lnTo>
                    <a:pt x="4113425" y="2141050"/>
                  </a:lnTo>
                  <a:lnTo>
                    <a:pt x="4041259" y="2124492"/>
                  </a:lnTo>
                  <a:lnTo>
                    <a:pt x="3969094" y="2108525"/>
                  </a:lnTo>
                  <a:lnTo>
                    <a:pt x="3896929" y="2093152"/>
                  </a:lnTo>
                  <a:lnTo>
                    <a:pt x="3824763" y="2078372"/>
                  </a:lnTo>
                  <a:lnTo>
                    <a:pt x="3752598" y="2064181"/>
                  </a:lnTo>
                  <a:lnTo>
                    <a:pt x="3680433" y="2050571"/>
                  </a:lnTo>
                  <a:lnTo>
                    <a:pt x="3608267" y="2037535"/>
                  </a:lnTo>
                  <a:lnTo>
                    <a:pt x="3536102" y="2025060"/>
                  </a:lnTo>
                  <a:lnTo>
                    <a:pt x="3463936" y="2013133"/>
                  </a:lnTo>
                  <a:lnTo>
                    <a:pt x="3391771" y="2001738"/>
                  </a:lnTo>
                  <a:lnTo>
                    <a:pt x="3319606" y="1990858"/>
                  </a:lnTo>
                  <a:lnTo>
                    <a:pt x="3247440" y="1980475"/>
                  </a:lnTo>
                  <a:lnTo>
                    <a:pt x="3175275" y="1970568"/>
                  </a:lnTo>
                  <a:lnTo>
                    <a:pt x="3103110" y="1961119"/>
                  </a:lnTo>
                  <a:lnTo>
                    <a:pt x="3030944" y="1952107"/>
                  </a:lnTo>
                  <a:lnTo>
                    <a:pt x="2958779" y="1943512"/>
                  </a:lnTo>
                  <a:lnTo>
                    <a:pt x="2886614" y="1935312"/>
                  </a:lnTo>
                  <a:lnTo>
                    <a:pt x="2814448" y="1927488"/>
                  </a:lnTo>
                  <a:lnTo>
                    <a:pt x="2742283" y="1920020"/>
                  </a:lnTo>
                  <a:lnTo>
                    <a:pt x="2670118" y="1912889"/>
                  </a:lnTo>
                  <a:lnTo>
                    <a:pt x="2597952" y="1906076"/>
                  </a:lnTo>
                  <a:lnTo>
                    <a:pt x="2525787" y="1899563"/>
                  </a:lnTo>
                  <a:lnTo>
                    <a:pt x="2453622" y="1893333"/>
                  </a:lnTo>
                  <a:lnTo>
                    <a:pt x="2381456" y="1887371"/>
                  </a:lnTo>
                  <a:lnTo>
                    <a:pt x="2309291" y="1881660"/>
                  </a:lnTo>
                  <a:lnTo>
                    <a:pt x="2237125" y="1876186"/>
                  </a:lnTo>
                  <a:lnTo>
                    <a:pt x="2164960" y="1870935"/>
                  </a:lnTo>
                  <a:lnTo>
                    <a:pt x="2092795" y="1865894"/>
                  </a:lnTo>
                  <a:lnTo>
                    <a:pt x="2020629" y="1861050"/>
                  </a:lnTo>
                  <a:lnTo>
                    <a:pt x="1948464" y="1856393"/>
                  </a:lnTo>
                  <a:lnTo>
                    <a:pt x="1876299" y="1851910"/>
                  </a:lnTo>
                  <a:lnTo>
                    <a:pt x="1804133" y="1847593"/>
                  </a:lnTo>
                  <a:lnTo>
                    <a:pt x="1731968" y="1843431"/>
                  </a:lnTo>
                  <a:lnTo>
                    <a:pt x="1659803" y="1839416"/>
                  </a:lnTo>
                  <a:lnTo>
                    <a:pt x="1587637" y="1835538"/>
                  </a:lnTo>
                  <a:lnTo>
                    <a:pt x="1515472" y="1831791"/>
                  </a:lnTo>
                  <a:lnTo>
                    <a:pt x="1443307" y="1828167"/>
                  </a:lnTo>
                  <a:lnTo>
                    <a:pt x="1371141" y="1824659"/>
                  </a:lnTo>
                  <a:lnTo>
                    <a:pt x="1298976" y="1821261"/>
                  </a:lnTo>
                  <a:lnTo>
                    <a:pt x="1226811" y="1817967"/>
                  </a:lnTo>
                  <a:lnTo>
                    <a:pt x="1154645" y="1814770"/>
                  </a:lnTo>
                  <a:lnTo>
                    <a:pt x="1082480" y="1811666"/>
                  </a:lnTo>
                  <a:lnTo>
                    <a:pt x="1010314" y="1808650"/>
                  </a:lnTo>
                  <a:lnTo>
                    <a:pt x="938149" y="1805718"/>
                  </a:lnTo>
                  <a:lnTo>
                    <a:pt x="865984" y="1802864"/>
                  </a:lnTo>
                  <a:lnTo>
                    <a:pt x="793818" y="1800085"/>
                  </a:lnTo>
                  <a:lnTo>
                    <a:pt x="721653" y="1797377"/>
                  </a:lnTo>
                  <a:lnTo>
                    <a:pt x="649488" y="1794737"/>
                  </a:lnTo>
                  <a:lnTo>
                    <a:pt x="577322" y="1792161"/>
                  </a:lnTo>
                  <a:lnTo>
                    <a:pt x="505157" y="1789646"/>
                  </a:lnTo>
                  <a:lnTo>
                    <a:pt x="432992" y="1787189"/>
                  </a:lnTo>
                  <a:lnTo>
                    <a:pt x="360826" y="1784787"/>
                  </a:lnTo>
                  <a:lnTo>
                    <a:pt x="288661" y="1782438"/>
                  </a:lnTo>
                  <a:lnTo>
                    <a:pt x="216496" y="1780139"/>
                  </a:lnTo>
                  <a:lnTo>
                    <a:pt x="144330" y="1777887"/>
                  </a:lnTo>
                  <a:lnTo>
                    <a:pt x="72165" y="1775682"/>
                  </a:lnTo>
                  <a:lnTo>
                    <a:pt x="0" y="177352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57927" y="2070498"/>
              <a:ext cx="5701062" cy="1605855"/>
            </a:xfrm>
            <a:custGeom>
              <a:avLst/>
              <a:pathLst>
                <a:path w="5701062" h="1605855">
                  <a:moveTo>
                    <a:pt x="0" y="0"/>
                  </a:moveTo>
                  <a:lnTo>
                    <a:pt x="72165" y="28967"/>
                  </a:lnTo>
                  <a:lnTo>
                    <a:pt x="144330" y="57892"/>
                  </a:lnTo>
                  <a:lnTo>
                    <a:pt x="216496" y="86770"/>
                  </a:lnTo>
                  <a:lnTo>
                    <a:pt x="288661" y="115601"/>
                  </a:lnTo>
                  <a:lnTo>
                    <a:pt x="360826" y="144382"/>
                  </a:lnTo>
                  <a:lnTo>
                    <a:pt x="432992" y="173109"/>
                  </a:lnTo>
                  <a:lnTo>
                    <a:pt x="505157" y="201782"/>
                  </a:lnTo>
                  <a:lnTo>
                    <a:pt x="577322" y="230397"/>
                  </a:lnTo>
                  <a:lnTo>
                    <a:pt x="649488" y="258950"/>
                  </a:lnTo>
                  <a:lnTo>
                    <a:pt x="721653" y="287440"/>
                  </a:lnTo>
                  <a:lnTo>
                    <a:pt x="793818" y="315862"/>
                  </a:lnTo>
                  <a:lnTo>
                    <a:pt x="865984" y="344213"/>
                  </a:lnTo>
                  <a:lnTo>
                    <a:pt x="938149" y="372489"/>
                  </a:lnTo>
                  <a:lnTo>
                    <a:pt x="1010314" y="400686"/>
                  </a:lnTo>
                  <a:lnTo>
                    <a:pt x="1082480" y="428800"/>
                  </a:lnTo>
                  <a:lnTo>
                    <a:pt x="1154645" y="456826"/>
                  </a:lnTo>
                  <a:lnTo>
                    <a:pt x="1226811" y="484759"/>
                  </a:lnTo>
                  <a:lnTo>
                    <a:pt x="1298976" y="512594"/>
                  </a:lnTo>
                  <a:lnTo>
                    <a:pt x="1371141" y="540326"/>
                  </a:lnTo>
                  <a:lnTo>
                    <a:pt x="1443307" y="567948"/>
                  </a:lnTo>
                  <a:lnTo>
                    <a:pt x="1515472" y="595453"/>
                  </a:lnTo>
                  <a:lnTo>
                    <a:pt x="1587637" y="622836"/>
                  </a:lnTo>
                  <a:lnTo>
                    <a:pt x="1659803" y="650089"/>
                  </a:lnTo>
                  <a:lnTo>
                    <a:pt x="1731968" y="677203"/>
                  </a:lnTo>
                  <a:lnTo>
                    <a:pt x="1804133" y="704171"/>
                  </a:lnTo>
                  <a:lnTo>
                    <a:pt x="1876299" y="730983"/>
                  </a:lnTo>
                  <a:lnTo>
                    <a:pt x="1948464" y="757631"/>
                  </a:lnTo>
                  <a:lnTo>
                    <a:pt x="2020629" y="784103"/>
                  </a:lnTo>
                  <a:lnTo>
                    <a:pt x="2092795" y="810389"/>
                  </a:lnTo>
                  <a:lnTo>
                    <a:pt x="2164960" y="836478"/>
                  </a:lnTo>
                  <a:lnTo>
                    <a:pt x="2237125" y="862357"/>
                  </a:lnTo>
                  <a:lnTo>
                    <a:pt x="2309291" y="888012"/>
                  </a:lnTo>
                  <a:lnTo>
                    <a:pt x="2381456" y="913431"/>
                  </a:lnTo>
                  <a:lnTo>
                    <a:pt x="2453622" y="938599"/>
                  </a:lnTo>
                  <a:lnTo>
                    <a:pt x="2525787" y="963499"/>
                  </a:lnTo>
                  <a:lnTo>
                    <a:pt x="2597952" y="988116"/>
                  </a:lnTo>
                  <a:lnTo>
                    <a:pt x="2670118" y="1012433"/>
                  </a:lnTo>
                  <a:lnTo>
                    <a:pt x="2742283" y="1036431"/>
                  </a:lnTo>
                  <a:lnTo>
                    <a:pt x="2814448" y="1060093"/>
                  </a:lnTo>
                  <a:lnTo>
                    <a:pt x="2886614" y="1083399"/>
                  </a:lnTo>
                  <a:lnTo>
                    <a:pt x="2958779" y="1106329"/>
                  </a:lnTo>
                  <a:lnTo>
                    <a:pt x="3030944" y="1128863"/>
                  </a:lnTo>
                  <a:lnTo>
                    <a:pt x="3103110" y="1150981"/>
                  </a:lnTo>
                  <a:lnTo>
                    <a:pt x="3175275" y="1172662"/>
                  </a:lnTo>
                  <a:lnTo>
                    <a:pt x="3247440" y="1193885"/>
                  </a:lnTo>
                  <a:lnTo>
                    <a:pt x="3319606" y="1214632"/>
                  </a:lnTo>
                  <a:lnTo>
                    <a:pt x="3391771" y="1234881"/>
                  </a:lnTo>
                  <a:lnTo>
                    <a:pt x="3463936" y="1254616"/>
                  </a:lnTo>
                  <a:lnTo>
                    <a:pt x="3536102" y="1273819"/>
                  </a:lnTo>
                  <a:lnTo>
                    <a:pt x="3608267" y="1292474"/>
                  </a:lnTo>
                  <a:lnTo>
                    <a:pt x="3680433" y="1310567"/>
                  </a:lnTo>
                  <a:lnTo>
                    <a:pt x="3752598" y="1328088"/>
                  </a:lnTo>
                  <a:lnTo>
                    <a:pt x="3824763" y="1345026"/>
                  </a:lnTo>
                  <a:lnTo>
                    <a:pt x="3896929" y="1361375"/>
                  </a:lnTo>
                  <a:lnTo>
                    <a:pt x="3969094" y="1377132"/>
                  </a:lnTo>
                  <a:lnTo>
                    <a:pt x="4041259" y="1392296"/>
                  </a:lnTo>
                  <a:lnTo>
                    <a:pt x="4113425" y="1406867"/>
                  </a:lnTo>
                  <a:lnTo>
                    <a:pt x="4185590" y="1420853"/>
                  </a:lnTo>
                  <a:lnTo>
                    <a:pt x="4257755" y="1434258"/>
                  </a:lnTo>
                  <a:lnTo>
                    <a:pt x="4329921" y="1447095"/>
                  </a:lnTo>
                  <a:lnTo>
                    <a:pt x="4402086" y="1459375"/>
                  </a:lnTo>
                  <a:lnTo>
                    <a:pt x="4474251" y="1471112"/>
                  </a:lnTo>
                  <a:lnTo>
                    <a:pt x="4546417" y="1482323"/>
                  </a:lnTo>
                  <a:lnTo>
                    <a:pt x="4618582" y="1493026"/>
                  </a:lnTo>
                  <a:lnTo>
                    <a:pt x="4690748" y="1503239"/>
                  </a:lnTo>
                  <a:lnTo>
                    <a:pt x="4762913" y="1512981"/>
                  </a:lnTo>
                  <a:lnTo>
                    <a:pt x="4835078" y="1522273"/>
                  </a:lnTo>
                  <a:lnTo>
                    <a:pt x="4907244" y="1531136"/>
                  </a:lnTo>
                  <a:lnTo>
                    <a:pt x="4979409" y="1539590"/>
                  </a:lnTo>
                  <a:lnTo>
                    <a:pt x="5051574" y="1547655"/>
                  </a:lnTo>
                  <a:lnTo>
                    <a:pt x="5123740" y="1555351"/>
                  </a:lnTo>
                  <a:lnTo>
                    <a:pt x="5195905" y="1562698"/>
                  </a:lnTo>
                  <a:lnTo>
                    <a:pt x="5268070" y="1569714"/>
                  </a:lnTo>
                  <a:lnTo>
                    <a:pt x="5340236" y="1576419"/>
                  </a:lnTo>
                  <a:lnTo>
                    <a:pt x="5412401" y="1582830"/>
                  </a:lnTo>
                  <a:lnTo>
                    <a:pt x="5484566" y="1588964"/>
                  </a:lnTo>
                  <a:lnTo>
                    <a:pt x="5556732" y="1594835"/>
                  </a:lnTo>
                  <a:lnTo>
                    <a:pt x="5628897" y="1600461"/>
                  </a:lnTo>
                  <a:lnTo>
                    <a:pt x="5701062" y="16058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57927" y="3844019"/>
              <a:ext cx="5701062" cy="853397"/>
            </a:xfrm>
            <a:custGeom>
              <a:avLst/>
              <a:pathLst>
                <a:path w="5701062" h="853397">
                  <a:moveTo>
                    <a:pt x="5701062" y="853397"/>
                  </a:moveTo>
                  <a:lnTo>
                    <a:pt x="5628897" y="827661"/>
                  </a:lnTo>
                  <a:lnTo>
                    <a:pt x="5556732" y="802157"/>
                  </a:lnTo>
                  <a:lnTo>
                    <a:pt x="5484566" y="776899"/>
                  </a:lnTo>
                  <a:lnTo>
                    <a:pt x="5412401" y="751902"/>
                  </a:lnTo>
                  <a:lnTo>
                    <a:pt x="5340236" y="727183"/>
                  </a:lnTo>
                  <a:lnTo>
                    <a:pt x="5268070" y="702759"/>
                  </a:lnTo>
                  <a:lnTo>
                    <a:pt x="5195905" y="678646"/>
                  </a:lnTo>
                  <a:lnTo>
                    <a:pt x="5123740" y="654863"/>
                  </a:lnTo>
                  <a:lnTo>
                    <a:pt x="5051574" y="631429"/>
                  </a:lnTo>
                  <a:lnTo>
                    <a:pt x="4979409" y="608364"/>
                  </a:lnTo>
                  <a:lnTo>
                    <a:pt x="4907244" y="585688"/>
                  </a:lnTo>
                  <a:lnTo>
                    <a:pt x="4835078" y="563421"/>
                  </a:lnTo>
                  <a:lnTo>
                    <a:pt x="4762913" y="541583"/>
                  </a:lnTo>
                  <a:lnTo>
                    <a:pt x="4690748" y="520196"/>
                  </a:lnTo>
                  <a:lnTo>
                    <a:pt x="4618582" y="499279"/>
                  </a:lnTo>
                  <a:lnTo>
                    <a:pt x="4546417" y="478852"/>
                  </a:lnTo>
                  <a:lnTo>
                    <a:pt x="4474251" y="458933"/>
                  </a:lnTo>
                  <a:lnTo>
                    <a:pt x="4402086" y="439541"/>
                  </a:lnTo>
                  <a:lnTo>
                    <a:pt x="4329921" y="420691"/>
                  </a:lnTo>
                  <a:lnTo>
                    <a:pt x="4257755" y="402398"/>
                  </a:lnTo>
                  <a:lnTo>
                    <a:pt x="4185590" y="384674"/>
                  </a:lnTo>
                  <a:lnTo>
                    <a:pt x="4113425" y="367529"/>
                  </a:lnTo>
                  <a:lnTo>
                    <a:pt x="4041259" y="350971"/>
                  </a:lnTo>
                  <a:lnTo>
                    <a:pt x="3969094" y="335005"/>
                  </a:lnTo>
                  <a:lnTo>
                    <a:pt x="3896929" y="319632"/>
                  </a:lnTo>
                  <a:lnTo>
                    <a:pt x="3824763" y="304852"/>
                  </a:lnTo>
                  <a:lnTo>
                    <a:pt x="3752598" y="290660"/>
                  </a:lnTo>
                  <a:lnTo>
                    <a:pt x="3680433" y="277051"/>
                  </a:lnTo>
                  <a:lnTo>
                    <a:pt x="3608267" y="264014"/>
                  </a:lnTo>
                  <a:lnTo>
                    <a:pt x="3536102" y="251539"/>
                  </a:lnTo>
                  <a:lnTo>
                    <a:pt x="3463936" y="239612"/>
                  </a:lnTo>
                  <a:lnTo>
                    <a:pt x="3391771" y="228217"/>
                  </a:lnTo>
                  <a:lnTo>
                    <a:pt x="3319606" y="217337"/>
                  </a:lnTo>
                  <a:lnTo>
                    <a:pt x="3247440" y="206954"/>
                  </a:lnTo>
                  <a:lnTo>
                    <a:pt x="3175275" y="197048"/>
                  </a:lnTo>
                  <a:lnTo>
                    <a:pt x="3103110" y="187599"/>
                  </a:lnTo>
                  <a:lnTo>
                    <a:pt x="3030944" y="178587"/>
                  </a:lnTo>
                  <a:lnTo>
                    <a:pt x="2958779" y="169991"/>
                  </a:lnTo>
                  <a:lnTo>
                    <a:pt x="2886614" y="161791"/>
                  </a:lnTo>
                  <a:lnTo>
                    <a:pt x="2814448" y="153967"/>
                  </a:lnTo>
                  <a:lnTo>
                    <a:pt x="2742283" y="146499"/>
                  </a:lnTo>
                  <a:lnTo>
                    <a:pt x="2670118" y="139368"/>
                  </a:lnTo>
                  <a:lnTo>
                    <a:pt x="2597952" y="132555"/>
                  </a:lnTo>
                  <a:lnTo>
                    <a:pt x="2525787" y="126042"/>
                  </a:lnTo>
                  <a:lnTo>
                    <a:pt x="2453622" y="119813"/>
                  </a:lnTo>
                  <a:lnTo>
                    <a:pt x="2381456" y="113851"/>
                  </a:lnTo>
                  <a:lnTo>
                    <a:pt x="2309291" y="108140"/>
                  </a:lnTo>
                  <a:lnTo>
                    <a:pt x="2237125" y="102666"/>
                  </a:lnTo>
                  <a:lnTo>
                    <a:pt x="2164960" y="97415"/>
                  </a:lnTo>
                  <a:lnTo>
                    <a:pt x="2092795" y="92373"/>
                  </a:lnTo>
                  <a:lnTo>
                    <a:pt x="2020629" y="87530"/>
                  </a:lnTo>
                  <a:lnTo>
                    <a:pt x="1948464" y="82872"/>
                  </a:lnTo>
                  <a:lnTo>
                    <a:pt x="1876299" y="78390"/>
                  </a:lnTo>
                  <a:lnTo>
                    <a:pt x="1804133" y="74073"/>
                  </a:lnTo>
                  <a:lnTo>
                    <a:pt x="1731968" y="69911"/>
                  </a:lnTo>
                  <a:lnTo>
                    <a:pt x="1659803" y="65895"/>
                  </a:lnTo>
                  <a:lnTo>
                    <a:pt x="1587637" y="62018"/>
                  </a:lnTo>
                  <a:lnTo>
                    <a:pt x="1515472" y="58271"/>
                  </a:lnTo>
                  <a:lnTo>
                    <a:pt x="1443307" y="54647"/>
                  </a:lnTo>
                  <a:lnTo>
                    <a:pt x="1371141" y="51139"/>
                  </a:lnTo>
                  <a:lnTo>
                    <a:pt x="1298976" y="47741"/>
                  </a:lnTo>
                  <a:lnTo>
                    <a:pt x="1226811" y="44446"/>
                  </a:lnTo>
                  <a:lnTo>
                    <a:pt x="1154645" y="41249"/>
                  </a:lnTo>
                  <a:lnTo>
                    <a:pt x="1082480" y="38146"/>
                  </a:lnTo>
                  <a:lnTo>
                    <a:pt x="1010314" y="35130"/>
                  </a:lnTo>
                  <a:lnTo>
                    <a:pt x="938149" y="32197"/>
                  </a:lnTo>
                  <a:lnTo>
                    <a:pt x="865984" y="29343"/>
                  </a:lnTo>
                  <a:lnTo>
                    <a:pt x="793818" y="26565"/>
                  </a:lnTo>
                  <a:lnTo>
                    <a:pt x="721653" y="23857"/>
                  </a:lnTo>
                  <a:lnTo>
                    <a:pt x="649488" y="21217"/>
                  </a:lnTo>
                  <a:lnTo>
                    <a:pt x="577322" y="18640"/>
                  </a:lnTo>
                  <a:lnTo>
                    <a:pt x="505157" y="16125"/>
                  </a:lnTo>
                  <a:lnTo>
                    <a:pt x="432992" y="13668"/>
                  </a:lnTo>
                  <a:lnTo>
                    <a:pt x="360826" y="11266"/>
                  </a:lnTo>
                  <a:lnTo>
                    <a:pt x="288661" y="8917"/>
                  </a:lnTo>
                  <a:lnTo>
                    <a:pt x="216496" y="6618"/>
                  </a:lnTo>
                  <a:lnTo>
                    <a:pt x="144330" y="4367"/>
                  </a:lnTo>
                  <a:lnTo>
                    <a:pt x="72165" y="216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57927" y="2957259"/>
              <a:ext cx="5701062" cy="1229626"/>
            </a:xfrm>
            <a:custGeom>
              <a:avLst/>
              <a:pathLst>
                <a:path w="5701062" h="1229626">
                  <a:moveTo>
                    <a:pt x="0" y="0"/>
                  </a:moveTo>
                  <a:lnTo>
                    <a:pt x="72165" y="15564"/>
                  </a:lnTo>
                  <a:lnTo>
                    <a:pt x="144330" y="31129"/>
                  </a:lnTo>
                  <a:lnTo>
                    <a:pt x="216496" y="46694"/>
                  </a:lnTo>
                  <a:lnTo>
                    <a:pt x="288661" y="62259"/>
                  </a:lnTo>
                  <a:lnTo>
                    <a:pt x="360826" y="77824"/>
                  </a:lnTo>
                  <a:lnTo>
                    <a:pt x="432992" y="93389"/>
                  </a:lnTo>
                  <a:lnTo>
                    <a:pt x="505157" y="108954"/>
                  </a:lnTo>
                  <a:lnTo>
                    <a:pt x="577322" y="124519"/>
                  </a:lnTo>
                  <a:lnTo>
                    <a:pt x="649488" y="140084"/>
                  </a:lnTo>
                  <a:lnTo>
                    <a:pt x="721653" y="155648"/>
                  </a:lnTo>
                  <a:lnTo>
                    <a:pt x="793818" y="171213"/>
                  </a:lnTo>
                  <a:lnTo>
                    <a:pt x="865984" y="186778"/>
                  </a:lnTo>
                  <a:lnTo>
                    <a:pt x="938149" y="202343"/>
                  </a:lnTo>
                  <a:lnTo>
                    <a:pt x="1010314" y="217908"/>
                  </a:lnTo>
                  <a:lnTo>
                    <a:pt x="1082480" y="233473"/>
                  </a:lnTo>
                  <a:lnTo>
                    <a:pt x="1154645" y="249038"/>
                  </a:lnTo>
                  <a:lnTo>
                    <a:pt x="1226811" y="264603"/>
                  </a:lnTo>
                  <a:lnTo>
                    <a:pt x="1298976" y="280168"/>
                  </a:lnTo>
                  <a:lnTo>
                    <a:pt x="1371141" y="295732"/>
                  </a:lnTo>
                  <a:lnTo>
                    <a:pt x="1443307" y="311297"/>
                  </a:lnTo>
                  <a:lnTo>
                    <a:pt x="1515472" y="326862"/>
                  </a:lnTo>
                  <a:lnTo>
                    <a:pt x="1587637" y="342427"/>
                  </a:lnTo>
                  <a:lnTo>
                    <a:pt x="1659803" y="357992"/>
                  </a:lnTo>
                  <a:lnTo>
                    <a:pt x="1731968" y="373557"/>
                  </a:lnTo>
                  <a:lnTo>
                    <a:pt x="1804133" y="389122"/>
                  </a:lnTo>
                  <a:lnTo>
                    <a:pt x="1876299" y="404687"/>
                  </a:lnTo>
                  <a:lnTo>
                    <a:pt x="1948464" y="420252"/>
                  </a:lnTo>
                  <a:lnTo>
                    <a:pt x="2020629" y="435816"/>
                  </a:lnTo>
                  <a:lnTo>
                    <a:pt x="2092795" y="451381"/>
                  </a:lnTo>
                  <a:lnTo>
                    <a:pt x="2164960" y="466946"/>
                  </a:lnTo>
                  <a:lnTo>
                    <a:pt x="2237125" y="482511"/>
                  </a:lnTo>
                  <a:lnTo>
                    <a:pt x="2309291" y="498076"/>
                  </a:lnTo>
                  <a:lnTo>
                    <a:pt x="2381456" y="513641"/>
                  </a:lnTo>
                  <a:lnTo>
                    <a:pt x="2453622" y="529206"/>
                  </a:lnTo>
                  <a:lnTo>
                    <a:pt x="2525787" y="544771"/>
                  </a:lnTo>
                  <a:lnTo>
                    <a:pt x="2597952" y="560336"/>
                  </a:lnTo>
                  <a:lnTo>
                    <a:pt x="2670118" y="575900"/>
                  </a:lnTo>
                  <a:lnTo>
                    <a:pt x="2742283" y="591465"/>
                  </a:lnTo>
                  <a:lnTo>
                    <a:pt x="2814448" y="607030"/>
                  </a:lnTo>
                  <a:lnTo>
                    <a:pt x="2886614" y="622595"/>
                  </a:lnTo>
                  <a:lnTo>
                    <a:pt x="2958779" y="638160"/>
                  </a:lnTo>
                  <a:lnTo>
                    <a:pt x="3030944" y="653725"/>
                  </a:lnTo>
                  <a:lnTo>
                    <a:pt x="3103110" y="669290"/>
                  </a:lnTo>
                  <a:lnTo>
                    <a:pt x="3175275" y="684855"/>
                  </a:lnTo>
                  <a:lnTo>
                    <a:pt x="3247440" y="700420"/>
                  </a:lnTo>
                  <a:lnTo>
                    <a:pt x="3319606" y="715984"/>
                  </a:lnTo>
                  <a:lnTo>
                    <a:pt x="3391771" y="731549"/>
                  </a:lnTo>
                  <a:lnTo>
                    <a:pt x="3463936" y="747114"/>
                  </a:lnTo>
                  <a:lnTo>
                    <a:pt x="3536102" y="762679"/>
                  </a:lnTo>
                  <a:lnTo>
                    <a:pt x="3608267" y="778244"/>
                  </a:lnTo>
                  <a:lnTo>
                    <a:pt x="3680433" y="793809"/>
                  </a:lnTo>
                  <a:lnTo>
                    <a:pt x="3752598" y="809374"/>
                  </a:lnTo>
                  <a:lnTo>
                    <a:pt x="3824763" y="824939"/>
                  </a:lnTo>
                  <a:lnTo>
                    <a:pt x="3896929" y="840504"/>
                  </a:lnTo>
                  <a:lnTo>
                    <a:pt x="3969094" y="856068"/>
                  </a:lnTo>
                  <a:lnTo>
                    <a:pt x="4041259" y="871633"/>
                  </a:lnTo>
                  <a:lnTo>
                    <a:pt x="4113425" y="887198"/>
                  </a:lnTo>
                  <a:lnTo>
                    <a:pt x="4185590" y="902763"/>
                  </a:lnTo>
                  <a:lnTo>
                    <a:pt x="4257755" y="918328"/>
                  </a:lnTo>
                  <a:lnTo>
                    <a:pt x="4329921" y="933893"/>
                  </a:lnTo>
                  <a:lnTo>
                    <a:pt x="4402086" y="949458"/>
                  </a:lnTo>
                  <a:lnTo>
                    <a:pt x="4474251" y="965023"/>
                  </a:lnTo>
                  <a:lnTo>
                    <a:pt x="4546417" y="980588"/>
                  </a:lnTo>
                  <a:lnTo>
                    <a:pt x="4618582" y="996152"/>
                  </a:lnTo>
                  <a:lnTo>
                    <a:pt x="4690748" y="1011717"/>
                  </a:lnTo>
                  <a:lnTo>
                    <a:pt x="4762913" y="1027282"/>
                  </a:lnTo>
                  <a:lnTo>
                    <a:pt x="4835078" y="1042847"/>
                  </a:lnTo>
                  <a:lnTo>
                    <a:pt x="4907244" y="1058412"/>
                  </a:lnTo>
                  <a:lnTo>
                    <a:pt x="4979409" y="1073977"/>
                  </a:lnTo>
                  <a:lnTo>
                    <a:pt x="5051574" y="1089542"/>
                  </a:lnTo>
                  <a:lnTo>
                    <a:pt x="5123740" y="1105107"/>
                  </a:lnTo>
                  <a:lnTo>
                    <a:pt x="5195905" y="1120672"/>
                  </a:lnTo>
                  <a:lnTo>
                    <a:pt x="5268070" y="1136236"/>
                  </a:lnTo>
                  <a:lnTo>
                    <a:pt x="5340236" y="1151801"/>
                  </a:lnTo>
                  <a:lnTo>
                    <a:pt x="5412401" y="1167366"/>
                  </a:lnTo>
                  <a:lnTo>
                    <a:pt x="5484566" y="1182931"/>
                  </a:lnTo>
                  <a:lnTo>
                    <a:pt x="5556732" y="1198496"/>
                  </a:lnTo>
                  <a:lnTo>
                    <a:pt x="5628897" y="1214061"/>
                  </a:lnTo>
                  <a:lnTo>
                    <a:pt x="5701062" y="1229626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37120" y="456667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137120" y="468258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137120" y="47601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487521" y="41650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487521" y="443440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487521" y="40725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945044" y="43409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945044" y="397252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945044" y="429098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663809" y="492930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663809" y="45785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663809" y="489568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278218" y="386532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278218" y="42068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278218" y="405881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66103" y="392972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66103" y="41617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66103" y="415634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425776" y="542198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425776" y="53896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710483" y="54905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710483" y="538622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546223" y="3678868"/>
              <a:ext cx="5222962" cy="1451204"/>
            </a:xfrm>
            <a:custGeom>
              <a:avLst/>
              <a:pathLst>
                <a:path w="5222962" h="1451204">
                  <a:moveTo>
                    <a:pt x="0" y="0"/>
                  </a:moveTo>
                  <a:lnTo>
                    <a:pt x="66113" y="15772"/>
                  </a:lnTo>
                  <a:lnTo>
                    <a:pt x="132226" y="31515"/>
                  </a:lnTo>
                  <a:lnTo>
                    <a:pt x="198340" y="47226"/>
                  </a:lnTo>
                  <a:lnTo>
                    <a:pt x="264453" y="62904"/>
                  </a:lnTo>
                  <a:lnTo>
                    <a:pt x="330567" y="78547"/>
                  </a:lnTo>
                  <a:lnTo>
                    <a:pt x="396680" y="94154"/>
                  </a:lnTo>
                  <a:lnTo>
                    <a:pt x="462794" y="109722"/>
                  </a:lnTo>
                  <a:lnTo>
                    <a:pt x="528907" y="125250"/>
                  </a:lnTo>
                  <a:lnTo>
                    <a:pt x="595021" y="140735"/>
                  </a:lnTo>
                  <a:lnTo>
                    <a:pt x="661134" y="156175"/>
                  </a:lnTo>
                  <a:lnTo>
                    <a:pt x="727247" y="171567"/>
                  </a:lnTo>
                  <a:lnTo>
                    <a:pt x="793361" y="186910"/>
                  </a:lnTo>
                  <a:lnTo>
                    <a:pt x="859474" y="202200"/>
                  </a:lnTo>
                  <a:lnTo>
                    <a:pt x="925588" y="217435"/>
                  </a:lnTo>
                  <a:lnTo>
                    <a:pt x="991701" y="232610"/>
                  </a:lnTo>
                  <a:lnTo>
                    <a:pt x="1057815" y="247724"/>
                  </a:lnTo>
                  <a:lnTo>
                    <a:pt x="1123928" y="262771"/>
                  </a:lnTo>
                  <a:lnTo>
                    <a:pt x="1190042" y="277749"/>
                  </a:lnTo>
                  <a:lnTo>
                    <a:pt x="1256155" y="292653"/>
                  </a:lnTo>
                  <a:lnTo>
                    <a:pt x="1322269" y="307479"/>
                  </a:lnTo>
                  <a:lnTo>
                    <a:pt x="1388382" y="322223"/>
                  </a:lnTo>
                  <a:lnTo>
                    <a:pt x="1454495" y="336878"/>
                  </a:lnTo>
                  <a:lnTo>
                    <a:pt x="1520609" y="351440"/>
                  </a:lnTo>
                  <a:lnTo>
                    <a:pt x="1586722" y="365903"/>
                  </a:lnTo>
                  <a:lnTo>
                    <a:pt x="1652836" y="380261"/>
                  </a:lnTo>
                  <a:lnTo>
                    <a:pt x="1718949" y="394507"/>
                  </a:lnTo>
                  <a:lnTo>
                    <a:pt x="1785063" y="408635"/>
                  </a:lnTo>
                  <a:lnTo>
                    <a:pt x="1851176" y="422637"/>
                  </a:lnTo>
                  <a:lnTo>
                    <a:pt x="1917290" y="436505"/>
                  </a:lnTo>
                  <a:lnTo>
                    <a:pt x="1983403" y="450231"/>
                  </a:lnTo>
                  <a:lnTo>
                    <a:pt x="2049516" y="463806"/>
                  </a:lnTo>
                  <a:lnTo>
                    <a:pt x="2115630" y="477220"/>
                  </a:lnTo>
                  <a:lnTo>
                    <a:pt x="2181743" y="490465"/>
                  </a:lnTo>
                  <a:lnTo>
                    <a:pt x="2247857" y="503529"/>
                  </a:lnTo>
                  <a:lnTo>
                    <a:pt x="2313970" y="516402"/>
                  </a:lnTo>
                  <a:lnTo>
                    <a:pt x="2380084" y="529073"/>
                  </a:lnTo>
                  <a:lnTo>
                    <a:pt x="2446197" y="541530"/>
                  </a:lnTo>
                  <a:lnTo>
                    <a:pt x="2512311" y="553761"/>
                  </a:lnTo>
                  <a:lnTo>
                    <a:pt x="2578424" y="565755"/>
                  </a:lnTo>
                  <a:lnTo>
                    <a:pt x="2644538" y="577498"/>
                  </a:lnTo>
                  <a:lnTo>
                    <a:pt x="2710651" y="588978"/>
                  </a:lnTo>
                  <a:lnTo>
                    <a:pt x="2776764" y="600184"/>
                  </a:lnTo>
                  <a:lnTo>
                    <a:pt x="2842878" y="611102"/>
                  </a:lnTo>
                  <a:lnTo>
                    <a:pt x="2908991" y="621722"/>
                  </a:lnTo>
                  <a:lnTo>
                    <a:pt x="2975105" y="632032"/>
                  </a:lnTo>
                  <a:lnTo>
                    <a:pt x="3041218" y="642021"/>
                  </a:lnTo>
                  <a:lnTo>
                    <a:pt x="3107332" y="651680"/>
                  </a:lnTo>
                  <a:lnTo>
                    <a:pt x="3173445" y="661001"/>
                  </a:lnTo>
                  <a:lnTo>
                    <a:pt x="3239559" y="669976"/>
                  </a:lnTo>
                  <a:lnTo>
                    <a:pt x="3305672" y="678601"/>
                  </a:lnTo>
                  <a:lnTo>
                    <a:pt x="3371785" y="686870"/>
                  </a:lnTo>
                  <a:lnTo>
                    <a:pt x="3437899" y="694782"/>
                  </a:lnTo>
                  <a:lnTo>
                    <a:pt x="3504012" y="702336"/>
                  </a:lnTo>
                  <a:lnTo>
                    <a:pt x="3570126" y="709532"/>
                  </a:lnTo>
                  <a:lnTo>
                    <a:pt x="3636239" y="716374"/>
                  </a:lnTo>
                  <a:lnTo>
                    <a:pt x="3702353" y="722866"/>
                  </a:lnTo>
                  <a:lnTo>
                    <a:pt x="3768466" y="729014"/>
                  </a:lnTo>
                  <a:lnTo>
                    <a:pt x="3834580" y="734825"/>
                  </a:lnTo>
                  <a:lnTo>
                    <a:pt x="3900693" y="740308"/>
                  </a:lnTo>
                  <a:lnTo>
                    <a:pt x="3966807" y="745473"/>
                  </a:lnTo>
                  <a:lnTo>
                    <a:pt x="4032920" y="750331"/>
                  </a:lnTo>
                  <a:lnTo>
                    <a:pt x="4099033" y="754892"/>
                  </a:lnTo>
                  <a:lnTo>
                    <a:pt x="4165147" y="759168"/>
                  </a:lnTo>
                  <a:lnTo>
                    <a:pt x="4231260" y="763172"/>
                  </a:lnTo>
                  <a:lnTo>
                    <a:pt x="4297374" y="766916"/>
                  </a:lnTo>
                  <a:lnTo>
                    <a:pt x="4363487" y="770412"/>
                  </a:lnTo>
                  <a:lnTo>
                    <a:pt x="4429601" y="773673"/>
                  </a:lnTo>
                  <a:lnTo>
                    <a:pt x="4495714" y="776711"/>
                  </a:lnTo>
                  <a:lnTo>
                    <a:pt x="4561828" y="779537"/>
                  </a:lnTo>
                  <a:lnTo>
                    <a:pt x="4627941" y="782163"/>
                  </a:lnTo>
                  <a:lnTo>
                    <a:pt x="4694054" y="784601"/>
                  </a:lnTo>
                  <a:lnTo>
                    <a:pt x="4760168" y="786861"/>
                  </a:lnTo>
                  <a:lnTo>
                    <a:pt x="4826281" y="788952"/>
                  </a:lnTo>
                  <a:lnTo>
                    <a:pt x="4892395" y="790885"/>
                  </a:lnTo>
                  <a:lnTo>
                    <a:pt x="4958508" y="792670"/>
                  </a:lnTo>
                  <a:lnTo>
                    <a:pt x="5024622" y="794314"/>
                  </a:lnTo>
                  <a:lnTo>
                    <a:pt x="5090735" y="795825"/>
                  </a:lnTo>
                  <a:lnTo>
                    <a:pt x="5156849" y="797213"/>
                  </a:lnTo>
                  <a:lnTo>
                    <a:pt x="5222962" y="798483"/>
                  </a:lnTo>
                  <a:lnTo>
                    <a:pt x="5222962" y="1451204"/>
                  </a:lnTo>
                  <a:lnTo>
                    <a:pt x="5156849" y="1436934"/>
                  </a:lnTo>
                  <a:lnTo>
                    <a:pt x="5090735" y="1422781"/>
                  </a:lnTo>
                  <a:lnTo>
                    <a:pt x="5024622" y="1408752"/>
                  </a:lnTo>
                  <a:lnTo>
                    <a:pt x="4958508" y="1394855"/>
                  </a:lnTo>
                  <a:lnTo>
                    <a:pt x="4892395" y="1381098"/>
                  </a:lnTo>
                  <a:lnTo>
                    <a:pt x="4826281" y="1367491"/>
                  </a:lnTo>
                  <a:lnTo>
                    <a:pt x="4760168" y="1354042"/>
                  </a:lnTo>
                  <a:lnTo>
                    <a:pt x="4694054" y="1340760"/>
                  </a:lnTo>
                  <a:lnTo>
                    <a:pt x="4627941" y="1327657"/>
                  </a:lnTo>
                  <a:lnTo>
                    <a:pt x="4561828" y="1314743"/>
                  </a:lnTo>
                  <a:lnTo>
                    <a:pt x="4495714" y="1302028"/>
                  </a:lnTo>
                  <a:lnTo>
                    <a:pt x="4429601" y="1289525"/>
                  </a:lnTo>
                  <a:lnTo>
                    <a:pt x="4363487" y="1277245"/>
                  </a:lnTo>
                  <a:lnTo>
                    <a:pt x="4297374" y="1265201"/>
                  </a:lnTo>
                  <a:lnTo>
                    <a:pt x="4231260" y="1253404"/>
                  </a:lnTo>
                  <a:lnTo>
                    <a:pt x="4165147" y="1241867"/>
                  </a:lnTo>
                  <a:lnTo>
                    <a:pt x="4099033" y="1230602"/>
                  </a:lnTo>
                  <a:lnTo>
                    <a:pt x="4032920" y="1219623"/>
                  </a:lnTo>
                  <a:lnTo>
                    <a:pt x="3966807" y="1208939"/>
                  </a:lnTo>
                  <a:lnTo>
                    <a:pt x="3900693" y="1198563"/>
                  </a:lnTo>
                  <a:lnTo>
                    <a:pt x="3834580" y="1188506"/>
                  </a:lnTo>
                  <a:lnTo>
                    <a:pt x="3768466" y="1178776"/>
                  </a:lnTo>
                  <a:lnTo>
                    <a:pt x="3702353" y="1169383"/>
                  </a:lnTo>
                  <a:lnTo>
                    <a:pt x="3636239" y="1160334"/>
                  </a:lnTo>
                  <a:lnTo>
                    <a:pt x="3570126" y="1151636"/>
                  </a:lnTo>
                  <a:lnTo>
                    <a:pt x="3504012" y="1143291"/>
                  </a:lnTo>
                  <a:lnTo>
                    <a:pt x="3437899" y="1135304"/>
                  </a:lnTo>
                  <a:lnTo>
                    <a:pt x="3371785" y="1127675"/>
                  </a:lnTo>
                  <a:lnTo>
                    <a:pt x="3305672" y="1120403"/>
                  </a:lnTo>
                  <a:lnTo>
                    <a:pt x="3239559" y="1113487"/>
                  </a:lnTo>
                  <a:lnTo>
                    <a:pt x="3173445" y="1106922"/>
                  </a:lnTo>
                  <a:lnTo>
                    <a:pt x="3107332" y="1100702"/>
                  </a:lnTo>
                  <a:lnTo>
                    <a:pt x="3041218" y="1094820"/>
                  </a:lnTo>
                  <a:lnTo>
                    <a:pt x="2975105" y="1089269"/>
                  </a:lnTo>
                  <a:lnTo>
                    <a:pt x="2908991" y="1084037"/>
                  </a:lnTo>
                  <a:lnTo>
                    <a:pt x="2842878" y="1079116"/>
                  </a:lnTo>
                  <a:lnTo>
                    <a:pt x="2776764" y="1074494"/>
                  </a:lnTo>
                  <a:lnTo>
                    <a:pt x="2710651" y="1070159"/>
                  </a:lnTo>
                  <a:lnTo>
                    <a:pt x="2644538" y="1066098"/>
                  </a:lnTo>
                  <a:lnTo>
                    <a:pt x="2578424" y="1062301"/>
                  </a:lnTo>
                  <a:lnTo>
                    <a:pt x="2512311" y="1058753"/>
                  </a:lnTo>
                  <a:lnTo>
                    <a:pt x="2446197" y="1055444"/>
                  </a:lnTo>
                  <a:lnTo>
                    <a:pt x="2380084" y="1052360"/>
                  </a:lnTo>
                  <a:lnTo>
                    <a:pt x="2313970" y="1049490"/>
                  </a:lnTo>
                  <a:lnTo>
                    <a:pt x="2247857" y="1046822"/>
                  </a:lnTo>
                  <a:lnTo>
                    <a:pt x="2181743" y="1044346"/>
                  </a:lnTo>
                  <a:lnTo>
                    <a:pt x="2115630" y="1042050"/>
                  </a:lnTo>
                  <a:lnTo>
                    <a:pt x="2049516" y="1039923"/>
                  </a:lnTo>
                  <a:lnTo>
                    <a:pt x="1983403" y="1037957"/>
                  </a:lnTo>
                  <a:lnTo>
                    <a:pt x="1917290" y="1036143"/>
                  </a:lnTo>
                  <a:lnTo>
                    <a:pt x="1851176" y="1034470"/>
                  </a:lnTo>
                  <a:lnTo>
                    <a:pt x="1785063" y="1032931"/>
                  </a:lnTo>
                  <a:lnTo>
                    <a:pt x="1718949" y="1031518"/>
                  </a:lnTo>
                  <a:lnTo>
                    <a:pt x="1652836" y="1030223"/>
                  </a:lnTo>
                  <a:lnTo>
                    <a:pt x="1586722" y="1029040"/>
                  </a:lnTo>
                  <a:lnTo>
                    <a:pt x="1520609" y="1027963"/>
                  </a:lnTo>
                  <a:lnTo>
                    <a:pt x="1454495" y="1026984"/>
                  </a:lnTo>
                  <a:lnTo>
                    <a:pt x="1388382" y="1026098"/>
                  </a:lnTo>
                  <a:lnTo>
                    <a:pt x="1322269" y="1025301"/>
                  </a:lnTo>
                  <a:lnTo>
                    <a:pt x="1256155" y="1024586"/>
                  </a:lnTo>
                  <a:lnTo>
                    <a:pt x="1190042" y="1023949"/>
                  </a:lnTo>
                  <a:lnTo>
                    <a:pt x="1123928" y="1023386"/>
                  </a:lnTo>
                  <a:lnTo>
                    <a:pt x="1057815" y="1022893"/>
                  </a:lnTo>
                  <a:lnTo>
                    <a:pt x="991701" y="1022466"/>
                  </a:lnTo>
                  <a:lnTo>
                    <a:pt x="925588" y="1022100"/>
                  </a:lnTo>
                  <a:lnTo>
                    <a:pt x="859474" y="1021794"/>
                  </a:lnTo>
                  <a:lnTo>
                    <a:pt x="793361" y="1021543"/>
                  </a:lnTo>
                  <a:lnTo>
                    <a:pt x="727247" y="1021345"/>
                  </a:lnTo>
                  <a:lnTo>
                    <a:pt x="661134" y="1021197"/>
                  </a:lnTo>
                  <a:lnTo>
                    <a:pt x="595021" y="1021096"/>
                  </a:lnTo>
                  <a:lnTo>
                    <a:pt x="528907" y="1021041"/>
                  </a:lnTo>
                  <a:lnTo>
                    <a:pt x="462794" y="1021027"/>
                  </a:lnTo>
                  <a:lnTo>
                    <a:pt x="396680" y="1021055"/>
                  </a:lnTo>
                  <a:lnTo>
                    <a:pt x="330567" y="1021120"/>
                  </a:lnTo>
                  <a:lnTo>
                    <a:pt x="264453" y="1021223"/>
                  </a:lnTo>
                  <a:lnTo>
                    <a:pt x="198340" y="1021360"/>
                  </a:lnTo>
                  <a:lnTo>
                    <a:pt x="132226" y="1021530"/>
                  </a:lnTo>
                  <a:lnTo>
                    <a:pt x="66113" y="1021732"/>
                  </a:lnTo>
                  <a:lnTo>
                    <a:pt x="0" y="102196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46223" y="3678868"/>
              <a:ext cx="5222962" cy="798483"/>
            </a:xfrm>
            <a:custGeom>
              <a:avLst/>
              <a:pathLst>
                <a:path w="5222962" h="798483">
                  <a:moveTo>
                    <a:pt x="0" y="0"/>
                  </a:moveTo>
                  <a:lnTo>
                    <a:pt x="66113" y="15772"/>
                  </a:lnTo>
                  <a:lnTo>
                    <a:pt x="132226" y="31515"/>
                  </a:lnTo>
                  <a:lnTo>
                    <a:pt x="198340" y="47226"/>
                  </a:lnTo>
                  <a:lnTo>
                    <a:pt x="264453" y="62904"/>
                  </a:lnTo>
                  <a:lnTo>
                    <a:pt x="330567" y="78547"/>
                  </a:lnTo>
                  <a:lnTo>
                    <a:pt x="396680" y="94154"/>
                  </a:lnTo>
                  <a:lnTo>
                    <a:pt x="462794" y="109722"/>
                  </a:lnTo>
                  <a:lnTo>
                    <a:pt x="528907" y="125250"/>
                  </a:lnTo>
                  <a:lnTo>
                    <a:pt x="595021" y="140735"/>
                  </a:lnTo>
                  <a:lnTo>
                    <a:pt x="661134" y="156175"/>
                  </a:lnTo>
                  <a:lnTo>
                    <a:pt x="727247" y="171567"/>
                  </a:lnTo>
                  <a:lnTo>
                    <a:pt x="793361" y="186910"/>
                  </a:lnTo>
                  <a:lnTo>
                    <a:pt x="859474" y="202200"/>
                  </a:lnTo>
                  <a:lnTo>
                    <a:pt x="925588" y="217435"/>
                  </a:lnTo>
                  <a:lnTo>
                    <a:pt x="991701" y="232610"/>
                  </a:lnTo>
                  <a:lnTo>
                    <a:pt x="1057815" y="247724"/>
                  </a:lnTo>
                  <a:lnTo>
                    <a:pt x="1123928" y="262771"/>
                  </a:lnTo>
                  <a:lnTo>
                    <a:pt x="1190042" y="277749"/>
                  </a:lnTo>
                  <a:lnTo>
                    <a:pt x="1256155" y="292653"/>
                  </a:lnTo>
                  <a:lnTo>
                    <a:pt x="1322269" y="307479"/>
                  </a:lnTo>
                  <a:lnTo>
                    <a:pt x="1388382" y="322223"/>
                  </a:lnTo>
                  <a:lnTo>
                    <a:pt x="1454495" y="336878"/>
                  </a:lnTo>
                  <a:lnTo>
                    <a:pt x="1520609" y="351440"/>
                  </a:lnTo>
                  <a:lnTo>
                    <a:pt x="1586722" y="365903"/>
                  </a:lnTo>
                  <a:lnTo>
                    <a:pt x="1652836" y="380261"/>
                  </a:lnTo>
                  <a:lnTo>
                    <a:pt x="1718949" y="394507"/>
                  </a:lnTo>
                  <a:lnTo>
                    <a:pt x="1785063" y="408635"/>
                  </a:lnTo>
                  <a:lnTo>
                    <a:pt x="1851176" y="422637"/>
                  </a:lnTo>
                  <a:lnTo>
                    <a:pt x="1917290" y="436505"/>
                  </a:lnTo>
                  <a:lnTo>
                    <a:pt x="1983403" y="450231"/>
                  </a:lnTo>
                  <a:lnTo>
                    <a:pt x="2049516" y="463806"/>
                  </a:lnTo>
                  <a:lnTo>
                    <a:pt x="2115630" y="477220"/>
                  </a:lnTo>
                  <a:lnTo>
                    <a:pt x="2181743" y="490465"/>
                  </a:lnTo>
                  <a:lnTo>
                    <a:pt x="2247857" y="503529"/>
                  </a:lnTo>
                  <a:lnTo>
                    <a:pt x="2313970" y="516402"/>
                  </a:lnTo>
                  <a:lnTo>
                    <a:pt x="2380084" y="529073"/>
                  </a:lnTo>
                  <a:lnTo>
                    <a:pt x="2446197" y="541530"/>
                  </a:lnTo>
                  <a:lnTo>
                    <a:pt x="2512311" y="553761"/>
                  </a:lnTo>
                  <a:lnTo>
                    <a:pt x="2578424" y="565755"/>
                  </a:lnTo>
                  <a:lnTo>
                    <a:pt x="2644538" y="577498"/>
                  </a:lnTo>
                  <a:lnTo>
                    <a:pt x="2710651" y="588978"/>
                  </a:lnTo>
                  <a:lnTo>
                    <a:pt x="2776764" y="600184"/>
                  </a:lnTo>
                  <a:lnTo>
                    <a:pt x="2842878" y="611102"/>
                  </a:lnTo>
                  <a:lnTo>
                    <a:pt x="2908991" y="621722"/>
                  </a:lnTo>
                  <a:lnTo>
                    <a:pt x="2975105" y="632032"/>
                  </a:lnTo>
                  <a:lnTo>
                    <a:pt x="3041218" y="642021"/>
                  </a:lnTo>
                  <a:lnTo>
                    <a:pt x="3107332" y="651680"/>
                  </a:lnTo>
                  <a:lnTo>
                    <a:pt x="3173445" y="661001"/>
                  </a:lnTo>
                  <a:lnTo>
                    <a:pt x="3239559" y="669976"/>
                  </a:lnTo>
                  <a:lnTo>
                    <a:pt x="3305672" y="678601"/>
                  </a:lnTo>
                  <a:lnTo>
                    <a:pt x="3371785" y="686870"/>
                  </a:lnTo>
                  <a:lnTo>
                    <a:pt x="3437899" y="694782"/>
                  </a:lnTo>
                  <a:lnTo>
                    <a:pt x="3504012" y="702336"/>
                  </a:lnTo>
                  <a:lnTo>
                    <a:pt x="3570126" y="709532"/>
                  </a:lnTo>
                  <a:lnTo>
                    <a:pt x="3636239" y="716374"/>
                  </a:lnTo>
                  <a:lnTo>
                    <a:pt x="3702353" y="722866"/>
                  </a:lnTo>
                  <a:lnTo>
                    <a:pt x="3768466" y="729014"/>
                  </a:lnTo>
                  <a:lnTo>
                    <a:pt x="3834580" y="734825"/>
                  </a:lnTo>
                  <a:lnTo>
                    <a:pt x="3900693" y="740308"/>
                  </a:lnTo>
                  <a:lnTo>
                    <a:pt x="3966807" y="745473"/>
                  </a:lnTo>
                  <a:lnTo>
                    <a:pt x="4032920" y="750331"/>
                  </a:lnTo>
                  <a:lnTo>
                    <a:pt x="4099033" y="754892"/>
                  </a:lnTo>
                  <a:lnTo>
                    <a:pt x="4165147" y="759168"/>
                  </a:lnTo>
                  <a:lnTo>
                    <a:pt x="4231260" y="763172"/>
                  </a:lnTo>
                  <a:lnTo>
                    <a:pt x="4297374" y="766916"/>
                  </a:lnTo>
                  <a:lnTo>
                    <a:pt x="4363487" y="770412"/>
                  </a:lnTo>
                  <a:lnTo>
                    <a:pt x="4429601" y="773673"/>
                  </a:lnTo>
                  <a:lnTo>
                    <a:pt x="4495714" y="776711"/>
                  </a:lnTo>
                  <a:lnTo>
                    <a:pt x="4561828" y="779537"/>
                  </a:lnTo>
                  <a:lnTo>
                    <a:pt x="4627941" y="782163"/>
                  </a:lnTo>
                  <a:lnTo>
                    <a:pt x="4694054" y="784601"/>
                  </a:lnTo>
                  <a:lnTo>
                    <a:pt x="4760168" y="786861"/>
                  </a:lnTo>
                  <a:lnTo>
                    <a:pt x="4826281" y="788952"/>
                  </a:lnTo>
                  <a:lnTo>
                    <a:pt x="4892395" y="790885"/>
                  </a:lnTo>
                  <a:lnTo>
                    <a:pt x="4958508" y="792670"/>
                  </a:lnTo>
                  <a:lnTo>
                    <a:pt x="5024622" y="794314"/>
                  </a:lnTo>
                  <a:lnTo>
                    <a:pt x="5090735" y="795825"/>
                  </a:lnTo>
                  <a:lnTo>
                    <a:pt x="5156849" y="797213"/>
                  </a:lnTo>
                  <a:lnTo>
                    <a:pt x="5222962" y="7984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46223" y="4699896"/>
              <a:ext cx="5222962" cy="430177"/>
            </a:xfrm>
            <a:custGeom>
              <a:avLst/>
              <a:pathLst>
                <a:path w="5222962" h="430177">
                  <a:moveTo>
                    <a:pt x="5222962" y="430177"/>
                  </a:moveTo>
                  <a:lnTo>
                    <a:pt x="5156849" y="415906"/>
                  </a:lnTo>
                  <a:lnTo>
                    <a:pt x="5090735" y="401753"/>
                  </a:lnTo>
                  <a:lnTo>
                    <a:pt x="5024622" y="387724"/>
                  </a:lnTo>
                  <a:lnTo>
                    <a:pt x="4958508" y="373827"/>
                  </a:lnTo>
                  <a:lnTo>
                    <a:pt x="4892395" y="360070"/>
                  </a:lnTo>
                  <a:lnTo>
                    <a:pt x="4826281" y="346463"/>
                  </a:lnTo>
                  <a:lnTo>
                    <a:pt x="4760168" y="333014"/>
                  </a:lnTo>
                  <a:lnTo>
                    <a:pt x="4694054" y="319732"/>
                  </a:lnTo>
                  <a:lnTo>
                    <a:pt x="4627941" y="306629"/>
                  </a:lnTo>
                  <a:lnTo>
                    <a:pt x="4561828" y="293715"/>
                  </a:lnTo>
                  <a:lnTo>
                    <a:pt x="4495714" y="281000"/>
                  </a:lnTo>
                  <a:lnTo>
                    <a:pt x="4429601" y="268497"/>
                  </a:lnTo>
                  <a:lnTo>
                    <a:pt x="4363487" y="256217"/>
                  </a:lnTo>
                  <a:lnTo>
                    <a:pt x="4297374" y="244173"/>
                  </a:lnTo>
                  <a:lnTo>
                    <a:pt x="4231260" y="232376"/>
                  </a:lnTo>
                  <a:lnTo>
                    <a:pt x="4165147" y="220839"/>
                  </a:lnTo>
                  <a:lnTo>
                    <a:pt x="4099033" y="209575"/>
                  </a:lnTo>
                  <a:lnTo>
                    <a:pt x="4032920" y="198595"/>
                  </a:lnTo>
                  <a:lnTo>
                    <a:pt x="3966807" y="187911"/>
                  </a:lnTo>
                  <a:lnTo>
                    <a:pt x="3900693" y="177535"/>
                  </a:lnTo>
                  <a:lnTo>
                    <a:pt x="3834580" y="167478"/>
                  </a:lnTo>
                  <a:lnTo>
                    <a:pt x="3768466" y="157748"/>
                  </a:lnTo>
                  <a:lnTo>
                    <a:pt x="3702353" y="148355"/>
                  </a:lnTo>
                  <a:lnTo>
                    <a:pt x="3636239" y="139306"/>
                  </a:lnTo>
                  <a:lnTo>
                    <a:pt x="3570126" y="130608"/>
                  </a:lnTo>
                  <a:lnTo>
                    <a:pt x="3504012" y="122263"/>
                  </a:lnTo>
                  <a:lnTo>
                    <a:pt x="3437899" y="114276"/>
                  </a:lnTo>
                  <a:lnTo>
                    <a:pt x="3371785" y="106647"/>
                  </a:lnTo>
                  <a:lnTo>
                    <a:pt x="3305672" y="99375"/>
                  </a:lnTo>
                  <a:lnTo>
                    <a:pt x="3239559" y="92459"/>
                  </a:lnTo>
                  <a:lnTo>
                    <a:pt x="3173445" y="85894"/>
                  </a:lnTo>
                  <a:lnTo>
                    <a:pt x="3107332" y="79674"/>
                  </a:lnTo>
                  <a:lnTo>
                    <a:pt x="3041218" y="73792"/>
                  </a:lnTo>
                  <a:lnTo>
                    <a:pt x="2975105" y="68241"/>
                  </a:lnTo>
                  <a:lnTo>
                    <a:pt x="2908991" y="63010"/>
                  </a:lnTo>
                  <a:lnTo>
                    <a:pt x="2842878" y="58088"/>
                  </a:lnTo>
                  <a:lnTo>
                    <a:pt x="2776764" y="53466"/>
                  </a:lnTo>
                  <a:lnTo>
                    <a:pt x="2710651" y="49131"/>
                  </a:lnTo>
                  <a:lnTo>
                    <a:pt x="2644538" y="45070"/>
                  </a:lnTo>
                  <a:lnTo>
                    <a:pt x="2578424" y="41273"/>
                  </a:lnTo>
                  <a:lnTo>
                    <a:pt x="2512311" y="37725"/>
                  </a:lnTo>
                  <a:lnTo>
                    <a:pt x="2446197" y="34416"/>
                  </a:lnTo>
                  <a:lnTo>
                    <a:pt x="2380084" y="31332"/>
                  </a:lnTo>
                  <a:lnTo>
                    <a:pt x="2313970" y="28462"/>
                  </a:lnTo>
                  <a:lnTo>
                    <a:pt x="2247857" y="25794"/>
                  </a:lnTo>
                  <a:lnTo>
                    <a:pt x="2181743" y="23318"/>
                  </a:lnTo>
                  <a:lnTo>
                    <a:pt x="2115630" y="21022"/>
                  </a:lnTo>
                  <a:lnTo>
                    <a:pt x="2049516" y="18895"/>
                  </a:lnTo>
                  <a:lnTo>
                    <a:pt x="1983403" y="16930"/>
                  </a:lnTo>
                  <a:lnTo>
                    <a:pt x="1917290" y="15115"/>
                  </a:lnTo>
                  <a:lnTo>
                    <a:pt x="1851176" y="13442"/>
                  </a:lnTo>
                  <a:lnTo>
                    <a:pt x="1785063" y="11903"/>
                  </a:lnTo>
                  <a:lnTo>
                    <a:pt x="1718949" y="10490"/>
                  </a:lnTo>
                  <a:lnTo>
                    <a:pt x="1652836" y="9195"/>
                  </a:lnTo>
                  <a:lnTo>
                    <a:pt x="1586722" y="8012"/>
                  </a:lnTo>
                  <a:lnTo>
                    <a:pt x="1520609" y="6935"/>
                  </a:lnTo>
                  <a:lnTo>
                    <a:pt x="1454495" y="5956"/>
                  </a:lnTo>
                  <a:lnTo>
                    <a:pt x="1388382" y="5070"/>
                  </a:lnTo>
                  <a:lnTo>
                    <a:pt x="1322269" y="4273"/>
                  </a:lnTo>
                  <a:lnTo>
                    <a:pt x="1256155" y="3558"/>
                  </a:lnTo>
                  <a:lnTo>
                    <a:pt x="1190042" y="2921"/>
                  </a:lnTo>
                  <a:lnTo>
                    <a:pt x="1123928" y="2358"/>
                  </a:lnTo>
                  <a:lnTo>
                    <a:pt x="1057815" y="1865"/>
                  </a:lnTo>
                  <a:lnTo>
                    <a:pt x="991701" y="1438"/>
                  </a:lnTo>
                  <a:lnTo>
                    <a:pt x="925588" y="1073"/>
                  </a:lnTo>
                  <a:lnTo>
                    <a:pt x="859474" y="766"/>
                  </a:lnTo>
                  <a:lnTo>
                    <a:pt x="793361" y="515"/>
                  </a:lnTo>
                  <a:lnTo>
                    <a:pt x="727247" y="317"/>
                  </a:lnTo>
                  <a:lnTo>
                    <a:pt x="661134" y="169"/>
                  </a:lnTo>
                  <a:lnTo>
                    <a:pt x="595021" y="69"/>
                  </a:lnTo>
                  <a:lnTo>
                    <a:pt x="528907" y="13"/>
                  </a:lnTo>
                  <a:lnTo>
                    <a:pt x="462794" y="0"/>
                  </a:lnTo>
                  <a:lnTo>
                    <a:pt x="396680" y="27"/>
                  </a:lnTo>
                  <a:lnTo>
                    <a:pt x="330567" y="93"/>
                  </a:lnTo>
                  <a:lnTo>
                    <a:pt x="264453" y="195"/>
                  </a:lnTo>
                  <a:lnTo>
                    <a:pt x="198340" y="332"/>
                  </a:lnTo>
                  <a:lnTo>
                    <a:pt x="132226" y="502"/>
                  </a:lnTo>
                  <a:lnTo>
                    <a:pt x="66113" y="704"/>
                  </a:lnTo>
                  <a:lnTo>
                    <a:pt x="0" y="9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46223" y="4189850"/>
              <a:ext cx="5222962" cy="613861"/>
            </a:xfrm>
            <a:custGeom>
              <a:avLst/>
              <a:pathLst>
                <a:path w="5222962" h="613861">
                  <a:moveTo>
                    <a:pt x="0" y="0"/>
                  </a:moveTo>
                  <a:lnTo>
                    <a:pt x="66113" y="7770"/>
                  </a:lnTo>
                  <a:lnTo>
                    <a:pt x="132226" y="15540"/>
                  </a:lnTo>
                  <a:lnTo>
                    <a:pt x="198340" y="23311"/>
                  </a:lnTo>
                  <a:lnTo>
                    <a:pt x="264453" y="31081"/>
                  </a:lnTo>
                  <a:lnTo>
                    <a:pt x="330567" y="38852"/>
                  </a:lnTo>
                  <a:lnTo>
                    <a:pt x="396680" y="46622"/>
                  </a:lnTo>
                  <a:lnTo>
                    <a:pt x="462794" y="54392"/>
                  </a:lnTo>
                  <a:lnTo>
                    <a:pt x="528907" y="62163"/>
                  </a:lnTo>
                  <a:lnTo>
                    <a:pt x="595021" y="69933"/>
                  </a:lnTo>
                  <a:lnTo>
                    <a:pt x="661134" y="77704"/>
                  </a:lnTo>
                  <a:lnTo>
                    <a:pt x="727247" y="85474"/>
                  </a:lnTo>
                  <a:lnTo>
                    <a:pt x="793361" y="93244"/>
                  </a:lnTo>
                  <a:lnTo>
                    <a:pt x="859474" y="101015"/>
                  </a:lnTo>
                  <a:lnTo>
                    <a:pt x="925588" y="108785"/>
                  </a:lnTo>
                  <a:lnTo>
                    <a:pt x="991701" y="116556"/>
                  </a:lnTo>
                  <a:lnTo>
                    <a:pt x="1057815" y="124326"/>
                  </a:lnTo>
                  <a:lnTo>
                    <a:pt x="1123928" y="132096"/>
                  </a:lnTo>
                  <a:lnTo>
                    <a:pt x="1190042" y="139867"/>
                  </a:lnTo>
                  <a:lnTo>
                    <a:pt x="1256155" y="147637"/>
                  </a:lnTo>
                  <a:lnTo>
                    <a:pt x="1322269" y="155408"/>
                  </a:lnTo>
                  <a:lnTo>
                    <a:pt x="1388382" y="163178"/>
                  </a:lnTo>
                  <a:lnTo>
                    <a:pt x="1454495" y="170948"/>
                  </a:lnTo>
                  <a:lnTo>
                    <a:pt x="1520609" y="178719"/>
                  </a:lnTo>
                  <a:lnTo>
                    <a:pt x="1586722" y="186489"/>
                  </a:lnTo>
                  <a:lnTo>
                    <a:pt x="1652836" y="194260"/>
                  </a:lnTo>
                  <a:lnTo>
                    <a:pt x="1718949" y="202030"/>
                  </a:lnTo>
                  <a:lnTo>
                    <a:pt x="1785063" y="209800"/>
                  </a:lnTo>
                  <a:lnTo>
                    <a:pt x="1851176" y="217571"/>
                  </a:lnTo>
                  <a:lnTo>
                    <a:pt x="1917290" y="225341"/>
                  </a:lnTo>
                  <a:lnTo>
                    <a:pt x="1983403" y="233112"/>
                  </a:lnTo>
                  <a:lnTo>
                    <a:pt x="2049516" y="240882"/>
                  </a:lnTo>
                  <a:lnTo>
                    <a:pt x="2115630" y="248652"/>
                  </a:lnTo>
                  <a:lnTo>
                    <a:pt x="2181743" y="256423"/>
                  </a:lnTo>
                  <a:lnTo>
                    <a:pt x="2247857" y="264193"/>
                  </a:lnTo>
                  <a:lnTo>
                    <a:pt x="2313970" y="271964"/>
                  </a:lnTo>
                  <a:lnTo>
                    <a:pt x="2380084" y="279734"/>
                  </a:lnTo>
                  <a:lnTo>
                    <a:pt x="2446197" y="287504"/>
                  </a:lnTo>
                  <a:lnTo>
                    <a:pt x="2512311" y="295275"/>
                  </a:lnTo>
                  <a:lnTo>
                    <a:pt x="2578424" y="303045"/>
                  </a:lnTo>
                  <a:lnTo>
                    <a:pt x="2644538" y="310816"/>
                  </a:lnTo>
                  <a:lnTo>
                    <a:pt x="2710651" y="318586"/>
                  </a:lnTo>
                  <a:lnTo>
                    <a:pt x="2776764" y="326356"/>
                  </a:lnTo>
                  <a:lnTo>
                    <a:pt x="2842878" y="334127"/>
                  </a:lnTo>
                  <a:lnTo>
                    <a:pt x="2908991" y="341897"/>
                  </a:lnTo>
                  <a:lnTo>
                    <a:pt x="2975105" y="349668"/>
                  </a:lnTo>
                  <a:lnTo>
                    <a:pt x="3041218" y="357438"/>
                  </a:lnTo>
                  <a:lnTo>
                    <a:pt x="3107332" y="365208"/>
                  </a:lnTo>
                  <a:lnTo>
                    <a:pt x="3173445" y="372979"/>
                  </a:lnTo>
                  <a:lnTo>
                    <a:pt x="3239559" y="380749"/>
                  </a:lnTo>
                  <a:lnTo>
                    <a:pt x="3305672" y="388520"/>
                  </a:lnTo>
                  <a:lnTo>
                    <a:pt x="3371785" y="396290"/>
                  </a:lnTo>
                  <a:lnTo>
                    <a:pt x="3437899" y="404061"/>
                  </a:lnTo>
                  <a:lnTo>
                    <a:pt x="3504012" y="411831"/>
                  </a:lnTo>
                  <a:lnTo>
                    <a:pt x="3570126" y="419601"/>
                  </a:lnTo>
                  <a:lnTo>
                    <a:pt x="3636239" y="427372"/>
                  </a:lnTo>
                  <a:lnTo>
                    <a:pt x="3702353" y="435142"/>
                  </a:lnTo>
                  <a:lnTo>
                    <a:pt x="3768466" y="442913"/>
                  </a:lnTo>
                  <a:lnTo>
                    <a:pt x="3834580" y="450683"/>
                  </a:lnTo>
                  <a:lnTo>
                    <a:pt x="3900693" y="458453"/>
                  </a:lnTo>
                  <a:lnTo>
                    <a:pt x="3966807" y="466224"/>
                  </a:lnTo>
                  <a:lnTo>
                    <a:pt x="4032920" y="473994"/>
                  </a:lnTo>
                  <a:lnTo>
                    <a:pt x="4099033" y="481765"/>
                  </a:lnTo>
                  <a:lnTo>
                    <a:pt x="4165147" y="489535"/>
                  </a:lnTo>
                  <a:lnTo>
                    <a:pt x="4231260" y="497305"/>
                  </a:lnTo>
                  <a:lnTo>
                    <a:pt x="4297374" y="505076"/>
                  </a:lnTo>
                  <a:lnTo>
                    <a:pt x="4363487" y="512846"/>
                  </a:lnTo>
                  <a:lnTo>
                    <a:pt x="4429601" y="520617"/>
                  </a:lnTo>
                  <a:lnTo>
                    <a:pt x="4495714" y="528387"/>
                  </a:lnTo>
                  <a:lnTo>
                    <a:pt x="4561828" y="536157"/>
                  </a:lnTo>
                  <a:lnTo>
                    <a:pt x="4627941" y="543928"/>
                  </a:lnTo>
                  <a:lnTo>
                    <a:pt x="4694054" y="551698"/>
                  </a:lnTo>
                  <a:lnTo>
                    <a:pt x="4760168" y="559469"/>
                  </a:lnTo>
                  <a:lnTo>
                    <a:pt x="4826281" y="567239"/>
                  </a:lnTo>
                  <a:lnTo>
                    <a:pt x="4892395" y="575009"/>
                  </a:lnTo>
                  <a:lnTo>
                    <a:pt x="4958508" y="582780"/>
                  </a:lnTo>
                  <a:lnTo>
                    <a:pt x="5024622" y="590550"/>
                  </a:lnTo>
                  <a:lnTo>
                    <a:pt x="5090735" y="598321"/>
                  </a:lnTo>
                  <a:lnTo>
                    <a:pt x="5156849" y="606091"/>
                  </a:lnTo>
                  <a:lnTo>
                    <a:pt x="5222962" y="613861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692708" y="5538557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2708" y="470683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2708" y="387512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304340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92708" y="221168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938079" y="55786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38079" y="47468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38079" y="39151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38079" y="30834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38079" y="22517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pathLst>
                <a:path w="6271169" h="0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13669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33344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53019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726939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92368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21056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0235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49910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6958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8925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370766" y="5925448"/>
              <a:ext cx="14753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6" name="rc86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972874" y="1669789"/>
              <a:ext cx="40687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vs Survival at Final Time Point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69635" y="28778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69635" y="2266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69635" y="23720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2469939" y="26617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2469939" y="28409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2469939" y="263555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250740" y="30095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250740" y="29519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250740" y="31119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144567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144567" y="28716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144567" y="29165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306380" y="32044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306380" y="31791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306380" y="34004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17722" y="30394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17722" y="3059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717722" y="28536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29364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029364" y="45602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29364" y="43485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898879" y="35966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898879" y="36410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898879" y="36107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28338" y="2180629"/>
              <a:ext cx="5729243" cy="2559004"/>
            </a:xfrm>
            <a:custGeom>
              <a:avLst/>
              <a:pathLst>
                <a:path w="5729243" h="2559004">
                  <a:moveTo>
                    <a:pt x="0" y="0"/>
                  </a:moveTo>
                  <a:lnTo>
                    <a:pt x="72522" y="28257"/>
                  </a:lnTo>
                  <a:lnTo>
                    <a:pt x="145044" y="56404"/>
                  </a:lnTo>
                  <a:lnTo>
                    <a:pt x="217566" y="84435"/>
                  </a:lnTo>
                  <a:lnTo>
                    <a:pt x="290088" y="112341"/>
                  </a:lnTo>
                  <a:lnTo>
                    <a:pt x="362610" y="140115"/>
                  </a:lnTo>
                  <a:lnTo>
                    <a:pt x="435132" y="167746"/>
                  </a:lnTo>
                  <a:lnTo>
                    <a:pt x="507654" y="195226"/>
                  </a:lnTo>
                  <a:lnTo>
                    <a:pt x="580176" y="222543"/>
                  </a:lnTo>
                  <a:lnTo>
                    <a:pt x="652698" y="249687"/>
                  </a:lnTo>
                  <a:lnTo>
                    <a:pt x="725220" y="276646"/>
                  </a:lnTo>
                  <a:lnTo>
                    <a:pt x="797742" y="303407"/>
                  </a:lnTo>
                  <a:lnTo>
                    <a:pt x="870264" y="329955"/>
                  </a:lnTo>
                  <a:lnTo>
                    <a:pt x="942786" y="356276"/>
                  </a:lnTo>
                  <a:lnTo>
                    <a:pt x="1015308" y="382356"/>
                  </a:lnTo>
                  <a:lnTo>
                    <a:pt x="1087830" y="408176"/>
                  </a:lnTo>
                  <a:lnTo>
                    <a:pt x="1160353" y="433719"/>
                  </a:lnTo>
                  <a:lnTo>
                    <a:pt x="1232875" y="458968"/>
                  </a:lnTo>
                  <a:lnTo>
                    <a:pt x="1305397" y="483902"/>
                  </a:lnTo>
                  <a:lnTo>
                    <a:pt x="1377919" y="508503"/>
                  </a:lnTo>
                  <a:lnTo>
                    <a:pt x="1450441" y="532748"/>
                  </a:lnTo>
                  <a:lnTo>
                    <a:pt x="1522963" y="556618"/>
                  </a:lnTo>
                  <a:lnTo>
                    <a:pt x="1595485" y="580091"/>
                  </a:lnTo>
                  <a:lnTo>
                    <a:pt x="1668007" y="603146"/>
                  </a:lnTo>
                  <a:lnTo>
                    <a:pt x="1740529" y="625762"/>
                  </a:lnTo>
                  <a:lnTo>
                    <a:pt x="1813051" y="647918"/>
                  </a:lnTo>
                  <a:lnTo>
                    <a:pt x="1885573" y="669595"/>
                  </a:lnTo>
                  <a:lnTo>
                    <a:pt x="1958095" y="690776"/>
                  </a:lnTo>
                  <a:lnTo>
                    <a:pt x="2030617" y="711445"/>
                  </a:lnTo>
                  <a:lnTo>
                    <a:pt x="2103139" y="731587"/>
                  </a:lnTo>
                  <a:lnTo>
                    <a:pt x="2175661" y="751191"/>
                  </a:lnTo>
                  <a:lnTo>
                    <a:pt x="2248184" y="770250"/>
                  </a:lnTo>
                  <a:lnTo>
                    <a:pt x="2320706" y="788757"/>
                  </a:lnTo>
                  <a:lnTo>
                    <a:pt x="2393228" y="806710"/>
                  </a:lnTo>
                  <a:lnTo>
                    <a:pt x="2465750" y="824112"/>
                  </a:lnTo>
                  <a:lnTo>
                    <a:pt x="2538272" y="840966"/>
                  </a:lnTo>
                  <a:lnTo>
                    <a:pt x="2610794" y="857281"/>
                  </a:lnTo>
                  <a:lnTo>
                    <a:pt x="2683316" y="873066"/>
                  </a:lnTo>
                  <a:lnTo>
                    <a:pt x="2755838" y="888335"/>
                  </a:lnTo>
                  <a:lnTo>
                    <a:pt x="2828360" y="903105"/>
                  </a:lnTo>
                  <a:lnTo>
                    <a:pt x="2900882" y="917391"/>
                  </a:lnTo>
                  <a:lnTo>
                    <a:pt x="2973404" y="931214"/>
                  </a:lnTo>
                  <a:lnTo>
                    <a:pt x="3045926" y="944593"/>
                  </a:lnTo>
                  <a:lnTo>
                    <a:pt x="3118448" y="957549"/>
                  </a:lnTo>
                  <a:lnTo>
                    <a:pt x="3190970" y="970103"/>
                  </a:lnTo>
                  <a:lnTo>
                    <a:pt x="3263492" y="982277"/>
                  </a:lnTo>
                  <a:lnTo>
                    <a:pt x="3336014" y="994091"/>
                  </a:lnTo>
                  <a:lnTo>
                    <a:pt x="3408537" y="1005567"/>
                  </a:lnTo>
                  <a:lnTo>
                    <a:pt x="3481059" y="1016724"/>
                  </a:lnTo>
                  <a:lnTo>
                    <a:pt x="3553581" y="1027583"/>
                  </a:lnTo>
                  <a:lnTo>
                    <a:pt x="3626103" y="1038160"/>
                  </a:lnTo>
                  <a:lnTo>
                    <a:pt x="3698625" y="1048475"/>
                  </a:lnTo>
                  <a:lnTo>
                    <a:pt x="3771147" y="1058544"/>
                  </a:lnTo>
                  <a:lnTo>
                    <a:pt x="3843669" y="1068382"/>
                  </a:lnTo>
                  <a:lnTo>
                    <a:pt x="3916191" y="1078006"/>
                  </a:lnTo>
                  <a:lnTo>
                    <a:pt x="3988713" y="1087428"/>
                  </a:lnTo>
                  <a:lnTo>
                    <a:pt x="4061235" y="1096661"/>
                  </a:lnTo>
                  <a:lnTo>
                    <a:pt x="4133757" y="1105719"/>
                  </a:lnTo>
                  <a:lnTo>
                    <a:pt x="4206279" y="1114612"/>
                  </a:lnTo>
                  <a:lnTo>
                    <a:pt x="4278801" y="1123352"/>
                  </a:lnTo>
                  <a:lnTo>
                    <a:pt x="4351323" y="1131947"/>
                  </a:lnTo>
                  <a:lnTo>
                    <a:pt x="4423845" y="1140407"/>
                  </a:lnTo>
                  <a:lnTo>
                    <a:pt x="4496368" y="1148741"/>
                  </a:lnTo>
                  <a:lnTo>
                    <a:pt x="4568890" y="1156957"/>
                  </a:lnTo>
                  <a:lnTo>
                    <a:pt x="4641412" y="1165061"/>
                  </a:lnTo>
                  <a:lnTo>
                    <a:pt x="4713934" y="1173062"/>
                  </a:lnTo>
                  <a:lnTo>
                    <a:pt x="4786456" y="1180964"/>
                  </a:lnTo>
                  <a:lnTo>
                    <a:pt x="4858978" y="1188774"/>
                  </a:lnTo>
                  <a:lnTo>
                    <a:pt x="4931500" y="1196498"/>
                  </a:lnTo>
                  <a:lnTo>
                    <a:pt x="5004022" y="1204141"/>
                  </a:lnTo>
                  <a:lnTo>
                    <a:pt x="5076544" y="1211706"/>
                  </a:lnTo>
                  <a:lnTo>
                    <a:pt x="5149066" y="1219200"/>
                  </a:lnTo>
                  <a:lnTo>
                    <a:pt x="5221588" y="1226625"/>
                  </a:lnTo>
                  <a:lnTo>
                    <a:pt x="5294110" y="1233986"/>
                  </a:lnTo>
                  <a:lnTo>
                    <a:pt x="5366632" y="1241287"/>
                  </a:lnTo>
                  <a:lnTo>
                    <a:pt x="5439154" y="1248529"/>
                  </a:lnTo>
                  <a:lnTo>
                    <a:pt x="5511676" y="1255718"/>
                  </a:lnTo>
                  <a:lnTo>
                    <a:pt x="5584198" y="1262855"/>
                  </a:lnTo>
                  <a:lnTo>
                    <a:pt x="5656721" y="1269943"/>
                  </a:lnTo>
                  <a:lnTo>
                    <a:pt x="5729243" y="1276985"/>
                  </a:lnTo>
                  <a:lnTo>
                    <a:pt x="5729243" y="2559004"/>
                  </a:lnTo>
                  <a:lnTo>
                    <a:pt x="5656721" y="2529708"/>
                  </a:lnTo>
                  <a:lnTo>
                    <a:pt x="5584198" y="2500459"/>
                  </a:lnTo>
                  <a:lnTo>
                    <a:pt x="5511676" y="2471258"/>
                  </a:lnTo>
                  <a:lnTo>
                    <a:pt x="5439154" y="2442108"/>
                  </a:lnTo>
                  <a:lnTo>
                    <a:pt x="5366632" y="2413013"/>
                  </a:lnTo>
                  <a:lnTo>
                    <a:pt x="5294110" y="2383976"/>
                  </a:lnTo>
                  <a:lnTo>
                    <a:pt x="5221588" y="2354999"/>
                  </a:lnTo>
                  <a:lnTo>
                    <a:pt x="5149066" y="2326086"/>
                  </a:lnTo>
                  <a:lnTo>
                    <a:pt x="5076544" y="2297242"/>
                  </a:lnTo>
                  <a:lnTo>
                    <a:pt x="5004022" y="2268470"/>
                  </a:lnTo>
                  <a:lnTo>
                    <a:pt x="4931500" y="2239775"/>
                  </a:lnTo>
                  <a:lnTo>
                    <a:pt x="4858978" y="2211161"/>
                  </a:lnTo>
                  <a:lnTo>
                    <a:pt x="4786456" y="2182633"/>
                  </a:lnTo>
                  <a:lnTo>
                    <a:pt x="4713934" y="2154198"/>
                  </a:lnTo>
                  <a:lnTo>
                    <a:pt x="4641412" y="2125860"/>
                  </a:lnTo>
                  <a:lnTo>
                    <a:pt x="4568890" y="2097627"/>
                  </a:lnTo>
                  <a:lnTo>
                    <a:pt x="4496368" y="2069505"/>
                  </a:lnTo>
                  <a:lnTo>
                    <a:pt x="4423845" y="2041501"/>
                  </a:lnTo>
                  <a:lnTo>
                    <a:pt x="4351323" y="2013623"/>
                  </a:lnTo>
                  <a:lnTo>
                    <a:pt x="4278801" y="1985881"/>
                  </a:lnTo>
                  <a:lnTo>
                    <a:pt x="4206279" y="1958282"/>
                  </a:lnTo>
                  <a:lnTo>
                    <a:pt x="4133757" y="1930838"/>
                  </a:lnTo>
                  <a:lnTo>
                    <a:pt x="4061235" y="1903558"/>
                  </a:lnTo>
                  <a:lnTo>
                    <a:pt x="3988713" y="1876454"/>
                  </a:lnTo>
                  <a:lnTo>
                    <a:pt x="3916191" y="1849538"/>
                  </a:lnTo>
                  <a:lnTo>
                    <a:pt x="3843669" y="1822823"/>
                  </a:lnTo>
                  <a:lnTo>
                    <a:pt x="3771147" y="1796324"/>
                  </a:lnTo>
                  <a:lnTo>
                    <a:pt x="3698625" y="1770055"/>
                  </a:lnTo>
                  <a:lnTo>
                    <a:pt x="3626103" y="1744032"/>
                  </a:lnTo>
                  <a:lnTo>
                    <a:pt x="3553581" y="1718272"/>
                  </a:lnTo>
                  <a:lnTo>
                    <a:pt x="3481059" y="1692792"/>
                  </a:lnTo>
                  <a:lnTo>
                    <a:pt x="3408537" y="1667612"/>
                  </a:lnTo>
                  <a:lnTo>
                    <a:pt x="3336014" y="1642750"/>
                  </a:lnTo>
                  <a:lnTo>
                    <a:pt x="3263492" y="1618227"/>
                  </a:lnTo>
                  <a:lnTo>
                    <a:pt x="3190970" y="1594063"/>
                  </a:lnTo>
                  <a:lnTo>
                    <a:pt x="3118448" y="1570279"/>
                  </a:lnTo>
                  <a:lnTo>
                    <a:pt x="3045926" y="1546897"/>
                  </a:lnTo>
                  <a:lnTo>
                    <a:pt x="2973404" y="1523938"/>
                  </a:lnTo>
                  <a:lnTo>
                    <a:pt x="2900882" y="1501423"/>
                  </a:lnTo>
                  <a:lnTo>
                    <a:pt x="2828360" y="1479372"/>
                  </a:lnTo>
                  <a:lnTo>
                    <a:pt x="2755838" y="1457803"/>
                  </a:lnTo>
                  <a:lnTo>
                    <a:pt x="2683316" y="1436735"/>
                  </a:lnTo>
                  <a:lnTo>
                    <a:pt x="2610794" y="1416182"/>
                  </a:lnTo>
                  <a:lnTo>
                    <a:pt x="2538272" y="1396159"/>
                  </a:lnTo>
                  <a:lnTo>
                    <a:pt x="2465750" y="1376675"/>
                  </a:lnTo>
                  <a:lnTo>
                    <a:pt x="2393228" y="1357739"/>
                  </a:lnTo>
                  <a:lnTo>
                    <a:pt x="2320706" y="1339355"/>
                  </a:lnTo>
                  <a:lnTo>
                    <a:pt x="2248184" y="1321524"/>
                  </a:lnTo>
                  <a:lnTo>
                    <a:pt x="2175661" y="1304245"/>
                  </a:lnTo>
                  <a:lnTo>
                    <a:pt x="2103139" y="1287512"/>
                  </a:lnTo>
                  <a:lnTo>
                    <a:pt x="2030617" y="1271316"/>
                  </a:lnTo>
                  <a:lnTo>
                    <a:pt x="1958095" y="1255646"/>
                  </a:lnTo>
                  <a:lnTo>
                    <a:pt x="1885573" y="1240490"/>
                  </a:lnTo>
                  <a:lnTo>
                    <a:pt x="1813051" y="1225829"/>
                  </a:lnTo>
                  <a:lnTo>
                    <a:pt x="1740529" y="1211648"/>
                  </a:lnTo>
                  <a:lnTo>
                    <a:pt x="1668007" y="1197925"/>
                  </a:lnTo>
                  <a:lnTo>
                    <a:pt x="1595485" y="1184642"/>
                  </a:lnTo>
                  <a:lnTo>
                    <a:pt x="1522963" y="1171778"/>
                  </a:lnTo>
                  <a:lnTo>
                    <a:pt x="1450441" y="1159310"/>
                  </a:lnTo>
                  <a:lnTo>
                    <a:pt x="1377919" y="1147218"/>
                  </a:lnTo>
                  <a:lnTo>
                    <a:pt x="1305397" y="1135480"/>
                  </a:lnTo>
                  <a:lnTo>
                    <a:pt x="1232875" y="1124077"/>
                  </a:lnTo>
                  <a:lnTo>
                    <a:pt x="1160353" y="1112988"/>
                  </a:lnTo>
                  <a:lnTo>
                    <a:pt x="1087830" y="1102193"/>
                  </a:lnTo>
                  <a:lnTo>
                    <a:pt x="1015308" y="1091676"/>
                  </a:lnTo>
                  <a:lnTo>
                    <a:pt x="942786" y="1081417"/>
                  </a:lnTo>
                  <a:lnTo>
                    <a:pt x="870264" y="1071401"/>
                  </a:lnTo>
                  <a:lnTo>
                    <a:pt x="797742" y="1061611"/>
                  </a:lnTo>
                  <a:lnTo>
                    <a:pt x="725220" y="1052034"/>
                  </a:lnTo>
                  <a:lnTo>
                    <a:pt x="652698" y="1042655"/>
                  </a:lnTo>
                  <a:lnTo>
                    <a:pt x="580176" y="1033461"/>
                  </a:lnTo>
                  <a:lnTo>
                    <a:pt x="507654" y="1024441"/>
                  </a:lnTo>
                  <a:lnTo>
                    <a:pt x="435132" y="1015583"/>
                  </a:lnTo>
                  <a:lnTo>
                    <a:pt x="362610" y="1006876"/>
                  </a:lnTo>
                  <a:lnTo>
                    <a:pt x="290088" y="998312"/>
                  </a:lnTo>
                  <a:lnTo>
                    <a:pt x="217566" y="989880"/>
                  </a:lnTo>
                  <a:lnTo>
                    <a:pt x="145044" y="981573"/>
                  </a:lnTo>
                  <a:lnTo>
                    <a:pt x="72522" y="973383"/>
                  </a:lnTo>
                  <a:lnTo>
                    <a:pt x="0" y="96530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28338" y="2180629"/>
              <a:ext cx="5729243" cy="1276985"/>
            </a:xfrm>
            <a:custGeom>
              <a:avLst/>
              <a:pathLst>
                <a:path w="5729243" h="1276985">
                  <a:moveTo>
                    <a:pt x="0" y="0"/>
                  </a:moveTo>
                  <a:lnTo>
                    <a:pt x="72522" y="28257"/>
                  </a:lnTo>
                  <a:lnTo>
                    <a:pt x="145044" y="56404"/>
                  </a:lnTo>
                  <a:lnTo>
                    <a:pt x="217566" y="84435"/>
                  </a:lnTo>
                  <a:lnTo>
                    <a:pt x="290088" y="112341"/>
                  </a:lnTo>
                  <a:lnTo>
                    <a:pt x="362610" y="140115"/>
                  </a:lnTo>
                  <a:lnTo>
                    <a:pt x="435132" y="167746"/>
                  </a:lnTo>
                  <a:lnTo>
                    <a:pt x="507654" y="195226"/>
                  </a:lnTo>
                  <a:lnTo>
                    <a:pt x="580176" y="222543"/>
                  </a:lnTo>
                  <a:lnTo>
                    <a:pt x="652698" y="249687"/>
                  </a:lnTo>
                  <a:lnTo>
                    <a:pt x="725220" y="276646"/>
                  </a:lnTo>
                  <a:lnTo>
                    <a:pt x="797742" y="303407"/>
                  </a:lnTo>
                  <a:lnTo>
                    <a:pt x="870264" y="329955"/>
                  </a:lnTo>
                  <a:lnTo>
                    <a:pt x="942786" y="356276"/>
                  </a:lnTo>
                  <a:lnTo>
                    <a:pt x="1015308" y="382356"/>
                  </a:lnTo>
                  <a:lnTo>
                    <a:pt x="1087830" y="408176"/>
                  </a:lnTo>
                  <a:lnTo>
                    <a:pt x="1160353" y="433719"/>
                  </a:lnTo>
                  <a:lnTo>
                    <a:pt x="1232875" y="458968"/>
                  </a:lnTo>
                  <a:lnTo>
                    <a:pt x="1305397" y="483902"/>
                  </a:lnTo>
                  <a:lnTo>
                    <a:pt x="1377919" y="508503"/>
                  </a:lnTo>
                  <a:lnTo>
                    <a:pt x="1450441" y="532748"/>
                  </a:lnTo>
                  <a:lnTo>
                    <a:pt x="1522963" y="556618"/>
                  </a:lnTo>
                  <a:lnTo>
                    <a:pt x="1595485" y="580091"/>
                  </a:lnTo>
                  <a:lnTo>
                    <a:pt x="1668007" y="603146"/>
                  </a:lnTo>
                  <a:lnTo>
                    <a:pt x="1740529" y="625762"/>
                  </a:lnTo>
                  <a:lnTo>
                    <a:pt x="1813051" y="647918"/>
                  </a:lnTo>
                  <a:lnTo>
                    <a:pt x="1885573" y="669595"/>
                  </a:lnTo>
                  <a:lnTo>
                    <a:pt x="1958095" y="690776"/>
                  </a:lnTo>
                  <a:lnTo>
                    <a:pt x="2030617" y="711445"/>
                  </a:lnTo>
                  <a:lnTo>
                    <a:pt x="2103139" y="731587"/>
                  </a:lnTo>
                  <a:lnTo>
                    <a:pt x="2175661" y="751191"/>
                  </a:lnTo>
                  <a:lnTo>
                    <a:pt x="2248184" y="770250"/>
                  </a:lnTo>
                  <a:lnTo>
                    <a:pt x="2320706" y="788757"/>
                  </a:lnTo>
                  <a:lnTo>
                    <a:pt x="2393228" y="806710"/>
                  </a:lnTo>
                  <a:lnTo>
                    <a:pt x="2465750" y="824112"/>
                  </a:lnTo>
                  <a:lnTo>
                    <a:pt x="2538272" y="840966"/>
                  </a:lnTo>
                  <a:lnTo>
                    <a:pt x="2610794" y="857281"/>
                  </a:lnTo>
                  <a:lnTo>
                    <a:pt x="2683316" y="873066"/>
                  </a:lnTo>
                  <a:lnTo>
                    <a:pt x="2755838" y="888335"/>
                  </a:lnTo>
                  <a:lnTo>
                    <a:pt x="2828360" y="903105"/>
                  </a:lnTo>
                  <a:lnTo>
                    <a:pt x="2900882" y="917391"/>
                  </a:lnTo>
                  <a:lnTo>
                    <a:pt x="2973404" y="931214"/>
                  </a:lnTo>
                  <a:lnTo>
                    <a:pt x="3045926" y="944593"/>
                  </a:lnTo>
                  <a:lnTo>
                    <a:pt x="3118448" y="957549"/>
                  </a:lnTo>
                  <a:lnTo>
                    <a:pt x="3190970" y="970103"/>
                  </a:lnTo>
                  <a:lnTo>
                    <a:pt x="3263492" y="982277"/>
                  </a:lnTo>
                  <a:lnTo>
                    <a:pt x="3336014" y="994091"/>
                  </a:lnTo>
                  <a:lnTo>
                    <a:pt x="3408537" y="1005567"/>
                  </a:lnTo>
                  <a:lnTo>
                    <a:pt x="3481059" y="1016724"/>
                  </a:lnTo>
                  <a:lnTo>
                    <a:pt x="3553581" y="1027583"/>
                  </a:lnTo>
                  <a:lnTo>
                    <a:pt x="3626103" y="1038160"/>
                  </a:lnTo>
                  <a:lnTo>
                    <a:pt x="3698625" y="1048475"/>
                  </a:lnTo>
                  <a:lnTo>
                    <a:pt x="3771147" y="1058544"/>
                  </a:lnTo>
                  <a:lnTo>
                    <a:pt x="3843669" y="1068382"/>
                  </a:lnTo>
                  <a:lnTo>
                    <a:pt x="3916191" y="1078006"/>
                  </a:lnTo>
                  <a:lnTo>
                    <a:pt x="3988713" y="1087428"/>
                  </a:lnTo>
                  <a:lnTo>
                    <a:pt x="4061235" y="1096661"/>
                  </a:lnTo>
                  <a:lnTo>
                    <a:pt x="4133757" y="1105719"/>
                  </a:lnTo>
                  <a:lnTo>
                    <a:pt x="4206279" y="1114612"/>
                  </a:lnTo>
                  <a:lnTo>
                    <a:pt x="4278801" y="1123352"/>
                  </a:lnTo>
                  <a:lnTo>
                    <a:pt x="4351323" y="1131947"/>
                  </a:lnTo>
                  <a:lnTo>
                    <a:pt x="4423845" y="1140407"/>
                  </a:lnTo>
                  <a:lnTo>
                    <a:pt x="4496368" y="1148741"/>
                  </a:lnTo>
                  <a:lnTo>
                    <a:pt x="4568890" y="1156957"/>
                  </a:lnTo>
                  <a:lnTo>
                    <a:pt x="4641412" y="1165061"/>
                  </a:lnTo>
                  <a:lnTo>
                    <a:pt x="4713934" y="1173062"/>
                  </a:lnTo>
                  <a:lnTo>
                    <a:pt x="4786456" y="1180964"/>
                  </a:lnTo>
                  <a:lnTo>
                    <a:pt x="4858978" y="1188774"/>
                  </a:lnTo>
                  <a:lnTo>
                    <a:pt x="4931500" y="1196498"/>
                  </a:lnTo>
                  <a:lnTo>
                    <a:pt x="5004022" y="1204141"/>
                  </a:lnTo>
                  <a:lnTo>
                    <a:pt x="5076544" y="1211706"/>
                  </a:lnTo>
                  <a:lnTo>
                    <a:pt x="5149066" y="1219200"/>
                  </a:lnTo>
                  <a:lnTo>
                    <a:pt x="5221588" y="1226625"/>
                  </a:lnTo>
                  <a:lnTo>
                    <a:pt x="5294110" y="1233986"/>
                  </a:lnTo>
                  <a:lnTo>
                    <a:pt x="5366632" y="1241287"/>
                  </a:lnTo>
                  <a:lnTo>
                    <a:pt x="5439154" y="1248529"/>
                  </a:lnTo>
                  <a:lnTo>
                    <a:pt x="5511676" y="1255718"/>
                  </a:lnTo>
                  <a:lnTo>
                    <a:pt x="5584198" y="1262855"/>
                  </a:lnTo>
                  <a:lnTo>
                    <a:pt x="5656721" y="1269943"/>
                  </a:lnTo>
                  <a:lnTo>
                    <a:pt x="5729243" y="12769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28338" y="3145932"/>
              <a:ext cx="5729243" cy="1593701"/>
            </a:xfrm>
            <a:custGeom>
              <a:avLst/>
              <a:pathLst>
                <a:path w="5729243" h="1593701">
                  <a:moveTo>
                    <a:pt x="5729243" y="1593701"/>
                  </a:moveTo>
                  <a:lnTo>
                    <a:pt x="5656721" y="1564405"/>
                  </a:lnTo>
                  <a:lnTo>
                    <a:pt x="5584198" y="1535156"/>
                  </a:lnTo>
                  <a:lnTo>
                    <a:pt x="5511676" y="1505955"/>
                  </a:lnTo>
                  <a:lnTo>
                    <a:pt x="5439154" y="1476805"/>
                  </a:lnTo>
                  <a:lnTo>
                    <a:pt x="5366632" y="1447710"/>
                  </a:lnTo>
                  <a:lnTo>
                    <a:pt x="5294110" y="1418673"/>
                  </a:lnTo>
                  <a:lnTo>
                    <a:pt x="5221588" y="1389696"/>
                  </a:lnTo>
                  <a:lnTo>
                    <a:pt x="5149066" y="1360784"/>
                  </a:lnTo>
                  <a:lnTo>
                    <a:pt x="5076544" y="1331939"/>
                  </a:lnTo>
                  <a:lnTo>
                    <a:pt x="5004022" y="1303167"/>
                  </a:lnTo>
                  <a:lnTo>
                    <a:pt x="4931500" y="1274472"/>
                  </a:lnTo>
                  <a:lnTo>
                    <a:pt x="4858978" y="1245858"/>
                  </a:lnTo>
                  <a:lnTo>
                    <a:pt x="4786456" y="1217330"/>
                  </a:lnTo>
                  <a:lnTo>
                    <a:pt x="4713934" y="1188895"/>
                  </a:lnTo>
                  <a:lnTo>
                    <a:pt x="4641412" y="1160557"/>
                  </a:lnTo>
                  <a:lnTo>
                    <a:pt x="4568890" y="1132324"/>
                  </a:lnTo>
                  <a:lnTo>
                    <a:pt x="4496368" y="1104202"/>
                  </a:lnTo>
                  <a:lnTo>
                    <a:pt x="4423845" y="1076198"/>
                  </a:lnTo>
                  <a:lnTo>
                    <a:pt x="4351323" y="1048321"/>
                  </a:lnTo>
                  <a:lnTo>
                    <a:pt x="4278801" y="1020578"/>
                  </a:lnTo>
                  <a:lnTo>
                    <a:pt x="4206279" y="992979"/>
                  </a:lnTo>
                  <a:lnTo>
                    <a:pt x="4133757" y="965535"/>
                  </a:lnTo>
                  <a:lnTo>
                    <a:pt x="4061235" y="938255"/>
                  </a:lnTo>
                  <a:lnTo>
                    <a:pt x="3988713" y="911151"/>
                  </a:lnTo>
                  <a:lnTo>
                    <a:pt x="3916191" y="884235"/>
                  </a:lnTo>
                  <a:lnTo>
                    <a:pt x="3843669" y="857521"/>
                  </a:lnTo>
                  <a:lnTo>
                    <a:pt x="3771147" y="831021"/>
                  </a:lnTo>
                  <a:lnTo>
                    <a:pt x="3698625" y="804752"/>
                  </a:lnTo>
                  <a:lnTo>
                    <a:pt x="3626103" y="778729"/>
                  </a:lnTo>
                  <a:lnTo>
                    <a:pt x="3553581" y="752969"/>
                  </a:lnTo>
                  <a:lnTo>
                    <a:pt x="3481059" y="727490"/>
                  </a:lnTo>
                  <a:lnTo>
                    <a:pt x="3408537" y="702309"/>
                  </a:lnTo>
                  <a:lnTo>
                    <a:pt x="3336014" y="677447"/>
                  </a:lnTo>
                  <a:lnTo>
                    <a:pt x="3263492" y="652924"/>
                  </a:lnTo>
                  <a:lnTo>
                    <a:pt x="3190970" y="628760"/>
                  </a:lnTo>
                  <a:lnTo>
                    <a:pt x="3118448" y="604976"/>
                  </a:lnTo>
                  <a:lnTo>
                    <a:pt x="3045926" y="581594"/>
                  </a:lnTo>
                  <a:lnTo>
                    <a:pt x="2973404" y="558636"/>
                  </a:lnTo>
                  <a:lnTo>
                    <a:pt x="2900882" y="536120"/>
                  </a:lnTo>
                  <a:lnTo>
                    <a:pt x="2828360" y="514069"/>
                  </a:lnTo>
                  <a:lnTo>
                    <a:pt x="2755838" y="492500"/>
                  </a:lnTo>
                  <a:lnTo>
                    <a:pt x="2683316" y="471432"/>
                  </a:lnTo>
                  <a:lnTo>
                    <a:pt x="2610794" y="450880"/>
                  </a:lnTo>
                  <a:lnTo>
                    <a:pt x="2538272" y="430856"/>
                  </a:lnTo>
                  <a:lnTo>
                    <a:pt x="2465750" y="411372"/>
                  </a:lnTo>
                  <a:lnTo>
                    <a:pt x="2393228" y="392436"/>
                  </a:lnTo>
                  <a:lnTo>
                    <a:pt x="2320706" y="374052"/>
                  </a:lnTo>
                  <a:lnTo>
                    <a:pt x="2248184" y="356221"/>
                  </a:lnTo>
                  <a:lnTo>
                    <a:pt x="2175661" y="338942"/>
                  </a:lnTo>
                  <a:lnTo>
                    <a:pt x="2103139" y="322209"/>
                  </a:lnTo>
                  <a:lnTo>
                    <a:pt x="2030617" y="306013"/>
                  </a:lnTo>
                  <a:lnTo>
                    <a:pt x="1958095" y="290344"/>
                  </a:lnTo>
                  <a:lnTo>
                    <a:pt x="1885573" y="275187"/>
                  </a:lnTo>
                  <a:lnTo>
                    <a:pt x="1813051" y="260526"/>
                  </a:lnTo>
                  <a:lnTo>
                    <a:pt x="1740529" y="246345"/>
                  </a:lnTo>
                  <a:lnTo>
                    <a:pt x="1668007" y="232623"/>
                  </a:lnTo>
                  <a:lnTo>
                    <a:pt x="1595485" y="219340"/>
                  </a:lnTo>
                  <a:lnTo>
                    <a:pt x="1522963" y="206475"/>
                  </a:lnTo>
                  <a:lnTo>
                    <a:pt x="1450441" y="194007"/>
                  </a:lnTo>
                  <a:lnTo>
                    <a:pt x="1377919" y="181915"/>
                  </a:lnTo>
                  <a:lnTo>
                    <a:pt x="1305397" y="170177"/>
                  </a:lnTo>
                  <a:lnTo>
                    <a:pt x="1232875" y="158774"/>
                  </a:lnTo>
                  <a:lnTo>
                    <a:pt x="1160353" y="147685"/>
                  </a:lnTo>
                  <a:lnTo>
                    <a:pt x="1087830" y="136891"/>
                  </a:lnTo>
                  <a:lnTo>
                    <a:pt x="1015308" y="126373"/>
                  </a:lnTo>
                  <a:lnTo>
                    <a:pt x="942786" y="116114"/>
                  </a:lnTo>
                  <a:lnTo>
                    <a:pt x="870264" y="106098"/>
                  </a:lnTo>
                  <a:lnTo>
                    <a:pt x="797742" y="96308"/>
                  </a:lnTo>
                  <a:lnTo>
                    <a:pt x="725220" y="86731"/>
                  </a:lnTo>
                  <a:lnTo>
                    <a:pt x="652698" y="77352"/>
                  </a:lnTo>
                  <a:lnTo>
                    <a:pt x="580176" y="68158"/>
                  </a:lnTo>
                  <a:lnTo>
                    <a:pt x="507654" y="59138"/>
                  </a:lnTo>
                  <a:lnTo>
                    <a:pt x="435132" y="50280"/>
                  </a:lnTo>
                  <a:lnTo>
                    <a:pt x="362610" y="41573"/>
                  </a:lnTo>
                  <a:lnTo>
                    <a:pt x="290088" y="33009"/>
                  </a:lnTo>
                  <a:lnTo>
                    <a:pt x="217566" y="24577"/>
                  </a:lnTo>
                  <a:lnTo>
                    <a:pt x="145044" y="16270"/>
                  </a:lnTo>
                  <a:lnTo>
                    <a:pt x="72522" y="80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8338" y="2663281"/>
              <a:ext cx="5729243" cy="1435343"/>
            </a:xfrm>
            <a:custGeom>
              <a:avLst/>
              <a:pathLst>
                <a:path w="5729243" h="1435343">
                  <a:moveTo>
                    <a:pt x="0" y="0"/>
                  </a:moveTo>
                  <a:lnTo>
                    <a:pt x="72522" y="18168"/>
                  </a:lnTo>
                  <a:lnTo>
                    <a:pt x="145044" y="36337"/>
                  </a:lnTo>
                  <a:lnTo>
                    <a:pt x="217566" y="54506"/>
                  </a:lnTo>
                  <a:lnTo>
                    <a:pt x="290088" y="72675"/>
                  </a:lnTo>
                  <a:lnTo>
                    <a:pt x="362610" y="90844"/>
                  </a:lnTo>
                  <a:lnTo>
                    <a:pt x="435132" y="109013"/>
                  </a:lnTo>
                  <a:lnTo>
                    <a:pt x="507654" y="127182"/>
                  </a:lnTo>
                  <a:lnTo>
                    <a:pt x="580176" y="145351"/>
                  </a:lnTo>
                  <a:lnTo>
                    <a:pt x="652698" y="163520"/>
                  </a:lnTo>
                  <a:lnTo>
                    <a:pt x="725220" y="181689"/>
                  </a:lnTo>
                  <a:lnTo>
                    <a:pt x="797742" y="199857"/>
                  </a:lnTo>
                  <a:lnTo>
                    <a:pt x="870264" y="218026"/>
                  </a:lnTo>
                  <a:lnTo>
                    <a:pt x="942786" y="236195"/>
                  </a:lnTo>
                  <a:lnTo>
                    <a:pt x="1015308" y="254364"/>
                  </a:lnTo>
                  <a:lnTo>
                    <a:pt x="1087830" y="272533"/>
                  </a:lnTo>
                  <a:lnTo>
                    <a:pt x="1160353" y="290702"/>
                  </a:lnTo>
                  <a:lnTo>
                    <a:pt x="1232875" y="308871"/>
                  </a:lnTo>
                  <a:lnTo>
                    <a:pt x="1305397" y="327040"/>
                  </a:lnTo>
                  <a:lnTo>
                    <a:pt x="1377919" y="345209"/>
                  </a:lnTo>
                  <a:lnTo>
                    <a:pt x="1450441" y="363378"/>
                  </a:lnTo>
                  <a:lnTo>
                    <a:pt x="1522963" y="381547"/>
                  </a:lnTo>
                  <a:lnTo>
                    <a:pt x="1595485" y="399715"/>
                  </a:lnTo>
                  <a:lnTo>
                    <a:pt x="1668007" y="417884"/>
                  </a:lnTo>
                  <a:lnTo>
                    <a:pt x="1740529" y="436053"/>
                  </a:lnTo>
                  <a:lnTo>
                    <a:pt x="1813051" y="454222"/>
                  </a:lnTo>
                  <a:lnTo>
                    <a:pt x="1885573" y="472391"/>
                  </a:lnTo>
                  <a:lnTo>
                    <a:pt x="1958095" y="490560"/>
                  </a:lnTo>
                  <a:lnTo>
                    <a:pt x="2030617" y="508729"/>
                  </a:lnTo>
                  <a:lnTo>
                    <a:pt x="2103139" y="526898"/>
                  </a:lnTo>
                  <a:lnTo>
                    <a:pt x="2175661" y="545067"/>
                  </a:lnTo>
                  <a:lnTo>
                    <a:pt x="2248184" y="563236"/>
                  </a:lnTo>
                  <a:lnTo>
                    <a:pt x="2320706" y="581404"/>
                  </a:lnTo>
                  <a:lnTo>
                    <a:pt x="2393228" y="599573"/>
                  </a:lnTo>
                  <a:lnTo>
                    <a:pt x="2465750" y="617742"/>
                  </a:lnTo>
                  <a:lnTo>
                    <a:pt x="2538272" y="635911"/>
                  </a:lnTo>
                  <a:lnTo>
                    <a:pt x="2610794" y="654080"/>
                  </a:lnTo>
                  <a:lnTo>
                    <a:pt x="2683316" y="672249"/>
                  </a:lnTo>
                  <a:lnTo>
                    <a:pt x="2755838" y="690418"/>
                  </a:lnTo>
                  <a:lnTo>
                    <a:pt x="2828360" y="708587"/>
                  </a:lnTo>
                  <a:lnTo>
                    <a:pt x="2900882" y="726756"/>
                  </a:lnTo>
                  <a:lnTo>
                    <a:pt x="2973404" y="744925"/>
                  </a:lnTo>
                  <a:lnTo>
                    <a:pt x="3045926" y="763094"/>
                  </a:lnTo>
                  <a:lnTo>
                    <a:pt x="3118448" y="781262"/>
                  </a:lnTo>
                  <a:lnTo>
                    <a:pt x="3190970" y="799431"/>
                  </a:lnTo>
                  <a:lnTo>
                    <a:pt x="3263492" y="817600"/>
                  </a:lnTo>
                  <a:lnTo>
                    <a:pt x="3336014" y="835769"/>
                  </a:lnTo>
                  <a:lnTo>
                    <a:pt x="3408537" y="853938"/>
                  </a:lnTo>
                  <a:lnTo>
                    <a:pt x="3481059" y="872107"/>
                  </a:lnTo>
                  <a:lnTo>
                    <a:pt x="3553581" y="890276"/>
                  </a:lnTo>
                  <a:lnTo>
                    <a:pt x="3626103" y="908445"/>
                  </a:lnTo>
                  <a:lnTo>
                    <a:pt x="3698625" y="926614"/>
                  </a:lnTo>
                  <a:lnTo>
                    <a:pt x="3771147" y="944783"/>
                  </a:lnTo>
                  <a:lnTo>
                    <a:pt x="3843669" y="962951"/>
                  </a:lnTo>
                  <a:lnTo>
                    <a:pt x="3916191" y="981120"/>
                  </a:lnTo>
                  <a:lnTo>
                    <a:pt x="3988713" y="999289"/>
                  </a:lnTo>
                  <a:lnTo>
                    <a:pt x="4061235" y="1017458"/>
                  </a:lnTo>
                  <a:lnTo>
                    <a:pt x="4133757" y="1035627"/>
                  </a:lnTo>
                  <a:lnTo>
                    <a:pt x="4206279" y="1053796"/>
                  </a:lnTo>
                  <a:lnTo>
                    <a:pt x="4278801" y="1071965"/>
                  </a:lnTo>
                  <a:lnTo>
                    <a:pt x="4351323" y="1090134"/>
                  </a:lnTo>
                  <a:lnTo>
                    <a:pt x="4423845" y="1108303"/>
                  </a:lnTo>
                  <a:lnTo>
                    <a:pt x="4496368" y="1126472"/>
                  </a:lnTo>
                  <a:lnTo>
                    <a:pt x="4568890" y="1144641"/>
                  </a:lnTo>
                  <a:lnTo>
                    <a:pt x="4641412" y="1162809"/>
                  </a:lnTo>
                  <a:lnTo>
                    <a:pt x="4713934" y="1180978"/>
                  </a:lnTo>
                  <a:lnTo>
                    <a:pt x="4786456" y="1199147"/>
                  </a:lnTo>
                  <a:lnTo>
                    <a:pt x="4858978" y="1217316"/>
                  </a:lnTo>
                  <a:lnTo>
                    <a:pt x="4931500" y="1235485"/>
                  </a:lnTo>
                  <a:lnTo>
                    <a:pt x="5004022" y="1253654"/>
                  </a:lnTo>
                  <a:lnTo>
                    <a:pt x="5076544" y="1271823"/>
                  </a:lnTo>
                  <a:lnTo>
                    <a:pt x="5149066" y="1289992"/>
                  </a:lnTo>
                  <a:lnTo>
                    <a:pt x="5221588" y="1308161"/>
                  </a:lnTo>
                  <a:lnTo>
                    <a:pt x="5294110" y="1326330"/>
                  </a:lnTo>
                  <a:lnTo>
                    <a:pt x="5366632" y="1344498"/>
                  </a:lnTo>
                  <a:lnTo>
                    <a:pt x="5439154" y="1362667"/>
                  </a:lnTo>
                  <a:lnTo>
                    <a:pt x="5511676" y="1380836"/>
                  </a:lnTo>
                  <a:lnTo>
                    <a:pt x="5584198" y="1399005"/>
                  </a:lnTo>
                  <a:lnTo>
                    <a:pt x="5656721" y="1417174"/>
                  </a:lnTo>
                  <a:lnTo>
                    <a:pt x="5729243" y="1435343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32170" y="3760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832170" y="37533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32170" y="388494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96946" y="37040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96946" y="397163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96946" y="3455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881067" y="468288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881067" y="44163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881067" y="44842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76334" y="44389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76334" y="45294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176334" y="41195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438464" y="41054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38464" y="422253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438464" y="41866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54184" y="41085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54184" y="41407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554184" y="458001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276411" y="53774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76411" y="46801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9738" y="45576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089738" y="419022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55649" y="3677909"/>
              <a:ext cx="3684120" cy="1271988"/>
            </a:xfrm>
            <a:custGeom>
              <a:avLst/>
              <a:pathLst>
                <a:path w="3684120" h="1271988">
                  <a:moveTo>
                    <a:pt x="0" y="0"/>
                  </a:moveTo>
                  <a:lnTo>
                    <a:pt x="46634" y="13779"/>
                  </a:lnTo>
                  <a:lnTo>
                    <a:pt x="93268" y="27513"/>
                  </a:lnTo>
                  <a:lnTo>
                    <a:pt x="139903" y="41200"/>
                  </a:lnTo>
                  <a:lnTo>
                    <a:pt x="186537" y="54835"/>
                  </a:lnTo>
                  <a:lnTo>
                    <a:pt x="233172" y="68417"/>
                  </a:lnTo>
                  <a:lnTo>
                    <a:pt x="279806" y="81943"/>
                  </a:lnTo>
                  <a:lnTo>
                    <a:pt x="326441" y="95408"/>
                  </a:lnTo>
                  <a:lnTo>
                    <a:pt x="373075" y="108809"/>
                  </a:lnTo>
                  <a:lnTo>
                    <a:pt x="419709" y="122143"/>
                  </a:lnTo>
                  <a:lnTo>
                    <a:pt x="466344" y="135405"/>
                  </a:lnTo>
                  <a:lnTo>
                    <a:pt x="512978" y="148591"/>
                  </a:lnTo>
                  <a:lnTo>
                    <a:pt x="559613" y="161696"/>
                  </a:lnTo>
                  <a:lnTo>
                    <a:pt x="606247" y="174716"/>
                  </a:lnTo>
                  <a:lnTo>
                    <a:pt x="652882" y="187644"/>
                  </a:lnTo>
                  <a:lnTo>
                    <a:pt x="699516" y="200476"/>
                  </a:lnTo>
                  <a:lnTo>
                    <a:pt x="746150" y="213205"/>
                  </a:lnTo>
                  <a:lnTo>
                    <a:pt x="792785" y="225826"/>
                  </a:lnTo>
                  <a:lnTo>
                    <a:pt x="839419" y="238330"/>
                  </a:lnTo>
                  <a:lnTo>
                    <a:pt x="886054" y="250712"/>
                  </a:lnTo>
                  <a:lnTo>
                    <a:pt x="932688" y="262964"/>
                  </a:lnTo>
                  <a:lnTo>
                    <a:pt x="979323" y="275078"/>
                  </a:lnTo>
                  <a:lnTo>
                    <a:pt x="1025957" y="287047"/>
                  </a:lnTo>
                  <a:lnTo>
                    <a:pt x="1072591" y="298861"/>
                  </a:lnTo>
                  <a:lnTo>
                    <a:pt x="1119226" y="310512"/>
                  </a:lnTo>
                  <a:lnTo>
                    <a:pt x="1165860" y="321991"/>
                  </a:lnTo>
                  <a:lnTo>
                    <a:pt x="1212495" y="333289"/>
                  </a:lnTo>
                  <a:lnTo>
                    <a:pt x="1259129" y="344398"/>
                  </a:lnTo>
                  <a:lnTo>
                    <a:pt x="1305764" y="355307"/>
                  </a:lnTo>
                  <a:lnTo>
                    <a:pt x="1352398" y="366008"/>
                  </a:lnTo>
                  <a:lnTo>
                    <a:pt x="1399033" y="376492"/>
                  </a:lnTo>
                  <a:lnTo>
                    <a:pt x="1445667" y="386750"/>
                  </a:lnTo>
                  <a:lnTo>
                    <a:pt x="1492301" y="396775"/>
                  </a:lnTo>
                  <a:lnTo>
                    <a:pt x="1538936" y="406558"/>
                  </a:lnTo>
                  <a:lnTo>
                    <a:pt x="1585570" y="416093"/>
                  </a:lnTo>
                  <a:lnTo>
                    <a:pt x="1632205" y="425375"/>
                  </a:lnTo>
                  <a:lnTo>
                    <a:pt x="1678839" y="434397"/>
                  </a:lnTo>
                  <a:lnTo>
                    <a:pt x="1725474" y="443157"/>
                  </a:lnTo>
                  <a:lnTo>
                    <a:pt x="1772108" y="451651"/>
                  </a:lnTo>
                  <a:lnTo>
                    <a:pt x="1818742" y="459879"/>
                  </a:lnTo>
                  <a:lnTo>
                    <a:pt x="1865377" y="467839"/>
                  </a:lnTo>
                  <a:lnTo>
                    <a:pt x="1912011" y="475534"/>
                  </a:lnTo>
                  <a:lnTo>
                    <a:pt x="1958646" y="482965"/>
                  </a:lnTo>
                  <a:lnTo>
                    <a:pt x="2005280" y="490135"/>
                  </a:lnTo>
                  <a:lnTo>
                    <a:pt x="2051915" y="497051"/>
                  </a:lnTo>
                  <a:lnTo>
                    <a:pt x="2098549" y="503717"/>
                  </a:lnTo>
                  <a:lnTo>
                    <a:pt x="2145183" y="510140"/>
                  </a:lnTo>
                  <a:lnTo>
                    <a:pt x="2191818" y="516327"/>
                  </a:lnTo>
                  <a:lnTo>
                    <a:pt x="2238452" y="522286"/>
                  </a:lnTo>
                  <a:lnTo>
                    <a:pt x="2285087" y="528025"/>
                  </a:lnTo>
                  <a:lnTo>
                    <a:pt x="2331721" y="533554"/>
                  </a:lnTo>
                  <a:lnTo>
                    <a:pt x="2378356" y="538882"/>
                  </a:lnTo>
                  <a:lnTo>
                    <a:pt x="2424990" y="544017"/>
                  </a:lnTo>
                  <a:lnTo>
                    <a:pt x="2471625" y="548968"/>
                  </a:lnTo>
                  <a:lnTo>
                    <a:pt x="2518259" y="553746"/>
                  </a:lnTo>
                  <a:lnTo>
                    <a:pt x="2564893" y="558358"/>
                  </a:lnTo>
                  <a:lnTo>
                    <a:pt x="2611528" y="562813"/>
                  </a:lnTo>
                  <a:lnTo>
                    <a:pt x="2658162" y="567121"/>
                  </a:lnTo>
                  <a:lnTo>
                    <a:pt x="2704797" y="571288"/>
                  </a:lnTo>
                  <a:lnTo>
                    <a:pt x="2751431" y="575324"/>
                  </a:lnTo>
                  <a:lnTo>
                    <a:pt x="2798066" y="579234"/>
                  </a:lnTo>
                  <a:lnTo>
                    <a:pt x="2844700" y="583028"/>
                  </a:lnTo>
                  <a:lnTo>
                    <a:pt x="2891334" y="586710"/>
                  </a:lnTo>
                  <a:lnTo>
                    <a:pt x="2937969" y="590289"/>
                  </a:lnTo>
                  <a:lnTo>
                    <a:pt x="2984603" y="593769"/>
                  </a:lnTo>
                  <a:lnTo>
                    <a:pt x="3031238" y="597157"/>
                  </a:lnTo>
                  <a:lnTo>
                    <a:pt x="3077872" y="600457"/>
                  </a:lnTo>
                  <a:lnTo>
                    <a:pt x="3124507" y="603676"/>
                  </a:lnTo>
                  <a:lnTo>
                    <a:pt x="3171141" y="606817"/>
                  </a:lnTo>
                  <a:lnTo>
                    <a:pt x="3217775" y="609885"/>
                  </a:lnTo>
                  <a:lnTo>
                    <a:pt x="3264410" y="612885"/>
                  </a:lnTo>
                  <a:lnTo>
                    <a:pt x="3311044" y="615820"/>
                  </a:lnTo>
                  <a:lnTo>
                    <a:pt x="3357679" y="618693"/>
                  </a:lnTo>
                  <a:lnTo>
                    <a:pt x="3404313" y="621509"/>
                  </a:lnTo>
                  <a:lnTo>
                    <a:pt x="3450948" y="624271"/>
                  </a:lnTo>
                  <a:lnTo>
                    <a:pt x="3497582" y="626981"/>
                  </a:lnTo>
                  <a:lnTo>
                    <a:pt x="3544217" y="629643"/>
                  </a:lnTo>
                  <a:lnTo>
                    <a:pt x="3590851" y="632259"/>
                  </a:lnTo>
                  <a:lnTo>
                    <a:pt x="3637485" y="634831"/>
                  </a:lnTo>
                  <a:lnTo>
                    <a:pt x="3684120" y="637362"/>
                  </a:lnTo>
                  <a:lnTo>
                    <a:pt x="3684120" y="1271988"/>
                  </a:lnTo>
                  <a:lnTo>
                    <a:pt x="3637485" y="1258136"/>
                  </a:lnTo>
                  <a:lnTo>
                    <a:pt x="3590851" y="1244324"/>
                  </a:lnTo>
                  <a:lnTo>
                    <a:pt x="3544217" y="1230557"/>
                  </a:lnTo>
                  <a:lnTo>
                    <a:pt x="3497582" y="1216835"/>
                  </a:lnTo>
                  <a:lnTo>
                    <a:pt x="3450948" y="1203162"/>
                  </a:lnTo>
                  <a:lnTo>
                    <a:pt x="3404313" y="1189541"/>
                  </a:lnTo>
                  <a:lnTo>
                    <a:pt x="3357679" y="1175973"/>
                  </a:lnTo>
                  <a:lnTo>
                    <a:pt x="3311044" y="1162464"/>
                  </a:lnTo>
                  <a:lnTo>
                    <a:pt x="3264410" y="1149016"/>
                  </a:lnTo>
                  <a:lnTo>
                    <a:pt x="3217775" y="1135632"/>
                  </a:lnTo>
                  <a:lnTo>
                    <a:pt x="3171141" y="1122317"/>
                  </a:lnTo>
                  <a:lnTo>
                    <a:pt x="3124507" y="1109075"/>
                  </a:lnTo>
                  <a:lnTo>
                    <a:pt x="3077872" y="1095910"/>
                  </a:lnTo>
                  <a:lnTo>
                    <a:pt x="3031238" y="1082827"/>
                  </a:lnTo>
                  <a:lnTo>
                    <a:pt x="2984603" y="1069832"/>
                  </a:lnTo>
                  <a:lnTo>
                    <a:pt x="2937969" y="1056929"/>
                  </a:lnTo>
                  <a:lnTo>
                    <a:pt x="2891334" y="1044124"/>
                  </a:lnTo>
                  <a:lnTo>
                    <a:pt x="2844700" y="1031423"/>
                  </a:lnTo>
                  <a:lnTo>
                    <a:pt x="2798066" y="1018833"/>
                  </a:lnTo>
                  <a:lnTo>
                    <a:pt x="2751431" y="1006361"/>
                  </a:lnTo>
                  <a:lnTo>
                    <a:pt x="2704797" y="994013"/>
                  </a:lnTo>
                  <a:lnTo>
                    <a:pt x="2658162" y="981797"/>
                  </a:lnTo>
                  <a:lnTo>
                    <a:pt x="2611528" y="969721"/>
                  </a:lnTo>
                  <a:lnTo>
                    <a:pt x="2564893" y="957793"/>
                  </a:lnTo>
                  <a:lnTo>
                    <a:pt x="2518259" y="946022"/>
                  </a:lnTo>
                  <a:lnTo>
                    <a:pt x="2471625" y="934416"/>
                  </a:lnTo>
                  <a:lnTo>
                    <a:pt x="2424990" y="922985"/>
                  </a:lnTo>
                  <a:lnTo>
                    <a:pt x="2378356" y="911736"/>
                  </a:lnTo>
                  <a:lnTo>
                    <a:pt x="2331721" y="900681"/>
                  </a:lnTo>
                  <a:lnTo>
                    <a:pt x="2285087" y="889826"/>
                  </a:lnTo>
                  <a:lnTo>
                    <a:pt x="2238452" y="879183"/>
                  </a:lnTo>
                  <a:lnTo>
                    <a:pt x="2191818" y="868758"/>
                  </a:lnTo>
                  <a:lnTo>
                    <a:pt x="2145183" y="858562"/>
                  </a:lnTo>
                  <a:lnTo>
                    <a:pt x="2098549" y="848602"/>
                  </a:lnTo>
                  <a:lnTo>
                    <a:pt x="2051915" y="838884"/>
                  </a:lnTo>
                  <a:lnTo>
                    <a:pt x="2005280" y="829417"/>
                  </a:lnTo>
                  <a:lnTo>
                    <a:pt x="1958646" y="820204"/>
                  </a:lnTo>
                  <a:lnTo>
                    <a:pt x="1912011" y="811252"/>
                  </a:lnTo>
                  <a:lnTo>
                    <a:pt x="1865377" y="802563"/>
                  </a:lnTo>
                  <a:lnTo>
                    <a:pt x="1818742" y="794140"/>
                  </a:lnTo>
                  <a:lnTo>
                    <a:pt x="1772108" y="785985"/>
                  </a:lnTo>
                  <a:lnTo>
                    <a:pt x="1725474" y="778096"/>
                  </a:lnTo>
                  <a:lnTo>
                    <a:pt x="1678839" y="770472"/>
                  </a:lnTo>
                  <a:lnTo>
                    <a:pt x="1632205" y="763111"/>
                  </a:lnTo>
                  <a:lnTo>
                    <a:pt x="1585570" y="756009"/>
                  </a:lnTo>
                  <a:lnTo>
                    <a:pt x="1538936" y="749161"/>
                  </a:lnTo>
                  <a:lnTo>
                    <a:pt x="1492301" y="742561"/>
                  </a:lnTo>
                  <a:lnTo>
                    <a:pt x="1445667" y="736203"/>
                  </a:lnTo>
                  <a:lnTo>
                    <a:pt x="1399033" y="730078"/>
                  </a:lnTo>
                  <a:lnTo>
                    <a:pt x="1352398" y="724178"/>
                  </a:lnTo>
                  <a:lnTo>
                    <a:pt x="1305764" y="718496"/>
                  </a:lnTo>
                  <a:lnTo>
                    <a:pt x="1259129" y="713022"/>
                  </a:lnTo>
                  <a:lnTo>
                    <a:pt x="1212495" y="707747"/>
                  </a:lnTo>
                  <a:lnTo>
                    <a:pt x="1165860" y="702662"/>
                  </a:lnTo>
                  <a:lnTo>
                    <a:pt x="1119226" y="697758"/>
                  </a:lnTo>
                  <a:lnTo>
                    <a:pt x="1072591" y="693026"/>
                  </a:lnTo>
                  <a:lnTo>
                    <a:pt x="1025957" y="688457"/>
                  </a:lnTo>
                  <a:lnTo>
                    <a:pt x="979323" y="684042"/>
                  </a:lnTo>
                  <a:lnTo>
                    <a:pt x="932688" y="679773"/>
                  </a:lnTo>
                  <a:lnTo>
                    <a:pt x="886054" y="675641"/>
                  </a:lnTo>
                  <a:lnTo>
                    <a:pt x="839419" y="671640"/>
                  </a:lnTo>
                  <a:lnTo>
                    <a:pt x="792785" y="667762"/>
                  </a:lnTo>
                  <a:lnTo>
                    <a:pt x="746150" y="663999"/>
                  </a:lnTo>
                  <a:lnTo>
                    <a:pt x="699516" y="660345"/>
                  </a:lnTo>
                  <a:lnTo>
                    <a:pt x="652882" y="656793"/>
                  </a:lnTo>
                  <a:lnTo>
                    <a:pt x="606247" y="653338"/>
                  </a:lnTo>
                  <a:lnTo>
                    <a:pt x="559613" y="649975"/>
                  </a:lnTo>
                  <a:lnTo>
                    <a:pt x="512978" y="646697"/>
                  </a:lnTo>
                  <a:lnTo>
                    <a:pt x="466344" y="643499"/>
                  </a:lnTo>
                  <a:lnTo>
                    <a:pt x="419709" y="640378"/>
                  </a:lnTo>
                  <a:lnTo>
                    <a:pt x="373075" y="637329"/>
                  </a:lnTo>
                  <a:lnTo>
                    <a:pt x="326441" y="634347"/>
                  </a:lnTo>
                  <a:lnTo>
                    <a:pt x="279806" y="631428"/>
                  </a:lnTo>
                  <a:lnTo>
                    <a:pt x="233172" y="628570"/>
                  </a:lnTo>
                  <a:lnTo>
                    <a:pt x="186537" y="625769"/>
                  </a:lnTo>
                  <a:lnTo>
                    <a:pt x="139903" y="623022"/>
                  </a:lnTo>
                  <a:lnTo>
                    <a:pt x="93268" y="620325"/>
                  </a:lnTo>
                  <a:lnTo>
                    <a:pt x="46634" y="617676"/>
                  </a:lnTo>
                  <a:lnTo>
                    <a:pt x="0" y="61507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55649" y="3677909"/>
              <a:ext cx="3684120" cy="637362"/>
            </a:xfrm>
            <a:custGeom>
              <a:avLst/>
              <a:pathLst>
                <a:path w="3684120" h="637362">
                  <a:moveTo>
                    <a:pt x="0" y="0"/>
                  </a:moveTo>
                  <a:lnTo>
                    <a:pt x="46634" y="13779"/>
                  </a:lnTo>
                  <a:lnTo>
                    <a:pt x="93268" y="27513"/>
                  </a:lnTo>
                  <a:lnTo>
                    <a:pt x="139903" y="41200"/>
                  </a:lnTo>
                  <a:lnTo>
                    <a:pt x="186537" y="54835"/>
                  </a:lnTo>
                  <a:lnTo>
                    <a:pt x="233172" y="68417"/>
                  </a:lnTo>
                  <a:lnTo>
                    <a:pt x="279806" y="81943"/>
                  </a:lnTo>
                  <a:lnTo>
                    <a:pt x="326441" y="95408"/>
                  </a:lnTo>
                  <a:lnTo>
                    <a:pt x="373075" y="108809"/>
                  </a:lnTo>
                  <a:lnTo>
                    <a:pt x="419709" y="122143"/>
                  </a:lnTo>
                  <a:lnTo>
                    <a:pt x="466344" y="135405"/>
                  </a:lnTo>
                  <a:lnTo>
                    <a:pt x="512978" y="148591"/>
                  </a:lnTo>
                  <a:lnTo>
                    <a:pt x="559613" y="161696"/>
                  </a:lnTo>
                  <a:lnTo>
                    <a:pt x="606247" y="174716"/>
                  </a:lnTo>
                  <a:lnTo>
                    <a:pt x="652882" y="187644"/>
                  </a:lnTo>
                  <a:lnTo>
                    <a:pt x="699516" y="200476"/>
                  </a:lnTo>
                  <a:lnTo>
                    <a:pt x="746150" y="213205"/>
                  </a:lnTo>
                  <a:lnTo>
                    <a:pt x="792785" y="225826"/>
                  </a:lnTo>
                  <a:lnTo>
                    <a:pt x="839419" y="238330"/>
                  </a:lnTo>
                  <a:lnTo>
                    <a:pt x="886054" y="250712"/>
                  </a:lnTo>
                  <a:lnTo>
                    <a:pt x="932688" y="262964"/>
                  </a:lnTo>
                  <a:lnTo>
                    <a:pt x="979323" y="275078"/>
                  </a:lnTo>
                  <a:lnTo>
                    <a:pt x="1025957" y="287047"/>
                  </a:lnTo>
                  <a:lnTo>
                    <a:pt x="1072591" y="298861"/>
                  </a:lnTo>
                  <a:lnTo>
                    <a:pt x="1119226" y="310512"/>
                  </a:lnTo>
                  <a:lnTo>
                    <a:pt x="1165860" y="321991"/>
                  </a:lnTo>
                  <a:lnTo>
                    <a:pt x="1212495" y="333289"/>
                  </a:lnTo>
                  <a:lnTo>
                    <a:pt x="1259129" y="344398"/>
                  </a:lnTo>
                  <a:lnTo>
                    <a:pt x="1305764" y="355307"/>
                  </a:lnTo>
                  <a:lnTo>
                    <a:pt x="1352398" y="366008"/>
                  </a:lnTo>
                  <a:lnTo>
                    <a:pt x="1399033" y="376492"/>
                  </a:lnTo>
                  <a:lnTo>
                    <a:pt x="1445667" y="386750"/>
                  </a:lnTo>
                  <a:lnTo>
                    <a:pt x="1492301" y="396775"/>
                  </a:lnTo>
                  <a:lnTo>
                    <a:pt x="1538936" y="406558"/>
                  </a:lnTo>
                  <a:lnTo>
                    <a:pt x="1585570" y="416093"/>
                  </a:lnTo>
                  <a:lnTo>
                    <a:pt x="1632205" y="425375"/>
                  </a:lnTo>
                  <a:lnTo>
                    <a:pt x="1678839" y="434397"/>
                  </a:lnTo>
                  <a:lnTo>
                    <a:pt x="1725474" y="443157"/>
                  </a:lnTo>
                  <a:lnTo>
                    <a:pt x="1772108" y="451651"/>
                  </a:lnTo>
                  <a:lnTo>
                    <a:pt x="1818742" y="459879"/>
                  </a:lnTo>
                  <a:lnTo>
                    <a:pt x="1865377" y="467839"/>
                  </a:lnTo>
                  <a:lnTo>
                    <a:pt x="1912011" y="475534"/>
                  </a:lnTo>
                  <a:lnTo>
                    <a:pt x="1958646" y="482965"/>
                  </a:lnTo>
                  <a:lnTo>
                    <a:pt x="2005280" y="490135"/>
                  </a:lnTo>
                  <a:lnTo>
                    <a:pt x="2051915" y="497051"/>
                  </a:lnTo>
                  <a:lnTo>
                    <a:pt x="2098549" y="503717"/>
                  </a:lnTo>
                  <a:lnTo>
                    <a:pt x="2145183" y="510140"/>
                  </a:lnTo>
                  <a:lnTo>
                    <a:pt x="2191818" y="516327"/>
                  </a:lnTo>
                  <a:lnTo>
                    <a:pt x="2238452" y="522286"/>
                  </a:lnTo>
                  <a:lnTo>
                    <a:pt x="2285087" y="528025"/>
                  </a:lnTo>
                  <a:lnTo>
                    <a:pt x="2331721" y="533554"/>
                  </a:lnTo>
                  <a:lnTo>
                    <a:pt x="2378356" y="538882"/>
                  </a:lnTo>
                  <a:lnTo>
                    <a:pt x="2424990" y="544017"/>
                  </a:lnTo>
                  <a:lnTo>
                    <a:pt x="2471625" y="548968"/>
                  </a:lnTo>
                  <a:lnTo>
                    <a:pt x="2518259" y="553746"/>
                  </a:lnTo>
                  <a:lnTo>
                    <a:pt x="2564893" y="558358"/>
                  </a:lnTo>
                  <a:lnTo>
                    <a:pt x="2611528" y="562813"/>
                  </a:lnTo>
                  <a:lnTo>
                    <a:pt x="2658162" y="567121"/>
                  </a:lnTo>
                  <a:lnTo>
                    <a:pt x="2704797" y="571288"/>
                  </a:lnTo>
                  <a:lnTo>
                    <a:pt x="2751431" y="575324"/>
                  </a:lnTo>
                  <a:lnTo>
                    <a:pt x="2798066" y="579234"/>
                  </a:lnTo>
                  <a:lnTo>
                    <a:pt x="2844700" y="583028"/>
                  </a:lnTo>
                  <a:lnTo>
                    <a:pt x="2891334" y="586710"/>
                  </a:lnTo>
                  <a:lnTo>
                    <a:pt x="2937969" y="590289"/>
                  </a:lnTo>
                  <a:lnTo>
                    <a:pt x="2984603" y="593769"/>
                  </a:lnTo>
                  <a:lnTo>
                    <a:pt x="3031238" y="597157"/>
                  </a:lnTo>
                  <a:lnTo>
                    <a:pt x="3077872" y="600457"/>
                  </a:lnTo>
                  <a:lnTo>
                    <a:pt x="3124507" y="603676"/>
                  </a:lnTo>
                  <a:lnTo>
                    <a:pt x="3171141" y="606817"/>
                  </a:lnTo>
                  <a:lnTo>
                    <a:pt x="3217775" y="609885"/>
                  </a:lnTo>
                  <a:lnTo>
                    <a:pt x="3264410" y="612885"/>
                  </a:lnTo>
                  <a:lnTo>
                    <a:pt x="3311044" y="615820"/>
                  </a:lnTo>
                  <a:lnTo>
                    <a:pt x="3357679" y="618693"/>
                  </a:lnTo>
                  <a:lnTo>
                    <a:pt x="3404313" y="621509"/>
                  </a:lnTo>
                  <a:lnTo>
                    <a:pt x="3450948" y="624271"/>
                  </a:lnTo>
                  <a:lnTo>
                    <a:pt x="3497582" y="626981"/>
                  </a:lnTo>
                  <a:lnTo>
                    <a:pt x="3544217" y="629643"/>
                  </a:lnTo>
                  <a:lnTo>
                    <a:pt x="3590851" y="632259"/>
                  </a:lnTo>
                  <a:lnTo>
                    <a:pt x="3637485" y="634831"/>
                  </a:lnTo>
                  <a:lnTo>
                    <a:pt x="3684120" y="6373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55649" y="4292981"/>
              <a:ext cx="3684120" cy="656915"/>
            </a:xfrm>
            <a:custGeom>
              <a:avLst/>
              <a:pathLst>
                <a:path w="3684120" h="656915">
                  <a:moveTo>
                    <a:pt x="3684120" y="656915"/>
                  </a:moveTo>
                  <a:lnTo>
                    <a:pt x="3637485" y="643063"/>
                  </a:lnTo>
                  <a:lnTo>
                    <a:pt x="3590851" y="629252"/>
                  </a:lnTo>
                  <a:lnTo>
                    <a:pt x="3544217" y="615484"/>
                  </a:lnTo>
                  <a:lnTo>
                    <a:pt x="3497582" y="601763"/>
                  </a:lnTo>
                  <a:lnTo>
                    <a:pt x="3450948" y="588090"/>
                  </a:lnTo>
                  <a:lnTo>
                    <a:pt x="3404313" y="574468"/>
                  </a:lnTo>
                  <a:lnTo>
                    <a:pt x="3357679" y="560901"/>
                  </a:lnTo>
                  <a:lnTo>
                    <a:pt x="3311044" y="547391"/>
                  </a:lnTo>
                  <a:lnTo>
                    <a:pt x="3264410" y="533943"/>
                  </a:lnTo>
                  <a:lnTo>
                    <a:pt x="3217775" y="520559"/>
                  </a:lnTo>
                  <a:lnTo>
                    <a:pt x="3171141" y="507244"/>
                  </a:lnTo>
                  <a:lnTo>
                    <a:pt x="3124507" y="494002"/>
                  </a:lnTo>
                  <a:lnTo>
                    <a:pt x="3077872" y="480838"/>
                  </a:lnTo>
                  <a:lnTo>
                    <a:pt x="3031238" y="467755"/>
                  </a:lnTo>
                  <a:lnTo>
                    <a:pt x="2984603" y="454759"/>
                  </a:lnTo>
                  <a:lnTo>
                    <a:pt x="2937969" y="441856"/>
                  </a:lnTo>
                  <a:lnTo>
                    <a:pt x="2891334" y="429051"/>
                  </a:lnTo>
                  <a:lnTo>
                    <a:pt x="2844700" y="416351"/>
                  </a:lnTo>
                  <a:lnTo>
                    <a:pt x="2798066" y="403761"/>
                  </a:lnTo>
                  <a:lnTo>
                    <a:pt x="2751431" y="391288"/>
                  </a:lnTo>
                  <a:lnTo>
                    <a:pt x="2704797" y="378940"/>
                  </a:lnTo>
                  <a:lnTo>
                    <a:pt x="2658162" y="366724"/>
                  </a:lnTo>
                  <a:lnTo>
                    <a:pt x="2611528" y="354649"/>
                  </a:lnTo>
                  <a:lnTo>
                    <a:pt x="2564893" y="342721"/>
                  </a:lnTo>
                  <a:lnTo>
                    <a:pt x="2518259" y="330950"/>
                  </a:lnTo>
                  <a:lnTo>
                    <a:pt x="2471625" y="319344"/>
                  </a:lnTo>
                  <a:lnTo>
                    <a:pt x="2424990" y="307912"/>
                  </a:lnTo>
                  <a:lnTo>
                    <a:pt x="2378356" y="296664"/>
                  </a:lnTo>
                  <a:lnTo>
                    <a:pt x="2331721" y="285608"/>
                  </a:lnTo>
                  <a:lnTo>
                    <a:pt x="2285087" y="274754"/>
                  </a:lnTo>
                  <a:lnTo>
                    <a:pt x="2238452" y="264110"/>
                  </a:lnTo>
                  <a:lnTo>
                    <a:pt x="2191818" y="253686"/>
                  </a:lnTo>
                  <a:lnTo>
                    <a:pt x="2145183" y="243490"/>
                  </a:lnTo>
                  <a:lnTo>
                    <a:pt x="2098549" y="233529"/>
                  </a:lnTo>
                  <a:lnTo>
                    <a:pt x="2051915" y="223812"/>
                  </a:lnTo>
                  <a:lnTo>
                    <a:pt x="2005280" y="214344"/>
                  </a:lnTo>
                  <a:lnTo>
                    <a:pt x="1958646" y="205132"/>
                  </a:lnTo>
                  <a:lnTo>
                    <a:pt x="1912011" y="196179"/>
                  </a:lnTo>
                  <a:lnTo>
                    <a:pt x="1865377" y="187491"/>
                  </a:lnTo>
                  <a:lnTo>
                    <a:pt x="1818742" y="179068"/>
                  </a:lnTo>
                  <a:lnTo>
                    <a:pt x="1772108" y="170912"/>
                  </a:lnTo>
                  <a:lnTo>
                    <a:pt x="1725474" y="163023"/>
                  </a:lnTo>
                  <a:lnTo>
                    <a:pt x="1678839" y="155400"/>
                  </a:lnTo>
                  <a:lnTo>
                    <a:pt x="1632205" y="148039"/>
                  </a:lnTo>
                  <a:lnTo>
                    <a:pt x="1585570" y="140937"/>
                  </a:lnTo>
                  <a:lnTo>
                    <a:pt x="1538936" y="134089"/>
                  </a:lnTo>
                  <a:lnTo>
                    <a:pt x="1492301" y="127489"/>
                  </a:lnTo>
                  <a:lnTo>
                    <a:pt x="1445667" y="121130"/>
                  </a:lnTo>
                  <a:lnTo>
                    <a:pt x="1399033" y="115005"/>
                  </a:lnTo>
                  <a:lnTo>
                    <a:pt x="1352398" y="109106"/>
                  </a:lnTo>
                  <a:lnTo>
                    <a:pt x="1305764" y="103423"/>
                  </a:lnTo>
                  <a:lnTo>
                    <a:pt x="1259129" y="97949"/>
                  </a:lnTo>
                  <a:lnTo>
                    <a:pt x="1212495" y="92675"/>
                  </a:lnTo>
                  <a:lnTo>
                    <a:pt x="1165860" y="87590"/>
                  </a:lnTo>
                  <a:lnTo>
                    <a:pt x="1119226" y="82686"/>
                  </a:lnTo>
                  <a:lnTo>
                    <a:pt x="1072591" y="77953"/>
                  </a:lnTo>
                  <a:lnTo>
                    <a:pt x="1025957" y="73384"/>
                  </a:lnTo>
                  <a:lnTo>
                    <a:pt x="979323" y="68969"/>
                  </a:lnTo>
                  <a:lnTo>
                    <a:pt x="932688" y="64700"/>
                  </a:lnTo>
                  <a:lnTo>
                    <a:pt x="886054" y="60569"/>
                  </a:lnTo>
                  <a:lnTo>
                    <a:pt x="839419" y="56568"/>
                  </a:lnTo>
                  <a:lnTo>
                    <a:pt x="792785" y="52689"/>
                  </a:lnTo>
                  <a:lnTo>
                    <a:pt x="746150" y="48926"/>
                  </a:lnTo>
                  <a:lnTo>
                    <a:pt x="699516" y="45272"/>
                  </a:lnTo>
                  <a:lnTo>
                    <a:pt x="652882" y="41721"/>
                  </a:lnTo>
                  <a:lnTo>
                    <a:pt x="606247" y="38266"/>
                  </a:lnTo>
                  <a:lnTo>
                    <a:pt x="559613" y="34902"/>
                  </a:lnTo>
                  <a:lnTo>
                    <a:pt x="512978" y="31624"/>
                  </a:lnTo>
                  <a:lnTo>
                    <a:pt x="466344" y="28427"/>
                  </a:lnTo>
                  <a:lnTo>
                    <a:pt x="419709" y="25306"/>
                  </a:lnTo>
                  <a:lnTo>
                    <a:pt x="373075" y="22256"/>
                  </a:lnTo>
                  <a:lnTo>
                    <a:pt x="326441" y="19274"/>
                  </a:lnTo>
                  <a:lnTo>
                    <a:pt x="279806" y="16356"/>
                  </a:lnTo>
                  <a:lnTo>
                    <a:pt x="233172" y="13498"/>
                  </a:lnTo>
                  <a:lnTo>
                    <a:pt x="186537" y="10697"/>
                  </a:lnTo>
                  <a:lnTo>
                    <a:pt x="139903" y="7949"/>
                  </a:lnTo>
                  <a:lnTo>
                    <a:pt x="93268" y="5252"/>
                  </a:lnTo>
                  <a:lnTo>
                    <a:pt x="46634" y="260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55649" y="3985445"/>
              <a:ext cx="3684120" cy="647139"/>
            </a:xfrm>
            <a:custGeom>
              <a:avLst/>
              <a:pathLst>
                <a:path w="3684120" h="647139">
                  <a:moveTo>
                    <a:pt x="0" y="0"/>
                  </a:moveTo>
                  <a:lnTo>
                    <a:pt x="46634" y="8191"/>
                  </a:lnTo>
                  <a:lnTo>
                    <a:pt x="93268" y="16383"/>
                  </a:lnTo>
                  <a:lnTo>
                    <a:pt x="139903" y="24574"/>
                  </a:lnTo>
                  <a:lnTo>
                    <a:pt x="186537" y="32766"/>
                  </a:lnTo>
                  <a:lnTo>
                    <a:pt x="233172" y="40958"/>
                  </a:lnTo>
                  <a:lnTo>
                    <a:pt x="279806" y="49149"/>
                  </a:lnTo>
                  <a:lnTo>
                    <a:pt x="326441" y="57341"/>
                  </a:lnTo>
                  <a:lnTo>
                    <a:pt x="373075" y="65533"/>
                  </a:lnTo>
                  <a:lnTo>
                    <a:pt x="419709" y="73724"/>
                  </a:lnTo>
                  <a:lnTo>
                    <a:pt x="466344" y="81916"/>
                  </a:lnTo>
                  <a:lnTo>
                    <a:pt x="512978" y="90107"/>
                  </a:lnTo>
                  <a:lnTo>
                    <a:pt x="559613" y="98299"/>
                  </a:lnTo>
                  <a:lnTo>
                    <a:pt x="606247" y="106491"/>
                  </a:lnTo>
                  <a:lnTo>
                    <a:pt x="652882" y="114682"/>
                  </a:lnTo>
                  <a:lnTo>
                    <a:pt x="699516" y="122874"/>
                  </a:lnTo>
                  <a:lnTo>
                    <a:pt x="746150" y="131066"/>
                  </a:lnTo>
                  <a:lnTo>
                    <a:pt x="792785" y="139257"/>
                  </a:lnTo>
                  <a:lnTo>
                    <a:pt x="839419" y="147449"/>
                  </a:lnTo>
                  <a:lnTo>
                    <a:pt x="886054" y="155641"/>
                  </a:lnTo>
                  <a:lnTo>
                    <a:pt x="932688" y="163832"/>
                  </a:lnTo>
                  <a:lnTo>
                    <a:pt x="979323" y="172024"/>
                  </a:lnTo>
                  <a:lnTo>
                    <a:pt x="1025957" y="180215"/>
                  </a:lnTo>
                  <a:lnTo>
                    <a:pt x="1072591" y="188407"/>
                  </a:lnTo>
                  <a:lnTo>
                    <a:pt x="1119226" y="196599"/>
                  </a:lnTo>
                  <a:lnTo>
                    <a:pt x="1165860" y="204790"/>
                  </a:lnTo>
                  <a:lnTo>
                    <a:pt x="1212495" y="212982"/>
                  </a:lnTo>
                  <a:lnTo>
                    <a:pt x="1259129" y="221174"/>
                  </a:lnTo>
                  <a:lnTo>
                    <a:pt x="1305764" y="229365"/>
                  </a:lnTo>
                  <a:lnTo>
                    <a:pt x="1352398" y="237557"/>
                  </a:lnTo>
                  <a:lnTo>
                    <a:pt x="1399033" y="245749"/>
                  </a:lnTo>
                  <a:lnTo>
                    <a:pt x="1445667" y="253940"/>
                  </a:lnTo>
                  <a:lnTo>
                    <a:pt x="1492301" y="262132"/>
                  </a:lnTo>
                  <a:lnTo>
                    <a:pt x="1538936" y="270323"/>
                  </a:lnTo>
                  <a:lnTo>
                    <a:pt x="1585570" y="278515"/>
                  </a:lnTo>
                  <a:lnTo>
                    <a:pt x="1632205" y="286707"/>
                  </a:lnTo>
                  <a:lnTo>
                    <a:pt x="1678839" y="294898"/>
                  </a:lnTo>
                  <a:lnTo>
                    <a:pt x="1725474" y="303090"/>
                  </a:lnTo>
                  <a:lnTo>
                    <a:pt x="1772108" y="311282"/>
                  </a:lnTo>
                  <a:lnTo>
                    <a:pt x="1818742" y="319473"/>
                  </a:lnTo>
                  <a:lnTo>
                    <a:pt x="1865377" y="327665"/>
                  </a:lnTo>
                  <a:lnTo>
                    <a:pt x="1912011" y="335856"/>
                  </a:lnTo>
                  <a:lnTo>
                    <a:pt x="1958646" y="344048"/>
                  </a:lnTo>
                  <a:lnTo>
                    <a:pt x="2005280" y="352240"/>
                  </a:lnTo>
                  <a:lnTo>
                    <a:pt x="2051915" y="360431"/>
                  </a:lnTo>
                  <a:lnTo>
                    <a:pt x="2098549" y="368623"/>
                  </a:lnTo>
                  <a:lnTo>
                    <a:pt x="2145183" y="376815"/>
                  </a:lnTo>
                  <a:lnTo>
                    <a:pt x="2191818" y="385006"/>
                  </a:lnTo>
                  <a:lnTo>
                    <a:pt x="2238452" y="393198"/>
                  </a:lnTo>
                  <a:lnTo>
                    <a:pt x="2285087" y="401390"/>
                  </a:lnTo>
                  <a:lnTo>
                    <a:pt x="2331721" y="409581"/>
                  </a:lnTo>
                  <a:lnTo>
                    <a:pt x="2378356" y="417773"/>
                  </a:lnTo>
                  <a:lnTo>
                    <a:pt x="2424990" y="425964"/>
                  </a:lnTo>
                  <a:lnTo>
                    <a:pt x="2471625" y="434156"/>
                  </a:lnTo>
                  <a:lnTo>
                    <a:pt x="2518259" y="442348"/>
                  </a:lnTo>
                  <a:lnTo>
                    <a:pt x="2564893" y="450539"/>
                  </a:lnTo>
                  <a:lnTo>
                    <a:pt x="2611528" y="458731"/>
                  </a:lnTo>
                  <a:lnTo>
                    <a:pt x="2658162" y="466923"/>
                  </a:lnTo>
                  <a:lnTo>
                    <a:pt x="2704797" y="475114"/>
                  </a:lnTo>
                  <a:lnTo>
                    <a:pt x="2751431" y="483306"/>
                  </a:lnTo>
                  <a:lnTo>
                    <a:pt x="2798066" y="491498"/>
                  </a:lnTo>
                  <a:lnTo>
                    <a:pt x="2844700" y="499689"/>
                  </a:lnTo>
                  <a:lnTo>
                    <a:pt x="2891334" y="507881"/>
                  </a:lnTo>
                  <a:lnTo>
                    <a:pt x="2937969" y="516072"/>
                  </a:lnTo>
                  <a:lnTo>
                    <a:pt x="2984603" y="524264"/>
                  </a:lnTo>
                  <a:lnTo>
                    <a:pt x="3031238" y="532456"/>
                  </a:lnTo>
                  <a:lnTo>
                    <a:pt x="3077872" y="540647"/>
                  </a:lnTo>
                  <a:lnTo>
                    <a:pt x="3124507" y="548839"/>
                  </a:lnTo>
                  <a:lnTo>
                    <a:pt x="3171141" y="557031"/>
                  </a:lnTo>
                  <a:lnTo>
                    <a:pt x="3217775" y="565222"/>
                  </a:lnTo>
                  <a:lnTo>
                    <a:pt x="3264410" y="573414"/>
                  </a:lnTo>
                  <a:lnTo>
                    <a:pt x="3311044" y="581605"/>
                  </a:lnTo>
                  <a:lnTo>
                    <a:pt x="3357679" y="589797"/>
                  </a:lnTo>
                  <a:lnTo>
                    <a:pt x="3404313" y="597989"/>
                  </a:lnTo>
                  <a:lnTo>
                    <a:pt x="3450948" y="606180"/>
                  </a:lnTo>
                  <a:lnTo>
                    <a:pt x="3497582" y="614372"/>
                  </a:lnTo>
                  <a:lnTo>
                    <a:pt x="3544217" y="622564"/>
                  </a:lnTo>
                  <a:lnTo>
                    <a:pt x="3590851" y="630755"/>
                  </a:lnTo>
                  <a:lnTo>
                    <a:pt x="3637485" y="638947"/>
                  </a:lnTo>
                  <a:lnTo>
                    <a:pt x="3684120" y="64713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3955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088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07820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19475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79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2489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1182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19875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20506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4917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49328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739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096294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740406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384518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028630" y="57857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55272" y="5925448"/>
              <a:ext cx="67537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LEA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1876" y="1669789"/>
              <a:ext cx="351925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(LEA) vs Size at Final Time Point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5528893" y="28778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5528893" y="2266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5528893" y="23720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6898879" y="26617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6898879" y="28409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6898879" y="263555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6671121" y="30095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6671121" y="29519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6671121" y="31119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417241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417241" y="28716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417241" y="29165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5922257" y="32044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5922257" y="31791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922257" y="34004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478923" y="30394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478923" y="3059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478923" y="28536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169635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169635" y="45602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169635" y="43485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425046" y="35966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425046" y="36410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425046" y="36107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28338" y="2261395"/>
              <a:ext cx="5729243" cy="2474359"/>
            </a:xfrm>
            <a:custGeom>
              <a:avLst/>
              <a:pathLst>
                <a:path w="5729243" h="2474359">
                  <a:moveTo>
                    <a:pt x="0" y="1416663"/>
                  </a:moveTo>
                  <a:lnTo>
                    <a:pt x="72522" y="1405443"/>
                  </a:lnTo>
                  <a:lnTo>
                    <a:pt x="145044" y="1394184"/>
                  </a:lnTo>
                  <a:lnTo>
                    <a:pt x="217566" y="1382883"/>
                  </a:lnTo>
                  <a:lnTo>
                    <a:pt x="290088" y="1371539"/>
                  </a:lnTo>
                  <a:lnTo>
                    <a:pt x="362610" y="1360149"/>
                  </a:lnTo>
                  <a:lnTo>
                    <a:pt x="435132" y="1348710"/>
                  </a:lnTo>
                  <a:lnTo>
                    <a:pt x="507654" y="1337221"/>
                  </a:lnTo>
                  <a:lnTo>
                    <a:pt x="580176" y="1325678"/>
                  </a:lnTo>
                  <a:lnTo>
                    <a:pt x="652698" y="1314079"/>
                  </a:lnTo>
                  <a:lnTo>
                    <a:pt x="725220" y="1302420"/>
                  </a:lnTo>
                  <a:lnTo>
                    <a:pt x="797742" y="1290698"/>
                  </a:lnTo>
                  <a:lnTo>
                    <a:pt x="870264" y="1278910"/>
                  </a:lnTo>
                  <a:lnTo>
                    <a:pt x="942786" y="1267052"/>
                  </a:lnTo>
                  <a:lnTo>
                    <a:pt x="1015308" y="1255119"/>
                  </a:lnTo>
                  <a:lnTo>
                    <a:pt x="1087830" y="1243107"/>
                  </a:lnTo>
                  <a:lnTo>
                    <a:pt x="1160353" y="1231013"/>
                  </a:lnTo>
                  <a:lnTo>
                    <a:pt x="1232875" y="1218830"/>
                  </a:lnTo>
                  <a:lnTo>
                    <a:pt x="1305397" y="1206554"/>
                  </a:lnTo>
                  <a:lnTo>
                    <a:pt x="1377919" y="1194178"/>
                  </a:lnTo>
                  <a:lnTo>
                    <a:pt x="1450441" y="1181698"/>
                  </a:lnTo>
                  <a:lnTo>
                    <a:pt x="1522963" y="1169107"/>
                  </a:lnTo>
                  <a:lnTo>
                    <a:pt x="1595485" y="1156397"/>
                  </a:lnTo>
                  <a:lnTo>
                    <a:pt x="1668007" y="1143562"/>
                  </a:lnTo>
                  <a:lnTo>
                    <a:pt x="1740529" y="1130594"/>
                  </a:lnTo>
                  <a:lnTo>
                    <a:pt x="1813051" y="1117484"/>
                  </a:lnTo>
                  <a:lnTo>
                    <a:pt x="1885573" y="1104225"/>
                  </a:lnTo>
                  <a:lnTo>
                    <a:pt x="1958095" y="1090807"/>
                  </a:lnTo>
                  <a:lnTo>
                    <a:pt x="2030617" y="1077219"/>
                  </a:lnTo>
                  <a:lnTo>
                    <a:pt x="2103139" y="1063453"/>
                  </a:lnTo>
                  <a:lnTo>
                    <a:pt x="2175661" y="1049498"/>
                  </a:lnTo>
                  <a:lnTo>
                    <a:pt x="2248184" y="1035341"/>
                  </a:lnTo>
                  <a:lnTo>
                    <a:pt x="2320706" y="1020973"/>
                  </a:lnTo>
                  <a:lnTo>
                    <a:pt x="2393228" y="1006379"/>
                  </a:lnTo>
                  <a:lnTo>
                    <a:pt x="2465750" y="991549"/>
                  </a:lnTo>
                  <a:lnTo>
                    <a:pt x="2538272" y="976469"/>
                  </a:lnTo>
                  <a:lnTo>
                    <a:pt x="2610794" y="961127"/>
                  </a:lnTo>
                  <a:lnTo>
                    <a:pt x="2683316" y="945509"/>
                  </a:lnTo>
                  <a:lnTo>
                    <a:pt x="2755838" y="929602"/>
                  </a:lnTo>
                  <a:lnTo>
                    <a:pt x="2828360" y="913394"/>
                  </a:lnTo>
                  <a:lnTo>
                    <a:pt x="2900882" y="896871"/>
                  </a:lnTo>
                  <a:lnTo>
                    <a:pt x="2973404" y="880022"/>
                  </a:lnTo>
                  <a:lnTo>
                    <a:pt x="3045926" y="862835"/>
                  </a:lnTo>
                  <a:lnTo>
                    <a:pt x="3118448" y="845300"/>
                  </a:lnTo>
                  <a:lnTo>
                    <a:pt x="3190970" y="827408"/>
                  </a:lnTo>
                  <a:lnTo>
                    <a:pt x="3263492" y="809149"/>
                  </a:lnTo>
                  <a:lnTo>
                    <a:pt x="3336014" y="790517"/>
                  </a:lnTo>
                  <a:lnTo>
                    <a:pt x="3408537" y="771507"/>
                  </a:lnTo>
                  <a:lnTo>
                    <a:pt x="3481059" y="752115"/>
                  </a:lnTo>
                  <a:lnTo>
                    <a:pt x="3553581" y="732339"/>
                  </a:lnTo>
                  <a:lnTo>
                    <a:pt x="3626103" y="712180"/>
                  </a:lnTo>
                  <a:lnTo>
                    <a:pt x="3698625" y="691638"/>
                  </a:lnTo>
                  <a:lnTo>
                    <a:pt x="3771147" y="670718"/>
                  </a:lnTo>
                  <a:lnTo>
                    <a:pt x="3843669" y="649425"/>
                  </a:lnTo>
                  <a:lnTo>
                    <a:pt x="3916191" y="627766"/>
                  </a:lnTo>
                  <a:lnTo>
                    <a:pt x="3988713" y="605748"/>
                  </a:lnTo>
                  <a:lnTo>
                    <a:pt x="4061235" y="583381"/>
                  </a:lnTo>
                  <a:lnTo>
                    <a:pt x="4133757" y="560676"/>
                  </a:lnTo>
                  <a:lnTo>
                    <a:pt x="4206279" y="537643"/>
                  </a:lnTo>
                  <a:lnTo>
                    <a:pt x="4278801" y="514296"/>
                  </a:lnTo>
                  <a:lnTo>
                    <a:pt x="4351323" y="490647"/>
                  </a:lnTo>
                  <a:lnTo>
                    <a:pt x="4423845" y="466708"/>
                  </a:lnTo>
                  <a:lnTo>
                    <a:pt x="4496368" y="442492"/>
                  </a:lnTo>
                  <a:lnTo>
                    <a:pt x="4568890" y="418014"/>
                  </a:lnTo>
                  <a:lnTo>
                    <a:pt x="4641412" y="393285"/>
                  </a:lnTo>
                  <a:lnTo>
                    <a:pt x="4713934" y="368318"/>
                  </a:lnTo>
                  <a:lnTo>
                    <a:pt x="4786456" y="343126"/>
                  </a:lnTo>
                  <a:lnTo>
                    <a:pt x="4858978" y="317721"/>
                  </a:lnTo>
                  <a:lnTo>
                    <a:pt x="4931500" y="292115"/>
                  </a:lnTo>
                  <a:lnTo>
                    <a:pt x="5004022" y="266318"/>
                  </a:lnTo>
                  <a:lnTo>
                    <a:pt x="5076544" y="240342"/>
                  </a:lnTo>
                  <a:lnTo>
                    <a:pt x="5149066" y="214197"/>
                  </a:lnTo>
                  <a:lnTo>
                    <a:pt x="5221588" y="187892"/>
                  </a:lnTo>
                  <a:lnTo>
                    <a:pt x="5294110" y="161437"/>
                  </a:lnTo>
                  <a:lnTo>
                    <a:pt x="5366632" y="134840"/>
                  </a:lnTo>
                  <a:lnTo>
                    <a:pt x="5439154" y="108109"/>
                  </a:lnTo>
                  <a:lnTo>
                    <a:pt x="5511676" y="81253"/>
                  </a:lnTo>
                  <a:lnTo>
                    <a:pt x="5584198" y="54278"/>
                  </a:lnTo>
                  <a:lnTo>
                    <a:pt x="5656721" y="27191"/>
                  </a:lnTo>
                  <a:lnTo>
                    <a:pt x="5729243" y="0"/>
                  </a:lnTo>
                  <a:lnTo>
                    <a:pt x="5729243" y="764761"/>
                  </a:lnTo>
                  <a:lnTo>
                    <a:pt x="5656721" y="777142"/>
                  </a:lnTo>
                  <a:lnTo>
                    <a:pt x="5584198" y="789628"/>
                  </a:lnTo>
                  <a:lnTo>
                    <a:pt x="5511676" y="802226"/>
                  </a:lnTo>
                  <a:lnTo>
                    <a:pt x="5439154" y="814943"/>
                  </a:lnTo>
                  <a:lnTo>
                    <a:pt x="5366632" y="827785"/>
                  </a:lnTo>
                  <a:lnTo>
                    <a:pt x="5294110" y="840761"/>
                  </a:lnTo>
                  <a:lnTo>
                    <a:pt x="5221588" y="853879"/>
                  </a:lnTo>
                  <a:lnTo>
                    <a:pt x="5149066" y="867147"/>
                  </a:lnTo>
                  <a:lnTo>
                    <a:pt x="5076544" y="880574"/>
                  </a:lnTo>
                  <a:lnTo>
                    <a:pt x="5004022" y="894171"/>
                  </a:lnTo>
                  <a:lnTo>
                    <a:pt x="4931500" y="907948"/>
                  </a:lnTo>
                  <a:lnTo>
                    <a:pt x="4858978" y="921914"/>
                  </a:lnTo>
                  <a:lnTo>
                    <a:pt x="4786456" y="936082"/>
                  </a:lnTo>
                  <a:lnTo>
                    <a:pt x="4713934" y="950463"/>
                  </a:lnTo>
                  <a:lnTo>
                    <a:pt x="4641412" y="965070"/>
                  </a:lnTo>
                  <a:lnTo>
                    <a:pt x="4568890" y="979913"/>
                  </a:lnTo>
                  <a:lnTo>
                    <a:pt x="4496368" y="995008"/>
                  </a:lnTo>
                  <a:lnTo>
                    <a:pt x="4423845" y="1010365"/>
                  </a:lnTo>
                  <a:lnTo>
                    <a:pt x="4351323" y="1025999"/>
                  </a:lnTo>
                  <a:lnTo>
                    <a:pt x="4278801" y="1041923"/>
                  </a:lnTo>
                  <a:lnTo>
                    <a:pt x="4206279" y="1058149"/>
                  </a:lnTo>
                  <a:lnTo>
                    <a:pt x="4133757" y="1074689"/>
                  </a:lnTo>
                  <a:lnTo>
                    <a:pt x="4061235" y="1091557"/>
                  </a:lnTo>
                  <a:lnTo>
                    <a:pt x="3988713" y="1108763"/>
                  </a:lnTo>
                  <a:lnTo>
                    <a:pt x="3916191" y="1126318"/>
                  </a:lnTo>
                  <a:lnTo>
                    <a:pt x="3843669" y="1144231"/>
                  </a:lnTo>
                  <a:lnTo>
                    <a:pt x="3771147" y="1162511"/>
                  </a:lnTo>
                  <a:lnTo>
                    <a:pt x="3698625" y="1181164"/>
                  </a:lnTo>
                  <a:lnTo>
                    <a:pt x="3626103" y="1200196"/>
                  </a:lnTo>
                  <a:lnTo>
                    <a:pt x="3553581" y="1219609"/>
                  </a:lnTo>
                  <a:lnTo>
                    <a:pt x="3481059" y="1239407"/>
                  </a:lnTo>
                  <a:lnTo>
                    <a:pt x="3408537" y="1259588"/>
                  </a:lnTo>
                  <a:lnTo>
                    <a:pt x="3336014" y="1280150"/>
                  </a:lnTo>
                  <a:lnTo>
                    <a:pt x="3263492" y="1301092"/>
                  </a:lnTo>
                  <a:lnTo>
                    <a:pt x="3190970" y="1322405"/>
                  </a:lnTo>
                  <a:lnTo>
                    <a:pt x="3118448" y="1344086"/>
                  </a:lnTo>
                  <a:lnTo>
                    <a:pt x="3045926" y="1366123"/>
                  </a:lnTo>
                  <a:lnTo>
                    <a:pt x="2973404" y="1388510"/>
                  </a:lnTo>
                  <a:lnTo>
                    <a:pt x="2900882" y="1411234"/>
                  </a:lnTo>
                  <a:lnTo>
                    <a:pt x="2828360" y="1434284"/>
                  </a:lnTo>
                  <a:lnTo>
                    <a:pt x="2755838" y="1457648"/>
                  </a:lnTo>
                  <a:lnTo>
                    <a:pt x="2683316" y="1481315"/>
                  </a:lnTo>
                  <a:lnTo>
                    <a:pt x="2610794" y="1505269"/>
                  </a:lnTo>
                  <a:lnTo>
                    <a:pt x="2538272" y="1529500"/>
                  </a:lnTo>
                  <a:lnTo>
                    <a:pt x="2465750" y="1553993"/>
                  </a:lnTo>
                  <a:lnTo>
                    <a:pt x="2393228" y="1578736"/>
                  </a:lnTo>
                  <a:lnTo>
                    <a:pt x="2320706" y="1603716"/>
                  </a:lnTo>
                  <a:lnTo>
                    <a:pt x="2248184" y="1628920"/>
                  </a:lnTo>
                  <a:lnTo>
                    <a:pt x="2175661" y="1654336"/>
                  </a:lnTo>
                  <a:lnTo>
                    <a:pt x="2103139" y="1679954"/>
                  </a:lnTo>
                  <a:lnTo>
                    <a:pt x="2030617" y="1705761"/>
                  </a:lnTo>
                  <a:lnTo>
                    <a:pt x="1958095" y="1731746"/>
                  </a:lnTo>
                  <a:lnTo>
                    <a:pt x="1885573" y="1757901"/>
                  </a:lnTo>
                  <a:lnTo>
                    <a:pt x="1813051" y="1784215"/>
                  </a:lnTo>
                  <a:lnTo>
                    <a:pt x="1740529" y="1810678"/>
                  </a:lnTo>
                  <a:lnTo>
                    <a:pt x="1668007" y="1837283"/>
                  </a:lnTo>
                  <a:lnTo>
                    <a:pt x="1595485" y="1864021"/>
                  </a:lnTo>
                  <a:lnTo>
                    <a:pt x="1522963" y="1890884"/>
                  </a:lnTo>
                  <a:lnTo>
                    <a:pt x="1450441" y="1917865"/>
                  </a:lnTo>
                  <a:lnTo>
                    <a:pt x="1377919" y="1944958"/>
                  </a:lnTo>
                  <a:lnTo>
                    <a:pt x="1305397" y="1972156"/>
                  </a:lnTo>
                  <a:lnTo>
                    <a:pt x="1232875" y="1999452"/>
                  </a:lnTo>
                  <a:lnTo>
                    <a:pt x="1160353" y="2026843"/>
                  </a:lnTo>
                  <a:lnTo>
                    <a:pt x="1087830" y="2054321"/>
                  </a:lnTo>
                  <a:lnTo>
                    <a:pt x="1015308" y="2081882"/>
                  </a:lnTo>
                  <a:lnTo>
                    <a:pt x="942786" y="2109523"/>
                  </a:lnTo>
                  <a:lnTo>
                    <a:pt x="870264" y="2137237"/>
                  </a:lnTo>
                  <a:lnTo>
                    <a:pt x="797742" y="2165022"/>
                  </a:lnTo>
                  <a:lnTo>
                    <a:pt x="725220" y="2192873"/>
                  </a:lnTo>
                  <a:lnTo>
                    <a:pt x="652698" y="2220787"/>
                  </a:lnTo>
                  <a:lnTo>
                    <a:pt x="580176" y="2248761"/>
                  </a:lnTo>
                  <a:lnTo>
                    <a:pt x="507654" y="2276791"/>
                  </a:lnTo>
                  <a:lnTo>
                    <a:pt x="435132" y="2304874"/>
                  </a:lnTo>
                  <a:lnTo>
                    <a:pt x="362610" y="2333009"/>
                  </a:lnTo>
                  <a:lnTo>
                    <a:pt x="290088" y="2361192"/>
                  </a:lnTo>
                  <a:lnTo>
                    <a:pt x="217566" y="2389420"/>
                  </a:lnTo>
                  <a:lnTo>
                    <a:pt x="145044" y="2417693"/>
                  </a:lnTo>
                  <a:lnTo>
                    <a:pt x="72522" y="2446006"/>
                  </a:lnTo>
                  <a:lnTo>
                    <a:pt x="0" y="247435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28338" y="2261395"/>
              <a:ext cx="5729243" cy="1416663"/>
            </a:xfrm>
            <a:custGeom>
              <a:avLst/>
              <a:pathLst>
                <a:path w="5729243" h="1416663">
                  <a:moveTo>
                    <a:pt x="0" y="1416663"/>
                  </a:moveTo>
                  <a:lnTo>
                    <a:pt x="72522" y="1405443"/>
                  </a:lnTo>
                  <a:lnTo>
                    <a:pt x="145044" y="1394184"/>
                  </a:lnTo>
                  <a:lnTo>
                    <a:pt x="217566" y="1382883"/>
                  </a:lnTo>
                  <a:lnTo>
                    <a:pt x="290088" y="1371539"/>
                  </a:lnTo>
                  <a:lnTo>
                    <a:pt x="362610" y="1360149"/>
                  </a:lnTo>
                  <a:lnTo>
                    <a:pt x="435132" y="1348710"/>
                  </a:lnTo>
                  <a:lnTo>
                    <a:pt x="507654" y="1337221"/>
                  </a:lnTo>
                  <a:lnTo>
                    <a:pt x="580176" y="1325678"/>
                  </a:lnTo>
                  <a:lnTo>
                    <a:pt x="652698" y="1314079"/>
                  </a:lnTo>
                  <a:lnTo>
                    <a:pt x="725220" y="1302420"/>
                  </a:lnTo>
                  <a:lnTo>
                    <a:pt x="797742" y="1290698"/>
                  </a:lnTo>
                  <a:lnTo>
                    <a:pt x="870264" y="1278910"/>
                  </a:lnTo>
                  <a:lnTo>
                    <a:pt x="942786" y="1267052"/>
                  </a:lnTo>
                  <a:lnTo>
                    <a:pt x="1015308" y="1255119"/>
                  </a:lnTo>
                  <a:lnTo>
                    <a:pt x="1087830" y="1243107"/>
                  </a:lnTo>
                  <a:lnTo>
                    <a:pt x="1160353" y="1231013"/>
                  </a:lnTo>
                  <a:lnTo>
                    <a:pt x="1232875" y="1218830"/>
                  </a:lnTo>
                  <a:lnTo>
                    <a:pt x="1305397" y="1206554"/>
                  </a:lnTo>
                  <a:lnTo>
                    <a:pt x="1377919" y="1194178"/>
                  </a:lnTo>
                  <a:lnTo>
                    <a:pt x="1450441" y="1181698"/>
                  </a:lnTo>
                  <a:lnTo>
                    <a:pt x="1522963" y="1169107"/>
                  </a:lnTo>
                  <a:lnTo>
                    <a:pt x="1595485" y="1156397"/>
                  </a:lnTo>
                  <a:lnTo>
                    <a:pt x="1668007" y="1143562"/>
                  </a:lnTo>
                  <a:lnTo>
                    <a:pt x="1740529" y="1130594"/>
                  </a:lnTo>
                  <a:lnTo>
                    <a:pt x="1813051" y="1117484"/>
                  </a:lnTo>
                  <a:lnTo>
                    <a:pt x="1885573" y="1104225"/>
                  </a:lnTo>
                  <a:lnTo>
                    <a:pt x="1958095" y="1090807"/>
                  </a:lnTo>
                  <a:lnTo>
                    <a:pt x="2030617" y="1077219"/>
                  </a:lnTo>
                  <a:lnTo>
                    <a:pt x="2103139" y="1063453"/>
                  </a:lnTo>
                  <a:lnTo>
                    <a:pt x="2175661" y="1049498"/>
                  </a:lnTo>
                  <a:lnTo>
                    <a:pt x="2248184" y="1035341"/>
                  </a:lnTo>
                  <a:lnTo>
                    <a:pt x="2320706" y="1020973"/>
                  </a:lnTo>
                  <a:lnTo>
                    <a:pt x="2393228" y="1006379"/>
                  </a:lnTo>
                  <a:lnTo>
                    <a:pt x="2465750" y="991549"/>
                  </a:lnTo>
                  <a:lnTo>
                    <a:pt x="2538272" y="976469"/>
                  </a:lnTo>
                  <a:lnTo>
                    <a:pt x="2610794" y="961127"/>
                  </a:lnTo>
                  <a:lnTo>
                    <a:pt x="2683316" y="945509"/>
                  </a:lnTo>
                  <a:lnTo>
                    <a:pt x="2755838" y="929602"/>
                  </a:lnTo>
                  <a:lnTo>
                    <a:pt x="2828360" y="913394"/>
                  </a:lnTo>
                  <a:lnTo>
                    <a:pt x="2900882" y="896871"/>
                  </a:lnTo>
                  <a:lnTo>
                    <a:pt x="2973404" y="880022"/>
                  </a:lnTo>
                  <a:lnTo>
                    <a:pt x="3045926" y="862835"/>
                  </a:lnTo>
                  <a:lnTo>
                    <a:pt x="3118448" y="845300"/>
                  </a:lnTo>
                  <a:lnTo>
                    <a:pt x="3190970" y="827408"/>
                  </a:lnTo>
                  <a:lnTo>
                    <a:pt x="3263492" y="809149"/>
                  </a:lnTo>
                  <a:lnTo>
                    <a:pt x="3336014" y="790517"/>
                  </a:lnTo>
                  <a:lnTo>
                    <a:pt x="3408537" y="771507"/>
                  </a:lnTo>
                  <a:lnTo>
                    <a:pt x="3481059" y="752115"/>
                  </a:lnTo>
                  <a:lnTo>
                    <a:pt x="3553581" y="732339"/>
                  </a:lnTo>
                  <a:lnTo>
                    <a:pt x="3626103" y="712180"/>
                  </a:lnTo>
                  <a:lnTo>
                    <a:pt x="3698625" y="691638"/>
                  </a:lnTo>
                  <a:lnTo>
                    <a:pt x="3771147" y="670718"/>
                  </a:lnTo>
                  <a:lnTo>
                    <a:pt x="3843669" y="649425"/>
                  </a:lnTo>
                  <a:lnTo>
                    <a:pt x="3916191" y="627766"/>
                  </a:lnTo>
                  <a:lnTo>
                    <a:pt x="3988713" y="605748"/>
                  </a:lnTo>
                  <a:lnTo>
                    <a:pt x="4061235" y="583381"/>
                  </a:lnTo>
                  <a:lnTo>
                    <a:pt x="4133757" y="560676"/>
                  </a:lnTo>
                  <a:lnTo>
                    <a:pt x="4206279" y="537643"/>
                  </a:lnTo>
                  <a:lnTo>
                    <a:pt x="4278801" y="514296"/>
                  </a:lnTo>
                  <a:lnTo>
                    <a:pt x="4351323" y="490647"/>
                  </a:lnTo>
                  <a:lnTo>
                    <a:pt x="4423845" y="466708"/>
                  </a:lnTo>
                  <a:lnTo>
                    <a:pt x="4496368" y="442492"/>
                  </a:lnTo>
                  <a:lnTo>
                    <a:pt x="4568890" y="418014"/>
                  </a:lnTo>
                  <a:lnTo>
                    <a:pt x="4641412" y="393285"/>
                  </a:lnTo>
                  <a:lnTo>
                    <a:pt x="4713934" y="368318"/>
                  </a:lnTo>
                  <a:lnTo>
                    <a:pt x="4786456" y="343126"/>
                  </a:lnTo>
                  <a:lnTo>
                    <a:pt x="4858978" y="317721"/>
                  </a:lnTo>
                  <a:lnTo>
                    <a:pt x="4931500" y="292115"/>
                  </a:lnTo>
                  <a:lnTo>
                    <a:pt x="5004022" y="266318"/>
                  </a:lnTo>
                  <a:lnTo>
                    <a:pt x="5076544" y="240342"/>
                  </a:lnTo>
                  <a:lnTo>
                    <a:pt x="5149066" y="214197"/>
                  </a:lnTo>
                  <a:lnTo>
                    <a:pt x="5221588" y="187892"/>
                  </a:lnTo>
                  <a:lnTo>
                    <a:pt x="5294110" y="161437"/>
                  </a:lnTo>
                  <a:lnTo>
                    <a:pt x="5366632" y="134840"/>
                  </a:lnTo>
                  <a:lnTo>
                    <a:pt x="5439154" y="108109"/>
                  </a:lnTo>
                  <a:lnTo>
                    <a:pt x="5511676" y="81253"/>
                  </a:lnTo>
                  <a:lnTo>
                    <a:pt x="5584198" y="54278"/>
                  </a:lnTo>
                  <a:lnTo>
                    <a:pt x="5656721" y="27191"/>
                  </a:lnTo>
                  <a:lnTo>
                    <a:pt x="57292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28338" y="3026157"/>
              <a:ext cx="5729243" cy="1709598"/>
            </a:xfrm>
            <a:custGeom>
              <a:avLst/>
              <a:pathLst>
                <a:path w="5729243" h="1709598">
                  <a:moveTo>
                    <a:pt x="5729243" y="0"/>
                  </a:moveTo>
                  <a:lnTo>
                    <a:pt x="5656721" y="12380"/>
                  </a:lnTo>
                  <a:lnTo>
                    <a:pt x="5584198" y="24867"/>
                  </a:lnTo>
                  <a:lnTo>
                    <a:pt x="5511676" y="37465"/>
                  </a:lnTo>
                  <a:lnTo>
                    <a:pt x="5439154" y="50181"/>
                  </a:lnTo>
                  <a:lnTo>
                    <a:pt x="5366632" y="63024"/>
                  </a:lnTo>
                  <a:lnTo>
                    <a:pt x="5294110" y="76000"/>
                  </a:lnTo>
                  <a:lnTo>
                    <a:pt x="5221588" y="89117"/>
                  </a:lnTo>
                  <a:lnTo>
                    <a:pt x="5149066" y="102385"/>
                  </a:lnTo>
                  <a:lnTo>
                    <a:pt x="5076544" y="115813"/>
                  </a:lnTo>
                  <a:lnTo>
                    <a:pt x="5004022" y="129410"/>
                  </a:lnTo>
                  <a:lnTo>
                    <a:pt x="4931500" y="143186"/>
                  </a:lnTo>
                  <a:lnTo>
                    <a:pt x="4858978" y="157153"/>
                  </a:lnTo>
                  <a:lnTo>
                    <a:pt x="4786456" y="171321"/>
                  </a:lnTo>
                  <a:lnTo>
                    <a:pt x="4713934" y="185702"/>
                  </a:lnTo>
                  <a:lnTo>
                    <a:pt x="4641412" y="200308"/>
                  </a:lnTo>
                  <a:lnTo>
                    <a:pt x="4568890" y="215152"/>
                  </a:lnTo>
                  <a:lnTo>
                    <a:pt x="4496368" y="230246"/>
                  </a:lnTo>
                  <a:lnTo>
                    <a:pt x="4423845" y="245604"/>
                  </a:lnTo>
                  <a:lnTo>
                    <a:pt x="4351323" y="261238"/>
                  </a:lnTo>
                  <a:lnTo>
                    <a:pt x="4278801" y="277162"/>
                  </a:lnTo>
                  <a:lnTo>
                    <a:pt x="4206279" y="293387"/>
                  </a:lnTo>
                  <a:lnTo>
                    <a:pt x="4133757" y="309928"/>
                  </a:lnTo>
                  <a:lnTo>
                    <a:pt x="4061235" y="326796"/>
                  </a:lnTo>
                  <a:lnTo>
                    <a:pt x="3988713" y="344002"/>
                  </a:lnTo>
                  <a:lnTo>
                    <a:pt x="3916191" y="361557"/>
                  </a:lnTo>
                  <a:lnTo>
                    <a:pt x="3843669" y="379470"/>
                  </a:lnTo>
                  <a:lnTo>
                    <a:pt x="3771147" y="397750"/>
                  </a:lnTo>
                  <a:lnTo>
                    <a:pt x="3698625" y="416403"/>
                  </a:lnTo>
                  <a:lnTo>
                    <a:pt x="3626103" y="435435"/>
                  </a:lnTo>
                  <a:lnTo>
                    <a:pt x="3553581" y="454848"/>
                  </a:lnTo>
                  <a:lnTo>
                    <a:pt x="3481059" y="474645"/>
                  </a:lnTo>
                  <a:lnTo>
                    <a:pt x="3408537" y="494826"/>
                  </a:lnTo>
                  <a:lnTo>
                    <a:pt x="3336014" y="515389"/>
                  </a:lnTo>
                  <a:lnTo>
                    <a:pt x="3263492" y="536330"/>
                  </a:lnTo>
                  <a:lnTo>
                    <a:pt x="3190970" y="557644"/>
                  </a:lnTo>
                  <a:lnTo>
                    <a:pt x="3118448" y="579324"/>
                  </a:lnTo>
                  <a:lnTo>
                    <a:pt x="3045926" y="601362"/>
                  </a:lnTo>
                  <a:lnTo>
                    <a:pt x="2973404" y="623748"/>
                  </a:lnTo>
                  <a:lnTo>
                    <a:pt x="2900882" y="646472"/>
                  </a:lnTo>
                  <a:lnTo>
                    <a:pt x="2828360" y="669523"/>
                  </a:lnTo>
                  <a:lnTo>
                    <a:pt x="2755838" y="692887"/>
                  </a:lnTo>
                  <a:lnTo>
                    <a:pt x="2683316" y="716553"/>
                  </a:lnTo>
                  <a:lnTo>
                    <a:pt x="2610794" y="740508"/>
                  </a:lnTo>
                  <a:lnTo>
                    <a:pt x="2538272" y="764739"/>
                  </a:lnTo>
                  <a:lnTo>
                    <a:pt x="2465750" y="789232"/>
                  </a:lnTo>
                  <a:lnTo>
                    <a:pt x="2393228" y="813975"/>
                  </a:lnTo>
                  <a:lnTo>
                    <a:pt x="2320706" y="838954"/>
                  </a:lnTo>
                  <a:lnTo>
                    <a:pt x="2248184" y="864159"/>
                  </a:lnTo>
                  <a:lnTo>
                    <a:pt x="2175661" y="889575"/>
                  </a:lnTo>
                  <a:lnTo>
                    <a:pt x="2103139" y="915192"/>
                  </a:lnTo>
                  <a:lnTo>
                    <a:pt x="2030617" y="940999"/>
                  </a:lnTo>
                  <a:lnTo>
                    <a:pt x="1958095" y="966985"/>
                  </a:lnTo>
                  <a:lnTo>
                    <a:pt x="1885573" y="993140"/>
                  </a:lnTo>
                  <a:lnTo>
                    <a:pt x="1813051" y="1019453"/>
                  </a:lnTo>
                  <a:lnTo>
                    <a:pt x="1740529" y="1045917"/>
                  </a:lnTo>
                  <a:lnTo>
                    <a:pt x="1668007" y="1072522"/>
                  </a:lnTo>
                  <a:lnTo>
                    <a:pt x="1595485" y="1099259"/>
                  </a:lnTo>
                  <a:lnTo>
                    <a:pt x="1522963" y="1126123"/>
                  </a:lnTo>
                  <a:lnTo>
                    <a:pt x="1450441" y="1153104"/>
                  </a:lnTo>
                  <a:lnTo>
                    <a:pt x="1377919" y="1180197"/>
                  </a:lnTo>
                  <a:lnTo>
                    <a:pt x="1305397" y="1207395"/>
                  </a:lnTo>
                  <a:lnTo>
                    <a:pt x="1232875" y="1234691"/>
                  </a:lnTo>
                  <a:lnTo>
                    <a:pt x="1160353" y="1262081"/>
                  </a:lnTo>
                  <a:lnTo>
                    <a:pt x="1087830" y="1289560"/>
                  </a:lnTo>
                  <a:lnTo>
                    <a:pt x="1015308" y="1317121"/>
                  </a:lnTo>
                  <a:lnTo>
                    <a:pt x="942786" y="1344761"/>
                  </a:lnTo>
                  <a:lnTo>
                    <a:pt x="870264" y="1372476"/>
                  </a:lnTo>
                  <a:lnTo>
                    <a:pt x="797742" y="1400260"/>
                  </a:lnTo>
                  <a:lnTo>
                    <a:pt x="725220" y="1428112"/>
                  </a:lnTo>
                  <a:lnTo>
                    <a:pt x="652698" y="1456026"/>
                  </a:lnTo>
                  <a:lnTo>
                    <a:pt x="580176" y="1483999"/>
                  </a:lnTo>
                  <a:lnTo>
                    <a:pt x="507654" y="1512029"/>
                  </a:lnTo>
                  <a:lnTo>
                    <a:pt x="435132" y="1540113"/>
                  </a:lnTo>
                  <a:lnTo>
                    <a:pt x="362610" y="1568248"/>
                  </a:lnTo>
                  <a:lnTo>
                    <a:pt x="290088" y="1596431"/>
                  </a:lnTo>
                  <a:lnTo>
                    <a:pt x="217566" y="1624659"/>
                  </a:lnTo>
                  <a:lnTo>
                    <a:pt x="145044" y="1652931"/>
                  </a:lnTo>
                  <a:lnTo>
                    <a:pt x="72522" y="1681245"/>
                  </a:lnTo>
                  <a:lnTo>
                    <a:pt x="0" y="17095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8338" y="2643776"/>
              <a:ext cx="5729243" cy="1563131"/>
            </a:xfrm>
            <a:custGeom>
              <a:avLst/>
              <a:pathLst>
                <a:path w="5729243" h="1563131">
                  <a:moveTo>
                    <a:pt x="0" y="1563131"/>
                  </a:moveTo>
                  <a:lnTo>
                    <a:pt x="72522" y="1543344"/>
                  </a:lnTo>
                  <a:lnTo>
                    <a:pt x="145044" y="1523558"/>
                  </a:lnTo>
                  <a:lnTo>
                    <a:pt x="217566" y="1503771"/>
                  </a:lnTo>
                  <a:lnTo>
                    <a:pt x="290088" y="1483985"/>
                  </a:lnTo>
                  <a:lnTo>
                    <a:pt x="362610" y="1464198"/>
                  </a:lnTo>
                  <a:lnTo>
                    <a:pt x="435132" y="1444412"/>
                  </a:lnTo>
                  <a:lnTo>
                    <a:pt x="507654" y="1424625"/>
                  </a:lnTo>
                  <a:lnTo>
                    <a:pt x="580176" y="1404839"/>
                  </a:lnTo>
                  <a:lnTo>
                    <a:pt x="652698" y="1385052"/>
                  </a:lnTo>
                  <a:lnTo>
                    <a:pt x="725220" y="1365266"/>
                  </a:lnTo>
                  <a:lnTo>
                    <a:pt x="797742" y="1345479"/>
                  </a:lnTo>
                  <a:lnTo>
                    <a:pt x="870264" y="1325693"/>
                  </a:lnTo>
                  <a:lnTo>
                    <a:pt x="942786" y="1305906"/>
                  </a:lnTo>
                  <a:lnTo>
                    <a:pt x="1015308" y="1286120"/>
                  </a:lnTo>
                  <a:lnTo>
                    <a:pt x="1087830" y="1266333"/>
                  </a:lnTo>
                  <a:lnTo>
                    <a:pt x="1160353" y="1246547"/>
                  </a:lnTo>
                  <a:lnTo>
                    <a:pt x="1232875" y="1226761"/>
                  </a:lnTo>
                  <a:lnTo>
                    <a:pt x="1305397" y="1206974"/>
                  </a:lnTo>
                  <a:lnTo>
                    <a:pt x="1377919" y="1187188"/>
                  </a:lnTo>
                  <a:lnTo>
                    <a:pt x="1450441" y="1167401"/>
                  </a:lnTo>
                  <a:lnTo>
                    <a:pt x="1522963" y="1147615"/>
                  </a:lnTo>
                  <a:lnTo>
                    <a:pt x="1595485" y="1127828"/>
                  </a:lnTo>
                  <a:lnTo>
                    <a:pt x="1668007" y="1108042"/>
                  </a:lnTo>
                  <a:lnTo>
                    <a:pt x="1740529" y="1088255"/>
                  </a:lnTo>
                  <a:lnTo>
                    <a:pt x="1813051" y="1068469"/>
                  </a:lnTo>
                  <a:lnTo>
                    <a:pt x="1885573" y="1048682"/>
                  </a:lnTo>
                  <a:lnTo>
                    <a:pt x="1958095" y="1028896"/>
                  </a:lnTo>
                  <a:lnTo>
                    <a:pt x="2030617" y="1009109"/>
                  </a:lnTo>
                  <a:lnTo>
                    <a:pt x="2103139" y="989323"/>
                  </a:lnTo>
                  <a:lnTo>
                    <a:pt x="2175661" y="969536"/>
                  </a:lnTo>
                  <a:lnTo>
                    <a:pt x="2248184" y="949750"/>
                  </a:lnTo>
                  <a:lnTo>
                    <a:pt x="2320706" y="929964"/>
                  </a:lnTo>
                  <a:lnTo>
                    <a:pt x="2393228" y="910177"/>
                  </a:lnTo>
                  <a:lnTo>
                    <a:pt x="2465750" y="890391"/>
                  </a:lnTo>
                  <a:lnTo>
                    <a:pt x="2538272" y="870604"/>
                  </a:lnTo>
                  <a:lnTo>
                    <a:pt x="2610794" y="850818"/>
                  </a:lnTo>
                  <a:lnTo>
                    <a:pt x="2683316" y="831031"/>
                  </a:lnTo>
                  <a:lnTo>
                    <a:pt x="2755838" y="811245"/>
                  </a:lnTo>
                  <a:lnTo>
                    <a:pt x="2828360" y="791458"/>
                  </a:lnTo>
                  <a:lnTo>
                    <a:pt x="2900882" y="771672"/>
                  </a:lnTo>
                  <a:lnTo>
                    <a:pt x="2973404" y="751885"/>
                  </a:lnTo>
                  <a:lnTo>
                    <a:pt x="3045926" y="732099"/>
                  </a:lnTo>
                  <a:lnTo>
                    <a:pt x="3118448" y="712312"/>
                  </a:lnTo>
                  <a:lnTo>
                    <a:pt x="3190970" y="692526"/>
                  </a:lnTo>
                  <a:lnTo>
                    <a:pt x="3263492" y="672739"/>
                  </a:lnTo>
                  <a:lnTo>
                    <a:pt x="3336014" y="652953"/>
                  </a:lnTo>
                  <a:lnTo>
                    <a:pt x="3408537" y="633166"/>
                  </a:lnTo>
                  <a:lnTo>
                    <a:pt x="3481059" y="613380"/>
                  </a:lnTo>
                  <a:lnTo>
                    <a:pt x="3553581" y="593594"/>
                  </a:lnTo>
                  <a:lnTo>
                    <a:pt x="3626103" y="573807"/>
                  </a:lnTo>
                  <a:lnTo>
                    <a:pt x="3698625" y="554021"/>
                  </a:lnTo>
                  <a:lnTo>
                    <a:pt x="3771147" y="534234"/>
                  </a:lnTo>
                  <a:lnTo>
                    <a:pt x="3843669" y="514448"/>
                  </a:lnTo>
                  <a:lnTo>
                    <a:pt x="3916191" y="494661"/>
                  </a:lnTo>
                  <a:lnTo>
                    <a:pt x="3988713" y="474875"/>
                  </a:lnTo>
                  <a:lnTo>
                    <a:pt x="4061235" y="455088"/>
                  </a:lnTo>
                  <a:lnTo>
                    <a:pt x="4133757" y="435302"/>
                  </a:lnTo>
                  <a:lnTo>
                    <a:pt x="4206279" y="415515"/>
                  </a:lnTo>
                  <a:lnTo>
                    <a:pt x="4278801" y="395729"/>
                  </a:lnTo>
                  <a:lnTo>
                    <a:pt x="4351323" y="375942"/>
                  </a:lnTo>
                  <a:lnTo>
                    <a:pt x="4423845" y="356156"/>
                  </a:lnTo>
                  <a:lnTo>
                    <a:pt x="4496368" y="336369"/>
                  </a:lnTo>
                  <a:lnTo>
                    <a:pt x="4568890" y="316583"/>
                  </a:lnTo>
                  <a:lnTo>
                    <a:pt x="4641412" y="296797"/>
                  </a:lnTo>
                  <a:lnTo>
                    <a:pt x="4713934" y="277010"/>
                  </a:lnTo>
                  <a:lnTo>
                    <a:pt x="4786456" y="257224"/>
                  </a:lnTo>
                  <a:lnTo>
                    <a:pt x="4858978" y="237437"/>
                  </a:lnTo>
                  <a:lnTo>
                    <a:pt x="4931500" y="217651"/>
                  </a:lnTo>
                  <a:lnTo>
                    <a:pt x="5004022" y="197864"/>
                  </a:lnTo>
                  <a:lnTo>
                    <a:pt x="5076544" y="178078"/>
                  </a:lnTo>
                  <a:lnTo>
                    <a:pt x="5149066" y="158291"/>
                  </a:lnTo>
                  <a:lnTo>
                    <a:pt x="5221588" y="138505"/>
                  </a:lnTo>
                  <a:lnTo>
                    <a:pt x="5294110" y="118718"/>
                  </a:lnTo>
                  <a:lnTo>
                    <a:pt x="5366632" y="98932"/>
                  </a:lnTo>
                  <a:lnTo>
                    <a:pt x="5439154" y="79145"/>
                  </a:lnTo>
                  <a:lnTo>
                    <a:pt x="5511676" y="59359"/>
                  </a:lnTo>
                  <a:lnTo>
                    <a:pt x="5584198" y="39572"/>
                  </a:lnTo>
                  <a:lnTo>
                    <a:pt x="5656721" y="19786"/>
                  </a:lnTo>
                  <a:lnTo>
                    <a:pt x="5729243" y="0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175040" y="3760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175040" y="37533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75040" y="388494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185145" y="37040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185145" y="397163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185145" y="3455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308256" y="468288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308256" y="44163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308256" y="44842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55403" y="44389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55403" y="45294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55403" y="41195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00632" y="41054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00632" y="422253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600632" y="41866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118514" y="41085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118514" y="41407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18514" y="458001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842802" y="53774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842802" y="46801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707570" y="45576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707570" y="419022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766273" y="3555390"/>
              <a:ext cx="4477574" cy="1469350"/>
            </a:xfrm>
            <a:custGeom>
              <a:avLst/>
              <a:pathLst>
                <a:path w="4477574" h="1469350">
                  <a:moveTo>
                    <a:pt x="0" y="714176"/>
                  </a:moveTo>
                  <a:lnTo>
                    <a:pt x="56678" y="712932"/>
                  </a:lnTo>
                  <a:lnTo>
                    <a:pt x="113356" y="711644"/>
                  </a:lnTo>
                  <a:lnTo>
                    <a:pt x="170034" y="710309"/>
                  </a:lnTo>
                  <a:lnTo>
                    <a:pt x="226712" y="708924"/>
                  </a:lnTo>
                  <a:lnTo>
                    <a:pt x="283390" y="707484"/>
                  </a:lnTo>
                  <a:lnTo>
                    <a:pt x="340068" y="705987"/>
                  </a:lnTo>
                  <a:lnTo>
                    <a:pt x="396747" y="704429"/>
                  </a:lnTo>
                  <a:lnTo>
                    <a:pt x="453425" y="702805"/>
                  </a:lnTo>
                  <a:lnTo>
                    <a:pt x="510103" y="701111"/>
                  </a:lnTo>
                  <a:lnTo>
                    <a:pt x="566781" y="699342"/>
                  </a:lnTo>
                  <a:lnTo>
                    <a:pt x="623459" y="697493"/>
                  </a:lnTo>
                  <a:lnTo>
                    <a:pt x="680137" y="695556"/>
                  </a:lnTo>
                  <a:lnTo>
                    <a:pt x="736816" y="693527"/>
                  </a:lnTo>
                  <a:lnTo>
                    <a:pt x="793494" y="691398"/>
                  </a:lnTo>
                  <a:lnTo>
                    <a:pt x="850172" y="689161"/>
                  </a:lnTo>
                  <a:lnTo>
                    <a:pt x="906850" y="686809"/>
                  </a:lnTo>
                  <a:lnTo>
                    <a:pt x="963528" y="684333"/>
                  </a:lnTo>
                  <a:lnTo>
                    <a:pt x="1020206" y="681722"/>
                  </a:lnTo>
                  <a:lnTo>
                    <a:pt x="1076885" y="678967"/>
                  </a:lnTo>
                  <a:lnTo>
                    <a:pt x="1133563" y="676056"/>
                  </a:lnTo>
                  <a:lnTo>
                    <a:pt x="1190241" y="672978"/>
                  </a:lnTo>
                  <a:lnTo>
                    <a:pt x="1246919" y="669719"/>
                  </a:lnTo>
                  <a:lnTo>
                    <a:pt x="1303597" y="666265"/>
                  </a:lnTo>
                  <a:lnTo>
                    <a:pt x="1360275" y="662602"/>
                  </a:lnTo>
                  <a:lnTo>
                    <a:pt x="1416954" y="658714"/>
                  </a:lnTo>
                  <a:lnTo>
                    <a:pt x="1473632" y="654585"/>
                  </a:lnTo>
                  <a:lnTo>
                    <a:pt x="1530310" y="650198"/>
                  </a:lnTo>
                  <a:lnTo>
                    <a:pt x="1586988" y="645534"/>
                  </a:lnTo>
                  <a:lnTo>
                    <a:pt x="1643666" y="640576"/>
                  </a:lnTo>
                  <a:lnTo>
                    <a:pt x="1700344" y="635304"/>
                  </a:lnTo>
                  <a:lnTo>
                    <a:pt x="1757022" y="629702"/>
                  </a:lnTo>
                  <a:lnTo>
                    <a:pt x="1813701" y="623751"/>
                  </a:lnTo>
                  <a:lnTo>
                    <a:pt x="1870379" y="617434"/>
                  </a:lnTo>
                  <a:lnTo>
                    <a:pt x="1927057" y="610734"/>
                  </a:lnTo>
                  <a:lnTo>
                    <a:pt x="1983735" y="603638"/>
                  </a:lnTo>
                  <a:lnTo>
                    <a:pt x="2040413" y="596134"/>
                  </a:lnTo>
                  <a:lnTo>
                    <a:pt x="2097091" y="588211"/>
                  </a:lnTo>
                  <a:lnTo>
                    <a:pt x="2153770" y="579863"/>
                  </a:lnTo>
                  <a:lnTo>
                    <a:pt x="2210448" y="571086"/>
                  </a:lnTo>
                  <a:lnTo>
                    <a:pt x="2267126" y="561877"/>
                  </a:lnTo>
                  <a:lnTo>
                    <a:pt x="2323804" y="552241"/>
                  </a:lnTo>
                  <a:lnTo>
                    <a:pt x="2380482" y="542182"/>
                  </a:lnTo>
                  <a:lnTo>
                    <a:pt x="2437160" y="531708"/>
                  </a:lnTo>
                  <a:lnTo>
                    <a:pt x="2493839" y="520831"/>
                  </a:lnTo>
                  <a:lnTo>
                    <a:pt x="2550517" y="509563"/>
                  </a:lnTo>
                  <a:lnTo>
                    <a:pt x="2607195" y="497920"/>
                  </a:lnTo>
                  <a:lnTo>
                    <a:pt x="2663873" y="485918"/>
                  </a:lnTo>
                  <a:lnTo>
                    <a:pt x="2720551" y="473575"/>
                  </a:lnTo>
                  <a:lnTo>
                    <a:pt x="2777229" y="460908"/>
                  </a:lnTo>
                  <a:lnTo>
                    <a:pt x="2833908" y="447937"/>
                  </a:lnTo>
                  <a:lnTo>
                    <a:pt x="2890586" y="434678"/>
                  </a:lnTo>
                  <a:lnTo>
                    <a:pt x="2947264" y="421151"/>
                  </a:lnTo>
                  <a:lnTo>
                    <a:pt x="3003942" y="407373"/>
                  </a:lnTo>
                  <a:lnTo>
                    <a:pt x="3060620" y="393361"/>
                  </a:lnTo>
                  <a:lnTo>
                    <a:pt x="3117298" y="379131"/>
                  </a:lnTo>
                  <a:lnTo>
                    <a:pt x="3173977" y="364698"/>
                  </a:lnTo>
                  <a:lnTo>
                    <a:pt x="3230655" y="350076"/>
                  </a:lnTo>
                  <a:lnTo>
                    <a:pt x="3287333" y="335279"/>
                  </a:lnTo>
                  <a:lnTo>
                    <a:pt x="3344011" y="320320"/>
                  </a:lnTo>
                  <a:lnTo>
                    <a:pt x="3400689" y="305211"/>
                  </a:lnTo>
                  <a:lnTo>
                    <a:pt x="3457367" y="289961"/>
                  </a:lnTo>
                  <a:lnTo>
                    <a:pt x="3514045" y="274581"/>
                  </a:lnTo>
                  <a:lnTo>
                    <a:pt x="3570724" y="259081"/>
                  </a:lnTo>
                  <a:lnTo>
                    <a:pt x="3627402" y="243469"/>
                  </a:lnTo>
                  <a:lnTo>
                    <a:pt x="3684080" y="227753"/>
                  </a:lnTo>
                  <a:lnTo>
                    <a:pt x="3740758" y="211940"/>
                  </a:lnTo>
                  <a:lnTo>
                    <a:pt x="3797436" y="196036"/>
                  </a:lnTo>
                  <a:lnTo>
                    <a:pt x="3854114" y="180049"/>
                  </a:lnTo>
                  <a:lnTo>
                    <a:pt x="3910793" y="163984"/>
                  </a:lnTo>
                  <a:lnTo>
                    <a:pt x="3967471" y="147845"/>
                  </a:lnTo>
                  <a:lnTo>
                    <a:pt x="4024149" y="131639"/>
                  </a:lnTo>
                  <a:lnTo>
                    <a:pt x="4080827" y="115368"/>
                  </a:lnTo>
                  <a:lnTo>
                    <a:pt x="4137505" y="99038"/>
                  </a:lnTo>
                  <a:lnTo>
                    <a:pt x="4194183" y="82652"/>
                  </a:lnTo>
                  <a:lnTo>
                    <a:pt x="4250862" y="66214"/>
                  </a:lnTo>
                  <a:lnTo>
                    <a:pt x="4307540" y="49727"/>
                  </a:lnTo>
                  <a:lnTo>
                    <a:pt x="4364218" y="33194"/>
                  </a:lnTo>
                  <a:lnTo>
                    <a:pt x="4420896" y="16617"/>
                  </a:lnTo>
                  <a:lnTo>
                    <a:pt x="4477574" y="0"/>
                  </a:lnTo>
                  <a:lnTo>
                    <a:pt x="4477574" y="777184"/>
                  </a:lnTo>
                  <a:lnTo>
                    <a:pt x="4420896" y="778368"/>
                  </a:lnTo>
                  <a:lnTo>
                    <a:pt x="4364218" y="779593"/>
                  </a:lnTo>
                  <a:lnTo>
                    <a:pt x="4307540" y="780862"/>
                  </a:lnTo>
                  <a:lnTo>
                    <a:pt x="4250862" y="782176"/>
                  </a:lnTo>
                  <a:lnTo>
                    <a:pt x="4194183" y="783540"/>
                  </a:lnTo>
                  <a:lnTo>
                    <a:pt x="4137505" y="784956"/>
                  </a:lnTo>
                  <a:lnTo>
                    <a:pt x="4080827" y="786428"/>
                  </a:lnTo>
                  <a:lnTo>
                    <a:pt x="4024149" y="787959"/>
                  </a:lnTo>
                  <a:lnTo>
                    <a:pt x="3967471" y="789554"/>
                  </a:lnTo>
                  <a:lnTo>
                    <a:pt x="3910793" y="791218"/>
                  </a:lnTo>
                  <a:lnTo>
                    <a:pt x="3854114" y="792954"/>
                  </a:lnTo>
                  <a:lnTo>
                    <a:pt x="3797436" y="794769"/>
                  </a:lnTo>
                  <a:lnTo>
                    <a:pt x="3740758" y="796667"/>
                  </a:lnTo>
                  <a:lnTo>
                    <a:pt x="3684080" y="798656"/>
                  </a:lnTo>
                  <a:lnTo>
                    <a:pt x="3627402" y="800741"/>
                  </a:lnTo>
                  <a:lnTo>
                    <a:pt x="3570724" y="802931"/>
                  </a:lnTo>
                  <a:lnTo>
                    <a:pt x="3514045" y="805233"/>
                  </a:lnTo>
                  <a:lnTo>
                    <a:pt x="3457367" y="807655"/>
                  </a:lnTo>
                  <a:lnTo>
                    <a:pt x="3400689" y="810207"/>
                  </a:lnTo>
                  <a:lnTo>
                    <a:pt x="3344011" y="812899"/>
                  </a:lnTo>
                  <a:lnTo>
                    <a:pt x="3287333" y="815742"/>
                  </a:lnTo>
                  <a:lnTo>
                    <a:pt x="3230655" y="818747"/>
                  </a:lnTo>
                  <a:lnTo>
                    <a:pt x="3173977" y="821927"/>
                  </a:lnTo>
                  <a:lnTo>
                    <a:pt x="3117298" y="825296"/>
                  </a:lnTo>
                  <a:lnTo>
                    <a:pt x="3060620" y="828867"/>
                  </a:lnTo>
                  <a:lnTo>
                    <a:pt x="3003942" y="832657"/>
                  </a:lnTo>
                  <a:lnTo>
                    <a:pt x="2947264" y="836681"/>
                  </a:lnTo>
                  <a:lnTo>
                    <a:pt x="2890586" y="840956"/>
                  </a:lnTo>
                  <a:lnTo>
                    <a:pt x="2833908" y="845499"/>
                  </a:lnTo>
                  <a:lnTo>
                    <a:pt x="2777229" y="850329"/>
                  </a:lnTo>
                  <a:lnTo>
                    <a:pt x="2720551" y="855464"/>
                  </a:lnTo>
                  <a:lnTo>
                    <a:pt x="2663873" y="860922"/>
                  </a:lnTo>
                  <a:lnTo>
                    <a:pt x="2607195" y="866722"/>
                  </a:lnTo>
                  <a:lnTo>
                    <a:pt x="2550517" y="872881"/>
                  </a:lnTo>
                  <a:lnTo>
                    <a:pt x="2493839" y="879415"/>
                  </a:lnTo>
                  <a:lnTo>
                    <a:pt x="2437160" y="886340"/>
                  </a:lnTo>
                  <a:lnTo>
                    <a:pt x="2380482" y="893668"/>
                  </a:lnTo>
                  <a:lnTo>
                    <a:pt x="2323804" y="901411"/>
                  </a:lnTo>
                  <a:lnTo>
                    <a:pt x="2267126" y="909576"/>
                  </a:lnTo>
                  <a:lnTo>
                    <a:pt x="2210448" y="918170"/>
                  </a:lnTo>
                  <a:lnTo>
                    <a:pt x="2153770" y="927194"/>
                  </a:lnTo>
                  <a:lnTo>
                    <a:pt x="2097091" y="936648"/>
                  </a:lnTo>
                  <a:lnTo>
                    <a:pt x="2040413" y="946527"/>
                  </a:lnTo>
                  <a:lnTo>
                    <a:pt x="1983735" y="956824"/>
                  </a:lnTo>
                  <a:lnTo>
                    <a:pt x="1927057" y="967530"/>
                  </a:lnTo>
                  <a:lnTo>
                    <a:pt x="1870379" y="978633"/>
                  </a:lnTo>
                  <a:lnTo>
                    <a:pt x="1813701" y="990117"/>
                  </a:lnTo>
                  <a:lnTo>
                    <a:pt x="1757022" y="1001968"/>
                  </a:lnTo>
                  <a:lnTo>
                    <a:pt x="1700344" y="1014167"/>
                  </a:lnTo>
                  <a:lnTo>
                    <a:pt x="1643666" y="1026698"/>
                  </a:lnTo>
                  <a:lnTo>
                    <a:pt x="1586988" y="1039541"/>
                  </a:lnTo>
                  <a:lnTo>
                    <a:pt x="1530310" y="1052679"/>
                  </a:lnTo>
                  <a:lnTo>
                    <a:pt x="1473632" y="1066093"/>
                  </a:lnTo>
                  <a:lnTo>
                    <a:pt x="1416954" y="1079766"/>
                  </a:lnTo>
                  <a:lnTo>
                    <a:pt x="1360275" y="1093680"/>
                  </a:lnTo>
                  <a:lnTo>
                    <a:pt x="1303597" y="1107819"/>
                  </a:lnTo>
                  <a:lnTo>
                    <a:pt x="1246919" y="1122167"/>
                  </a:lnTo>
                  <a:lnTo>
                    <a:pt x="1190241" y="1136710"/>
                  </a:lnTo>
                  <a:lnTo>
                    <a:pt x="1133563" y="1151433"/>
                  </a:lnTo>
                  <a:lnTo>
                    <a:pt x="1076885" y="1166324"/>
                  </a:lnTo>
                  <a:lnTo>
                    <a:pt x="1020206" y="1181371"/>
                  </a:lnTo>
                  <a:lnTo>
                    <a:pt x="963528" y="1196562"/>
                  </a:lnTo>
                  <a:lnTo>
                    <a:pt x="906850" y="1211887"/>
                  </a:lnTo>
                  <a:lnTo>
                    <a:pt x="850172" y="1227337"/>
                  </a:lnTo>
                  <a:lnTo>
                    <a:pt x="793494" y="1242902"/>
                  </a:lnTo>
                  <a:lnTo>
                    <a:pt x="736816" y="1258575"/>
                  </a:lnTo>
                  <a:lnTo>
                    <a:pt x="680137" y="1274348"/>
                  </a:lnTo>
                  <a:lnTo>
                    <a:pt x="623459" y="1290213"/>
                  </a:lnTo>
                  <a:lnTo>
                    <a:pt x="566781" y="1306165"/>
                  </a:lnTo>
                  <a:lnTo>
                    <a:pt x="510103" y="1322198"/>
                  </a:lnTo>
                  <a:lnTo>
                    <a:pt x="453425" y="1338306"/>
                  </a:lnTo>
                  <a:lnTo>
                    <a:pt x="396747" y="1354484"/>
                  </a:lnTo>
                  <a:lnTo>
                    <a:pt x="340068" y="1370727"/>
                  </a:lnTo>
                  <a:lnTo>
                    <a:pt x="283390" y="1387032"/>
                  </a:lnTo>
                  <a:lnTo>
                    <a:pt x="226712" y="1403395"/>
                  </a:lnTo>
                  <a:lnTo>
                    <a:pt x="170034" y="1419811"/>
                  </a:lnTo>
                  <a:lnTo>
                    <a:pt x="113356" y="1436277"/>
                  </a:lnTo>
                  <a:lnTo>
                    <a:pt x="56678" y="1452791"/>
                  </a:lnTo>
                  <a:lnTo>
                    <a:pt x="0" y="146935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766273" y="3555390"/>
              <a:ext cx="4477574" cy="714176"/>
            </a:xfrm>
            <a:custGeom>
              <a:avLst/>
              <a:pathLst>
                <a:path w="4477574" h="714176">
                  <a:moveTo>
                    <a:pt x="0" y="714176"/>
                  </a:moveTo>
                  <a:lnTo>
                    <a:pt x="56678" y="712932"/>
                  </a:lnTo>
                  <a:lnTo>
                    <a:pt x="113356" y="711644"/>
                  </a:lnTo>
                  <a:lnTo>
                    <a:pt x="170034" y="710309"/>
                  </a:lnTo>
                  <a:lnTo>
                    <a:pt x="226712" y="708924"/>
                  </a:lnTo>
                  <a:lnTo>
                    <a:pt x="283390" y="707484"/>
                  </a:lnTo>
                  <a:lnTo>
                    <a:pt x="340068" y="705987"/>
                  </a:lnTo>
                  <a:lnTo>
                    <a:pt x="396747" y="704429"/>
                  </a:lnTo>
                  <a:lnTo>
                    <a:pt x="453425" y="702805"/>
                  </a:lnTo>
                  <a:lnTo>
                    <a:pt x="510103" y="701111"/>
                  </a:lnTo>
                  <a:lnTo>
                    <a:pt x="566781" y="699342"/>
                  </a:lnTo>
                  <a:lnTo>
                    <a:pt x="623459" y="697493"/>
                  </a:lnTo>
                  <a:lnTo>
                    <a:pt x="680137" y="695556"/>
                  </a:lnTo>
                  <a:lnTo>
                    <a:pt x="736816" y="693527"/>
                  </a:lnTo>
                  <a:lnTo>
                    <a:pt x="793494" y="691398"/>
                  </a:lnTo>
                  <a:lnTo>
                    <a:pt x="850172" y="689161"/>
                  </a:lnTo>
                  <a:lnTo>
                    <a:pt x="906850" y="686809"/>
                  </a:lnTo>
                  <a:lnTo>
                    <a:pt x="963528" y="684333"/>
                  </a:lnTo>
                  <a:lnTo>
                    <a:pt x="1020206" y="681722"/>
                  </a:lnTo>
                  <a:lnTo>
                    <a:pt x="1076885" y="678967"/>
                  </a:lnTo>
                  <a:lnTo>
                    <a:pt x="1133563" y="676056"/>
                  </a:lnTo>
                  <a:lnTo>
                    <a:pt x="1190241" y="672978"/>
                  </a:lnTo>
                  <a:lnTo>
                    <a:pt x="1246919" y="669719"/>
                  </a:lnTo>
                  <a:lnTo>
                    <a:pt x="1303597" y="666265"/>
                  </a:lnTo>
                  <a:lnTo>
                    <a:pt x="1360275" y="662602"/>
                  </a:lnTo>
                  <a:lnTo>
                    <a:pt x="1416954" y="658714"/>
                  </a:lnTo>
                  <a:lnTo>
                    <a:pt x="1473632" y="654585"/>
                  </a:lnTo>
                  <a:lnTo>
                    <a:pt x="1530310" y="650198"/>
                  </a:lnTo>
                  <a:lnTo>
                    <a:pt x="1586988" y="645534"/>
                  </a:lnTo>
                  <a:lnTo>
                    <a:pt x="1643666" y="640576"/>
                  </a:lnTo>
                  <a:lnTo>
                    <a:pt x="1700344" y="635304"/>
                  </a:lnTo>
                  <a:lnTo>
                    <a:pt x="1757022" y="629702"/>
                  </a:lnTo>
                  <a:lnTo>
                    <a:pt x="1813701" y="623751"/>
                  </a:lnTo>
                  <a:lnTo>
                    <a:pt x="1870379" y="617434"/>
                  </a:lnTo>
                  <a:lnTo>
                    <a:pt x="1927057" y="610734"/>
                  </a:lnTo>
                  <a:lnTo>
                    <a:pt x="1983735" y="603638"/>
                  </a:lnTo>
                  <a:lnTo>
                    <a:pt x="2040413" y="596134"/>
                  </a:lnTo>
                  <a:lnTo>
                    <a:pt x="2097091" y="588211"/>
                  </a:lnTo>
                  <a:lnTo>
                    <a:pt x="2153770" y="579863"/>
                  </a:lnTo>
                  <a:lnTo>
                    <a:pt x="2210448" y="571086"/>
                  </a:lnTo>
                  <a:lnTo>
                    <a:pt x="2267126" y="561877"/>
                  </a:lnTo>
                  <a:lnTo>
                    <a:pt x="2323804" y="552241"/>
                  </a:lnTo>
                  <a:lnTo>
                    <a:pt x="2380482" y="542182"/>
                  </a:lnTo>
                  <a:lnTo>
                    <a:pt x="2437160" y="531708"/>
                  </a:lnTo>
                  <a:lnTo>
                    <a:pt x="2493839" y="520831"/>
                  </a:lnTo>
                  <a:lnTo>
                    <a:pt x="2550517" y="509563"/>
                  </a:lnTo>
                  <a:lnTo>
                    <a:pt x="2607195" y="497920"/>
                  </a:lnTo>
                  <a:lnTo>
                    <a:pt x="2663873" y="485918"/>
                  </a:lnTo>
                  <a:lnTo>
                    <a:pt x="2720551" y="473575"/>
                  </a:lnTo>
                  <a:lnTo>
                    <a:pt x="2777229" y="460908"/>
                  </a:lnTo>
                  <a:lnTo>
                    <a:pt x="2833908" y="447937"/>
                  </a:lnTo>
                  <a:lnTo>
                    <a:pt x="2890586" y="434678"/>
                  </a:lnTo>
                  <a:lnTo>
                    <a:pt x="2947264" y="421151"/>
                  </a:lnTo>
                  <a:lnTo>
                    <a:pt x="3003942" y="407373"/>
                  </a:lnTo>
                  <a:lnTo>
                    <a:pt x="3060620" y="393361"/>
                  </a:lnTo>
                  <a:lnTo>
                    <a:pt x="3117298" y="379131"/>
                  </a:lnTo>
                  <a:lnTo>
                    <a:pt x="3173977" y="364698"/>
                  </a:lnTo>
                  <a:lnTo>
                    <a:pt x="3230655" y="350076"/>
                  </a:lnTo>
                  <a:lnTo>
                    <a:pt x="3287333" y="335279"/>
                  </a:lnTo>
                  <a:lnTo>
                    <a:pt x="3344011" y="320320"/>
                  </a:lnTo>
                  <a:lnTo>
                    <a:pt x="3400689" y="305211"/>
                  </a:lnTo>
                  <a:lnTo>
                    <a:pt x="3457367" y="289961"/>
                  </a:lnTo>
                  <a:lnTo>
                    <a:pt x="3514045" y="274581"/>
                  </a:lnTo>
                  <a:lnTo>
                    <a:pt x="3570724" y="259081"/>
                  </a:lnTo>
                  <a:lnTo>
                    <a:pt x="3627402" y="243469"/>
                  </a:lnTo>
                  <a:lnTo>
                    <a:pt x="3684080" y="227753"/>
                  </a:lnTo>
                  <a:lnTo>
                    <a:pt x="3740758" y="211940"/>
                  </a:lnTo>
                  <a:lnTo>
                    <a:pt x="3797436" y="196036"/>
                  </a:lnTo>
                  <a:lnTo>
                    <a:pt x="3854114" y="180049"/>
                  </a:lnTo>
                  <a:lnTo>
                    <a:pt x="3910793" y="163984"/>
                  </a:lnTo>
                  <a:lnTo>
                    <a:pt x="3967471" y="147845"/>
                  </a:lnTo>
                  <a:lnTo>
                    <a:pt x="4024149" y="131639"/>
                  </a:lnTo>
                  <a:lnTo>
                    <a:pt x="4080827" y="115368"/>
                  </a:lnTo>
                  <a:lnTo>
                    <a:pt x="4137505" y="99038"/>
                  </a:lnTo>
                  <a:lnTo>
                    <a:pt x="4194183" y="82652"/>
                  </a:lnTo>
                  <a:lnTo>
                    <a:pt x="4250862" y="66214"/>
                  </a:lnTo>
                  <a:lnTo>
                    <a:pt x="4307540" y="49727"/>
                  </a:lnTo>
                  <a:lnTo>
                    <a:pt x="4364218" y="33194"/>
                  </a:lnTo>
                  <a:lnTo>
                    <a:pt x="4420896" y="16617"/>
                  </a:lnTo>
                  <a:lnTo>
                    <a:pt x="44775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766273" y="4332574"/>
              <a:ext cx="4477574" cy="692165"/>
            </a:xfrm>
            <a:custGeom>
              <a:avLst/>
              <a:pathLst>
                <a:path w="4477574" h="692165">
                  <a:moveTo>
                    <a:pt x="4477574" y="0"/>
                  </a:moveTo>
                  <a:lnTo>
                    <a:pt x="4420896" y="1184"/>
                  </a:lnTo>
                  <a:lnTo>
                    <a:pt x="4364218" y="2409"/>
                  </a:lnTo>
                  <a:lnTo>
                    <a:pt x="4307540" y="3677"/>
                  </a:lnTo>
                  <a:lnTo>
                    <a:pt x="4250862" y="4992"/>
                  </a:lnTo>
                  <a:lnTo>
                    <a:pt x="4194183" y="6356"/>
                  </a:lnTo>
                  <a:lnTo>
                    <a:pt x="4137505" y="7772"/>
                  </a:lnTo>
                  <a:lnTo>
                    <a:pt x="4080827" y="9243"/>
                  </a:lnTo>
                  <a:lnTo>
                    <a:pt x="4024149" y="10775"/>
                  </a:lnTo>
                  <a:lnTo>
                    <a:pt x="3967471" y="12370"/>
                  </a:lnTo>
                  <a:lnTo>
                    <a:pt x="3910793" y="14033"/>
                  </a:lnTo>
                  <a:lnTo>
                    <a:pt x="3854114" y="15770"/>
                  </a:lnTo>
                  <a:lnTo>
                    <a:pt x="3797436" y="17584"/>
                  </a:lnTo>
                  <a:lnTo>
                    <a:pt x="3740758" y="19483"/>
                  </a:lnTo>
                  <a:lnTo>
                    <a:pt x="3684080" y="21471"/>
                  </a:lnTo>
                  <a:lnTo>
                    <a:pt x="3627402" y="23557"/>
                  </a:lnTo>
                  <a:lnTo>
                    <a:pt x="3570724" y="25747"/>
                  </a:lnTo>
                  <a:lnTo>
                    <a:pt x="3514045" y="28048"/>
                  </a:lnTo>
                  <a:lnTo>
                    <a:pt x="3457367" y="30470"/>
                  </a:lnTo>
                  <a:lnTo>
                    <a:pt x="3400689" y="33023"/>
                  </a:lnTo>
                  <a:lnTo>
                    <a:pt x="3344011" y="35715"/>
                  </a:lnTo>
                  <a:lnTo>
                    <a:pt x="3287333" y="38557"/>
                  </a:lnTo>
                  <a:lnTo>
                    <a:pt x="3230655" y="41562"/>
                  </a:lnTo>
                  <a:lnTo>
                    <a:pt x="3173977" y="44743"/>
                  </a:lnTo>
                  <a:lnTo>
                    <a:pt x="3117298" y="48111"/>
                  </a:lnTo>
                  <a:lnTo>
                    <a:pt x="3060620" y="51683"/>
                  </a:lnTo>
                  <a:lnTo>
                    <a:pt x="3003942" y="55472"/>
                  </a:lnTo>
                  <a:lnTo>
                    <a:pt x="2947264" y="59496"/>
                  </a:lnTo>
                  <a:lnTo>
                    <a:pt x="2890586" y="63771"/>
                  </a:lnTo>
                  <a:lnTo>
                    <a:pt x="2833908" y="68315"/>
                  </a:lnTo>
                  <a:lnTo>
                    <a:pt x="2777229" y="73145"/>
                  </a:lnTo>
                  <a:lnTo>
                    <a:pt x="2720551" y="78280"/>
                  </a:lnTo>
                  <a:lnTo>
                    <a:pt x="2663873" y="83738"/>
                  </a:lnTo>
                  <a:lnTo>
                    <a:pt x="2607195" y="89538"/>
                  </a:lnTo>
                  <a:lnTo>
                    <a:pt x="2550517" y="95697"/>
                  </a:lnTo>
                  <a:lnTo>
                    <a:pt x="2493839" y="102231"/>
                  </a:lnTo>
                  <a:lnTo>
                    <a:pt x="2437160" y="109155"/>
                  </a:lnTo>
                  <a:lnTo>
                    <a:pt x="2380482" y="116483"/>
                  </a:lnTo>
                  <a:lnTo>
                    <a:pt x="2323804" y="124226"/>
                  </a:lnTo>
                  <a:lnTo>
                    <a:pt x="2267126" y="132392"/>
                  </a:lnTo>
                  <a:lnTo>
                    <a:pt x="2210448" y="140985"/>
                  </a:lnTo>
                  <a:lnTo>
                    <a:pt x="2153770" y="150009"/>
                  </a:lnTo>
                  <a:lnTo>
                    <a:pt x="2097091" y="159463"/>
                  </a:lnTo>
                  <a:lnTo>
                    <a:pt x="2040413" y="169342"/>
                  </a:lnTo>
                  <a:lnTo>
                    <a:pt x="1983735" y="179640"/>
                  </a:lnTo>
                  <a:lnTo>
                    <a:pt x="1927057" y="190346"/>
                  </a:lnTo>
                  <a:lnTo>
                    <a:pt x="1870379" y="201448"/>
                  </a:lnTo>
                  <a:lnTo>
                    <a:pt x="1813701" y="212933"/>
                  </a:lnTo>
                  <a:lnTo>
                    <a:pt x="1757022" y="224783"/>
                  </a:lnTo>
                  <a:lnTo>
                    <a:pt x="1700344" y="236983"/>
                  </a:lnTo>
                  <a:lnTo>
                    <a:pt x="1643666" y="249513"/>
                  </a:lnTo>
                  <a:lnTo>
                    <a:pt x="1586988" y="262357"/>
                  </a:lnTo>
                  <a:lnTo>
                    <a:pt x="1530310" y="275495"/>
                  </a:lnTo>
                  <a:lnTo>
                    <a:pt x="1473632" y="288909"/>
                  </a:lnTo>
                  <a:lnTo>
                    <a:pt x="1416954" y="302582"/>
                  </a:lnTo>
                  <a:lnTo>
                    <a:pt x="1360275" y="316496"/>
                  </a:lnTo>
                  <a:lnTo>
                    <a:pt x="1303597" y="330635"/>
                  </a:lnTo>
                  <a:lnTo>
                    <a:pt x="1246919" y="344983"/>
                  </a:lnTo>
                  <a:lnTo>
                    <a:pt x="1190241" y="359525"/>
                  </a:lnTo>
                  <a:lnTo>
                    <a:pt x="1133563" y="374249"/>
                  </a:lnTo>
                  <a:lnTo>
                    <a:pt x="1076885" y="389140"/>
                  </a:lnTo>
                  <a:lnTo>
                    <a:pt x="1020206" y="404187"/>
                  </a:lnTo>
                  <a:lnTo>
                    <a:pt x="963528" y="419378"/>
                  </a:lnTo>
                  <a:lnTo>
                    <a:pt x="906850" y="434703"/>
                  </a:lnTo>
                  <a:lnTo>
                    <a:pt x="850172" y="450153"/>
                  </a:lnTo>
                  <a:lnTo>
                    <a:pt x="793494" y="465718"/>
                  </a:lnTo>
                  <a:lnTo>
                    <a:pt x="736816" y="481391"/>
                  </a:lnTo>
                  <a:lnTo>
                    <a:pt x="680137" y="497163"/>
                  </a:lnTo>
                  <a:lnTo>
                    <a:pt x="623459" y="513029"/>
                  </a:lnTo>
                  <a:lnTo>
                    <a:pt x="566781" y="528981"/>
                  </a:lnTo>
                  <a:lnTo>
                    <a:pt x="510103" y="545013"/>
                  </a:lnTo>
                  <a:lnTo>
                    <a:pt x="453425" y="561121"/>
                  </a:lnTo>
                  <a:lnTo>
                    <a:pt x="396747" y="577299"/>
                  </a:lnTo>
                  <a:lnTo>
                    <a:pt x="340068" y="593543"/>
                  </a:lnTo>
                  <a:lnTo>
                    <a:pt x="283390" y="609848"/>
                  </a:lnTo>
                  <a:lnTo>
                    <a:pt x="226712" y="626210"/>
                  </a:lnTo>
                  <a:lnTo>
                    <a:pt x="170034" y="642626"/>
                  </a:lnTo>
                  <a:lnTo>
                    <a:pt x="113356" y="659093"/>
                  </a:lnTo>
                  <a:lnTo>
                    <a:pt x="56678" y="675607"/>
                  </a:lnTo>
                  <a:lnTo>
                    <a:pt x="0" y="6921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766273" y="3943982"/>
              <a:ext cx="4477574" cy="703170"/>
            </a:xfrm>
            <a:custGeom>
              <a:avLst/>
              <a:pathLst>
                <a:path w="4477574" h="703170">
                  <a:moveTo>
                    <a:pt x="0" y="703170"/>
                  </a:moveTo>
                  <a:lnTo>
                    <a:pt x="56678" y="694270"/>
                  </a:lnTo>
                  <a:lnTo>
                    <a:pt x="113356" y="685369"/>
                  </a:lnTo>
                  <a:lnTo>
                    <a:pt x="170034" y="676468"/>
                  </a:lnTo>
                  <a:lnTo>
                    <a:pt x="226712" y="667567"/>
                  </a:lnTo>
                  <a:lnTo>
                    <a:pt x="283390" y="658666"/>
                  </a:lnTo>
                  <a:lnTo>
                    <a:pt x="340068" y="649765"/>
                  </a:lnTo>
                  <a:lnTo>
                    <a:pt x="396747" y="640864"/>
                  </a:lnTo>
                  <a:lnTo>
                    <a:pt x="453425" y="631963"/>
                  </a:lnTo>
                  <a:lnTo>
                    <a:pt x="510103" y="623062"/>
                  </a:lnTo>
                  <a:lnTo>
                    <a:pt x="566781" y="614161"/>
                  </a:lnTo>
                  <a:lnTo>
                    <a:pt x="623459" y="605261"/>
                  </a:lnTo>
                  <a:lnTo>
                    <a:pt x="680137" y="596360"/>
                  </a:lnTo>
                  <a:lnTo>
                    <a:pt x="736816" y="587459"/>
                  </a:lnTo>
                  <a:lnTo>
                    <a:pt x="793494" y="578558"/>
                  </a:lnTo>
                  <a:lnTo>
                    <a:pt x="850172" y="569657"/>
                  </a:lnTo>
                  <a:lnTo>
                    <a:pt x="906850" y="560756"/>
                  </a:lnTo>
                  <a:lnTo>
                    <a:pt x="963528" y="551855"/>
                  </a:lnTo>
                  <a:lnTo>
                    <a:pt x="1020206" y="542954"/>
                  </a:lnTo>
                  <a:lnTo>
                    <a:pt x="1076885" y="534053"/>
                  </a:lnTo>
                  <a:lnTo>
                    <a:pt x="1133563" y="525152"/>
                  </a:lnTo>
                  <a:lnTo>
                    <a:pt x="1190241" y="516252"/>
                  </a:lnTo>
                  <a:lnTo>
                    <a:pt x="1246919" y="507351"/>
                  </a:lnTo>
                  <a:lnTo>
                    <a:pt x="1303597" y="498450"/>
                  </a:lnTo>
                  <a:lnTo>
                    <a:pt x="1360275" y="489549"/>
                  </a:lnTo>
                  <a:lnTo>
                    <a:pt x="1416954" y="480648"/>
                  </a:lnTo>
                  <a:lnTo>
                    <a:pt x="1473632" y="471747"/>
                  </a:lnTo>
                  <a:lnTo>
                    <a:pt x="1530310" y="462846"/>
                  </a:lnTo>
                  <a:lnTo>
                    <a:pt x="1586988" y="453945"/>
                  </a:lnTo>
                  <a:lnTo>
                    <a:pt x="1643666" y="445044"/>
                  </a:lnTo>
                  <a:lnTo>
                    <a:pt x="1700344" y="436144"/>
                  </a:lnTo>
                  <a:lnTo>
                    <a:pt x="1757022" y="427243"/>
                  </a:lnTo>
                  <a:lnTo>
                    <a:pt x="1813701" y="418342"/>
                  </a:lnTo>
                  <a:lnTo>
                    <a:pt x="1870379" y="409441"/>
                  </a:lnTo>
                  <a:lnTo>
                    <a:pt x="1927057" y="400540"/>
                  </a:lnTo>
                  <a:lnTo>
                    <a:pt x="1983735" y="391639"/>
                  </a:lnTo>
                  <a:lnTo>
                    <a:pt x="2040413" y="382738"/>
                  </a:lnTo>
                  <a:lnTo>
                    <a:pt x="2097091" y="373837"/>
                  </a:lnTo>
                  <a:lnTo>
                    <a:pt x="2153770" y="364936"/>
                  </a:lnTo>
                  <a:lnTo>
                    <a:pt x="2210448" y="356035"/>
                  </a:lnTo>
                  <a:lnTo>
                    <a:pt x="2267126" y="347135"/>
                  </a:lnTo>
                  <a:lnTo>
                    <a:pt x="2323804" y="338234"/>
                  </a:lnTo>
                  <a:lnTo>
                    <a:pt x="2380482" y="329333"/>
                  </a:lnTo>
                  <a:lnTo>
                    <a:pt x="2437160" y="320432"/>
                  </a:lnTo>
                  <a:lnTo>
                    <a:pt x="2493839" y="311531"/>
                  </a:lnTo>
                  <a:lnTo>
                    <a:pt x="2550517" y="302630"/>
                  </a:lnTo>
                  <a:lnTo>
                    <a:pt x="2607195" y="293729"/>
                  </a:lnTo>
                  <a:lnTo>
                    <a:pt x="2663873" y="284828"/>
                  </a:lnTo>
                  <a:lnTo>
                    <a:pt x="2720551" y="275927"/>
                  </a:lnTo>
                  <a:lnTo>
                    <a:pt x="2777229" y="267026"/>
                  </a:lnTo>
                  <a:lnTo>
                    <a:pt x="2833908" y="258126"/>
                  </a:lnTo>
                  <a:lnTo>
                    <a:pt x="2890586" y="249225"/>
                  </a:lnTo>
                  <a:lnTo>
                    <a:pt x="2947264" y="240324"/>
                  </a:lnTo>
                  <a:lnTo>
                    <a:pt x="3003942" y="231423"/>
                  </a:lnTo>
                  <a:lnTo>
                    <a:pt x="3060620" y="222522"/>
                  </a:lnTo>
                  <a:lnTo>
                    <a:pt x="3117298" y="213621"/>
                  </a:lnTo>
                  <a:lnTo>
                    <a:pt x="3173977" y="204720"/>
                  </a:lnTo>
                  <a:lnTo>
                    <a:pt x="3230655" y="195819"/>
                  </a:lnTo>
                  <a:lnTo>
                    <a:pt x="3287333" y="186918"/>
                  </a:lnTo>
                  <a:lnTo>
                    <a:pt x="3344011" y="178017"/>
                  </a:lnTo>
                  <a:lnTo>
                    <a:pt x="3400689" y="169117"/>
                  </a:lnTo>
                  <a:lnTo>
                    <a:pt x="3457367" y="160216"/>
                  </a:lnTo>
                  <a:lnTo>
                    <a:pt x="3514045" y="151315"/>
                  </a:lnTo>
                  <a:lnTo>
                    <a:pt x="3570724" y="142414"/>
                  </a:lnTo>
                  <a:lnTo>
                    <a:pt x="3627402" y="133513"/>
                  </a:lnTo>
                  <a:lnTo>
                    <a:pt x="3684080" y="124612"/>
                  </a:lnTo>
                  <a:lnTo>
                    <a:pt x="3740758" y="115711"/>
                  </a:lnTo>
                  <a:lnTo>
                    <a:pt x="3797436" y="106810"/>
                  </a:lnTo>
                  <a:lnTo>
                    <a:pt x="3854114" y="97909"/>
                  </a:lnTo>
                  <a:lnTo>
                    <a:pt x="3910793" y="89008"/>
                  </a:lnTo>
                  <a:lnTo>
                    <a:pt x="3967471" y="80108"/>
                  </a:lnTo>
                  <a:lnTo>
                    <a:pt x="4024149" y="71207"/>
                  </a:lnTo>
                  <a:lnTo>
                    <a:pt x="4080827" y="62306"/>
                  </a:lnTo>
                  <a:lnTo>
                    <a:pt x="4137505" y="53405"/>
                  </a:lnTo>
                  <a:lnTo>
                    <a:pt x="4194183" y="44504"/>
                  </a:lnTo>
                  <a:lnTo>
                    <a:pt x="4250862" y="35603"/>
                  </a:lnTo>
                  <a:lnTo>
                    <a:pt x="4307540" y="26702"/>
                  </a:lnTo>
                  <a:lnTo>
                    <a:pt x="4364218" y="17801"/>
                  </a:lnTo>
                  <a:lnTo>
                    <a:pt x="4420896" y="8900"/>
                  </a:lnTo>
                  <a:lnTo>
                    <a:pt x="4477574" y="0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3955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088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07820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19475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79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2489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1182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19875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8506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9630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60754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418789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845207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656448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67690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278932" y="578577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90339" y="5925448"/>
              <a:ext cx="6052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GF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1876" y="1669789"/>
              <a:ext cx="343521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(GF) vs Size at Final Time Point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72178" y="28778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72178" y="2266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72178" y="23720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502865" y="26617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502865" y="28409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502865" y="263555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1921213" y="30095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921213" y="29519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921213" y="31119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257277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257277" y="28716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257277" y="29165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901522" y="32044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901522" y="31791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901522" y="34004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462195" y="30394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462195" y="3059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462195" y="28536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431644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431644" y="45602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431644" y="43485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898879" y="35966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898879" y="36410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898879" y="36107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30880" y="2161090"/>
              <a:ext cx="5726700" cy="2540211"/>
            </a:xfrm>
            <a:custGeom>
              <a:avLst/>
              <a:pathLst>
                <a:path w="5726700" h="2540211">
                  <a:moveTo>
                    <a:pt x="0" y="0"/>
                  </a:moveTo>
                  <a:lnTo>
                    <a:pt x="72489" y="28087"/>
                  </a:lnTo>
                  <a:lnTo>
                    <a:pt x="144979" y="56069"/>
                  </a:lnTo>
                  <a:lnTo>
                    <a:pt x="217469" y="83940"/>
                  </a:lnTo>
                  <a:lnTo>
                    <a:pt x="289959" y="111691"/>
                  </a:lnTo>
                  <a:lnTo>
                    <a:pt x="362449" y="139315"/>
                  </a:lnTo>
                  <a:lnTo>
                    <a:pt x="434939" y="166804"/>
                  </a:lnTo>
                  <a:lnTo>
                    <a:pt x="507429" y="194147"/>
                  </a:lnTo>
                  <a:lnTo>
                    <a:pt x="579919" y="221335"/>
                  </a:lnTo>
                  <a:lnTo>
                    <a:pt x="652408" y="248358"/>
                  </a:lnTo>
                  <a:lnTo>
                    <a:pt x="724898" y="275202"/>
                  </a:lnTo>
                  <a:lnTo>
                    <a:pt x="797388" y="301857"/>
                  </a:lnTo>
                  <a:lnTo>
                    <a:pt x="869878" y="328309"/>
                  </a:lnTo>
                  <a:lnTo>
                    <a:pt x="942368" y="354543"/>
                  </a:lnTo>
                  <a:lnTo>
                    <a:pt x="1014858" y="380544"/>
                  </a:lnTo>
                  <a:lnTo>
                    <a:pt x="1087348" y="406297"/>
                  </a:lnTo>
                  <a:lnTo>
                    <a:pt x="1159838" y="431783"/>
                  </a:lnTo>
                  <a:lnTo>
                    <a:pt x="1232328" y="456984"/>
                  </a:lnTo>
                  <a:lnTo>
                    <a:pt x="1304817" y="481882"/>
                  </a:lnTo>
                  <a:lnTo>
                    <a:pt x="1377307" y="506457"/>
                  </a:lnTo>
                  <a:lnTo>
                    <a:pt x="1449797" y="530687"/>
                  </a:lnTo>
                  <a:lnTo>
                    <a:pt x="1522287" y="554551"/>
                  </a:lnTo>
                  <a:lnTo>
                    <a:pt x="1594777" y="578028"/>
                  </a:lnTo>
                  <a:lnTo>
                    <a:pt x="1667267" y="601094"/>
                  </a:lnTo>
                  <a:lnTo>
                    <a:pt x="1739757" y="623728"/>
                  </a:lnTo>
                  <a:lnTo>
                    <a:pt x="1812247" y="645908"/>
                  </a:lnTo>
                  <a:lnTo>
                    <a:pt x="1884737" y="667613"/>
                  </a:lnTo>
                  <a:lnTo>
                    <a:pt x="1957226" y="688822"/>
                  </a:lnTo>
                  <a:lnTo>
                    <a:pt x="2029716" y="709517"/>
                  </a:lnTo>
                  <a:lnTo>
                    <a:pt x="2102206" y="729681"/>
                  </a:lnTo>
                  <a:lnTo>
                    <a:pt x="2174696" y="749300"/>
                  </a:lnTo>
                  <a:lnTo>
                    <a:pt x="2247186" y="768362"/>
                  </a:lnTo>
                  <a:lnTo>
                    <a:pt x="2319676" y="786858"/>
                  </a:lnTo>
                  <a:lnTo>
                    <a:pt x="2392166" y="804782"/>
                  </a:lnTo>
                  <a:lnTo>
                    <a:pt x="2464656" y="822134"/>
                  </a:lnTo>
                  <a:lnTo>
                    <a:pt x="2537145" y="838914"/>
                  </a:lnTo>
                  <a:lnTo>
                    <a:pt x="2609635" y="855128"/>
                  </a:lnTo>
                  <a:lnTo>
                    <a:pt x="2682125" y="870783"/>
                  </a:lnTo>
                  <a:lnTo>
                    <a:pt x="2754615" y="885892"/>
                  </a:lnTo>
                  <a:lnTo>
                    <a:pt x="2827105" y="900468"/>
                  </a:lnTo>
                  <a:lnTo>
                    <a:pt x="2899595" y="914528"/>
                  </a:lnTo>
                  <a:lnTo>
                    <a:pt x="2972085" y="928090"/>
                  </a:lnTo>
                  <a:lnTo>
                    <a:pt x="3044575" y="941174"/>
                  </a:lnTo>
                  <a:lnTo>
                    <a:pt x="3117065" y="953802"/>
                  </a:lnTo>
                  <a:lnTo>
                    <a:pt x="3189554" y="965995"/>
                  </a:lnTo>
                  <a:lnTo>
                    <a:pt x="3262044" y="977776"/>
                  </a:lnTo>
                  <a:lnTo>
                    <a:pt x="3334534" y="989166"/>
                  </a:lnTo>
                  <a:lnTo>
                    <a:pt x="3407024" y="1000188"/>
                  </a:lnTo>
                  <a:lnTo>
                    <a:pt x="3479514" y="1010863"/>
                  </a:lnTo>
                  <a:lnTo>
                    <a:pt x="3552004" y="1021212"/>
                  </a:lnTo>
                  <a:lnTo>
                    <a:pt x="3624494" y="1031255"/>
                  </a:lnTo>
                  <a:lnTo>
                    <a:pt x="3696984" y="1041012"/>
                  </a:lnTo>
                  <a:lnTo>
                    <a:pt x="3769474" y="1050500"/>
                  </a:lnTo>
                  <a:lnTo>
                    <a:pt x="3841963" y="1059738"/>
                  </a:lnTo>
                  <a:lnTo>
                    <a:pt x="3914453" y="1068741"/>
                  </a:lnTo>
                  <a:lnTo>
                    <a:pt x="3986943" y="1077524"/>
                  </a:lnTo>
                  <a:lnTo>
                    <a:pt x="4059433" y="1086103"/>
                  </a:lnTo>
                  <a:lnTo>
                    <a:pt x="4131923" y="1094491"/>
                  </a:lnTo>
                  <a:lnTo>
                    <a:pt x="4204413" y="1102699"/>
                  </a:lnTo>
                  <a:lnTo>
                    <a:pt x="4276903" y="1110741"/>
                  </a:lnTo>
                  <a:lnTo>
                    <a:pt x="4349393" y="1118626"/>
                  </a:lnTo>
                  <a:lnTo>
                    <a:pt x="4421883" y="1126365"/>
                  </a:lnTo>
                  <a:lnTo>
                    <a:pt x="4494372" y="1133967"/>
                  </a:lnTo>
                  <a:lnTo>
                    <a:pt x="4566862" y="1141441"/>
                  </a:lnTo>
                  <a:lnTo>
                    <a:pt x="4639352" y="1148795"/>
                  </a:lnTo>
                  <a:lnTo>
                    <a:pt x="4711842" y="1156036"/>
                  </a:lnTo>
                  <a:lnTo>
                    <a:pt x="4784332" y="1163172"/>
                  </a:lnTo>
                  <a:lnTo>
                    <a:pt x="4856822" y="1170209"/>
                  </a:lnTo>
                  <a:lnTo>
                    <a:pt x="4929312" y="1177152"/>
                  </a:lnTo>
                  <a:lnTo>
                    <a:pt x="5001802" y="1184008"/>
                  </a:lnTo>
                  <a:lnTo>
                    <a:pt x="5074291" y="1190782"/>
                  </a:lnTo>
                  <a:lnTo>
                    <a:pt x="5146781" y="1197478"/>
                  </a:lnTo>
                  <a:lnTo>
                    <a:pt x="5219271" y="1204101"/>
                  </a:lnTo>
                  <a:lnTo>
                    <a:pt x="5291761" y="1210656"/>
                  </a:lnTo>
                  <a:lnTo>
                    <a:pt x="5364251" y="1217145"/>
                  </a:lnTo>
                  <a:lnTo>
                    <a:pt x="5436741" y="1223573"/>
                  </a:lnTo>
                  <a:lnTo>
                    <a:pt x="5509231" y="1229942"/>
                  </a:lnTo>
                  <a:lnTo>
                    <a:pt x="5581721" y="1236257"/>
                  </a:lnTo>
                  <a:lnTo>
                    <a:pt x="5654211" y="1242520"/>
                  </a:lnTo>
                  <a:lnTo>
                    <a:pt x="5726700" y="1248734"/>
                  </a:lnTo>
                  <a:lnTo>
                    <a:pt x="5726700" y="2540211"/>
                  </a:lnTo>
                  <a:lnTo>
                    <a:pt x="5654211" y="2511214"/>
                  </a:lnTo>
                  <a:lnTo>
                    <a:pt x="5581721" y="2482265"/>
                  </a:lnTo>
                  <a:lnTo>
                    <a:pt x="5509231" y="2453369"/>
                  </a:lnTo>
                  <a:lnTo>
                    <a:pt x="5436741" y="2424527"/>
                  </a:lnTo>
                  <a:lnTo>
                    <a:pt x="5364251" y="2395743"/>
                  </a:lnTo>
                  <a:lnTo>
                    <a:pt x="5291761" y="2367021"/>
                  </a:lnTo>
                  <a:lnTo>
                    <a:pt x="5219271" y="2338364"/>
                  </a:lnTo>
                  <a:lnTo>
                    <a:pt x="5146781" y="2309776"/>
                  </a:lnTo>
                  <a:lnTo>
                    <a:pt x="5074291" y="2281261"/>
                  </a:lnTo>
                  <a:lnTo>
                    <a:pt x="5001802" y="2252823"/>
                  </a:lnTo>
                  <a:lnTo>
                    <a:pt x="4929312" y="2224468"/>
                  </a:lnTo>
                  <a:lnTo>
                    <a:pt x="4856822" y="2196200"/>
                  </a:lnTo>
                  <a:lnTo>
                    <a:pt x="4784332" y="2168026"/>
                  </a:lnTo>
                  <a:lnTo>
                    <a:pt x="4711842" y="2139950"/>
                  </a:lnTo>
                  <a:lnTo>
                    <a:pt x="4639352" y="2111980"/>
                  </a:lnTo>
                  <a:lnTo>
                    <a:pt x="4566862" y="2084123"/>
                  </a:lnTo>
                  <a:lnTo>
                    <a:pt x="4494372" y="2056386"/>
                  </a:lnTo>
                  <a:lnTo>
                    <a:pt x="4421883" y="2028776"/>
                  </a:lnTo>
                  <a:lnTo>
                    <a:pt x="4349393" y="2001304"/>
                  </a:lnTo>
                  <a:lnTo>
                    <a:pt x="4276903" y="1973978"/>
                  </a:lnTo>
                  <a:lnTo>
                    <a:pt x="4204413" y="1946808"/>
                  </a:lnTo>
                  <a:lnTo>
                    <a:pt x="4131923" y="1919805"/>
                  </a:lnTo>
                  <a:lnTo>
                    <a:pt x="4059433" y="1892981"/>
                  </a:lnTo>
                  <a:lnTo>
                    <a:pt x="3986943" y="1866349"/>
                  </a:lnTo>
                  <a:lnTo>
                    <a:pt x="3914453" y="1839921"/>
                  </a:lnTo>
                  <a:lnTo>
                    <a:pt x="3841963" y="1813713"/>
                  </a:lnTo>
                  <a:lnTo>
                    <a:pt x="3769474" y="1787739"/>
                  </a:lnTo>
                  <a:lnTo>
                    <a:pt x="3696984" y="1762016"/>
                  </a:lnTo>
                  <a:lnTo>
                    <a:pt x="3624494" y="1736562"/>
                  </a:lnTo>
                  <a:lnTo>
                    <a:pt x="3552004" y="1711394"/>
                  </a:lnTo>
                  <a:lnTo>
                    <a:pt x="3479514" y="1686531"/>
                  </a:lnTo>
                  <a:lnTo>
                    <a:pt x="3407024" y="1661995"/>
                  </a:lnTo>
                  <a:lnTo>
                    <a:pt x="3334534" y="1637805"/>
                  </a:lnTo>
                  <a:lnTo>
                    <a:pt x="3262044" y="1613984"/>
                  </a:lnTo>
                  <a:lnTo>
                    <a:pt x="3189554" y="1590553"/>
                  </a:lnTo>
                  <a:lnTo>
                    <a:pt x="3117065" y="1567535"/>
                  </a:lnTo>
                  <a:lnTo>
                    <a:pt x="3044575" y="1544952"/>
                  </a:lnTo>
                  <a:lnTo>
                    <a:pt x="2972085" y="1522825"/>
                  </a:lnTo>
                  <a:lnTo>
                    <a:pt x="2899595" y="1501175"/>
                  </a:lnTo>
                  <a:lnTo>
                    <a:pt x="2827105" y="1480024"/>
                  </a:lnTo>
                  <a:lnTo>
                    <a:pt x="2754615" y="1459389"/>
                  </a:lnTo>
                  <a:lnTo>
                    <a:pt x="2682125" y="1439286"/>
                  </a:lnTo>
                  <a:lnTo>
                    <a:pt x="2609635" y="1419730"/>
                  </a:lnTo>
                  <a:lnTo>
                    <a:pt x="2537145" y="1400732"/>
                  </a:lnTo>
                  <a:lnTo>
                    <a:pt x="2464656" y="1382301"/>
                  </a:lnTo>
                  <a:lnTo>
                    <a:pt x="2392166" y="1364442"/>
                  </a:lnTo>
                  <a:lnTo>
                    <a:pt x="2319676" y="1347155"/>
                  </a:lnTo>
                  <a:lnTo>
                    <a:pt x="2247186" y="1330440"/>
                  </a:lnTo>
                  <a:lnTo>
                    <a:pt x="2174696" y="1314290"/>
                  </a:lnTo>
                  <a:lnTo>
                    <a:pt x="2102206" y="1298698"/>
                  </a:lnTo>
                  <a:lnTo>
                    <a:pt x="2029716" y="1283650"/>
                  </a:lnTo>
                  <a:lnTo>
                    <a:pt x="1957226" y="1269134"/>
                  </a:lnTo>
                  <a:lnTo>
                    <a:pt x="1884737" y="1255132"/>
                  </a:lnTo>
                  <a:lnTo>
                    <a:pt x="1812247" y="1241625"/>
                  </a:lnTo>
                  <a:lnTo>
                    <a:pt x="1739757" y="1228594"/>
                  </a:lnTo>
                  <a:lnTo>
                    <a:pt x="1667267" y="1216017"/>
                  </a:lnTo>
                  <a:lnTo>
                    <a:pt x="1594777" y="1203872"/>
                  </a:lnTo>
                  <a:lnTo>
                    <a:pt x="1522287" y="1192137"/>
                  </a:lnTo>
                  <a:lnTo>
                    <a:pt x="1449797" y="1180790"/>
                  </a:lnTo>
                  <a:lnTo>
                    <a:pt x="1377307" y="1169809"/>
                  </a:lnTo>
                  <a:lnTo>
                    <a:pt x="1304817" y="1159172"/>
                  </a:lnTo>
                  <a:lnTo>
                    <a:pt x="1232328" y="1148859"/>
                  </a:lnTo>
                  <a:lnTo>
                    <a:pt x="1159838" y="1138849"/>
                  </a:lnTo>
                  <a:lnTo>
                    <a:pt x="1087348" y="1129124"/>
                  </a:lnTo>
                  <a:lnTo>
                    <a:pt x="1014858" y="1119665"/>
                  </a:lnTo>
                  <a:lnTo>
                    <a:pt x="942368" y="1110455"/>
                  </a:lnTo>
                  <a:lnTo>
                    <a:pt x="869878" y="1101477"/>
                  </a:lnTo>
                  <a:lnTo>
                    <a:pt x="797388" y="1092718"/>
                  </a:lnTo>
                  <a:lnTo>
                    <a:pt x="724898" y="1084161"/>
                  </a:lnTo>
                  <a:lnTo>
                    <a:pt x="652408" y="1075795"/>
                  </a:lnTo>
                  <a:lnTo>
                    <a:pt x="579919" y="1067606"/>
                  </a:lnTo>
                  <a:lnTo>
                    <a:pt x="507429" y="1059583"/>
                  </a:lnTo>
                  <a:lnTo>
                    <a:pt x="434939" y="1051715"/>
                  </a:lnTo>
                  <a:lnTo>
                    <a:pt x="362449" y="1043992"/>
                  </a:lnTo>
                  <a:lnTo>
                    <a:pt x="289959" y="1036405"/>
                  </a:lnTo>
                  <a:lnTo>
                    <a:pt x="217469" y="1028945"/>
                  </a:lnTo>
                  <a:lnTo>
                    <a:pt x="144979" y="1021604"/>
                  </a:lnTo>
                  <a:lnTo>
                    <a:pt x="72489" y="1014375"/>
                  </a:lnTo>
                  <a:lnTo>
                    <a:pt x="0" y="100725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0880" y="2161090"/>
              <a:ext cx="5726700" cy="1248734"/>
            </a:xfrm>
            <a:custGeom>
              <a:avLst/>
              <a:pathLst>
                <a:path w="5726700" h="1248734">
                  <a:moveTo>
                    <a:pt x="0" y="0"/>
                  </a:moveTo>
                  <a:lnTo>
                    <a:pt x="72489" y="28087"/>
                  </a:lnTo>
                  <a:lnTo>
                    <a:pt x="144979" y="56069"/>
                  </a:lnTo>
                  <a:lnTo>
                    <a:pt x="217469" y="83940"/>
                  </a:lnTo>
                  <a:lnTo>
                    <a:pt x="289959" y="111691"/>
                  </a:lnTo>
                  <a:lnTo>
                    <a:pt x="362449" y="139315"/>
                  </a:lnTo>
                  <a:lnTo>
                    <a:pt x="434939" y="166804"/>
                  </a:lnTo>
                  <a:lnTo>
                    <a:pt x="507429" y="194147"/>
                  </a:lnTo>
                  <a:lnTo>
                    <a:pt x="579919" y="221335"/>
                  </a:lnTo>
                  <a:lnTo>
                    <a:pt x="652408" y="248358"/>
                  </a:lnTo>
                  <a:lnTo>
                    <a:pt x="724898" y="275202"/>
                  </a:lnTo>
                  <a:lnTo>
                    <a:pt x="797388" y="301857"/>
                  </a:lnTo>
                  <a:lnTo>
                    <a:pt x="869878" y="328309"/>
                  </a:lnTo>
                  <a:lnTo>
                    <a:pt x="942368" y="354543"/>
                  </a:lnTo>
                  <a:lnTo>
                    <a:pt x="1014858" y="380544"/>
                  </a:lnTo>
                  <a:lnTo>
                    <a:pt x="1087348" y="406297"/>
                  </a:lnTo>
                  <a:lnTo>
                    <a:pt x="1159838" y="431783"/>
                  </a:lnTo>
                  <a:lnTo>
                    <a:pt x="1232328" y="456984"/>
                  </a:lnTo>
                  <a:lnTo>
                    <a:pt x="1304817" y="481882"/>
                  </a:lnTo>
                  <a:lnTo>
                    <a:pt x="1377307" y="506457"/>
                  </a:lnTo>
                  <a:lnTo>
                    <a:pt x="1449797" y="530687"/>
                  </a:lnTo>
                  <a:lnTo>
                    <a:pt x="1522287" y="554551"/>
                  </a:lnTo>
                  <a:lnTo>
                    <a:pt x="1594777" y="578028"/>
                  </a:lnTo>
                  <a:lnTo>
                    <a:pt x="1667267" y="601094"/>
                  </a:lnTo>
                  <a:lnTo>
                    <a:pt x="1739757" y="623728"/>
                  </a:lnTo>
                  <a:lnTo>
                    <a:pt x="1812247" y="645908"/>
                  </a:lnTo>
                  <a:lnTo>
                    <a:pt x="1884737" y="667613"/>
                  </a:lnTo>
                  <a:lnTo>
                    <a:pt x="1957226" y="688822"/>
                  </a:lnTo>
                  <a:lnTo>
                    <a:pt x="2029716" y="709517"/>
                  </a:lnTo>
                  <a:lnTo>
                    <a:pt x="2102206" y="729681"/>
                  </a:lnTo>
                  <a:lnTo>
                    <a:pt x="2174696" y="749300"/>
                  </a:lnTo>
                  <a:lnTo>
                    <a:pt x="2247186" y="768362"/>
                  </a:lnTo>
                  <a:lnTo>
                    <a:pt x="2319676" y="786858"/>
                  </a:lnTo>
                  <a:lnTo>
                    <a:pt x="2392166" y="804782"/>
                  </a:lnTo>
                  <a:lnTo>
                    <a:pt x="2464656" y="822134"/>
                  </a:lnTo>
                  <a:lnTo>
                    <a:pt x="2537145" y="838914"/>
                  </a:lnTo>
                  <a:lnTo>
                    <a:pt x="2609635" y="855128"/>
                  </a:lnTo>
                  <a:lnTo>
                    <a:pt x="2682125" y="870783"/>
                  </a:lnTo>
                  <a:lnTo>
                    <a:pt x="2754615" y="885892"/>
                  </a:lnTo>
                  <a:lnTo>
                    <a:pt x="2827105" y="900468"/>
                  </a:lnTo>
                  <a:lnTo>
                    <a:pt x="2899595" y="914528"/>
                  </a:lnTo>
                  <a:lnTo>
                    <a:pt x="2972085" y="928090"/>
                  </a:lnTo>
                  <a:lnTo>
                    <a:pt x="3044575" y="941174"/>
                  </a:lnTo>
                  <a:lnTo>
                    <a:pt x="3117065" y="953802"/>
                  </a:lnTo>
                  <a:lnTo>
                    <a:pt x="3189554" y="965995"/>
                  </a:lnTo>
                  <a:lnTo>
                    <a:pt x="3262044" y="977776"/>
                  </a:lnTo>
                  <a:lnTo>
                    <a:pt x="3334534" y="989166"/>
                  </a:lnTo>
                  <a:lnTo>
                    <a:pt x="3407024" y="1000188"/>
                  </a:lnTo>
                  <a:lnTo>
                    <a:pt x="3479514" y="1010863"/>
                  </a:lnTo>
                  <a:lnTo>
                    <a:pt x="3552004" y="1021212"/>
                  </a:lnTo>
                  <a:lnTo>
                    <a:pt x="3624494" y="1031255"/>
                  </a:lnTo>
                  <a:lnTo>
                    <a:pt x="3696984" y="1041012"/>
                  </a:lnTo>
                  <a:lnTo>
                    <a:pt x="3769474" y="1050500"/>
                  </a:lnTo>
                  <a:lnTo>
                    <a:pt x="3841963" y="1059738"/>
                  </a:lnTo>
                  <a:lnTo>
                    <a:pt x="3914453" y="1068741"/>
                  </a:lnTo>
                  <a:lnTo>
                    <a:pt x="3986943" y="1077524"/>
                  </a:lnTo>
                  <a:lnTo>
                    <a:pt x="4059433" y="1086103"/>
                  </a:lnTo>
                  <a:lnTo>
                    <a:pt x="4131923" y="1094491"/>
                  </a:lnTo>
                  <a:lnTo>
                    <a:pt x="4204413" y="1102699"/>
                  </a:lnTo>
                  <a:lnTo>
                    <a:pt x="4276903" y="1110741"/>
                  </a:lnTo>
                  <a:lnTo>
                    <a:pt x="4349393" y="1118626"/>
                  </a:lnTo>
                  <a:lnTo>
                    <a:pt x="4421883" y="1126365"/>
                  </a:lnTo>
                  <a:lnTo>
                    <a:pt x="4494372" y="1133967"/>
                  </a:lnTo>
                  <a:lnTo>
                    <a:pt x="4566862" y="1141441"/>
                  </a:lnTo>
                  <a:lnTo>
                    <a:pt x="4639352" y="1148795"/>
                  </a:lnTo>
                  <a:lnTo>
                    <a:pt x="4711842" y="1156036"/>
                  </a:lnTo>
                  <a:lnTo>
                    <a:pt x="4784332" y="1163172"/>
                  </a:lnTo>
                  <a:lnTo>
                    <a:pt x="4856822" y="1170209"/>
                  </a:lnTo>
                  <a:lnTo>
                    <a:pt x="4929312" y="1177152"/>
                  </a:lnTo>
                  <a:lnTo>
                    <a:pt x="5001802" y="1184008"/>
                  </a:lnTo>
                  <a:lnTo>
                    <a:pt x="5074291" y="1190782"/>
                  </a:lnTo>
                  <a:lnTo>
                    <a:pt x="5146781" y="1197478"/>
                  </a:lnTo>
                  <a:lnTo>
                    <a:pt x="5219271" y="1204101"/>
                  </a:lnTo>
                  <a:lnTo>
                    <a:pt x="5291761" y="1210656"/>
                  </a:lnTo>
                  <a:lnTo>
                    <a:pt x="5364251" y="1217145"/>
                  </a:lnTo>
                  <a:lnTo>
                    <a:pt x="5436741" y="1223573"/>
                  </a:lnTo>
                  <a:lnTo>
                    <a:pt x="5509231" y="1229942"/>
                  </a:lnTo>
                  <a:lnTo>
                    <a:pt x="5581721" y="1236257"/>
                  </a:lnTo>
                  <a:lnTo>
                    <a:pt x="5654211" y="1242520"/>
                  </a:lnTo>
                  <a:lnTo>
                    <a:pt x="5726700" y="12487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30880" y="3168342"/>
              <a:ext cx="5726700" cy="1532960"/>
            </a:xfrm>
            <a:custGeom>
              <a:avLst/>
              <a:pathLst>
                <a:path w="5726700" h="1532960">
                  <a:moveTo>
                    <a:pt x="5726700" y="1532960"/>
                  </a:moveTo>
                  <a:lnTo>
                    <a:pt x="5654211" y="1503962"/>
                  </a:lnTo>
                  <a:lnTo>
                    <a:pt x="5581721" y="1475014"/>
                  </a:lnTo>
                  <a:lnTo>
                    <a:pt x="5509231" y="1446117"/>
                  </a:lnTo>
                  <a:lnTo>
                    <a:pt x="5436741" y="1417276"/>
                  </a:lnTo>
                  <a:lnTo>
                    <a:pt x="5364251" y="1388492"/>
                  </a:lnTo>
                  <a:lnTo>
                    <a:pt x="5291761" y="1359770"/>
                  </a:lnTo>
                  <a:lnTo>
                    <a:pt x="5219271" y="1331113"/>
                  </a:lnTo>
                  <a:lnTo>
                    <a:pt x="5146781" y="1302525"/>
                  </a:lnTo>
                  <a:lnTo>
                    <a:pt x="5074291" y="1274010"/>
                  </a:lnTo>
                  <a:lnTo>
                    <a:pt x="5001802" y="1245572"/>
                  </a:lnTo>
                  <a:lnTo>
                    <a:pt x="4929312" y="1217217"/>
                  </a:lnTo>
                  <a:lnTo>
                    <a:pt x="4856822" y="1188949"/>
                  </a:lnTo>
                  <a:lnTo>
                    <a:pt x="4784332" y="1160774"/>
                  </a:lnTo>
                  <a:lnTo>
                    <a:pt x="4711842" y="1132699"/>
                  </a:lnTo>
                  <a:lnTo>
                    <a:pt x="4639352" y="1104729"/>
                  </a:lnTo>
                  <a:lnTo>
                    <a:pt x="4566862" y="1076872"/>
                  </a:lnTo>
                  <a:lnTo>
                    <a:pt x="4494372" y="1049134"/>
                  </a:lnTo>
                  <a:lnTo>
                    <a:pt x="4421883" y="1021525"/>
                  </a:lnTo>
                  <a:lnTo>
                    <a:pt x="4349393" y="994052"/>
                  </a:lnTo>
                  <a:lnTo>
                    <a:pt x="4276903" y="966726"/>
                  </a:lnTo>
                  <a:lnTo>
                    <a:pt x="4204413" y="939556"/>
                  </a:lnTo>
                  <a:lnTo>
                    <a:pt x="4131923" y="912554"/>
                  </a:lnTo>
                  <a:lnTo>
                    <a:pt x="4059433" y="885730"/>
                  </a:lnTo>
                  <a:lnTo>
                    <a:pt x="3986943" y="859097"/>
                  </a:lnTo>
                  <a:lnTo>
                    <a:pt x="3914453" y="832670"/>
                  </a:lnTo>
                  <a:lnTo>
                    <a:pt x="3841963" y="806461"/>
                  </a:lnTo>
                  <a:lnTo>
                    <a:pt x="3769474" y="780488"/>
                  </a:lnTo>
                  <a:lnTo>
                    <a:pt x="3696984" y="754765"/>
                  </a:lnTo>
                  <a:lnTo>
                    <a:pt x="3624494" y="729310"/>
                  </a:lnTo>
                  <a:lnTo>
                    <a:pt x="3552004" y="704142"/>
                  </a:lnTo>
                  <a:lnTo>
                    <a:pt x="3479514" y="679280"/>
                  </a:lnTo>
                  <a:lnTo>
                    <a:pt x="3407024" y="654744"/>
                  </a:lnTo>
                  <a:lnTo>
                    <a:pt x="3334534" y="630554"/>
                  </a:lnTo>
                  <a:lnTo>
                    <a:pt x="3262044" y="606733"/>
                  </a:lnTo>
                  <a:lnTo>
                    <a:pt x="3189554" y="583302"/>
                  </a:lnTo>
                  <a:lnTo>
                    <a:pt x="3117065" y="560284"/>
                  </a:lnTo>
                  <a:lnTo>
                    <a:pt x="3044575" y="537700"/>
                  </a:lnTo>
                  <a:lnTo>
                    <a:pt x="2972085" y="515573"/>
                  </a:lnTo>
                  <a:lnTo>
                    <a:pt x="2899595" y="493924"/>
                  </a:lnTo>
                  <a:lnTo>
                    <a:pt x="2827105" y="472773"/>
                  </a:lnTo>
                  <a:lnTo>
                    <a:pt x="2754615" y="452137"/>
                  </a:lnTo>
                  <a:lnTo>
                    <a:pt x="2682125" y="432035"/>
                  </a:lnTo>
                  <a:lnTo>
                    <a:pt x="2609635" y="412479"/>
                  </a:lnTo>
                  <a:lnTo>
                    <a:pt x="2537145" y="393481"/>
                  </a:lnTo>
                  <a:lnTo>
                    <a:pt x="2464656" y="375050"/>
                  </a:lnTo>
                  <a:lnTo>
                    <a:pt x="2392166" y="357190"/>
                  </a:lnTo>
                  <a:lnTo>
                    <a:pt x="2319676" y="339904"/>
                  </a:lnTo>
                  <a:lnTo>
                    <a:pt x="2247186" y="323188"/>
                  </a:lnTo>
                  <a:lnTo>
                    <a:pt x="2174696" y="307039"/>
                  </a:lnTo>
                  <a:lnTo>
                    <a:pt x="2102206" y="291446"/>
                  </a:lnTo>
                  <a:lnTo>
                    <a:pt x="2029716" y="276399"/>
                  </a:lnTo>
                  <a:lnTo>
                    <a:pt x="1957226" y="261883"/>
                  </a:lnTo>
                  <a:lnTo>
                    <a:pt x="1884737" y="247881"/>
                  </a:lnTo>
                  <a:lnTo>
                    <a:pt x="1812247" y="234374"/>
                  </a:lnTo>
                  <a:lnTo>
                    <a:pt x="1739757" y="221343"/>
                  </a:lnTo>
                  <a:lnTo>
                    <a:pt x="1667267" y="208765"/>
                  </a:lnTo>
                  <a:lnTo>
                    <a:pt x="1594777" y="196620"/>
                  </a:lnTo>
                  <a:lnTo>
                    <a:pt x="1522287" y="184886"/>
                  </a:lnTo>
                  <a:lnTo>
                    <a:pt x="1449797" y="173538"/>
                  </a:lnTo>
                  <a:lnTo>
                    <a:pt x="1377307" y="162557"/>
                  </a:lnTo>
                  <a:lnTo>
                    <a:pt x="1304817" y="151920"/>
                  </a:lnTo>
                  <a:lnTo>
                    <a:pt x="1232328" y="141607"/>
                  </a:lnTo>
                  <a:lnTo>
                    <a:pt x="1159838" y="131597"/>
                  </a:lnTo>
                  <a:lnTo>
                    <a:pt x="1087348" y="121872"/>
                  </a:lnTo>
                  <a:lnTo>
                    <a:pt x="1014858" y="112413"/>
                  </a:lnTo>
                  <a:lnTo>
                    <a:pt x="942368" y="103203"/>
                  </a:lnTo>
                  <a:lnTo>
                    <a:pt x="869878" y="94226"/>
                  </a:lnTo>
                  <a:lnTo>
                    <a:pt x="797388" y="85466"/>
                  </a:lnTo>
                  <a:lnTo>
                    <a:pt x="724898" y="76910"/>
                  </a:lnTo>
                  <a:lnTo>
                    <a:pt x="652408" y="68543"/>
                  </a:lnTo>
                  <a:lnTo>
                    <a:pt x="579919" y="60354"/>
                  </a:lnTo>
                  <a:lnTo>
                    <a:pt x="507429" y="52331"/>
                  </a:lnTo>
                  <a:lnTo>
                    <a:pt x="434939" y="44463"/>
                  </a:lnTo>
                  <a:lnTo>
                    <a:pt x="362449" y="36740"/>
                  </a:lnTo>
                  <a:lnTo>
                    <a:pt x="289959" y="29153"/>
                  </a:lnTo>
                  <a:lnTo>
                    <a:pt x="217469" y="21693"/>
                  </a:lnTo>
                  <a:lnTo>
                    <a:pt x="144979" y="14353"/>
                  </a:lnTo>
                  <a:lnTo>
                    <a:pt x="72489" y="71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0880" y="2664716"/>
              <a:ext cx="5726700" cy="1390847"/>
            </a:xfrm>
            <a:custGeom>
              <a:avLst/>
              <a:pathLst>
                <a:path w="5726700" h="1390847">
                  <a:moveTo>
                    <a:pt x="0" y="0"/>
                  </a:moveTo>
                  <a:lnTo>
                    <a:pt x="72489" y="17605"/>
                  </a:lnTo>
                  <a:lnTo>
                    <a:pt x="144979" y="35211"/>
                  </a:lnTo>
                  <a:lnTo>
                    <a:pt x="217469" y="52816"/>
                  </a:lnTo>
                  <a:lnTo>
                    <a:pt x="289959" y="70422"/>
                  </a:lnTo>
                  <a:lnTo>
                    <a:pt x="362449" y="88028"/>
                  </a:lnTo>
                  <a:lnTo>
                    <a:pt x="434939" y="105633"/>
                  </a:lnTo>
                  <a:lnTo>
                    <a:pt x="507429" y="123239"/>
                  </a:lnTo>
                  <a:lnTo>
                    <a:pt x="579919" y="140845"/>
                  </a:lnTo>
                  <a:lnTo>
                    <a:pt x="652408" y="158450"/>
                  </a:lnTo>
                  <a:lnTo>
                    <a:pt x="724898" y="176056"/>
                  </a:lnTo>
                  <a:lnTo>
                    <a:pt x="797388" y="193662"/>
                  </a:lnTo>
                  <a:lnTo>
                    <a:pt x="869878" y="211267"/>
                  </a:lnTo>
                  <a:lnTo>
                    <a:pt x="942368" y="228873"/>
                  </a:lnTo>
                  <a:lnTo>
                    <a:pt x="1014858" y="246479"/>
                  </a:lnTo>
                  <a:lnTo>
                    <a:pt x="1087348" y="264084"/>
                  </a:lnTo>
                  <a:lnTo>
                    <a:pt x="1159838" y="281690"/>
                  </a:lnTo>
                  <a:lnTo>
                    <a:pt x="1232328" y="299296"/>
                  </a:lnTo>
                  <a:lnTo>
                    <a:pt x="1304817" y="316901"/>
                  </a:lnTo>
                  <a:lnTo>
                    <a:pt x="1377307" y="334507"/>
                  </a:lnTo>
                  <a:lnTo>
                    <a:pt x="1449797" y="352113"/>
                  </a:lnTo>
                  <a:lnTo>
                    <a:pt x="1522287" y="369718"/>
                  </a:lnTo>
                  <a:lnTo>
                    <a:pt x="1594777" y="387324"/>
                  </a:lnTo>
                  <a:lnTo>
                    <a:pt x="1667267" y="404930"/>
                  </a:lnTo>
                  <a:lnTo>
                    <a:pt x="1739757" y="422535"/>
                  </a:lnTo>
                  <a:lnTo>
                    <a:pt x="1812247" y="440141"/>
                  </a:lnTo>
                  <a:lnTo>
                    <a:pt x="1884737" y="457747"/>
                  </a:lnTo>
                  <a:lnTo>
                    <a:pt x="1957226" y="475352"/>
                  </a:lnTo>
                  <a:lnTo>
                    <a:pt x="2029716" y="492958"/>
                  </a:lnTo>
                  <a:lnTo>
                    <a:pt x="2102206" y="510564"/>
                  </a:lnTo>
                  <a:lnTo>
                    <a:pt x="2174696" y="528169"/>
                  </a:lnTo>
                  <a:lnTo>
                    <a:pt x="2247186" y="545775"/>
                  </a:lnTo>
                  <a:lnTo>
                    <a:pt x="2319676" y="563381"/>
                  </a:lnTo>
                  <a:lnTo>
                    <a:pt x="2392166" y="580986"/>
                  </a:lnTo>
                  <a:lnTo>
                    <a:pt x="2464656" y="598592"/>
                  </a:lnTo>
                  <a:lnTo>
                    <a:pt x="2537145" y="616198"/>
                  </a:lnTo>
                  <a:lnTo>
                    <a:pt x="2609635" y="633803"/>
                  </a:lnTo>
                  <a:lnTo>
                    <a:pt x="2682125" y="651409"/>
                  </a:lnTo>
                  <a:lnTo>
                    <a:pt x="2754615" y="669015"/>
                  </a:lnTo>
                  <a:lnTo>
                    <a:pt x="2827105" y="686620"/>
                  </a:lnTo>
                  <a:lnTo>
                    <a:pt x="2899595" y="704226"/>
                  </a:lnTo>
                  <a:lnTo>
                    <a:pt x="2972085" y="721832"/>
                  </a:lnTo>
                  <a:lnTo>
                    <a:pt x="3044575" y="739437"/>
                  </a:lnTo>
                  <a:lnTo>
                    <a:pt x="3117065" y="757043"/>
                  </a:lnTo>
                  <a:lnTo>
                    <a:pt x="3189554" y="774649"/>
                  </a:lnTo>
                  <a:lnTo>
                    <a:pt x="3262044" y="792254"/>
                  </a:lnTo>
                  <a:lnTo>
                    <a:pt x="3334534" y="809860"/>
                  </a:lnTo>
                  <a:lnTo>
                    <a:pt x="3407024" y="827466"/>
                  </a:lnTo>
                  <a:lnTo>
                    <a:pt x="3479514" y="845071"/>
                  </a:lnTo>
                  <a:lnTo>
                    <a:pt x="3552004" y="862677"/>
                  </a:lnTo>
                  <a:lnTo>
                    <a:pt x="3624494" y="880283"/>
                  </a:lnTo>
                  <a:lnTo>
                    <a:pt x="3696984" y="897888"/>
                  </a:lnTo>
                  <a:lnTo>
                    <a:pt x="3769474" y="915494"/>
                  </a:lnTo>
                  <a:lnTo>
                    <a:pt x="3841963" y="933100"/>
                  </a:lnTo>
                  <a:lnTo>
                    <a:pt x="3914453" y="950705"/>
                  </a:lnTo>
                  <a:lnTo>
                    <a:pt x="3986943" y="968311"/>
                  </a:lnTo>
                  <a:lnTo>
                    <a:pt x="4059433" y="985917"/>
                  </a:lnTo>
                  <a:lnTo>
                    <a:pt x="4131923" y="1003522"/>
                  </a:lnTo>
                  <a:lnTo>
                    <a:pt x="4204413" y="1021128"/>
                  </a:lnTo>
                  <a:lnTo>
                    <a:pt x="4276903" y="1038734"/>
                  </a:lnTo>
                  <a:lnTo>
                    <a:pt x="4349393" y="1056339"/>
                  </a:lnTo>
                  <a:lnTo>
                    <a:pt x="4421883" y="1073945"/>
                  </a:lnTo>
                  <a:lnTo>
                    <a:pt x="4494372" y="1091551"/>
                  </a:lnTo>
                  <a:lnTo>
                    <a:pt x="4566862" y="1109156"/>
                  </a:lnTo>
                  <a:lnTo>
                    <a:pt x="4639352" y="1126762"/>
                  </a:lnTo>
                  <a:lnTo>
                    <a:pt x="4711842" y="1144368"/>
                  </a:lnTo>
                  <a:lnTo>
                    <a:pt x="4784332" y="1161973"/>
                  </a:lnTo>
                  <a:lnTo>
                    <a:pt x="4856822" y="1179579"/>
                  </a:lnTo>
                  <a:lnTo>
                    <a:pt x="4929312" y="1197184"/>
                  </a:lnTo>
                  <a:lnTo>
                    <a:pt x="5001802" y="1214790"/>
                  </a:lnTo>
                  <a:lnTo>
                    <a:pt x="5074291" y="1232396"/>
                  </a:lnTo>
                  <a:lnTo>
                    <a:pt x="5146781" y="1250001"/>
                  </a:lnTo>
                  <a:lnTo>
                    <a:pt x="5219271" y="1267607"/>
                  </a:lnTo>
                  <a:lnTo>
                    <a:pt x="5291761" y="1285213"/>
                  </a:lnTo>
                  <a:lnTo>
                    <a:pt x="5364251" y="1302818"/>
                  </a:lnTo>
                  <a:lnTo>
                    <a:pt x="5436741" y="1320424"/>
                  </a:lnTo>
                  <a:lnTo>
                    <a:pt x="5509231" y="1338030"/>
                  </a:lnTo>
                  <a:lnTo>
                    <a:pt x="5581721" y="1355635"/>
                  </a:lnTo>
                  <a:lnTo>
                    <a:pt x="5654211" y="1373241"/>
                  </a:lnTo>
                  <a:lnTo>
                    <a:pt x="5726700" y="1390847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09891" y="3760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09891" y="37533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09891" y="388494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169635" y="37040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69635" y="397163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69635" y="3455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386356" y="468288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386356" y="44163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386356" y="44842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015249" y="44389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015249" y="45294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015249" y="41195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22878" y="41054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22878" y="422253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22878" y="41866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206292" y="41085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206292" y="41407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206292" y="458001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621132" y="53774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21132" y="46801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97287" y="45576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097287" y="419022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228338" y="3947543"/>
              <a:ext cx="4845613" cy="868791"/>
            </a:xfrm>
            <a:custGeom>
              <a:avLst/>
              <a:pathLst>
                <a:path w="4845613" h="868791">
                  <a:moveTo>
                    <a:pt x="0" y="0"/>
                  </a:moveTo>
                  <a:lnTo>
                    <a:pt x="61336" y="7537"/>
                  </a:lnTo>
                  <a:lnTo>
                    <a:pt x="122673" y="14993"/>
                  </a:lnTo>
                  <a:lnTo>
                    <a:pt x="184010" y="22360"/>
                  </a:lnTo>
                  <a:lnTo>
                    <a:pt x="245347" y="29636"/>
                  </a:lnTo>
                  <a:lnTo>
                    <a:pt x="306684" y="36814"/>
                  </a:lnTo>
                  <a:lnTo>
                    <a:pt x="368021" y="43890"/>
                  </a:lnTo>
                  <a:lnTo>
                    <a:pt x="429358" y="50857"/>
                  </a:lnTo>
                  <a:lnTo>
                    <a:pt x="490695" y="57710"/>
                  </a:lnTo>
                  <a:lnTo>
                    <a:pt x="552031" y="64442"/>
                  </a:lnTo>
                  <a:lnTo>
                    <a:pt x="613368" y="71048"/>
                  </a:lnTo>
                  <a:lnTo>
                    <a:pt x="674705" y="77520"/>
                  </a:lnTo>
                  <a:lnTo>
                    <a:pt x="736042" y="83852"/>
                  </a:lnTo>
                  <a:lnTo>
                    <a:pt x="797379" y="90036"/>
                  </a:lnTo>
                  <a:lnTo>
                    <a:pt x="858716" y="96066"/>
                  </a:lnTo>
                  <a:lnTo>
                    <a:pt x="920053" y="101933"/>
                  </a:lnTo>
                  <a:lnTo>
                    <a:pt x="981390" y="107630"/>
                  </a:lnTo>
                  <a:lnTo>
                    <a:pt x="1042726" y="113150"/>
                  </a:lnTo>
                  <a:lnTo>
                    <a:pt x="1104063" y="118485"/>
                  </a:lnTo>
                  <a:lnTo>
                    <a:pt x="1165400" y="123628"/>
                  </a:lnTo>
                  <a:lnTo>
                    <a:pt x="1226737" y="128571"/>
                  </a:lnTo>
                  <a:lnTo>
                    <a:pt x="1288074" y="133307"/>
                  </a:lnTo>
                  <a:lnTo>
                    <a:pt x="1349411" y="137829"/>
                  </a:lnTo>
                  <a:lnTo>
                    <a:pt x="1410748" y="142132"/>
                  </a:lnTo>
                  <a:lnTo>
                    <a:pt x="1472085" y="146209"/>
                  </a:lnTo>
                  <a:lnTo>
                    <a:pt x="1533422" y="150055"/>
                  </a:lnTo>
                  <a:lnTo>
                    <a:pt x="1594758" y="153665"/>
                  </a:lnTo>
                  <a:lnTo>
                    <a:pt x="1656095" y="157037"/>
                  </a:lnTo>
                  <a:lnTo>
                    <a:pt x="1717432" y="160166"/>
                  </a:lnTo>
                  <a:lnTo>
                    <a:pt x="1778769" y="163051"/>
                  </a:lnTo>
                  <a:lnTo>
                    <a:pt x="1840106" y="165691"/>
                  </a:lnTo>
                  <a:lnTo>
                    <a:pt x="1901443" y="168085"/>
                  </a:lnTo>
                  <a:lnTo>
                    <a:pt x="1962780" y="170235"/>
                  </a:lnTo>
                  <a:lnTo>
                    <a:pt x="2024117" y="172142"/>
                  </a:lnTo>
                  <a:lnTo>
                    <a:pt x="2085453" y="173809"/>
                  </a:lnTo>
                  <a:lnTo>
                    <a:pt x="2146790" y="175239"/>
                  </a:lnTo>
                  <a:lnTo>
                    <a:pt x="2208127" y="176436"/>
                  </a:lnTo>
                  <a:lnTo>
                    <a:pt x="2269464" y="177406"/>
                  </a:lnTo>
                  <a:lnTo>
                    <a:pt x="2330801" y="178154"/>
                  </a:lnTo>
                  <a:lnTo>
                    <a:pt x="2392138" y="178686"/>
                  </a:lnTo>
                  <a:lnTo>
                    <a:pt x="2453475" y="179009"/>
                  </a:lnTo>
                  <a:lnTo>
                    <a:pt x="2514812" y="179129"/>
                  </a:lnTo>
                  <a:lnTo>
                    <a:pt x="2576149" y="179055"/>
                  </a:lnTo>
                  <a:lnTo>
                    <a:pt x="2637485" y="178794"/>
                  </a:lnTo>
                  <a:lnTo>
                    <a:pt x="2698822" y="178352"/>
                  </a:lnTo>
                  <a:lnTo>
                    <a:pt x="2760159" y="177738"/>
                  </a:lnTo>
                  <a:lnTo>
                    <a:pt x="2821496" y="176960"/>
                  </a:lnTo>
                  <a:lnTo>
                    <a:pt x="2882833" y="176024"/>
                  </a:lnTo>
                  <a:lnTo>
                    <a:pt x="2944170" y="174938"/>
                  </a:lnTo>
                  <a:lnTo>
                    <a:pt x="3005507" y="173709"/>
                  </a:lnTo>
                  <a:lnTo>
                    <a:pt x="3066844" y="172344"/>
                  </a:lnTo>
                  <a:lnTo>
                    <a:pt x="3128180" y="170850"/>
                  </a:lnTo>
                  <a:lnTo>
                    <a:pt x="3189517" y="169234"/>
                  </a:lnTo>
                  <a:lnTo>
                    <a:pt x="3250854" y="167501"/>
                  </a:lnTo>
                  <a:lnTo>
                    <a:pt x="3312191" y="165659"/>
                  </a:lnTo>
                  <a:lnTo>
                    <a:pt x="3373528" y="163711"/>
                  </a:lnTo>
                  <a:lnTo>
                    <a:pt x="3434865" y="161665"/>
                  </a:lnTo>
                  <a:lnTo>
                    <a:pt x="3496202" y="159524"/>
                  </a:lnTo>
                  <a:lnTo>
                    <a:pt x="3557539" y="157295"/>
                  </a:lnTo>
                  <a:lnTo>
                    <a:pt x="3618876" y="154981"/>
                  </a:lnTo>
                  <a:lnTo>
                    <a:pt x="3680212" y="152587"/>
                  </a:lnTo>
                  <a:lnTo>
                    <a:pt x="3741549" y="150118"/>
                  </a:lnTo>
                  <a:lnTo>
                    <a:pt x="3802886" y="147577"/>
                  </a:lnTo>
                  <a:lnTo>
                    <a:pt x="3864223" y="144968"/>
                  </a:lnTo>
                  <a:lnTo>
                    <a:pt x="3925560" y="142294"/>
                  </a:lnTo>
                  <a:lnTo>
                    <a:pt x="3986897" y="139560"/>
                  </a:lnTo>
                  <a:lnTo>
                    <a:pt x="4048234" y="136767"/>
                  </a:lnTo>
                  <a:lnTo>
                    <a:pt x="4109571" y="133919"/>
                  </a:lnTo>
                  <a:lnTo>
                    <a:pt x="4170907" y="131019"/>
                  </a:lnTo>
                  <a:lnTo>
                    <a:pt x="4232244" y="128070"/>
                  </a:lnTo>
                  <a:lnTo>
                    <a:pt x="4293581" y="125073"/>
                  </a:lnTo>
                  <a:lnTo>
                    <a:pt x="4354918" y="122031"/>
                  </a:lnTo>
                  <a:lnTo>
                    <a:pt x="4416255" y="118947"/>
                  </a:lnTo>
                  <a:lnTo>
                    <a:pt x="4477592" y="115822"/>
                  </a:lnTo>
                  <a:lnTo>
                    <a:pt x="4538929" y="112659"/>
                  </a:lnTo>
                  <a:lnTo>
                    <a:pt x="4600266" y="109458"/>
                  </a:lnTo>
                  <a:lnTo>
                    <a:pt x="4661603" y="106223"/>
                  </a:lnTo>
                  <a:lnTo>
                    <a:pt x="4722939" y="102954"/>
                  </a:lnTo>
                  <a:lnTo>
                    <a:pt x="4784276" y="99654"/>
                  </a:lnTo>
                  <a:lnTo>
                    <a:pt x="4845613" y="96323"/>
                  </a:lnTo>
                  <a:lnTo>
                    <a:pt x="4845613" y="868791"/>
                  </a:lnTo>
                  <a:lnTo>
                    <a:pt x="4784276" y="860263"/>
                  </a:lnTo>
                  <a:lnTo>
                    <a:pt x="4722939" y="851766"/>
                  </a:lnTo>
                  <a:lnTo>
                    <a:pt x="4661603" y="843300"/>
                  </a:lnTo>
                  <a:lnTo>
                    <a:pt x="4600266" y="834869"/>
                  </a:lnTo>
                  <a:lnTo>
                    <a:pt x="4538929" y="826472"/>
                  </a:lnTo>
                  <a:lnTo>
                    <a:pt x="4477592" y="818111"/>
                  </a:lnTo>
                  <a:lnTo>
                    <a:pt x="4416255" y="809790"/>
                  </a:lnTo>
                  <a:lnTo>
                    <a:pt x="4354918" y="801509"/>
                  </a:lnTo>
                  <a:lnTo>
                    <a:pt x="4293581" y="793271"/>
                  </a:lnTo>
                  <a:lnTo>
                    <a:pt x="4232244" y="785077"/>
                  </a:lnTo>
                  <a:lnTo>
                    <a:pt x="4170907" y="776931"/>
                  </a:lnTo>
                  <a:lnTo>
                    <a:pt x="4109571" y="768834"/>
                  </a:lnTo>
                  <a:lnTo>
                    <a:pt x="4048234" y="760790"/>
                  </a:lnTo>
                  <a:lnTo>
                    <a:pt x="3986897" y="752800"/>
                  </a:lnTo>
                  <a:lnTo>
                    <a:pt x="3925560" y="744869"/>
                  </a:lnTo>
                  <a:lnTo>
                    <a:pt x="3864223" y="736999"/>
                  </a:lnTo>
                  <a:lnTo>
                    <a:pt x="3802886" y="729193"/>
                  </a:lnTo>
                  <a:lnTo>
                    <a:pt x="3741549" y="721455"/>
                  </a:lnTo>
                  <a:lnTo>
                    <a:pt x="3680212" y="713789"/>
                  </a:lnTo>
                  <a:lnTo>
                    <a:pt x="3618876" y="706199"/>
                  </a:lnTo>
                  <a:lnTo>
                    <a:pt x="3557539" y="698689"/>
                  </a:lnTo>
                  <a:lnTo>
                    <a:pt x="3496202" y="691263"/>
                  </a:lnTo>
                  <a:lnTo>
                    <a:pt x="3434865" y="683925"/>
                  </a:lnTo>
                  <a:lnTo>
                    <a:pt x="3373528" y="676682"/>
                  </a:lnTo>
                  <a:lnTo>
                    <a:pt x="3312191" y="669538"/>
                  </a:lnTo>
                  <a:lnTo>
                    <a:pt x="3250854" y="662498"/>
                  </a:lnTo>
                  <a:lnTo>
                    <a:pt x="3189517" y="655569"/>
                  </a:lnTo>
                  <a:lnTo>
                    <a:pt x="3128180" y="648756"/>
                  </a:lnTo>
                  <a:lnTo>
                    <a:pt x="3066844" y="642066"/>
                  </a:lnTo>
                  <a:lnTo>
                    <a:pt x="3005507" y="635504"/>
                  </a:lnTo>
                  <a:lnTo>
                    <a:pt x="2944170" y="629079"/>
                  </a:lnTo>
                  <a:lnTo>
                    <a:pt x="2882833" y="622796"/>
                  </a:lnTo>
                  <a:lnTo>
                    <a:pt x="2821496" y="616663"/>
                  </a:lnTo>
                  <a:lnTo>
                    <a:pt x="2760159" y="610688"/>
                  </a:lnTo>
                  <a:lnTo>
                    <a:pt x="2698822" y="604877"/>
                  </a:lnTo>
                  <a:lnTo>
                    <a:pt x="2637485" y="599239"/>
                  </a:lnTo>
                  <a:lnTo>
                    <a:pt x="2576149" y="593781"/>
                  </a:lnTo>
                  <a:lnTo>
                    <a:pt x="2514812" y="588510"/>
                  </a:lnTo>
                  <a:lnTo>
                    <a:pt x="2453475" y="583434"/>
                  </a:lnTo>
                  <a:lnTo>
                    <a:pt x="2392138" y="578561"/>
                  </a:lnTo>
                  <a:lnTo>
                    <a:pt x="2330801" y="573896"/>
                  </a:lnTo>
                  <a:lnTo>
                    <a:pt x="2269464" y="569447"/>
                  </a:lnTo>
                  <a:lnTo>
                    <a:pt x="2208127" y="565220"/>
                  </a:lnTo>
                  <a:lnTo>
                    <a:pt x="2146790" y="561221"/>
                  </a:lnTo>
                  <a:lnTo>
                    <a:pt x="2085453" y="557454"/>
                  </a:lnTo>
                  <a:lnTo>
                    <a:pt x="2024117" y="553924"/>
                  </a:lnTo>
                  <a:lnTo>
                    <a:pt x="1962780" y="550634"/>
                  </a:lnTo>
                  <a:lnTo>
                    <a:pt x="1901443" y="547588"/>
                  </a:lnTo>
                  <a:lnTo>
                    <a:pt x="1840106" y="544785"/>
                  </a:lnTo>
                  <a:lnTo>
                    <a:pt x="1778769" y="542228"/>
                  </a:lnTo>
                  <a:lnTo>
                    <a:pt x="1717432" y="539917"/>
                  </a:lnTo>
                  <a:lnTo>
                    <a:pt x="1656095" y="537849"/>
                  </a:lnTo>
                  <a:lnTo>
                    <a:pt x="1594758" y="536024"/>
                  </a:lnTo>
                  <a:lnTo>
                    <a:pt x="1533422" y="534438"/>
                  </a:lnTo>
                  <a:lnTo>
                    <a:pt x="1472085" y="533087"/>
                  </a:lnTo>
                  <a:lnTo>
                    <a:pt x="1410748" y="531967"/>
                  </a:lnTo>
                  <a:lnTo>
                    <a:pt x="1349411" y="531073"/>
                  </a:lnTo>
                  <a:lnTo>
                    <a:pt x="1288074" y="530399"/>
                  </a:lnTo>
                  <a:lnTo>
                    <a:pt x="1226737" y="529938"/>
                  </a:lnTo>
                  <a:lnTo>
                    <a:pt x="1165400" y="529685"/>
                  </a:lnTo>
                  <a:lnTo>
                    <a:pt x="1104063" y="529630"/>
                  </a:lnTo>
                  <a:lnTo>
                    <a:pt x="1042726" y="529769"/>
                  </a:lnTo>
                  <a:lnTo>
                    <a:pt x="981390" y="530092"/>
                  </a:lnTo>
                  <a:lnTo>
                    <a:pt x="920053" y="530593"/>
                  </a:lnTo>
                  <a:lnTo>
                    <a:pt x="858716" y="531263"/>
                  </a:lnTo>
                  <a:lnTo>
                    <a:pt x="797379" y="532096"/>
                  </a:lnTo>
                  <a:lnTo>
                    <a:pt x="736042" y="533084"/>
                  </a:lnTo>
                  <a:lnTo>
                    <a:pt x="674705" y="534219"/>
                  </a:lnTo>
                  <a:lnTo>
                    <a:pt x="613368" y="535494"/>
                  </a:lnTo>
                  <a:lnTo>
                    <a:pt x="552031" y="536903"/>
                  </a:lnTo>
                  <a:lnTo>
                    <a:pt x="490695" y="538439"/>
                  </a:lnTo>
                  <a:lnTo>
                    <a:pt x="429358" y="540095"/>
                  </a:lnTo>
                  <a:lnTo>
                    <a:pt x="368021" y="541866"/>
                  </a:lnTo>
                  <a:lnTo>
                    <a:pt x="306684" y="543745"/>
                  </a:lnTo>
                  <a:lnTo>
                    <a:pt x="245347" y="545726"/>
                  </a:lnTo>
                  <a:lnTo>
                    <a:pt x="184010" y="547805"/>
                  </a:lnTo>
                  <a:lnTo>
                    <a:pt x="122673" y="549976"/>
                  </a:lnTo>
                  <a:lnTo>
                    <a:pt x="61336" y="552235"/>
                  </a:lnTo>
                  <a:lnTo>
                    <a:pt x="0" y="55457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228338" y="3947543"/>
              <a:ext cx="4845613" cy="179129"/>
            </a:xfrm>
            <a:custGeom>
              <a:avLst/>
              <a:pathLst>
                <a:path w="4845613" h="179129">
                  <a:moveTo>
                    <a:pt x="0" y="0"/>
                  </a:moveTo>
                  <a:lnTo>
                    <a:pt x="61336" y="7537"/>
                  </a:lnTo>
                  <a:lnTo>
                    <a:pt x="122673" y="14993"/>
                  </a:lnTo>
                  <a:lnTo>
                    <a:pt x="184010" y="22360"/>
                  </a:lnTo>
                  <a:lnTo>
                    <a:pt x="245347" y="29636"/>
                  </a:lnTo>
                  <a:lnTo>
                    <a:pt x="306684" y="36814"/>
                  </a:lnTo>
                  <a:lnTo>
                    <a:pt x="368021" y="43890"/>
                  </a:lnTo>
                  <a:lnTo>
                    <a:pt x="429358" y="50857"/>
                  </a:lnTo>
                  <a:lnTo>
                    <a:pt x="490695" y="57710"/>
                  </a:lnTo>
                  <a:lnTo>
                    <a:pt x="552031" y="64442"/>
                  </a:lnTo>
                  <a:lnTo>
                    <a:pt x="613368" y="71048"/>
                  </a:lnTo>
                  <a:lnTo>
                    <a:pt x="674705" y="77520"/>
                  </a:lnTo>
                  <a:lnTo>
                    <a:pt x="736042" y="83852"/>
                  </a:lnTo>
                  <a:lnTo>
                    <a:pt x="797379" y="90036"/>
                  </a:lnTo>
                  <a:lnTo>
                    <a:pt x="858716" y="96066"/>
                  </a:lnTo>
                  <a:lnTo>
                    <a:pt x="920053" y="101933"/>
                  </a:lnTo>
                  <a:lnTo>
                    <a:pt x="981390" y="107630"/>
                  </a:lnTo>
                  <a:lnTo>
                    <a:pt x="1042726" y="113150"/>
                  </a:lnTo>
                  <a:lnTo>
                    <a:pt x="1104063" y="118485"/>
                  </a:lnTo>
                  <a:lnTo>
                    <a:pt x="1165400" y="123628"/>
                  </a:lnTo>
                  <a:lnTo>
                    <a:pt x="1226737" y="128571"/>
                  </a:lnTo>
                  <a:lnTo>
                    <a:pt x="1288074" y="133307"/>
                  </a:lnTo>
                  <a:lnTo>
                    <a:pt x="1349411" y="137829"/>
                  </a:lnTo>
                  <a:lnTo>
                    <a:pt x="1410748" y="142132"/>
                  </a:lnTo>
                  <a:lnTo>
                    <a:pt x="1472085" y="146209"/>
                  </a:lnTo>
                  <a:lnTo>
                    <a:pt x="1533422" y="150055"/>
                  </a:lnTo>
                  <a:lnTo>
                    <a:pt x="1594758" y="153665"/>
                  </a:lnTo>
                  <a:lnTo>
                    <a:pt x="1656095" y="157037"/>
                  </a:lnTo>
                  <a:lnTo>
                    <a:pt x="1717432" y="160166"/>
                  </a:lnTo>
                  <a:lnTo>
                    <a:pt x="1778769" y="163051"/>
                  </a:lnTo>
                  <a:lnTo>
                    <a:pt x="1840106" y="165691"/>
                  </a:lnTo>
                  <a:lnTo>
                    <a:pt x="1901443" y="168085"/>
                  </a:lnTo>
                  <a:lnTo>
                    <a:pt x="1962780" y="170235"/>
                  </a:lnTo>
                  <a:lnTo>
                    <a:pt x="2024117" y="172142"/>
                  </a:lnTo>
                  <a:lnTo>
                    <a:pt x="2085453" y="173809"/>
                  </a:lnTo>
                  <a:lnTo>
                    <a:pt x="2146790" y="175239"/>
                  </a:lnTo>
                  <a:lnTo>
                    <a:pt x="2208127" y="176436"/>
                  </a:lnTo>
                  <a:lnTo>
                    <a:pt x="2269464" y="177406"/>
                  </a:lnTo>
                  <a:lnTo>
                    <a:pt x="2330801" y="178154"/>
                  </a:lnTo>
                  <a:lnTo>
                    <a:pt x="2392138" y="178686"/>
                  </a:lnTo>
                  <a:lnTo>
                    <a:pt x="2453475" y="179009"/>
                  </a:lnTo>
                  <a:lnTo>
                    <a:pt x="2514812" y="179129"/>
                  </a:lnTo>
                  <a:lnTo>
                    <a:pt x="2576149" y="179055"/>
                  </a:lnTo>
                  <a:lnTo>
                    <a:pt x="2637485" y="178794"/>
                  </a:lnTo>
                  <a:lnTo>
                    <a:pt x="2698822" y="178352"/>
                  </a:lnTo>
                  <a:lnTo>
                    <a:pt x="2760159" y="177738"/>
                  </a:lnTo>
                  <a:lnTo>
                    <a:pt x="2821496" y="176960"/>
                  </a:lnTo>
                  <a:lnTo>
                    <a:pt x="2882833" y="176024"/>
                  </a:lnTo>
                  <a:lnTo>
                    <a:pt x="2944170" y="174938"/>
                  </a:lnTo>
                  <a:lnTo>
                    <a:pt x="3005507" y="173709"/>
                  </a:lnTo>
                  <a:lnTo>
                    <a:pt x="3066844" y="172344"/>
                  </a:lnTo>
                  <a:lnTo>
                    <a:pt x="3128180" y="170850"/>
                  </a:lnTo>
                  <a:lnTo>
                    <a:pt x="3189517" y="169234"/>
                  </a:lnTo>
                  <a:lnTo>
                    <a:pt x="3250854" y="167501"/>
                  </a:lnTo>
                  <a:lnTo>
                    <a:pt x="3312191" y="165659"/>
                  </a:lnTo>
                  <a:lnTo>
                    <a:pt x="3373528" y="163711"/>
                  </a:lnTo>
                  <a:lnTo>
                    <a:pt x="3434865" y="161665"/>
                  </a:lnTo>
                  <a:lnTo>
                    <a:pt x="3496202" y="159524"/>
                  </a:lnTo>
                  <a:lnTo>
                    <a:pt x="3557539" y="157295"/>
                  </a:lnTo>
                  <a:lnTo>
                    <a:pt x="3618876" y="154981"/>
                  </a:lnTo>
                  <a:lnTo>
                    <a:pt x="3680212" y="152587"/>
                  </a:lnTo>
                  <a:lnTo>
                    <a:pt x="3741549" y="150118"/>
                  </a:lnTo>
                  <a:lnTo>
                    <a:pt x="3802886" y="147577"/>
                  </a:lnTo>
                  <a:lnTo>
                    <a:pt x="3864223" y="144968"/>
                  </a:lnTo>
                  <a:lnTo>
                    <a:pt x="3925560" y="142294"/>
                  </a:lnTo>
                  <a:lnTo>
                    <a:pt x="3986897" y="139560"/>
                  </a:lnTo>
                  <a:lnTo>
                    <a:pt x="4048234" y="136767"/>
                  </a:lnTo>
                  <a:lnTo>
                    <a:pt x="4109571" y="133919"/>
                  </a:lnTo>
                  <a:lnTo>
                    <a:pt x="4170907" y="131019"/>
                  </a:lnTo>
                  <a:lnTo>
                    <a:pt x="4232244" y="128070"/>
                  </a:lnTo>
                  <a:lnTo>
                    <a:pt x="4293581" y="125073"/>
                  </a:lnTo>
                  <a:lnTo>
                    <a:pt x="4354918" y="122031"/>
                  </a:lnTo>
                  <a:lnTo>
                    <a:pt x="4416255" y="118947"/>
                  </a:lnTo>
                  <a:lnTo>
                    <a:pt x="4477592" y="115822"/>
                  </a:lnTo>
                  <a:lnTo>
                    <a:pt x="4538929" y="112659"/>
                  </a:lnTo>
                  <a:lnTo>
                    <a:pt x="4600266" y="109458"/>
                  </a:lnTo>
                  <a:lnTo>
                    <a:pt x="4661603" y="106223"/>
                  </a:lnTo>
                  <a:lnTo>
                    <a:pt x="4722939" y="102954"/>
                  </a:lnTo>
                  <a:lnTo>
                    <a:pt x="4784276" y="99654"/>
                  </a:lnTo>
                  <a:lnTo>
                    <a:pt x="4845613" y="96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28338" y="4477174"/>
              <a:ext cx="4845613" cy="339160"/>
            </a:xfrm>
            <a:custGeom>
              <a:avLst/>
              <a:pathLst>
                <a:path w="4845613" h="339160">
                  <a:moveTo>
                    <a:pt x="4845613" y="339160"/>
                  </a:moveTo>
                  <a:lnTo>
                    <a:pt x="4784276" y="330632"/>
                  </a:lnTo>
                  <a:lnTo>
                    <a:pt x="4722939" y="322135"/>
                  </a:lnTo>
                  <a:lnTo>
                    <a:pt x="4661603" y="313670"/>
                  </a:lnTo>
                  <a:lnTo>
                    <a:pt x="4600266" y="305238"/>
                  </a:lnTo>
                  <a:lnTo>
                    <a:pt x="4538929" y="296841"/>
                  </a:lnTo>
                  <a:lnTo>
                    <a:pt x="4477592" y="288480"/>
                  </a:lnTo>
                  <a:lnTo>
                    <a:pt x="4416255" y="280159"/>
                  </a:lnTo>
                  <a:lnTo>
                    <a:pt x="4354918" y="271878"/>
                  </a:lnTo>
                  <a:lnTo>
                    <a:pt x="4293581" y="263640"/>
                  </a:lnTo>
                  <a:lnTo>
                    <a:pt x="4232244" y="255446"/>
                  </a:lnTo>
                  <a:lnTo>
                    <a:pt x="4170907" y="247300"/>
                  </a:lnTo>
                  <a:lnTo>
                    <a:pt x="4109571" y="239203"/>
                  </a:lnTo>
                  <a:lnTo>
                    <a:pt x="4048234" y="231159"/>
                  </a:lnTo>
                  <a:lnTo>
                    <a:pt x="3986897" y="223169"/>
                  </a:lnTo>
                  <a:lnTo>
                    <a:pt x="3925560" y="215238"/>
                  </a:lnTo>
                  <a:lnTo>
                    <a:pt x="3864223" y="207368"/>
                  </a:lnTo>
                  <a:lnTo>
                    <a:pt x="3802886" y="199562"/>
                  </a:lnTo>
                  <a:lnTo>
                    <a:pt x="3741549" y="191824"/>
                  </a:lnTo>
                  <a:lnTo>
                    <a:pt x="3680212" y="184158"/>
                  </a:lnTo>
                  <a:lnTo>
                    <a:pt x="3618876" y="176568"/>
                  </a:lnTo>
                  <a:lnTo>
                    <a:pt x="3557539" y="169058"/>
                  </a:lnTo>
                  <a:lnTo>
                    <a:pt x="3496202" y="161632"/>
                  </a:lnTo>
                  <a:lnTo>
                    <a:pt x="3434865" y="154294"/>
                  </a:lnTo>
                  <a:lnTo>
                    <a:pt x="3373528" y="147051"/>
                  </a:lnTo>
                  <a:lnTo>
                    <a:pt x="3312191" y="139907"/>
                  </a:lnTo>
                  <a:lnTo>
                    <a:pt x="3250854" y="132868"/>
                  </a:lnTo>
                  <a:lnTo>
                    <a:pt x="3189517" y="125938"/>
                  </a:lnTo>
                  <a:lnTo>
                    <a:pt x="3128180" y="119125"/>
                  </a:lnTo>
                  <a:lnTo>
                    <a:pt x="3066844" y="112435"/>
                  </a:lnTo>
                  <a:lnTo>
                    <a:pt x="3005507" y="105873"/>
                  </a:lnTo>
                  <a:lnTo>
                    <a:pt x="2944170" y="99448"/>
                  </a:lnTo>
                  <a:lnTo>
                    <a:pt x="2882833" y="93165"/>
                  </a:lnTo>
                  <a:lnTo>
                    <a:pt x="2821496" y="87033"/>
                  </a:lnTo>
                  <a:lnTo>
                    <a:pt x="2760159" y="81057"/>
                  </a:lnTo>
                  <a:lnTo>
                    <a:pt x="2698822" y="75247"/>
                  </a:lnTo>
                  <a:lnTo>
                    <a:pt x="2637485" y="69608"/>
                  </a:lnTo>
                  <a:lnTo>
                    <a:pt x="2576149" y="64150"/>
                  </a:lnTo>
                  <a:lnTo>
                    <a:pt x="2514812" y="58879"/>
                  </a:lnTo>
                  <a:lnTo>
                    <a:pt x="2453475" y="53803"/>
                  </a:lnTo>
                  <a:lnTo>
                    <a:pt x="2392138" y="48930"/>
                  </a:lnTo>
                  <a:lnTo>
                    <a:pt x="2330801" y="44265"/>
                  </a:lnTo>
                  <a:lnTo>
                    <a:pt x="2269464" y="39816"/>
                  </a:lnTo>
                  <a:lnTo>
                    <a:pt x="2208127" y="35589"/>
                  </a:lnTo>
                  <a:lnTo>
                    <a:pt x="2146790" y="31590"/>
                  </a:lnTo>
                  <a:lnTo>
                    <a:pt x="2085453" y="27823"/>
                  </a:lnTo>
                  <a:lnTo>
                    <a:pt x="2024117" y="24293"/>
                  </a:lnTo>
                  <a:lnTo>
                    <a:pt x="1962780" y="21003"/>
                  </a:lnTo>
                  <a:lnTo>
                    <a:pt x="1901443" y="17957"/>
                  </a:lnTo>
                  <a:lnTo>
                    <a:pt x="1840106" y="15154"/>
                  </a:lnTo>
                  <a:lnTo>
                    <a:pt x="1778769" y="12597"/>
                  </a:lnTo>
                  <a:lnTo>
                    <a:pt x="1717432" y="10286"/>
                  </a:lnTo>
                  <a:lnTo>
                    <a:pt x="1656095" y="8218"/>
                  </a:lnTo>
                  <a:lnTo>
                    <a:pt x="1594758" y="6393"/>
                  </a:lnTo>
                  <a:lnTo>
                    <a:pt x="1533422" y="4807"/>
                  </a:lnTo>
                  <a:lnTo>
                    <a:pt x="1472085" y="3456"/>
                  </a:lnTo>
                  <a:lnTo>
                    <a:pt x="1410748" y="2336"/>
                  </a:lnTo>
                  <a:lnTo>
                    <a:pt x="1349411" y="1442"/>
                  </a:lnTo>
                  <a:lnTo>
                    <a:pt x="1288074" y="768"/>
                  </a:lnTo>
                  <a:lnTo>
                    <a:pt x="1226737" y="307"/>
                  </a:lnTo>
                  <a:lnTo>
                    <a:pt x="1165400" y="54"/>
                  </a:lnTo>
                  <a:lnTo>
                    <a:pt x="1104063" y="0"/>
                  </a:lnTo>
                  <a:lnTo>
                    <a:pt x="1042726" y="138"/>
                  </a:lnTo>
                  <a:lnTo>
                    <a:pt x="981390" y="461"/>
                  </a:lnTo>
                  <a:lnTo>
                    <a:pt x="920053" y="962"/>
                  </a:lnTo>
                  <a:lnTo>
                    <a:pt x="858716" y="1632"/>
                  </a:lnTo>
                  <a:lnTo>
                    <a:pt x="797379" y="2465"/>
                  </a:lnTo>
                  <a:lnTo>
                    <a:pt x="736042" y="3453"/>
                  </a:lnTo>
                  <a:lnTo>
                    <a:pt x="674705" y="4588"/>
                  </a:lnTo>
                  <a:lnTo>
                    <a:pt x="613368" y="5863"/>
                  </a:lnTo>
                  <a:lnTo>
                    <a:pt x="552031" y="7272"/>
                  </a:lnTo>
                  <a:lnTo>
                    <a:pt x="490695" y="8808"/>
                  </a:lnTo>
                  <a:lnTo>
                    <a:pt x="429358" y="10464"/>
                  </a:lnTo>
                  <a:lnTo>
                    <a:pt x="368021" y="12235"/>
                  </a:lnTo>
                  <a:lnTo>
                    <a:pt x="306684" y="14114"/>
                  </a:lnTo>
                  <a:lnTo>
                    <a:pt x="245347" y="16095"/>
                  </a:lnTo>
                  <a:lnTo>
                    <a:pt x="184010" y="18174"/>
                  </a:lnTo>
                  <a:lnTo>
                    <a:pt x="122673" y="20345"/>
                  </a:lnTo>
                  <a:lnTo>
                    <a:pt x="61336" y="22604"/>
                  </a:lnTo>
                  <a:lnTo>
                    <a:pt x="0" y="249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28338" y="4224831"/>
              <a:ext cx="4845613" cy="205269"/>
            </a:xfrm>
            <a:custGeom>
              <a:avLst/>
              <a:pathLst>
                <a:path w="4845613" h="205269">
                  <a:moveTo>
                    <a:pt x="0" y="0"/>
                  </a:moveTo>
                  <a:lnTo>
                    <a:pt x="61336" y="2598"/>
                  </a:lnTo>
                  <a:lnTo>
                    <a:pt x="122673" y="5196"/>
                  </a:lnTo>
                  <a:lnTo>
                    <a:pt x="184010" y="7795"/>
                  </a:lnTo>
                  <a:lnTo>
                    <a:pt x="245347" y="10393"/>
                  </a:lnTo>
                  <a:lnTo>
                    <a:pt x="306684" y="12991"/>
                  </a:lnTo>
                  <a:lnTo>
                    <a:pt x="368021" y="15590"/>
                  </a:lnTo>
                  <a:lnTo>
                    <a:pt x="429358" y="18188"/>
                  </a:lnTo>
                  <a:lnTo>
                    <a:pt x="490695" y="20786"/>
                  </a:lnTo>
                  <a:lnTo>
                    <a:pt x="552031" y="23385"/>
                  </a:lnTo>
                  <a:lnTo>
                    <a:pt x="613368" y="25983"/>
                  </a:lnTo>
                  <a:lnTo>
                    <a:pt x="674705" y="28581"/>
                  </a:lnTo>
                  <a:lnTo>
                    <a:pt x="736042" y="31180"/>
                  </a:lnTo>
                  <a:lnTo>
                    <a:pt x="797379" y="33778"/>
                  </a:lnTo>
                  <a:lnTo>
                    <a:pt x="858716" y="36376"/>
                  </a:lnTo>
                  <a:lnTo>
                    <a:pt x="920053" y="38975"/>
                  </a:lnTo>
                  <a:lnTo>
                    <a:pt x="981390" y="41573"/>
                  </a:lnTo>
                  <a:lnTo>
                    <a:pt x="1042726" y="44171"/>
                  </a:lnTo>
                  <a:lnTo>
                    <a:pt x="1104063" y="46770"/>
                  </a:lnTo>
                  <a:lnTo>
                    <a:pt x="1165400" y="49368"/>
                  </a:lnTo>
                  <a:lnTo>
                    <a:pt x="1226737" y="51966"/>
                  </a:lnTo>
                  <a:lnTo>
                    <a:pt x="1288074" y="54565"/>
                  </a:lnTo>
                  <a:lnTo>
                    <a:pt x="1349411" y="57163"/>
                  </a:lnTo>
                  <a:lnTo>
                    <a:pt x="1410748" y="59761"/>
                  </a:lnTo>
                  <a:lnTo>
                    <a:pt x="1472085" y="62360"/>
                  </a:lnTo>
                  <a:lnTo>
                    <a:pt x="1533422" y="64958"/>
                  </a:lnTo>
                  <a:lnTo>
                    <a:pt x="1594758" y="67556"/>
                  </a:lnTo>
                  <a:lnTo>
                    <a:pt x="1656095" y="70155"/>
                  </a:lnTo>
                  <a:lnTo>
                    <a:pt x="1717432" y="72753"/>
                  </a:lnTo>
                  <a:lnTo>
                    <a:pt x="1778769" y="75351"/>
                  </a:lnTo>
                  <a:lnTo>
                    <a:pt x="1840106" y="77950"/>
                  </a:lnTo>
                  <a:lnTo>
                    <a:pt x="1901443" y="80548"/>
                  </a:lnTo>
                  <a:lnTo>
                    <a:pt x="1962780" y="83146"/>
                  </a:lnTo>
                  <a:lnTo>
                    <a:pt x="2024117" y="85745"/>
                  </a:lnTo>
                  <a:lnTo>
                    <a:pt x="2085453" y="88343"/>
                  </a:lnTo>
                  <a:lnTo>
                    <a:pt x="2146790" y="90942"/>
                  </a:lnTo>
                  <a:lnTo>
                    <a:pt x="2208127" y="93540"/>
                  </a:lnTo>
                  <a:lnTo>
                    <a:pt x="2269464" y="96138"/>
                  </a:lnTo>
                  <a:lnTo>
                    <a:pt x="2330801" y="98737"/>
                  </a:lnTo>
                  <a:lnTo>
                    <a:pt x="2392138" y="101335"/>
                  </a:lnTo>
                  <a:lnTo>
                    <a:pt x="2453475" y="103933"/>
                  </a:lnTo>
                  <a:lnTo>
                    <a:pt x="2514812" y="106532"/>
                  </a:lnTo>
                  <a:lnTo>
                    <a:pt x="2576149" y="109130"/>
                  </a:lnTo>
                  <a:lnTo>
                    <a:pt x="2637485" y="111728"/>
                  </a:lnTo>
                  <a:lnTo>
                    <a:pt x="2698822" y="114327"/>
                  </a:lnTo>
                  <a:lnTo>
                    <a:pt x="2760159" y="116925"/>
                  </a:lnTo>
                  <a:lnTo>
                    <a:pt x="2821496" y="119523"/>
                  </a:lnTo>
                  <a:lnTo>
                    <a:pt x="2882833" y="122122"/>
                  </a:lnTo>
                  <a:lnTo>
                    <a:pt x="2944170" y="124720"/>
                  </a:lnTo>
                  <a:lnTo>
                    <a:pt x="3005507" y="127318"/>
                  </a:lnTo>
                  <a:lnTo>
                    <a:pt x="3066844" y="129917"/>
                  </a:lnTo>
                  <a:lnTo>
                    <a:pt x="3128180" y="132515"/>
                  </a:lnTo>
                  <a:lnTo>
                    <a:pt x="3189517" y="135113"/>
                  </a:lnTo>
                  <a:lnTo>
                    <a:pt x="3250854" y="137712"/>
                  </a:lnTo>
                  <a:lnTo>
                    <a:pt x="3312191" y="140310"/>
                  </a:lnTo>
                  <a:lnTo>
                    <a:pt x="3373528" y="142908"/>
                  </a:lnTo>
                  <a:lnTo>
                    <a:pt x="3434865" y="145507"/>
                  </a:lnTo>
                  <a:lnTo>
                    <a:pt x="3496202" y="148105"/>
                  </a:lnTo>
                  <a:lnTo>
                    <a:pt x="3557539" y="150703"/>
                  </a:lnTo>
                  <a:lnTo>
                    <a:pt x="3618876" y="153302"/>
                  </a:lnTo>
                  <a:lnTo>
                    <a:pt x="3680212" y="155900"/>
                  </a:lnTo>
                  <a:lnTo>
                    <a:pt x="3741549" y="158498"/>
                  </a:lnTo>
                  <a:lnTo>
                    <a:pt x="3802886" y="161097"/>
                  </a:lnTo>
                  <a:lnTo>
                    <a:pt x="3864223" y="163695"/>
                  </a:lnTo>
                  <a:lnTo>
                    <a:pt x="3925560" y="166293"/>
                  </a:lnTo>
                  <a:lnTo>
                    <a:pt x="3986897" y="168892"/>
                  </a:lnTo>
                  <a:lnTo>
                    <a:pt x="4048234" y="171490"/>
                  </a:lnTo>
                  <a:lnTo>
                    <a:pt x="4109571" y="174088"/>
                  </a:lnTo>
                  <a:lnTo>
                    <a:pt x="4170907" y="176687"/>
                  </a:lnTo>
                  <a:lnTo>
                    <a:pt x="4232244" y="179285"/>
                  </a:lnTo>
                  <a:lnTo>
                    <a:pt x="4293581" y="181884"/>
                  </a:lnTo>
                  <a:lnTo>
                    <a:pt x="4354918" y="184482"/>
                  </a:lnTo>
                  <a:lnTo>
                    <a:pt x="4416255" y="187080"/>
                  </a:lnTo>
                  <a:lnTo>
                    <a:pt x="4477592" y="189679"/>
                  </a:lnTo>
                  <a:lnTo>
                    <a:pt x="4538929" y="192277"/>
                  </a:lnTo>
                  <a:lnTo>
                    <a:pt x="4600266" y="194875"/>
                  </a:lnTo>
                  <a:lnTo>
                    <a:pt x="4661603" y="197474"/>
                  </a:lnTo>
                  <a:lnTo>
                    <a:pt x="4722939" y="200072"/>
                  </a:lnTo>
                  <a:lnTo>
                    <a:pt x="4784276" y="202670"/>
                  </a:lnTo>
                  <a:lnTo>
                    <a:pt x="4845613" y="20526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3955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088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07820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19475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79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2489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1182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19875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98407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2227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46047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9867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95298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69118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293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16758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39864" y="5925448"/>
              <a:ext cx="7061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RDA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1876" y="1669789"/>
              <a:ext cx="35562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(RDA) vs Size at Final Time Point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169635" y="30358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169635" y="246112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169635" y="256068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929038" y="28329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929038" y="30012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929038" y="28082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455323" y="31596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5455323" y="310552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5455323" y="325579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823671" y="222224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823671" y="303009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823671" y="30722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6898879" y="334272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898879" y="331897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898879" y="352690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871698" y="31877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871698" y="32066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871698" y="301313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427662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427662" y="46165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427662" y="441760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588471" y="37111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588471" y="375292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588471" y="372447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228338" y="2070498"/>
              <a:ext cx="5729243" cy="1987540"/>
            </a:xfrm>
            <a:custGeom>
              <a:avLst/>
              <a:pathLst>
                <a:path w="5729243" h="1987540">
                  <a:moveTo>
                    <a:pt x="0" y="0"/>
                  </a:moveTo>
                  <a:lnTo>
                    <a:pt x="72522" y="21862"/>
                  </a:lnTo>
                  <a:lnTo>
                    <a:pt x="145044" y="43691"/>
                  </a:lnTo>
                  <a:lnTo>
                    <a:pt x="217566" y="65485"/>
                  </a:lnTo>
                  <a:lnTo>
                    <a:pt x="290088" y="87242"/>
                  </a:lnTo>
                  <a:lnTo>
                    <a:pt x="362610" y="108961"/>
                  </a:lnTo>
                  <a:lnTo>
                    <a:pt x="435132" y="130639"/>
                  </a:lnTo>
                  <a:lnTo>
                    <a:pt x="507654" y="152274"/>
                  </a:lnTo>
                  <a:lnTo>
                    <a:pt x="580176" y="173865"/>
                  </a:lnTo>
                  <a:lnTo>
                    <a:pt x="652698" y="195409"/>
                  </a:lnTo>
                  <a:lnTo>
                    <a:pt x="725220" y="216904"/>
                  </a:lnTo>
                  <a:lnTo>
                    <a:pt x="797742" y="238346"/>
                  </a:lnTo>
                  <a:lnTo>
                    <a:pt x="870264" y="259734"/>
                  </a:lnTo>
                  <a:lnTo>
                    <a:pt x="942786" y="281065"/>
                  </a:lnTo>
                  <a:lnTo>
                    <a:pt x="1015308" y="302334"/>
                  </a:lnTo>
                  <a:lnTo>
                    <a:pt x="1087830" y="323540"/>
                  </a:lnTo>
                  <a:lnTo>
                    <a:pt x="1160353" y="344678"/>
                  </a:lnTo>
                  <a:lnTo>
                    <a:pt x="1232875" y="365745"/>
                  </a:lnTo>
                  <a:lnTo>
                    <a:pt x="1305397" y="386736"/>
                  </a:lnTo>
                  <a:lnTo>
                    <a:pt x="1377919" y="407647"/>
                  </a:lnTo>
                  <a:lnTo>
                    <a:pt x="1450441" y="428474"/>
                  </a:lnTo>
                  <a:lnTo>
                    <a:pt x="1522963" y="449212"/>
                  </a:lnTo>
                  <a:lnTo>
                    <a:pt x="1595485" y="469855"/>
                  </a:lnTo>
                  <a:lnTo>
                    <a:pt x="1668007" y="490398"/>
                  </a:lnTo>
                  <a:lnTo>
                    <a:pt x="1740529" y="510834"/>
                  </a:lnTo>
                  <a:lnTo>
                    <a:pt x="1813051" y="531158"/>
                  </a:lnTo>
                  <a:lnTo>
                    <a:pt x="1885573" y="551363"/>
                  </a:lnTo>
                  <a:lnTo>
                    <a:pt x="1958095" y="571440"/>
                  </a:lnTo>
                  <a:lnTo>
                    <a:pt x="2030617" y="591383"/>
                  </a:lnTo>
                  <a:lnTo>
                    <a:pt x="2103139" y="611182"/>
                  </a:lnTo>
                  <a:lnTo>
                    <a:pt x="2175661" y="630830"/>
                  </a:lnTo>
                  <a:lnTo>
                    <a:pt x="2248184" y="650315"/>
                  </a:lnTo>
                  <a:lnTo>
                    <a:pt x="2320706" y="669630"/>
                  </a:lnTo>
                  <a:lnTo>
                    <a:pt x="2393228" y="688762"/>
                  </a:lnTo>
                  <a:lnTo>
                    <a:pt x="2465750" y="707701"/>
                  </a:lnTo>
                  <a:lnTo>
                    <a:pt x="2538272" y="726434"/>
                  </a:lnTo>
                  <a:lnTo>
                    <a:pt x="2610794" y="744949"/>
                  </a:lnTo>
                  <a:lnTo>
                    <a:pt x="2683316" y="763234"/>
                  </a:lnTo>
                  <a:lnTo>
                    <a:pt x="2755838" y="781273"/>
                  </a:lnTo>
                  <a:lnTo>
                    <a:pt x="2828360" y="799053"/>
                  </a:lnTo>
                  <a:lnTo>
                    <a:pt x="2900882" y="816560"/>
                  </a:lnTo>
                  <a:lnTo>
                    <a:pt x="2973404" y="833777"/>
                  </a:lnTo>
                  <a:lnTo>
                    <a:pt x="3045926" y="850690"/>
                  </a:lnTo>
                  <a:lnTo>
                    <a:pt x="3118448" y="867282"/>
                  </a:lnTo>
                  <a:lnTo>
                    <a:pt x="3190970" y="883539"/>
                  </a:lnTo>
                  <a:lnTo>
                    <a:pt x="3263492" y="899443"/>
                  </a:lnTo>
                  <a:lnTo>
                    <a:pt x="3336014" y="914980"/>
                  </a:lnTo>
                  <a:lnTo>
                    <a:pt x="3408537" y="930136"/>
                  </a:lnTo>
                  <a:lnTo>
                    <a:pt x="3481059" y="944895"/>
                  </a:lnTo>
                  <a:lnTo>
                    <a:pt x="3553581" y="959244"/>
                  </a:lnTo>
                  <a:lnTo>
                    <a:pt x="3626103" y="973173"/>
                  </a:lnTo>
                  <a:lnTo>
                    <a:pt x="3698625" y="986669"/>
                  </a:lnTo>
                  <a:lnTo>
                    <a:pt x="3771147" y="999724"/>
                  </a:lnTo>
                  <a:lnTo>
                    <a:pt x="3843669" y="1012332"/>
                  </a:lnTo>
                  <a:lnTo>
                    <a:pt x="3916191" y="1024486"/>
                  </a:lnTo>
                  <a:lnTo>
                    <a:pt x="3988713" y="1036185"/>
                  </a:lnTo>
                  <a:lnTo>
                    <a:pt x="4061235" y="1047427"/>
                  </a:lnTo>
                  <a:lnTo>
                    <a:pt x="4133757" y="1058214"/>
                  </a:lnTo>
                  <a:lnTo>
                    <a:pt x="4206279" y="1068550"/>
                  </a:lnTo>
                  <a:lnTo>
                    <a:pt x="4278801" y="1078440"/>
                  </a:lnTo>
                  <a:lnTo>
                    <a:pt x="4351323" y="1087892"/>
                  </a:lnTo>
                  <a:lnTo>
                    <a:pt x="4423845" y="1096915"/>
                  </a:lnTo>
                  <a:lnTo>
                    <a:pt x="4496368" y="1105521"/>
                  </a:lnTo>
                  <a:lnTo>
                    <a:pt x="4568890" y="1113723"/>
                  </a:lnTo>
                  <a:lnTo>
                    <a:pt x="4641412" y="1121533"/>
                  </a:lnTo>
                  <a:lnTo>
                    <a:pt x="4713934" y="1128966"/>
                  </a:lnTo>
                  <a:lnTo>
                    <a:pt x="4786456" y="1136037"/>
                  </a:lnTo>
                  <a:lnTo>
                    <a:pt x="4858978" y="1142762"/>
                  </a:lnTo>
                  <a:lnTo>
                    <a:pt x="4931500" y="1149157"/>
                  </a:lnTo>
                  <a:lnTo>
                    <a:pt x="5004022" y="1155237"/>
                  </a:lnTo>
                  <a:lnTo>
                    <a:pt x="5076544" y="1161017"/>
                  </a:lnTo>
                  <a:lnTo>
                    <a:pt x="5149066" y="1166514"/>
                  </a:lnTo>
                  <a:lnTo>
                    <a:pt x="5221588" y="1171743"/>
                  </a:lnTo>
                  <a:lnTo>
                    <a:pt x="5294110" y="1176717"/>
                  </a:lnTo>
                  <a:lnTo>
                    <a:pt x="5366632" y="1181452"/>
                  </a:lnTo>
                  <a:lnTo>
                    <a:pt x="5439154" y="1185960"/>
                  </a:lnTo>
                  <a:lnTo>
                    <a:pt x="5511676" y="1190254"/>
                  </a:lnTo>
                  <a:lnTo>
                    <a:pt x="5584198" y="1194348"/>
                  </a:lnTo>
                  <a:lnTo>
                    <a:pt x="5656721" y="1198252"/>
                  </a:lnTo>
                  <a:lnTo>
                    <a:pt x="5729243" y="1201978"/>
                  </a:lnTo>
                  <a:lnTo>
                    <a:pt x="5729243" y="1987540"/>
                  </a:lnTo>
                  <a:lnTo>
                    <a:pt x="5656721" y="1968164"/>
                  </a:lnTo>
                  <a:lnTo>
                    <a:pt x="5584198" y="1948966"/>
                  </a:lnTo>
                  <a:lnTo>
                    <a:pt x="5511676" y="1929958"/>
                  </a:lnTo>
                  <a:lnTo>
                    <a:pt x="5439154" y="1911151"/>
                  </a:lnTo>
                  <a:lnTo>
                    <a:pt x="5366632" y="1892557"/>
                  </a:lnTo>
                  <a:lnTo>
                    <a:pt x="5294110" y="1874190"/>
                  </a:lnTo>
                  <a:lnTo>
                    <a:pt x="5221588" y="1856062"/>
                  </a:lnTo>
                  <a:lnTo>
                    <a:pt x="5149066" y="1838189"/>
                  </a:lnTo>
                  <a:lnTo>
                    <a:pt x="5076544" y="1820584"/>
                  </a:lnTo>
                  <a:lnTo>
                    <a:pt x="5004022" y="1803263"/>
                  </a:lnTo>
                  <a:lnTo>
                    <a:pt x="4931500" y="1786241"/>
                  </a:lnTo>
                  <a:lnTo>
                    <a:pt x="4858978" y="1769534"/>
                  </a:lnTo>
                  <a:lnTo>
                    <a:pt x="4786456" y="1753157"/>
                  </a:lnTo>
                  <a:lnTo>
                    <a:pt x="4713934" y="1737126"/>
                  </a:lnTo>
                  <a:lnTo>
                    <a:pt x="4641412" y="1721458"/>
                  </a:lnTo>
                  <a:lnTo>
                    <a:pt x="4568890" y="1706166"/>
                  </a:lnTo>
                  <a:lnTo>
                    <a:pt x="4496368" y="1691265"/>
                  </a:lnTo>
                  <a:lnTo>
                    <a:pt x="4423845" y="1676770"/>
                  </a:lnTo>
                  <a:lnTo>
                    <a:pt x="4351323" y="1662691"/>
                  </a:lnTo>
                  <a:lnTo>
                    <a:pt x="4278801" y="1649041"/>
                  </a:lnTo>
                  <a:lnTo>
                    <a:pt x="4206279" y="1635829"/>
                  </a:lnTo>
                  <a:lnTo>
                    <a:pt x="4133757" y="1623063"/>
                  </a:lnTo>
                  <a:lnTo>
                    <a:pt x="4061235" y="1610748"/>
                  </a:lnTo>
                  <a:lnTo>
                    <a:pt x="3988713" y="1598888"/>
                  </a:lnTo>
                  <a:lnTo>
                    <a:pt x="3916191" y="1587485"/>
                  </a:lnTo>
                  <a:lnTo>
                    <a:pt x="3843669" y="1576538"/>
                  </a:lnTo>
                  <a:lnTo>
                    <a:pt x="3771147" y="1566043"/>
                  </a:lnTo>
                  <a:lnTo>
                    <a:pt x="3698625" y="1555997"/>
                  </a:lnTo>
                  <a:lnTo>
                    <a:pt x="3626103" y="1546391"/>
                  </a:lnTo>
                  <a:lnTo>
                    <a:pt x="3553581" y="1537218"/>
                  </a:lnTo>
                  <a:lnTo>
                    <a:pt x="3481059" y="1528466"/>
                  </a:lnTo>
                  <a:lnTo>
                    <a:pt x="3408537" y="1520123"/>
                  </a:lnTo>
                  <a:lnTo>
                    <a:pt x="3336014" y="1512176"/>
                  </a:lnTo>
                  <a:lnTo>
                    <a:pt x="3263492" y="1504612"/>
                  </a:lnTo>
                  <a:lnTo>
                    <a:pt x="3190970" y="1497414"/>
                  </a:lnTo>
                  <a:lnTo>
                    <a:pt x="3118448" y="1490569"/>
                  </a:lnTo>
                  <a:lnTo>
                    <a:pt x="3045926" y="1484059"/>
                  </a:lnTo>
                  <a:lnTo>
                    <a:pt x="2973404" y="1477870"/>
                  </a:lnTo>
                  <a:lnTo>
                    <a:pt x="2900882" y="1471986"/>
                  </a:lnTo>
                  <a:lnTo>
                    <a:pt x="2828360" y="1466390"/>
                  </a:lnTo>
                  <a:lnTo>
                    <a:pt x="2755838" y="1461069"/>
                  </a:lnTo>
                  <a:lnTo>
                    <a:pt x="2683316" y="1456006"/>
                  </a:lnTo>
                  <a:lnTo>
                    <a:pt x="2610794" y="1451189"/>
                  </a:lnTo>
                  <a:lnTo>
                    <a:pt x="2538272" y="1446602"/>
                  </a:lnTo>
                  <a:lnTo>
                    <a:pt x="2465750" y="1442234"/>
                  </a:lnTo>
                  <a:lnTo>
                    <a:pt x="2393228" y="1438070"/>
                  </a:lnTo>
                  <a:lnTo>
                    <a:pt x="2320706" y="1434101"/>
                  </a:lnTo>
                  <a:lnTo>
                    <a:pt x="2248184" y="1430313"/>
                  </a:lnTo>
                  <a:lnTo>
                    <a:pt x="2175661" y="1426697"/>
                  </a:lnTo>
                  <a:lnTo>
                    <a:pt x="2103139" y="1423243"/>
                  </a:lnTo>
                  <a:lnTo>
                    <a:pt x="2030617" y="1419941"/>
                  </a:lnTo>
                  <a:lnTo>
                    <a:pt x="1958095" y="1416781"/>
                  </a:lnTo>
                  <a:lnTo>
                    <a:pt x="1885573" y="1413757"/>
                  </a:lnTo>
                  <a:lnTo>
                    <a:pt x="1813051" y="1410859"/>
                  </a:lnTo>
                  <a:lnTo>
                    <a:pt x="1740529" y="1408081"/>
                  </a:lnTo>
                  <a:lnTo>
                    <a:pt x="1668007" y="1405416"/>
                  </a:lnTo>
                  <a:lnTo>
                    <a:pt x="1595485" y="1402857"/>
                  </a:lnTo>
                  <a:lnTo>
                    <a:pt x="1522963" y="1400398"/>
                  </a:lnTo>
                  <a:lnTo>
                    <a:pt x="1450441" y="1398034"/>
                  </a:lnTo>
                  <a:lnTo>
                    <a:pt x="1377919" y="1395759"/>
                  </a:lnTo>
                  <a:lnTo>
                    <a:pt x="1305397" y="1393569"/>
                  </a:lnTo>
                  <a:lnTo>
                    <a:pt x="1232875" y="1391458"/>
                  </a:lnTo>
                  <a:lnTo>
                    <a:pt x="1160353" y="1389423"/>
                  </a:lnTo>
                  <a:lnTo>
                    <a:pt x="1087830" y="1387459"/>
                  </a:lnTo>
                  <a:lnTo>
                    <a:pt x="1015308" y="1385563"/>
                  </a:lnTo>
                  <a:lnTo>
                    <a:pt x="942786" y="1383731"/>
                  </a:lnTo>
                  <a:lnTo>
                    <a:pt x="870264" y="1381959"/>
                  </a:lnTo>
                  <a:lnTo>
                    <a:pt x="797742" y="1380245"/>
                  </a:lnTo>
                  <a:lnTo>
                    <a:pt x="725220" y="1378586"/>
                  </a:lnTo>
                  <a:lnTo>
                    <a:pt x="652698" y="1376979"/>
                  </a:lnTo>
                  <a:lnTo>
                    <a:pt x="580176" y="1375421"/>
                  </a:lnTo>
                  <a:lnTo>
                    <a:pt x="507654" y="1373910"/>
                  </a:lnTo>
                  <a:lnTo>
                    <a:pt x="435132" y="1372443"/>
                  </a:lnTo>
                  <a:lnTo>
                    <a:pt x="362610" y="1371020"/>
                  </a:lnTo>
                  <a:lnTo>
                    <a:pt x="290088" y="1369636"/>
                  </a:lnTo>
                  <a:lnTo>
                    <a:pt x="217566" y="1368291"/>
                  </a:lnTo>
                  <a:lnTo>
                    <a:pt x="145044" y="1366984"/>
                  </a:lnTo>
                  <a:lnTo>
                    <a:pt x="72522" y="1365711"/>
                  </a:lnTo>
                  <a:lnTo>
                    <a:pt x="0" y="136447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28338" y="2070498"/>
              <a:ext cx="5729243" cy="1201978"/>
            </a:xfrm>
            <a:custGeom>
              <a:avLst/>
              <a:pathLst>
                <a:path w="5729243" h="1201978">
                  <a:moveTo>
                    <a:pt x="0" y="0"/>
                  </a:moveTo>
                  <a:lnTo>
                    <a:pt x="72522" y="21862"/>
                  </a:lnTo>
                  <a:lnTo>
                    <a:pt x="145044" y="43691"/>
                  </a:lnTo>
                  <a:lnTo>
                    <a:pt x="217566" y="65485"/>
                  </a:lnTo>
                  <a:lnTo>
                    <a:pt x="290088" y="87242"/>
                  </a:lnTo>
                  <a:lnTo>
                    <a:pt x="362610" y="108961"/>
                  </a:lnTo>
                  <a:lnTo>
                    <a:pt x="435132" y="130639"/>
                  </a:lnTo>
                  <a:lnTo>
                    <a:pt x="507654" y="152274"/>
                  </a:lnTo>
                  <a:lnTo>
                    <a:pt x="580176" y="173865"/>
                  </a:lnTo>
                  <a:lnTo>
                    <a:pt x="652698" y="195409"/>
                  </a:lnTo>
                  <a:lnTo>
                    <a:pt x="725220" y="216904"/>
                  </a:lnTo>
                  <a:lnTo>
                    <a:pt x="797742" y="238346"/>
                  </a:lnTo>
                  <a:lnTo>
                    <a:pt x="870264" y="259734"/>
                  </a:lnTo>
                  <a:lnTo>
                    <a:pt x="942786" y="281065"/>
                  </a:lnTo>
                  <a:lnTo>
                    <a:pt x="1015308" y="302334"/>
                  </a:lnTo>
                  <a:lnTo>
                    <a:pt x="1087830" y="323540"/>
                  </a:lnTo>
                  <a:lnTo>
                    <a:pt x="1160353" y="344678"/>
                  </a:lnTo>
                  <a:lnTo>
                    <a:pt x="1232875" y="365745"/>
                  </a:lnTo>
                  <a:lnTo>
                    <a:pt x="1305397" y="386736"/>
                  </a:lnTo>
                  <a:lnTo>
                    <a:pt x="1377919" y="407647"/>
                  </a:lnTo>
                  <a:lnTo>
                    <a:pt x="1450441" y="428474"/>
                  </a:lnTo>
                  <a:lnTo>
                    <a:pt x="1522963" y="449212"/>
                  </a:lnTo>
                  <a:lnTo>
                    <a:pt x="1595485" y="469855"/>
                  </a:lnTo>
                  <a:lnTo>
                    <a:pt x="1668007" y="490398"/>
                  </a:lnTo>
                  <a:lnTo>
                    <a:pt x="1740529" y="510834"/>
                  </a:lnTo>
                  <a:lnTo>
                    <a:pt x="1813051" y="531158"/>
                  </a:lnTo>
                  <a:lnTo>
                    <a:pt x="1885573" y="551363"/>
                  </a:lnTo>
                  <a:lnTo>
                    <a:pt x="1958095" y="571440"/>
                  </a:lnTo>
                  <a:lnTo>
                    <a:pt x="2030617" y="591383"/>
                  </a:lnTo>
                  <a:lnTo>
                    <a:pt x="2103139" y="611182"/>
                  </a:lnTo>
                  <a:lnTo>
                    <a:pt x="2175661" y="630830"/>
                  </a:lnTo>
                  <a:lnTo>
                    <a:pt x="2248184" y="650315"/>
                  </a:lnTo>
                  <a:lnTo>
                    <a:pt x="2320706" y="669630"/>
                  </a:lnTo>
                  <a:lnTo>
                    <a:pt x="2393228" y="688762"/>
                  </a:lnTo>
                  <a:lnTo>
                    <a:pt x="2465750" y="707701"/>
                  </a:lnTo>
                  <a:lnTo>
                    <a:pt x="2538272" y="726434"/>
                  </a:lnTo>
                  <a:lnTo>
                    <a:pt x="2610794" y="744949"/>
                  </a:lnTo>
                  <a:lnTo>
                    <a:pt x="2683316" y="763234"/>
                  </a:lnTo>
                  <a:lnTo>
                    <a:pt x="2755838" y="781273"/>
                  </a:lnTo>
                  <a:lnTo>
                    <a:pt x="2828360" y="799053"/>
                  </a:lnTo>
                  <a:lnTo>
                    <a:pt x="2900882" y="816560"/>
                  </a:lnTo>
                  <a:lnTo>
                    <a:pt x="2973404" y="833777"/>
                  </a:lnTo>
                  <a:lnTo>
                    <a:pt x="3045926" y="850690"/>
                  </a:lnTo>
                  <a:lnTo>
                    <a:pt x="3118448" y="867282"/>
                  </a:lnTo>
                  <a:lnTo>
                    <a:pt x="3190970" y="883539"/>
                  </a:lnTo>
                  <a:lnTo>
                    <a:pt x="3263492" y="899443"/>
                  </a:lnTo>
                  <a:lnTo>
                    <a:pt x="3336014" y="914980"/>
                  </a:lnTo>
                  <a:lnTo>
                    <a:pt x="3408537" y="930136"/>
                  </a:lnTo>
                  <a:lnTo>
                    <a:pt x="3481059" y="944895"/>
                  </a:lnTo>
                  <a:lnTo>
                    <a:pt x="3553581" y="959244"/>
                  </a:lnTo>
                  <a:lnTo>
                    <a:pt x="3626103" y="973173"/>
                  </a:lnTo>
                  <a:lnTo>
                    <a:pt x="3698625" y="986669"/>
                  </a:lnTo>
                  <a:lnTo>
                    <a:pt x="3771147" y="999724"/>
                  </a:lnTo>
                  <a:lnTo>
                    <a:pt x="3843669" y="1012332"/>
                  </a:lnTo>
                  <a:lnTo>
                    <a:pt x="3916191" y="1024486"/>
                  </a:lnTo>
                  <a:lnTo>
                    <a:pt x="3988713" y="1036185"/>
                  </a:lnTo>
                  <a:lnTo>
                    <a:pt x="4061235" y="1047427"/>
                  </a:lnTo>
                  <a:lnTo>
                    <a:pt x="4133757" y="1058214"/>
                  </a:lnTo>
                  <a:lnTo>
                    <a:pt x="4206279" y="1068550"/>
                  </a:lnTo>
                  <a:lnTo>
                    <a:pt x="4278801" y="1078440"/>
                  </a:lnTo>
                  <a:lnTo>
                    <a:pt x="4351323" y="1087892"/>
                  </a:lnTo>
                  <a:lnTo>
                    <a:pt x="4423845" y="1096915"/>
                  </a:lnTo>
                  <a:lnTo>
                    <a:pt x="4496368" y="1105521"/>
                  </a:lnTo>
                  <a:lnTo>
                    <a:pt x="4568890" y="1113723"/>
                  </a:lnTo>
                  <a:lnTo>
                    <a:pt x="4641412" y="1121533"/>
                  </a:lnTo>
                  <a:lnTo>
                    <a:pt x="4713934" y="1128966"/>
                  </a:lnTo>
                  <a:lnTo>
                    <a:pt x="4786456" y="1136037"/>
                  </a:lnTo>
                  <a:lnTo>
                    <a:pt x="4858978" y="1142762"/>
                  </a:lnTo>
                  <a:lnTo>
                    <a:pt x="4931500" y="1149157"/>
                  </a:lnTo>
                  <a:lnTo>
                    <a:pt x="5004022" y="1155237"/>
                  </a:lnTo>
                  <a:lnTo>
                    <a:pt x="5076544" y="1161017"/>
                  </a:lnTo>
                  <a:lnTo>
                    <a:pt x="5149066" y="1166514"/>
                  </a:lnTo>
                  <a:lnTo>
                    <a:pt x="5221588" y="1171743"/>
                  </a:lnTo>
                  <a:lnTo>
                    <a:pt x="5294110" y="1176717"/>
                  </a:lnTo>
                  <a:lnTo>
                    <a:pt x="5366632" y="1181452"/>
                  </a:lnTo>
                  <a:lnTo>
                    <a:pt x="5439154" y="1185960"/>
                  </a:lnTo>
                  <a:lnTo>
                    <a:pt x="5511676" y="1190254"/>
                  </a:lnTo>
                  <a:lnTo>
                    <a:pt x="5584198" y="1194348"/>
                  </a:lnTo>
                  <a:lnTo>
                    <a:pt x="5656721" y="1198252"/>
                  </a:lnTo>
                  <a:lnTo>
                    <a:pt x="5729243" y="12019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28338" y="3434970"/>
              <a:ext cx="5729243" cy="623068"/>
            </a:xfrm>
            <a:custGeom>
              <a:avLst/>
              <a:pathLst>
                <a:path w="5729243" h="623068">
                  <a:moveTo>
                    <a:pt x="5729243" y="623068"/>
                  </a:moveTo>
                  <a:lnTo>
                    <a:pt x="5656721" y="603692"/>
                  </a:lnTo>
                  <a:lnTo>
                    <a:pt x="5584198" y="584494"/>
                  </a:lnTo>
                  <a:lnTo>
                    <a:pt x="5511676" y="565486"/>
                  </a:lnTo>
                  <a:lnTo>
                    <a:pt x="5439154" y="546679"/>
                  </a:lnTo>
                  <a:lnTo>
                    <a:pt x="5366632" y="528085"/>
                  </a:lnTo>
                  <a:lnTo>
                    <a:pt x="5294110" y="509718"/>
                  </a:lnTo>
                  <a:lnTo>
                    <a:pt x="5221588" y="491590"/>
                  </a:lnTo>
                  <a:lnTo>
                    <a:pt x="5149066" y="473717"/>
                  </a:lnTo>
                  <a:lnTo>
                    <a:pt x="5076544" y="456112"/>
                  </a:lnTo>
                  <a:lnTo>
                    <a:pt x="5004022" y="438791"/>
                  </a:lnTo>
                  <a:lnTo>
                    <a:pt x="4931500" y="421769"/>
                  </a:lnTo>
                  <a:lnTo>
                    <a:pt x="4858978" y="405062"/>
                  </a:lnTo>
                  <a:lnTo>
                    <a:pt x="4786456" y="388685"/>
                  </a:lnTo>
                  <a:lnTo>
                    <a:pt x="4713934" y="372654"/>
                  </a:lnTo>
                  <a:lnTo>
                    <a:pt x="4641412" y="356986"/>
                  </a:lnTo>
                  <a:lnTo>
                    <a:pt x="4568890" y="341694"/>
                  </a:lnTo>
                  <a:lnTo>
                    <a:pt x="4496368" y="326793"/>
                  </a:lnTo>
                  <a:lnTo>
                    <a:pt x="4423845" y="312298"/>
                  </a:lnTo>
                  <a:lnTo>
                    <a:pt x="4351323" y="298219"/>
                  </a:lnTo>
                  <a:lnTo>
                    <a:pt x="4278801" y="284569"/>
                  </a:lnTo>
                  <a:lnTo>
                    <a:pt x="4206279" y="271357"/>
                  </a:lnTo>
                  <a:lnTo>
                    <a:pt x="4133757" y="258591"/>
                  </a:lnTo>
                  <a:lnTo>
                    <a:pt x="4061235" y="246276"/>
                  </a:lnTo>
                  <a:lnTo>
                    <a:pt x="3988713" y="234416"/>
                  </a:lnTo>
                  <a:lnTo>
                    <a:pt x="3916191" y="223013"/>
                  </a:lnTo>
                  <a:lnTo>
                    <a:pt x="3843669" y="212066"/>
                  </a:lnTo>
                  <a:lnTo>
                    <a:pt x="3771147" y="201571"/>
                  </a:lnTo>
                  <a:lnTo>
                    <a:pt x="3698625" y="191525"/>
                  </a:lnTo>
                  <a:lnTo>
                    <a:pt x="3626103" y="181919"/>
                  </a:lnTo>
                  <a:lnTo>
                    <a:pt x="3553581" y="172746"/>
                  </a:lnTo>
                  <a:lnTo>
                    <a:pt x="3481059" y="163994"/>
                  </a:lnTo>
                  <a:lnTo>
                    <a:pt x="3408537" y="155651"/>
                  </a:lnTo>
                  <a:lnTo>
                    <a:pt x="3336014" y="147704"/>
                  </a:lnTo>
                  <a:lnTo>
                    <a:pt x="3263492" y="140140"/>
                  </a:lnTo>
                  <a:lnTo>
                    <a:pt x="3190970" y="132942"/>
                  </a:lnTo>
                  <a:lnTo>
                    <a:pt x="3118448" y="126097"/>
                  </a:lnTo>
                  <a:lnTo>
                    <a:pt x="3045926" y="119587"/>
                  </a:lnTo>
                  <a:lnTo>
                    <a:pt x="2973404" y="113398"/>
                  </a:lnTo>
                  <a:lnTo>
                    <a:pt x="2900882" y="107514"/>
                  </a:lnTo>
                  <a:lnTo>
                    <a:pt x="2828360" y="101918"/>
                  </a:lnTo>
                  <a:lnTo>
                    <a:pt x="2755838" y="96597"/>
                  </a:lnTo>
                  <a:lnTo>
                    <a:pt x="2683316" y="91534"/>
                  </a:lnTo>
                  <a:lnTo>
                    <a:pt x="2610794" y="86717"/>
                  </a:lnTo>
                  <a:lnTo>
                    <a:pt x="2538272" y="82130"/>
                  </a:lnTo>
                  <a:lnTo>
                    <a:pt x="2465750" y="77762"/>
                  </a:lnTo>
                  <a:lnTo>
                    <a:pt x="2393228" y="73598"/>
                  </a:lnTo>
                  <a:lnTo>
                    <a:pt x="2320706" y="69629"/>
                  </a:lnTo>
                  <a:lnTo>
                    <a:pt x="2248184" y="65841"/>
                  </a:lnTo>
                  <a:lnTo>
                    <a:pt x="2175661" y="62225"/>
                  </a:lnTo>
                  <a:lnTo>
                    <a:pt x="2103139" y="58771"/>
                  </a:lnTo>
                  <a:lnTo>
                    <a:pt x="2030617" y="55469"/>
                  </a:lnTo>
                  <a:lnTo>
                    <a:pt x="1958095" y="52309"/>
                  </a:lnTo>
                  <a:lnTo>
                    <a:pt x="1885573" y="49285"/>
                  </a:lnTo>
                  <a:lnTo>
                    <a:pt x="1813051" y="46387"/>
                  </a:lnTo>
                  <a:lnTo>
                    <a:pt x="1740529" y="43609"/>
                  </a:lnTo>
                  <a:lnTo>
                    <a:pt x="1668007" y="40944"/>
                  </a:lnTo>
                  <a:lnTo>
                    <a:pt x="1595485" y="38385"/>
                  </a:lnTo>
                  <a:lnTo>
                    <a:pt x="1522963" y="35926"/>
                  </a:lnTo>
                  <a:lnTo>
                    <a:pt x="1450441" y="33562"/>
                  </a:lnTo>
                  <a:lnTo>
                    <a:pt x="1377919" y="31287"/>
                  </a:lnTo>
                  <a:lnTo>
                    <a:pt x="1305397" y="29097"/>
                  </a:lnTo>
                  <a:lnTo>
                    <a:pt x="1232875" y="26986"/>
                  </a:lnTo>
                  <a:lnTo>
                    <a:pt x="1160353" y="24951"/>
                  </a:lnTo>
                  <a:lnTo>
                    <a:pt x="1087830" y="22987"/>
                  </a:lnTo>
                  <a:lnTo>
                    <a:pt x="1015308" y="21091"/>
                  </a:lnTo>
                  <a:lnTo>
                    <a:pt x="942786" y="19259"/>
                  </a:lnTo>
                  <a:lnTo>
                    <a:pt x="870264" y="17487"/>
                  </a:lnTo>
                  <a:lnTo>
                    <a:pt x="797742" y="15773"/>
                  </a:lnTo>
                  <a:lnTo>
                    <a:pt x="725220" y="14114"/>
                  </a:lnTo>
                  <a:lnTo>
                    <a:pt x="652698" y="12507"/>
                  </a:lnTo>
                  <a:lnTo>
                    <a:pt x="580176" y="10949"/>
                  </a:lnTo>
                  <a:lnTo>
                    <a:pt x="507654" y="9438"/>
                  </a:lnTo>
                  <a:lnTo>
                    <a:pt x="435132" y="7971"/>
                  </a:lnTo>
                  <a:lnTo>
                    <a:pt x="362610" y="6548"/>
                  </a:lnTo>
                  <a:lnTo>
                    <a:pt x="290088" y="5164"/>
                  </a:lnTo>
                  <a:lnTo>
                    <a:pt x="217566" y="3819"/>
                  </a:lnTo>
                  <a:lnTo>
                    <a:pt x="145044" y="2512"/>
                  </a:lnTo>
                  <a:lnTo>
                    <a:pt x="72522" y="12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8338" y="2752734"/>
              <a:ext cx="5729243" cy="912523"/>
            </a:xfrm>
            <a:custGeom>
              <a:avLst/>
              <a:pathLst>
                <a:path w="5729243" h="912523">
                  <a:moveTo>
                    <a:pt x="0" y="0"/>
                  </a:moveTo>
                  <a:lnTo>
                    <a:pt x="72522" y="11550"/>
                  </a:lnTo>
                  <a:lnTo>
                    <a:pt x="145044" y="23101"/>
                  </a:lnTo>
                  <a:lnTo>
                    <a:pt x="217566" y="34652"/>
                  </a:lnTo>
                  <a:lnTo>
                    <a:pt x="290088" y="46203"/>
                  </a:lnTo>
                  <a:lnTo>
                    <a:pt x="362610" y="57754"/>
                  </a:lnTo>
                  <a:lnTo>
                    <a:pt x="435132" y="69305"/>
                  </a:lnTo>
                  <a:lnTo>
                    <a:pt x="507654" y="80856"/>
                  </a:lnTo>
                  <a:lnTo>
                    <a:pt x="580176" y="92407"/>
                  </a:lnTo>
                  <a:lnTo>
                    <a:pt x="652698" y="103958"/>
                  </a:lnTo>
                  <a:lnTo>
                    <a:pt x="725220" y="115509"/>
                  </a:lnTo>
                  <a:lnTo>
                    <a:pt x="797742" y="127060"/>
                  </a:lnTo>
                  <a:lnTo>
                    <a:pt x="870264" y="138611"/>
                  </a:lnTo>
                  <a:lnTo>
                    <a:pt x="942786" y="150162"/>
                  </a:lnTo>
                  <a:lnTo>
                    <a:pt x="1015308" y="161713"/>
                  </a:lnTo>
                  <a:lnTo>
                    <a:pt x="1087830" y="173263"/>
                  </a:lnTo>
                  <a:lnTo>
                    <a:pt x="1160353" y="184814"/>
                  </a:lnTo>
                  <a:lnTo>
                    <a:pt x="1232875" y="196365"/>
                  </a:lnTo>
                  <a:lnTo>
                    <a:pt x="1305397" y="207916"/>
                  </a:lnTo>
                  <a:lnTo>
                    <a:pt x="1377919" y="219467"/>
                  </a:lnTo>
                  <a:lnTo>
                    <a:pt x="1450441" y="231018"/>
                  </a:lnTo>
                  <a:lnTo>
                    <a:pt x="1522963" y="242569"/>
                  </a:lnTo>
                  <a:lnTo>
                    <a:pt x="1595485" y="254120"/>
                  </a:lnTo>
                  <a:lnTo>
                    <a:pt x="1668007" y="265671"/>
                  </a:lnTo>
                  <a:lnTo>
                    <a:pt x="1740529" y="277222"/>
                  </a:lnTo>
                  <a:lnTo>
                    <a:pt x="1813051" y="288773"/>
                  </a:lnTo>
                  <a:lnTo>
                    <a:pt x="1885573" y="300324"/>
                  </a:lnTo>
                  <a:lnTo>
                    <a:pt x="1958095" y="311875"/>
                  </a:lnTo>
                  <a:lnTo>
                    <a:pt x="2030617" y="323426"/>
                  </a:lnTo>
                  <a:lnTo>
                    <a:pt x="2103139" y="334977"/>
                  </a:lnTo>
                  <a:lnTo>
                    <a:pt x="2175661" y="346527"/>
                  </a:lnTo>
                  <a:lnTo>
                    <a:pt x="2248184" y="358078"/>
                  </a:lnTo>
                  <a:lnTo>
                    <a:pt x="2320706" y="369629"/>
                  </a:lnTo>
                  <a:lnTo>
                    <a:pt x="2393228" y="381180"/>
                  </a:lnTo>
                  <a:lnTo>
                    <a:pt x="2465750" y="392731"/>
                  </a:lnTo>
                  <a:lnTo>
                    <a:pt x="2538272" y="404282"/>
                  </a:lnTo>
                  <a:lnTo>
                    <a:pt x="2610794" y="415833"/>
                  </a:lnTo>
                  <a:lnTo>
                    <a:pt x="2683316" y="427384"/>
                  </a:lnTo>
                  <a:lnTo>
                    <a:pt x="2755838" y="438935"/>
                  </a:lnTo>
                  <a:lnTo>
                    <a:pt x="2828360" y="450486"/>
                  </a:lnTo>
                  <a:lnTo>
                    <a:pt x="2900882" y="462037"/>
                  </a:lnTo>
                  <a:lnTo>
                    <a:pt x="2973404" y="473588"/>
                  </a:lnTo>
                  <a:lnTo>
                    <a:pt x="3045926" y="485139"/>
                  </a:lnTo>
                  <a:lnTo>
                    <a:pt x="3118448" y="496690"/>
                  </a:lnTo>
                  <a:lnTo>
                    <a:pt x="3190970" y="508240"/>
                  </a:lnTo>
                  <a:lnTo>
                    <a:pt x="3263492" y="519791"/>
                  </a:lnTo>
                  <a:lnTo>
                    <a:pt x="3336014" y="531342"/>
                  </a:lnTo>
                  <a:lnTo>
                    <a:pt x="3408537" y="542893"/>
                  </a:lnTo>
                  <a:lnTo>
                    <a:pt x="3481059" y="554444"/>
                  </a:lnTo>
                  <a:lnTo>
                    <a:pt x="3553581" y="565995"/>
                  </a:lnTo>
                  <a:lnTo>
                    <a:pt x="3626103" y="577546"/>
                  </a:lnTo>
                  <a:lnTo>
                    <a:pt x="3698625" y="589097"/>
                  </a:lnTo>
                  <a:lnTo>
                    <a:pt x="3771147" y="600648"/>
                  </a:lnTo>
                  <a:lnTo>
                    <a:pt x="3843669" y="612199"/>
                  </a:lnTo>
                  <a:lnTo>
                    <a:pt x="3916191" y="623750"/>
                  </a:lnTo>
                  <a:lnTo>
                    <a:pt x="3988713" y="635301"/>
                  </a:lnTo>
                  <a:lnTo>
                    <a:pt x="4061235" y="646852"/>
                  </a:lnTo>
                  <a:lnTo>
                    <a:pt x="4133757" y="658403"/>
                  </a:lnTo>
                  <a:lnTo>
                    <a:pt x="4206279" y="669954"/>
                  </a:lnTo>
                  <a:lnTo>
                    <a:pt x="4278801" y="681504"/>
                  </a:lnTo>
                  <a:lnTo>
                    <a:pt x="4351323" y="693055"/>
                  </a:lnTo>
                  <a:lnTo>
                    <a:pt x="4423845" y="704606"/>
                  </a:lnTo>
                  <a:lnTo>
                    <a:pt x="4496368" y="716157"/>
                  </a:lnTo>
                  <a:lnTo>
                    <a:pt x="4568890" y="727708"/>
                  </a:lnTo>
                  <a:lnTo>
                    <a:pt x="4641412" y="739259"/>
                  </a:lnTo>
                  <a:lnTo>
                    <a:pt x="4713934" y="750810"/>
                  </a:lnTo>
                  <a:lnTo>
                    <a:pt x="4786456" y="762361"/>
                  </a:lnTo>
                  <a:lnTo>
                    <a:pt x="4858978" y="773912"/>
                  </a:lnTo>
                  <a:lnTo>
                    <a:pt x="4931500" y="785463"/>
                  </a:lnTo>
                  <a:lnTo>
                    <a:pt x="5004022" y="797014"/>
                  </a:lnTo>
                  <a:lnTo>
                    <a:pt x="5076544" y="808565"/>
                  </a:lnTo>
                  <a:lnTo>
                    <a:pt x="5149066" y="820116"/>
                  </a:lnTo>
                  <a:lnTo>
                    <a:pt x="5221588" y="831667"/>
                  </a:lnTo>
                  <a:lnTo>
                    <a:pt x="5294110" y="843217"/>
                  </a:lnTo>
                  <a:lnTo>
                    <a:pt x="5366632" y="854768"/>
                  </a:lnTo>
                  <a:lnTo>
                    <a:pt x="5439154" y="866319"/>
                  </a:lnTo>
                  <a:lnTo>
                    <a:pt x="5511676" y="877870"/>
                  </a:lnTo>
                  <a:lnTo>
                    <a:pt x="5584198" y="889421"/>
                  </a:lnTo>
                  <a:lnTo>
                    <a:pt x="5656721" y="900972"/>
                  </a:lnTo>
                  <a:lnTo>
                    <a:pt x="5729243" y="912523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26996" y="386522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126996" y="385846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126996" y="398207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459357" y="38121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459357" y="406351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459357" y="35784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938913" y="47317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938913" y="448134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938913" y="454508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656288" y="45025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656288" y="4587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656288" y="420249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273735" y="418921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273735" y="429924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273735" y="42655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47719" y="41921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47719" y="422241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47719" y="463509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417078" y="53842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417078" y="472920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708136" y="46141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708136" y="426888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518059" y="3618796"/>
              <a:ext cx="5248779" cy="1197594"/>
            </a:xfrm>
            <a:custGeom>
              <a:avLst/>
              <a:pathLst>
                <a:path w="5248779" h="1197594">
                  <a:moveTo>
                    <a:pt x="0" y="0"/>
                  </a:moveTo>
                  <a:lnTo>
                    <a:pt x="66440" y="13290"/>
                  </a:lnTo>
                  <a:lnTo>
                    <a:pt x="132880" y="26559"/>
                  </a:lnTo>
                  <a:lnTo>
                    <a:pt x="199320" y="39805"/>
                  </a:lnTo>
                  <a:lnTo>
                    <a:pt x="265760" y="53028"/>
                  </a:lnTo>
                  <a:lnTo>
                    <a:pt x="332201" y="66225"/>
                  </a:lnTo>
                  <a:lnTo>
                    <a:pt x="398641" y="79396"/>
                  </a:lnTo>
                  <a:lnTo>
                    <a:pt x="465081" y="92539"/>
                  </a:lnTo>
                  <a:lnTo>
                    <a:pt x="531521" y="105654"/>
                  </a:lnTo>
                  <a:lnTo>
                    <a:pt x="597962" y="118737"/>
                  </a:lnTo>
                  <a:lnTo>
                    <a:pt x="664402" y="131788"/>
                  </a:lnTo>
                  <a:lnTo>
                    <a:pt x="730842" y="144805"/>
                  </a:lnTo>
                  <a:lnTo>
                    <a:pt x="797282" y="157787"/>
                  </a:lnTo>
                  <a:lnTo>
                    <a:pt x="863723" y="170730"/>
                  </a:lnTo>
                  <a:lnTo>
                    <a:pt x="930163" y="183633"/>
                  </a:lnTo>
                  <a:lnTo>
                    <a:pt x="996603" y="196494"/>
                  </a:lnTo>
                  <a:lnTo>
                    <a:pt x="1063043" y="209310"/>
                  </a:lnTo>
                  <a:lnTo>
                    <a:pt x="1129484" y="222079"/>
                  </a:lnTo>
                  <a:lnTo>
                    <a:pt x="1195924" y="234797"/>
                  </a:lnTo>
                  <a:lnTo>
                    <a:pt x="1262364" y="247463"/>
                  </a:lnTo>
                  <a:lnTo>
                    <a:pt x="1328804" y="260072"/>
                  </a:lnTo>
                  <a:lnTo>
                    <a:pt x="1395245" y="272622"/>
                  </a:lnTo>
                  <a:lnTo>
                    <a:pt x="1461685" y="285108"/>
                  </a:lnTo>
                  <a:lnTo>
                    <a:pt x="1528125" y="297528"/>
                  </a:lnTo>
                  <a:lnTo>
                    <a:pt x="1594565" y="309876"/>
                  </a:lnTo>
                  <a:lnTo>
                    <a:pt x="1661006" y="322148"/>
                  </a:lnTo>
                  <a:lnTo>
                    <a:pt x="1727446" y="334340"/>
                  </a:lnTo>
                  <a:lnTo>
                    <a:pt x="1793886" y="346447"/>
                  </a:lnTo>
                  <a:lnTo>
                    <a:pt x="1860326" y="358463"/>
                  </a:lnTo>
                  <a:lnTo>
                    <a:pt x="1926767" y="370383"/>
                  </a:lnTo>
                  <a:lnTo>
                    <a:pt x="1993207" y="382201"/>
                  </a:lnTo>
                  <a:lnTo>
                    <a:pt x="2059647" y="393910"/>
                  </a:lnTo>
                  <a:lnTo>
                    <a:pt x="2126087" y="405503"/>
                  </a:lnTo>
                  <a:lnTo>
                    <a:pt x="2192528" y="416975"/>
                  </a:lnTo>
                  <a:lnTo>
                    <a:pt x="2258968" y="428316"/>
                  </a:lnTo>
                  <a:lnTo>
                    <a:pt x="2325408" y="439520"/>
                  </a:lnTo>
                  <a:lnTo>
                    <a:pt x="2391848" y="450578"/>
                  </a:lnTo>
                  <a:lnTo>
                    <a:pt x="2458289" y="461483"/>
                  </a:lnTo>
                  <a:lnTo>
                    <a:pt x="2524729" y="472225"/>
                  </a:lnTo>
                  <a:lnTo>
                    <a:pt x="2591169" y="482796"/>
                  </a:lnTo>
                  <a:lnTo>
                    <a:pt x="2657609" y="493186"/>
                  </a:lnTo>
                  <a:lnTo>
                    <a:pt x="2724050" y="503388"/>
                  </a:lnTo>
                  <a:lnTo>
                    <a:pt x="2790490" y="513392"/>
                  </a:lnTo>
                  <a:lnTo>
                    <a:pt x="2856930" y="523189"/>
                  </a:lnTo>
                  <a:lnTo>
                    <a:pt x="2923370" y="532772"/>
                  </a:lnTo>
                  <a:lnTo>
                    <a:pt x="2989811" y="542131"/>
                  </a:lnTo>
                  <a:lnTo>
                    <a:pt x="3056251" y="551259"/>
                  </a:lnTo>
                  <a:lnTo>
                    <a:pt x="3122691" y="560150"/>
                  </a:lnTo>
                  <a:lnTo>
                    <a:pt x="3189131" y="568798"/>
                  </a:lnTo>
                  <a:lnTo>
                    <a:pt x="3255572" y="577197"/>
                  </a:lnTo>
                  <a:lnTo>
                    <a:pt x="3322012" y="585344"/>
                  </a:lnTo>
                  <a:lnTo>
                    <a:pt x="3388452" y="593234"/>
                  </a:lnTo>
                  <a:lnTo>
                    <a:pt x="3454892" y="600868"/>
                  </a:lnTo>
                  <a:lnTo>
                    <a:pt x="3521333" y="608244"/>
                  </a:lnTo>
                  <a:lnTo>
                    <a:pt x="3587773" y="615363"/>
                  </a:lnTo>
                  <a:lnTo>
                    <a:pt x="3654213" y="622226"/>
                  </a:lnTo>
                  <a:lnTo>
                    <a:pt x="3720653" y="628838"/>
                  </a:lnTo>
                  <a:lnTo>
                    <a:pt x="3787094" y="635202"/>
                  </a:lnTo>
                  <a:lnTo>
                    <a:pt x="3853534" y="641324"/>
                  </a:lnTo>
                  <a:lnTo>
                    <a:pt x="3919974" y="647210"/>
                  </a:lnTo>
                  <a:lnTo>
                    <a:pt x="3986414" y="652867"/>
                  </a:lnTo>
                  <a:lnTo>
                    <a:pt x="4052855" y="658303"/>
                  </a:lnTo>
                  <a:lnTo>
                    <a:pt x="4119295" y="663525"/>
                  </a:lnTo>
                  <a:lnTo>
                    <a:pt x="4185735" y="668542"/>
                  </a:lnTo>
                  <a:lnTo>
                    <a:pt x="4252175" y="673364"/>
                  </a:lnTo>
                  <a:lnTo>
                    <a:pt x="4318616" y="677998"/>
                  </a:lnTo>
                  <a:lnTo>
                    <a:pt x="4385056" y="682454"/>
                  </a:lnTo>
                  <a:lnTo>
                    <a:pt x="4451496" y="686741"/>
                  </a:lnTo>
                  <a:lnTo>
                    <a:pt x="4517936" y="690867"/>
                  </a:lnTo>
                  <a:lnTo>
                    <a:pt x="4584377" y="694841"/>
                  </a:lnTo>
                  <a:lnTo>
                    <a:pt x="4650817" y="698671"/>
                  </a:lnTo>
                  <a:lnTo>
                    <a:pt x="4717257" y="702365"/>
                  </a:lnTo>
                  <a:lnTo>
                    <a:pt x="4783697" y="705931"/>
                  </a:lnTo>
                  <a:lnTo>
                    <a:pt x="4850138" y="709376"/>
                  </a:lnTo>
                  <a:lnTo>
                    <a:pt x="4916578" y="712708"/>
                  </a:lnTo>
                  <a:lnTo>
                    <a:pt x="4983018" y="715932"/>
                  </a:lnTo>
                  <a:lnTo>
                    <a:pt x="5049458" y="719055"/>
                  </a:lnTo>
                  <a:lnTo>
                    <a:pt x="5115898" y="722083"/>
                  </a:lnTo>
                  <a:lnTo>
                    <a:pt x="5182339" y="725021"/>
                  </a:lnTo>
                  <a:lnTo>
                    <a:pt x="5248779" y="727875"/>
                  </a:lnTo>
                  <a:lnTo>
                    <a:pt x="5248779" y="1197594"/>
                  </a:lnTo>
                  <a:lnTo>
                    <a:pt x="5182339" y="1185384"/>
                  </a:lnTo>
                  <a:lnTo>
                    <a:pt x="5115898" y="1173259"/>
                  </a:lnTo>
                  <a:lnTo>
                    <a:pt x="5049458" y="1161223"/>
                  </a:lnTo>
                  <a:lnTo>
                    <a:pt x="4983018" y="1149283"/>
                  </a:lnTo>
                  <a:lnTo>
                    <a:pt x="4916578" y="1137443"/>
                  </a:lnTo>
                  <a:lnTo>
                    <a:pt x="4850138" y="1125711"/>
                  </a:lnTo>
                  <a:lnTo>
                    <a:pt x="4783697" y="1114092"/>
                  </a:lnTo>
                  <a:lnTo>
                    <a:pt x="4717257" y="1102595"/>
                  </a:lnTo>
                  <a:lnTo>
                    <a:pt x="4650817" y="1091225"/>
                  </a:lnTo>
                  <a:lnTo>
                    <a:pt x="4584377" y="1079992"/>
                  </a:lnTo>
                  <a:lnTo>
                    <a:pt x="4517936" y="1068902"/>
                  </a:lnTo>
                  <a:lnTo>
                    <a:pt x="4451496" y="1057964"/>
                  </a:lnTo>
                  <a:lnTo>
                    <a:pt x="4385056" y="1047187"/>
                  </a:lnTo>
                  <a:lnTo>
                    <a:pt x="4318616" y="1036579"/>
                  </a:lnTo>
                  <a:lnTo>
                    <a:pt x="4252175" y="1026150"/>
                  </a:lnTo>
                  <a:lnTo>
                    <a:pt x="4185735" y="1015908"/>
                  </a:lnTo>
                  <a:lnTo>
                    <a:pt x="4119295" y="1005861"/>
                  </a:lnTo>
                  <a:lnTo>
                    <a:pt x="4052855" y="996020"/>
                  </a:lnTo>
                  <a:lnTo>
                    <a:pt x="3986414" y="986392"/>
                  </a:lnTo>
                  <a:lnTo>
                    <a:pt x="3919974" y="976985"/>
                  </a:lnTo>
                  <a:lnTo>
                    <a:pt x="3853534" y="967807"/>
                  </a:lnTo>
                  <a:lnTo>
                    <a:pt x="3787094" y="958865"/>
                  </a:lnTo>
                  <a:lnTo>
                    <a:pt x="3720653" y="950166"/>
                  </a:lnTo>
                  <a:lnTo>
                    <a:pt x="3654213" y="941714"/>
                  </a:lnTo>
                  <a:lnTo>
                    <a:pt x="3587773" y="933514"/>
                  </a:lnTo>
                  <a:lnTo>
                    <a:pt x="3521333" y="925569"/>
                  </a:lnTo>
                  <a:lnTo>
                    <a:pt x="3454892" y="917881"/>
                  </a:lnTo>
                  <a:lnTo>
                    <a:pt x="3388452" y="910451"/>
                  </a:lnTo>
                  <a:lnTo>
                    <a:pt x="3322012" y="903278"/>
                  </a:lnTo>
                  <a:lnTo>
                    <a:pt x="3255572" y="896361"/>
                  </a:lnTo>
                  <a:lnTo>
                    <a:pt x="3189131" y="889696"/>
                  </a:lnTo>
                  <a:lnTo>
                    <a:pt x="3122691" y="883280"/>
                  </a:lnTo>
                  <a:lnTo>
                    <a:pt x="3056251" y="877108"/>
                  </a:lnTo>
                  <a:lnTo>
                    <a:pt x="2989811" y="871173"/>
                  </a:lnTo>
                  <a:lnTo>
                    <a:pt x="2923370" y="865468"/>
                  </a:lnTo>
                  <a:lnTo>
                    <a:pt x="2856930" y="859987"/>
                  </a:lnTo>
                  <a:lnTo>
                    <a:pt x="2790490" y="854720"/>
                  </a:lnTo>
                  <a:lnTo>
                    <a:pt x="2724050" y="849660"/>
                  </a:lnTo>
                  <a:lnTo>
                    <a:pt x="2657609" y="844798"/>
                  </a:lnTo>
                  <a:lnTo>
                    <a:pt x="2591169" y="840125"/>
                  </a:lnTo>
                  <a:lnTo>
                    <a:pt x="2524729" y="835633"/>
                  </a:lnTo>
                  <a:lnTo>
                    <a:pt x="2458289" y="831311"/>
                  </a:lnTo>
                  <a:lnTo>
                    <a:pt x="2391848" y="827152"/>
                  </a:lnTo>
                  <a:lnTo>
                    <a:pt x="2325408" y="823146"/>
                  </a:lnTo>
                  <a:lnTo>
                    <a:pt x="2258968" y="819287"/>
                  </a:lnTo>
                  <a:lnTo>
                    <a:pt x="2192528" y="815564"/>
                  </a:lnTo>
                  <a:lnTo>
                    <a:pt x="2126087" y="811972"/>
                  </a:lnTo>
                  <a:lnTo>
                    <a:pt x="2059647" y="808502"/>
                  </a:lnTo>
                  <a:lnTo>
                    <a:pt x="1993207" y="805147"/>
                  </a:lnTo>
                  <a:lnTo>
                    <a:pt x="1926767" y="801901"/>
                  </a:lnTo>
                  <a:lnTo>
                    <a:pt x="1860326" y="798757"/>
                  </a:lnTo>
                  <a:lnTo>
                    <a:pt x="1793886" y="795710"/>
                  </a:lnTo>
                  <a:lnTo>
                    <a:pt x="1727446" y="792753"/>
                  </a:lnTo>
                  <a:lnTo>
                    <a:pt x="1661006" y="789881"/>
                  </a:lnTo>
                  <a:lnTo>
                    <a:pt x="1594565" y="787090"/>
                  </a:lnTo>
                  <a:lnTo>
                    <a:pt x="1528125" y="784374"/>
                  </a:lnTo>
                  <a:lnTo>
                    <a:pt x="1461685" y="781730"/>
                  </a:lnTo>
                  <a:lnTo>
                    <a:pt x="1395245" y="779153"/>
                  </a:lnTo>
                  <a:lnTo>
                    <a:pt x="1328804" y="776639"/>
                  </a:lnTo>
                  <a:lnTo>
                    <a:pt x="1262364" y="774184"/>
                  </a:lnTo>
                  <a:lnTo>
                    <a:pt x="1195924" y="771786"/>
                  </a:lnTo>
                  <a:lnTo>
                    <a:pt x="1129484" y="769441"/>
                  </a:lnTo>
                  <a:lnTo>
                    <a:pt x="1063043" y="767146"/>
                  </a:lnTo>
                  <a:lnTo>
                    <a:pt x="996603" y="764898"/>
                  </a:lnTo>
                  <a:lnTo>
                    <a:pt x="930163" y="762696"/>
                  </a:lnTo>
                  <a:lnTo>
                    <a:pt x="863723" y="760535"/>
                  </a:lnTo>
                  <a:lnTo>
                    <a:pt x="797282" y="758415"/>
                  </a:lnTo>
                  <a:lnTo>
                    <a:pt x="730842" y="756332"/>
                  </a:lnTo>
                  <a:lnTo>
                    <a:pt x="664402" y="754285"/>
                  </a:lnTo>
                  <a:lnTo>
                    <a:pt x="597962" y="752273"/>
                  </a:lnTo>
                  <a:lnTo>
                    <a:pt x="531521" y="750293"/>
                  </a:lnTo>
                  <a:lnTo>
                    <a:pt x="465081" y="748343"/>
                  </a:lnTo>
                  <a:lnTo>
                    <a:pt x="398641" y="746423"/>
                  </a:lnTo>
                  <a:lnTo>
                    <a:pt x="332201" y="744530"/>
                  </a:lnTo>
                  <a:lnTo>
                    <a:pt x="265760" y="742664"/>
                  </a:lnTo>
                  <a:lnTo>
                    <a:pt x="199320" y="740822"/>
                  </a:lnTo>
                  <a:lnTo>
                    <a:pt x="132880" y="739005"/>
                  </a:lnTo>
                  <a:lnTo>
                    <a:pt x="66440" y="737210"/>
                  </a:lnTo>
                  <a:lnTo>
                    <a:pt x="0" y="73543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18059" y="3618796"/>
              <a:ext cx="5248779" cy="727875"/>
            </a:xfrm>
            <a:custGeom>
              <a:avLst/>
              <a:pathLst>
                <a:path w="5248779" h="727875">
                  <a:moveTo>
                    <a:pt x="0" y="0"/>
                  </a:moveTo>
                  <a:lnTo>
                    <a:pt x="66440" y="13290"/>
                  </a:lnTo>
                  <a:lnTo>
                    <a:pt x="132880" y="26559"/>
                  </a:lnTo>
                  <a:lnTo>
                    <a:pt x="199320" y="39805"/>
                  </a:lnTo>
                  <a:lnTo>
                    <a:pt x="265760" y="53028"/>
                  </a:lnTo>
                  <a:lnTo>
                    <a:pt x="332201" y="66225"/>
                  </a:lnTo>
                  <a:lnTo>
                    <a:pt x="398641" y="79396"/>
                  </a:lnTo>
                  <a:lnTo>
                    <a:pt x="465081" y="92539"/>
                  </a:lnTo>
                  <a:lnTo>
                    <a:pt x="531521" y="105654"/>
                  </a:lnTo>
                  <a:lnTo>
                    <a:pt x="597962" y="118737"/>
                  </a:lnTo>
                  <a:lnTo>
                    <a:pt x="664402" y="131788"/>
                  </a:lnTo>
                  <a:lnTo>
                    <a:pt x="730842" y="144805"/>
                  </a:lnTo>
                  <a:lnTo>
                    <a:pt x="797282" y="157787"/>
                  </a:lnTo>
                  <a:lnTo>
                    <a:pt x="863723" y="170730"/>
                  </a:lnTo>
                  <a:lnTo>
                    <a:pt x="930163" y="183633"/>
                  </a:lnTo>
                  <a:lnTo>
                    <a:pt x="996603" y="196494"/>
                  </a:lnTo>
                  <a:lnTo>
                    <a:pt x="1063043" y="209310"/>
                  </a:lnTo>
                  <a:lnTo>
                    <a:pt x="1129484" y="222079"/>
                  </a:lnTo>
                  <a:lnTo>
                    <a:pt x="1195924" y="234797"/>
                  </a:lnTo>
                  <a:lnTo>
                    <a:pt x="1262364" y="247463"/>
                  </a:lnTo>
                  <a:lnTo>
                    <a:pt x="1328804" y="260072"/>
                  </a:lnTo>
                  <a:lnTo>
                    <a:pt x="1395245" y="272622"/>
                  </a:lnTo>
                  <a:lnTo>
                    <a:pt x="1461685" y="285108"/>
                  </a:lnTo>
                  <a:lnTo>
                    <a:pt x="1528125" y="297528"/>
                  </a:lnTo>
                  <a:lnTo>
                    <a:pt x="1594565" y="309876"/>
                  </a:lnTo>
                  <a:lnTo>
                    <a:pt x="1661006" y="322148"/>
                  </a:lnTo>
                  <a:lnTo>
                    <a:pt x="1727446" y="334340"/>
                  </a:lnTo>
                  <a:lnTo>
                    <a:pt x="1793886" y="346447"/>
                  </a:lnTo>
                  <a:lnTo>
                    <a:pt x="1860326" y="358463"/>
                  </a:lnTo>
                  <a:lnTo>
                    <a:pt x="1926767" y="370383"/>
                  </a:lnTo>
                  <a:lnTo>
                    <a:pt x="1993207" y="382201"/>
                  </a:lnTo>
                  <a:lnTo>
                    <a:pt x="2059647" y="393910"/>
                  </a:lnTo>
                  <a:lnTo>
                    <a:pt x="2126087" y="405503"/>
                  </a:lnTo>
                  <a:lnTo>
                    <a:pt x="2192528" y="416975"/>
                  </a:lnTo>
                  <a:lnTo>
                    <a:pt x="2258968" y="428316"/>
                  </a:lnTo>
                  <a:lnTo>
                    <a:pt x="2325408" y="439520"/>
                  </a:lnTo>
                  <a:lnTo>
                    <a:pt x="2391848" y="450578"/>
                  </a:lnTo>
                  <a:lnTo>
                    <a:pt x="2458289" y="461483"/>
                  </a:lnTo>
                  <a:lnTo>
                    <a:pt x="2524729" y="472225"/>
                  </a:lnTo>
                  <a:lnTo>
                    <a:pt x="2591169" y="482796"/>
                  </a:lnTo>
                  <a:lnTo>
                    <a:pt x="2657609" y="493186"/>
                  </a:lnTo>
                  <a:lnTo>
                    <a:pt x="2724050" y="503388"/>
                  </a:lnTo>
                  <a:lnTo>
                    <a:pt x="2790490" y="513392"/>
                  </a:lnTo>
                  <a:lnTo>
                    <a:pt x="2856930" y="523189"/>
                  </a:lnTo>
                  <a:lnTo>
                    <a:pt x="2923370" y="532772"/>
                  </a:lnTo>
                  <a:lnTo>
                    <a:pt x="2989811" y="542131"/>
                  </a:lnTo>
                  <a:lnTo>
                    <a:pt x="3056251" y="551259"/>
                  </a:lnTo>
                  <a:lnTo>
                    <a:pt x="3122691" y="560150"/>
                  </a:lnTo>
                  <a:lnTo>
                    <a:pt x="3189131" y="568798"/>
                  </a:lnTo>
                  <a:lnTo>
                    <a:pt x="3255572" y="577197"/>
                  </a:lnTo>
                  <a:lnTo>
                    <a:pt x="3322012" y="585344"/>
                  </a:lnTo>
                  <a:lnTo>
                    <a:pt x="3388452" y="593234"/>
                  </a:lnTo>
                  <a:lnTo>
                    <a:pt x="3454892" y="600868"/>
                  </a:lnTo>
                  <a:lnTo>
                    <a:pt x="3521333" y="608244"/>
                  </a:lnTo>
                  <a:lnTo>
                    <a:pt x="3587773" y="615363"/>
                  </a:lnTo>
                  <a:lnTo>
                    <a:pt x="3654213" y="622226"/>
                  </a:lnTo>
                  <a:lnTo>
                    <a:pt x="3720653" y="628838"/>
                  </a:lnTo>
                  <a:lnTo>
                    <a:pt x="3787094" y="635202"/>
                  </a:lnTo>
                  <a:lnTo>
                    <a:pt x="3853534" y="641324"/>
                  </a:lnTo>
                  <a:lnTo>
                    <a:pt x="3919974" y="647210"/>
                  </a:lnTo>
                  <a:lnTo>
                    <a:pt x="3986414" y="652867"/>
                  </a:lnTo>
                  <a:lnTo>
                    <a:pt x="4052855" y="658303"/>
                  </a:lnTo>
                  <a:lnTo>
                    <a:pt x="4119295" y="663525"/>
                  </a:lnTo>
                  <a:lnTo>
                    <a:pt x="4185735" y="668542"/>
                  </a:lnTo>
                  <a:lnTo>
                    <a:pt x="4252175" y="673364"/>
                  </a:lnTo>
                  <a:lnTo>
                    <a:pt x="4318616" y="677998"/>
                  </a:lnTo>
                  <a:lnTo>
                    <a:pt x="4385056" y="682454"/>
                  </a:lnTo>
                  <a:lnTo>
                    <a:pt x="4451496" y="686741"/>
                  </a:lnTo>
                  <a:lnTo>
                    <a:pt x="4517936" y="690867"/>
                  </a:lnTo>
                  <a:lnTo>
                    <a:pt x="4584377" y="694841"/>
                  </a:lnTo>
                  <a:lnTo>
                    <a:pt x="4650817" y="698671"/>
                  </a:lnTo>
                  <a:lnTo>
                    <a:pt x="4717257" y="702365"/>
                  </a:lnTo>
                  <a:lnTo>
                    <a:pt x="4783697" y="705931"/>
                  </a:lnTo>
                  <a:lnTo>
                    <a:pt x="4850138" y="709376"/>
                  </a:lnTo>
                  <a:lnTo>
                    <a:pt x="4916578" y="712708"/>
                  </a:lnTo>
                  <a:lnTo>
                    <a:pt x="4983018" y="715932"/>
                  </a:lnTo>
                  <a:lnTo>
                    <a:pt x="5049458" y="719055"/>
                  </a:lnTo>
                  <a:lnTo>
                    <a:pt x="5115898" y="722083"/>
                  </a:lnTo>
                  <a:lnTo>
                    <a:pt x="5182339" y="725021"/>
                  </a:lnTo>
                  <a:lnTo>
                    <a:pt x="5248779" y="7278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18059" y="4354233"/>
              <a:ext cx="5248779" cy="462156"/>
            </a:xfrm>
            <a:custGeom>
              <a:avLst/>
              <a:pathLst>
                <a:path w="5248779" h="462156">
                  <a:moveTo>
                    <a:pt x="5248779" y="462156"/>
                  </a:moveTo>
                  <a:lnTo>
                    <a:pt x="5182339" y="449947"/>
                  </a:lnTo>
                  <a:lnTo>
                    <a:pt x="5115898" y="437822"/>
                  </a:lnTo>
                  <a:lnTo>
                    <a:pt x="5049458" y="425786"/>
                  </a:lnTo>
                  <a:lnTo>
                    <a:pt x="4983018" y="413845"/>
                  </a:lnTo>
                  <a:lnTo>
                    <a:pt x="4916578" y="402006"/>
                  </a:lnTo>
                  <a:lnTo>
                    <a:pt x="4850138" y="390273"/>
                  </a:lnTo>
                  <a:lnTo>
                    <a:pt x="4783697" y="378655"/>
                  </a:lnTo>
                  <a:lnTo>
                    <a:pt x="4717257" y="367157"/>
                  </a:lnTo>
                  <a:lnTo>
                    <a:pt x="4650817" y="355787"/>
                  </a:lnTo>
                  <a:lnTo>
                    <a:pt x="4584377" y="344554"/>
                  </a:lnTo>
                  <a:lnTo>
                    <a:pt x="4517936" y="333464"/>
                  </a:lnTo>
                  <a:lnTo>
                    <a:pt x="4451496" y="322526"/>
                  </a:lnTo>
                  <a:lnTo>
                    <a:pt x="4385056" y="311749"/>
                  </a:lnTo>
                  <a:lnTo>
                    <a:pt x="4318616" y="301142"/>
                  </a:lnTo>
                  <a:lnTo>
                    <a:pt x="4252175" y="290712"/>
                  </a:lnTo>
                  <a:lnTo>
                    <a:pt x="4185735" y="280470"/>
                  </a:lnTo>
                  <a:lnTo>
                    <a:pt x="4119295" y="270424"/>
                  </a:lnTo>
                  <a:lnTo>
                    <a:pt x="4052855" y="260582"/>
                  </a:lnTo>
                  <a:lnTo>
                    <a:pt x="3986414" y="250954"/>
                  </a:lnTo>
                  <a:lnTo>
                    <a:pt x="3919974" y="241547"/>
                  </a:lnTo>
                  <a:lnTo>
                    <a:pt x="3853534" y="232369"/>
                  </a:lnTo>
                  <a:lnTo>
                    <a:pt x="3787094" y="223428"/>
                  </a:lnTo>
                  <a:lnTo>
                    <a:pt x="3720653" y="214728"/>
                  </a:lnTo>
                  <a:lnTo>
                    <a:pt x="3654213" y="206276"/>
                  </a:lnTo>
                  <a:lnTo>
                    <a:pt x="3587773" y="198076"/>
                  </a:lnTo>
                  <a:lnTo>
                    <a:pt x="3521333" y="190131"/>
                  </a:lnTo>
                  <a:lnTo>
                    <a:pt x="3454892" y="182444"/>
                  </a:lnTo>
                  <a:lnTo>
                    <a:pt x="3388452" y="175013"/>
                  </a:lnTo>
                  <a:lnTo>
                    <a:pt x="3322012" y="167841"/>
                  </a:lnTo>
                  <a:lnTo>
                    <a:pt x="3255572" y="160923"/>
                  </a:lnTo>
                  <a:lnTo>
                    <a:pt x="3189131" y="154259"/>
                  </a:lnTo>
                  <a:lnTo>
                    <a:pt x="3122691" y="147843"/>
                  </a:lnTo>
                  <a:lnTo>
                    <a:pt x="3056251" y="141670"/>
                  </a:lnTo>
                  <a:lnTo>
                    <a:pt x="2989811" y="135735"/>
                  </a:lnTo>
                  <a:lnTo>
                    <a:pt x="2923370" y="130030"/>
                  </a:lnTo>
                  <a:lnTo>
                    <a:pt x="2856930" y="124549"/>
                  </a:lnTo>
                  <a:lnTo>
                    <a:pt x="2790490" y="119283"/>
                  </a:lnTo>
                  <a:lnTo>
                    <a:pt x="2724050" y="114223"/>
                  </a:lnTo>
                  <a:lnTo>
                    <a:pt x="2657609" y="109361"/>
                  </a:lnTo>
                  <a:lnTo>
                    <a:pt x="2591169" y="104688"/>
                  </a:lnTo>
                  <a:lnTo>
                    <a:pt x="2524729" y="100195"/>
                  </a:lnTo>
                  <a:lnTo>
                    <a:pt x="2458289" y="95873"/>
                  </a:lnTo>
                  <a:lnTo>
                    <a:pt x="2391848" y="91714"/>
                  </a:lnTo>
                  <a:lnTo>
                    <a:pt x="2325408" y="87709"/>
                  </a:lnTo>
                  <a:lnTo>
                    <a:pt x="2258968" y="83849"/>
                  </a:lnTo>
                  <a:lnTo>
                    <a:pt x="2192528" y="80127"/>
                  </a:lnTo>
                  <a:lnTo>
                    <a:pt x="2126087" y="76534"/>
                  </a:lnTo>
                  <a:lnTo>
                    <a:pt x="2059647" y="73064"/>
                  </a:lnTo>
                  <a:lnTo>
                    <a:pt x="1993207" y="69709"/>
                  </a:lnTo>
                  <a:lnTo>
                    <a:pt x="1926767" y="66463"/>
                  </a:lnTo>
                  <a:lnTo>
                    <a:pt x="1860326" y="63320"/>
                  </a:lnTo>
                  <a:lnTo>
                    <a:pt x="1793886" y="60272"/>
                  </a:lnTo>
                  <a:lnTo>
                    <a:pt x="1727446" y="57315"/>
                  </a:lnTo>
                  <a:lnTo>
                    <a:pt x="1661006" y="54444"/>
                  </a:lnTo>
                  <a:lnTo>
                    <a:pt x="1594565" y="51652"/>
                  </a:lnTo>
                  <a:lnTo>
                    <a:pt x="1528125" y="48937"/>
                  </a:lnTo>
                  <a:lnTo>
                    <a:pt x="1461685" y="46292"/>
                  </a:lnTo>
                  <a:lnTo>
                    <a:pt x="1395245" y="43715"/>
                  </a:lnTo>
                  <a:lnTo>
                    <a:pt x="1328804" y="41201"/>
                  </a:lnTo>
                  <a:lnTo>
                    <a:pt x="1262364" y="38747"/>
                  </a:lnTo>
                  <a:lnTo>
                    <a:pt x="1195924" y="36348"/>
                  </a:lnTo>
                  <a:lnTo>
                    <a:pt x="1129484" y="34003"/>
                  </a:lnTo>
                  <a:lnTo>
                    <a:pt x="1063043" y="31708"/>
                  </a:lnTo>
                  <a:lnTo>
                    <a:pt x="996603" y="29461"/>
                  </a:lnTo>
                  <a:lnTo>
                    <a:pt x="930163" y="27258"/>
                  </a:lnTo>
                  <a:lnTo>
                    <a:pt x="863723" y="25097"/>
                  </a:lnTo>
                  <a:lnTo>
                    <a:pt x="797282" y="22977"/>
                  </a:lnTo>
                  <a:lnTo>
                    <a:pt x="730842" y="20894"/>
                  </a:lnTo>
                  <a:lnTo>
                    <a:pt x="664402" y="18848"/>
                  </a:lnTo>
                  <a:lnTo>
                    <a:pt x="597962" y="16835"/>
                  </a:lnTo>
                  <a:lnTo>
                    <a:pt x="531521" y="14855"/>
                  </a:lnTo>
                  <a:lnTo>
                    <a:pt x="465081" y="12905"/>
                  </a:lnTo>
                  <a:lnTo>
                    <a:pt x="398641" y="10985"/>
                  </a:lnTo>
                  <a:lnTo>
                    <a:pt x="332201" y="9092"/>
                  </a:lnTo>
                  <a:lnTo>
                    <a:pt x="265760" y="7226"/>
                  </a:lnTo>
                  <a:lnTo>
                    <a:pt x="199320" y="5385"/>
                  </a:lnTo>
                  <a:lnTo>
                    <a:pt x="132880" y="3567"/>
                  </a:lnTo>
                  <a:lnTo>
                    <a:pt x="66440" y="17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18059" y="3986514"/>
              <a:ext cx="5248779" cy="595016"/>
            </a:xfrm>
            <a:custGeom>
              <a:avLst/>
              <a:pathLst>
                <a:path w="5248779" h="595016">
                  <a:moveTo>
                    <a:pt x="0" y="0"/>
                  </a:moveTo>
                  <a:lnTo>
                    <a:pt x="66440" y="7531"/>
                  </a:lnTo>
                  <a:lnTo>
                    <a:pt x="132880" y="15063"/>
                  </a:lnTo>
                  <a:lnTo>
                    <a:pt x="199320" y="22595"/>
                  </a:lnTo>
                  <a:lnTo>
                    <a:pt x="265760" y="30127"/>
                  </a:lnTo>
                  <a:lnTo>
                    <a:pt x="332201" y="37659"/>
                  </a:lnTo>
                  <a:lnTo>
                    <a:pt x="398641" y="45191"/>
                  </a:lnTo>
                  <a:lnTo>
                    <a:pt x="465081" y="52722"/>
                  </a:lnTo>
                  <a:lnTo>
                    <a:pt x="531521" y="60254"/>
                  </a:lnTo>
                  <a:lnTo>
                    <a:pt x="597962" y="67786"/>
                  </a:lnTo>
                  <a:lnTo>
                    <a:pt x="664402" y="75318"/>
                  </a:lnTo>
                  <a:lnTo>
                    <a:pt x="730842" y="82850"/>
                  </a:lnTo>
                  <a:lnTo>
                    <a:pt x="797282" y="90382"/>
                  </a:lnTo>
                  <a:lnTo>
                    <a:pt x="863723" y="97914"/>
                  </a:lnTo>
                  <a:lnTo>
                    <a:pt x="930163" y="105445"/>
                  </a:lnTo>
                  <a:lnTo>
                    <a:pt x="996603" y="112977"/>
                  </a:lnTo>
                  <a:lnTo>
                    <a:pt x="1063043" y="120509"/>
                  </a:lnTo>
                  <a:lnTo>
                    <a:pt x="1129484" y="128041"/>
                  </a:lnTo>
                  <a:lnTo>
                    <a:pt x="1195924" y="135573"/>
                  </a:lnTo>
                  <a:lnTo>
                    <a:pt x="1262364" y="143105"/>
                  </a:lnTo>
                  <a:lnTo>
                    <a:pt x="1328804" y="150637"/>
                  </a:lnTo>
                  <a:lnTo>
                    <a:pt x="1395245" y="158168"/>
                  </a:lnTo>
                  <a:lnTo>
                    <a:pt x="1461685" y="165700"/>
                  </a:lnTo>
                  <a:lnTo>
                    <a:pt x="1528125" y="173232"/>
                  </a:lnTo>
                  <a:lnTo>
                    <a:pt x="1594565" y="180764"/>
                  </a:lnTo>
                  <a:lnTo>
                    <a:pt x="1661006" y="188296"/>
                  </a:lnTo>
                  <a:lnTo>
                    <a:pt x="1727446" y="195828"/>
                  </a:lnTo>
                  <a:lnTo>
                    <a:pt x="1793886" y="203360"/>
                  </a:lnTo>
                  <a:lnTo>
                    <a:pt x="1860326" y="210891"/>
                  </a:lnTo>
                  <a:lnTo>
                    <a:pt x="1926767" y="218423"/>
                  </a:lnTo>
                  <a:lnTo>
                    <a:pt x="1993207" y="225955"/>
                  </a:lnTo>
                  <a:lnTo>
                    <a:pt x="2059647" y="233487"/>
                  </a:lnTo>
                  <a:lnTo>
                    <a:pt x="2126087" y="241019"/>
                  </a:lnTo>
                  <a:lnTo>
                    <a:pt x="2192528" y="248551"/>
                  </a:lnTo>
                  <a:lnTo>
                    <a:pt x="2258968" y="256082"/>
                  </a:lnTo>
                  <a:lnTo>
                    <a:pt x="2325408" y="263614"/>
                  </a:lnTo>
                  <a:lnTo>
                    <a:pt x="2391848" y="271146"/>
                  </a:lnTo>
                  <a:lnTo>
                    <a:pt x="2458289" y="278678"/>
                  </a:lnTo>
                  <a:lnTo>
                    <a:pt x="2524729" y="286210"/>
                  </a:lnTo>
                  <a:lnTo>
                    <a:pt x="2591169" y="293742"/>
                  </a:lnTo>
                  <a:lnTo>
                    <a:pt x="2657609" y="301274"/>
                  </a:lnTo>
                  <a:lnTo>
                    <a:pt x="2724050" y="308805"/>
                  </a:lnTo>
                  <a:lnTo>
                    <a:pt x="2790490" y="316337"/>
                  </a:lnTo>
                  <a:lnTo>
                    <a:pt x="2856930" y="323869"/>
                  </a:lnTo>
                  <a:lnTo>
                    <a:pt x="2923370" y="331401"/>
                  </a:lnTo>
                  <a:lnTo>
                    <a:pt x="2989811" y="338933"/>
                  </a:lnTo>
                  <a:lnTo>
                    <a:pt x="3056251" y="346465"/>
                  </a:lnTo>
                  <a:lnTo>
                    <a:pt x="3122691" y="353997"/>
                  </a:lnTo>
                  <a:lnTo>
                    <a:pt x="3189131" y="361528"/>
                  </a:lnTo>
                  <a:lnTo>
                    <a:pt x="3255572" y="369060"/>
                  </a:lnTo>
                  <a:lnTo>
                    <a:pt x="3322012" y="376592"/>
                  </a:lnTo>
                  <a:lnTo>
                    <a:pt x="3388452" y="384124"/>
                  </a:lnTo>
                  <a:lnTo>
                    <a:pt x="3454892" y="391656"/>
                  </a:lnTo>
                  <a:lnTo>
                    <a:pt x="3521333" y="399188"/>
                  </a:lnTo>
                  <a:lnTo>
                    <a:pt x="3587773" y="406720"/>
                  </a:lnTo>
                  <a:lnTo>
                    <a:pt x="3654213" y="414251"/>
                  </a:lnTo>
                  <a:lnTo>
                    <a:pt x="3720653" y="421783"/>
                  </a:lnTo>
                  <a:lnTo>
                    <a:pt x="3787094" y="429315"/>
                  </a:lnTo>
                  <a:lnTo>
                    <a:pt x="3853534" y="436847"/>
                  </a:lnTo>
                  <a:lnTo>
                    <a:pt x="3919974" y="444379"/>
                  </a:lnTo>
                  <a:lnTo>
                    <a:pt x="3986414" y="451911"/>
                  </a:lnTo>
                  <a:lnTo>
                    <a:pt x="4052855" y="459443"/>
                  </a:lnTo>
                  <a:lnTo>
                    <a:pt x="4119295" y="466974"/>
                  </a:lnTo>
                  <a:lnTo>
                    <a:pt x="4185735" y="474506"/>
                  </a:lnTo>
                  <a:lnTo>
                    <a:pt x="4252175" y="482038"/>
                  </a:lnTo>
                  <a:lnTo>
                    <a:pt x="4318616" y="489570"/>
                  </a:lnTo>
                  <a:lnTo>
                    <a:pt x="4385056" y="497102"/>
                  </a:lnTo>
                  <a:lnTo>
                    <a:pt x="4451496" y="504634"/>
                  </a:lnTo>
                  <a:lnTo>
                    <a:pt x="4517936" y="512165"/>
                  </a:lnTo>
                  <a:lnTo>
                    <a:pt x="4584377" y="519697"/>
                  </a:lnTo>
                  <a:lnTo>
                    <a:pt x="4650817" y="527229"/>
                  </a:lnTo>
                  <a:lnTo>
                    <a:pt x="4717257" y="534761"/>
                  </a:lnTo>
                  <a:lnTo>
                    <a:pt x="4783697" y="542293"/>
                  </a:lnTo>
                  <a:lnTo>
                    <a:pt x="4850138" y="549825"/>
                  </a:lnTo>
                  <a:lnTo>
                    <a:pt x="4916578" y="557357"/>
                  </a:lnTo>
                  <a:lnTo>
                    <a:pt x="4983018" y="564888"/>
                  </a:lnTo>
                  <a:lnTo>
                    <a:pt x="5049458" y="572420"/>
                  </a:lnTo>
                  <a:lnTo>
                    <a:pt x="5115898" y="579952"/>
                  </a:lnTo>
                  <a:lnTo>
                    <a:pt x="5182339" y="587484"/>
                  </a:lnTo>
                  <a:lnTo>
                    <a:pt x="5248779" y="595016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4887" y="534981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8754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2252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1629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898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907081" y="43275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07081" y="32653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907081" y="22030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pathLst>
                <a:path w="6302167" h="0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11145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314115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51677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1944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92210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208036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28302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48568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68835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89101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355267" y="5925448"/>
              <a:ext cx="14753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</a:t>
              </a:r>
            </a:p>
          </p:txBody>
        </p:sp>
        <p:sp>
          <p:nvSpPr>
            <p:cNvPr id="81" name="tx81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41876" y="1669789"/>
              <a:ext cx="37987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vs Size at Final Time Point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2025-12-18T09:45:55Z</dcterms:modified>
  <cp:category/>
</cp:coreProperties>
</file>