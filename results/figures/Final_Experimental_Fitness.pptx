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1319" y="1894551"/>
              <a:ext cx="2846268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79583" y="2674803"/>
              <a:ext cx="0" cy="20343"/>
            </a:xfrm>
            <a:custGeom>
              <a:avLst/>
              <a:pathLst>
                <a:path w="0" h="20343">
                  <a:moveTo>
                    <a:pt x="0" y="2034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79583" y="2853721"/>
              <a:ext cx="0" cy="138230"/>
            </a:xfrm>
            <a:custGeom>
              <a:avLst/>
              <a:pathLst>
                <a:path w="0" h="138230">
                  <a:moveTo>
                    <a:pt x="0" y="0"/>
                  </a:moveTo>
                  <a:lnTo>
                    <a:pt x="0" y="13823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049418" y="2695147"/>
              <a:ext cx="260329" cy="158574"/>
            </a:xfrm>
            <a:custGeom>
              <a:avLst/>
              <a:pathLst>
                <a:path w="260329" h="158574">
                  <a:moveTo>
                    <a:pt x="0" y="0"/>
                  </a:moveTo>
                  <a:lnTo>
                    <a:pt x="0" y="158574"/>
                  </a:lnTo>
                  <a:lnTo>
                    <a:pt x="260329" y="158574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49418" y="2715490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26689" y="2832674"/>
              <a:ext cx="0" cy="59446"/>
            </a:xfrm>
            <a:custGeom>
              <a:avLst/>
              <a:pathLst>
                <a:path w="0" h="59446">
                  <a:moveTo>
                    <a:pt x="0" y="5944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26689" y="3010338"/>
              <a:ext cx="0" cy="58771"/>
            </a:xfrm>
            <a:custGeom>
              <a:avLst/>
              <a:pathLst>
                <a:path w="0" h="58771">
                  <a:moveTo>
                    <a:pt x="0" y="0"/>
                  </a:moveTo>
                  <a:lnTo>
                    <a:pt x="0" y="587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396524" y="2892121"/>
              <a:ext cx="260329" cy="118217"/>
            </a:xfrm>
            <a:custGeom>
              <a:avLst/>
              <a:pathLst>
                <a:path w="260329" h="118217">
                  <a:moveTo>
                    <a:pt x="0" y="0"/>
                  </a:moveTo>
                  <a:lnTo>
                    <a:pt x="0" y="118217"/>
                  </a:lnTo>
                  <a:lnTo>
                    <a:pt x="260329" y="118217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96524" y="2951567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73795" y="2739540"/>
              <a:ext cx="0" cy="44232"/>
            </a:xfrm>
            <a:custGeom>
              <a:avLst/>
              <a:pathLst>
                <a:path w="0" h="44232">
                  <a:moveTo>
                    <a:pt x="0" y="442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873795" y="3017558"/>
              <a:ext cx="0" cy="189551"/>
            </a:xfrm>
            <a:custGeom>
              <a:avLst/>
              <a:pathLst>
                <a:path w="0" h="189551">
                  <a:moveTo>
                    <a:pt x="0" y="0"/>
                  </a:moveTo>
                  <a:lnTo>
                    <a:pt x="0" y="18955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743630" y="2783773"/>
              <a:ext cx="260329" cy="233784"/>
            </a:xfrm>
            <a:custGeom>
              <a:avLst/>
              <a:pathLst>
                <a:path w="260329" h="233784">
                  <a:moveTo>
                    <a:pt x="0" y="0"/>
                  </a:moveTo>
                  <a:lnTo>
                    <a:pt x="0" y="233784"/>
                  </a:lnTo>
                  <a:lnTo>
                    <a:pt x="260329" y="233784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743630" y="2828006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20901" y="2043378"/>
              <a:ext cx="0" cy="72760"/>
            </a:xfrm>
            <a:custGeom>
              <a:avLst/>
              <a:pathLst>
                <a:path w="0" h="72760">
                  <a:moveTo>
                    <a:pt x="0" y="7276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0901" y="2415037"/>
              <a:ext cx="0" cy="226139"/>
            </a:xfrm>
            <a:custGeom>
              <a:avLst/>
              <a:pathLst>
                <a:path w="0" h="226139">
                  <a:moveTo>
                    <a:pt x="0" y="0"/>
                  </a:moveTo>
                  <a:lnTo>
                    <a:pt x="0" y="22613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90736" y="2116138"/>
              <a:ext cx="260329" cy="298899"/>
            </a:xfrm>
            <a:custGeom>
              <a:avLst/>
              <a:pathLst>
                <a:path w="260329" h="298899">
                  <a:moveTo>
                    <a:pt x="0" y="0"/>
                  </a:moveTo>
                  <a:lnTo>
                    <a:pt x="0" y="298899"/>
                  </a:lnTo>
                  <a:lnTo>
                    <a:pt x="260329" y="298899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90736" y="2188898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68007" y="2385119"/>
              <a:ext cx="0" cy="392776"/>
            </a:xfrm>
            <a:custGeom>
              <a:avLst/>
              <a:pathLst>
                <a:path w="0" h="392776">
                  <a:moveTo>
                    <a:pt x="0" y="39277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68007" y="3320442"/>
              <a:ext cx="0" cy="149770"/>
            </a:xfrm>
            <a:custGeom>
              <a:avLst/>
              <a:pathLst>
                <a:path w="0" h="149770">
                  <a:moveTo>
                    <a:pt x="0" y="0"/>
                  </a:moveTo>
                  <a:lnTo>
                    <a:pt x="0" y="14977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437842" y="2777896"/>
              <a:ext cx="260329" cy="542546"/>
            </a:xfrm>
            <a:custGeom>
              <a:avLst/>
              <a:pathLst>
                <a:path w="260329" h="542546">
                  <a:moveTo>
                    <a:pt x="0" y="0"/>
                  </a:moveTo>
                  <a:lnTo>
                    <a:pt x="0" y="542546"/>
                  </a:lnTo>
                  <a:lnTo>
                    <a:pt x="260329" y="542546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437842" y="3170672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15113" y="3265865"/>
              <a:ext cx="0" cy="44856"/>
            </a:xfrm>
            <a:custGeom>
              <a:avLst/>
              <a:pathLst>
                <a:path w="0" h="44856">
                  <a:moveTo>
                    <a:pt x="0" y="4485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915113" y="3499706"/>
              <a:ext cx="0" cy="144127"/>
            </a:xfrm>
            <a:custGeom>
              <a:avLst/>
              <a:pathLst>
                <a:path w="0" h="144127">
                  <a:moveTo>
                    <a:pt x="0" y="0"/>
                  </a:moveTo>
                  <a:lnTo>
                    <a:pt x="0" y="14412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784948" y="3310722"/>
              <a:ext cx="260329" cy="188983"/>
            </a:xfrm>
            <a:custGeom>
              <a:avLst/>
              <a:pathLst>
                <a:path w="260329" h="188983">
                  <a:moveTo>
                    <a:pt x="0" y="0"/>
                  </a:moveTo>
                  <a:lnTo>
                    <a:pt x="0" y="188983"/>
                  </a:lnTo>
                  <a:lnTo>
                    <a:pt x="260329" y="188983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784948" y="3355578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262218" y="4731188"/>
              <a:ext cx="0" cy="68676"/>
            </a:xfrm>
            <a:custGeom>
              <a:avLst/>
              <a:pathLst>
                <a:path w="0" h="68676">
                  <a:moveTo>
                    <a:pt x="0" y="6867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62218" y="4904903"/>
              <a:ext cx="0" cy="36361"/>
            </a:xfrm>
            <a:custGeom>
              <a:avLst/>
              <a:pathLst>
                <a:path w="0" h="36361">
                  <a:moveTo>
                    <a:pt x="0" y="0"/>
                  </a:moveTo>
                  <a:lnTo>
                    <a:pt x="0" y="363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132054" y="4799865"/>
              <a:ext cx="260329" cy="105038"/>
            </a:xfrm>
            <a:custGeom>
              <a:avLst/>
              <a:pathLst>
                <a:path w="260329" h="105038">
                  <a:moveTo>
                    <a:pt x="0" y="0"/>
                  </a:moveTo>
                  <a:lnTo>
                    <a:pt x="0" y="105038"/>
                  </a:lnTo>
                  <a:lnTo>
                    <a:pt x="260329" y="105038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32054" y="4868541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09324" y="4405894"/>
              <a:ext cx="0" cy="124330"/>
            </a:xfrm>
            <a:custGeom>
              <a:avLst/>
              <a:pathLst>
                <a:path w="0" h="124330">
                  <a:moveTo>
                    <a:pt x="0" y="1243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09324" y="4705468"/>
              <a:ext cx="0" cy="50913"/>
            </a:xfrm>
            <a:custGeom>
              <a:avLst/>
              <a:pathLst>
                <a:path w="0" h="50913">
                  <a:moveTo>
                    <a:pt x="0" y="0"/>
                  </a:moveTo>
                  <a:lnTo>
                    <a:pt x="0" y="5091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479160" y="4530225"/>
              <a:ext cx="260329" cy="175243"/>
            </a:xfrm>
            <a:custGeom>
              <a:avLst/>
              <a:pathLst>
                <a:path w="260329" h="175243">
                  <a:moveTo>
                    <a:pt x="0" y="0"/>
                  </a:moveTo>
                  <a:lnTo>
                    <a:pt x="0" y="175243"/>
                  </a:lnTo>
                  <a:lnTo>
                    <a:pt x="260329" y="175243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479160" y="4654555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1448965" y="268262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448965" y="268262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448965" y="268262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494215" y="2235066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94215" y="2235066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494215" y="2235066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18203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8203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18203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01859" y="2524750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101859" y="2524750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01859" y="2524750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531600" y="425584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531600" y="425584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531600" y="425584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184494" y="4581135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184494" y="4581135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184494" y="4581135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796071" y="258948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796071" y="258948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796071" y="258948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802458" y="311581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802458" y="311581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802458" y="3115812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bcd</a:t>
              </a:r>
            </a:p>
          </p:txBody>
        </p:sp>
        <p:sp>
          <p:nvSpPr>
            <p:cNvPr id="62" name="rc62"/>
            <p:cNvSpPr/>
            <p:nvPr/>
          </p:nvSpPr>
          <p:spPr>
            <a:xfrm>
              <a:off x="4366228" y="1894551"/>
              <a:ext cx="2846268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574491" y="4135529"/>
              <a:ext cx="0" cy="55480"/>
            </a:xfrm>
            <a:custGeom>
              <a:avLst/>
              <a:pathLst>
                <a:path w="0" h="55480">
                  <a:moveTo>
                    <a:pt x="0" y="5548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574491" y="4283624"/>
              <a:ext cx="0" cy="37132"/>
            </a:xfrm>
            <a:custGeom>
              <a:avLst/>
              <a:pathLst>
                <a:path w="0" h="37132">
                  <a:moveTo>
                    <a:pt x="0" y="0"/>
                  </a:moveTo>
                  <a:lnTo>
                    <a:pt x="0" y="37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444327" y="4191010"/>
              <a:ext cx="260329" cy="92613"/>
            </a:xfrm>
            <a:custGeom>
              <a:avLst/>
              <a:pathLst>
                <a:path w="260329" h="92613">
                  <a:moveTo>
                    <a:pt x="0" y="0"/>
                  </a:moveTo>
                  <a:lnTo>
                    <a:pt x="0" y="92613"/>
                  </a:lnTo>
                  <a:lnTo>
                    <a:pt x="260329" y="92613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44327" y="4246491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921597" y="3662468"/>
              <a:ext cx="0" cy="44302"/>
            </a:xfrm>
            <a:custGeom>
              <a:avLst/>
              <a:pathLst>
                <a:path w="0" h="44302">
                  <a:moveTo>
                    <a:pt x="0" y="4430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21597" y="3879990"/>
              <a:ext cx="0" cy="128917"/>
            </a:xfrm>
            <a:custGeom>
              <a:avLst/>
              <a:pathLst>
                <a:path w="0" h="128917">
                  <a:moveTo>
                    <a:pt x="0" y="0"/>
                  </a:moveTo>
                  <a:lnTo>
                    <a:pt x="0" y="12891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791433" y="3706771"/>
              <a:ext cx="260329" cy="173219"/>
            </a:xfrm>
            <a:custGeom>
              <a:avLst/>
              <a:pathLst>
                <a:path w="260329" h="173219">
                  <a:moveTo>
                    <a:pt x="0" y="0"/>
                  </a:moveTo>
                  <a:lnTo>
                    <a:pt x="0" y="173219"/>
                  </a:lnTo>
                  <a:lnTo>
                    <a:pt x="260329" y="173219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791433" y="3751073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268703" y="3566753"/>
              <a:ext cx="0" cy="152432"/>
            </a:xfrm>
            <a:custGeom>
              <a:avLst/>
              <a:pathLst>
                <a:path w="0" h="152432">
                  <a:moveTo>
                    <a:pt x="0" y="1524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268703" y="3895539"/>
              <a:ext cx="0" cy="23921"/>
            </a:xfrm>
            <a:custGeom>
              <a:avLst/>
              <a:pathLst>
                <a:path w="0" h="23921">
                  <a:moveTo>
                    <a:pt x="0" y="0"/>
                  </a:moveTo>
                  <a:lnTo>
                    <a:pt x="0" y="239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5138539" y="3719186"/>
              <a:ext cx="260329" cy="176353"/>
            </a:xfrm>
            <a:custGeom>
              <a:avLst/>
              <a:pathLst>
                <a:path w="260329" h="176353">
                  <a:moveTo>
                    <a:pt x="0" y="0"/>
                  </a:moveTo>
                  <a:lnTo>
                    <a:pt x="0" y="176353"/>
                  </a:lnTo>
                  <a:lnTo>
                    <a:pt x="260329" y="176353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138539" y="3871618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615809" y="4146920"/>
              <a:ext cx="0" cy="151784"/>
            </a:xfrm>
            <a:custGeom>
              <a:avLst/>
              <a:pathLst>
                <a:path w="0" h="151784">
                  <a:moveTo>
                    <a:pt x="0" y="15178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615809" y="4466581"/>
              <a:ext cx="0" cy="16090"/>
            </a:xfrm>
            <a:custGeom>
              <a:avLst/>
              <a:pathLst>
                <a:path w="0" h="16090">
                  <a:moveTo>
                    <a:pt x="0" y="0"/>
                  </a:moveTo>
                  <a:lnTo>
                    <a:pt x="0" y="160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485644" y="4298705"/>
              <a:ext cx="260329" cy="167875"/>
            </a:xfrm>
            <a:custGeom>
              <a:avLst/>
              <a:pathLst>
                <a:path w="260329" h="167875">
                  <a:moveTo>
                    <a:pt x="0" y="0"/>
                  </a:moveTo>
                  <a:lnTo>
                    <a:pt x="0" y="167875"/>
                  </a:lnTo>
                  <a:lnTo>
                    <a:pt x="260329" y="167875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485644" y="4450490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962915" y="3464132"/>
              <a:ext cx="0" cy="92615"/>
            </a:xfrm>
            <a:custGeom>
              <a:avLst/>
              <a:pathLst>
                <a:path w="0" h="92615">
                  <a:moveTo>
                    <a:pt x="0" y="926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962915" y="3720238"/>
              <a:ext cx="0" cy="70875"/>
            </a:xfrm>
            <a:custGeom>
              <a:avLst/>
              <a:pathLst>
                <a:path w="0" h="70875">
                  <a:moveTo>
                    <a:pt x="0" y="0"/>
                  </a:moveTo>
                  <a:lnTo>
                    <a:pt x="0" y="7087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832750" y="3556747"/>
              <a:ext cx="260329" cy="163490"/>
            </a:xfrm>
            <a:custGeom>
              <a:avLst/>
              <a:pathLst>
                <a:path w="260329" h="163490">
                  <a:moveTo>
                    <a:pt x="0" y="0"/>
                  </a:moveTo>
                  <a:lnTo>
                    <a:pt x="0" y="163490"/>
                  </a:lnTo>
                  <a:lnTo>
                    <a:pt x="260329" y="163490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832750" y="3649362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310021" y="3525787"/>
              <a:ext cx="0" cy="108467"/>
            </a:xfrm>
            <a:custGeom>
              <a:avLst/>
              <a:pathLst>
                <a:path w="0" h="108467">
                  <a:moveTo>
                    <a:pt x="0" y="10846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310021" y="3745290"/>
              <a:ext cx="0" cy="2567"/>
            </a:xfrm>
            <a:custGeom>
              <a:avLst/>
              <a:pathLst>
                <a:path w="0" h="2567">
                  <a:moveTo>
                    <a:pt x="0" y="0"/>
                  </a:moveTo>
                  <a:lnTo>
                    <a:pt x="0" y="256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6179856" y="3634255"/>
              <a:ext cx="260329" cy="111035"/>
            </a:xfrm>
            <a:custGeom>
              <a:avLst/>
              <a:pathLst>
                <a:path w="260329" h="111035">
                  <a:moveTo>
                    <a:pt x="0" y="0"/>
                  </a:moveTo>
                  <a:lnTo>
                    <a:pt x="0" y="111035"/>
                  </a:lnTo>
                  <a:lnTo>
                    <a:pt x="260329" y="111035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179856" y="3742723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657127" y="4923374"/>
              <a:ext cx="0" cy="7734"/>
            </a:xfrm>
            <a:custGeom>
              <a:avLst/>
              <a:pathLst>
                <a:path w="0" h="7734">
                  <a:moveTo>
                    <a:pt x="0" y="773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657127" y="4946579"/>
              <a:ext cx="0" cy="7734"/>
            </a:xfrm>
            <a:custGeom>
              <a:avLst/>
              <a:pathLst>
                <a:path w="0" h="7734">
                  <a:moveTo>
                    <a:pt x="0" y="0"/>
                  </a:moveTo>
                  <a:lnTo>
                    <a:pt x="0" y="773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6526962" y="4931109"/>
              <a:ext cx="260329" cy="15469"/>
            </a:xfrm>
            <a:custGeom>
              <a:avLst/>
              <a:pathLst>
                <a:path w="260329" h="15469">
                  <a:moveTo>
                    <a:pt x="0" y="0"/>
                  </a:moveTo>
                  <a:lnTo>
                    <a:pt x="0" y="15469"/>
                  </a:lnTo>
                  <a:lnTo>
                    <a:pt x="260329" y="15469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526962" y="4938844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004233" y="4920080"/>
              <a:ext cx="0" cy="30600"/>
            </a:xfrm>
            <a:custGeom>
              <a:avLst/>
              <a:pathLst>
                <a:path w="0" h="30600">
                  <a:moveTo>
                    <a:pt x="0" y="3060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004233" y="5000594"/>
              <a:ext cx="0" cy="19313"/>
            </a:xfrm>
            <a:custGeom>
              <a:avLst/>
              <a:pathLst>
                <a:path w="0" h="19313">
                  <a:moveTo>
                    <a:pt x="0" y="0"/>
                  </a:moveTo>
                  <a:lnTo>
                    <a:pt x="0" y="1931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874068" y="4950680"/>
              <a:ext cx="260329" cy="49913"/>
            </a:xfrm>
            <a:custGeom>
              <a:avLst/>
              <a:pathLst>
                <a:path w="260329" h="49913">
                  <a:moveTo>
                    <a:pt x="0" y="0"/>
                  </a:moveTo>
                  <a:lnTo>
                    <a:pt x="0" y="49913"/>
                  </a:lnTo>
                  <a:lnTo>
                    <a:pt x="260329" y="49913"/>
                  </a:lnTo>
                  <a:lnTo>
                    <a:pt x="260329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874068" y="4981281"/>
              <a:ext cx="260329" cy="0"/>
            </a:xfrm>
            <a:custGeom>
              <a:avLst/>
              <a:pathLst>
                <a:path w="260329" h="0">
                  <a:moveTo>
                    <a:pt x="0" y="0"/>
                  </a:moveTo>
                  <a:lnTo>
                    <a:pt x="260329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4824442" y="3512415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824442" y="3512415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4824442" y="3512415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850261" y="3314079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850261" y="3314079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850261" y="3314079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518654" y="3996867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fgh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518654" y="3996867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fgh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518654" y="3996867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fgh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477336" y="398547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4477336" y="398547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477336" y="398547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965371" y="4770027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965371" y="4770027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65371" y="4770027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579403" y="477332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579403" y="4773321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171548" y="3416700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5171548" y="3416700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5171548" y="3416700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197367" y="3375734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197367" y="3375734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197367" y="3375734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158356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5549241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971319" y="5168734"/>
              <a:ext cx="2846268" cy="0"/>
            </a:xfrm>
            <a:custGeom>
              <a:avLst/>
              <a:pathLst>
                <a:path w="2846268" h="0">
                  <a:moveTo>
                    <a:pt x="0" y="0"/>
                  </a:moveTo>
                  <a:lnTo>
                    <a:pt x="28462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17958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52668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87379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22090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56800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91511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6221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360932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 rot="-2700000">
              <a:off x="815441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2700000">
              <a:off x="1146859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31" name="tx131"/>
            <p:cNvSpPr/>
            <p:nvPr/>
          </p:nvSpPr>
          <p:spPr>
            <a:xfrm rot="-2700000">
              <a:off x="1605419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2700000">
              <a:off x="1957676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33" name="tx133"/>
            <p:cNvSpPr/>
            <p:nvPr/>
          </p:nvSpPr>
          <p:spPr>
            <a:xfrm rot="-2700000">
              <a:off x="2310167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34" name="tx134"/>
            <p:cNvSpPr/>
            <p:nvPr/>
          </p:nvSpPr>
          <p:spPr>
            <a:xfrm rot="-2700000">
              <a:off x="2648453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2700000">
              <a:off x="2977998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36" name="tx136"/>
            <p:cNvSpPr/>
            <p:nvPr/>
          </p:nvSpPr>
          <p:spPr>
            <a:xfrm rot="-2700000">
              <a:off x="3319719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37" name="pl137"/>
            <p:cNvSpPr/>
            <p:nvPr/>
          </p:nvSpPr>
          <p:spPr>
            <a:xfrm>
              <a:off x="4366228" y="5168734"/>
              <a:ext cx="2846268" cy="0"/>
            </a:xfrm>
            <a:custGeom>
              <a:avLst/>
              <a:pathLst>
                <a:path w="2846268" h="0">
                  <a:moveTo>
                    <a:pt x="0" y="0"/>
                  </a:moveTo>
                  <a:lnTo>
                    <a:pt x="28462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57449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92159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26870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61580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6291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31002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665712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00423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 rot="-2700000">
              <a:off x="4210349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47" name="tx147"/>
            <p:cNvSpPr/>
            <p:nvPr/>
          </p:nvSpPr>
          <p:spPr>
            <a:xfrm rot="-2700000">
              <a:off x="4541767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48" name="tx148"/>
            <p:cNvSpPr/>
            <p:nvPr/>
          </p:nvSpPr>
          <p:spPr>
            <a:xfrm rot="-2700000">
              <a:off x="5000327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49" name="tx149"/>
            <p:cNvSpPr/>
            <p:nvPr/>
          </p:nvSpPr>
          <p:spPr>
            <a:xfrm rot="-2700000">
              <a:off x="5352584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50" name="tx150"/>
            <p:cNvSpPr/>
            <p:nvPr/>
          </p:nvSpPr>
          <p:spPr>
            <a:xfrm rot="-2700000">
              <a:off x="5705076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51" name="tx151"/>
            <p:cNvSpPr/>
            <p:nvPr/>
          </p:nvSpPr>
          <p:spPr>
            <a:xfrm rot="-2700000">
              <a:off x="6043362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2700000">
              <a:off x="6372907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2700000">
              <a:off x="6714627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54" name="pl154"/>
            <p:cNvSpPr/>
            <p:nvPr/>
          </p:nvSpPr>
          <p:spPr>
            <a:xfrm>
              <a:off x="971319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691062" y="5008048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691062" y="4211851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691062" y="3415654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691062" y="2619457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59" name="pl159"/>
            <p:cNvSpPr/>
            <p:nvPr/>
          </p:nvSpPr>
          <p:spPr>
            <a:xfrm>
              <a:off x="936525" y="50480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936525" y="42518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936525" y="34556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936525" y="26594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3544365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328364" y="3481625"/>
              <a:ext cx="4968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65" name="rc165"/>
            <p:cNvSpPr/>
            <p:nvPr/>
          </p:nvSpPr>
          <p:spPr>
            <a:xfrm>
              <a:off x="7351674" y="2484696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tx166"/>
            <p:cNvSpPr/>
            <p:nvPr/>
          </p:nvSpPr>
          <p:spPr>
            <a:xfrm>
              <a:off x="7421263" y="2569007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67" name="rc167"/>
            <p:cNvSpPr/>
            <p:nvPr/>
          </p:nvSpPr>
          <p:spPr>
            <a:xfrm>
              <a:off x="7421263" y="27533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530991" y="29179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30991" y="277529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48695" y="2808217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448695" y="286308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530991" y="29508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30991" y="27752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421263" y="29728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530991" y="31374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530991" y="299475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448695" y="3027673"/>
              <a:ext cx="164592" cy="109728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448695" y="308253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530991" y="31703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530991" y="29947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421263" y="319226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530991" y="33568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530991" y="321421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448695" y="3247129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448695" y="330199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530991" y="33897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530991" y="32142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421263" y="341172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530991" y="35763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530991" y="343366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448695" y="3466585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448695" y="352144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530991" y="36092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530991" y="34336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421263" y="36311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530991" y="37957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530991" y="365312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448695" y="3686041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448695" y="374090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530991" y="3828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530991" y="36531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421263" y="385063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7530991" y="40152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7530991" y="38725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448695" y="3905497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7448695" y="396036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530991" y="40481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7530991" y="38725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7421263" y="407008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7530991" y="423468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530991" y="40920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7448695" y="4124953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448695" y="417981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530991" y="42675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530991" y="40920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7421263" y="42895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530991" y="445413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530991" y="43114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7448695" y="4344409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448695" y="439927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530991" y="44870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530991" y="43114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tx223"/>
            <p:cNvSpPr/>
            <p:nvPr/>
          </p:nvSpPr>
          <p:spPr>
            <a:xfrm>
              <a:off x="7710309" y="2823076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710309" y="3042532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710309" y="3261988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7710309" y="3481444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7710309" y="3700900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7710309" y="3920356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7710309" y="413981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7710309" y="4359268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971319" y="1669789"/>
              <a:ext cx="3082168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230" y="1894551"/>
              <a:ext cx="2861813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49631" y="2103510"/>
              <a:ext cx="0" cy="631385"/>
            </a:xfrm>
            <a:custGeom>
              <a:avLst/>
              <a:pathLst>
                <a:path w="0" h="631385">
                  <a:moveTo>
                    <a:pt x="0" y="63138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49631" y="3396346"/>
              <a:ext cx="0" cy="390857"/>
            </a:xfrm>
            <a:custGeom>
              <a:avLst/>
              <a:pathLst>
                <a:path w="0" h="390857">
                  <a:moveTo>
                    <a:pt x="0" y="0"/>
                  </a:moveTo>
                  <a:lnTo>
                    <a:pt x="0" y="39085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018755" y="2734895"/>
              <a:ext cx="261751" cy="661451"/>
            </a:xfrm>
            <a:custGeom>
              <a:avLst/>
              <a:pathLst>
                <a:path w="261751" h="661451">
                  <a:moveTo>
                    <a:pt x="0" y="0"/>
                  </a:moveTo>
                  <a:lnTo>
                    <a:pt x="0" y="661451"/>
                  </a:lnTo>
                  <a:lnTo>
                    <a:pt x="261751" y="661451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8755" y="3065620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473806" y="43636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473806" y="415323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473806" y="43035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473806" y="469442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98632" y="2404169"/>
              <a:ext cx="0" cy="623868"/>
            </a:xfrm>
            <a:custGeom>
              <a:avLst/>
              <a:pathLst>
                <a:path w="0" h="623868">
                  <a:moveTo>
                    <a:pt x="0" y="6238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498632" y="3463994"/>
              <a:ext cx="0" cy="653934"/>
            </a:xfrm>
            <a:custGeom>
              <a:avLst/>
              <a:pathLst>
                <a:path w="0" h="653934">
                  <a:moveTo>
                    <a:pt x="0" y="0"/>
                  </a:moveTo>
                  <a:lnTo>
                    <a:pt x="0" y="65393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7757" y="3028038"/>
              <a:ext cx="261751" cy="435956"/>
            </a:xfrm>
            <a:custGeom>
              <a:avLst/>
              <a:pathLst>
                <a:path w="261751" h="435956">
                  <a:moveTo>
                    <a:pt x="0" y="0"/>
                  </a:moveTo>
                  <a:lnTo>
                    <a:pt x="0" y="435956"/>
                  </a:lnTo>
                  <a:lnTo>
                    <a:pt x="261751" y="435956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7757" y="3246016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22808" y="448396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822808" y="21087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822808" y="49349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47634" y="2344037"/>
              <a:ext cx="0" cy="781714"/>
            </a:xfrm>
            <a:custGeom>
              <a:avLst/>
              <a:pathLst>
                <a:path w="0" h="781714">
                  <a:moveTo>
                    <a:pt x="0" y="78171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47634" y="3666940"/>
              <a:ext cx="0" cy="661451"/>
            </a:xfrm>
            <a:custGeom>
              <a:avLst/>
              <a:pathLst>
                <a:path w="0" h="661451">
                  <a:moveTo>
                    <a:pt x="0" y="0"/>
                  </a:moveTo>
                  <a:lnTo>
                    <a:pt x="0" y="66145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716758" y="3125752"/>
              <a:ext cx="261751" cy="541187"/>
            </a:xfrm>
            <a:custGeom>
              <a:avLst/>
              <a:pathLst>
                <a:path w="261751" h="541187">
                  <a:moveTo>
                    <a:pt x="0" y="0"/>
                  </a:moveTo>
                  <a:lnTo>
                    <a:pt x="0" y="541187"/>
                  </a:lnTo>
                  <a:lnTo>
                    <a:pt x="261751" y="541187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16758" y="3396346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71810" y="454409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96636" y="2193708"/>
              <a:ext cx="0" cy="661451"/>
            </a:xfrm>
            <a:custGeom>
              <a:avLst/>
              <a:pathLst>
                <a:path w="0" h="661451">
                  <a:moveTo>
                    <a:pt x="0" y="66145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196636" y="3516610"/>
              <a:ext cx="0" cy="661451"/>
            </a:xfrm>
            <a:custGeom>
              <a:avLst/>
              <a:pathLst>
                <a:path w="0" h="661451">
                  <a:moveTo>
                    <a:pt x="0" y="0"/>
                  </a:moveTo>
                  <a:lnTo>
                    <a:pt x="0" y="66145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65760" y="2855159"/>
              <a:ext cx="261751" cy="661451"/>
            </a:xfrm>
            <a:custGeom>
              <a:avLst/>
              <a:pathLst>
                <a:path w="261751" h="661451">
                  <a:moveTo>
                    <a:pt x="0" y="0"/>
                  </a:moveTo>
                  <a:lnTo>
                    <a:pt x="0" y="661451"/>
                  </a:lnTo>
                  <a:lnTo>
                    <a:pt x="261751" y="661451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065760" y="3246016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0811" y="258980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520811" y="43636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20811" y="45741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520811" y="460422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637" y="3005488"/>
              <a:ext cx="0" cy="308176"/>
            </a:xfrm>
            <a:custGeom>
              <a:avLst/>
              <a:pathLst>
                <a:path w="0" h="308176">
                  <a:moveTo>
                    <a:pt x="0" y="30817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545637" y="3727071"/>
              <a:ext cx="0" cy="511121"/>
            </a:xfrm>
            <a:custGeom>
              <a:avLst/>
              <a:pathLst>
                <a:path w="0" h="511121">
                  <a:moveTo>
                    <a:pt x="0" y="0"/>
                  </a:moveTo>
                  <a:lnTo>
                    <a:pt x="0" y="5111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414762" y="3313665"/>
              <a:ext cx="261751" cy="413406"/>
            </a:xfrm>
            <a:custGeom>
              <a:avLst/>
              <a:pathLst>
                <a:path w="261751" h="413406">
                  <a:moveTo>
                    <a:pt x="0" y="0"/>
                  </a:moveTo>
                  <a:lnTo>
                    <a:pt x="0" y="413406"/>
                  </a:lnTo>
                  <a:lnTo>
                    <a:pt x="261751" y="413406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14762" y="3486544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869813" y="451402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69813" y="22590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69813" y="228914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69813" y="261987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69813" y="42434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894639" y="2764961"/>
              <a:ext cx="0" cy="481055"/>
            </a:xfrm>
            <a:custGeom>
              <a:avLst/>
              <a:pathLst>
                <a:path w="0" h="481055">
                  <a:moveTo>
                    <a:pt x="0" y="48105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894639" y="3636874"/>
              <a:ext cx="0" cy="270593"/>
            </a:xfrm>
            <a:custGeom>
              <a:avLst/>
              <a:pathLst>
                <a:path w="0" h="270593">
                  <a:moveTo>
                    <a:pt x="0" y="0"/>
                  </a:moveTo>
                  <a:lnTo>
                    <a:pt x="0" y="27059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763763" y="3246016"/>
              <a:ext cx="261751" cy="390857"/>
            </a:xfrm>
            <a:custGeom>
              <a:avLst/>
              <a:pathLst>
                <a:path w="261751" h="390857">
                  <a:moveTo>
                    <a:pt x="0" y="0"/>
                  </a:moveTo>
                  <a:lnTo>
                    <a:pt x="0" y="390857"/>
                  </a:lnTo>
                  <a:lnTo>
                    <a:pt x="261751" y="390857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763763" y="3426412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243641" y="3606808"/>
              <a:ext cx="0" cy="360791"/>
            </a:xfrm>
            <a:custGeom>
              <a:avLst/>
              <a:pathLst>
                <a:path w="0" h="360791">
                  <a:moveTo>
                    <a:pt x="0" y="3607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243641" y="4644083"/>
              <a:ext cx="0" cy="375824"/>
            </a:xfrm>
            <a:custGeom>
              <a:avLst/>
              <a:pathLst>
                <a:path w="0" h="375824">
                  <a:moveTo>
                    <a:pt x="0" y="0"/>
                  </a:moveTo>
                  <a:lnTo>
                    <a:pt x="0" y="37582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112765" y="3967599"/>
              <a:ext cx="261751" cy="676484"/>
            </a:xfrm>
            <a:custGeom>
              <a:avLst/>
              <a:pathLst>
                <a:path w="261751" h="676484">
                  <a:moveTo>
                    <a:pt x="0" y="0"/>
                  </a:moveTo>
                  <a:lnTo>
                    <a:pt x="0" y="676484"/>
                  </a:lnTo>
                  <a:lnTo>
                    <a:pt x="261751" y="676484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112765" y="4132962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67816" y="466435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7816" y="45741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67816" y="451402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592642" y="2975422"/>
              <a:ext cx="0" cy="345758"/>
            </a:xfrm>
            <a:custGeom>
              <a:avLst/>
              <a:pathLst>
                <a:path w="0" h="345758">
                  <a:moveTo>
                    <a:pt x="0" y="34575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592642" y="3787203"/>
              <a:ext cx="0" cy="481055"/>
            </a:xfrm>
            <a:custGeom>
              <a:avLst/>
              <a:pathLst>
                <a:path w="0" h="481055">
                  <a:moveTo>
                    <a:pt x="0" y="0"/>
                  </a:moveTo>
                  <a:lnTo>
                    <a:pt x="0" y="48105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461767" y="3321181"/>
              <a:ext cx="261751" cy="466022"/>
            </a:xfrm>
            <a:custGeom>
              <a:avLst/>
              <a:pathLst>
                <a:path w="261751" h="466022">
                  <a:moveTo>
                    <a:pt x="0" y="0"/>
                  </a:moveTo>
                  <a:lnTo>
                    <a:pt x="0" y="466022"/>
                  </a:lnTo>
                  <a:lnTo>
                    <a:pt x="261751" y="466022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461767" y="3636874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110769" y="189332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424840" y="2193984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bc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773842" y="1923391"/>
              <a:ext cx="1475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2118912" y="1983523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ab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2448482" y="2404446"/>
              <a:ext cx="19431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2781985" y="2073720"/>
              <a:ext cx="22530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cde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3228141" y="3396623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56625" y="276523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defg</a:t>
              </a:r>
            </a:p>
          </p:txBody>
        </p:sp>
        <p:sp>
          <p:nvSpPr>
            <p:cNvPr id="627" name="rc627"/>
            <p:cNvSpPr/>
            <p:nvPr/>
          </p:nvSpPr>
          <p:spPr>
            <a:xfrm>
              <a:off x="4350683" y="1894551"/>
              <a:ext cx="2861813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4560084" y="3426412"/>
              <a:ext cx="0" cy="225494"/>
            </a:xfrm>
            <a:custGeom>
              <a:avLst/>
              <a:pathLst>
                <a:path w="0" h="225494">
                  <a:moveTo>
                    <a:pt x="0" y="2254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4560084" y="4027731"/>
              <a:ext cx="0" cy="300659"/>
            </a:xfrm>
            <a:custGeom>
              <a:avLst/>
              <a:pathLst>
                <a:path w="0" h="300659">
                  <a:moveTo>
                    <a:pt x="0" y="0"/>
                  </a:moveTo>
                  <a:lnTo>
                    <a:pt x="0" y="3006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4429208" y="3651907"/>
              <a:ext cx="261751" cy="375824"/>
            </a:xfrm>
            <a:custGeom>
              <a:avLst/>
              <a:pathLst>
                <a:path w="261751" h="375824">
                  <a:moveTo>
                    <a:pt x="0" y="0"/>
                  </a:moveTo>
                  <a:lnTo>
                    <a:pt x="0" y="375824"/>
                  </a:lnTo>
                  <a:lnTo>
                    <a:pt x="261751" y="375824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4429208" y="3847335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84260" y="28603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4909086" y="3065620"/>
              <a:ext cx="0" cy="518637"/>
            </a:xfrm>
            <a:custGeom>
              <a:avLst/>
              <a:pathLst>
                <a:path w="0" h="518637">
                  <a:moveTo>
                    <a:pt x="0" y="51863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4909086" y="3937533"/>
              <a:ext cx="0" cy="360791"/>
            </a:xfrm>
            <a:custGeom>
              <a:avLst/>
              <a:pathLst>
                <a:path w="0" h="360791">
                  <a:moveTo>
                    <a:pt x="0" y="0"/>
                  </a:moveTo>
                  <a:lnTo>
                    <a:pt x="0" y="36079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4778210" y="3584258"/>
              <a:ext cx="261751" cy="353275"/>
            </a:xfrm>
            <a:custGeom>
              <a:avLst/>
              <a:pathLst>
                <a:path w="261751" h="353275">
                  <a:moveTo>
                    <a:pt x="0" y="0"/>
                  </a:moveTo>
                  <a:lnTo>
                    <a:pt x="0" y="353275"/>
                  </a:lnTo>
                  <a:lnTo>
                    <a:pt x="261751" y="353275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4778210" y="3817269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5258087" y="3907467"/>
              <a:ext cx="0" cy="165362"/>
            </a:xfrm>
            <a:custGeom>
              <a:avLst/>
              <a:pathLst>
                <a:path w="0" h="165362">
                  <a:moveTo>
                    <a:pt x="0" y="16536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5258087" y="4343424"/>
              <a:ext cx="0" cy="255560"/>
            </a:xfrm>
            <a:custGeom>
              <a:avLst/>
              <a:pathLst>
                <a:path w="0" h="255560">
                  <a:moveTo>
                    <a:pt x="0" y="0"/>
                  </a:moveTo>
                  <a:lnTo>
                    <a:pt x="0" y="25556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5127212" y="4072830"/>
              <a:ext cx="261751" cy="270593"/>
            </a:xfrm>
            <a:custGeom>
              <a:avLst/>
              <a:pathLst>
                <a:path w="261751" h="270593">
                  <a:moveTo>
                    <a:pt x="0" y="0"/>
                  </a:moveTo>
                  <a:lnTo>
                    <a:pt x="0" y="270593"/>
                  </a:lnTo>
                  <a:lnTo>
                    <a:pt x="261751" y="270593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5127212" y="4238193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582263" y="3491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5607089" y="3817269"/>
              <a:ext cx="0" cy="240527"/>
            </a:xfrm>
            <a:custGeom>
              <a:avLst/>
              <a:pathLst>
                <a:path w="0" h="240527">
                  <a:moveTo>
                    <a:pt x="0" y="24052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5607089" y="4320874"/>
              <a:ext cx="0" cy="278110"/>
            </a:xfrm>
            <a:custGeom>
              <a:avLst/>
              <a:pathLst>
                <a:path w="0" h="278110">
                  <a:moveTo>
                    <a:pt x="0" y="0"/>
                  </a:moveTo>
                  <a:lnTo>
                    <a:pt x="0" y="27811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5476213" y="4057797"/>
              <a:ext cx="261751" cy="263077"/>
            </a:xfrm>
            <a:custGeom>
              <a:avLst/>
              <a:pathLst>
                <a:path w="261751" h="263077">
                  <a:moveTo>
                    <a:pt x="0" y="0"/>
                  </a:moveTo>
                  <a:lnTo>
                    <a:pt x="0" y="263077"/>
                  </a:lnTo>
                  <a:lnTo>
                    <a:pt x="261751" y="263077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476213" y="4178061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5956091" y="3486544"/>
              <a:ext cx="0" cy="270593"/>
            </a:xfrm>
            <a:custGeom>
              <a:avLst/>
              <a:pathLst>
                <a:path w="0" h="270593">
                  <a:moveTo>
                    <a:pt x="0" y="27059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956091" y="4238193"/>
              <a:ext cx="0" cy="601319"/>
            </a:xfrm>
            <a:custGeom>
              <a:avLst/>
              <a:pathLst>
                <a:path w="0" h="601319">
                  <a:moveTo>
                    <a:pt x="0" y="0"/>
                  </a:moveTo>
                  <a:lnTo>
                    <a:pt x="0" y="6013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5825215" y="3757137"/>
              <a:ext cx="261751" cy="481055"/>
            </a:xfrm>
            <a:custGeom>
              <a:avLst/>
              <a:pathLst>
                <a:path w="261751" h="481055">
                  <a:moveTo>
                    <a:pt x="0" y="0"/>
                  </a:moveTo>
                  <a:lnTo>
                    <a:pt x="0" y="481055"/>
                  </a:lnTo>
                  <a:lnTo>
                    <a:pt x="261751" y="481055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825215" y="3967599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6280266" y="478462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6280266" y="451402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6280266" y="3491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05092" y="3546676"/>
              <a:ext cx="0" cy="360791"/>
            </a:xfrm>
            <a:custGeom>
              <a:avLst/>
              <a:pathLst>
                <a:path w="0" h="360791">
                  <a:moveTo>
                    <a:pt x="0" y="3607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05092" y="4147995"/>
              <a:ext cx="0" cy="300659"/>
            </a:xfrm>
            <a:custGeom>
              <a:avLst/>
              <a:pathLst>
                <a:path w="0" h="300659">
                  <a:moveTo>
                    <a:pt x="0" y="0"/>
                  </a:moveTo>
                  <a:lnTo>
                    <a:pt x="0" y="3006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6174217" y="3907467"/>
              <a:ext cx="261751" cy="240527"/>
            </a:xfrm>
            <a:custGeom>
              <a:avLst/>
              <a:pathLst>
                <a:path w="261751" h="240527">
                  <a:moveTo>
                    <a:pt x="0" y="0"/>
                  </a:moveTo>
                  <a:lnTo>
                    <a:pt x="0" y="240527"/>
                  </a:lnTo>
                  <a:lnTo>
                    <a:pt x="261751" y="240527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174217" y="4027731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629268" y="397283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654094" y="4358457"/>
              <a:ext cx="0" cy="60131"/>
            </a:xfrm>
            <a:custGeom>
              <a:avLst/>
              <a:pathLst>
                <a:path w="0" h="60131">
                  <a:moveTo>
                    <a:pt x="0" y="601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654094" y="4681666"/>
              <a:ext cx="0" cy="37582"/>
            </a:xfrm>
            <a:custGeom>
              <a:avLst/>
              <a:pathLst>
                <a:path w="0" h="37582">
                  <a:moveTo>
                    <a:pt x="0" y="0"/>
                  </a:moveTo>
                  <a:lnTo>
                    <a:pt x="0" y="375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6523218" y="4418588"/>
              <a:ext cx="261751" cy="263077"/>
            </a:xfrm>
            <a:custGeom>
              <a:avLst/>
              <a:pathLst>
                <a:path w="261751" h="263077">
                  <a:moveTo>
                    <a:pt x="0" y="0"/>
                  </a:moveTo>
                  <a:lnTo>
                    <a:pt x="0" y="263077"/>
                  </a:lnTo>
                  <a:lnTo>
                    <a:pt x="261751" y="263077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523218" y="4629050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7003095" y="4057797"/>
              <a:ext cx="0" cy="15032"/>
            </a:xfrm>
            <a:custGeom>
              <a:avLst/>
              <a:pathLst>
                <a:path w="0" h="15032">
                  <a:moveTo>
                    <a:pt x="0" y="150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7003095" y="4253226"/>
              <a:ext cx="0" cy="165362"/>
            </a:xfrm>
            <a:custGeom>
              <a:avLst/>
              <a:pathLst>
                <a:path w="0" h="165362">
                  <a:moveTo>
                    <a:pt x="0" y="0"/>
                  </a:moveTo>
                  <a:lnTo>
                    <a:pt x="0" y="16536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872220" y="4072830"/>
              <a:ext cx="261751" cy="180395"/>
            </a:xfrm>
            <a:custGeom>
              <a:avLst/>
              <a:pathLst>
                <a:path w="261751" h="180395">
                  <a:moveTo>
                    <a:pt x="0" y="0"/>
                  </a:moveTo>
                  <a:lnTo>
                    <a:pt x="0" y="180395"/>
                  </a:lnTo>
                  <a:lnTo>
                    <a:pt x="261751" y="180395"/>
                  </a:lnTo>
                  <a:lnTo>
                    <a:pt x="261751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872220" y="4087863"/>
              <a:ext cx="261751" cy="0"/>
            </a:xfrm>
            <a:custGeom>
              <a:avLst/>
              <a:pathLst>
                <a:path w="261751" h="0">
                  <a:moveTo>
                    <a:pt x="0" y="0"/>
                  </a:moveTo>
                  <a:lnTo>
                    <a:pt x="261751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tx666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4482360" y="3216227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gh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850793" y="2675040"/>
              <a:ext cx="11658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fg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5242588" y="3697282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5552728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5901729" y="3276359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6250731" y="3306425"/>
              <a:ext cx="10872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6638595" y="3787480"/>
              <a:ext cx="3099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6851579" y="3847612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6851579" y="3847612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6851579" y="3847612"/>
              <a:ext cx="3030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efghi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135038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5541468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919" name="pl919"/>
            <p:cNvSpPr/>
            <p:nvPr/>
          </p:nvSpPr>
          <p:spPr>
            <a:xfrm>
              <a:off x="940230" y="5168734"/>
              <a:ext cx="2861813" cy="0"/>
            </a:xfrm>
            <a:custGeom>
              <a:avLst/>
              <a:pathLst>
                <a:path w="2861813" h="0">
                  <a:moveTo>
                    <a:pt x="0" y="0"/>
                  </a:moveTo>
                  <a:lnTo>
                    <a:pt x="2861813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114963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149863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184763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2196636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254563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289463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324364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359264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tx928"/>
            <p:cNvSpPr/>
            <p:nvPr/>
          </p:nvSpPr>
          <p:spPr>
            <a:xfrm rot="-2700000">
              <a:off x="785489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929" name="tx929"/>
            <p:cNvSpPr/>
            <p:nvPr/>
          </p:nvSpPr>
          <p:spPr>
            <a:xfrm rot="-2700000">
              <a:off x="1118802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930" name="tx930"/>
            <p:cNvSpPr/>
            <p:nvPr/>
          </p:nvSpPr>
          <p:spPr>
            <a:xfrm rot="-2700000">
              <a:off x="1579258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931" name="tx931"/>
            <p:cNvSpPr/>
            <p:nvPr/>
          </p:nvSpPr>
          <p:spPr>
            <a:xfrm rot="-2700000">
              <a:off x="1933411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932" name="tx932"/>
            <p:cNvSpPr/>
            <p:nvPr/>
          </p:nvSpPr>
          <p:spPr>
            <a:xfrm rot="-2700000">
              <a:off x="2287798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933" name="tx933"/>
            <p:cNvSpPr/>
            <p:nvPr/>
          </p:nvSpPr>
          <p:spPr>
            <a:xfrm rot="-2700000">
              <a:off x="2627980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934" name="tx934"/>
            <p:cNvSpPr/>
            <p:nvPr/>
          </p:nvSpPr>
          <p:spPr>
            <a:xfrm rot="-2700000">
              <a:off x="2959420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935" name="tx935"/>
            <p:cNvSpPr/>
            <p:nvPr/>
          </p:nvSpPr>
          <p:spPr>
            <a:xfrm rot="-2700000">
              <a:off x="3303037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936" name="pl936"/>
            <p:cNvSpPr/>
            <p:nvPr/>
          </p:nvSpPr>
          <p:spPr>
            <a:xfrm>
              <a:off x="4350683" y="5168734"/>
              <a:ext cx="2861813" cy="0"/>
            </a:xfrm>
            <a:custGeom>
              <a:avLst/>
              <a:pathLst>
                <a:path w="2861813" h="0">
                  <a:moveTo>
                    <a:pt x="0" y="0"/>
                  </a:moveTo>
                  <a:lnTo>
                    <a:pt x="2861813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456008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4909086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25808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60708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95609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630509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665409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00309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tx945"/>
            <p:cNvSpPr/>
            <p:nvPr/>
          </p:nvSpPr>
          <p:spPr>
            <a:xfrm rot="-2700000">
              <a:off x="4195942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946" name="tx946"/>
            <p:cNvSpPr/>
            <p:nvPr/>
          </p:nvSpPr>
          <p:spPr>
            <a:xfrm rot="-2700000">
              <a:off x="4529256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947" name="tx947"/>
            <p:cNvSpPr/>
            <p:nvPr/>
          </p:nvSpPr>
          <p:spPr>
            <a:xfrm rot="-2700000">
              <a:off x="4989711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948" name="tx948"/>
            <p:cNvSpPr/>
            <p:nvPr/>
          </p:nvSpPr>
          <p:spPr>
            <a:xfrm rot="-2700000">
              <a:off x="5343864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949" name="tx949"/>
            <p:cNvSpPr/>
            <p:nvPr/>
          </p:nvSpPr>
          <p:spPr>
            <a:xfrm rot="-2700000">
              <a:off x="5698251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950" name="tx950"/>
            <p:cNvSpPr/>
            <p:nvPr/>
          </p:nvSpPr>
          <p:spPr>
            <a:xfrm rot="-2700000">
              <a:off x="6038433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951" name="tx951"/>
            <p:cNvSpPr/>
            <p:nvPr/>
          </p:nvSpPr>
          <p:spPr>
            <a:xfrm rot="-2700000">
              <a:off x="6369874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952" name="tx952"/>
            <p:cNvSpPr/>
            <p:nvPr/>
          </p:nvSpPr>
          <p:spPr>
            <a:xfrm rot="-2700000">
              <a:off x="6713490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953" name="pl953"/>
            <p:cNvSpPr/>
            <p:nvPr/>
          </p:nvSpPr>
          <p:spPr>
            <a:xfrm>
              <a:off x="940230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4"/>
            <p:cNvSpPr/>
            <p:nvPr/>
          </p:nvSpPr>
          <p:spPr>
            <a:xfrm>
              <a:off x="753241" y="507010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753241" y="4318452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753241" y="356680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91062" y="2815154"/>
              <a:ext cx="18653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91062" y="2063505"/>
              <a:ext cx="18653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125</a:t>
              </a:r>
            </a:p>
          </p:txBody>
        </p:sp>
        <p:sp>
          <p:nvSpPr>
            <p:cNvPr id="959" name="pl959"/>
            <p:cNvSpPr/>
            <p:nvPr/>
          </p:nvSpPr>
          <p:spPr>
            <a:xfrm>
              <a:off x="905435" y="51101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905435" y="4358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905435" y="36068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905435" y="28551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905435" y="21035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tx964"/>
            <p:cNvSpPr/>
            <p:nvPr/>
          </p:nvSpPr>
          <p:spPr>
            <a:xfrm>
              <a:off x="3528820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965" name="tx965"/>
            <p:cNvSpPr/>
            <p:nvPr/>
          </p:nvSpPr>
          <p:spPr>
            <a:xfrm rot="-5400000">
              <a:off x="180688" y="3481625"/>
              <a:ext cx="79223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Length (mm)</a:t>
              </a:r>
            </a:p>
          </p:txBody>
        </p:sp>
        <p:sp>
          <p:nvSpPr>
            <p:cNvPr id="966" name="rc966"/>
            <p:cNvSpPr/>
            <p:nvPr/>
          </p:nvSpPr>
          <p:spPr>
            <a:xfrm>
              <a:off x="7351674" y="2484696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tx967"/>
            <p:cNvSpPr/>
            <p:nvPr/>
          </p:nvSpPr>
          <p:spPr>
            <a:xfrm>
              <a:off x="7421263" y="2569007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968" name="rc968"/>
            <p:cNvSpPr/>
            <p:nvPr/>
          </p:nvSpPr>
          <p:spPr>
            <a:xfrm>
              <a:off x="7421263" y="27533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7530991" y="29179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530991" y="277529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7448695" y="2808217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448695" y="286308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530991" y="29508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530991" y="27752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7421263" y="29728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530991" y="31374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530991" y="299475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7448695" y="3027673"/>
              <a:ext cx="164592" cy="109728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448695" y="308253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7530991" y="31703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530991" y="29947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7421263" y="319226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530991" y="33568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530991" y="321421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7448695" y="3247129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448695" y="330199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7530991" y="33897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7530991" y="32142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7421263" y="341172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7530991" y="35763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530991" y="343366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7448695" y="3466585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7448695" y="352144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7530991" y="36092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7530991" y="34336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7421263" y="36311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7530991" y="37957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7530991" y="365312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7448695" y="3686041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7448695" y="374090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7530991" y="3828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7530991" y="36531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7421263" y="385063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7530991" y="40152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7530991" y="38725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7448695" y="3905497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7448695" y="396036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7530991" y="40481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7530991" y="38725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7421263" y="407008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7530991" y="423468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7530991" y="40920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7448695" y="4124953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7448695" y="417981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7530991" y="42675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7530991" y="40920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7421263" y="42895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7530991" y="445413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7530991" y="43114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7448695" y="4344409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7448695" y="439927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7530991" y="44870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7530991" y="43114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4" name="tx1024"/>
            <p:cNvSpPr/>
            <p:nvPr/>
          </p:nvSpPr>
          <p:spPr>
            <a:xfrm>
              <a:off x="7710309" y="2823076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025" name="tx1025"/>
            <p:cNvSpPr/>
            <p:nvPr/>
          </p:nvSpPr>
          <p:spPr>
            <a:xfrm>
              <a:off x="7710309" y="3042532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026" name="tx1026"/>
            <p:cNvSpPr/>
            <p:nvPr/>
          </p:nvSpPr>
          <p:spPr>
            <a:xfrm>
              <a:off x="7710309" y="3261988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027" name="tx1027"/>
            <p:cNvSpPr/>
            <p:nvPr/>
          </p:nvSpPr>
          <p:spPr>
            <a:xfrm>
              <a:off x="7710309" y="3481444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028" name="tx1028"/>
            <p:cNvSpPr/>
            <p:nvPr/>
          </p:nvSpPr>
          <p:spPr>
            <a:xfrm>
              <a:off x="7710309" y="3700900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029" name="tx1029"/>
            <p:cNvSpPr/>
            <p:nvPr/>
          </p:nvSpPr>
          <p:spPr>
            <a:xfrm>
              <a:off x="7710309" y="3920356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030" name="tx1030"/>
            <p:cNvSpPr/>
            <p:nvPr/>
          </p:nvSpPr>
          <p:spPr>
            <a:xfrm>
              <a:off x="7710309" y="413981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031" name="tx1031"/>
            <p:cNvSpPr/>
            <p:nvPr/>
          </p:nvSpPr>
          <p:spPr>
            <a:xfrm>
              <a:off x="7710309" y="4359268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032" name="tx1032"/>
            <p:cNvSpPr/>
            <p:nvPr/>
          </p:nvSpPr>
          <p:spPr>
            <a:xfrm>
              <a:off x="940230" y="1669789"/>
              <a:ext cx="2998774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Length at Lewisetta and 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5871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00499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00499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9822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9822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896103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96103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386407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86407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252687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52687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1718165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742991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42991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609272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09272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99575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99575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65856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5856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3133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456160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456160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322441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22441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812744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12744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679025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79025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44503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4503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144503" y="354311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169329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169329" y="28419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035610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035610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525913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525913" y="3567942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3392194" y="2841959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392194" y="2841959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25039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2320143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963558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893805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3389896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303331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1606974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5" name="tx63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7" name="tx64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5" name="tx65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676727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688" name="rc688"/>
            <p:cNvSpPr/>
            <p:nvPr/>
          </p:nvSpPr>
          <p:spPr>
            <a:xfrm>
              <a:off x="4288504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477629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4502455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4502455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368735" y="3567942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4368735" y="429392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4859039" y="2115976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4859039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725320" y="2841959"/>
              <a:ext cx="267438" cy="1451965"/>
            </a:xfrm>
            <a:custGeom>
              <a:avLst/>
              <a:pathLst>
                <a:path w="267438" h="1451965">
                  <a:moveTo>
                    <a:pt x="0" y="0"/>
                  </a:moveTo>
                  <a:lnTo>
                    <a:pt x="0" y="1451965"/>
                  </a:lnTo>
                  <a:lnTo>
                    <a:pt x="267438" y="1451965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4725320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5215623" y="3567942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5215623" y="4838412"/>
              <a:ext cx="0" cy="181495"/>
            </a:xfrm>
            <a:custGeom>
              <a:avLst/>
              <a:pathLst>
                <a:path w="0" h="181495">
                  <a:moveTo>
                    <a:pt x="0" y="0"/>
                  </a:moveTo>
                  <a:lnTo>
                    <a:pt x="0" y="18149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5081904" y="4293925"/>
              <a:ext cx="267438" cy="544487"/>
            </a:xfrm>
            <a:custGeom>
              <a:avLst/>
              <a:pathLst>
                <a:path w="267438" h="544487">
                  <a:moveTo>
                    <a:pt x="0" y="0"/>
                  </a:moveTo>
                  <a:lnTo>
                    <a:pt x="0" y="544487"/>
                  </a:lnTo>
                  <a:lnTo>
                    <a:pt x="267438" y="544487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5081904" y="429392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547382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547382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547382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5572208" y="3567942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5572208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438489" y="4293925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438489" y="429392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90396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90396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90396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90396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903966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903966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28792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928792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795073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795073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6260551" y="20911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6285377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6285377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6151658" y="3567942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6151658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6641961" y="2841959"/>
              <a:ext cx="0" cy="725982"/>
            </a:xfrm>
            <a:custGeom>
              <a:avLst/>
              <a:pathLst>
                <a:path w="0" h="725982">
                  <a:moveTo>
                    <a:pt x="0" y="72598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6641961" y="4293925"/>
              <a:ext cx="0" cy="725982"/>
            </a:xfrm>
            <a:custGeom>
              <a:avLst/>
              <a:pathLst>
                <a:path w="0" h="725982">
                  <a:moveTo>
                    <a:pt x="0" y="0"/>
                  </a:moveTo>
                  <a:lnTo>
                    <a:pt x="0" y="72598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6508242" y="3567942"/>
              <a:ext cx="267438" cy="725982"/>
            </a:xfrm>
            <a:custGeom>
              <a:avLst/>
              <a:pathLst>
                <a:path w="267438" h="725982">
                  <a:moveTo>
                    <a:pt x="0" y="0"/>
                  </a:moveTo>
                  <a:lnTo>
                    <a:pt x="0" y="725982"/>
                  </a:lnTo>
                  <a:lnTo>
                    <a:pt x="267438" y="72598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6508242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6973720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6973720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6973720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6973720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973720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973720" y="281713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6973720" y="426909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6998546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6998546" y="35679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864827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6864827" y="3567942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4723022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29" name="tx92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0" name="tx93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1" name="tx93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5792775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8" name="tx98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89" name="tx98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0" name="tx99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1" name="tx99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2" name="tx99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3" name="tx99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3" name="tx100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4" name="tx100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5" name="tx100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6" name="tx100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7" name="tx100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8" name="tx100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09" name="tx100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0" name="tx101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1" name="tx101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2" name="tx101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3" name="tx101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4" name="tx101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5" name="tx101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6" name="tx101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7" name="tx101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8" name="tx101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19" name="tx101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0" name="tx102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1" name="tx102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2" name="tx102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3" name="tx102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4" name="tx102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5" name="tx1025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6" name="tx1026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7" name="tx1027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8" name="tx1028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29" name="tx1029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0" name="tx1030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1" name="tx1031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2" name="tx1032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3" name="tx1033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4" name="tx1034"/>
            <p:cNvSpPr/>
            <p:nvPr/>
          </p:nvSpPr>
          <p:spPr>
            <a:xfrm>
              <a:off x="5436191" y="2619308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035" name="tx103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8" name="tx103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39" name="tx103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0" name="tx104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1" name="tx104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2" name="tx104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3" name="tx104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4" name="tx104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5" name="tx104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6" name="tx104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7" name="tx104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8" name="tx104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1" name="tx105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2" name="tx105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4" name="tx105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5" name="tx105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7" name="tx105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8" name="tx105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5" name="tx106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6" name="tx106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7" name="tx106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8" name="tx106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69" name="tx106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0" name="tx107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3" name="tx107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0" name="tx108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1" name="tx108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2" name="tx108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3" name="tx108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4" name="tx108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5" name="tx108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6" name="tx108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7" name="tx108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0" name="tx109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1" name="tx109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2" name="tx109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3" name="tx109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4" name="tx109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5" name="tx109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6" name="tx109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7" name="tx109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8" name="tx109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0" name="tx110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1" name="tx110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2" name="tx110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4347007" y="1893325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7" name="tx1117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19" name="tx1119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0" name="tx1120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1" name="tx1121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2" name="tx1122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3" name="tx1123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4" name="tx1124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5" name="tx1125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6" name="tx1126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7" name="tx1127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8" name="tx1128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29" name="tx1129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0" name="tx1130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1" name="tx1131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2" name="tx1132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3" name="tx1133"/>
            <p:cNvSpPr/>
            <p:nvPr/>
          </p:nvSpPr>
          <p:spPr>
            <a:xfrm>
              <a:off x="6843098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4" name="tx1134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5" name="tx1135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6" name="tx1136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7" name="tx1137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8" name="tx1138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39" name="tx1139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0" name="tx1140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1" name="tx1141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2" name="tx1142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3" name="tx1143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4" name="tx1144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5" name="tx1145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6" name="tx1146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7" name="tx1147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8" name="tx1148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49" name="tx1149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0" name="tx1150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1" name="tx1151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2" name="tx1152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3" name="tx1153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4" name="tx1154"/>
            <p:cNvSpPr/>
            <p:nvPr/>
          </p:nvSpPr>
          <p:spPr>
            <a:xfrm>
              <a:off x="6486513" y="2619308"/>
              <a:ext cx="31089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a    </a:t>
              </a:r>
            </a:p>
          </p:txBody>
        </p:sp>
        <p:sp>
          <p:nvSpPr>
            <p:cNvPr id="1155" name="tx115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6" name="tx115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7" name="tx115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8" name="tx115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59" name="tx115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0" name="tx116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1" name="tx116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2" name="tx116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3" name="tx116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4" name="tx116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5" name="tx116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6" name="tx116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7" name="tx116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8" name="tx116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69" name="tx116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0" name="tx117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1" name="tx117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2" name="tx117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3" name="tx117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4" name="tx117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5" name="tx117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6" name="tx117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7" name="tx117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8" name="tx117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79" name="tx117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0" name="tx118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1" name="tx118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2" name="tx118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3" name="tx118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4" name="tx118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5" name="tx118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6" name="tx118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7" name="tx118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8" name="tx118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89" name="tx118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0" name="tx119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1" name="tx119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2" name="tx119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3" name="tx119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4" name="tx119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5" name="tx119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6" name="tx119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7" name="tx119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8" name="tx119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199" name="tx119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0" name="tx120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1" name="tx120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2" name="tx120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3" name="tx120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4" name="tx120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5" name="tx120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6" name="tx120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7" name="tx120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8" name="tx120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09" name="tx120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0" name="tx121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1" name="tx121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2" name="tx121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3" name="tx121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4" name="tx121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5" name="tx121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6" name="tx121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7" name="tx121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8" name="tx121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19" name="tx121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0" name="tx122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1" name="tx122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2" name="tx122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3" name="tx122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4" name="tx122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5" name="tx122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6" name="tx122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7" name="tx122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8" name="tx122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29" name="tx122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0" name="tx123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1" name="tx1231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2" name="tx1232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3" name="tx1233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4" name="tx1234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5" name="tx1235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6" name="tx1236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7" name="tx1237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8" name="tx1238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39" name="tx1239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0" name="tx1240"/>
            <p:cNvSpPr/>
            <p:nvPr/>
          </p:nvSpPr>
          <p:spPr>
            <a:xfrm>
              <a:off x="5079606" y="3345291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1" name="tx124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2" name="tx124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3" name="tx124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4" name="tx124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5" name="tx124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6" name="tx124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7" name="tx124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8" name="tx124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49" name="tx124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0" name="tx125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1" name="tx125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2" name="tx125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3" name="tx125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4" name="tx125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5" name="tx125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6" name="tx125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7" name="tx125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8" name="tx125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59" name="tx125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0" name="tx126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1" name="tx126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2" name="tx126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3" name="tx126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4" name="tx126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5" name="tx126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6" name="tx126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7" name="tx126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8" name="tx126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69" name="tx126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0" name="tx127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1" name="tx127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2" name="tx127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3" name="tx127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4" name="tx127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5" name="tx127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6" name="tx127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7" name="tx127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8" name="tx127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79" name="tx127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0" name="tx128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1" name="tx128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2" name="tx128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3" name="tx128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4" name="tx128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5" name="tx128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6" name="tx128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7" name="tx128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8" name="tx128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89" name="tx128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0" name="tx129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1" name="tx129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2" name="tx129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3" name="tx129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4" name="tx129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5" name="tx129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6" name="tx129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7" name="tx129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8" name="tx129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299" name="tx129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0" name="tx130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1" name="tx130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2" name="tx130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3" name="tx130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4" name="tx130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5" name="tx130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6" name="tx130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7" name="tx130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8" name="tx130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09" name="tx130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0" name="tx131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1" name="tx131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2" name="tx131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3" name="tx131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4" name="tx131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5" name="tx131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6" name="tx131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7" name="tx131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8" name="tx1318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19" name="tx1319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0" name="tx1320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1" name="tx1321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2" name="tx1322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3" name="tx1323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4" name="tx1324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5" name="tx1325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6" name="tx1326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7" name="tx1327"/>
            <p:cNvSpPr/>
            <p:nvPr/>
          </p:nvSpPr>
          <p:spPr>
            <a:xfrm>
              <a:off x="6149360" y="1893325"/>
              <a:ext cx="27203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 </a:t>
              </a:r>
            </a:p>
          </p:txBody>
        </p:sp>
        <p:sp>
          <p:nvSpPr>
            <p:cNvPr id="1328" name="tx1328"/>
            <p:cNvSpPr/>
            <p:nvPr/>
          </p:nvSpPr>
          <p:spPr>
            <a:xfrm>
              <a:off x="2041770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329" name="tx1329"/>
            <p:cNvSpPr/>
            <p:nvPr/>
          </p:nvSpPr>
          <p:spPr>
            <a:xfrm>
              <a:off x="5510379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330" name="pl1330"/>
            <p:cNvSpPr/>
            <p:nvPr/>
          </p:nvSpPr>
          <p:spPr>
            <a:xfrm>
              <a:off x="815871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102982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138640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174299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209957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245616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281274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316932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352591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tx1339"/>
            <p:cNvSpPr/>
            <p:nvPr/>
          </p:nvSpPr>
          <p:spPr>
            <a:xfrm rot="-2700000">
              <a:off x="665680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340" name="tx1340"/>
            <p:cNvSpPr/>
            <p:nvPr/>
          </p:nvSpPr>
          <p:spPr>
            <a:xfrm rot="-2700000">
              <a:off x="1006577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341" name="tx1341"/>
            <p:cNvSpPr/>
            <p:nvPr/>
          </p:nvSpPr>
          <p:spPr>
            <a:xfrm rot="-2700000">
              <a:off x="1474615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342" name="tx1342"/>
            <p:cNvSpPr/>
            <p:nvPr/>
          </p:nvSpPr>
          <p:spPr>
            <a:xfrm rot="-2700000">
              <a:off x="1836351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343" name="tx1343"/>
            <p:cNvSpPr/>
            <p:nvPr/>
          </p:nvSpPr>
          <p:spPr>
            <a:xfrm rot="-2700000">
              <a:off x="2198320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344" name="tx1344"/>
            <p:cNvSpPr/>
            <p:nvPr/>
          </p:nvSpPr>
          <p:spPr>
            <a:xfrm rot="-2700000">
              <a:off x="2546085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345" name="tx1345"/>
            <p:cNvSpPr/>
            <p:nvPr/>
          </p:nvSpPr>
          <p:spPr>
            <a:xfrm rot="-2700000">
              <a:off x="2885109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346" name="tx1346"/>
            <p:cNvSpPr/>
            <p:nvPr/>
          </p:nvSpPr>
          <p:spPr>
            <a:xfrm rot="-2700000">
              <a:off x="3236308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347" name="pl1347"/>
            <p:cNvSpPr/>
            <p:nvPr/>
          </p:nvSpPr>
          <p:spPr>
            <a:xfrm>
              <a:off x="4288504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50245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85903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521562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557220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592879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628537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664196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6998546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tx1356"/>
            <p:cNvSpPr/>
            <p:nvPr/>
          </p:nvSpPr>
          <p:spPr>
            <a:xfrm rot="-2700000">
              <a:off x="4138312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357" name="tx1357"/>
            <p:cNvSpPr/>
            <p:nvPr/>
          </p:nvSpPr>
          <p:spPr>
            <a:xfrm rot="-2700000">
              <a:off x="4479209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358" name="tx1358"/>
            <p:cNvSpPr/>
            <p:nvPr/>
          </p:nvSpPr>
          <p:spPr>
            <a:xfrm rot="-2700000">
              <a:off x="4947247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359" name="tx1359"/>
            <p:cNvSpPr/>
            <p:nvPr/>
          </p:nvSpPr>
          <p:spPr>
            <a:xfrm rot="-2700000">
              <a:off x="5308983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360" name="tx1360"/>
            <p:cNvSpPr/>
            <p:nvPr/>
          </p:nvSpPr>
          <p:spPr>
            <a:xfrm rot="-2700000">
              <a:off x="5670953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361" name="tx1361"/>
            <p:cNvSpPr/>
            <p:nvPr/>
          </p:nvSpPr>
          <p:spPr>
            <a:xfrm rot="-2700000">
              <a:off x="6018718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362" name="tx1362"/>
            <p:cNvSpPr/>
            <p:nvPr/>
          </p:nvSpPr>
          <p:spPr>
            <a:xfrm rot="-2700000">
              <a:off x="6357741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363" name="tx1363"/>
            <p:cNvSpPr/>
            <p:nvPr/>
          </p:nvSpPr>
          <p:spPr>
            <a:xfrm rot="-2700000">
              <a:off x="6708940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364" name="pl1364"/>
            <p:cNvSpPr/>
            <p:nvPr/>
          </p:nvSpPr>
          <p:spPr>
            <a:xfrm>
              <a:off x="815871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tx1365"/>
            <p:cNvSpPr/>
            <p:nvPr/>
          </p:nvSpPr>
          <p:spPr>
            <a:xfrm>
              <a:off x="691062" y="497990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66" name="tx1366"/>
            <p:cNvSpPr/>
            <p:nvPr/>
          </p:nvSpPr>
          <p:spPr>
            <a:xfrm>
              <a:off x="691062" y="425392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67" name="tx1367"/>
            <p:cNvSpPr/>
            <p:nvPr/>
          </p:nvSpPr>
          <p:spPr>
            <a:xfrm>
              <a:off x="691062" y="3527937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368" name="tx1368"/>
            <p:cNvSpPr/>
            <p:nvPr/>
          </p:nvSpPr>
          <p:spPr>
            <a:xfrm>
              <a:off x="691062" y="280195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369" name="tx1369"/>
            <p:cNvSpPr/>
            <p:nvPr/>
          </p:nvSpPr>
          <p:spPr>
            <a:xfrm>
              <a:off x="691062" y="2075971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370" name="pl1370"/>
            <p:cNvSpPr/>
            <p:nvPr/>
          </p:nvSpPr>
          <p:spPr>
            <a:xfrm>
              <a:off x="781077" y="5019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781077" y="429392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781077" y="35679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781077" y="2841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781077" y="2115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tx1375"/>
            <p:cNvSpPr/>
            <p:nvPr/>
          </p:nvSpPr>
          <p:spPr>
            <a:xfrm>
              <a:off x="3466641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376" name="tx1376"/>
            <p:cNvSpPr/>
            <p:nvPr/>
          </p:nvSpPr>
          <p:spPr>
            <a:xfrm rot="-5400000">
              <a:off x="-107895" y="3481625"/>
              <a:ext cx="136940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Tissue Condition (1-5)</a:t>
              </a:r>
            </a:p>
          </p:txBody>
        </p:sp>
        <p:sp>
          <p:nvSpPr>
            <p:cNvPr id="1377" name="rc1377"/>
            <p:cNvSpPr/>
            <p:nvPr/>
          </p:nvSpPr>
          <p:spPr>
            <a:xfrm>
              <a:off x="7351674" y="2484696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tx1378"/>
            <p:cNvSpPr/>
            <p:nvPr/>
          </p:nvSpPr>
          <p:spPr>
            <a:xfrm>
              <a:off x="7421263" y="2569007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379" name="rc1379"/>
            <p:cNvSpPr/>
            <p:nvPr/>
          </p:nvSpPr>
          <p:spPr>
            <a:xfrm>
              <a:off x="7421263" y="27533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7530991" y="29179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7530991" y="277529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2" name="rc1382"/>
            <p:cNvSpPr/>
            <p:nvPr/>
          </p:nvSpPr>
          <p:spPr>
            <a:xfrm>
              <a:off x="7448695" y="2808217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7448695" y="286308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7530991" y="29508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7530991" y="27752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6" name="rc1386"/>
            <p:cNvSpPr/>
            <p:nvPr/>
          </p:nvSpPr>
          <p:spPr>
            <a:xfrm>
              <a:off x="7421263" y="29728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7530991" y="31374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7530991" y="299475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9" name="rc1389"/>
            <p:cNvSpPr/>
            <p:nvPr/>
          </p:nvSpPr>
          <p:spPr>
            <a:xfrm>
              <a:off x="7448695" y="3027673"/>
              <a:ext cx="164592" cy="109728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7448695" y="308253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7530991" y="31703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7530991" y="29947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3" name="rc1393"/>
            <p:cNvSpPr/>
            <p:nvPr/>
          </p:nvSpPr>
          <p:spPr>
            <a:xfrm>
              <a:off x="7421263" y="319226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7530991" y="33568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7530991" y="321421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6" name="rc1396"/>
            <p:cNvSpPr/>
            <p:nvPr/>
          </p:nvSpPr>
          <p:spPr>
            <a:xfrm>
              <a:off x="7448695" y="3247129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7448695" y="330199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7530991" y="33897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7530991" y="32142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0" name="rc1400"/>
            <p:cNvSpPr/>
            <p:nvPr/>
          </p:nvSpPr>
          <p:spPr>
            <a:xfrm>
              <a:off x="7421263" y="341172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7530991" y="35763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7530991" y="343366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3" name="rc1403"/>
            <p:cNvSpPr/>
            <p:nvPr/>
          </p:nvSpPr>
          <p:spPr>
            <a:xfrm>
              <a:off x="7448695" y="3466585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7448695" y="352144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7530991" y="36092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7530991" y="34336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7" name="rc1407"/>
            <p:cNvSpPr/>
            <p:nvPr/>
          </p:nvSpPr>
          <p:spPr>
            <a:xfrm>
              <a:off x="7421263" y="36311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7530991" y="37957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7530991" y="365312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0" name="rc1410"/>
            <p:cNvSpPr/>
            <p:nvPr/>
          </p:nvSpPr>
          <p:spPr>
            <a:xfrm>
              <a:off x="7448695" y="3686041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7448695" y="374090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7530991" y="3828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7530991" y="36531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4" name="rc1414"/>
            <p:cNvSpPr/>
            <p:nvPr/>
          </p:nvSpPr>
          <p:spPr>
            <a:xfrm>
              <a:off x="7421263" y="385063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7530991" y="40152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7530991" y="38725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7" name="rc1417"/>
            <p:cNvSpPr/>
            <p:nvPr/>
          </p:nvSpPr>
          <p:spPr>
            <a:xfrm>
              <a:off x="7448695" y="3905497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7448695" y="396036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7530991" y="40481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7530991" y="38725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1" name="rc1421"/>
            <p:cNvSpPr/>
            <p:nvPr/>
          </p:nvSpPr>
          <p:spPr>
            <a:xfrm>
              <a:off x="7421263" y="407008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7530991" y="423468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7530991" y="40920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4" name="rc1424"/>
            <p:cNvSpPr/>
            <p:nvPr/>
          </p:nvSpPr>
          <p:spPr>
            <a:xfrm>
              <a:off x="7448695" y="4124953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7448695" y="417981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7530991" y="42675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7530991" y="40920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8" name="rc1428"/>
            <p:cNvSpPr/>
            <p:nvPr/>
          </p:nvSpPr>
          <p:spPr>
            <a:xfrm>
              <a:off x="7421263" y="42895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7530991" y="445413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7530991" y="43114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1" name="rc1431"/>
            <p:cNvSpPr/>
            <p:nvPr/>
          </p:nvSpPr>
          <p:spPr>
            <a:xfrm>
              <a:off x="7448695" y="4344409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7448695" y="439927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7530991" y="44870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7530991" y="43114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5" name="tx1435"/>
            <p:cNvSpPr/>
            <p:nvPr/>
          </p:nvSpPr>
          <p:spPr>
            <a:xfrm>
              <a:off x="7710309" y="2823076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436" name="tx1436"/>
            <p:cNvSpPr/>
            <p:nvPr/>
          </p:nvSpPr>
          <p:spPr>
            <a:xfrm>
              <a:off x="7710309" y="3042532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437" name="tx1437"/>
            <p:cNvSpPr/>
            <p:nvPr/>
          </p:nvSpPr>
          <p:spPr>
            <a:xfrm>
              <a:off x="7710309" y="3261988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438" name="tx1438"/>
            <p:cNvSpPr/>
            <p:nvPr/>
          </p:nvSpPr>
          <p:spPr>
            <a:xfrm>
              <a:off x="7710309" y="3481444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439" name="tx1439"/>
            <p:cNvSpPr/>
            <p:nvPr/>
          </p:nvSpPr>
          <p:spPr>
            <a:xfrm>
              <a:off x="7710309" y="3700900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7710309" y="3920356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7710309" y="413981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7710309" y="4359268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15871" y="1669789"/>
              <a:ext cx="3194182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Condition at Lewisetta and York River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5871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00499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004996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9822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9822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896103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96103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361581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86407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86407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252687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52687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1718165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718165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742991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742991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09272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272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99575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99575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965856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65856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431334" y="42509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431334" y="42509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431334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31334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431334" y="42509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31334" y="35068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456160" y="27875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456160" y="27875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322441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322441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812744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812744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679025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79025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44503" y="499508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69329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69329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3035610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35610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525913" y="2043378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525913" y="3531643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392194" y="2787510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392194" y="2787510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288504" y="1894551"/>
              <a:ext cx="2923992" cy="3274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502455" y="2787510"/>
              <a:ext cx="0" cy="930165"/>
            </a:xfrm>
            <a:custGeom>
              <a:avLst/>
              <a:pathLst>
                <a:path w="0" h="930165">
                  <a:moveTo>
                    <a:pt x="0" y="93016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502455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368735" y="3717676"/>
              <a:ext cx="267438" cy="1302231"/>
            </a:xfrm>
            <a:custGeom>
              <a:avLst/>
              <a:pathLst>
                <a:path w="267438" h="1302231">
                  <a:moveTo>
                    <a:pt x="0" y="0"/>
                  </a:moveTo>
                  <a:lnTo>
                    <a:pt x="0" y="1302231"/>
                  </a:lnTo>
                  <a:lnTo>
                    <a:pt x="267438" y="1302231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68735" y="427577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834213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834213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859039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859039" y="4275775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725320" y="3531643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725320" y="3531643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215623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215623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081904" y="3531643"/>
              <a:ext cx="267438" cy="1488264"/>
            </a:xfrm>
            <a:custGeom>
              <a:avLst/>
              <a:pathLst>
                <a:path w="267438" h="1488264">
                  <a:moveTo>
                    <a:pt x="0" y="0"/>
                  </a:moveTo>
                  <a:lnTo>
                    <a:pt x="0" y="1488264"/>
                  </a:lnTo>
                  <a:lnTo>
                    <a:pt x="267438" y="1488264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081904" y="427577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547382" y="27626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547382" y="27626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572208" y="3531643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572208" y="50199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438489" y="4275775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5438489" y="5019908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928792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928792" y="4275775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795073" y="3531643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5795073" y="3531643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285377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285377" y="4275775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6151658" y="3531643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151658" y="3531643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641961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641961" y="4275775"/>
              <a:ext cx="0" cy="744132"/>
            </a:xfrm>
            <a:custGeom>
              <a:avLst/>
              <a:pathLst>
                <a:path w="0" h="744132">
                  <a:moveTo>
                    <a:pt x="0" y="0"/>
                  </a:moveTo>
                  <a:lnTo>
                    <a:pt x="0" y="7441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6508242" y="3531643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508242" y="4275775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973720" y="201855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998546" y="2787510"/>
              <a:ext cx="0" cy="744132"/>
            </a:xfrm>
            <a:custGeom>
              <a:avLst/>
              <a:pathLst>
                <a:path w="0" h="744132">
                  <a:moveTo>
                    <a:pt x="0" y="7441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998546" y="42757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6864827" y="3531643"/>
              <a:ext cx="267438" cy="744132"/>
            </a:xfrm>
            <a:custGeom>
              <a:avLst/>
              <a:pathLst>
                <a:path w="267438" h="744132">
                  <a:moveTo>
                    <a:pt x="0" y="0"/>
                  </a:moveTo>
                  <a:lnTo>
                    <a:pt x="0" y="744132"/>
                  </a:lnTo>
                  <a:lnTo>
                    <a:pt x="267438" y="744132"/>
                  </a:lnTo>
                  <a:lnTo>
                    <a:pt x="26743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864827" y="3531643"/>
              <a:ext cx="267438" cy="0"/>
            </a:xfrm>
            <a:custGeom>
              <a:avLst/>
              <a:pathLst>
                <a:path w="267438" h="0">
                  <a:moveTo>
                    <a:pt x="0" y="0"/>
                  </a:moveTo>
                  <a:lnTo>
                    <a:pt x="26743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2041770" y="5744869"/>
              <a:ext cx="472196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Lewisetta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5510379" y="5744869"/>
              <a:ext cx="480242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YorkRiver</a:t>
              </a:r>
            </a:p>
          </p:txBody>
        </p:sp>
        <p:sp>
          <p:nvSpPr>
            <p:cNvPr id="112" name="pl112"/>
            <p:cNvSpPr/>
            <p:nvPr/>
          </p:nvSpPr>
          <p:spPr>
            <a:xfrm>
              <a:off x="815871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02982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38640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74299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09957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456160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812744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316932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352591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 rot="-2700000">
              <a:off x="665680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22" name="tx122"/>
            <p:cNvSpPr/>
            <p:nvPr/>
          </p:nvSpPr>
          <p:spPr>
            <a:xfrm rot="-2700000">
              <a:off x="1006577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23" name="tx123"/>
            <p:cNvSpPr/>
            <p:nvPr/>
          </p:nvSpPr>
          <p:spPr>
            <a:xfrm rot="-2700000">
              <a:off x="1474615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24" name="tx124"/>
            <p:cNvSpPr/>
            <p:nvPr/>
          </p:nvSpPr>
          <p:spPr>
            <a:xfrm rot="-2700000">
              <a:off x="1836351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25" name="tx125"/>
            <p:cNvSpPr/>
            <p:nvPr/>
          </p:nvSpPr>
          <p:spPr>
            <a:xfrm rot="-2700000">
              <a:off x="2198320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26" name="tx126"/>
            <p:cNvSpPr/>
            <p:nvPr/>
          </p:nvSpPr>
          <p:spPr>
            <a:xfrm rot="-2700000">
              <a:off x="2546085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27" name="tx127"/>
            <p:cNvSpPr/>
            <p:nvPr/>
          </p:nvSpPr>
          <p:spPr>
            <a:xfrm rot="-2700000">
              <a:off x="2885109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28" name="tx128"/>
            <p:cNvSpPr/>
            <p:nvPr/>
          </p:nvSpPr>
          <p:spPr>
            <a:xfrm rot="-2700000">
              <a:off x="3236308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29" name="pl129"/>
            <p:cNvSpPr/>
            <p:nvPr/>
          </p:nvSpPr>
          <p:spPr>
            <a:xfrm>
              <a:off x="4288504" y="5168734"/>
              <a:ext cx="2923992" cy="0"/>
            </a:xfrm>
            <a:custGeom>
              <a:avLst/>
              <a:pathLst>
                <a:path w="2923992" h="0">
                  <a:moveTo>
                    <a:pt x="0" y="0"/>
                  </a:moveTo>
                  <a:lnTo>
                    <a:pt x="29239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502455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859039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5215623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572208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928792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285377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641961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6998546" y="516873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tx138"/>
            <p:cNvSpPr/>
            <p:nvPr/>
          </p:nvSpPr>
          <p:spPr>
            <a:xfrm rot="-2700000">
              <a:off x="4138312" y="5382197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2700000">
              <a:off x="4479209" y="5388695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140" name="tx140"/>
            <p:cNvSpPr/>
            <p:nvPr/>
          </p:nvSpPr>
          <p:spPr>
            <a:xfrm rot="-2700000">
              <a:off x="4947247" y="5342529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141" name="tx141"/>
            <p:cNvSpPr/>
            <p:nvPr/>
          </p:nvSpPr>
          <p:spPr>
            <a:xfrm rot="-2700000">
              <a:off x="5308983" y="5340396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142" name="tx142"/>
            <p:cNvSpPr/>
            <p:nvPr/>
          </p:nvSpPr>
          <p:spPr>
            <a:xfrm rot="-2700000">
              <a:off x="5670953" y="5338165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2700000">
              <a:off x="6018718" y="5341818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144" name="tx144"/>
            <p:cNvSpPr/>
            <p:nvPr/>
          </p:nvSpPr>
          <p:spPr>
            <a:xfrm rot="-2700000">
              <a:off x="6357741" y="534909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145" name="tx145"/>
            <p:cNvSpPr/>
            <p:nvPr/>
          </p:nvSpPr>
          <p:spPr>
            <a:xfrm rot="-2700000">
              <a:off x="6708940" y="5351323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146" name="pl146"/>
            <p:cNvSpPr/>
            <p:nvPr/>
          </p:nvSpPr>
          <p:spPr>
            <a:xfrm>
              <a:off x="815871" y="1894551"/>
              <a:ext cx="0" cy="3274182"/>
            </a:xfrm>
            <a:custGeom>
              <a:avLst/>
              <a:pathLst>
                <a:path w="0" h="3274182">
                  <a:moveTo>
                    <a:pt x="0" y="327418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tx147"/>
            <p:cNvSpPr/>
            <p:nvPr/>
          </p:nvSpPr>
          <p:spPr>
            <a:xfrm>
              <a:off x="691062" y="497990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691062" y="4235770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91062" y="3491638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91062" y="2747505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691062" y="2003373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52" name="pl152"/>
            <p:cNvSpPr/>
            <p:nvPr/>
          </p:nvSpPr>
          <p:spPr>
            <a:xfrm>
              <a:off x="781077" y="50199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81077" y="42757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1077" y="35316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81077" y="27875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81077" y="20433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3466641" y="5927094"/>
              <a:ext cx="109508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Experimental Site</a:t>
              </a:r>
            </a:p>
          </p:txBody>
        </p:sp>
        <p:sp>
          <p:nvSpPr>
            <p:cNvPr id="158" name="tx158"/>
            <p:cNvSpPr/>
            <p:nvPr/>
          </p:nvSpPr>
          <p:spPr>
            <a:xfrm rot="-5400000">
              <a:off x="176619" y="3481625"/>
              <a:ext cx="80037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Gonad Index</a:t>
              </a:r>
            </a:p>
          </p:txBody>
        </p:sp>
        <p:sp>
          <p:nvSpPr>
            <p:cNvPr id="159" name="rc159"/>
            <p:cNvSpPr/>
            <p:nvPr/>
          </p:nvSpPr>
          <p:spPr>
            <a:xfrm>
              <a:off x="7351674" y="2484696"/>
              <a:ext cx="1265536" cy="20938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7421263" y="2569007"/>
              <a:ext cx="112635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Broodstock Group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7421263" y="2753353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530991" y="291794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530991" y="277529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448695" y="2808217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448695" y="286308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530991" y="29508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530991" y="277529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421263" y="297280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530991" y="313740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530991" y="299475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448695" y="3027673"/>
              <a:ext cx="164592" cy="109728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448695" y="308253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30991" y="31703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530991" y="299475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421263" y="319226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530991" y="335685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530991" y="321421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448695" y="3247129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448695" y="330199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530991" y="33897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530991" y="321421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421263" y="341172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530991" y="357631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530991" y="343366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448695" y="3466585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448695" y="3521449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530991" y="36092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530991" y="343366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7421263" y="363117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530991" y="379576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530991" y="365312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7448695" y="3686041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448695" y="3740905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530991" y="3828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7530991" y="36531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7421263" y="385063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530991" y="401522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530991" y="38725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448695" y="3905497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448695" y="3960361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530991" y="40481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7530991" y="38725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421263" y="407008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7530991" y="423468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530991" y="40920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7448695" y="4124953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448695" y="4179817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7530991" y="42675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7530991" y="40920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7421263" y="428954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530991" y="445413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530991" y="43114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448695" y="4344409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448695" y="4399273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530991" y="44870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530991" y="43114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7710309" y="2823076"/>
              <a:ext cx="34756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W1-TX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710309" y="3042532"/>
              <a:ext cx="34152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W2-LA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710309" y="3261988"/>
              <a:ext cx="33521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W3-FL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710309" y="3481444"/>
              <a:ext cx="345551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W4-VA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710309" y="3700900"/>
              <a:ext cx="45976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S1-LOLA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7710309" y="3920356"/>
              <a:ext cx="47813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S2-DEBY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7710309" y="4139812"/>
              <a:ext cx="36612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W5-NH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710309" y="4359268"/>
              <a:ext cx="372435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W6-ME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815871" y="1669789"/>
              <a:ext cx="3743736" cy="119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Final Gonad Condition at Lewisetta and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2026-05-07T20:24:50Z</dcterms:modified>
  <cp:category/>
</cp:coreProperties>
</file>