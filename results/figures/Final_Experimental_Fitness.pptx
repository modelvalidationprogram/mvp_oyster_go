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2845628" cy="3268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81091" y="2675385"/>
              <a:ext cx="0" cy="20306"/>
            </a:xfrm>
            <a:custGeom>
              <a:avLst/>
              <a:pathLst>
                <a:path w="0" h="20306">
                  <a:moveTo>
                    <a:pt x="0" y="2030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81091" y="2853975"/>
              <a:ext cx="0" cy="137977"/>
            </a:xfrm>
            <a:custGeom>
              <a:avLst/>
              <a:pathLst>
                <a:path w="0" h="137977">
                  <a:moveTo>
                    <a:pt x="0" y="0"/>
                  </a:moveTo>
                  <a:lnTo>
                    <a:pt x="0" y="13797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050955" y="2695692"/>
              <a:ext cx="260270" cy="158283"/>
            </a:xfrm>
            <a:custGeom>
              <a:avLst/>
              <a:pathLst>
                <a:path w="260270" h="158283">
                  <a:moveTo>
                    <a:pt x="0" y="0"/>
                  </a:moveTo>
                  <a:lnTo>
                    <a:pt x="0" y="158283"/>
                  </a:lnTo>
                  <a:lnTo>
                    <a:pt x="260270" y="158283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50955" y="2715998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28118" y="2832967"/>
              <a:ext cx="0" cy="59337"/>
            </a:xfrm>
            <a:custGeom>
              <a:avLst/>
              <a:pathLst>
                <a:path w="0" h="59337">
                  <a:moveTo>
                    <a:pt x="0" y="5933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28118" y="3010306"/>
              <a:ext cx="0" cy="58663"/>
            </a:xfrm>
            <a:custGeom>
              <a:avLst/>
              <a:pathLst>
                <a:path w="0" h="58663">
                  <a:moveTo>
                    <a:pt x="0" y="0"/>
                  </a:moveTo>
                  <a:lnTo>
                    <a:pt x="0" y="5866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397983" y="2892305"/>
              <a:ext cx="260270" cy="118001"/>
            </a:xfrm>
            <a:custGeom>
              <a:avLst/>
              <a:pathLst>
                <a:path w="260270" h="118001">
                  <a:moveTo>
                    <a:pt x="0" y="0"/>
                  </a:moveTo>
                  <a:lnTo>
                    <a:pt x="0" y="118001"/>
                  </a:lnTo>
                  <a:lnTo>
                    <a:pt x="260270" y="118001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97983" y="2951642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75146" y="2740004"/>
              <a:ext cx="0" cy="44151"/>
            </a:xfrm>
            <a:custGeom>
              <a:avLst/>
              <a:pathLst>
                <a:path w="0" h="44151">
                  <a:moveTo>
                    <a:pt x="0" y="4415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875146" y="3017512"/>
              <a:ext cx="0" cy="189203"/>
            </a:xfrm>
            <a:custGeom>
              <a:avLst/>
              <a:pathLst>
                <a:path w="0" h="189203">
                  <a:moveTo>
                    <a:pt x="0" y="0"/>
                  </a:moveTo>
                  <a:lnTo>
                    <a:pt x="0" y="18920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745011" y="2784156"/>
              <a:ext cx="260270" cy="233355"/>
            </a:xfrm>
            <a:custGeom>
              <a:avLst/>
              <a:pathLst>
                <a:path w="260270" h="233355">
                  <a:moveTo>
                    <a:pt x="0" y="0"/>
                  </a:moveTo>
                  <a:lnTo>
                    <a:pt x="0" y="233355"/>
                  </a:lnTo>
                  <a:lnTo>
                    <a:pt x="260270" y="233355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745011" y="2828308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22174" y="2045117"/>
              <a:ext cx="0" cy="72626"/>
            </a:xfrm>
            <a:custGeom>
              <a:avLst/>
              <a:pathLst>
                <a:path w="0" h="72626">
                  <a:moveTo>
                    <a:pt x="0" y="7262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2174" y="2416095"/>
              <a:ext cx="0" cy="225724"/>
            </a:xfrm>
            <a:custGeom>
              <a:avLst/>
              <a:pathLst>
                <a:path w="0" h="225724">
                  <a:moveTo>
                    <a:pt x="0" y="0"/>
                  </a:moveTo>
                  <a:lnTo>
                    <a:pt x="0" y="22572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92039" y="2117744"/>
              <a:ext cx="260270" cy="298351"/>
            </a:xfrm>
            <a:custGeom>
              <a:avLst/>
              <a:pathLst>
                <a:path w="260270" h="298351">
                  <a:moveTo>
                    <a:pt x="0" y="0"/>
                  </a:moveTo>
                  <a:lnTo>
                    <a:pt x="0" y="298351"/>
                  </a:lnTo>
                  <a:lnTo>
                    <a:pt x="260270" y="298351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92039" y="2190370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69202" y="2386232"/>
              <a:ext cx="0" cy="392056"/>
            </a:xfrm>
            <a:custGeom>
              <a:avLst/>
              <a:pathLst>
                <a:path w="0" h="392056">
                  <a:moveTo>
                    <a:pt x="0" y="39205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69202" y="3319841"/>
              <a:ext cx="0" cy="149495"/>
            </a:xfrm>
            <a:custGeom>
              <a:avLst/>
              <a:pathLst>
                <a:path w="0" h="149495">
                  <a:moveTo>
                    <a:pt x="0" y="0"/>
                  </a:moveTo>
                  <a:lnTo>
                    <a:pt x="0" y="14949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439067" y="2778289"/>
              <a:ext cx="260270" cy="541552"/>
            </a:xfrm>
            <a:custGeom>
              <a:avLst/>
              <a:pathLst>
                <a:path w="260270" h="541552">
                  <a:moveTo>
                    <a:pt x="0" y="0"/>
                  </a:moveTo>
                  <a:lnTo>
                    <a:pt x="0" y="541552"/>
                  </a:lnTo>
                  <a:lnTo>
                    <a:pt x="260270" y="541552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439067" y="3170345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16230" y="3265364"/>
              <a:ext cx="0" cy="44774"/>
            </a:xfrm>
            <a:custGeom>
              <a:avLst/>
              <a:pathLst>
                <a:path w="0" h="44774">
                  <a:moveTo>
                    <a:pt x="0" y="4477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916230" y="3498776"/>
              <a:ext cx="0" cy="143863"/>
            </a:xfrm>
            <a:custGeom>
              <a:avLst/>
              <a:pathLst>
                <a:path w="0" h="143863">
                  <a:moveTo>
                    <a:pt x="0" y="0"/>
                  </a:moveTo>
                  <a:lnTo>
                    <a:pt x="0" y="14386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786094" y="3310139"/>
              <a:ext cx="260270" cy="188637"/>
            </a:xfrm>
            <a:custGeom>
              <a:avLst/>
              <a:pathLst>
                <a:path w="260270" h="188637">
                  <a:moveTo>
                    <a:pt x="0" y="0"/>
                  </a:moveTo>
                  <a:lnTo>
                    <a:pt x="0" y="188637"/>
                  </a:lnTo>
                  <a:lnTo>
                    <a:pt x="260270" y="188637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786094" y="3354913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263258" y="4728002"/>
              <a:ext cx="0" cy="68550"/>
            </a:xfrm>
            <a:custGeom>
              <a:avLst/>
              <a:pathLst>
                <a:path w="0" h="68550">
                  <a:moveTo>
                    <a:pt x="0" y="6855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63258" y="4901399"/>
              <a:ext cx="0" cy="36294"/>
            </a:xfrm>
            <a:custGeom>
              <a:avLst/>
              <a:pathLst>
                <a:path w="0" h="36294">
                  <a:moveTo>
                    <a:pt x="0" y="0"/>
                  </a:moveTo>
                  <a:lnTo>
                    <a:pt x="0" y="3629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133122" y="4796553"/>
              <a:ext cx="260270" cy="104845"/>
            </a:xfrm>
            <a:custGeom>
              <a:avLst/>
              <a:pathLst>
                <a:path w="260270" h="104845">
                  <a:moveTo>
                    <a:pt x="0" y="0"/>
                  </a:moveTo>
                  <a:lnTo>
                    <a:pt x="0" y="104845"/>
                  </a:lnTo>
                  <a:lnTo>
                    <a:pt x="260270" y="104845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33122" y="4865104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10286" y="4403304"/>
              <a:ext cx="0" cy="124102"/>
            </a:xfrm>
            <a:custGeom>
              <a:avLst/>
              <a:pathLst>
                <a:path w="0" h="124102">
                  <a:moveTo>
                    <a:pt x="0" y="12410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10286" y="4702330"/>
              <a:ext cx="0" cy="50819"/>
            </a:xfrm>
            <a:custGeom>
              <a:avLst/>
              <a:pathLst>
                <a:path w="0" h="50819">
                  <a:moveTo>
                    <a:pt x="0" y="0"/>
                  </a:moveTo>
                  <a:lnTo>
                    <a:pt x="0" y="5081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480150" y="4527407"/>
              <a:ext cx="260270" cy="174922"/>
            </a:xfrm>
            <a:custGeom>
              <a:avLst/>
              <a:pathLst>
                <a:path w="260270" h="174922">
                  <a:moveTo>
                    <a:pt x="0" y="0"/>
                  </a:moveTo>
                  <a:lnTo>
                    <a:pt x="0" y="174922"/>
                  </a:lnTo>
                  <a:lnTo>
                    <a:pt x="260270" y="174922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480150" y="4651510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1450394" y="2682640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450394" y="2682640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450394" y="2682640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495410" y="2235905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95410" y="2235905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495410" y="2235905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183312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83312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183312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03367" y="252505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103367" y="252505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03367" y="252505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532562" y="4252977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532562" y="4252977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532562" y="4252977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185534" y="4577675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185534" y="4577675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185534" y="4577675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797422" y="2589676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797422" y="2589676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797422" y="2589676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803576" y="3115037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803576" y="3115037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803576" y="3115037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62" name="rc62"/>
            <p:cNvSpPr/>
            <p:nvPr/>
          </p:nvSpPr>
          <p:spPr>
            <a:xfrm>
              <a:off x="4367142" y="1896563"/>
              <a:ext cx="2845628" cy="3268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575359" y="4133435"/>
              <a:ext cx="0" cy="55379"/>
            </a:xfrm>
            <a:custGeom>
              <a:avLst/>
              <a:pathLst>
                <a:path w="0" h="55379">
                  <a:moveTo>
                    <a:pt x="0" y="5537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575359" y="4281258"/>
              <a:ext cx="0" cy="37064"/>
            </a:xfrm>
            <a:custGeom>
              <a:avLst/>
              <a:pathLst>
                <a:path w="0" h="37064">
                  <a:moveTo>
                    <a:pt x="0" y="0"/>
                  </a:moveTo>
                  <a:lnTo>
                    <a:pt x="0" y="3706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445224" y="4188814"/>
              <a:ext cx="260270" cy="92443"/>
            </a:xfrm>
            <a:custGeom>
              <a:avLst/>
              <a:pathLst>
                <a:path w="260270" h="92443">
                  <a:moveTo>
                    <a:pt x="0" y="0"/>
                  </a:moveTo>
                  <a:lnTo>
                    <a:pt x="0" y="92443"/>
                  </a:lnTo>
                  <a:lnTo>
                    <a:pt x="260270" y="92443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445224" y="4244194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922387" y="3661241"/>
              <a:ext cx="0" cy="44221"/>
            </a:xfrm>
            <a:custGeom>
              <a:avLst/>
              <a:pathLst>
                <a:path w="0" h="44221">
                  <a:moveTo>
                    <a:pt x="0" y="44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922387" y="3878364"/>
              <a:ext cx="0" cy="128680"/>
            </a:xfrm>
            <a:custGeom>
              <a:avLst/>
              <a:pathLst>
                <a:path w="0" h="128680">
                  <a:moveTo>
                    <a:pt x="0" y="0"/>
                  </a:moveTo>
                  <a:lnTo>
                    <a:pt x="0" y="12868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792251" y="3705462"/>
              <a:ext cx="260270" cy="172902"/>
            </a:xfrm>
            <a:custGeom>
              <a:avLst/>
              <a:pathLst>
                <a:path w="260270" h="172902">
                  <a:moveTo>
                    <a:pt x="0" y="0"/>
                  </a:moveTo>
                  <a:lnTo>
                    <a:pt x="0" y="172902"/>
                  </a:lnTo>
                  <a:lnTo>
                    <a:pt x="260270" y="172902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792251" y="3749683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269415" y="3565701"/>
              <a:ext cx="0" cy="152153"/>
            </a:xfrm>
            <a:custGeom>
              <a:avLst/>
              <a:pathLst>
                <a:path w="0" h="152153">
                  <a:moveTo>
                    <a:pt x="0" y="15215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269415" y="3893885"/>
              <a:ext cx="0" cy="23877"/>
            </a:xfrm>
            <a:custGeom>
              <a:avLst/>
              <a:pathLst>
                <a:path w="0" h="23877">
                  <a:moveTo>
                    <a:pt x="0" y="0"/>
                  </a:moveTo>
                  <a:lnTo>
                    <a:pt x="0" y="2387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5139279" y="3717854"/>
              <a:ext cx="260270" cy="176030"/>
            </a:xfrm>
            <a:custGeom>
              <a:avLst/>
              <a:pathLst>
                <a:path w="260270" h="176030">
                  <a:moveTo>
                    <a:pt x="0" y="0"/>
                  </a:moveTo>
                  <a:lnTo>
                    <a:pt x="0" y="176030"/>
                  </a:lnTo>
                  <a:lnTo>
                    <a:pt x="260270" y="176030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139279" y="3870007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616443" y="4144805"/>
              <a:ext cx="0" cy="151506"/>
            </a:xfrm>
            <a:custGeom>
              <a:avLst/>
              <a:pathLst>
                <a:path w="0" h="151506">
                  <a:moveTo>
                    <a:pt x="0" y="15150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616443" y="4463880"/>
              <a:ext cx="0" cy="16061"/>
            </a:xfrm>
            <a:custGeom>
              <a:avLst/>
              <a:pathLst>
                <a:path w="0" h="16061">
                  <a:moveTo>
                    <a:pt x="0" y="0"/>
                  </a:moveTo>
                  <a:lnTo>
                    <a:pt x="0" y="160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486307" y="4296312"/>
              <a:ext cx="260270" cy="167567"/>
            </a:xfrm>
            <a:custGeom>
              <a:avLst/>
              <a:pathLst>
                <a:path w="260270" h="167567">
                  <a:moveTo>
                    <a:pt x="0" y="0"/>
                  </a:moveTo>
                  <a:lnTo>
                    <a:pt x="0" y="167567"/>
                  </a:lnTo>
                  <a:lnTo>
                    <a:pt x="260270" y="167567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486307" y="4447819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963470" y="3463268"/>
              <a:ext cx="0" cy="92445"/>
            </a:xfrm>
            <a:custGeom>
              <a:avLst/>
              <a:pathLst>
                <a:path w="0" h="92445">
                  <a:moveTo>
                    <a:pt x="0" y="924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963470" y="3718904"/>
              <a:ext cx="0" cy="70745"/>
            </a:xfrm>
            <a:custGeom>
              <a:avLst/>
              <a:pathLst>
                <a:path w="0" h="70745">
                  <a:moveTo>
                    <a:pt x="0" y="0"/>
                  </a:moveTo>
                  <a:lnTo>
                    <a:pt x="0" y="7074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833335" y="3555713"/>
              <a:ext cx="260270" cy="163191"/>
            </a:xfrm>
            <a:custGeom>
              <a:avLst/>
              <a:pathLst>
                <a:path w="260270" h="163191">
                  <a:moveTo>
                    <a:pt x="0" y="0"/>
                  </a:moveTo>
                  <a:lnTo>
                    <a:pt x="0" y="163191"/>
                  </a:lnTo>
                  <a:lnTo>
                    <a:pt x="260270" y="163191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833335" y="3648159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310498" y="3524810"/>
              <a:ext cx="0" cy="108269"/>
            </a:xfrm>
            <a:custGeom>
              <a:avLst/>
              <a:pathLst>
                <a:path w="0" h="108269">
                  <a:moveTo>
                    <a:pt x="0" y="10826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310498" y="3743911"/>
              <a:ext cx="0" cy="2562"/>
            </a:xfrm>
            <a:custGeom>
              <a:avLst/>
              <a:pathLst>
                <a:path w="0" h="2562">
                  <a:moveTo>
                    <a:pt x="0" y="0"/>
                  </a:moveTo>
                  <a:lnTo>
                    <a:pt x="0" y="256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6180363" y="3633079"/>
              <a:ext cx="260270" cy="110831"/>
            </a:xfrm>
            <a:custGeom>
              <a:avLst/>
              <a:pathLst>
                <a:path w="260270" h="110831">
                  <a:moveTo>
                    <a:pt x="0" y="0"/>
                  </a:moveTo>
                  <a:lnTo>
                    <a:pt x="0" y="110831"/>
                  </a:lnTo>
                  <a:lnTo>
                    <a:pt x="260270" y="110831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180363" y="3741348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657526" y="4919836"/>
              <a:ext cx="0" cy="7720"/>
            </a:xfrm>
            <a:custGeom>
              <a:avLst/>
              <a:pathLst>
                <a:path w="0" h="7720">
                  <a:moveTo>
                    <a:pt x="0" y="772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657526" y="4942998"/>
              <a:ext cx="0" cy="7720"/>
            </a:xfrm>
            <a:custGeom>
              <a:avLst/>
              <a:pathLst>
                <a:path w="0" h="7720">
                  <a:moveTo>
                    <a:pt x="0" y="0"/>
                  </a:moveTo>
                  <a:lnTo>
                    <a:pt x="0" y="772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6527391" y="4927557"/>
              <a:ext cx="260270" cy="15441"/>
            </a:xfrm>
            <a:custGeom>
              <a:avLst/>
              <a:pathLst>
                <a:path w="260270" h="15441">
                  <a:moveTo>
                    <a:pt x="0" y="0"/>
                  </a:moveTo>
                  <a:lnTo>
                    <a:pt x="0" y="15441"/>
                  </a:lnTo>
                  <a:lnTo>
                    <a:pt x="260270" y="15441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527391" y="4935278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004554" y="4916548"/>
              <a:ext cx="0" cy="30544"/>
            </a:xfrm>
            <a:custGeom>
              <a:avLst/>
              <a:pathLst>
                <a:path w="0" h="30544">
                  <a:moveTo>
                    <a:pt x="0" y="3054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7004554" y="4996915"/>
              <a:ext cx="0" cy="19278"/>
            </a:xfrm>
            <a:custGeom>
              <a:avLst/>
              <a:pathLst>
                <a:path w="0" h="19278">
                  <a:moveTo>
                    <a:pt x="0" y="0"/>
                  </a:moveTo>
                  <a:lnTo>
                    <a:pt x="0" y="1927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874419" y="4947093"/>
              <a:ext cx="260270" cy="49822"/>
            </a:xfrm>
            <a:custGeom>
              <a:avLst/>
              <a:pathLst>
                <a:path w="260270" h="49822">
                  <a:moveTo>
                    <a:pt x="0" y="0"/>
                  </a:moveTo>
                  <a:lnTo>
                    <a:pt x="0" y="49822"/>
                  </a:lnTo>
                  <a:lnTo>
                    <a:pt x="260270" y="49822"/>
                  </a:lnTo>
                  <a:lnTo>
                    <a:pt x="260270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874419" y="4977637"/>
              <a:ext cx="260270" cy="0"/>
            </a:xfrm>
            <a:custGeom>
              <a:avLst/>
              <a:pathLst>
                <a:path w="260270" h="0">
                  <a:moveTo>
                    <a:pt x="0" y="0"/>
                  </a:moveTo>
                  <a:lnTo>
                    <a:pt x="26027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>
              <a:off x="4825278" y="351091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825278" y="351091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4825278" y="351091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5850816" y="331294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850816" y="331294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850816" y="331294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5519333" y="399447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fgh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5519333" y="399447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fgh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5519333" y="399447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fgh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4478250" y="398310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4478250" y="398310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478250" y="398310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965692" y="476622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965692" y="476622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65692" y="476622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579802" y="476950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579802" y="476950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172305" y="341537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5172305" y="341537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5172305" y="341537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197844" y="3374483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197844" y="3374483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6197844" y="3374483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159681" y="574249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5544714" y="5742491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972874" y="5164747"/>
              <a:ext cx="2845628" cy="0"/>
            </a:xfrm>
            <a:custGeom>
              <a:avLst/>
              <a:pathLst>
                <a:path w="2845628" h="0">
                  <a:moveTo>
                    <a:pt x="0" y="0"/>
                  </a:moveTo>
                  <a:lnTo>
                    <a:pt x="284562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181091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528118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875146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222174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569202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916230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263258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3610286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tx129"/>
            <p:cNvSpPr/>
            <p:nvPr/>
          </p:nvSpPr>
          <p:spPr>
            <a:xfrm rot="-2700000">
              <a:off x="817059" y="5378164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2700000">
              <a:off x="1148321" y="538469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31" name="tx131"/>
            <p:cNvSpPr/>
            <p:nvPr/>
          </p:nvSpPr>
          <p:spPr>
            <a:xfrm rot="-2700000">
              <a:off x="1606803" y="533852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2700000">
              <a:off x="1958982" y="5336395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33" name="tx133"/>
            <p:cNvSpPr/>
            <p:nvPr/>
          </p:nvSpPr>
          <p:spPr>
            <a:xfrm rot="-2700000">
              <a:off x="2311395" y="533416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34" name="tx134"/>
            <p:cNvSpPr/>
            <p:nvPr/>
          </p:nvSpPr>
          <p:spPr>
            <a:xfrm rot="-2700000">
              <a:off x="2642501" y="534075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2700000">
              <a:off x="2979070" y="534509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36" name="tx136"/>
            <p:cNvSpPr/>
            <p:nvPr/>
          </p:nvSpPr>
          <p:spPr>
            <a:xfrm rot="-2700000">
              <a:off x="3320712" y="5347322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37" name="pl137"/>
            <p:cNvSpPr/>
            <p:nvPr/>
          </p:nvSpPr>
          <p:spPr>
            <a:xfrm>
              <a:off x="4367142" y="5164747"/>
              <a:ext cx="2845628" cy="0"/>
            </a:xfrm>
            <a:custGeom>
              <a:avLst/>
              <a:pathLst>
                <a:path w="2845628" h="0">
                  <a:moveTo>
                    <a:pt x="0" y="0"/>
                  </a:moveTo>
                  <a:lnTo>
                    <a:pt x="284562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575359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922387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269415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616443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63470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310498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6657526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004554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 rot="-2700000">
              <a:off x="4211327" y="5378164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47" name="tx147"/>
            <p:cNvSpPr/>
            <p:nvPr/>
          </p:nvSpPr>
          <p:spPr>
            <a:xfrm rot="-2700000">
              <a:off x="4542589" y="538469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48" name="tx148"/>
            <p:cNvSpPr/>
            <p:nvPr/>
          </p:nvSpPr>
          <p:spPr>
            <a:xfrm rot="-2700000">
              <a:off x="5001071" y="533852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49" name="tx149"/>
            <p:cNvSpPr/>
            <p:nvPr/>
          </p:nvSpPr>
          <p:spPr>
            <a:xfrm rot="-2700000">
              <a:off x="5353250" y="5336395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50" name="tx150"/>
            <p:cNvSpPr/>
            <p:nvPr/>
          </p:nvSpPr>
          <p:spPr>
            <a:xfrm rot="-2700000">
              <a:off x="5705663" y="533416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51" name="tx151"/>
            <p:cNvSpPr/>
            <p:nvPr/>
          </p:nvSpPr>
          <p:spPr>
            <a:xfrm rot="-2700000">
              <a:off x="6036769" y="534075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2700000">
              <a:off x="6373338" y="534509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2700000">
              <a:off x="6714981" y="5347322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54" name="pl154"/>
            <p:cNvSpPr/>
            <p:nvPr/>
          </p:nvSpPr>
          <p:spPr>
            <a:xfrm>
              <a:off x="972874" y="1896563"/>
              <a:ext cx="0" cy="3268183"/>
            </a:xfrm>
            <a:custGeom>
              <a:avLst/>
              <a:pathLst>
                <a:path w="0" h="3268183">
                  <a:moveTo>
                    <a:pt x="0" y="326818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692708" y="50042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692708" y="4209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692708" y="3414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692708" y="262002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59" name="pl159"/>
            <p:cNvSpPr/>
            <p:nvPr/>
          </p:nvSpPr>
          <p:spPr>
            <a:xfrm>
              <a:off x="938079" y="5044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938079" y="42495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938079" y="34548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938079" y="26600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3545417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328455" y="3480546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65" name="rc165"/>
            <p:cNvSpPr/>
            <p:nvPr/>
          </p:nvSpPr>
          <p:spPr>
            <a:xfrm>
              <a:off x="7351949" y="2482885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tx166"/>
            <p:cNvSpPr/>
            <p:nvPr/>
          </p:nvSpPr>
          <p:spPr>
            <a:xfrm>
              <a:off x="7421538" y="2567927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167" name="rc167"/>
            <p:cNvSpPr/>
            <p:nvPr/>
          </p:nvSpPr>
          <p:spPr>
            <a:xfrm>
              <a:off x="7421538" y="275318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531266" y="291778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31266" y="277513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48970" y="2808052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448970" y="286291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531266" y="295069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531266" y="277513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421538" y="297264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531266" y="313723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531266" y="299458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448970" y="3027508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7448970" y="308237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531266" y="31701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531266" y="29945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421538" y="319210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531266" y="335669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531266" y="321404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448970" y="3246964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7448970" y="330182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531266" y="33896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531266" y="321404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421538" y="341155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531266" y="357614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531266" y="343350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7448970" y="3466420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448970" y="352128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531266" y="360906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531266" y="34335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421538" y="363101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531266" y="379560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531266" y="365295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448970" y="3685876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448970" y="374074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531266" y="38285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531266" y="365295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7421538" y="385046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7531266" y="40150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7531266" y="38724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448970" y="3905332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7448970" y="39601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7531266" y="40479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7531266" y="38724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7421538" y="406992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7531266" y="42345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531266" y="40918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7448970" y="4124788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448970" y="41796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531266" y="42674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531266" y="40918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7421538" y="428938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531266" y="445397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531266" y="431132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7448970" y="4344244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448970" y="439910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531266" y="4486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531266" y="43113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" name="tx223"/>
            <p:cNvSpPr/>
            <p:nvPr/>
          </p:nvSpPr>
          <p:spPr>
            <a:xfrm>
              <a:off x="7710583" y="2822865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710583" y="3042321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710583" y="3261777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7710583" y="3481233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7710583" y="3700689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7710583" y="3920145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7710583" y="413960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7710583" y="4359057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972874" y="1669789"/>
              <a:ext cx="31005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Survival at Lewisetta and York 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2861127" cy="3268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51227" y="2105138"/>
              <a:ext cx="0" cy="630228"/>
            </a:xfrm>
            <a:custGeom>
              <a:avLst/>
              <a:pathLst>
                <a:path w="0" h="630228">
                  <a:moveTo>
                    <a:pt x="0" y="63022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51227" y="3395606"/>
              <a:ext cx="0" cy="390141"/>
            </a:xfrm>
            <a:custGeom>
              <a:avLst/>
              <a:pathLst>
                <a:path w="0" h="390141">
                  <a:moveTo>
                    <a:pt x="0" y="0"/>
                  </a:moveTo>
                  <a:lnTo>
                    <a:pt x="0" y="39014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020382" y="2735367"/>
              <a:ext cx="261688" cy="660239"/>
            </a:xfrm>
            <a:custGeom>
              <a:avLst/>
              <a:pathLst>
                <a:path w="261688" h="660239">
                  <a:moveTo>
                    <a:pt x="0" y="0"/>
                  </a:moveTo>
                  <a:lnTo>
                    <a:pt x="0" y="660239"/>
                  </a:lnTo>
                  <a:lnTo>
                    <a:pt x="261688" y="660239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0382" y="3065486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475319" y="436113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475319" y="41510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475319" y="43011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475319" y="46912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00145" y="2405247"/>
              <a:ext cx="0" cy="622725"/>
            </a:xfrm>
            <a:custGeom>
              <a:avLst/>
              <a:pathLst>
                <a:path w="0" h="622725">
                  <a:moveTo>
                    <a:pt x="0" y="62272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500145" y="3463130"/>
              <a:ext cx="0" cy="652736"/>
            </a:xfrm>
            <a:custGeom>
              <a:avLst/>
              <a:pathLst>
                <a:path w="0" h="652736">
                  <a:moveTo>
                    <a:pt x="0" y="0"/>
                  </a:moveTo>
                  <a:lnTo>
                    <a:pt x="0" y="65273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9300" y="3027973"/>
              <a:ext cx="261688" cy="435157"/>
            </a:xfrm>
            <a:custGeom>
              <a:avLst/>
              <a:pathLst>
                <a:path w="261688" h="435157">
                  <a:moveTo>
                    <a:pt x="0" y="0"/>
                  </a:moveTo>
                  <a:lnTo>
                    <a:pt x="0" y="435157"/>
                  </a:lnTo>
                  <a:lnTo>
                    <a:pt x="261688" y="435157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9300" y="3245552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824237" y="44811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1824237" y="211032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824237" y="493134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49063" y="2345225"/>
              <a:ext cx="0" cy="780282"/>
            </a:xfrm>
            <a:custGeom>
              <a:avLst/>
              <a:pathLst>
                <a:path w="0" h="780282">
                  <a:moveTo>
                    <a:pt x="0" y="7802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49063" y="3665704"/>
              <a:ext cx="0" cy="660239"/>
            </a:xfrm>
            <a:custGeom>
              <a:avLst/>
              <a:pathLst>
                <a:path w="0" h="660239">
                  <a:moveTo>
                    <a:pt x="0" y="0"/>
                  </a:moveTo>
                  <a:lnTo>
                    <a:pt x="0" y="66023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718218" y="3125508"/>
              <a:ext cx="261688" cy="540195"/>
            </a:xfrm>
            <a:custGeom>
              <a:avLst/>
              <a:pathLst>
                <a:path w="261688" h="540195">
                  <a:moveTo>
                    <a:pt x="0" y="0"/>
                  </a:moveTo>
                  <a:lnTo>
                    <a:pt x="0" y="540195"/>
                  </a:lnTo>
                  <a:lnTo>
                    <a:pt x="261688" y="540195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18218" y="3395606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173155" y="45412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97981" y="2195171"/>
              <a:ext cx="0" cy="660239"/>
            </a:xfrm>
            <a:custGeom>
              <a:avLst/>
              <a:pathLst>
                <a:path w="0" h="660239">
                  <a:moveTo>
                    <a:pt x="0" y="66023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197981" y="3515649"/>
              <a:ext cx="0" cy="660239"/>
            </a:xfrm>
            <a:custGeom>
              <a:avLst/>
              <a:pathLst>
                <a:path w="0" h="660239">
                  <a:moveTo>
                    <a:pt x="0" y="0"/>
                  </a:moveTo>
                  <a:lnTo>
                    <a:pt x="0" y="66023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067136" y="2855410"/>
              <a:ext cx="261688" cy="660239"/>
            </a:xfrm>
            <a:custGeom>
              <a:avLst/>
              <a:pathLst>
                <a:path w="261688" h="660239">
                  <a:moveTo>
                    <a:pt x="0" y="0"/>
                  </a:moveTo>
                  <a:lnTo>
                    <a:pt x="0" y="660239"/>
                  </a:lnTo>
                  <a:lnTo>
                    <a:pt x="261688" y="660239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067136" y="3245552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2073" y="25904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522073" y="436113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22073" y="4571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522073" y="460122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6898" y="3005465"/>
              <a:ext cx="0" cy="307611"/>
            </a:xfrm>
            <a:custGeom>
              <a:avLst/>
              <a:pathLst>
                <a:path w="0" h="307611">
                  <a:moveTo>
                    <a:pt x="0" y="30761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546898" y="3725726"/>
              <a:ext cx="0" cy="510184"/>
            </a:xfrm>
            <a:custGeom>
              <a:avLst/>
              <a:pathLst>
                <a:path w="0" h="510184">
                  <a:moveTo>
                    <a:pt x="0" y="0"/>
                  </a:moveTo>
                  <a:lnTo>
                    <a:pt x="0" y="5101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416054" y="3313076"/>
              <a:ext cx="261688" cy="412649"/>
            </a:xfrm>
            <a:custGeom>
              <a:avLst/>
              <a:pathLst>
                <a:path w="261688" h="412649">
                  <a:moveTo>
                    <a:pt x="0" y="0"/>
                  </a:moveTo>
                  <a:lnTo>
                    <a:pt x="0" y="412649"/>
                  </a:lnTo>
                  <a:lnTo>
                    <a:pt x="261688" y="412649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16054" y="3485639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870991" y="451119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70991" y="226037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70991" y="229038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870991" y="262050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0991" y="424109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895816" y="2765378"/>
              <a:ext cx="0" cy="480173"/>
            </a:xfrm>
            <a:custGeom>
              <a:avLst/>
              <a:pathLst>
                <a:path w="0" h="480173">
                  <a:moveTo>
                    <a:pt x="0" y="48017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895816" y="3635693"/>
              <a:ext cx="0" cy="270097"/>
            </a:xfrm>
            <a:custGeom>
              <a:avLst/>
              <a:pathLst>
                <a:path w="0" h="270097">
                  <a:moveTo>
                    <a:pt x="0" y="0"/>
                  </a:moveTo>
                  <a:lnTo>
                    <a:pt x="0" y="27009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764972" y="3245552"/>
              <a:ext cx="261688" cy="390141"/>
            </a:xfrm>
            <a:custGeom>
              <a:avLst/>
              <a:pathLst>
                <a:path w="261688" h="390141">
                  <a:moveTo>
                    <a:pt x="0" y="0"/>
                  </a:moveTo>
                  <a:lnTo>
                    <a:pt x="0" y="390141"/>
                  </a:lnTo>
                  <a:lnTo>
                    <a:pt x="261688" y="390141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764972" y="3425617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244734" y="3605682"/>
              <a:ext cx="0" cy="360130"/>
            </a:xfrm>
            <a:custGeom>
              <a:avLst/>
              <a:pathLst>
                <a:path w="0" h="360130">
                  <a:moveTo>
                    <a:pt x="0" y="36013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244734" y="4641057"/>
              <a:ext cx="0" cy="375135"/>
            </a:xfrm>
            <a:custGeom>
              <a:avLst/>
              <a:pathLst>
                <a:path w="0" h="375135">
                  <a:moveTo>
                    <a:pt x="0" y="0"/>
                  </a:moveTo>
                  <a:lnTo>
                    <a:pt x="0" y="3751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3113890" y="3965812"/>
              <a:ext cx="261688" cy="675244"/>
            </a:xfrm>
            <a:custGeom>
              <a:avLst/>
              <a:pathLst>
                <a:path w="261688" h="675244">
                  <a:moveTo>
                    <a:pt x="0" y="0"/>
                  </a:moveTo>
                  <a:lnTo>
                    <a:pt x="0" y="675244"/>
                  </a:lnTo>
                  <a:lnTo>
                    <a:pt x="261688" y="675244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113890" y="4130872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68826" y="466124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8826" y="4571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68826" y="451119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593652" y="2975454"/>
              <a:ext cx="0" cy="345125"/>
            </a:xfrm>
            <a:custGeom>
              <a:avLst/>
              <a:pathLst>
                <a:path w="0" h="345125">
                  <a:moveTo>
                    <a:pt x="0" y="34512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593652" y="3785747"/>
              <a:ext cx="0" cy="480173"/>
            </a:xfrm>
            <a:custGeom>
              <a:avLst/>
              <a:pathLst>
                <a:path w="0" h="480173">
                  <a:moveTo>
                    <a:pt x="0" y="0"/>
                  </a:moveTo>
                  <a:lnTo>
                    <a:pt x="0" y="48017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462808" y="3320579"/>
              <a:ext cx="261688" cy="465168"/>
            </a:xfrm>
            <a:custGeom>
              <a:avLst/>
              <a:pathLst>
                <a:path w="261688" h="465168">
                  <a:moveTo>
                    <a:pt x="0" y="0"/>
                  </a:moveTo>
                  <a:lnTo>
                    <a:pt x="0" y="465168"/>
                  </a:lnTo>
                  <a:lnTo>
                    <a:pt x="261688" y="465168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462808" y="3635693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1112365" y="1894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426352" y="2194898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1775270" y="1924800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2120257" y="1984822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2449789" y="24049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2783162" y="2074855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3229235" y="3395333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57681" y="276510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7" name="rc627"/>
            <p:cNvSpPr/>
            <p:nvPr/>
          </p:nvSpPr>
          <p:spPr>
            <a:xfrm>
              <a:off x="4351643" y="1896563"/>
              <a:ext cx="2861127" cy="3268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4560994" y="3425617"/>
              <a:ext cx="0" cy="225081"/>
            </a:xfrm>
            <a:custGeom>
              <a:avLst/>
              <a:pathLst>
                <a:path w="0" h="225081">
                  <a:moveTo>
                    <a:pt x="0" y="22508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4560994" y="4025834"/>
              <a:ext cx="0" cy="300108"/>
            </a:xfrm>
            <a:custGeom>
              <a:avLst/>
              <a:pathLst>
                <a:path w="0" h="300108">
                  <a:moveTo>
                    <a:pt x="0" y="0"/>
                  </a:moveTo>
                  <a:lnTo>
                    <a:pt x="0" y="30010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4430150" y="3650698"/>
              <a:ext cx="261688" cy="375135"/>
            </a:xfrm>
            <a:custGeom>
              <a:avLst/>
              <a:pathLst>
                <a:path w="261688" h="375135">
                  <a:moveTo>
                    <a:pt x="0" y="0"/>
                  </a:moveTo>
                  <a:lnTo>
                    <a:pt x="0" y="375135"/>
                  </a:lnTo>
                  <a:lnTo>
                    <a:pt x="261688" y="375135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4430150" y="3845769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85086" y="286059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4909912" y="3065486"/>
              <a:ext cx="0" cy="517687"/>
            </a:xfrm>
            <a:custGeom>
              <a:avLst/>
              <a:pathLst>
                <a:path w="0" h="517687">
                  <a:moveTo>
                    <a:pt x="0" y="51768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4909912" y="3935802"/>
              <a:ext cx="0" cy="360130"/>
            </a:xfrm>
            <a:custGeom>
              <a:avLst/>
              <a:pathLst>
                <a:path w="0" h="360130">
                  <a:moveTo>
                    <a:pt x="0" y="0"/>
                  </a:moveTo>
                  <a:lnTo>
                    <a:pt x="0" y="36013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4779068" y="3583174"/>
              <a:ext cx="261688" cy="352627"/>
            </a:xfrm>
            <a:custGeom>
              <a:avLst/>
              <a:pathLst>
                <a:path w="261688" h="352627">
                  <a:moveTo>
                    <a:pt x="0" y="0"/>
                  </a:moveTo>
                  <a:lnTo>
                    <a:pt x="0" y="352627"/>
                  </a:lnTo>
                  <a:lnTo>
                    <a:pt x="261688" y="352627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4779068" y="3815758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5258830" y="3905791"/>
              <a:ext cx="0" cy="165059"/>
            </a:xfrm>
            <a:custGeom>
              <a:avLst/>
              <a:pathLst>
                <a:path w="0" h="165059">
                  <a:moveTo>
                    <a:pt x="0" y="1650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5258830" y="4340948"/>
              <a:ext cx="0" cy="255092"/>
            </a:xfrm>
            <a:custGeom>
              <a:avLst/>
              <a:pathLst>
                <a:path w="0" h="255092">
                  <a:moveTo>
                    <a:pt x="0" y="0"/>
                  </a:moveTo>
                  <a:lnTo>
                    <a:pt x="0" y="25509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5127986" y="4070851"/>
              <a:ext cx="261688" cy="270097"/>
            </a:xfrm>
            <a:custGeom>
              <a:avLst/>
              <a:pathLst>
                <a:path w="261688" h="270097">
                  <a:moveTo>
                    <a:pt x="0" y="0"/>
                  </a:moveTo>
                  <a:lnTo>
                    <a:pt x="0" y="270097"/>
                  </a:lnTo>
                  <a:lnTo>
                    <a:pt x="261688" y="270097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5127986" y="4235910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582922" y="349082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5607748" y="3815758"/>
              <a:ext cx="0" cy="240086"/>
            </a:xfrm>
            <a:custGeom>
              <a:avLst/>
              <a:pathLst>
                <a:path w="0" h="240086">
                  <a:moveTo>
                    <a:pt x="0" y="24008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5607748" y="4318440"/>
              <a:ext cx="0" cy="277600"/>
            </a:xfrm>
            <a:custGeom>
              <a:avLst/>
              <a:pathLst>
                <a:path w="0" h="277600">
                  <a:moveTo>
                    <a:pt x="0" y="0"/>
                  </a:moveTo>
                  <a:lnTo>
                    <a:pt x="0" y="2776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5476904" y="4055845"/>
              <a:ext cx="261688" cy="262595"/>
            </a:xfrm>
            <a:custGeom>
              <a:avLst/>
              <a:pathLst>
                <a:path w="261688" h="262595">
                  <a:moveTo>
                    <a:pt x="0" y="0"/>
                  </a:moveTo>
                  <a:lnTo>
                    <a:pt x="0" y="262595"/>
                  </a:lnTo>
                  <a:lnTo>
                    <a:pt x="261688" y="262595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5476904" y="4175889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5956666" y="3485639"/>
              <a:ext cx="0" cy="270097"/>
            </a:xfrm>
            <a:custGeom>
              <a:avLst/>
              <a:pathLst>
                <a:path w="0" h="270097">
                  <a:moveTo>
                    <a:pt x="0" y="27009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956666" y="4235910"/>
              <a:ext cx="0" cy="600217"/>
            </a:xfrm>
            <a:custGeom>
              <a:avLst/>
              <a:pathLst>
                <a:path w="0" h="600217">
                  <a:moveTo>
                    <a:pt x="0" y="0"/>
                  </a:moveTo>
                  <a:lnTo>
                    <a:pt x="0" y="60021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5825822" y="3755736"/>
              <a:ext cx="261688" cy="480173"/>
            </a:xfrm>
            <a:custGeom>
              <a:avLst/>
              <a:pathLst>
                <a:path w="261688" h="480173">
                  <a:moveTo>
                    <a:pt x="0" y="0"/>
                  </a:moveTo>
                  <a:lnTo>
                    <a:pt x="0" y="480173"/>
                  </a:lnTo>
                  <a:lnTo>
                    <a:pt x="261688" y="480173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825822" y="3965812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6280758" y="478129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6280758" y="451119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6280758" y="349082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05584" y="3545660"/>
              <a:ext cx="0" cy="360130"/>
            </a:xfrm>
            <a:custGeom>
              <a:avLst/>
              <a:pathLst>
                <a:path w="0" h="360130">
                  <a:moveTo>
                    <a:pt x="0" y="36013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05584" y="4145878"/>
              <a:ext cx="0" cy="300108"/>
            </a:xfrm>
            <a:custGeom>
              <a:avLst/>
              <a:pathLst>
                <a:path w="0" h="300108">
                  <a:moveTo>
                    <a:pt x="0" y="0"/>
                  </a:moveTo>
                  <a:lnTo>
                    <a:pt x="0" y="30010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6174740" y="3905791"/>
              <a:ext cx="261688" cy="240086"/>
            </a:xfrm>
            <a:custGeom>
              <a:avLst/>
              <a:pathLst>
                <a:path w="261688" h="240086">
                  <a:moveTo>
                    <a:pt x="0" y="0"/>
                  </a:moveTo>
                  <a:lnTo>
                    <a:pt x="0" y="240086"/>
                  </a:lnTo>
                  <a:lnTo>
                    <a:pt x="261688" y="240086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174740" y="4025834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629676" y="39709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654502" y="4355954"/>
              <a:ext cx="0" cy="60021"/>
            </a:xfrm>
            <a:custGeom>
              <a:avLst/>
              <a:pathLst>
                <a:path w="0" h="60021">
                  <a:moveTo>
                    <a:pt x="0" y="600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654502" y="4678571"/>
              <a:ext cx="0" cy="37513"/>
            </a:xfrm>
            <a:custGeom>
              <a:avLst/>
              <a:pathLst>
                <a:path w="0" h="37513">
                  <a:moveTo>
                    <a:pt x="0" y="0"/>
                  </a:moveTo>
                  <a:lnTo>
                    <a:pt x="0" y="3751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6523658" y="4415976"/>
              <a:ext cx="261688" cy="262595"/>
            </a:xfrm>
            <a:custGeom>
              <a:avLst/>
              <a:pathLst>
                <a:path w="261688" h="262595">
                  <a:moveTo>
                    <a:pt x="0" y="0"/>
                  </a:moveTo>
                  <a:lnTo>
                    <a:pt x="0" y="262595"/>
                  </a:lnTo>
                  <a:lnTo>
                    <a:pt x="261688" y="262595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523658" y="4626052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7003420" y="4055845"/>
              <a:ext cx="0" cy="15005"/>
            </a:xfrm>
            <a:custGeom>
              <a:avLst/>
              <a:pathLst>
                <a:path w="0" h="15005">
                  <a:moveTo>
                    <a:pt x="0" y="150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7003420" y="4250916"/>
              <a:ext cx="0" cy="165059"/>
            </a:xfrm>
            <a:custGeom>
              <a:avLst/>
              <a:pathLst>
                <a:path w="0" h="165059">
                  <a:moveTo>
                    <a:pt x="0" y="0"/>
                  </a:moveTo>
                  <a:lnTo>
                    <a:pt x="0" y="1650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872576" y="4070851"/>
              <a:ext cx="261688" cy="180065"/>
            </a:xfrm>
            <a:custGeom>
              <a:avLst/>
              <a:pathLst>
                <a:path w="261688" h="180065">
                  <a:moveTo>
                    <a:pt x="0" y="0"/>
                  </a:moveTo>
                  <a:lnTo>
                    <a:pt x="0" y="180065"/>
                  </a:lnTo>
                  <a:lnTo>
                    <a:pt x="261688" y="180065"/>
                  </a:lnTo>
                  <a:lnTo>
                    <a:pt x="26168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872576" y="4085856"/>
              <a:ext cx="261688" cy="0"/>
            </a:xfrm>
            <a:custGeom>
              <a:avLst/>
              <a:pathLst>
                <a:path w="261688" h="0">
                  <a:moveTo>
                    <a:pt x="0" y="0"/>
                  </a:moveTo>
                  <a:lnTo>
                    <a:pt x="26168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6" name="tx666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4483270" y="3215268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4851665" y="2675072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5243331" y="3695442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5553387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5902305" y="327528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6251223" y="3305300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6639003" y="3785474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6639003" y="3785474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6639003" y="3785474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6639003" y="3785474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6639003" y="3785474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6639003" y="3785474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6851950" y="3845496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6851950" y="3845496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6851950" y="3845496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136433" y="574249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5536965" y="5742491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19" name="pl919"/>
            <p:cNvSpPr/>
            <p:nvPr/>
          </p:nvSpPr>
          <p:spPr>
            <a:xfrm>
              <a:off x="941876" y="5164747"/>
              <a:ext cx="2861127" cy="0"/>
            </a:xfrm>
            <a:custGeom>
              <a:avLst/>
              <a:pathLst>
                <a:path w="2861127" h="0">
                  <a:moveTo>
                    <a:pt x="0" y="0"/>
                  </a:moveTo>
                  <a:lnTo>
                    <a:pt x="286112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1151227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1500145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1849063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2197981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2546898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2895816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3244734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3593652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tx928"/>
            <p:cNvSpPr/>
            <p:nvPr/>
          </p:nvSpPr>
          <p:spPr>
            <a:xfrm rot="-2700000">
              <a:off x="787195" y="5378164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29" name="tx929"/>
            <p:cNvSpPr/>
            <p:nvPr/>
          </p:nvSpPr>
          <p:spPr>
            <a:xfrm rot="-2700000">
              <a:off x="1120347" y="538469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30" name="tx930"/>
            <p:cNvSpPr/>
            <p:nvPr/>
          </p:nvSpPr>
          <p:spPr>
            <a:xfrm rot="-2700000">
              <a:off x="1580719" y="533852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31" name="tx931"/>
            <p:cNvSpPr/>
            <p:nvPr/>
          </p:nvSpPr>
          <p:spPr>
            <a:xfrm rot="-2700000">
              <a:off x="1934788" y="5336395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32" name="tx932"/>
            <p:cNvSpPr/>
            <p:nvPr/>
          </p:nvSpPr>
          <p:spPr>
            <a:xfrm rot="-2700000">
              <a:off x="2289091" y="533416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33" name="tx933"/>
            <p:cNvSpPr/>
            <p:nvPr/>
          </p:nvSpPr>
          <p:spPr>
            <a:xfrm rot="-2700000">
              <a:off x="2622087" y="534075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34" name="tx934"/>
            <p:cNvSpPr/>
            <p:nvPr/>
          </p:nvSpPr>
          <p:spPr>
            <a:xfrm rot="-2700000">
              <a:off x="2960547" y="534509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35" name="tx935"/>
            <p:cNvSpPr/>
            <p:nvPr/>
          </p:nvSpPr>
          <p:spPr>
            <a:xfrm rot="-2700000">
              <a:off x="3304079" y="5347322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936" name="pl936"/>
            <p:cNvSpPr/>
            <p:nvPr/>
          </p:nvSpPr>
          <p:spPr>
            <a:xfrm>
              <a:off x="4351643" y="5164747"/>
              <a:ext cx="2861127" cy="0"/>
            </a:xfrm>
            <a:custGeom>
              <a:avLst/>
              <a:pathLst>
                <a:path w="2861127" h="0">
                  <a:moveTo>
                    <a:pt x="0" y="0"/>
                  </a:moveTo>
                  <a:lnTo>
                    <a:pt x="286112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4560994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4909912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258830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607748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956666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6305584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6654502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7003420" y="516474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tx945"/>
            <p:cNvSpPr/>
            <p:nvPr/>
          </p:nvSpPr>
          <p:spPr>
            <a:xfrm rot="-2700000">
              <a:off x="4196962" y="5378164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46" name="tx946"/>
            <p:cNvSpPr/>
            <p:nvPr/>
          </p:nvSpPr>
          <p:spPr>
            <a:xfrm rot="-2700000">
              <a:off x="4530114" y="538469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47" name="tx947"/>
            <p:cNvSpPr/>
            <p:nvPr/>
          </p:nvSpPr>
          <p:spPr>
            <a:xfrm rot="-2700000">
              <a:off x="4990486" y="533852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48" name="tx948"/>
            <p:cNvSpPr/>
            <p:nvPr/>
          </p:nvSpPr>
          <p:spPr>
            <a:xfrm rot="-2700000">
              <a:off x="5344555" y="5336395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49" name="tx949"/>
            <p:cNvSpPr/>
            <p:nvPr/>
          </p:nvSpPr>
          <p:spPr>
            <a:xfrm rot="-2700000">
              <a:off x="5698859" y="533416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50" name="tx950"/>
            <p:cNvSpPr/>
            <p:nvPr/>
          </p:nvSpPr>
          <p:spPr>
            <a:xfrm rot="-2700000">
              <a:off x="6031855" y="534075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51" name="tx951"/>
            <p:cNvSpPr/>
            <p:nvPr/>
          </p:nvSpPr>
          <p:spPr>
            <a:xfrm rot="-2700000">
              <a:off x="6370314" y="534509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52" name="tx952"/>
            <p:cNvSpPr/>
            <p:nvPr/>
          </p:nvSpPr>
          <p:spPr>
            <a:xfrm rot="-2700000">
              <a:off x="6713847" y="5347322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953" name="pl953"/>
            <p:cNvSpPr/>
            <p:nvPr/>
          </p:nvSpPr>
          <p:spPr>
            <a:xfrm>
              <a:off x="941876" y="1896563"/>
              <a:ext cx="0" cy="3268183"/>
            </a:xfrm>
            <a:custGeom>
              <a:avLst/>
              <a:pathLst>
                <a:path w="0" h="3268183">
                  <a:moveTo>
                    <a:pt x="0" y="326818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4"/>
            <p:cNvSpPr/>
            <p:nvPr/>
          </p:nvSpPr>
          <p:spPr>
            <a:xfrm>
              <a:off x="754887" y="50661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754887" y="431590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754887" y="35656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92708" y="281536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692708" y="206508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959" name="pl959"/>
            <p:cNvSpPr/>
            <p:nvPr/>
          </p:nvSpPr>
          <p:spPr>
            <a:xfrm>
              <a:off x="907081" y="51062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907081" y="43559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907081" y="36056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907081" y="28554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907081" y="21051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tx964"/>
            <p:cNvSpPr/>
            <p:nvPr/>
          </p:nvSpPr>
          <p:spPr>
            <a:xfrm>
              <a:off x="3529918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965" name="tx965"/>
            <p:cNvSpPr/>
            <p:nvPr/>
          </p:nvSpPr>
          <p:spPr>
            <a:xfrm rot="-5400000">
              <a:off x="328455" y="3480546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966" name="rc966"/>
            <p:cNvSpPr/>
            <p:nvPr/>
          </p:nvSpPr>
          <p:spPr>
            <a:xfrm>
              <a:off x="7351949" y="2482885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tx967"/>
            <p:cNvSpPr/>
            <p:nvPr/>
          </p:nvSpPr>
          <p:spPr>
            <a:xfrm>
              <a:off x="7421538" y="2567927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968" name="rc968"/>
            <p:cNvSpPr/>
            <p:nvPr/>
          </p:nvSpPr>
          <p:spPr>
            <a:xfrm>
              <a:off x="7421538" y="275318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7531266" y="291778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7531266" y="277513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7448970" y="2808052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7448970" y="286291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7531266" y="295069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7531266" y="277513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7421538" y="297264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7531266" y="313723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7531266" y="299458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7448970" y="3027508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7448970" y="308237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7531266" y="31701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7531266" y="29945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7421538" y="319210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7531266" y="335669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531266" y="321404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7448970" y="3246964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448970" y="330182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7531266" y="33896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7531266" y="321404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7421538" y="341155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7531266" y="357614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531266" y="343350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7448970" y="3466420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7448970" y="352128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7531266" y="360906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7531266" y="34335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7421538" y="363101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7531266" y="379560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7531266" y="365295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7448970" y="3685876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7448970" y="374074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7531266" y="38285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7531266" y="365295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7421538" y="385046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7531266" y="40150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7531266" y="38724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7448970" y="3905332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7448970" y="396019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7531266" y="40479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7531266" y="38724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7421538" y="406992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7531266" y="42345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7531266" y="40918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7448970" y="4124788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7448970" y="417965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7531266" y="42674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7531266" y="40918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7421538" y="428938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7531266" y="445397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7531266" y="431132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7448970" y="4344244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7448970" y="439910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7531266" y="4486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7531266" y="43113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4" name="tx1024"/>
            <p:cNvSpPr/>
            <p:nvPr/>
          </p:nvSpPr>
          <p:spPr>
            <a:xfrm>
              <a:off x="7710583" y="2822865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025" name="tx1025"/>
            <p:cNvSpPr/>
            <p:nvPr/>
          </p:nvSpPr>
          <p:spPr>
            <a:xfrm>
              <a:off x="7710583" y="3042321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026" name="tx1026"/>
            <p:cNvSpPr/>
            <p:nvPr/>
          </p:nvSpPr>
          <p:spPr>
            <a:xfrm>
              <a:off x="7710583" y="3261777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027" name="tx1027"/>
            <p:cNvSpPr/>
            <p:nvPr/>
          </p:nvSpPr>
          <p:spPr>
            <a:xfrm>
              <a:off x="7710583" y="3481233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028" name="tx1028"/>
            <p:cNvSpPr/>
            <p:nvPr/>
          </p:nvSpPr>
          <p:spPr>
            <a:xfrm>
              <a:off x="7710583" y="3700689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029" name="tx1029"/>
            <p:cNvSpPr/>
            <p:nvPr/>
          </p:nvSpPr>
          <p:spPr>
            <a:xfrm>
              <a:off x="7710583" y="3920145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030" name="tx1030"/>
            <p:cNvSpPr/>
            <p:nvPr/>
          </p:nvSpPr>
          <p:spPr>
            <a:xfrm>
              <a:off x="7710583" y="413960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031" name="tx1031"/>
            <p:cNvSpPr/>
            <p:nvPr/>
          </p:nvSpPr>
          <p:spPr>
            <a:xfrm>
              <a:off x="7710583" y="4359057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032" name="tx1032"/>
            <p:cNvSpPr/>
            <p:nvPr/>
          </p:nvSpPr>
          <p:spPr>
            <a:xfrm>
              <a:off x="941876" y="1669789"/>
              <a:ext cx="301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Length at Lewisetta and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2026-01-15T17:01:21Z</dcterms:modified>
  <cp:category/>
</cp:coreProperties>
</file>