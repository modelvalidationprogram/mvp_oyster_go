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39896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433775" y="3036178"/>
              <a:ext cx="0" cy="48745"/>
            </a:xfrm>
            <a:custGeom>
              <a:avLst/>
              <a:pathLst>
                <a:path w="0" h="48745">
                  <a:moveTo>
                    <a:pt x="0" y="4874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33775" y="3342561"/>
              <a:ext cx="0" cy="208890"/>
            </a:xfrm>
            <a:custGeom>
              <a:avLst/>
              <a:pathLst>
                <a:path w="0" h="208890">
                  <a:moveTo>
                    <a:pt x="0" y="0"/>
                  </a:moveTo>
                  <a:lnTo>
                    <a:pt x="0" y="20889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300823" y="3084924"/>
              <a:ext cx="265904" cy="257636"/>
            </a:xfrm>
            <a:custGeom>
              <a:avLst/>
              <a:pathLst>
                <a:path w="265904" h="257636">
                  <a:moveTo>
                    <a:pt x="0" y="0"/>
                  </a:moveTo>
                  <a:lnTo>
                    <a:pt x="0" y="257636"/>
                  </a:lnTo>
                  <a:lnTo>
                    <a:pt x="265904" y="257636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00823" y="3133670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788315" y="2268988"/>
              <a:ext cx="0" cy="80183"/>
            </a:xfrm>
            <a:custGeom>
              <a:avLst/>
              <a:pathLst>
                <a:path w="0" h="80183">
                  <a:moveTo>
                    <a:pt x="0" y="801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788315" y="2678567"/>
              <a:ext cx="0" cy="249211"/>
            </a:xfrm>
            <a:custGeom>
              <a:avLst/>
              <a:pathLst>
                <a:path w="0" h="249211">
                  <a:moveTo>
                    <a:pt x="0" y="0"/>
                  </a:moveTo>
                  <a:lnTo>
                    <a:pt x="0" y="24921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655363" y="2349171"/>
              <a:ext cx="265904" cy="329395"/>
            </a:xfrm>
            <a:custGeom>
              <a:avLst/>
              <a:pathLst>
                <a:path w="265904" h="329395">
                  <a:moveTo>
                    <a:pt x="0" y="0"/>
                  </a:moveTo>
                  <a:lnTo>
                    <a:pt x="0" y="329395"/>
                  </a:lnTo>
                  <a:lnTo>
                    <a:pt x="265904" y="329395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655363" y="2429355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142855" y="2645597"/>
              <a:ext cx="0" cy="432850"/>
            </a:xfrm>
            <a:custGeom>
              <a:avLst/>
              <a:pathLst>
                <a:path w="0" h="432850">
                  <a:moveTo>
                    <a:pt x="0" y="43285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42855" y="3676348"/>
              <a:ext cx="0" cy="165050"/>
            </a:xfrm>
            <a:custGeom>
              <a:avLst/>
              <a:pathLst>
                <a:path w="0" h="165050">
                  <a:moveTo>
                    <a:pt x="0" y="0"/>
                  </a:moveTo>
                  <a:lnTo>
                    <a:pt x="0" y="16505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2009902" y="3078447"/>
              <a:ext cx="265904" cy="597901"/>
            </a:xfrm>
            <a:custGeom>
              <a:avLst/>
              <a:pathLst>
                <a:path w="265904" h="597901">
                  <a:moveTo>
                    <a:pt x="0" y="0"/>
                  </a:moveTo>
                  <a:lnTo>
                    <a:pt x="0" y="597901"/>
                  </a:lnTo>
                  <a:lnTo>
                    <a:pt x="265904" y="597901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09902" y="3511297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97394" y="3616203"/>
              <a:ext cx="0" cy="49433"/>
            </a:xfrm>
            <a:custGeom>
              <a:avLst/>
              <a:pathLst>
                <a:path w="0" h="49433">
                  <a:moveTo>
                    <a:pt x="0" y="4943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97394" y="3873902"/>
              <a:ext cx="0" cy="158832"/>
            </a:xfrm>
            <a:custGeom>
              <a:avLst/>
              <a:pathLst>
                <a:path w="0" h="158832">
                  <a:moveTo>
                    <a:pt x="0" y="0"/>
                  </a:moveTo>
                  <a:lnTo>
                    <a:pt x="0" y="1588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364442" y="3665636"/>
              <a:ext cx="265904" cy="208265"/>
            </a:xfrm>
            <a:custGeom>
              <a:avLst/>
              <a:pathLst>
                <a:path w="265904" h="208265">
                  <a:moveTo>
                    <a:pt x="0" y="0"/>
                  </a:moveTo>
                  <a:lnTo>
                    <a:pt x="0" y="208265"/>
                  </a:lnTo>
                  <a:lnTo>
                    <a:pt x="265904" y="208265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364442" y="3715069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51934" y="2964836"/>
              <a:ext cx="0" cy="22419"/>
            </a:xfrm>
            <a:custGeom>
              <a:avLst/>
              <a:pathLst>
                <a:path w="0" h="22419">
                  <a:moveTo>
                    <a:pt x="0" y="2241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51934" y="3162009"/>
              <a:ext cx="0" cy="152333"/>
            </a:xfrm>
            <a:custGeom>
              <a:avLst/>
              <a:pathLst>
                <a:path w="0" h="152333">
                  <a:moveTo>
                    <a:pt x="0" y="0"/>
                  </a:moveTo>
                  <a:lnTo>
                    <a:pt x="0" y="15233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718981" y="2987255"/>
              <a:ext cx="265904" cy="174753"/>
            </a:xfrm>
            <a:custGeom>
              <a:avLst/>
              <a:pathLst>
                <a:path w="265904" h="174753">
                  <a:moveTo>
                    <a:pt x="0" y="0"/>
                  </a:moveTo>
                  <a:lnTo>
                    <a:pt x="0" y="174753"/>
                  </a:lnTo>
                  <a:lnTo>
                    <a:pt x="265904" y="174753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718981" y="3009675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206473" y="3269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206473" y="3269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3073521" y="3269838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73521" y="3269838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61013" y="5231030"/>
              <a:ext cx="0" cy="75683"/>
            </a:xfrm>
            <a:custGeom>
              <a:avLst/>
              <a:pathLst>
                <a:path w="0" h="75683">
                  <a:moveTo>
                    <a:pt x="0" y="756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61013" y="5422468"/>
              <a:ext cx="0" cy="40071"/>
            </a:xfrm>
            <a:custGeom>
              <a:avLst/>
              <a:pathLst>
                <a:path w="0" h="40071">
                  <a:moveTo>
                    <a:pt x="0" y="0"/>
                  </a:moveTo>
                  <a:lnTo>
                    <a:pt x="0" y="4007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3428061" y="5306713"/>
              <a:ext cx="265904" cy="115754"/>
            </a:xfrm>
            <a:custGeom>
              <a:avLst/>
              <a:pathLst>
                <a:path w="265904" h="115754">
                  <a:moveTo>
                    <a:pt x="0" y="0"/>
                  </a:moveTo>
                  <a:lnTo>
                    <a:pt x="0" y="115754"/>
                  </a:lnTo>
                  <a:lnTo>
                    <a:pt x="265904" y="115754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428061" y="5382397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15553" y="4872547"/>
              <a:ext cx="0" cy="137015"/>
            </a:xfrm>
            <a:custGeom>
              <a:avLst/>
              <a:pathLst>
                <a:path w="0" h="137015">
                  <a:moveTo>
                    <a:pt x="0" y="13701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915553" y="5202686"/>
              <a:ext cx="0" cy="56107"/>
            </a:xfrm>
            <a:custGeom>
              <a:avLst/>
              <a:pathLst>
                <a:path w="0" h="56107">
                  <a:moveTo>
                    <a:pt x="0" y="0"/>
                  </a:moveTo>
                  <a:lnTo>
                    <a:pt x="0" y="5610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3782600" y="5009562"/>
              <a:ext cx="265904" cy="193123"/>
            </a:xfrm>
            <a:custGeom>
              <a:avLst/>
              <a:pathLst>
                <a:path w="265904" h="193123">
                  <a:moveTo>
                    <a:pt x="0" y="0"/>
                  </a:moveTo>
                  <a:lnTo>
                    <a:pt x="0" y="193123"/>
                  </a:lnTo>
                  <a:lnTo>
                    <a:pt x="265904" y="193123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782600" y="5146578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270092" y="3947790"/>
              <a:ext cx="0" cy="167984"/>
            </a:xfrm>
            <a:custGeom>
              <a:avLst/>
              <a:pathLst>
                <a:path w="0" h="167984">
                  <a:moveTo>
                    <a:pt x="0" y="16798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270092" y="4310121"/>
              <a:ext cx="0" cy="26361"/>
            </a:xfrm>
            <a:custGeom>
              <a:avLst/>
              <a:pathLst>
                <a:path w="0" h="26361">
                  <a:moveTo>
                    <a:pt x="0" y="0"/>
                  </a:moveTo>
                  <a:lnTo>
                    <a:pt x="0" y="2636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137140" y="4115775"/>
              <a:ext cx="265904" cy="194346"/>
            </a:xfrm>
            <a:custGeom>
              <a:avLst/>
              <a:pathLst>
                <a:path w="265904" h="194346">
                  <a:moveTo>
                    <a:pt x="0" y="0"/>
                  </a:moveTo>
                  <a:lnTo>
                    <a:pt x="0" y="194346"/>
                  </a:lnTo>
                  <a:lnTo>
                    <a:pt x="265904" y="194346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137140" y="4283760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624632" y="4587150"/>
              <a:ext cx="0" cy="83635"/>
            </a:xfrm>
            <a:custGeom>
              <a:avLst/>
              <a:pathLst>
                <a:path w="0" h="83635">
                  <a:moveTo>
                    <a:pt x="0" y="8363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4624632" y="4838057"/>
              <a:ext cx="0" cy="83635"/>
            </a:xfrm>
            <a:custGeom>
              <a:avLst/>
              <a:pathLst>
                <a:path w="0" h="83635">
                  <a:moveTo>
                    <a:pt x="0" y="0"/>
                  </a:moveTo>
                  <a:lnTo>
                    <a:pt x="0" y="8363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491679" y="4670786"/>
              <a:ext cx="265904" cy="167271"/>
            </a:xfrm>
            <a:custGeom>
              <a:avLst/>
              <a:pathLst>
                <a:path w="265904" h="167271">
                  <a:moveTo>
                    <a:pt x="0" y="0"/>
                  </a:moveTo>
                  <a:lnTo>
                    <a:pt x="0" y="167271"/>
                  </a:lnTo>
                  <a:lnTo>
                    <a:pt x="265904" y="167271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491679" y="4754421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979171" y="3834699"/>
              <a:ext cx="0" cy="102064"/>
            </a:xfrm>
            <a:custGeom>
              <a:avLst/>
              <a:pathLst>
                <a:path w="0" h="102064">
                  <a:moveTo>
                    <a:pt x="0" y="10206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979171" y="4116934"/>
              <a:ext cx="0" cy="78106"/>
            </a:xfrm>
            <a:custGeom>
              <a:avLst/>
              <a:pathLst>
                <a:path w="0" h="78106">
                  <a:moveTo>
                    <a:pt x="0" y="0"/>
                  </a:moveTo>
                  <a:lnTo>
                    <a:pt x="0" y="7810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846219" y="3936763"/>
              <a:ext cx="265904" cy="180171"/>
            </a:xfrm>
            <a:custGeom>
              <a:avLst/>
              <a:pathLst>
                <a:path w="265904" h="180171">
                  <a:moveTo>
                    <a:pt x="0" y="0"/>
                  </a:moveTo>
                  <a:lnTo>
                    <a:pt x="0" y="180171"/>
                  </a:lnTo>
                  <a:lnTo>
                    <a:pt x="265904" y="180171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846219" y="4038827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5333711" y="3902645"/>
              <a:ext cx="0" cy="119534"/>
            </a:xfrm>
            <a:custGeom>
              <a:avLst/>
              <a:pathLst>
                <a:path w="0" h="119534">
                  <a:moveTo>
                    <a:pt x="0" y="11953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5333711" y="4144543"/>
              <a:ext cx="0" cy="2829"/>
            </a:xfrm>
            <a:custGeom>
              <a:avLst/>
              <a:pathLst>
                <a:path w="0" h="2829">
                  <a:moveTo>
                    <a:pt x="0" y="0"/>
                  </a:moveTo>
                  <a:lnTo>
                    <a:pt x="0" y="282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200759" y="4022179"/>
              <a:ext cx="265904" cy="122363"/>
            </a:xfrm>
            <a:custGeom>
              <a:avLst/>
              <a:pathLst>
                <a:path w="265904" h="122363">
                  <a:moveTo>
                    <a:pt x="0" y="0"/>
                  </a:moveTo>
                  <a:lnTo>
                    <a:pt x="0" y="122363"/>
                  </a:lnTo>
                  <a:lnTo>
                    <a:pt x="265904" y="122363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00759" y="4141714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688250" y="4574597"/>
              <a:ext cx="0" cy="61141"/>
            </a:xfrm>
            <a:custGeom>
              <a:avLst/>
              <a:pathLst>
                <a:path w="0" h="61141">
                  <a:moveTo>
                    <a:pt x="0" y="6114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688250" y="4737802"/>
              <a:ext cx="0" cy="40921"/>
            </a:xfrm>
            <a:custGeom>
              <a:avLst/>
              <a:pathLst>
                <a:path w="0" h="40921">
                  <a:moveTo>
                    <a:pt x="0" y="0"/>
                  </a:moveTo>
                  <a:lnTo>
                    <a:pt x="0" y="4092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5555298" y="4635739"/>
              <a:ext cx="265904" cy="102062"/>
            </a:xfrm>
            <a:custGeom>
              <a:avLst/>
              <a:pathLst>
                <a:path w="265904" h="102062">
                  <a:moveTo>
                    <a:pt x="0" y="0"/>
                  </a:moveTo>
                  <a:lnTo>
                    <a:pt x="0" y="102062"/>
                  </a:lnTo>
                  <a:lnTo>
                    <a:pt x="265904" y="102062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555298" y="4696880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042790" y="4053270"/>
              <a:ext cx="0" cy="48822"/>
            </a:xfrm>
            <a:custGeom>
              <a:avLst/>
              <a:pathLst>
                <a:path w="0" h="48822">
                  <a:moveTo>
                    <a:pt x="0" y="488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6042790" y="4292986"/>
              <a:ext cx="0" cy="142070"/>
            </a:xfrm>
            <a:custGeom>
              <a:avLst/>
              <a:pathLst>
                <a:path w="0" h="142070">
                  <a:moveTo>
                    <a:pt x="0" y="0"/>
                  </a:moveTo>
                  <a:lnTo>
                    <a:pt x="0" y="14207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909838" y="4102093"/>
              <a:ext cx="265904" cy="190892"/>
            </a:xfrm>
            <a:custGeom>
              <a:avLst/>
              <a:pathLst>
                <a:path w="265904" h="190892">
                  <a:moveTo>
                    <a:pt x="0" y="0"/>
                  </a:moveTo>
                  <a:lnTo>
                    <a:pt x="0" y="190892"/>
                  </a:lnTo>
                  <a:lnTo>
                    <a:pt x="265904" y="190892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909838" y="4150915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6397330" y="5442824"/>
              <a:ext cx="0" cy="8523"/>
            </a:xfrm>
            <a:custGeom>
              <a:avLst/>
              <a:pathLst>
                <a:path w="0" h="8523">
                  <a:moveTo>
                    <a:pt x="0" y="852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397330" y="5468396"/>
              <a:ext cx="0" cy="8523"/>
            </a:xfrm>
            <a:custGeom>
              <a:avLst/>
              <a:pathLst>
                <a:path w="0" h="8523">
                  <a:moveTo>
                    <a:pt x="0" y="0"/>
                  </a:moveTo>
                  <a:lnTo>
                    <a:pt x="0" y="852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6264377" y="5451348"/>
              <a:ext cx="265904" cy="17047"/>
            </a:xfrm>
            <a:custGeom>
              <a:avLst/>
              <a:pathLst>
                <a:path w="265904" h="17047">
                  <a:moveTo>
                    <a:pt x="0" y="0"/>
                  </a:moveTo>
                  <a:lnTo>
                    <a:pt x="0" y="17047"/>
                  </a:lnTo>
                  <a:lnTo>
                    <a:pt x="265904" y="17047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6264377" y="5459872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6751869" y="5439194"/>
              <a:ext cx="0" cy="33722"/>
            </a:xfrm>
            <a:custGeom>
              <a:avLst/>
              <a:pathLst>
                <a:path w="0" h="33722">
                  <a:moveTo>
                    <a:pt x="0" y="337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751869" y="5527923"/>
              <a:ext cx="0" cy="21284"/>
            </a:xfrm>
            <a:custGeom>
              <a:avLst/>
              <a:pathLst>
                <a:path w="0" h="21284">
                  <a:moveTo>
                    <a:pt x="0" y="0"/>
                  </a:moveTo>
                  <a:lnTo>
                    <a:pt x="0" y="2128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6618917" y="5472916"/>
              <a:ext cx="265904" cy="55006"/>
            </a:xfrm>
            <a:custGeom>
              <a:avLst/>
              <a:pathLst>
                <a:path w="265904" h="55006">
                  <a:moveTo>
                    <a:pt x="0" y="0"/>
                  </a:moveTo>
                  <a:lnTo>
                    <a:pt x="0" y="55006"/>
                  </a:lnTo>
                  <a:lnTo>
                    <a:pt x="265904" y="55006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618917" y="5506639"/>
              <a:ext cx="265904" cy="0"/>
            </a:xfrm>
            <a:custGeom>
              <a:avLst/>
              <a:pathLst>
                <a:path w="265904" h="0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tx70"/>
            <p:cNvSpPr/>
            <p:nvPr/>
          </p:nvSpPr>
          <p:spPr>
            <a:xfrm>
              <a:off x="2774210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2774210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630003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30003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30003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774210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054957" y="1920171"/>
              <a:ext cx="3030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abcd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965066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5965066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5965066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356051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1356051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192368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356051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4192368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192368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749453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527522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527522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749453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749453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4866517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069062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069062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069062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4866517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4866517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384740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384740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2384740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5221057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5221057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5221057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502766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3502766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339082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02766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339082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6713007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3007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857305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3857305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3857305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713007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14" name="pl114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92708" y="55401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92708" y="466274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692708" y="378531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2907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20304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0" name="pl120"/>
            <p:cNvSpPr/>
            <p:nvPr/>
          </p:nvSpPr>
          <p:spPr>
            <a:xfrm>
              <a:off x="938079" y="55802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938079" y="47027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938079" y="38253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2947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20704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72874" y="5723142"/>
              <a:ext cx="6239896" cy="0"/>
            </a:xfrm>
            <a:custGeom>
              <a:avLst/>
              <a:pathLst>
                <a:path w="6239896" h="0">
                  <a:moveTo>
                    <a:pt x="0" y="0"/>
                  </a:moveTo>
                  <a:lnTo>
                    <a:pt x="6239896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267466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51098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tx128"/>
            <p:cNvSpPr/>
            <p:nvPr/>
          </p:nvSpPr>
          <p:spPr>
            <a:xfrm>
              <a:off x="2438657" y="5785772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5265739" y="5785772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3545417" y="5925448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131" name="tx131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2" name="rc132"/>
            <p:cNvSpPr/>
            <p:nvPr/>
          </p:nvSpPr>
          <p:spPr>
            <a:xfrm>
              <a:off x="7351949" y="2762083"/>
              <a:ext cx="1265261" cy="20955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7421538" y="2847125"/>
              <a:ext cx="112608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Broodstock Group</a:t>
              </a:r>
            </a:p>
          </p:txBody>
        </p:sp>
        <p:sp>
          <p:nvSpPr>
            <p:cNvPr id="134" name="rc134"/>
            <p:cNvSpPr/>
            <p:nvPr/>
          </p:nvSpPr>
          <p:spPr>
            <a:xfrm>
              <a:off x="7421538" y="30323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531266" y="319697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531266" y="305433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448970" y="3087250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448970" y="3142114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531266" y="322989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531266" y="305433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421538" y="32518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531266" y="341643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7531266" y="327378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48970" y="3306706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448970" y="3361570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7531266" y="34493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531266" y="32737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1538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531266" y="363589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7531266" y="349324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448970" y="3526162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7448970" y="3581026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531266" y="36688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531266" y="34932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421538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531266" y="385534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7531266" y="371269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7448970" y="3745618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7448970" y="3800482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7531266" y="3888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7531266" y="371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7421538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7531266" y="407480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7531266" y="393215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7448970" y="396507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7448970" y="4019938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7531266" y="410772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7531266" y="393215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421538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7531266" y="429425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7531266" y="415161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448970" y="4184530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7448970" y="4239394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7531266" y="43271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7531266" y="41516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7421538" y="434912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7531266" y="451371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7531266" y="437106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448970" y="4403986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7448970" y="4458850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7531266" y="454663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531266" y="4371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421538" y="456857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7531266" y="473317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7531266" y="459052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7448970" y="4623442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7448970" y="4678306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7531266" y="47660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7531266" y="459052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tx190"/>
            <p:cNvSpPr/>
            <p:nvPr/>
          </p:nvSpPr>
          <p:spPr>
            <a:xfrm>
              <a:off x="7710583" y="3102063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7710583" y="3321519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7710583" y="3540975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7710583" y="3760431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710583" y="3979887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710583" y="4199343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710583" y="4418799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710583" y="4638255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972874" y="1669789"/>
              <a:ext cx="31005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Final Survival at Lewisetta and York River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0894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380241" y="492702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380241" y="215108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380241" y="54541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5067" y="2421883"/>
              <a:ext cx="0" cy="913600"/>
            </a:xfrm>
            <a:custGeom>
              <a:avLst/>
              <a:pathLst>
                <a:path w="0" h="913600">
                  <a:moveTo>
                    <a:pt x="0" y="91360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05067" y="3967976"/>
              <a:ext cx="0" cy="773046"/>
            </a:xfrm>
            <a:custGeom>
              <a:avLst/>
              <a:pathLst>
                <a:path w="0" h="773046">
                  <a:moveTo>
                    <a:pt x="0" y="0"/>
                  </a:moveTo>
                  <a:lnTo>
                    <a:pt x="0" y="77304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271454" y="3335483"/>
              <a:ext cx="267225" cy="632492"/>
            </a:xfrm>
            <a:custGeom>
              <a:avLst/>
              <a:pathLst>
                <a:path w="267225" h="632492">
                  <a:moveTo>
                    <a:pt x="0" y="0"/>
                  </a:moveTo>
                  <a:lnTo>
                    <a:pt x="0" y="632492"/>
                  </a:lnTo>
                  <a:lnTo>
                    <a:pt x="267225" y="632492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454" y="3651729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1736542" y="49973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761368" y="2246191"/>
              <a:ext cx="0" cy="773046"/>
            </a:xfrm>
            <a:custGeom>
              <a:avLst/>
              <a:pathLst>
                <a:path w="0" h="773046">
                  <a:moveTo>
                    <a:pt x="0" y="77304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761368" y="3792283"/>
              <a:ext cx="0" cy="773046"/>
            </a:xfrm>
            <a:custGeom>
              <a:avLst/>
              <a:pathLst>
                <a:path w="0" h="773046">
                  <a:moveTo>
                    <a:pt x="0" y="0"/>
                  </a:moveTo>
                  <a:lnTo>
                    <a:pt x="0" y="77304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627755" y="3019237"/>
              <a:ext cx="267225" cy="773046"/>
            </a:xfrm>
            <a:custGeom>
              <a:avLst/>
              <a:pathLst>
                <a:path w="267225" h="773046">
                  <a:moveTo>
                    <a:pt x="0" y="0"/>
                  </a:moveTo>
                  <a:lnTo>
                    <a:pt x="0" y="773046"/>
                  </a:lnTo>
                  <a:lnTo>
                    <a:pt x="267225" y="773046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27755" y="3476037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092843" y="271330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092843" y="478647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092843" y="503244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092843" y="506758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17669" y="3194929"/>
              <a:ext cx="0" cy="360169"/>
            </a:xfrm>
            <a:custGeom>
              <a:avLst/>
              <a:pathLst>
                <a:path w="0" h="360169">
                  <a:moveTo>
                    <a:pt x="0" y="36016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17669" y="4038253"/>
              <a:ext cx="0" cy="597353"/>
            </a:xfrm>
            <a:custGeom>
              <a:avLst/>
              <a:pathLst>
                <a:path w="0" h="597353">
                  <a:moveTo>
                    <a:pt x="0" y="0"/>
                  </a:moveTo>
                  <a:lnTo>
                    <a:pt x="0" y="59735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984056" y="3555099"/>
              <a:ext cx="267225" cy="483153"/>
            </a:xfrm>
            <a:custGeom>
              <a:avLst/>
              <a:pathLst>
                <a:path w="267225" h="483153">
                  <a:moveTo>
                    <a:pt x="0" y="0"/>
                  </a:moveTo>
                  <a:lnTo>
                    <a:pt x="0" y="483153"/>
                  </a:lnTo>
                  <a:lnTo>
                    <a:pt x="267225" y="483153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4056" y="3757145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449143" y="496216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449143" y="232678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449143" y="236191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449143" y="274844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449143" y="464591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3969" y="2913822"/>
              <a:ext cx="0" cy="562215"/>
            </a:xfrm>
            <a:custGeom>
              <a:avLst/>
              <a:pathLst>
                <a:path w="0" h="562215">
                  <a:moveTo>
                    <a:pt x="0" y="56221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73969" y="3932837"/>
              <a:ext cx="0" cy="316246"/>
            </a:xfrm>
            <a:custGeom>
              <a:avLst/>
              <a:pathLst>
                <a:path w="0" h="316246">
                  <a:moveTo>
                    <a:pt x="0" y="0"/>
                  </a:moveTo>
                  <a:lnTo>
                    <a:pt x="0" y="31624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2340357" y="3476037"/>
              <a:ext cx="267225" cy="456800"/>
            </a:xfrm>
            <a:custGeom>
              <a:avLst/>
              <a:pathLst>
                <a:path w="267225" h="456800">
                  <a:moveTo>
                    <a:pt x="0" y="0"/>
                  </a:moveTo>
                  <a:lnTo>
                    <a:pt x="0" y="456800"/>
                  </a:lnTo>
                  <a:lnTo>
                    <a:pt x="267225" y="456800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340357" y="3686868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830270" y="2140775"/>
              <a:ext cx="0" cy="737907"/>
            </a:xfrm>
            <a:custGeom>
              <a:avLst/>
              <a:pathLst>
                <a:path w="0" h="737907">
                  <a:moveTo>
                    <a:pt x="0" y="73790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830270" y="3651729"/>
              <a:ext cx="0" cy="456800"/>
            </a:xfrm>
            <a:custGeom>
              <a:avLst/>
              <a:pathLst>
                <a:path w="0" h="456800">
                  <a:moveTo>
                    <a:pt x="0" y="0"/>
                  </a:moveTo>
                  <a:lnTo>
                    <a:pt x="0" y="45680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696657" y="2878683"/>
              <a:ext cx="267225" cy="773046"/>
            </a:xfrm>
            <a:custGeom>
              <a:avLst/>
              <a:pathLst>
                <a:path w="267225" h="773046">
                  <a:moveTo>
                    <a:pt x="0" y="0"/>
                  </a:moveTo>
                  <a:lnTo>
                    <a:pt x="0" y="773046"/>
                  </a:lnTo>
                  <a:lnTo>
                    <a:pt x="267225" y="773046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696657" y="3265206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61745" y="478647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61745" y="454050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61745" y="471619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61745" y="517299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186571" y="2492160"/>
              <a:ext cx="0" cy="729123"/>
            </a:xfrm>
            <a:custGeom>
              <a:avLst/>
              <a:pathLst>
                <a:path w="0" h="729123">
                  <a:moveTo>
                    <a:pt x="0" y="72912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186571" y="3730791"/>
              <a:ext cx="0" cy="764261"/>
            </a:xfrm>
            <a:custGeom>
              <a:avLst/>
              <a:pathLst>
                <a:path w="0" h="764261">
                  <a:moveTo>
                    <a:pt x="0" y="0"/>
                  </a:moveTo>
                  <a:lnTo>
                    <a:pt x="0" y="76426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3052958" y="3221283"/>
              <a:ext cx="267225" cy="509507"/>
            </a:xfrm>
            <a:custGeom>
              <a:avLst/>
              <a:pathLst>
                <a:path w="267225" h="509507">
                  <a:moveTo>
                    <a:pt x="0" y="0"/>
                  </a:moveTo>
                  <a:lnTo>
                    <a:pt x="0" y="509507"/>
                  </a:lnTo>
                  <a:lnTo>
                    <a:pt x="267225" y="509507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052958" y="3476037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542872" y="3897699"/>
              <a:ext cx="0" cy="421661"/>
            </a:xfrm>
            <a:custGeom>
              <a:avLst/>
              <a:pathLst>
                <a:path w="0" h="421661">
                  <a:moveTo>
                    <a:pt x="0" y="42166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542872" y="5109976"/>
              <a:ext cx="0" cy="439230"/>
            </a:xfrm>
            <a:custGeom>
              <a:avLst/>
              <a:pathLst>
                <a:path w="0" h="439230">
                  <a:moveTo>
                    <a:pt x="0" y="0"/>
                  </a:moveTo>
                  <a:lnTo>
                    <a:pt x="0" y="43923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3409259" y="4319360"/>
              <a:ext cx="267225" cy="790615"/>
            </a:xfrm>
            <a:custGeom>
              <a:avLst/>
              <a:pathLst>
                <a:path w="267225" h="790615">
                  <a:moveTo>
                    <a:pt x="0" y="0"/>
                  </a:moveTo>
                  <a:lnTo>
                    <a:pt x="0" y="790615"/>
                  </a:lnTo>
                  <a:lnTo>
                    <a:pt x="267225" y="790615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409259" y="4512622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74347" y="513785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874347" y="503244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874347" y="496216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899173" y="3159791"/>
              <a:ext cx="0" cy="404092"/>
            </a:xfrm>
            <a:custGeom>
              <a:avLst/>
              <a:pathLst>
                <a:path w="0" h="404092">
                  <a:moveTo>
                    <a:pt x="0" y="40409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899173" y="4108530"/>
              <a:ext cx="0" cy="562215"/>
            </a:xfrm>
            <a:custGeom>
              <a:avLst/>
              <a:pathLst>
                <a:path w="0" h="562215">
                  <a:moveTo>
                    <a:pt x="0" y="0"/>
                  </a:moveTo>
                  <a:lnTo>
                    <a:pt x="0" y="56221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3765560" y="3563883"/>
              <a:ext cx="267225" cy="544646"/>
            </a:xfrm>
            <a:custGeom>
              <a:avLst/>
              <a:pathLst>
                <a:path w="267225" h="544646">
                  <a:moveTo>
                    <a:pt x="0" y="0"/>
                  </a:moveTo>
                  <a:lnTo>
                    <a:pt x="0" y="544646"/>
                  </a:lnTo>
                  <a:lnTo>
                    <a:pt x="267225" y="544646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765560" y="3932837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255474" y="4249083"/>
              <a:ext cx="0" cy="193261"/>
            </a:xfrm>
            <a:custGeom>
              <a:avLst/>
              <a:pathLst>
                <a:path w="0" h="193261">
                  <a:moveTo>
                    <a:pt x="0" y="19326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55474" y="4758591"/>
              <a:ext cx="0" cy="298676"/>
            </a:xfrm>
            <a:custGeom>
              <a:avLst/>
              <a:pathLst>
                <a:path w="0" h="298676">
                  <a:moveTo>
                    <a:pt x="0" y="0"/>
                  </a:moveTo>
                  <a:lnTo>
                    <a:pt x="0" y="29867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4121861" y="4442345"/>
              <a:ext cx="267225" cy="316246"/>
            </a:xfrm>
            <a:custGeom>
              <a:avLst/>
              <a:pathLst>
                <a:path w="267225" h="316246">
                  <a:moveTo>
                    <a:pt x="0" y="0"/>
                  </a:moveTo>
                  <a:lnTo>
                    <a:pt x="0" y="316246"/>
                  </a:lnTo>
                  <a:lnTo>
                    <a:pt x="267225" y="316246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121861" y="4635607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86949" y="376745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4611774" y="4143668"/>
              <a:ext cx="0" cy="281107"/>
            </a:xfrm>
            <a:custGeom>
              <a:avLst/>
              <a:pathLst>
                <a:path w="0" h="281107">
                  <a:moveTo>
                    <a:pt x="0" y="28110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611774" y="4732237"/>
              <a:ext cx="0" cy="325030"/>
            </a:xfrm>
            <a:custGeom>
              <a:avLst/>
              <a:pathLst>
                <a:path w="0" h="325030">
                  <a:moveTo>
                    <a:pt x="0" y="0"/>
                  </a:moveTo>
                  <a:lnTo>
                    <a:pt x="0" y="32503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4478162" y="4424776"/>
              <a:ext cx="267225" cy="307461"/>
            </a:xfrm>
            <a:custGeom>
              <a:avLst/>
              <a:pathLst>
                <a:path w="267225" h="307461">
                  <a:moveTo>
                    <a:pt x="0" y="0"/>
                  </a:moveTo>
                  <a:lnTo>
                    <a:pt x="0" y="307461"/>
                  </a:lnTo>
                  <a:lnTo>
                    <a:pt x="267225" y="307461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478162" y="4565330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968075" y="3757145"/>
              <a:ext cx="0" cy="316246"/>
            </a:xfrm>
            <a:custGeom>
              <a:avLst/>
              <a:pathLst>
                <a:path w="0" h="316246">
                  <a:moveTo>
                    <a:pt x="0" y="31624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968075" y="4635607"/>
              <a:ext cx="0" cy="702769"/>
            </a:xfrm>
            <a:custGeom>
              <a:avLst/>
              <a:pathLst>
                <a:path w="0" h="702769">
                  <a:moveTo>
                    <a:pt x="0" y="0"/>
                  </a:moveTo>
                  <a:lnTo>
                    <a:pt x="0" y="70276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4834463" y="4073391"/>
              <a:ext cx="267225" cy="562215"/>
            </a:xfrm>
            <a:custGeom>
              <a:avLst/>
              <a:pathLst>
                <a:path w="267225" h="562215">
                  <a:moveTo>
                    <a:pt x="0" y="0"/>
                  </a:moveTo>
                  <a:lnTo>
                    <a:pt x="0" y="562215"/>
                  </a:lnTo>
                  <a:lnTo>
                    <a:pt x="267225" y="562215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834463" y="4319360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299550" y="527841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299550" y="496216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299550" y="376745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324376" y="3827422"/>
              <a:ext cx="0" cy="421661"/>
            </a:xfrm>
            <a:custGeom>
              <a:avLst/>
              <a:pathLst>
                <a:path w="0" h="421661">
                  <a:moveTo>
                    <a:pt x="0" y="42166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5324376" y="4530191"/>
              <a:ext cx="0" cy="351384"/>
            </a:xfrm>
            <a:custGeom>
              <a:avLst/>
              <a:pathLst>
                <a:path w="0" h="351384">
                  <a:moveTo>
                    <a:pt x="0" y="0"/>
                  </a:moveTo>
                  <a:lnTo>
                    <a:pt x="0" y="35138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190763" y="4249083"/>
              <a:ext cx="267225" cy="281107"/>
            </a:xfrm>
            <a:custGeom>
              <a:avLst/>
              <a:pathLst>
                <a:path w="267225" h="281107">
                  <a:moveTo>
                    <a:pt x="0" y="0"/>
                  </a:moveTo>
                  <a:lnTo>
                    <a:pt x="0" y="281107"/>
                  </a:lnTo>
                  <a:lnTo>
                    <a:pt x="267225" y="281107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190763" y="4389637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680677" y="3686868"/>
              <a:ext cx="0" cy="263538"/>
            </a:xfrm>
            <a:custGeom>
              <a:avLst/>
              <a:pathLst>
                <a:path w="0" h="263538">
                  <a:moveTo>
                    <a:pt x="0" y="26353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5680677" y="4389637"/>
              <a:ext cx="0" cy="351384"/>
            </a:xfrm>
            <a:custGeom>
              <a:avLst/>
              <a:pathLst>
                <a:path w="0" h="351384">
                  <a:moveTo>
                    <a:pt x="0" y="0"/>
                  </a:moveTo>
                  <a:lnTo>
                    <a:pt x="0" y="35138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47064" y="3950406"/>
              <a:ext cx="267225" cy="439230"/>
            </a:xfrm>
            <a:custGeom>
              <a:avLst/>
              <a:pathLst>
                <a:path w="267225" h="439230">
                  <a:moveTo>
                    <a:pt x="0" y="0"/>
                  </a:moveTo>
                  <a:lnTo>
                    <a:pt x="0" y="439230"/>
                  </a:lnTo>
                  <a:lnTo>
                    <a:pt x="267225" y="439230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5547064" y="4178806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012152" y="302955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6036978" y="3265206"/>
              <a:ext cx="0" cy="606138"/>
            </a:xfrm>
            <a:custGeom>
              <a:avLst/>
              <a:pathLst>
                <a:path w="0" h="606138">
                  <a:moveTo>
                    <a:pt x="0" y="60613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036978" y="4284222"/>
              <a:ext cx="0" cy="421661"/>
            </a:xfrm>
            <a:custGeom>
              <a:avLst/>
              <a:pathLst>
                <a:path w="0" h="421661">
                  <a:moveTo>
                    <a:pt x="0" y="0"/>
                  </a:moveTo>
                  <a:lnTo>
                    <a:pt x="0" y="42166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903365" y="3871345"/>
              <a:ext cx="267225" cy="412877"/>
            </a:xfrm>
            <a:custGeom>
              <a:avLst/>
              <a:pathLst>
                <a:path w="267225" h="412877">
                  <a:moveTo>
                    <a:pt x="0" y="0"/>
                  </a:moveTo>
                  <a:lnTo>
                    <a:pt x="0" y="412877"/>
                  </a:lnTo>
                  <a:lnTo>
                    <a:pt x="267225" y="412877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903365" y="4143668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368453" y="432967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393279" y="4776160"/>
              <a:ext cx="0" cy="70276"/>
            </a:xfrm>
            <a:custGeom>
              <a:avLst/>
              <a:pathLst>
                <a:path w="0" h="70276">
                  <a:moveTo>
                    <a:pt x="0" y="7027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6393279" y="5153899"/>
              <a:ext cx="0" cy="43923"/>
            </a:xfrm>
            <a:custGeom>
              <a:avLst/>
              <a:pathLst>
                <a:path w="0" h="43923">
                  <a:moveTo>
                    <a:pt x="0" y="0"/>
                  </a:moveTo>
                  <a:lnTo>
                    <a:pt x="0" y="4392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6259666" y="4846437"/>
              <a:ext cx="267225" cy="307461"/>
            </a:xfrm>
            <a:custGeom>
              <a:avLst/>
              <a:pathLst>
                <a:path w="267225" h="307461">
                  <a:moveTo>
                    <a:pt x="0" y="0"/>
                  </a:moveTo>
                  <a:lnTo>
                    <a:pt x="0" y="307461"/>
                  </a:lnTo>
                  <a:lnTo>
                    <a:pt x="267225" y="307461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259666" y="5092407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749580" y="4424776"/>
              <a:ext cx="0" cy="17569"/>
            </a:xfrm>
            <a:custGeom>
              <a:avLst/>
              <a:pathLst>
                <a:path w="0" h="17569">
                  <a:moveTo>
                    <a:pt x="0" y="1756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6749580" y="4653176"/>
              <a:ext cx="0" cy="193261"/>
            </a:xfrm>
            <a:custGeom>
              <a:avLst/>
              <a:pathLst>
                <a:path w="0" h="193261">
                  <a:moveTo>
                    <a:pt x="0" y="0"/>
                  </a:moveTo>
                  <a:lnTo>
                    <a:pt x="0" y="19326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6615967" y="4442345"/>
              <a:ext cx="267225" cy="210830"/>
            </a:xfrm>
            <a:custGeom>
              <a:avLst/>
              <a:pathLst>
                <a:path w="267225" h="210830">
                  <a:moveTo>
                    <a:pt x="0" y="0"/>
                  </a:moveTo>
                  <a:lnTo>
                    <a:pt x="0" y="210830"/>
                  </a:lnTo>
                  <a:lnTo>
                    <a:pt x="267225" y="210830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615967" y="4459914"/>
              <a:ext cx="267225" cy="0"/>
            </a:xfrm>
            <a:custGeom>
              <a:avLst/>
              <a:pathLst>
                <a:path w="267225" h="0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112779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5978731" y="1920171"/>
              <a:ext cx="1164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6" name="tx296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7" name="tx297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9" name="tx299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0" name="tx300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1" name="tx301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2" name="tx302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3" name="tx303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7" name="tx317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2020559" y="19201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1" name="tx331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2" name="tx332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3" name="tx333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4" name="tx334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5" name="tx335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6" name="tx336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7" name="tx337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6" name="tx376"/>
            <p:cNvSpPr/>
            <p:nvPr/>
          </p:nvSpPr>
          <p:spPr>
            <a:xfrm>
              <a:off x="4913714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7" name="tx377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8" name="tx378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5" name="tx385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7" name="tx387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9" name="tx389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0" name="tx390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0" name="tx410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5" name="tx445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1" name="tx461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2" name="tx462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3" name="tx463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4" name="tx464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5" name="tx465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6" name="tx466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9" name="tx469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0" name="tx470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1683644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7" name="tx477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4557413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6" name="tx496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1" name="tx501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2" name="tx502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3" name="tx503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4" name="tx504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7" name="tx507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8" name="tx508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9" name="tx509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5" name="tx515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6" name="tx516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7" name="tx517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8" name="tx518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1" name="tx521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2" name="tx522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3" name="tx523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5" name="tx545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6" name="tx546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7" name="tx547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8" name="tx548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3" name="tx553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4" name="tx554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5" name="tx555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6" name="tx556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7" name="tx557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8" name="tx558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9" name="tx559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0" name="tx560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1" name="tx561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2" name="tx562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3" name="tx563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4" name="tx564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5" name="tx565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6" name="tx566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7" name="tx567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7" name="tx577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8" name="tx578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9" name="tx579"/>
            <p:cNvSpPr/>
            <p:nvPr/>
          </p:nvSpPr>
          <p:spPr>
            <a:xfrm>
              <a:off x="2791408" y="19201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80" name="tx580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3" name="tx583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4" name="tx584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1" name="tx591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2" name="tx592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3" name="tx593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4" name="tx594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5" name="tx595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6" name="tx596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7" name="tx597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1" name="tx601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2" name="tx602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3" name="tx603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4" name="tx604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5" name="tx605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6" name="tx606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7" name="tx607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8" name="tx608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9" name="tx609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10" name="tx610"/>
            <p:cNvSpPr/>
            <p:nvPr/>
          </p:nvSpPr>
          <p:spPr>
            <a:xfrm>
              <a:off x="5602953" y="1920171"/>
              <a:ext cx="15544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11" name="tx611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3" name="tx613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4" name="tx614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5" name="tx615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6" name="tx616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9" name="tx629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1" name="tx631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2" name="tx632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3" name="tx633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4" name="tx634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5" name="tx635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6" name="tx636"/>
            <p:cNvSpPr/>
            <p:nvPr/>
          </p:nvSpPr>
          <p:spPr>
            <a:xfrm>
              <a:off x="3763202" y="192017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7" name="tx637"/>
            <p:cNvSpPr/>
            <p:nvPr/>
          </p:nvSpPr>
          <p:spPr>
            <a:xfrm>
              <a:off x="6598109" y="1920171"/>
              <a:ext cx="30294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638" name="tx638"/>
            <p:cNvSpPr/>
            <p:nvPr/>
          </p:nvSpPr>
          <p:spPr>
            <a:xfrm>
              <a:off x="6598109" y="1920171"/>
              <a:ext cx="30294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639" name="tx639"/>
            <p:cNvSpPr/>
            <p:nvPr/>
          </p:nvSpPr>
          <p:spPr>
            <a:xfrm>
              <a:off x="6598109" y="1920171"/>
              <a:ext cx="30294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640" name="tx640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1" name="tx641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2" name="tx642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3" name="tx643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4" name="tx644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5" name="tx645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6" name="tx646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7" name="tx647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8" name="tx648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9" name="tx649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0" name="tx650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1" name="tx651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2" name="tx652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3" name="tx653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4" name="tx654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5" name="tx655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6" name="tx656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7" name="tx657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8" name="tx658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9" name="tx659"/>
            <p:cNvSpPr/>
            <p:nvPr/>
          </p:nvSpPr>
          <p:spPr>
            <a:xfrm>
              <a:off x="3527373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0" name="tx660"/>
            <p:cNvSpPr/>
            <p:nvPr/>
          </p:nvSpPr>
          <p:spPr>
            <a:xfrm>
              <a:off x="6377780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1" name="tx661"/>
            <p:cNvSpPr/>
            <p:nvPr/>
          </p:nvSpPr>
          <p:spPr>
            <a:xfrm>
              <a:off x="6377780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2" name="tx662"/>
            <p:cNvSpPr/>
            <p:nvPr/>
          </p:nvSpPr>
          <p:spPr>
            <a:xfrm>
              <a:off x="6377780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3" name="tx663"/>
            <p:cNvSpPr/>
            <p:nvPr/>
          </p:nvSpPr>
          <p:spPr>
            <a:xfrm>
              <a:off x="6377780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4" name="tx664"/>
            <p:cNvSpPr/>
            <p:nvPr/>
          </p:nvSpPr>
          <p:spPr>
            <a:xfrm>
              <a:off x="6377780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5" name="tx665"/>
            <p:cNvSpPr/>
            <p:nvPr/>
          </p:nvSpPr>
          <p:spPr>
            <a:xfrm>
              <a:off x="6377780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6" name="tx666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67" name="tx667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68" name="tx668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69" name="tx669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0" name="tx670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1" name="tx671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2" name="tx672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3" name="tx673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4" name="tx674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5" name="tx675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6" name="tx676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7" name="tx677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9" name="tx699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9" name="tx729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0" name="tx730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1" name="tx731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2" name="tx732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3" name="tx733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4" name="tx734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5" name="tx735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6" name="tx736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7" name="tx737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8" name="tx738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9" name="tx739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0" name="tx740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1331275" y="1920171"/>
              <a:ext cx="1475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6" name="tx756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7" name="tx757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8" name="tx758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9" name="tx759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5" name="tx765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6" name="tx766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4239975" y="1920171"/>
              <a:ext cx="3099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9" name="tx789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1" name="tx791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2" name="tx792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4" name="tx794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5" name="tx795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7" name="tx797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8" name="tx798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9" name="tx799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0" name="tx800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2" name="tx802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0" name="tx810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1" name="tx811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2" name="tx812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3" name="tx813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8" name="tx828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0" name="tx830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1" name="tx831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2" name="tx832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3" name="tx833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4" name="tx834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5" name="tx835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6" name="tx836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7" name="tx837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8" name="tx838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9" name="tx839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0" name="tx840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1" name="tx841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2" name="tx842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3" name="tx843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4" name="tx844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5" name="tx845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7" name="tx847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8" name="tx848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9" name="tx849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0" name="tx850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1" name="tx851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2" name="tx852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3" name="tx853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4" name="tx854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5" name="tx855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6" name="tx856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7" name="tx857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8" name="tx858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9" name="tx859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0" name="tx860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1" name="tx861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2" name="tx862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3" name="tx863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4" name="tx864"/>
            <p:cNvSpPr/>
            <p:nvPr/>
          </p:nvSpPr>
          <p:spPr>
            <a:xfrm>
              <a:off x="2361315" y="1920171"/>
              <a:ext cx="2253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5" name="tx865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6" name="tx866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7" name="tx867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8" name="tx868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9" name="tx869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0" name="tx870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1" name="tx871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2" name="tx872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3" name="tx873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4" name="tx874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5" name="tx875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6" name="tx876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5270015" y="1920171"/>
              <a:ext cx="10872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6" name="pl916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tx917"/>
            <p:cNvSpPr/>
            <p:nvPr/>
          </p:nvSpPr>
          <p:spPr>
            <a:xfrm>
              <a:off x="754887" y="56145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754887" y="473611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754887" y="385764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692708" y="2979186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692708" y="21007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922" name="pl922"/>
            <p:cNvSpPr/>
            <p:nvPr/>
          </p:nvSpPr>
          <p:spPr>
            <a:xfrm>
              <a:off x="907081" y="565462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907081" y="47761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907081" y="389769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907081" y="30192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907081" y="21407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941876" y="5723142"/>
              <a:ext cx="6270894" cy="0"/>
            </a:xfrm>
            <a:custGeom>
              <a:avLst/>
              <a:pathLst>
                <a:path w="6270894" h="0">
                  <a:moveTo>
                    <a:pt x="0" y="0"/>
                  </a:moveTo>
                  <a:lnTo>
                    <a:pt x="627089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265212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50252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30"/>
            <p:cNvSpPr/>
            <p:nvPr/>
          </p:nvSpPr>
          <p:spPr>
            <a:xfrm>
              <a:off x="2416113" y="5785772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31" name="tx931"/>
            <p:cNvSpPr/>
            <p:nvPr/>
          </p:nvSpPr>
          <p:spPr>
            <a:xfrm>
              <a:off x="5257285" y="5785772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32" name="tx932"/>
            <p:cNvSpPr/>
            <p:nvPr/>
          </p:nvSpPr>
          <p:spPr>
            <a:xfrm>
              <a:off x="3529918" y="5925448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933" name="tx933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934" name="rc934"/>
            <p:cNvSpPr/>
            <p:nvPr/>
          </p:nvSpPr>
          <p:spPr>
            <a:xfrm>
              <a:off x="7351949" y="2762083"/>
              <a:ext cx="1265261" cy="20955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tx935"/>
            <p:cNvSpPr/>
            <p:nvPr/>
          </p:nvSpPr>
          <p:spPr>
            <a:xfrm>
              <a:off x="7421538" y="2847125"/>
              <a:ext cx="112608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Broodstock Group</a:t>
              </a:r>
            </a:p>
          </p:txBody>
        </p:sp>
        <p:sp>
          <p:nvSpPr>
            <p:cNvPr id="936" name="rc936"/>
            <p:cNvSpPr/>
            <p:nvPr/>
          </p:nvSpPr>
          <p:spPr>
            <a:xfrm>
              <a:off x="7421538" y="30323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7531266" y="319697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7531266" y="305433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9" name="rc939"/>
            <p:cNvSpPr/>
            <p:nvPr/>
          </p:nvSpPr>
          <p:spPr>
            <a:xfrm>
              <a:off x="7448970" y="3087250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7448970" y="3142114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7531266" y="322989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7531266" y="305433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3" name="rc943"/>
            <p:cNvSpPr/>
            <p:nvPr/>
          </p:nvSpPr>
          <p:spPr>
            <a:xfrm>
              <a:off x="7421538" y="32518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7531266" y="341643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7531266" y="327378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6" name="rc946"/>
            <p:cNvSpPr/>
            <p:nvPr/>
          </p:nvSpPr>
          <p:spPr>
            <a:xfrm>
              <a:off x="7448970" y="3306706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7448970" y="3361570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7531266" y="34493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7531266" y="32737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0" name="rc950"/>
            <p:cNvSpPr/>
            <p:nvPr/>
          </p:nvSpPr>
          <p:spPr>
            <a:xfrm>
              <a:off x="7421538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7531266" y="363589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7531266" y="349324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3" name="rc953"/>
            <p:cNvSpPr/>
            <p:nvPr/>
          </p:nvSpPr>
          <p:spPr>
            <a:xfrm>
              <a:off x="7448970" y="3526162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7448970" y="3581026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7531266" y="36688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7531266" y="34932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7" name="rc957"/>
            <p:cNvSpPr/>
            <p:nvPr/>
          </p:nvSpPr>
          <p:spPr>
            <a:xfrm>
              <a:off x="7421538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7531266" y="3855346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7531266" y="3712699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0" name="rc960"/>
            <p:cNvSpPr/>
            <p:nvPr/>
          </p:nvSpPr>
          <p:spPr>
            <a:xfrm>
              <a:off x="7448970" y="3745618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7448970" y="3800482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7531266" y="388826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7531266" y="37126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4" name="rc964"/>
            <p:cNvSpPr/>
            <p:nvPr/>
          </p:nvSpPr>
          <p:spPr>
            <a:xfrm>
              <a:off x="7421538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7531266" y="4074802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7531266" y="3932155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7" name="rc967"/>
            <p:cNvSpPr/>
            <p:nvPr/>
          </p:nvSpPr>
          <p:spPr>
            <a:xfrm>
              <a:off x="7448970" y="396507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7448970" y="4019938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7531266" y="410772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7531266" y="393215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1" name="rc971"/>
            <p:cNvSpPr/>
            <p:nvPr/>
          </p:nvSpPr>
          <p:spPr>
            <a:xfrm>
              <a:off x="7421538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7531266" y="4294258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7531266" y="4151611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4" name="rc974"/>
            <p:cNvSpPr/>
            <p:nvPr/>
          </p:nvSpPr>
          <p:spPr>
            <a:xfrm>
              <a:off x="7448970" y="4184530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7448970" y="4239394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7531266" y="43271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7531266" y="41516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8" name="rc978"/>
            <p:cNvSpPr/>
            <p:nvPr/>
          </p:nvSpPr>
          <p:spPr>
            <a:xfrm>
              <a:off x="7421538" y="434912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7531266" y="4513714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7531266" y="4371067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1" name="rc981"/>
            <p:cNvSpPr/>
            <p:nvPr/>
          </p:nvSpPr>
          <p:spPr>
            <a:xfrm>
              <a:off x="7448970" y="4403986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7448970" y="4458850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7531266" y="454663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7531266" y="43710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rc985"/>
            <p:cNvSpPr/>
            <p:nvPr/>
          </p:nvSpPr>
          <p:spPr>
            <a:xfrm>
              <a:off x="7421538" y="456857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7531266" y="4733170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7531266" y="4590523"/>
              <a:ext cx="0" cy="32918"/>
            </a:xfrm>
            <a:custGeom>
              <a:avLst/>
              <a:pathLst>
                <a:path w="0"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7448970" y="4623442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7448970" y="4678306"/>
              <a:ext cx="164591" cy="0"/>
            </a:xfrm>
            <a:custGeom>
              <a:avLst/>
              <a:pathLst>
                <a:path w="164591" h="0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7531266" y="47660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7531266" y="459052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tx992"/>
            <p:cNvSpPr/>
            <p:nvPr/>
          </p:nvSpPr>
          <p:spPr>
            <a:xfrm>
              <a:off x="7710583" y="3102063"/>
              <a:ext cx="34756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W1-TX</a:t>
              </a:r>
            </a:p>
          </p:txBody>
        </p:sp>
        <p:sp>
          <p:nvSpPr>
            <p:cNvPr id="993" name="tx993"/>
            <p:cNvSpPr/>
            <p:nvPr/>
          </p:nvSpPr>
          <p:spPr>
            <a:xfrm>
              <a:off x="7710583" y="3321519"/>
              <a:ext cx="3415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W2-LA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7710583" y="3540975"/>
              <a:ext cx="33521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W3-FL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7710583" y="3760431"/>
              <a:ext cx="3538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W4-VA</a:t>
              </a:r>
            </a:p>
          </p:txBody>
        </p:sp>
        <p:sp>
          <p:nvSpPr>
            <p:cNvPr id="996" name="tx996"/>
            <p:cNvSpPr/>
            <p:nvPr/>
          </p:nvSpPr>
          <p:spPr>
            <a:xfrm>
              <a:off x="7710583" y="3979887"/>
              <a:ext cx="45966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S1-LOLA</a:t>
              </a:r>
            </a:p>
          </p:txBody>
        </p:sp>
        <p:sp>
          <p:nvSpPr>
            <p:cNvPr id="997" name="tx997"/>
            <p:cNvSpPr/>
            <p:nvPr/>
          </p:nvSpPr>
          <p:spPr>
            <a:xfrm>
              <a:off x="7710583" y="4199343"/>
              <a:ext cx="47813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S2-DEBY</a:t>
              </a:r>
            </a:p>
          </p:txBody>
        </p:sp>
        <p:sp>
          <p:nvSpPr>
            <p:cNvPr id="998" name="tx998"/>
            <p:cNvSpPr/>
            <p:nvPr/>
          </p:nvSpPr>
          <p:spPr>
            <a:xfrm>
              <a:off x="7710583" y="4418799"/>
              <a:ext cx="36612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W5-NH</a:t>
              </a:r>
            </a:p>
          </p:txBody>
        </p:sp>
        <p:sp>
          <p:nvSpPr>
            <p:cNvPr id="999" name="tx999"/>
            <p:cNvSpPr/>
            <p:nvPr/>
          </p:nvSpPr>
          <p:spPr>
            <a:xfrm>
              <a:off x="7710583" y="4638255"/>
              <a:ext cx="3724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W6-ME</a:t>
              </a:r>
            </a:p>
          </p:txBody>
        </p:sp>
        <p:sp>
          <p:nvSpPr>
            <p:cNvPr id="1000" name="tx1000"/>
            <p:cNvSpPr/>
            <p:nvPr/>
          </p:nvSpPr>
          <p:spPr>
            <a:xfrm>
              <a:off x="941876" y="1669789"/>
              <a:ext cx="195553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at Final Time Point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2025-12-01T10:27:49Z</dcterms:modified>
  <cp:category/>
</cp:coreProperties>
</file>