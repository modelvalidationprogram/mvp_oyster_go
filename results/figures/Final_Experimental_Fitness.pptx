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1319" y="1894551"/>
              <a:ext cx="2846268" cy="38316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356752" y="3035664"/>
              <a:ext cx="0" cy="48810"/>
            </a:xfrm>
            <a:custGeom>
              <a:avLst/>
              <a:pathLst>
                <a:path w="0" h="48810">
                  <a:moveTo>
                    <a:pt x="0" y="488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56752" y="3342450"/>
              <a:ext cx="0" cy="209165"/>
            </a:xfrm>
            <a:custGeom>
              <a:avLst/>
              <a:pathLst>
                <a:path w="0" h="209165">
                  <a:moveTo>
                    <a:pt x="0" y="0"/>
                  </a:moveTo>
                  <a:lnTo>
                    <a:pt x="0" y="20916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245569" y="3084474"/>
              <a:ext cx="222364" cy="257975"/>
            </a:xfrm>
            <a:custGeom>
              <a:avLst/>
              <a:pathLst>
                <a:path w="222364" h="257975">
                  <a:moveTo>
                    <a:pt x="0" y="0"/>
                  </a:moveTo>
                  <a:lnTo>
                    <a:pt x="0" y="257975"/>
                  </a:lnTo>
                  <a:lnTo>
                    <a:pt x="222364" y="257975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45569" y="3133285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53238" y="2267465"/>
              <a:ext cx="0" cy="80289"/>
            </a:xfrm>
            <a:custGeom>
              <a:avLst/>
              <a:pathLst>
                <a:path w="0" h="80289">
                  <a:moveTo>
                    <a:pt x="0" y="8028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653238" y="2677583"/>
              <a:ext cx="0" cy="249539"/>
            </a:xfrm>
            <a:custGeom>
              <a:avLst/>
              <a:pathLst>
                <a:path w="0" h="249539">
                  <a:moveTo>
                    <a:pt x="0" y="0"/>
                  </a:moveTo>
                  <a:lnTo>
                    <a:pt x="0" y="24953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542056" y="2347755"/>
              <a:ext cx="222364" cy="329828"/>
            </a:xfrm>
            <a:custGeom>
              <a:avLst/>
              <a:pathLst>
                <a:path w="222364" h="329828">
                  <a:moveTo>
                    <a:pt x="0" y="0"/>
                  </a:moveTo>
                  <a:lnTo>
                    <a:pt x="0" y="329828"/>
                  </a:lnTo>
                  <a:lnTo>
                    <a:pt x="222364" y="329828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42056" y="2428044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949724" y="2644569"/>
              <a:ext cx="0" cy="433419"/>
            </a:xfrm>
            <a:custGeom>
              <a:avLst/>
              <a:pathLst>
                <a:path w="0" h="433419">
                  <a:moveTo>
                    <a:pt x="0" y="43341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949724" y="3676676"/>
              <a:ext cx="0" cy="165267"/>
            </a:xfrm>
            <a:custGeom>
              <a:avLst/>
              <a:pathLst>
                <a:path w="0" h="165267">
                  <a:moveTo>
                    <a:pt x="0" y="0"/>
                  </a:moveTo>
                  <a:lnTo>
                    <a:pt x="0" y="16526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838542" y="3077989"/>
              <a:ext cx="222364" cy="598687"/>
            </a:xfrm>
            <a:custGeom>
              <a:avLst/>
              <a:pathLst>
                <a:path w="222364" h="598687">
                  <a:moveTo>
                    <a:pt x="0" y="0"/>
                  </a:moveTo>
                  <a:lnTo>
                    <a:pt x="0" y="598687"/>
                  </a:lnTo>
                  <a:lnTo>
                    <a:pt x="222364" y="598687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838542" y="3511408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46211" y="3616452"/>
              <a:ext cx="0" cy="49497"/>
            </a:xfrm>
            <a:custGeom>
              <a:avLst/>
              <a:pathLst>
                <a:path w="0" h="49497">
                  <a:moveTo>
                    <a:pt x="0" y="4949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46211" y="3874489"/>
              <a:ext cx="0" cy="159041"/>
            </a:xfrm>
            <a:custGeom>
              <a:avLst/>
              <a:pathLst>
                <a:path w="0" h="159041">
                  <a:moveTo>
                    <a:pt x="0" y="0"/>
                  </a:moveTo>
                  <a:lnTo>
                    <a:pt x="0" y="15904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135028" y="3665950"/>
              <a:ext cx="222364" cy="208539"/>
            </a:xfrm>
            <a:custGeom>
              <a:avLst/>
              <a:pathLst>
                <a:path w="222364" h="208539">
                  <a:moveTo>
                    <a:pt x="0" y="0"/>
                  </a:moveTo>
                  <a:lnTo>
                    <a:pt x="0" y="208539"/>
                  </a:lnTo>
                  <a:lnTo>
                    <a:pt x="222364" y="208539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35028" y="3715448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42697" y="2964228"/>
              <a:ext cx="0" cy="22448"/>
            </a:xfrm>
            <a:custGeom>
              <a:avLst/>
              <a:pathLst>
                <a:path w="0" h="22448">
                  <a:moveTo>
                    <a:pt x="0" y="2244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42697" y="3161660"/>
              <a:ext cx="0" cy="152534"/>
            </a:xfrm>
            <a:custGeom>
              <a:avLst/>
              <a:pathLst>
                <a:path w="0" h="152534">
                  <a:moveTo>
                    <a:pt x="0" y="0"/>
                  </a:moveTo>
                  <a:lnTo>
                    <a:pt x="0" y="15253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431514" y="2986677"/>
              <a:ext cx="222364" cy="174982"/>
            </a:xfrm>
            <a:custGeom>
              <a:avLst/>
              <a:pathLst>
                <a:path w="222364" h="174982">
                  <a:moveTo>
                    <a:pt x="0" y="0"/>
                  </a:moveTo>
                  <a:lnTo>
                    <a:pt x="0" y="174982"/>
                  </a:lnTo>
                  <a:lnTo>
                    <a:pt x="222364" y="174982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431514" y="3009126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839183" y="326963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839183" y="326963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2728001" y="3269631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728001" y="3269631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135669" y="5233401"/>
              <a:ext cx="0" cy="75783"/>
            </a:xfrm>
            <a:custGeom>
              <a:avLst/>
              <a:pathLst>
                <a:path w="0" h="75783">
                  <a:moveTo>
                    <a:pt x="0" y="757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35669" y="5425091"/>
              <a:ext cx="0" cy="40123"/>
            </a:xfrm>
            <a:custGeom>
              <a:avLst/>
              <a:pathLst>
                <a:path w="0" h="40123">
                  <a:moveTo>
                    <a:pt x="0" y="0"/>
                  </a:moveTo>
                  <a:lnTo>
                    <a:pt x="0" y="4012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3024487" y="5309184"/>
              <a:ext cx="222364" cy="115906"/>
            </a:xfrm>
            <a:custGeom>
              <a:avLst/>
              <a:pathLst>
                <a:path w="222364" h="115906">
                  <a:moveTo>
                    <a:pt x="0" y="0"/>
                  </a:moveTo>
                  <a:lnTo>
                    <a:pt x="0" y="115906"/>
                  </a:lnTo>
                  <a:lnTo>
                    <a:pt x="222364" y="115906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024487" y="5384967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432156" y="4874446"/>
              <a:ext cx="0" cy="137195"/>
            </a:xfrm>
            <a:custGeom>
              <a:avLst/>
              <a:pathLst>
                <a:path w="0" h="137195">
                  <a:moveTo>
                    <a:pt x="0" y="13719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432156" y="5205019"/>
              <a:ext cx="0" cy="56181"/>
            </a:xfrm>
            <a:custGeom>
              <a:avLst/>
              <a:pathLst>
                <a:path w="0" h="56181">
                  <a:moveTo>
                    <a:pt x="0" y="0"/>
                  </a:moveTo>
                  <a:lnTo>
                    <a:pt x="0" y="5618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3320973" y="5011642"/>
              <a:ext cx="222364" cy="193377"/>
            </a:xfrm>
            <a:custGeom>
              <a:avLst/>
              <a:pathLst>
                <a:path w="222364" h="193377">
                  <a:moveTo>
                    <a:pt x="0" y="0"/>
                  </a:moveTo>
                  <a:lnTo>
                    <a:pt x="0" y="193377"/>
                  </a:lnTo>
                  <a:lnTo>
                    <a:pt x="222364" y="193377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320973" y="5148838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2464973" y="1918662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464973" y="1918662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464973" y="1918662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687667" y="1918662"/>
              <a:ext cx="3030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abcd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9028" y="1918662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79028" y="1918662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79028" y="1918662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614376" y="1918662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14376" y="1918662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14376" y="1918662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875932" y="1918662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875932" y="1918662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875932" y="1918662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133556" y="1918662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bcd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133556" y="1918662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bcd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133556" y="1918662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bcd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077376" y="1918662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077376" y="1918662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077376" y="1918662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3373863" y="1918662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373863" y="1918662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3373863" y="1918662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0" name="rc60"/>
            <p:cNvSpPr/>
            <p:nvPr/>
          </p:nvSpPr>
          <p:spPr>
            <a:xfrm>
              <a:off x="4366228" y="1894551"/>
              <a:ext cx="2846268" cy="38316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751660" y="3948474"/>
              <a:ext cx="0" cy="168205"/>
            </a:xfrm>
            <a:custGeom>
              <a:avLst/>
              <a:pathLst>
                <a:path w="0" h="168205">
                  <a:moveTo>
                    <a:pt x="0" y="16820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751660" y="4311282"/>
              <a:ext cx="0" cy="26396"/>
            </a:xfrm>
            <a:custGeom>
              <a:avLst/>
              <a:pathLst>
                <a:path w="0" h="26396">
                  <a:moveTo>
                    <a:pt x="0" y="0"/>
                  </a:moveTo>
                  <a:lnTo>
                    <a:pt x="0" y="2639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640478" y="4116680"/>
              <a:ext cx="222364" cy="194602"/>
            </a:xfrm>
            <a:custGeom>
              <a:avLst/>
              <a:pathLst>
                <a:path w="222364" h="194602">
                  <a:moveTo>
                    <a:pt x="0" y="0"/>
                  </a:moveTo>
                  <a:lnTo>
                    <a:pt x="0" y="194602"/>
                  </a:lnTo>
                  <a:lnTo>
                    <a:pt x="222364" y="194602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640478" y="4284885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5048146" y="4588675"/>
              <a:ext cx="0" cy="83745"/>
            </a:xfrm>
            <a:custGeom>
              <a:avLst/>
              <a:pathLst>
                <a:path w="0" h="83745">
                  <a:moveTo>
                    <a:pt x="0" y="8374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5048146" y="4839911"/>
              <a:ext cx="0" cy="83745"/>
            </a:xfrm>
            <a:custGeom>
              <a:avLst/>
              <a:pathLst>
                <a:path w="0" h="83745">
                  <a:moveTo>
                    <a:pt x="0" y="0"/>
                  </a:moveTo>
                  <a:lnTo>
                    <a:pt x="0" y="8374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936964" y="4672420"/>
              <a:ext cx="222364" cy="167491"/>
            </a:xfrm>
            <a:custGeom>
              <a:avLst/>
              <a:pathLst>
                <a:path w="222364" h="167491">
                  <a:moveTo>
                    <a:pt x="0" y="0"/>
                  </a:moveTo>
                  <a:lnTo>
                    <a:pt x="0" y="167491"/>
                  </a:lnTo>
                  <a:lnTo>
                    <a:pt x="222364" y="167491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936964" y="4756166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5344633" y="3835234"/>
              <a:ext cx="0" cy="102198"/>
            </a:xfrm>
            <a:custGeom>
              <a:avLst/>
              <a:pathLst>
                <a:path w="0" h="102198">
                  <a:moveTo>
                    <a:pt x="0" y="10219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5344633" y="4117841"/>
              <a:ext cx="0" cy="78209"/>
            </a:xfrm>
            <a:custGeom>
              <a:avLst/>
              <a:pathLst>
                <a:path w="0" h="78209">
                  <a:moveTo>
                    <a:pt x="0" y="0"/>
                  </a:moveTo>
                  <a:lnTo>
                    <a:pt x="0" y="7820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233450" y="3937433"/>
              <a:ext cx="222364" cy="180408"/>
            </a:xfrm>
            <a:custGeom>
              <a:avLst/>
              <a:pathLst>
                <a:path w="222364" h="180408">
                  <a:moveTo>
                    <a:pt x="0" y="0"/>
                  </a:moveTo>
                  <a:lnTo>
                    <a:pt x="0" y="180408"/>
                  </a:lnTo>
                  <a:lnTo>
                    <a:pt x="222364" y="180408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233450" y="4039631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5641119" y="3903269"/>
              <a:ext cx="0" cy="119691"/>
            </a:xfrm>
            <a:custGeom>
              <a:avLst/>
              <a:pathLst>
                <a:path w="0" h="119691">
                  <a:moveTo>
                    <a:pt x="0" y="11969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641119" y="4145486"/>
              <a:ext cx="0" cy="2833"/>
            </a:xfrm>
            <a:custGeom>
              <a:avLst/>
              <a:pathLst>
                <a:path w="0" h="2833">
                  <a:moveTo>
                    <a:pt x="0" y="0"/>
                  </a:moveTo>
                  <a:lnTo>
                    <a:pt x="0" y="283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529937" y="4022961"/>
              <a:ext cx="222364" cy="122524"/>
            </a:xfrm>
            <a:custGeom>
              <a:avLst/>
              <a:pathLst>
                <a:path w="222364" h="122524">
                  <a:moveTo>
                    <a:pt x="0" y="0"/>
                  </a:moveTo>
                  <a:lnTo>
                    <a:pt x="0" y="122524"/>
                  </a:lnTo>
                  <a:lnTo>
                    <a:pt x="222364" y="122524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5529937" y="4142653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937605" y="4576105"/>
              <a:ext cx="0" cy="61221"/>
            </a:xfrm>
            <a:custGeom>
              <a:avLst/>
              <a:pathLst>
                <a:path w="0" h="61221">
                  <a:moveTo>
                    <a:pt x="0" y="6122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937605" y="4739524"/>
              <a:ext cx="0" cy="40975"/>
            </a:xfrm>
            <a:custGeom>
              <a:avLst/>
              <a:pathLst>
                <a:path w="0" h="40975">
                  <a:moveTo>
                    <a:pt x="0" y="0"/>
                  </a:moveTo>
                  <a:lnTo>
                    <a:pt x="0" y="4097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826423" y="4637327"/>
              <a:ext cx="222364" cy="102196"/>
            </a:xfrm>
            <a:custGeom>
              <a:avLst/>
              <a:pathLst>
                <a:path w="222364" h="102196">
                  <a:moveTo>
                    <a:pt x="0" y="0"/>
                  </a:moveTo>
                  <a:lnTo>
                    <a:pt x="0" y="102196"/>
                  </a:lnTo>
                  <a:lnTo>
                    <a:pt x="222364" y="102196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5826423" y="4698549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6234092" y="4054093"/>
              <a:ext cx="0" cy="48886"/>
            </a:xfrm>
            <a:custGeom>
              <a:avLst/>
              <a:pathLst>
                <a:path w="0" h="48886">
                  <a:moveTo>
                    <a:pt x="0" y="4888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6234092" y="4294124"/>
              <a:ext cx="0" cy="142257"/>
            </a:xfrm>
            <a:custGeom>
              <a:avLst/>
              <a:pathLst>
                <a:path w="0" h="142257">
                  <a:moveTo>
                    <a:pt x="0" y="0"/>
                  </a:moveTo>
                  <a:lnTo>
                    <a:pt x="0" y="14225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6122909" y="4102980"/>
              <a:ext cx="222364" cy="191143"/>
            </a:xfrm>
            <a:custGeom>
              <a:avLst/>
              <a:pathLst>
                <a:path w="222364" h="191143">
                  <a:moveTo>
                    <a:pt x="0" y="0"/>
                  </a:moveTo>
                  <a:lnTo>
                    <a:pt x="0" y="191143"/>
                  </a:lnTo>
                  <a:lnTo>
                    <a:pt x="222364" y="191143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122909" y="4151867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6530578" y="5445473"/>
              <a:ext cx="0" cy="8535"/>
            </a:xfrm>
            <a:custGeom>
              <a:avLst/>
              <a:pathLst>
                <a:path w="0" h="8535">
                  <a:moveTo>
                    <a:pt x="0" y="853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6530578" y="5471079"/>
              <a:ext cx="0" cy="8535"/>
            </a:xfrm>
            <a:custGeom>
              <a:avLst/>
              <a:pathLst>
                <a:path w="0" h="8535">
                  <a:moveTo>
                    <a:pt x="0" y="0"/>
                  </a:moveTo>
                  <a:lnTo>
                    <a:pt x="0" y="853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6419396" y="5454009"/>
              <a:ext cx="222364" cy="17070"/>
            </a:xfrm>
            <a:custGeom>
              <a:avLst/>
              <a:pathLst>
                <a:path w="222364" h="17070">
                  <a:moveTo>
                    <a:pt x="0" y="0"/>
                  </a:moveTo>
                  <a:lnTo>
                    <a:pt x="0" y="17070"/>
                  </a:lnTo>
                  <a:lnTo>
                    <a:pt x="222364" y="17070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419396" y="5462544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6827064" y="5441839"/>
              <a:ext cx="0" cy="33766"/>
            </a:xfrm>
            <a:custGeom>
              <a:avLst/>
              <a:pathLst>
                <a:path w="0" h="33766">
                  <a:moveTo>
                    <a:pt x="0" y="3376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6827064" y="5530684"/>
              <a:ext cx="0" cy="21312"/>
            </a:xfrm>
            <a:custGeom>
              <a:avLst/>
              <a:pathLst>
                <a:path w="0" h="21312">
                  <a:moveTo>
                    <a:pt x="0" y="0"/>
                  </a:moveTo>
                  <a:lnTo>
                    <a:pt x="0" y="2131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6715882" y="5475605"/>
              <a:ext cx="222364" cy="55078"/>
            </a:xfrm>
            <a:custGeom>
              <a:avLst/>
              <a:pathLst>
                <a:path w="222364" h="55078">
                  <a:moveTo>
                    <a:pt x="0" y="0"/>
                  </a:moveTo>
                  <a:lnTo>
                    <a:pt x="0" y="55078"/>
                  </a:lnTo>
                  <a:lnTo>
                    <a:pt x="222364" y="55078"/>
                  </a:lnTo>
                  <a:lnTo>
                    <a:pt x="222364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715882" y="5509372"/>
              <a:ext cx="222364" cy="0"/>
            </a:xfrm>
            <a:custGeom>
              <a:avLst/>
              <a:pathLst>
                <a:path w="222364" h="0">
                  <a:moveTo>
                    <a:pt x="0" y="0"/>
                  </a:moveTo>
                  <a:lnTo>
                    <a:pt x="22236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5879312" y="1918662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5879312" y="1918662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5879312" y="1918662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6156368" y="1918662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6156368" y="1918662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156368" y="1918662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4673936" y="1918662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4673936" y="1918662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4673936" y="1918662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950991" y="1918662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efg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4950991" y="1918662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efg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231979" y="1918662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5231979" y="1918662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5231979" y="1918662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5528465" y="1918662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5528465" y="1918662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528465" y="1918662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72285" y="1918662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472285" y="1918662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788202" y="1918662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788202" y="1918662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88202" y="1918662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115" name="pl115"/>
            <p:cNvSpPr/>
            <p:nvPr/>
          </p:nvSpPr>
          <p:spPr>
            <a:xfrm>
              <a:off x="971319" y="5726160"/>
              <a:ext cx="2846268" cy="0"/>
            </a:xfrm>
            <a:custGeom>
              <a:avLst/>
              <a:pathLst>
                <a:path w="2846268" h="0">
                  <a:moveTo>
                    <a:pt x="0" y="0"/>
                  </a:moveTo>
                  <a:lnTo>
                    <a:pt x="28462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394454" y="572616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2158356" y="5788790"/>
              <a:ext cx="47219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Lewisetta</a:t>
              </a:r>
            </a:p>
          </p:txBody>
        </p:sp>
        <p:sp>
          <p:nvSpPr>
            <p:cNvPr id="118" name="pl118"/>
            <p:cNvSpPr/>
            <p:nvPr/>
          </p:nvSpPr>
          <p:spPr>
            <a:xfrm>
              <a:off x="4366228" y="5726160"/>
              <a:ext cx="2846268" cy="0"/>
            </a:xfrm>
            <a:custGeom>
              <a:avLst/>
              <a:pathLst>
                <a:path w="2846268" h="0">
                  <a:moveTo>
                    <a:pt x="0" y="0"/>
                  </a:moveTo>
                  <a:lnTo>
                    <a:pt x="28462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5789362" y="572616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tx120"/>
            <p:cNvSpPr/>
            <p:nvPr/>
          </p:nvSpPr>
          <p:spPr>
            <a:xfrm>
              <a:off x="5549241" y="5788790"/>
              <a:ext cx="480242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YorkRiver</a:t>
              </a:r>
            </a:p>
          </p:txBody>
        </p:sp>
        <p:sp>
          <p:nvSpPr>
            <p:cNvPr id="121" name="pl121"/>
            <p:cNvSpPr/>
            <p:nvPr/>
          </p:nvSpPr>
          <p:spPr>
            <a:xfrm>
              <a:off x="971319" y="1894551"/>
              <a:ext cx="0" cy="3831608"/>
            </a:xfrm>
            <a:custGeom>
              <a:avLst/>
              <a:pathLst>
                <a:path w="0" h="3831608">
                  <a:moveTo>
                    <a:pt x="0" y="3831608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691062" y="5543048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1062" y="4664463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691062" y="3785879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691062" y="2907295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691062" y="2028710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27" name="pl127"/>
            <p:cNvSpPr/>
            <p:nvPr/>
          </p:nvSpPr>
          <p:spPr>
            <a:xfrm>
              <a:off x="936525" y="55830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36525" y="47044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36525" y="38258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936525" y="29473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936525" y="206871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tx132"/>
            <p:cNvSpPr/>
            <p:nvPr/>
          </p:nvSpPr>
          <p:spPr>
            <a:xfrm>
              <a:off x="3544365" y="5927094"/>
              <a:ext cx="109508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Experimental Site</a:t>
              </a:r>
            </a:p>
          </p:txBody>
        </p:sp>
        <p:sp>
          <p:nvSpPr>
            <p:cNvPr id="133" name="tx133"/>
            <p:cNvSpPr/>
            <p:nvPr/>
          </p:nvSpPr>
          <p:spPr>
            <a:xfrm rot="-5400000">
              <a:off x="328364" y="3760338"/>
              <a:ext cx="4968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134" name="rc134"/>
            <p:cNvSpPr/>
            <p:nvPr/>
          </p:nvSpPr>
          <p:spPr>
            <a:xfrm>
              <a:off x="7351674" y="2763408"/>
              <a:ext cx="1265536" cy="20938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tx135"/>
            <p:cNvSpPr/>
            <p:nvPr/>
          </p:nvSpPr>
          <p:spPr>
            <a:xfrm>
              <a:off x="7421263" y="2847719"/>
              <a:ext cx="112635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Broodstock Group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421263" y="30320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530991" y="319665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530991" y="305401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448695" y="3086930"/>
              <a:ext cx="164592" cy="109728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448695" y="3141794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7530991" y="32295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7530991" y="30540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421263" y="325152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7530991" y="341611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530991" y="327346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48695" y="3306386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448695" y="3361250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7530991" y="344903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530991" y="32734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421263" y="347097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7530991" y="363557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7530991" y="349292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448695" y="3525842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448695" y="358070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7530991" y="36684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7530991" y="349292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7421263" y="369043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7530991" y="385502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7530991" y="371237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7448695" y="3745298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7448695" y="380016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7530991" y="38879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7530991" y="37123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7421263" y="390989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7530991" y="407448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7530991" y="393183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448695" y="396475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7448695" y="401961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7530991" y="410740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7530991" y="39318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421263" y="412934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7530991" y="429393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7530991" y="415129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448695" y="4184210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7448695" y="4239074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7530991" y="432685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7530991" y="415129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7421263" y="434880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530991" y="451339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7530991" y="437074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448695" y="4403666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7448695" y="4458530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7530991" y="45463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7530991" y="43707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421263" y="456825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7530991" y="473285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7530991" y="459020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448695" y="4623122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7448695" y="467798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7530991" y="47657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7530991" y="45902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2" name="tx192"/>
            <p:cNvSpPr/>
            <p:nvPr/>
          </p:nvSpPr>
          <p:spPr>
            <a:xfrm>
              <a:off x="7710309" y="3101789"/>
              <a:ext cx="37252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W1_TX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7710309" y="3321245"/>
              <a:ext cx="36649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W2_LA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710309" y="3540701"/>
              <a:ext cx="360182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W3_FL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710309" y="3760157"/>
              <a:ext cx="3705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W4_VA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710309" y="3979613"/>
              <a:ext cx="4847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S1_LOLA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710309" y="4199069"/>
              <a:ext cx="503102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S2_DEBY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10309" y="4418525"/>
              <a:ext cx="39108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W5_NH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7710309" y="4637981"/>
              <a:ext cx="39739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W6_ME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971319" y="1669789"/>
              <a:ext cx="3082168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Final Survival at Lewisetta and York River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59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0230" y="1894551"/>
              <a:ext cx="2861813" cy="38316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302941" y="429116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302941" y="207198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302941" y="471253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27767" y="2293443"/>
              <a:ext cx="0" cy="730365"/>
            </a:xfrm>
            <a:custGeom>
              <a:avLst/>
              <a:pathLst>
                <a:path w="0" h="730365">
                  <a:moveTo>
                    <a:pt x="0" y="73036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327767" y="3529446"/>
              <a:ext cx="0" cy="618001"/>
            </a:xfrm>
            <a:custGeom>
              <a:avLst/>
              <a:pathLst>
                <a:path w="0" h="618001">
                  <a:moveTo>
                    <a:pt x="0" y="0"/>
                  </a:moveTo>
                  <a:lnTo>
                    <a:pt x="0" y="61800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215977" y="3023808"/>
              <a:ext cx="223579" cy="505637"/>
            </a:xfrm>
            <a:custGeom>
              <a:avLst/>
              <a:pathLst>
                <a:path w="223579" h="505637">
                  <a:moveTo>
                    <a:pt x="0" y="0"/>
                  </a:moveTo>
                  <a:lnTo>
                    <a:pt x="0" y="505637"/>
                  </a:lnTo>
                  <a:lnTo>
                    <a:pt x="223579" y="505637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15977" y="3276627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1601047" y="434734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625873" y="2152988"/>
              <a:ext cx="0" cy="618001"/>
            </a:xfrm>
            <a:custGeom>
              <a:avLst/>
              <a:pathLst>
                <a:path w="0" h="618001">
                  <a:moveTo>
                    <a:pt x="0" y="61800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25873" y="3388991"/>
              <a:ext cx="0" cy="618001"/>
            </a:xfrm>
            <a:custGeom>
              <a:avLst/>
              <a:pathLst>
                <a:path w="0" h="618001">
                  <a:moveTo>
                    <a:pt x="0" y="0"/>
                  </a:moveTo>
                  <a:lnTo>
                    <a:pt x="0" y="61800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514083" y="2770990"/>
              <a:ext cx="223579" cy="618001"/>
            </a:xfrm>
            <a:custGeom>
              <a:avLst/>
              <a:pathLst>
                <a:path w="223579" h="618001">
                  <a:moveTo>
                    <a:pt x="0" y="0"/>
                  </a:moveTo>
                  <a:lnTo>
                    <a:pt x="0" y="618001"/>
                  </a:lnTo>
                  <a:lnTo>
                    <a:pt x="223579" y="618001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514083" y="3136172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1899152" y="252143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1899152" y="417880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899152" y="437544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99152" y="440353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23978" y="2911444"/>
              <a:ext cx="0" cy="287932"/>
            </a:xfrm>
            <a:custGeom>
              <a:avLst/>
              <a:pathLst>
                <a:path w="0" h="287932">
                  <a:moveTo>
                    <a:pt x="0" y="2879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23978" y="3585628"/>
              <a:ext cx="0" cy="477546"/>
            </a:xfrm>
            <a:custGeom>
              <a:avLst/>
              <a:pathLst>
                <a:path w="0" h="477546">
                  <a:moveTo>
                    <a:pt x="0" y="0"/>
                  </a:moveTo>
                  <a:lnTo>
                    <a:pt x="0" y="47754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812189" y="3199377"/>
              <a:ext cx="223579" cy="386250"/>
            </a:xfrm>
            <a:custGeom>
              <a:avLst/>
              <a:pathLst>
                <a:path w="223579" h="386250">
                  <a:moveTo>
                    <a:pt x="0" y="0"/>
                  </a:moveTo>
                  <a:lnTo>
                    <a:pt x="0" y="386250"/>
                  </a:lnTo>
                  <a:lnTo>
                    <a:pt x="223579" y="386250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812189" y="3360900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97258" y="431925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197258" y="221243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197258" y="224052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97258" y="254952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197258" y="406643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222084" y="2686717"/>
              <a:ext cx="0" cy="449455"/>
            </a:xfrm>
            <a:custGeom>
              <a:avLst/>
              <a:pathLst>
                <a:path w="0" h="449455">
                  <a:moveTo>
                    <a:pt x="0" y="44945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22084" y="3501355"/>
              <a:ext cx="0" cy="252818"/>
            </a:xfrm>
            <a:custGeom>
              <a:avLst/>
              <a:pathLst>
                <a:path w="0" h="252818">
                  <a:moveTo>
                    <a:pt x="0" y="0"/>
                  </a:moveTo>
                  <a:lnTo>
                    <a:pt x="0" y="252818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2110294" y="3136172"/>
              <a:ext cx="223579" cy="365182"/>
            </a:xfrm>
            <a:custGeom>
              <a:avLst/>
              <a:pathLst>
                <a:path w="223579" h="365182">
                  <a:moveTo>
                    <a:pt x="0" y="0"/>
                  </a:moveTo>
                  <a:lnTo>
                    <a:pt x="0" y="365182"/>
                  </a:lnTo>
                  <a:lnTo>
                    <a:pt x="223579" y="365182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110294" y="3304718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520189" y="2068715"/>
              <a:ext cx="0" cy="589910"/>
            </a:xfrm>
            <a:custGeom>
              <a:avLst/>
              <a:pathLst>
                <a:path w="0" h="589910">
                  <a:moveTo>
                    <a:pt x="0" y="5899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20189" y="3276627"/>
              <a:ext cx="0" cy="365182"/>
            </a:xfrm>
            <a:custGeom>
              <a:avLst/>
              <a:pathLst>
                <a:path w="0" h="365182">
                  <a:moveTo>
                    <a:pt x="0" y="0"/>
                  </a:moveTo>
                  <a:lnTo>
                    <a:pt x="0" y="3651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2408400" y="2658626"/>
              <a:ext cx="223579" cy="618001"/>
            </a:xfrm>
            <a:custGeom>
              <a:avLst/>
              <a:pathLst>
                <a:path w="223579" h="618001">
                  <a:moveTo>
                    <a:pt x="0" y="0"/>
                  </a:moveTo>
                  <a:lnTo>
                    <a:pt x="0" y="618001"/>
                  </a:lnTo>
                  <a:lnTo>
                    <a:pt x="223579" y="618001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08400" y="2967626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793469" y="417880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793469" y="398216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793469" y="412262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793469" y="448780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818295" y="2349625"/>
              <a:ext cx="0" cy="582887"/>
            </a:xfrm>
            <a:custGeom>
              <a:avLst/>
              <a:pathLst>
                <a:path w="0" h="582887">
                  <a:moveTo>
                    <a:pt x="0" y="58288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818295" y="3339832"/>
              <a:ext cx="0" cy="610978"/>
            </a:xfrm>
            <a:custGeom>
              <a:avLst/>
              <a:pathLst>
                <a:path w="0" h="610978">
                  <a:moveTo>
                    <a:pt x="0" y="0"/>
                  </a:moveTo>
                  <a:lnTo>
                    <a:pt x="0" y="610978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2706505" y="2932513"/>
              <a:ext cx="223579" cy="407319"/>
            </a:xfrm>
            <a:custGeom>
              <a:avLst/>
              <a:pathLst>
                <a:path w="223579" h="407319">
                  <a:moveTo>
                    <a:pt x="0" y="0"/>
                  </a:moveTo>
                  <a:lnTo>
                    <a:pt x="0" y="407319"/>
                  </a:lnTo>
                  <a:lnTo>
                    <a:pt x="223579" y="407319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706505" y="3136172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116400" y="3473264"/>
              <a:ext cx="0" cy="337091"/>
            </a:xfrm>
            <a:custGeom>
              <a:avLst/>
              <a:pathLst>
                <a:path w="0" h="337091">
                  <a:moveTo>
                    <a:pt x="0" y="33709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116400" y="4442402"/>
              <a:ext cx="0" cy="351137"/>
            </a:xfrm>
            <a:custGeom>
              <a:avLst/>
              <a:pathLst>
                <a:path w="0" h="351137">
                  <a:moveTo>
                    <a:pt x="0" y="0"/>
                  </a:moveTo>
                  <a:lnTo>
                    <a:pt x="0" y="35113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3004611" y="3810355"/>
              <a:ext cx="223579" cy="632046"/>
            </a:xfrm>
            <a:custGeom>
              <a:avLst/>
              <a:pathLst>
                <a:path w="223579" h="632046">
                  <a:moveTo>
                    <a:pt x="0" y="0"/>
                  </a:moveTo>
                  <a:lnTo>
                    <a:pt x="0" y="632046"/>
                  </a:lnTo>
                  <a:lnTo>
                    <a:pt x="223579" y="632046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004611" y="3964856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89680" y="445971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89680" y="437544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389680" y="431925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414506" y="2883353"/>
              <a:ext cx="0" cy="323046"/>
            </a:xfrm>
            <a:custGeom>
              <a:avLst/>
              <a:pathLst>
                <a:path w="0" h="323046">
                  <a:moveTo>
                    <a:pt x="0" y="32304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414506" y="3641810"/>
              <a:ext cx="0" cy="449455"/>
            </a:xfrm>
            <a:custGeom>
              <a:avLst/>
              <a:pathLst>
                <a:path w="0" h="449455">
                  <a:moveTo>
                    <a:pt x="0" y="0"/>
                  </a:moveTo>
                  <a:lnTo>
                    <a:pt x="0" y="44945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3302716" y="3206400"/>
              <a:ext cx="223579" cy="435410"/>
            </a:xfrm>
            <a:custGeom>
              <a:avLst/>
              <a:pathLst>
                <a:path w="223579" h="435410">
                  <a:moveTo>
                    <a:pt x="0" y="0"/>
                  </a:moveTo>
                  <a:lnTo>
                    <a:pt x="0" y="435410"/>
                  </a:lnTo>
                  <a:lnTo>
                    <a:pt x="223579" y="435410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302716" y="3501355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2744503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1826823" y="5401943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75" name="tx275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80" name="tx280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95" name="tx295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96" name="tx296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97" name="tx297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98" name="tx298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299" name="tx299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00" name="tx300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01" name="tx301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02" name="tx302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03" name="tx303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7" name="tx317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154814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31" name="tx331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32" name="tx332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33" name="tx333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34" name="tx334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35" name="tx335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36" name="tx336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37" name="tx337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44" name="tx344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45" name="tx345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76" name="tx376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77" name="tx377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78" name="tx378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85" name="tx385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86" name="tx386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87" name="tx387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88" name="tx388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89" name="tx389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90" name="tx390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95" name="tx395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96" name="tx396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02" name="tx402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03" name="tx403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04" name="tx404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09" name="tx409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10" name="tx410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12" name="tx412"/>
            <p:cNvSpPr/>
            <p:nvPr/>
          </p:nvSpPr>
          <p:spPr>
            <a:xfrm>
              <a:off x="2481327" y="540194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3278489" y="5401943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45" name="tx445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56" name="tx456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57" name="tx457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58" name="tx458"/>
            <p:cNvSpPr/>
            <p:nvPr/>
          </p:nvSpPr>
          <p:spPr>
            <a:xfrm>
              <a:off x="310090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61" name="tx461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62" name="tx462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63" name="tx463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64" name="tx464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65" name="tx465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66" name="tx466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69" name="tx469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70" name="tx470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77" name="tx477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85" name="tx485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96" name="tx496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01" name="tx501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02" name="tx502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03" name="tx503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04" name="tx504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05" name="tx505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07" name="tx507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08" name="tx508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09" name="tx509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14" name="tx514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15" name="tx515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16" name="tx516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17" name="tx517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18" name="tx518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19" name="tx519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20" name="tx520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21" name="tx521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22" name="tx522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23" name="tx523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24" name="tx524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29" name="tx529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30" name="tx530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31" name="tx531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1253975" y="5401943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5" name="tx545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6" name="tx546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7" name="tx547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8" name="tx548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3" name="tx553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4" name="tx554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5" name="tx555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6" name="tx556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7" name="tx557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8" name="tx558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9" name="tx559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0" name="tx560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1" name="tx561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2" name="tx562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3" name="tx563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4" name="tx564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5" name="tx565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6" name="tx566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7" name="tx567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8" name="tx568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9" name="tx569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0" name="tx570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1" name="tx571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2" name="tx572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5" name="tx575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6" name="tx576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7" name="tx577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8" name="tx578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9" name="tx579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80" name="tx580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83" name="tx583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84" name="tx584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90" name="tx590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91" name="tx591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92" name="tx592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93" name="tx593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94" name="tx594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95" name="tx595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96" name="tx596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97" name="tx597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99" name="tx599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00" name="tx600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01" name="tx601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02" name="tx602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03" name="tx603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04" name="tx604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05" name="tx605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06" name="tx606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07" name="tx607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08" name="tx608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09" name="tx609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10" name="tx610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11" name="tx611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13" name="tx613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14" name="tx614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15" name="tx615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16" name="tx616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17" name="tx617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18" name="tx618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19" name="tx619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2109430" y="5401943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627" name="rc627"/>
            <p:cNvSpPr/>
            <p:nvPr/>
          </p:nvSpPr>
          <p:spPr>
            <a:xfrm>
              <a:off x="4350683" y="1894551"/>
              <a:ext cx="2861813" cy="38316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4738220" y="3754174"/>
              <a:ext cx="0" cy="154500"/>
            </a:xfrm>
            <a:custGeom>
              <a:avLst/>
              <a:pathLst>
                <a:path w="0" h="154500">
                  <a:moveTo>
                    <a:pt x="0" y="15450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4738220" y="4161493"/>
              <a:ext cx="0" cy="238773"/>
            </a:xfrm>
            <a:custGeom>
              <a:avLst/>
              <a:pathLst>
                <a:path w="0" h="238773">
                  <a:moveTo>
                    <a:pt x="0" y="0"/>
                  </a:moveTo>
                  <a:lnTo>
                    <a:pt x="0" y="23877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4626431" y="3908674"/>
              <a:ext cx="223579" cy="252818"/>
            </a:xfrm>
            <a:custGeom>
              <a:avLst/>
              <a:pathLst>
                <a:path w="223579" h="252818">
                  <a:moveTo>
                    <a:pt x="0" y="0"/>
                  </a:moveTo>
                  <a:lnTo>
                    <a:pt x="0" y="252818"/>
                  </a:lnTo>
                  <a:lnTo>
                    <a:pt x="223579" y="252818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4626431" y="4063174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5011500" y="336416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5036326" y="3669901"/>
              <a:ext cx="0" cy="224727"/>
            </a:xfrm>
            <a:custGeom>
              <a:avLst/>
              <a:pathLst>
                <a:path w="0" h="224727">
                  <a:moveTo>
                    <a:pt x="0" y="22472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5036326" y="4140424"/>
              <a:ext cx="0" cy="259841"/>
            </a:xfrm>
            <a:custGeom>
              <a:avLst/>
              <a:pathLst>
                <a:path w="0" h="259841">
                  <a:moveTo>
                    <a:pt x="0" y="0"/>
                  </a:moveTo>
                  <a:lnTo>
                    <a:pt x="0" y="25984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4924536" y="3894628"/>
              <a:ext cx="223579" cy="245795"/>
            </a:xfrm>
            <a:custGeom>
              <a:avLst/>
              <a:pathLst>
                <a:path w="223579" h="245795">
                  <a:moveTo>
                    <a:pt x="0" y="0"/>
                  </a:moveTo>
                  <a:lnTo>
                    <a:pt x="0" y="245795"/>
                  </a:lnTo>
                  <a:lnTo>
                    <a:pt x="223579" y="245795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4924536" y="4006992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5334431" y="3360900"/>
              <a:ext cx="0" cy="252818"/>
            </a:xfrm>
            <a:custGeom>
              <a:avLst/>
              <a:pathLst>
                <a:path w="0" h="252818">
                  <a:moveTo>
                    <a:pt x="0" y="2528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5334431" y="4063174"/>
              <a:ext cx="0" cy="561819"/>
            </a:xfrm>
            <a:custGeom>
              <a:avLst/>
              <a:pathLst>
                <a:path w="0" h="561819">
                  <a:moveTo>
                    <a:pt x="0" y="0"/>
                  </a:moveTo>
                  <a:lnTo>
                    <a:pt x="0" y="56181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5222642" y="3613719"/>
              <a:ext cx="223579" cy="449455"/>
            </a:xfrm>
            <a:custGeom>
              <a:avLst/>
              <a:pathLst>
                <a:path w="223579" h="449455">
                  <a:moveTo>
                    <a:pt x="0" y="0"/>
                  </a:moveTo>
                  <a:lnTo>
                    <a:pt x="0" y="449455"/>
                  </a:lnTo>
                  <a:lnTo>
                    <a:pt x="223579" y="449455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5222642" y="3810355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7711" y="457207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07711" y="431925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607711" y="336416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5632537" y="3417082"/>
              <a:ext cx="0" cy="337091"/>
            </a:xfrm>
            <a:custGeom>
              <a:avLst/>
              <a:pathLst>
                <a:path w="0" h="337091">
                  <a:moveTo>
                    <a:pt x="0" y="33709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5632537" y="3978901"/>
              <a:ext cx="0" cy="280909"/>
            </a:xfrm>
            <a:custGeom>
              <a:avLst/>
              <a:pathLst>
                <a:path w="0" h="280909">
                  <a:moveTo>
                    <a:pt x="0" y="0"/>
                  </a:moveTo>
                  <a:lnTo>
                    <a:pt x="0" y="28090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5520747" y="3754174"/>
              <a:ext cx="223579" cy="224727"/>
            </a:xfrm>
            <a:custGeom>
              <a:avLst/>
              <a:pathLst>
                <a:path w="223579" h="224727">
                  <a:moveTo>
                    <a:pt x="0" y="0"/>
                  </a:moveTo>
                  <a:lnTo>
                    <a:pt x="0" y="224727"/>
                  </a:lnTo>
                  <a:lnTo>
                    <a:pt x="223579" y="224727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5520747" y="3866537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5930643" y="3304718"/>
              <a:ext cx="0" cy="210682"/>
            </a:xfrm>
            <a:custGeom>
              <a:avLst/>
              <a:pathLst>
                <a:path w="0" h="210682">
                  <a:moveTo>
                    <a:pt x="0" y="2106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5930643" y="3866537"/>
              <a:ext cx="0" cy="280909"/>
            </a:xfrm>
            <a:custGeom>
              <a:avLst/>
              <a:pathLst>
                <a:path w="0" h="280909">
                  <a:moveTo>
                    <a:pt x="0" y="0"/>
                  </a:moveTo>
                  <a:lnTo>
                    <a:pt x="0" y="28090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818853" y="3515400"/>
              <a:ext cx="223579" cy="351137"/>
            </a:xfrm>
            <a:custGeom>
              <a:avLst/>
              <a:pathLst>
                <a:path w="223579" h="351137">
                  <a:moveTo>
                    <a:pt x="0" y="0"/>
                  </a:moveTo>
                  <a:lnTo>
                    <a:pt x="0" y="351137"/>
                  </a:lnTo>
                  <a:lnTo>
                    <a:pt x="223579" y="351137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5818853" y="3697992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6203922" y="277425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228748" y="2967626"/>
              <a:ext cx="0" cy="484569"/>
            </a:xfrm>
            <a:custGeom>
              <a:avLst/>
              <a:pathLst>
                <a:path w="0" h="484569">
                  <a:moveTo>
                    <a:pt x="0" y="48456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228748" y="3782265"/>
              <a:ext cx="0" cy="337091"/>
            </a:xfrm>
            <a:custGeom>
              <a:avLst/>
              <a:pathLst>
                <a:path w="0" h="337091">
                  <a:moveTo>
                    <a:pt x="0" y="0"/>
                  </a:moveTo>
                  <a:lnTo>
                    <a:pt x="0" y="33709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6116958" y="3452196"/>
              <a:ext cx="223579" cy="330068"/>
            </a:xfrm>
            <a:custGeom>
              <a:avLst/>
              <a:pathLst>
                <a:path w="223579" h="330068">
                  <a:moveTo>
                    <a:pt x="0" y="0"/>
                  </a:moveTo>
                  <a:lnTo>
                    <a:pt x="0" y="330068"/>
                  </a:lnTo>
                  <a:lnTo>
                    <a:pt x="223579" y="330068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116958" y="3669901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02028" y="381362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526854" y="4175538"/>
              <a:ext cx="0" cy="56181"/>
            </a:xfrm>
            <a:custGeom>
              <a:avLst/>
              <a:pathLst>
                <a:path w="0" h="56181">
                  <a:moveTo>
                    <a:pt x="0" y="5618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526854" y="4477516"/>
              <a:ext cx="0" cy="35113"/>
            </a:xfrm>
            <a:custGeom>
              <a:avLst/>
              <a:pathLst>
                <a:path w="0" h="35113">
                  <a:moveTo>
                    <a:pt x="0" y="0"/>
                  </a:moveTo>
                  <a:lnTo>
                    <a:pt x="0" y="3511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6415064" y="4231720"/>
              <a:ext cx="223579" cy="245795"/>
            </a:xfrm>
            <a:custGeom>
              <a:avLst/>
              <a:pathLst>
                <a:path w="223579" h="245795">
                  <a:moveTo>
                    <a:pt x="0" y="0"/>
                  </a:moveTo>
                  <a:lnTo>
                    <a:pt x="0" y="245795"/>
                  </a:lnTo>
                  <a:lnTo>
                    <a:pt x="223579" y="245795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415064" y="4428357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824959" y="3894628"/>
              <a:ext cx="0" cy="14045"/>
            </a:xfrm>
            <a:custGeom>
              <a:avLst/>
              <a:pathLst>
                <a:path w="0" h="14045">
                  <a:moveTo>
                    <a:pt x="0" y="1404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824959" y="4077220"/>
              <a:ext cx="0" cy="154500"/>
            </a:xfrm>
            <a:custGeom>
              <a:avLst/>
              <a:pathLst>
                <a:path w="0" h="154500">
                  <a:moveTo>
                    <a:pt x="0" y="0"/>
                  </a:moveTo>
                  <a:lnTo>
                    <a:pt x="0" y="15450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713170" y="3908674"/>
              <a:ext cx="223579" cy="168545"/>
            </a:xfrm>
            <a:custGeom>
              <a:avLst/>
              <a:pathLst>
                <a:path w="223579" h="168545">
                  <a:moveTo>
                    <a:pt x="0" y="0"/>
                  </a:moveTo>
                  <a:lnTo>
                    <a:pt x="0" y="168545"/>
                  </a:lnTo>
                  <a:lnTo>
                    <a:pt x="223579" y="168545"/>
                  </a:lnTo>
                  <a:lnTo>
                    <a:pt x="223579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713170" y="3922719"/>
              <a:ext cx="223579" cy="0"/>
            </a:xfrm>
            <a:custGeom>
              <a:avLst/>
              <a:pathLst>
                <a:path w="223579" h="0">
                  <a:moveTo>
                    <a:pt x="0" y="0"/>
                  </a:moveTo>
                  <a:lnTo>
                    <a:pt x="22357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6" name="tx666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67" name="tx667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68" name="tx668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69" name="tx669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70" name="tx670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71" name="tx671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72" name="tx672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73" name="tx673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74" name="tx674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75" name="tx675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76" name="tx676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77" name="tx677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78" name="tx678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99" name="tx699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6170455" y="5401943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29" name="tx729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30" name="tx730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31" name="tx731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32" name="tx732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33" name="tx733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34" name="tx734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35" name="tx735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36" name="tx736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37" name="tx737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38" name="tx738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39" name="tx739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40" name="tx740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56" name="tx756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57" name="tx757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58" name="tx758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59" name="tx759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60" name="tx760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65" name="tx765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66" name="tx766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5280070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89" name="tx789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1" name="tx791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2" name="tx792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3" name="tx793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4" name="tx794"/>
            <p:cNvSpPr/>
            <p:nvPr/>
          </p:nvSpPr>
          <p:spPr>
            <a:xfrm>
              <a:off x="4981965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5" name="tx795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796" name="tx796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797" name="tx797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798" name="tx798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799" name="tx799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00" name="tx800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02" name="tx802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09" name="tx809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10" name="tx810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11" name="tx811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12" name="tx812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13" name="tx813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5852919" y="540194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6673443" y="5401943"/>
              <a:ext cx="3030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efghi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6673443" y="5401943"/>
              <a:ext cx="3030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efghi</a:t>
              </a:r>
            </a:p>
          </p:txBody>
        </p:sp>
        <p:sp>
          <p:nvSpPr>
            <p:cNvPr id="828" name="tx828"/>
            <p:cNvSpPr/>
            <p:nvPr/>
          </p:nvSpPr>
          <p:spPr>
            <a:xfrm>
              <a:off x="6673443" y="5401943"/>
              <a:ext cx="3030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efghi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6511355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30" name="tx830"/>
            <p:cNvSpPr/>
            <p:nvPr/>
          </p:nvSpPr>
          <p:spPr>
            <a:xfrm>
              <a:off x="6511355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31" name="tx831"/>
            <p:cNvSpPr/>
            <p:nvPr/>
          </p:nvSpPr>
          <p:spPr>
            <a:xfrm>
              <a:off x="6511355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32" name="tx832"/>
            <p:cNvSpPr/>
            <p:nvPr/>
          </p:nvSpPr>
          <p:spPr>
            <a:xfrm>
              <a:off x="6511355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33" name="tx833"/>
            <p:cNvSpPr/>
            <p:nvPr/>
          </p:nvSpPr>
          <p:spPr>
            <a:xfrm>
              <a:off x="6511355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34" name="tx834"/>
            <p:cNvSpPr/>
            <p:nvPr/>
          </p:nvSpPr>
          <p:spPr>
            <a:xfrm>
              <a:off x="6511355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35" name="tx835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36" name="tx836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37" name="tx837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38" name="tx838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39" name="tx839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40" name="tx840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41" name="tx841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42" name="tx842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43" name="tx843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44" name="tx844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45" name="tx845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47" name="tx847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48" name="tx848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49" name="tx849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50" name="tx850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51" name="tx851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52" name="tx852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53" name="tx853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54" name="tx854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55" name="tx855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56" name="tx856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57" name="tx857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58" name="tx858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59" name="tx859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60" name="tx860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61" name="tx861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62" name="tx862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63" name="tx863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64" name="tx864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65" name="tx865"/>
            <p:cNvSpPr/>
            <p:nvPr/>
          </p:nvSpPr>
          <p:spPr>
            <a:xfrm>
              <a:off x="4722721" y="540194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866" name="tx866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67" name="tx867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68" name="tx868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69" name="tx869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0" name="tx870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1" name="tx871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2" name="tx872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3" name="tx873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4" name="tx874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5" name="tx875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6" name="tx876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5578176" y="5401943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17" name="pl917"/>
            <p:cNvSpPr/>
            <p:nvPr/>
          </p:nvSpPr>
          <p:spPr>
            <a:xfrm>
              <a:off x="940230" y="5726160"/>
              <a:ext cx="2861813" cy="0"/>
            </a:xfrm>
            <a:custGeom>
              <a:avLst/>
              <a:pathLst>
                <a:path w="2861813" h="0">
                  <a:moveTo>
                    <a:pt x="0" y="0"/>
                  </a:moveTo>
                  <a:lnTo>
                    <a:pt x="2861813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2371136" y="572616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tx919"/>
            <p:cNvSpPr/>
            <p:nvPr/>
          </p:nvSpPr>
          <p:spPr>
            <a:xfrm>
              <a:off x="2135038" y="5788790"/>
              <a:ext cx="47219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Lewisetta</a:t>
              </a:r>
            </a:p>
          </p:txBody>
        </p:sp>
        <p:sp>
          <p:nvSpPr>
            <p:cNvPr id="920" name="pl920"/>
            <p:cNvSpPr/>
            <p:nvPr/>
          </p:nvSpPr>
          <p:spPr>
            <a:xfrm>
              <a:off x="4350683" y="5726160"/>
              <a:ext cx="2861813" cy="0"/>
            </a:xfrm>
            <a:custGeom>
              <a:avLst/>
              <a:pathLst>
                <a:path w="2861813" h="0">
                  <a:moveTo>
                    <a:pt x="0" y="0"/>
                  </a:moveTo>
                  <a:lnTo>
                    <a:pt x="2861813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781590" y="572616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tx922"/>
            <p:cNvSpPr/>
            <p:nvPr/>
          </p:nvSpPr>
          <p:spPr>
            <a:xfrm>
              <a:off x="5541468" y="5788790"/>
              <a:ext cx="480242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YorkRiver</a:t>
              </a:r>
            </a:p>
          </p:txBody>
        </p:sp>
        <p:sp>
          <p:nvSpPr>
            <p:cNvPr id="923" name="pl923"/>
            <p:cNvSpPr/>
            <p:nvPr/>
          </p:nvSpPr>
          <p:spPr>
            <a:xfrm>
              <a:off x="940230" y="1894551"/>
              <a:ext cx="0" cy="3831608"/>
            </a:xfrm>
            <a:custGeom>
              <a:avLst/>
              <a:pathLst>
                <a:path w="0" h="3831608">
                  <a:moveTo>
                    <a:pt x="0" y="3831608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tx924"/>
            <p:cNvSpPr/>
            <p:nvPr/>
          </p:nvSpPr>
          <p:spPr>
            <a:xfrm>
              <a:off x="815421" y="554008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753241" y="483780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926" name="tx926"/>
            <p:cNvSpPr/>
            <p:nvPr/>
          </p:nvSpPr>
          <p:spPr>
            <a:xfrm>
              <a:off x="753241" y="413553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927" name="tx927"/>
            <p:cNvSpPr/>
            <p:nvPr/>
          </p:nvSpPr>
          <p:spPr>
            <a:xfrm>
              <a:off x="753241" y="343325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928" name="tx928"/>
            <p:cNvSpPr/>
            <p:nvPr/>
          </p:nvSpPr>
          <p:spPr>
            <a:xfrm>
              <a:off x="691062" y="2730985"/>
              <a:ext cx="18653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929" name="tx929"/>
            <p:cNvSpPr/>
            <p:nvPr/>
          </p:nvSpPr>
          <p:spPr>
            <a:xfrm>
              <a:off x="691062" y="2028710"/>
              <a:ext cx="18653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125</a:t>
              </a:r>
            </a:p>
          </p:txBody>
        </p:sp>
        <p:sp>
          <p:nvSpPr>
            <p:cNvPr id="930" name="pl930"/>
            <p:cNvSpPr/>
            <p:nvPr/>
          </p:nvSpPr>
          <p:spPr>
            <a:xfrm>
              <a:off x="905435" y="558008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905435" y="4877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905435" y="417553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905435" y="34732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905435" y="27709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905435" y="206871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tx936"/>
            <p:cNvSpPr/>
            <p:nvPr/>
          </p:nvSpPr>
          <p:spPr>
            <a:xfrm>
              <a:off x="3528820" y="5927094"/>
              <a:ext cx="109508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Experimental Site</a:t>
              </a:r>
            </a:p>
          </p:txBody>
        </p:sp>
        <p:sp>
          <p:nvSpPr>
            <p:cNvPr id="937" name="tx937"/>
            <p:cNvSpPr/>
            <p:nvPr/>
          </p:nvSpPr>
          <p:spPr>
            <a:xfrm rot="-5400000">
              <a:off x="180688" y="3760338"/>
              <a:ext cx="79223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Length (mm)</a:t>
              </a:r>
            </a:p>
          </p:txBody>
        </p:sp>
        <p:sp>
          <p:nvSpPr>
            <p:cNvPr id="938" name="rc938"/>
            <p:cNvSpPr/>
            <p:nvPr/>
          </p:nvSpPr>
          <p:spPr>
            <a:xfrm>
              <a:off x="7351674" y="2763408"/>
              <a:ext cx="1265536" cy="20938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tx939"/>
            <p:cNvSpPr/>
            <p:nvPr/>
          </p:nvSpPr>
          <p:spPr>
            <a:xfrm>
              <a:off x="7421263" y="2847719"/>
              <a:ext cx="112635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Broodstock Group</a:t>
              </a:r>
            </a:p>
          </p:txBody>
        </p:sp>
        <p:sp>
          <p:nvSpPr>
            <p:cNvPr id="940" name="rc940"/>
            <p:cNvSpPr/>
            <p:nvPr/>
          </p:nvSpPr>
          <p:spPr>
            <a:xfrm>
              <a:off x="7421263" y="30320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7530991" y="319665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7530991" y="305401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3" name="rc943"/>
            <p:cNvSpPr/>
            <p:nvPr/>
          </p:nvSpPr>
          <p:spPr>
            <a:xfrm>
              <a:off x="7448695" y="3086930"/>
              <a:ext cx="164592" cy="109728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7448695" y="3141794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7530991" y="32295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7530991" y="30540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7" name="rc947"/>
            <p:cNvSpPr/>
            <p:nvPr/>
          </p:nvSpPr>
          <p:spPr>
            <a:xfrm>
              <a:off x="7421263" y="325152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7530991" y="341611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7530991" y="327346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0" name="rc950"/>
            <p:cNvSpPr/>
            <p:nvPr/>
          </p:nvSpPr>
          <p:spPr>
            <a:xfrm>
              <a:off x="7448695" y="3306386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7448695" y="3361250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7530991" y="344903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7530991" y="32734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4" name="rc954"/>
            <p:cNvSpPr/>
            <p:nvPr/>
          </p:nvSpPr>
          <p:spPr>
            <a:xfrm>
              <a:off x="7421263" y="347097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7530991" y="363557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7530991" y="349292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7" name="rc957"/>
            <p:cNvSpPr/>
            <p:nvPr/>
          </p:nvSpPr>
          <p:spPr>
            <a:xfrm>
              <a:off x="7448695" y="3525842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7448695" y="358070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7530991" y="36684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7530991" y="349292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1" name="rc961"/>
            <p:cNvSpPr/>
            <p:nvPr/>
          </p:nvSpPr>
          <p:spPr>
            <a:xfrm>
              <a:off x="7421263" y="369043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7530991" y="385502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7530991" y="371237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4" name="rc964"/>
            <p:cNvSpPr/>
            <p:nvPr/>
          </p:nvSpPr>
          <p:spPr>
            <a:xfrm>
              <a:off x="7448695" y="3745298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7448695" y="380016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7530991" y="38879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7530991" y="37123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8" name="rc968"/>
            <p:cNvSpPr/>
            <p:nvPr/>
          </p:nvSpPr>
          <p:spPr>
            <a:xfrm>
              <a:off x="7421263" y="390989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7530991" y="407448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7530991" y="393183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1" name="rc971"/>
            <p:cNvSpPr/>
            <p:nvPr/>
          </p:nvSpPr>
          <p:spPr>
            <a:xfrm>
              <a:off x="7448695" y="396475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7448695" y="401961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7530991" y="410740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7530991" y="39318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5" name="rc975"/>
            <p:cNvSpPr/>
            <p:nvPr/>
          </p:nvSpPr>
          <p:spPr>
            <a:xfrm>
              <a:off x="7421263" y="412934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7530991" y="429393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7530991" y="415129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8" name="rc978"/>
            <p:cNvSpPr/>
            <p:nvPr/>
          </p:nvSpPr>
          <p:spPr>
            <a:xfrm>
              <a:off x="7448695" y="4184210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7448695" y="4239074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7530991" y="432685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7530991" y="415129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2" name="rc982"/>
            <p:cNvSpPr/>
            <p:nvPr/>
          </p:nvSpPr>
          <p:spPr>
            <a:xfrm>
              <a:off x="7421263" y="434880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7530991" y="451339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7530991" y="437074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rc985"/>
            <p:cNvSpPr/>
            <p:nvPr/>
          </p:nvSpPr>
          <p:spPr>
            <a:xfrm>
              <a:off x="7448695" y="4403666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7448695" y="4458530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7530991" y="454631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7530991" y="43707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9" name="rc989"/>
            <p:cNvSpPr/>
            <p:nvPr/>
          </p:nvSpPr>
          <p:spPr>
            <a:xfrm>
              <a:off x="7421263" y="456825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7530991" y="473285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7530991" y="459020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rc992"/>
            <p:cNvSpPr/>
            <p:nvPr/>
          </p:nvSpPr>
          <p:spPr>
            <a:xfrm>
              <a:off x="7448695" y="4623122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7448695" y="467798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7530991" y="47657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7530991" y="45902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tx996"/>
            <p:cNvSpPr/>
            <p:nvPr/>
          </p:nvSpPr>
          <p:spPr>
            <a:xfrm>
              <a:off x="7710309" y="3101789"/>
              <a:ext cx="37252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W1_TX</a:t>
              </a:r>
            </a:p>
          </p:txBody>
        </p:sp>
        <p:sp>
          <p:nvSpPr>
            <p:cNvPr id="997" name="tx997"/>
            <p:cNvSpPr/>
            <p:nvPr/>
          </p:nvSpPr>
          <p:spPr>
            <a:xfrm>
              <a:off x="7710309" y="3321245"/>
              <a:ext cx="36649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W2_LA</a:t>
              </a:r>
            </a:p>
          </p:txBody>
        </p:sp>
        <p:sp>
          <p:nvSpPr>
            <p:cNvPr id="998" name="tx998"/>
            <p:cNvSpPr/>
            <p:nvPr/>
          </p:nvSpPr>
          <p:spPr>
            <a:xfrm>
              <a:off x="7710309" y="3540701"/>
              <a:ext cx="360182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W3_FL</a:t>
              </a:r>
            </a:p>
          </p:txBody>
        </p:sp>
        <p:sp>
          <p:nvSpPr>
            <p:cNvPr id="999" name="tx999"/>
            <p:cNvSpPr/>
            <p:nvPr/>
          </p:nvSpPr>
          <p:spPr>
            <a:xfrm>
              <a:off x="7710309" y="3760157"/>
              <a:ext cx="3705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W4_VA</a:t>
              </a:r>
            </a:p>
          </p:txBody>
        </p:sp>
        <p:sp>
          <p:nvSpPr>
            <p:cNvPr id="1000" name="tx1000"/>
            <p:cNvSpPr/>
            <p:nvPr/>
          </p:nvSpPr>
          <p:spPr>
            <a:xfrm>
              <a:off x="7710309" y="3979613"/>
              <a:ext cx="4847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S1_LOLA</a:t>
              </a:r>
            </a:p>
          </p:txBody>
        </p:sp>
        <p:sp>
          <p:nvSpPr>
            <p:cNvPr id="1001" name="tx1001"/>
            <p:cNvSpPr/>
            <p:nvPr/>
          </p:nvSpPr>
          <p:spPr>
            <a:xfrm>
              <a:off x="7710309" y="4199069"/>
              <a:ext cx="503102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S2_DEBY</a:t>
              </a:r>
            </a:p>
          </p:txBody>
        </p:sp>
        <p:sp>
          <p:nvSpPr>
            <p:cNvPr id="1002" name="tx1002"/>
            <p:cNvSpPr/>
            <p:nvPr/>
          </p:nvSpPr>
          <p:spPr>
            <a:xfrm>
              <a:off x="7710309" y="4418525"/>
              <a:ext cx="39108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W5_NH</a:t>
              </a:r>
            </a:p>
          </p:txBody>
        </p:sp>
        <p:sp>
          <p:nvSpPr>
            <p:cNvPr id="1003" name="tx1003"/>
            <p:cNvSpPr/>
            <p:nvPr/>
          </p:nvSpPr>
          <p:spPr>
            <a:xfrm>
              <a:off x="7710309" y="4637981"/>
              <a:ext cx="39739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W6_ME</a:t>
              </a:r>
            </a:p>
          </p:txBody>
        </p:sp>
        <p:sp>
          <p:nvSpPr>
            <p:cNvPr id="1004" name="tx1004"/>
            <p:cNvSpPr/>
            <p:nvPr/>
          </p:nvSpPr>
          <p:spPr>
            <a:xfrm>
              <a:off x="940230" y="1669789"/>
              <a:ext cx="2998774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Final Length at Lewisetta and York River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5871" y="1894551"/>
              <a:ext cx="2923992" cy="3274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034712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034712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59537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59537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907246" y="2841959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07246" y="3567942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465648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465648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313356" y="2841959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313356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1846932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871758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871758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719466" y="2841959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719466" y="3567942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77868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77868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2125576" y="2841959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25576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659152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683978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683978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2531686" y="2841959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531686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6526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06526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06526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526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06526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06526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065262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6526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06526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06526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06526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06526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6526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06526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06526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6526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06526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6526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090088" y="28419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3090088" y="28419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2937797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937797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496198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496198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3343907" y="2841959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343907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5" name="tx27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0" name="tx28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5" name="tx29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6" name="tx29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7" name="tx29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8" name="tx29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9" name="tx29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0" name="tx30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1" name="tx30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2" name="tx30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3" name="tx30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7" name="tx31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1" name="tx33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2" name="tx33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3" name="tx33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4" name="tx33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5" name="tx33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6" name="tx33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7" name="tx33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4" name="tx34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5" name="tx34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6" name="tx37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7" name="tx37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8" name="tx37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5" name="tx38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6" name="tx38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7" name="tx38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8" name="tx38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9" name="tx38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0" name="tx39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5" name="tx39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6" name="tx39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2" name="tx40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3" name="tx40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4" name="tx40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9" name="tx409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0" name="tx410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2" name="tx412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5" name="tx445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6" name="tx456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7" name="tx457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8" name="tx458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1" name="tx461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2" name="tx462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3" name="tx463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4" name="tx464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5" name="tx465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6" name="tx466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9" name="tx469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0" name="tx470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7" name="tx477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5" name="tx485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6" name="tx496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1" name="tx501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2" name="tx502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3" name="tx503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4" name="tx504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5" name="tx505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7" name="tx50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8" name="tx50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9" name="tx50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4" name="tx51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5" name="tx51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6" name="tx51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7" name="tx51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8" name="tx51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9" name="tx51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0" name="tx52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1" name="tx52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2" name="tx52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3" name="tx52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4" name="tx52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9" name="tx52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0" name="tx53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1" name="tx53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5" name="tx54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6" name="tx54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7" name="tx54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8" name="tx54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3" name="tx55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4" name="tx55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5" name="tx55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6" name="tx55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7" name="tx55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8" name="tx55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9" name="tx55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0" name="tx56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1" name="tx56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2" name="tx56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3" name="tx56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4" name="tx56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5" name="tx56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6" name="tx56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7" name="tx56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8" name="tx56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9" name="tx56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0" name="tx57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1" name="tx57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2" name="tx57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5" name="tx57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6" name="tx57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7" name="tx57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8" name="tx57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9" name="tx57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0" name="tx58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3" name="tx58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4" name="tx58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0" name="tx59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1" name="tx59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2" name="tx59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3" name="tx59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4" name="rc594"/>
            <p:cNvSpPr/>
            <p:nvPr/>
          </p:nvSpPr>
          <p:spPr>
            <a:xfrm>
              <a:off x="4288504" y="1894551"/>
              <a:ext cx="2923992" cy="3274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507344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4532170" y="2841959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4532170" y="4293925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4379879" y="3567942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4379879" y="4293925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4938280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4938280" y="4293925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785989" y="2841959"/>
              <a:ext cx="304582" cy="1451965"/>
            </a:xfrm>
            <a:custGeom>
              <a:avLst/>
              <a:pathLst>
                <a:path w="304582" h="1451965">
                  <a:moveTo>
                    <a:pt x="0" y="0"/>
                  </a:moveTo>
                  <a:lnTo>
                    <a:pt x="0" y="1451965"/>
                  </a:lnTo>
                  <a:lnTo>
                    <a:pt x="304582" y="1451965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4785989" y="3567942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5344390" y="3567942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5344390" y="4838412"/>
              <a:ext cx="0" cy="181495"/>
            </a:xfrm>
            <a:custGeom>
              <a:avLst/>
              <a:pathLst>
                <a:path w="0" h="181495">
                  <a:moveTo>
                    <a:pt x="0" y="0"/>
                  </a:moveTo>
                  <a:lnTo>
                    <a:pt x="0" y="18149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192099" y="4293925"/>
              <a:ext cx="304582" cy="544487"/>
            </a:xfrm>
            <a:custGeom>
              <a:avLst/>
              <a:pathLst>
                <a:path w="304582" h="544487">
                  <a:moveTo>
                    <a:pt x="0" y="0"/>
                  </a:moveTo>
                  <a:lnTo>
                    <a:pt x="0" y="544487"/>
                  </a:lnTo>
                  <a:lnTo>
                    <a:pt x="304582" y="544487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5192099" y="4293925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72567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72567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572567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5750500" y="3567942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5750500" y="50199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598209" y="4293925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5598209" y="4293925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6131784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31784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6131784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6131784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613178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613178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156610" y="35679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156610" y="35679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6004319" y="3567942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004319" y="3567942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562720" y="2841959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562720" y="4293925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6410429" y="3567942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410429" y="3567942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694400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694400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694400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6944004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694400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694400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694400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968830" y="35679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968830" y="35679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816539" y="3567942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816539" y="3567942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3" name="tx67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4" name="tx67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5" name="tx67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6" name="tx67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7" name="tx67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8" name="tx67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9" name="tx69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9" name="tx72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0" name="tx73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1" name="tx73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2" name="tx73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3" name="tx73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4" name="tx73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5" name="tx73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6" name="tx73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7" name="tx73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8" name="tx73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9" name="tx73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0" name="tx74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6" name="tx75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7" name="tx75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8" name="tx75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9" name="tx75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0" name="tx76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5" name="tx76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6" name="tx76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9" name="tx78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1" name="tx79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2" name="tx79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3" name="tx79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4" name="tx79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5" name="tx79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6" name="tx79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7" name="tx79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8" name="tx79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9" name="tx79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0" name="tx80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2" name="tx80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9" name="tx80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0" name="tx81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1" name="tx81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2" name="tx81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3" name="tx81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8" name="tx82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0" name="tx83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1" name="tx83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2" name="tx83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3" name="tx83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4" name="tx83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5" name="tx83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6" name="tx83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7" name="tx83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8" name="tx83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9" name="tx83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0" name="tx84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1" name="tx84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2" name="tx84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3" name="tx84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4" name="tx84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5" name="tx84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7" name="tx84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8" name="tx84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9" name="tx84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0" name="tx85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1" name="tx85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2" name="tx85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3" name="tx85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4" name="tx85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5" name="tx85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6" name="tx85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7" name="tx85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8" name="tx85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9" name="tx85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0" name="tx86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1" name="tx86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2" name="tx86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3" name="tx86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4" name="tx86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5" name="tx86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6" name="tx86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7" name="tx86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8" name="tx86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9" name="tx86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0" name="tx87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1" name="tx87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2" name="tx87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3" name="tx87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4" name="tx87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5" name="tx87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6" name="tx87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7" name="tx91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3" name="tx92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4" name="tx92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6" name="tx92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7" name="tx92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8" name="tx92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9" name="tx92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0" name="tx93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1" name="tx93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2" name="tx93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3" name="tx93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4" name="tx93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5" name="tx93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6" name="tx936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37" name="tx937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38" name="tx938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39" name="tx939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0" name="tx940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1" name="tx941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2" name="tx942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3" name="tx943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4" name="tx944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5" name="tx945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6" name="tx946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7" name="tx947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8" name="tx948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9" name="tx949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0" name="tx950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1" name="tx951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2" name="tx952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3" name="tx953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4" name="tx954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5" name="tx955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6" name="tx956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7" name="tx957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8" name="tx958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9" name="tx959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0" name="tx960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1" name="tx961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2" name="tx962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3" name="tx963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4" name="tx964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5" name="tx965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6" name="tx966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6" name="tx986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8" name="tx988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9" name="tx989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90" name="tx990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91" name="tx991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92" name="tx992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93" name="tx993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96" name="tx996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97" name="tx997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98" name="tx998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99" name="tx999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0" name="tx1000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1" name="tx1001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2" name="tx1002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3" name="tx1003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4" name="tx1004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5" name="tx1005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6" name="tx1006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7" name="tx1007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8" name="tx1008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9" name="tx1009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0" name="tx1010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1" name="tx1011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2" name="tx1012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3" name="tx1013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4" name="tx1014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5" name="tx1015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6" name="tx1016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7" name="tx1017"/>
            <p:cNvSpPr/>
            <p:nvPr/>
          </p:nvSpPr>
          <p:spPr>
            <a:xfrm>
              <a:off x="4376722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8" name="tx1018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9" name="tx1019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0" name="tx1020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1" name="tx1021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2" name="tx1022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3" name="tx1023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4" name="tx1024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5" name="tx1025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6" name="tx1026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7" name="tx1027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8" name="tx1028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9" name="tx1029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0" name="tx1030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1" name="tx1031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2" name="tx1032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3" name="tx1033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4" name="tx1034"/>
            <p:cNvSpPr/>
            <p:nvPr/>
          </p:nvSpPr>
          <p:spPr>
            <a:xfrm>
              <a:off x="681338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5" name="tx1035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6" name="tx1036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7" name="tx1037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8" name="tx1038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9" name="tx1039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0" name="tx1040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1" name="tx1041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2" name="tx1042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3" name="tx1043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4" name="tx1044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5" name="tx1045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6" name="tx1046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7" name="tx1047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8" name="tx1048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9" name="tx1049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0" name="tx1050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1" name="tx1051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2" name="tx1052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3" name="tx1053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4" name="tx1054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5" name="tx1055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6" name="tx1056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57" name="tx1057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58" name="tx1058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59" name="tx1059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60" name="tx1060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61" name="tx1061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62" name="tx1062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63" name="tx1063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64" name="tx1064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65" name="tx1065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66" name="tx1066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67" name="tx1067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68" name="tx1068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69" name="tx1069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70" name="tx1070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71" name="tx1071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72" name="tx1072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73" name="tx1073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74" name="tx1074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75" name="tx1075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76" name="tx1076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77" name="tx1077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78" name="tx1078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79" name="tx1079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80" name="tx1080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81" name="tx1081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82" name="tx1082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83" name="tx1083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84" name="tx1084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85" name="tx1085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86" name="tx1086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87" name="tx1087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88" name="tx1088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89" name="tx1089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90" name="tx1090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91" name="tx1091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92" name="tx1092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93" name="tx1093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94" name="tx1094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95" name="tx1095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96" name="tx1096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97" name="tx1097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98" name="tx1098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99" name="tx1099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00" name="tx1100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01" name="tx1101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02" name="tx1102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03" name="tx1103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04" name="tx1104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05" name="tx1105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06" name="tx1106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07" name="tx1107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08" name="tx1108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09" name="tx1109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10" name="tx1110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11" name="tx1111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12" name="tx1112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13" name="tx1113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14" name="tx1114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15" name="tx1115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16" name="tx1116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17" name="tx1117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18" name="tx1118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19" name="tx1119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20" name="tx1120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21" name="tx1121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22" name="tx1122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23" name="tx1123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24" name="tx1124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25" name="tx1125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26" name="tx1126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27" name="tx1127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28" name="tx1128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29" name="tx1129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30" name="tx1130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31" name="tx1131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32" name="tx1132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33" name="tx1133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34" name="tx1134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35" name="tx1135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36" name="tx1136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37" name="tx1137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38" name="tx1138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39" name="tx1139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40" name="tx1140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41" name="tx1141"/>
            <p:cNvSpPr/>
            <p:nvPr/>
          </p:nvSpPr>
          <p:spPr>
            <a:xfrm>
              <a:off x="5208373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42" name="tx1142"/>
            <p:cNvSpPr/>
            <p:nvPr/>
          </p:nvSpPr>
          <p:spPr>
            <a:xfrm>
              <a:off x="2041770" y="5744869"/>
              <a:ext cx="47219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Lewisetta</a:t>
              </a:r>
            </a:p>
          </p:txBody>
        </p:sp>
        <p:sp>
          <p:nvSpPr>
            <p:cNvPr id="1143" name="tx1143"/>
            <p:cNvSpPr/>
            <p:nvPr/>
          </p:nvSpPr>
          <p:spPr>
            <a:xfrm>
              <a:off x="5510379" y="5744869"/>
              <a:ext cx="480242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YorkRiver</a:t>
              </a:r>
            </a:p>
          </p:txBody>
        </p:sp>
        <p:sp>
          <p:nvSpPr>
            <p:cNvPr id="1144" name="pl1144"/>
            <p:cNvSpPr/>
            <p:nvPr/>
          </p:nvSpPr>
          <p:spPr>
            <a:xfrm>
              <a:off x="815871" y="5168734"/>
              <a:ext cx="2923992" cy="0"/>
            </a:xfrm>
            <a:custGeom>
              <a:avLst/>
              <a:pathLst>
                <a:path w="2923992" h="0">
                  <a:moveTo>
                    <a:pt x="0" y="0"/>
                  </a:moveTo>
                  <a:lnTo>
                    <a:pt x="292399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1059537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146564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187175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227786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268397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309008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349619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tx1152"/>
            <p:cNvSpPr/>
            <p:nvPr/>
          </p:nvSpPr>
          <p:spPr>
            <a:xfrm rot="-2700000">
              <a:off x="695395" y="5382197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153" name="tx1153"/>
            <p:cNvSpPr/>
            <p:nvPr/>
          </p:nvSpPr>
          <p:spPr>
            <a:xfrm rot="-2700000">
              <a:off x="1085818" y="5388695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154" name="tx1154"/>
            <p:cNvSpPr/>
            <p:nvPr/>
          </p:nvSpPr>
          <p:spPr>
            <a:xfrm rot="-2700000">
              <a:off x="1603381" y="5342529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155" name="tx1155"/>
            <p:cNvSpPr/>
            <p:nvPr/>
          </p:nvSpPr>
          <p:spPr>
            <a:xfrm rot="-2700000">
              <a:off x="2014643" y="5340396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156" name="tx1156"/>
            <p:cNvSpPr/>
            <p:nvPr/>
          </p:nvSpPr>
          <p:spPr>
            <a:xfrm rot="-2700000">
              <a:off x="2426138" y="5338165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157" name="tx1157"/>
            <p:cNvSpPr/>
            <p:nvPr/>
          </p:nvSpPr>
          <p:spPr>
            <a:xfrm rot="-2700000">
              <a:off x="2805868" y="534909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158" name="tx1158"/>
            <p:cNvSpPr/>
            <p:nvPr/>
          </p:nvSpPr>
          <p:spPr>
            <a:xfrm rot="-2700000">
              <a:off x="3206592" y="5351323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1159" name="pl1159"/>
            <p:cNvSpPr/>
            <p:nvPr/>
          </p:nvSpPr>
          <p:spPr>
            <a:xfrm>
              <a:off x="4288504" y="5168734"/>
              <a:ext cx="2923992" cy="0"/>
            </a:xfrm>
            <a:custGeom>
              <a:avLst/>
              <a:pathLst>
                <a:path w="2923992" h="0">
                  <a:moveTo>
                    <a:pt x="0" y="0"/>
                  </a:moveTo>
                  <a:lnTo>
                    <a:pt x="292399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53217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93828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534439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575050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615661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656272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696883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tx1167"/>
            <p:cNvSpPr/>
            <p:nvPr/>
          </p:nvSpPr>
          <p:spPr>
            <a:xfrm rot="-2700000">
              <a:off x="4168028" y="5382197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168" name="tx1168"/>
            <p:cNvSpPr/>
            <p:nvPr/>
          </p:nvSpPr>
          <p:spPr>
            <a:xfrm rot="-2700000">
              <a:off x="4558450" y="5388695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169" name="tx1169"/>
            <p:cNvSpPr/>
            <p:nvPr/>
          </p:nvSpPr>
          <p:spPr>
            <a:xfrm rot="-2700000">
              <a:off x="5076014" y="5342529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170" name="tx1170"/>
            <p:cNvSpPr/>
            <p:nvPr/>
          </p:nvSpPr>
          <p:spPr>
            <a:xfrm rot="-2700000">
              <a:off x="5487275" y="5340396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171" name="tx1171"/>
            <p:cNvSpPr/>
            <p:nvPr/>
          </p:nvSpPr>
          <p:spPr>
            <a:xfrm rot="-2700000">
              <a:off x="5898771" y="5338165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172" name="tx1172"/>
            <p:cNvSpPr/>
            <p:nvPr/>
          </p:nvSpPr>
          <p:spPr>
            <a:xfrm rot="-2700000">
              <a:off x="6278500" y="534909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173" name="tx1173"/>
            <p:cNvSpPr/>
            <p:nvPr/>
          </p:nvSpPr>
          <p:spPr>
            <a:xfrm rot="-2700000">
              <a:off x="6679225" y="5351323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1174" name="pl1174"/>
            <p:cNvSpPr/>
            <p:nvPr/>
          </p:nvSpPr>
          <p:spPr>
            <a:xfrm>
              <a:off x="815871" y="1894551"/>
              <a:ext cx="0" cy="3274182"/>
            </a:xfrm>
            <a:custGeom>
              <a:avLst/>
              <a:pathLst>
                <a:path w="0" h="3274182">
                  <a:moveTo>
                    <a:pt x="0" y="327418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tx1175"/>
            <p:cNvSpPr/>
            <p:nvPr/>
          </p:nvSpPr>
          <p:spPr>
            <a:xfrm>
              <a:off x="691062" y="4979903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176" name="tx1176"/>
            <p:cNvSpPr/>
            <p:nvPr/>
          </p:nvSpPr>
          <p:spPr>
            <a:xfrm>
              <a:off x="691062" y="425392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177" name="tx1177"/>
            <p:cNvSpPr/>
            <p:nvPr/>
          </p:nvSpPr>
          <p:spPr>
            <a:xfrm>
              <a:off x="691062" y="3527937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178" name="tx1178"/>
            <p:cNvSpPr/>
            <p:nvPr/>
          </p:nvSpPr>
          <p:spPr>
            <a:xfrm>
              <a:off x="691062" y="2801954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179" name="tx1179"/>
            <p:cNvSpPr/>
            <p:nvPr/>
          </p:nvSpPr>
          <p:spPr>
            <a:xfrm>
              <a:off x="691062" y="2075971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180" name="pl1180"/>
            <p:cNvSpPr/>
            <p:nvPr/>
          </p:nvSpPr>
          <p:spPr>
            <a:xfrm>
              <a:off x="781077" y="50199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781077" y="429392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781077" y="35679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781077" y="28419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781077" y="211597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tx1185"/>
            <p:cNvSpPr/>
            <p:nvPr/>
          </p:nvSpPr>
          <p:spPr>
            <a:xfrm>
              <a:off x="3466641" y="5927094"/>
              <a:ext cx="109508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Experimental Site</a:t>
              </a:r>
            </a:p>
          </p:txBody>
        </p:sp>
        <p:sp>
          <p:nvSpPr>
            <p:cNvPr id="1186" name="tx1186"/>
            <p:cNvSpPr/>
            <p:nvPr/>
          </p:nvSpPr>
          <p:spPr>
            <a:xfrm rot="-5400000">
              <a:off x="-107895" y="3481625"/>
              <a:ext cx="136940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Tissue Condition (1-5)</a:t>
              </a:r>
            </a:p>
          </p:txBody>
        </p:sp>
        <p:sp>
          <p:nvSpPr>
            <p:cNvPr id="1187" name="rc1187"/>
            <p:cNvSpPr/>
            <p:nvPr/>
          </p:nvSpPr>
          <p:spPr>
            <a:xfrm>
              <a:off x="7351674" y="2594424"/>
              <a:ext cx="1265536" cy="18744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tx1188"/>
            <p:cNvSpPr/>
            <p:nvPr/>
          </p:nvSpPr>
          <p:spPr>
            <a:xfrm>
              <a:off x="7421263" y="2678735"/>
              <a:ext cx="112635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Broodstock Group</a:t>
              </a:r>
            </a:p>
          </p:txBody>
        </p:sp>
        <p:sp>
          <p:nvSpPr>
            <p:cNvPr id="1189" name="rc1189"/>
            <p:cNvSpPr/>
            <p:nvPr/>
          </p:nvSpPr>
          <p:spPr>
            <a:xfrm>
              <a:off x="7421263" y="286308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7530991" y="302767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7530991" y="288502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2" name="rc1192"/>
            <p:cNvSpPr/>
            <p:nvPr/>
          </p:nvSpPr>
          <p:spPr>
            <a:xfrm>
              <a:off x="7448695" y="2917945"/>
              <a:ext cx="164592" cy="109728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7448695" y="2972809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7530991" y="306059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7530991" y="28850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6" name="rc1196"/>
            <p:cNvSpPr/>
            <p:nvPr/>
          </p:nvSpPr>
          <p:spPr>
            <a:xfrm>
              <a:off x="7421263" y="308253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7530991" y="324712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7530991" y="310448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9" name="rc1199"/>
            <p:cNvSpPr/>
            <p:nvPr/>
          </p:nvSpPr>
          <p:spPr>
            <a:xfrm>
              <a:off x="7448695" y="3137401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7448695" y="3192265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7530991" y="32800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7530991" y="310448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3" name="rc1203"/>
            <p:cNvSpPr/>
            <p:nvPr/>
          </p:nvSpPr>
          <p:spPr>
            <a:xfrm>
              <a:off x="7421263" y="330199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7530991" y="346658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7530991" y="332393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6" name="rc1206"/>
            <p:cNvSpPr/>
            <p:nvPr/>
          </p:nvSpPr>
          <p:spPr>
            <a:xfrm>
              <a:off x="7448695" y="3356857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7448695" y="3411721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7530991" y="349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7530991" y="33239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0" name="rc1210"/>
            <p:cNvSpPr/>
            <p:nvPr/>
          </p:nvSpPr>
          <p:spPr>
            <a:xfrm>
              <a:off x="7421263" y="3521449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7530991" y="368604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7530991" y="354339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3" name="rc1213"/>
            <p:cNvSpPr/>
            <p:nvPr/>
          </p:nvSpPr>
          <p:spPr>
            <a:xfrm>
              <a:off x="7448695" y="3576313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7448695" y="3631177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7530991" y="37189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7530991" y="35433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7" name="rc1217"/>
            <p:cNvSpPr/>
            <p:nvPr/>
          </p:nvSpPr>
          <p:spPr>
            <a:xfrm>
              <a:off x="7421263" y="3740905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7530991" y="390549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7530991" y="376285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0" name="rc1220"/>
            <p:cNvSpPr/>
            <p:nvPr/>
          </p:nvSpPr>
          <p:spPr>
            <a:xfrm>
              <a:off x="7448695" y="3795769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7448695" y="3850633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7530991" y="393841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7530991" y="376285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4" name="rc1224"/>
            <p:cNvSpPr/>
            <p:nvPr/>
          </p:nvSpPr>
          <p:spPr>
            <a:xfrm>
              <a:off x="7421263" y="396036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7530991" y="412495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7530991" y="398230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7" name="rc1227"/>
            <p:cNvSpPr/>
            <p:nvPr/>
          </p:nvSpPr>
          <p:spPr>
            <a:xfrm>
              <a:off x="7448695" y="4015225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7448695" y="4070089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7530991" y="415787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7530991" y="39823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1" name="rc1231"/>
            <p:cNvSpPr/>
            <p:nvPr/>
          </p:nvSpPr>
          <p:spPr>
            <a:xfrm>
              <a:off x="7421263" y="417981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7530991" y="434440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7530991" y="420176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4" name="rc1234"/>
            <p:cNvSpPr/>
            <p:nvPr/>
          </p:nvSpPr>
          <p:spPr>
            <a:xfrm>
              <a:off x="7448695" y="4234681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7448695" y="4289545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7530991" y="43773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7530991" y="4201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8" name="tx1238"/>
            <p:cNvSpPr/>
            <p:nvPr/>
          </p:nvSpPr>
          <p:spPr>
            <a:xfrm>
              <a:off x="7710309" y="2932804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239" name="tx1239"/>
            <p:cNvSpPr/>
            <p:nvPr/>
          </p:nvSpPr>
          <p:spPr>
            <a:xfrm>
              <a:off x="7710309" y="3152260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240" name="tx1240"/>
            <p:cNvSpPr/>
            <p:nvPr/>
          </p:nvSpPr>
          <p:spPr>
            <a:xfrm>
              <a:off x="7710309" y="3371716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241" name="tx1241"/>
            <p:cNvSpPr/>
            <p:nvPr/>
          </p:nvSpPr>
          <p:spPr>
            <a:xfrm>
              <a:off x="7710309" y="3591172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1242" name="tx1242"/>
            <p:cNvSpPr/>
            <p:nvPr/>
          </p:nvSpPr>
          <p:spPr>
            <a:xfrm>
              <a:off x="7710309" y="3810628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243" name="tx1243"/>
            <p:cNvSpPr/>
            <p:nvPr/>
          </p:nvSpPr>
          <p:spPr>
            <a:xfrm>
              <a:off x="7710309" y="4030084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244" name="tx1244"/>
            <p:cNvSpPr/>
            <p:nvPr/>
          </p:nvSpPr>
          <p:spPr>
            <a:xfrm>
              <a:off x="7710309" y="4249540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245" name="tx1245"/>
            <p:cNvSpPr/>
            <p:nvPr/>
          </p:nvSpPr>
          <p:spPr>
            <a:xfrm>
              <a:off x="815871" y="1669789"/>
              <a:ext cx="3194182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Final Condition at Lewisetta and York River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5871" y="1894551"/>
              <a:ext cx="2923992" cy="3274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034712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034712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59537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59537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907246" y="2841959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07246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1440822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465648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465648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313356" y="2841959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313356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1846932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1846932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871758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71758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719466" y="2841959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19466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77868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77868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2125576" y="2841959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125576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5915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659152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659152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65915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5915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65915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915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659152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659152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659152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59152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2683978" y="28419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2683978" y="28419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2531686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531686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65262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90088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090088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2937797" y="2841959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937797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496198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496198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3343907" y="2841959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343907" y="2841959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tx6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32963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254796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5" name="tx27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0" name="tx28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5" name="tx29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6" name="tx29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7" name="tx29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8" name="tx29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9" name="tx29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0" name="tx30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1" name="tx30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2" name="tx30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3" name="tx30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7" name="tx31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1" name="tx331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2" name="tx332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3" name="tx333"/>
            <p:cNvSpPr/>
            <p:nvPr/>
          </p:nvSpPr>
          <p:spPr>
            <a:xfrm>
              <a:off x="214185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4" name="tx33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5" name="tx33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6" name="tx33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7" name="tx33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4" name="tx34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5" name="tx34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6" name="tx37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7" name="tx37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8" name="tx37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5" name="tx38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6" name="tx38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7" name="tx38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8" name="tx38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9" name="tx38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0" name="tx39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5" name="tx39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6" name="tx39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2" name="tx40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3" name="tx40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4" name="tx40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9" name="tx409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0" name="tx410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2" name="tx412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92352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5" name="tx445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6" name="tx456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7" name="tx457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8" name="tx458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1" name="tx461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2" name="tx462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3" name="tx463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4" name="tx464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5" name="tx465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6" name="tx466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9" name="tx469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0" name="tx470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336018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7" name="tx477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5" name="tx485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6" name="tx496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1" name="tx501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2" name="tx502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3" name="tx503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4" name="tx504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5" name="tx505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7" name="tx507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8" name="tx508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9" name="tx509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4" name="tx514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5" name="tx515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6" name="tx516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7" name="tx517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8" name="tx518"/>
            <p:cNvSpPr/>
            <p:nvPr/>
          </p:nvSpPr>
          <p:spPr>
            <a:xfrm>
              <a:off x="295407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9" name="tx51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0" name="tx52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1" name="tx52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2" name="tx52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3" name="tx52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4" name="tx52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9" name="tx52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0" name="tx53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1" name="tx53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5" name="tx54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6" name="tx54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7" name="tx54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8" name="tx54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3" name="tx55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4" name="tx55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5" name="tx55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6" name="tx55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7" name="tx55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8" name="tx55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9" name="tx55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0" name="tx56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1" name="tx56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2" name="tx56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3" name="tx56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4" name="tx56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5" name="tx56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6" name="tx56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7" name="tx56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8" name="tx56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9" name="tx56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0" name="tx57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1" name="tx57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2" name="tx57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5" name="tx57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6" name="tx57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7" name="tx57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8" name="tx57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9" name="tx57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0" name="tx58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3" name="tx58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4" name="tx58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0" name="tx59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1" name="tx59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2" name="tx59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3" name="tx59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4" name="tx59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5" name="tx59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6" name="tx596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7" name="tx597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9" name="tx599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0" name="tx600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1" name="tx601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2" name="tx602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3" name="tx603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4" name="tx604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5" name="tx605"/>
            <p:cNvSpPr/>
            <p:nvPr/>
          </p:nvSpPr>
          <p:spPr>
            <a:xfrm>
              <a:off x="1735741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6" name="rc606"/>
            <p:cNvSpPr/>
            <p:nvPr/>
          </p:nvSpPr>
          <p:spPr>
            <a:xfrm>
              <a:off x="4288504" y="1894551"/>
              <a:ext cx="2923992" cy="3274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4532170" y="2841959"/>
              <a:ext cx="0" cy="907478"/>
            </a:xfrm>
            <a:custGeom>
              <a:avLst/>
              <a:pathLst>
                <a:path w="0" h="907478">
                  <a:moveTo>
                    <a:pt x="0" y="90747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4532170" y="50199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4379879" y="3749438"/>
              <a:ext cx="304582" cy="1270470"/>
            </a:xfrm>
            <a:custGeom>
              <a:avLst/>
              <a:pathLst>
                <a:path w="304582" h="1270470">
                  <a:moveTo>
                    <a:pt x="0" y="0"/>
                  </a:moveTo>
                  <a:lnTo>
                    <a:pt x="0" y="1270470"/>
                  </a:lnTo>
                  <a:lnTo>
                    <a:pt x="304582" y="1270470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4379879" y="4293925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913454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913454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4938280" y="2841959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4938280" y="4293925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785989" y="3567942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4785989" y="3567942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5344390" y="2841959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5344390" y="50199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5192099" y="3567942"/>
              <a:ext cx="304582" cy="1451965"/>
            </a:xfrm>
            <a:custGeom>
              <a:avLst/>
              <a:pathLst>
                <a:path w="304582" h="1451965">
                  <a:moveTo>
                    <a:pt x="0" y="0"/>
                  </a:moveTo>
                  <a:lnTo>
                    <a:pt x="0" y="1451965"/>
                  </a:lnTo>
                  <a:lnTo>
                    <a:pt x="304582" y="1451965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5192099" y="4293925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572567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5725674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5750500" y="3567942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5750500" y="50199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598209" y="4293925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5598209" y="5019908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156610" y="2841959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156610" y="4293925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6004319" y="3567942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004319" y="3567942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62720" y="2841959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62720" y="4293925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6410429" y="3567942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410429" y="4293925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6944004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968830" y="2841959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968830" y="42939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816539" y="3567942"/>
              <a:ext cx="304582" cy="725982"/>
            </a:xfrm>
            <a:custGeom>
              <a:avLst/>
              <a:pathLst>
                <a:path w="304582" h="725982">
                  <a:moveTo>
                    <a:pt x="0" y="0"/>
                  </a:moveTo>
                  <a:lnTo>
                    <a:pt x="0" y="725982"/>
                  </a:lnTo>
                  <a:lnTo>
                    <a:pt x="304582" y="725982"/>
                  </a:lnTo>
                  <a:lnTo>
                    <a:pt x="304582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816539" y="3567942"/>
              <a:ext cx="304582" cy="0"/>
            </a:xfrm>
            <a:custGeom>
              <a:avLst/>
              <a:pathLst>
                <a:path w="304582" h="0">
                  <a:moveTo>
                    <a:pt x="0" y="0"/>
                  </a:moveTo>
                  <a:lnTo>
                    <a:pt x="304582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0" name="tx64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1" name="tx64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2" name="tx64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3" name="tx64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4" name="tx64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5" name="tx64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6" name="tx64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7" name="tx64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8" name="tx64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9" name="tx64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0" name="tx65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1" name="tx65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2" name="tx65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3" name="tx65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4" name="tx65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5" name="tx65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6" name="tx65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7" name="tx65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8" name="tx65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9" name="tx65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0" name="tx66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1" name="tx66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2" name="tx66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3" name="tx66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4" name="tx66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5" name="tx66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6" name="tx66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7" name="tx66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8" name="tx66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9" name="tx66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0" name="tx67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1" name="tx67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2" name="tx67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3" name="tx67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4" name="tx67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5" name="tx67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6" name="tx67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7" name="tx67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8" name="tx67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9" name="tx69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480226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9" name="tx72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0" name="tx73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1" name="tx73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2" name="tx73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3" name="tx73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4" name="tx73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5" name="tx73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6" name="tx73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7" name="tx73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8" name="tx73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9" name="tx73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0" name="tx74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6" name="tx75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7" name="tx75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8" name="tx75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9" name="tx75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0" name="tx76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5" name="tx76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6" name="tx76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9" name="tx78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1" name="tx79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2" name="tx79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3" name="tx79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4" name="tx79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5" name="tx79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6" name="tx79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7" name="tx79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8" name="tx79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9" name="tx79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0" name="tx80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2" name="tx80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9" name="tx809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0" name="tx810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1" name="tx811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2" name="tx812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3" name="tx813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602059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8" name="tx82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0" name="tx83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1" name="tx83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2" name="tx83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3" name="tx83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4" name="tx83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5" name="tx83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6" name="tx83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7" name="tx83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8" name="tx83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9" name="tx83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0" name="tx84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1" name="tx84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2" name="tx84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3" name="tx84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4" name="tx84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5" name="tx84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7" name="tx84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8" name="tx84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9" name="tx84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0" name="tx85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1" name="tx85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2" name="tx85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3" name="tx85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4" name="tx85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5" name="tx85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6" name="tx85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7" name="tx85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8" name="tx85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9" name="tx85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0" name="tx86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1" name="tx86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2" name="tx86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3" name="tx86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4" name="tx86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5" name="tx86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6" name="tx86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7" name="tx86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8" name="tx86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9" name="tx86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0" name="tx87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1" name="tx87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2" name="tx87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3" name="tx87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4" name="tx87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5" name="tx87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6" name="tx87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5614483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17" name="tx917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23" name="tx923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24" name="tx924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26" name="tx926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27" name="tx927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28" name="tx928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29" name="tx929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30" name="tx930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31" name="tx931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32" name="tx932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33" name="tx933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34" name="tx934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35" name="tx935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36" name="tx936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37" name="tx937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38" name="tx938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39" name="tx939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0" name="tx940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1" name="tx941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2" name="tx942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3" name="tx943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4" name="tx944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5" name="tx945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6" name="tx946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7" name="tx947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8" name="tx948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49" name="tx949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0" name="tx950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1" name="tx951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2" name="tx952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3" name="tx953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4" name="tx954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5" name="tx955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6" name="tx956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7" name="tx957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8" name="tx958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59" name="tx959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0" name="tx960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1" name="tx961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2" name="tx962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3" name="tx963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4" name="tx964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5" name="tx965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6" name="tx966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437672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6" name="tx986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8" name="tx988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9" name="tx989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0" name="tx990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1" name="tx991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2" name="tx992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3" name="tx993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6" name="tx996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7" name="tx997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8" name="tx998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9" name="tx999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0" name="tx1000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1" name="tx1001"/>
            <p:cNvSpPr/>
            <p:nvPr/>
          </p:nvSpPr>
          <p:spPr>
            <a:xfrm>
              <a:off x="683281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2" name="tx1002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3" name="tx1003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4" name="tx1004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5" name="tx1005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6" name="tx1006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7" name="tx1007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8" name="tx1008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09" name="tx1009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0" name="tx1010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1" name="tx1011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2" name="tx1012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3" name="tx1013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4" name="tx1014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5" name="tx1015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6" name="tx1016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7" name="tx1017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8" name="tx1018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19" name="tx1019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0" name="tx1020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1" name="tx1021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2" name="tx1022"/>
            <p:cNvSpPr/>
            <p:nvPr/>
          </p:nvSpPr>
          <p:spPr>
            <a:xfrm>
              <a:off x="640727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3" name="tx1023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4" name="tx1024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5" name="tx1025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6" name="tx1026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7" name="tx1027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8" name="tx1028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29" name="tx1029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0" name="tx1030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1" name="tx1031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2" name="tx1032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3" name="tx1033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4" name="tx1034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5" name="tx1035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6" name="tx1036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7" name="tx1037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8" name="tx1038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9" name="tx1039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0" name="tx1040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1" name="tx1041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2" name="tx1042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3" name="tx1043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4" name="tx1044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5" name="tx1045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6" name="tx1046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7" name="tx1047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8" name="tx1048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9" name="tx1049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0" name="tx1050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1" name="tx1051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2" name="tx1052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3" name="tx1053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4" name="tx1054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5" name="tx1055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6" name="tx1056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7" name="tx1057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8" name="tx1058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9" name="tx1059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0" name="tx1060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1" name="tx1061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2" name="tx1062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3" name="tx1063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4" name="tx1064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5" name="tx1065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6" name="tx1066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7" name="tx1067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8" name="tx1068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9" name="tx1069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0" name="tx1070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1" name="tx1071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2" name="tx1072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3" name="tx1073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4" name="tx1074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5" name="tx1075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6" name="tx1076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7" name="tx1077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8" name="tx1078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9" name="tx1079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0" name="tx1080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1" name="tx1081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2" name="tx1082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3" name="tx1083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4" name="tx1084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5" name="tx1085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6" name="tx1086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7" name="tx1087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8" name="tx1088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9" name="tx1089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0" name="tx1090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1" name="tx1091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2" name="tx1092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3" name="tx1093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4" name="tx1094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5" name="tx1095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6" name="tx1096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7" name="tx1097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8" name="tx1098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9" name="tx1099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0" name="tx1100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1" name="tx1101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2" name="tx1102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3" name="tx1103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4" name="tx1104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5" name="tx1105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6" name="tx1106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7" name="tx1107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8" name="tx1108"/>
            <p:cNvSpPr/>
            <p:nvPr/>
          </p:nvSpPr>
          <p:spPr>
            <a:xfrm>
              <a:off x="5188942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9" name="tx1109"/>
            <p:cNvSpPr/>
            <p:nvPr/>
          </p:nvSpPr>
          <p:spPr>
            <a:xfrm>
              <a:off x="2041770" y="5744869"/>
              <a:ext cx="47219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Lewisetta</a:t>
              </a:r>
            </a:p>
          </p:txBody>
        </p:sp>
        <p:sp>
          <p:nvSpPr>
            <p:cNvPr id="1110" name="tx1110"/>
            <p:cNvSpPr/>
            <p:nvPr/>
          </p:nvSpPr>
          <p:spPr>
            <a:xfrm>
              <a:off x="5510379" y="5744869"/>
              <a:ext cx="480242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YorkRiver</a:t>
              </a:r>
            </a:p>
          </p:txBody>
        </p:sp>
        <p:sp>
          <p:nvSpPr>
            <p:cNvPr id="1111" name="pl1111"/>
            <p:cNvSpPr/>
            <p:nvPr/>
          </p:nvSpPr>
          <p:spPr>
            <a:xfrm>
              <a:off x="815871" y="5168734"/>
              <a:ext cx="2923992" cy="0"/>
            </a:xfrm>
            <a:custGeom>
              <a:avLst/>
              <a:pathLst>
                <a:path w="2923992" h="0">
                  <a:moveTo>
                    <a:pt x="0" y="0"/>
                  </a:moveTo>
                  <a:lnTo>
                    <a:pt x="292399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1059537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146564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187175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227786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268397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309008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349619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tx1119"/>
            <p:cNvSpPr/>
            <p:nvPr/>
          </p:nvSpPr>
          <p:spPr>
            <a:xfrm rot="-2700000">
              <a:off x="695395" y="5382197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120" name="tx1120"/>
            <p:cNvSpPr/>
            <p:nvPr/>
          </p:nvSpPr>
          <p:spPr>
            <a:xfrm rot="-2700000">
              <a:off x="1085818" y="5388695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121" name="tx1121"/>
            <p:cNvSpPr/>
            <p:nvPr/>
          </p:nvSpPr>
          <p:spPr>
            <a:xfrm rot="-2700000">
              <a:off x="1603381" y="5342529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122" name="tx1122"/>
            <p:cNvSpPr/>
            <p:nvPr/>
          </p:nvSpPr>
          <p:spPr>
            <a:xfrm rot="-2700000">
              <a:off x="2014643" y="5340396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123" name="tx1123"/>
            <p:cNvSpPr/>
            <p:nvPr/>
          </p:nvSpPr>
          <p:spPr>
            <a:xfrm rot="-2700000">
              <a:off x="2426138" y="5338165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124" name="tx1124"/>
            <p:cNvSpPr/>
            <p:nvPr/>
          </p:nvSpPr>
          <p:spPr>
            <a:xfrm rot="-2700000">
              <a:off x="2805868" y="534909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125" name="tx1125"/>
            <p:cNvSpPr/>
            <p:nvPr/>
          </p:nvSpPr>
          <p:spPr>
            <a:xfrm rot="-2700000">
              <a:off x="3206592" y="5351323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1126" name="pl1126"/>
            <p:cNvSpPr/>
            <p:nvPr/>
          </p:nvSpPr>
          <p:spPr>
            <a:xfrm>
              <a:off x="4288504" y="5168734"/>
              <a:ext cx="2923992" cy="0"/>
            </a:xfrm>
            <a:custGeom>
              <a:avLst/>
              <a:pathLst>
                <a:path w="2923992" h="0">
                  <a:moveTo>
                    <a:pt x="0" y="0"/>
                  </a:moveTo>
                  <a:lnTo>
                    <a:pt x="292399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53217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93828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534439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575050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615661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656272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696883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tx1134"/>
            <p:cNvSpPr/>
            <p:nvPr/>
          </p:nvSpPr>
          <p:spPr>
            <a:xfrm rot="-2700000">
              <a:off x="4168028" y="5382197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135" name="tx1135"/>
            <p:cNvSpPr/>
            <p:nvPr/>
          </p:nvSpPr>
          <p:spPr>
            <a:xfrm rot="-2700000">
              <a:off x="4558450" y="5388695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136" name="tx1136"/>
            <p:cNvSpPr/>
            <p:nvPr/>
          </p:nvSpPr>
          <p:spPr>
            <a:xfrm rot="-2700000">
              <a:off x="5076014" y="5342529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137" name="tx1137"/>
            <p:cNvSpPr/>
            <p:nvPr/>
          </p:nvSpPr>
          <p:spPr>
            <a:xfrm rot="-2700000">
              <a:off x="5487275" y="5340396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138" name="tx1138"/>
            <p:cNvSpPr/>
            <p:nvPr/>
          </p:nvSpPr>
          <p:spPr>
            <a:xfrm rot="-2700000">
              <a:off x="5898771" y="5338165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139" name="tx1139"/>
            <p:cNvSpPr/>
            <p:nvPr/>
          </p:nvSpPr>
          <p:spPr>
            <a:xfrm rot="-2700000">
              <a:off x="6278500" y="534909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140" name="tx1140"/>
            <p:cNvSpPr/>
            <p:nvPr/>
          </p:nvSpPr>
          <p:spPr>
            <a:xfrm rot="-2700000">
              <a:off x="6679225" y="5351323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1141" name="pl1141"/>
            <p:cNvSpPr/>
            <p:nvPr/>
          </p:nvSpPr>
          <p:spPr>
            <a:xfrm>
              <a:off x="815871" y="1894551"/>
              <a:ext cx="0" cy="3274182"/>
            </a:xfrm>
            <a:custGeom>
              <a:avLst/>
              <a:pathLst>
                <a:path w="0" h="3274182">
                  <a:moveTo>
                    <a:pt x="0" y="327418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tx1142"/>
            <p:cNvSpPr/>
            <p:nvPr/>
          </p:nvSpPr>
          <p:spPr>
            <a:xfrm>
              <a:off x="691062" y="4979903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143" name="tx1143"/>
            <p:cNvSpPr/>
            <p:nvPr/>
          </p:nvSpPr>
          <p:spPr>
            <a:xfrm>
              <a:off x="691062" y="425392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144" name="tx1144"/>
            <p:cNvSpPr/>
            <p:nvPr/>
          </p:nvSpPr>
          <p:spPr>
            <a:xfrm>
              <a:off x="691062" y="3527937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145" name="tx1145"/>
            <p:cNvSpPr/>
            <p:nvPr/>
          </p:nvSpPr>
          <p:spPr>
            <a:xfrm>
              <a:off x="691062" y="2801954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146" name="tx1146"/>
            <p:cNvSpPr/>
            <p:nvPr/>
          </p:nvSpPr>
          <p:spPr>
            <a:xfrm>
              <a:off x="691062" y="2075971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147" name="pl1147"/>
            <p:cNvSpPr/>
            <p:nvPr/>
          </p:nvSpPr>
          <p:spPr>
            <a:xfrm>
              <a:off x="781077" y="50199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781077" y="429392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781077" y="35679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781077" y="28419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781077" y="211597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tx1152"/>
            <p:cNvSpPr/>
            <p:nvPr/>
          </p:nvSpPr>
          <p:spPr>
            <a:xfrm>
              <a:off x="3466641" y="5927094"/>
              <a:ext cx="109508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Experimental Site</a:t>
              </a:r>
            </a:p>
          </p:txBody>
        </p:sp>
        <p:sp>
          <p:nvSpPr>
            <p:cNvPr id="1153" name="tx1153"/>
            <p:cNvSpPr/>
            <p:nvPr/>
          </p:nvSpPr>
          <p:spPr>
            <a:xfrm rot="-5400000">
              <a:off x="9650" y="3481625"/>
              <a:ext cx="113431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Gonad Index (1-5)</a:t>
              </a:r>
            </a:p>
          </p:txBody>
        </p:sp>
        <p:sp>
          <p:nvSpPr>
            <p:cNvPr id="1154" name="rc1154"/>
            <p:cNvSpPr/>
            <p:nvPr/>
          </p:nvSpPr>
          <p:spPr>
            <a:xfrm>
              <a:off x="7351674" y="2594424"/>
              <a:ext cx="1265536" cy="18744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tx1155"/>
            <p:cNvSpPr/>
            <p:nvPr/>
          </p:nvSpPr>
          <p:spPr>
            <a:xfrm>
              <a:off x="7421263" y="2678735"/>
              <a:ext cx="112635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Broodstock Group</a:t>
              </a:r>
            </a:p>
          </p:txBody>
        </p:sp>
        <p:sp>
          <p:nvSpPr>
            <p:cNvPr id="1156" name="rc1156"/>
            <p:cNvSpPr/>
            <p:nvPr/>
          </p:nvSpPr>
          <p:spPr>
            <a:xfrm>
              <a:off x="7421263" y="286308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7530991" y="302767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7530991" y="288502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9" name="rc1159"/>
            <p:cNvSpPr/>
            <p:nvPr/>
          </p:nvSpPr>
          <p:spPr>
            <a:xfrm>
              <a:off x="7448695" y="2917945"/>
              <a:ext cx="164592" cy="109728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7448695" y="2972809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7530991" y="306059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7530991" y="28850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3" name="rc1163"/>
            <p:cNvSpPr/>
            <p:nvPr/>
          </p:nvSpPr>
          <p:spPr>
            <a:xfrm>
              <a:off x="7421263" y="308253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7530991" y="324712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7530991" y="310448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6" name="rc1166"/>
            <p:cNvSpPr/>
            <p:nvPr/>
          </p:nvSpPr>
          <p:spPr>
            <a:xfrm>
              <a:off x="7448695" y="3137401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7448695" y="3192265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7530991" y="32800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7530991" y="310448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0" name="rc1170"/>
            <p:cNvSpPr/>
            <p:nvPr/>
          </p:nvSpPr>
          <p:spPr>
            <a:xfrm>
              <a:off x="7421263" y="330199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7530991" y="346658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7530991" y="332393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3" name="rc1173"/>
            <p:cNvSpPr/>
            <p:nvPr/>
          </p:nvSpPr>
          <p:spPr>
            <a:xfrm>
              <a:off x="7448695" y="3356857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7448695" y="3411721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7530991" y="34995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7530991" y="33239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7" name="rc1177"/>
            <p:cNvSpPr/>
            <p:nvPr/>
          </p:nvSpPr>
          <p:spPr>
            <a:xfrm>
              <a:off x="7421263" y="3521449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7530991" y="368604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7530991" y="354339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0" name="rc1180"/>
            <p:cNvSpPr/>
            <p:nvPr/>
          </p:nvSpPr>
          <p:spPr>
            <a:xfrm>
              <a:off x="7448695" y="3576313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7448695" y="3631177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7530991" y="37189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7530991" y="35433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4" name="rc1184"/>
            <p:cNvSpPr/>
            <p:nvPr/>
          </p:nvSpPr>
          <p:spPr>
            <a:xfrm>
              <a:off x="7421263" y="3740905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7530991" y="390549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7530991" y="376285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7" name="rc1187"/>
            <p:cNvSpPr/>
            <p:nvPr/>
          </p:nvSpPr>
          <p:spPr>
            <a:xfrm>
              <a:off x="7448695" y="3795769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7448695" y="3850633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7530991" y="393841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7530991" y="376285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1" name="rc1191"/>
            <p:cNvSpPr/>
            <p:nvPr/>
          </p:nvSpPr>
          <p:spPr>
            <a:xfrm>
              <a:off x="7421263" y="396036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7530991" y="412495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7530991" y="398230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4" name="rc1194"/>
            <p:cNvSpPr/>
            <p:nvPr/>
          </p:nvSpPr>
          <p:spPr>
            <a:xfrm>
              <a:off x="7448695" y="4015225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7448695" y="4070089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7530991" y="415787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7530991" y="39823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8" name="rc1198"/>
            <p:cNvSpPr/>
            <p:nvPr/>
          </p:nvSpPr>
          <p:spPr>
            <a:xfrm>
              <a:off x="7421263" y="417981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7530991" y="434440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7530991" y="420176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1" name="rc1201"/>
            <p:cNvSpPr/>
            <p:nvPr/>
          </p:nvSpPr>
          <p:spPr>
            <a:xfrm>
              <a:off x="7448695" y="4234681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7448695" y="4289545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7530991" y="43773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7530991" y="420176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5" name="tx1205"/>
            <p:cNvSpPr/>
            <p:nvPr/>
          </p:nvSpPr>
          <p:spPr>
            <a:xfrm>
              <a:off x="7710309" y="2932804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206" name="tx1206"/>
            <p:cNvSpPr/>
            <p:nvPr/>
          </p:nvSpPr>
          <p:spPr>
            <a:xfrm>
              <a:off x="7710309" y="3152260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207" name="tx1207"/>
            <p:cNvSpPr/>
            <p:nvPr/>
          </p:nvSpPr>
          <p:spPr>
            <a:xfrm>
              <a:off x="7710309" y="3371716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208" name="tx1208"/>
            <p:cNvSpPr/>
            <p:nvPr/>
          </p:nvSpPr>
          <p:spPr>
            <a:xfrm>
              <a:off x="7710309" y="3591172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1209" name="tx1209"/>
            <p:cNvSpPr/>
            <p:nvPr/>
          </p:nvSpPr>
          <p:spPr>
            <a:xfrm>
              <a:off x="7710309" y="3810628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210" name="tx1210"/>
            <p:cNvSpPr/>
            <p:nvPr/>
          </p:nvSpPr>
          <p:spPr>
            <a:xfrm>
              <a:off x="7710309" y="4030084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211" name="tx1211"/>
            <p:cNvSpPr/>
            <p:nvPr/>
          </p:nvSpPr>
          <p:spPr>
            <a:xfrm>
              <a:off x="7710309" y="4249540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212" name="tx1212"/>
            <p:cNvSpPr/>
            <p:nvPr/>
          </p:nvSpPr>
          <p:spPr>
            <a:xfrm>
              <a:off x="815871" y="1669789"/>
              <a:ext cx="3445733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Final Gonad Index at Lewisetta and York River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2026-03-30T15:00:36Z</dcterms:modified>
  <cp:category/>
</cp:coreProperties>
</file>